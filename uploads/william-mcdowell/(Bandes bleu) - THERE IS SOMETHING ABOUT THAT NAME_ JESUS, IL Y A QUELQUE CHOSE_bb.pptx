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54031" autoAdjust="0"/>
  </p:normalViewPr>
  <p:slideViewPr>
    <p:cSldViewPr>
      <p:cViewPr>
        <p:scale>
          <a:sx n="46" d="100"/>
          <a:sy n="46" d="100"/>
        </p:scale>
        <p:origin x="-480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15BB048-5A9C-4A8C-BEC1-63656698A43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4B34306-6E92-4275-9F23-87DE6F80652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JÉSUS, JÉSUS</a:t>
            </a:r>
          </a:p>
          <a:p>
            <a:pPr>
              <a:defRPr/>
            </a:pPr>
            <a:r>
              <a:rPr lang="fr-FR" smtClean="0"/>
              <a:t>    jésus, jésus, jésus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IL Y A QUELQUE CHOSE D’UNIQUE EN SON NOM</a:t>
            </a:r>
          </a:p>
          <a:p>
            <a:pPr>
              <a:defRPr/>
            </a:pPr>
            <a:r>
              <a:rPr lang="fr-FR" smtClean="0"/>
              <a:t>There is something about that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3-  MAÎTRE, SAUVEUR, JÉSUS COMME LA FRAÎCHE PLUIE DU PRINTEMPS</a:t>
            </a:r>
          </a:p>
          <a:p>
            <a:pPr>
              <a:defRPr/>
            </a:pPr>
            <a:r>
              <a:rPr lang="fr-FR" smtClean="0"/>
              <a:t>Master, Savior, Jesus Like the fragrance after the 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JÉSUS, JÉSUS LE CIEL ET LA TERRE, T’ACCLAMERONT</a:t>
            </a:r>
          </a:p>
          <a:p>
            <a:pPr>
              <a:defRPr/>
            </a:pPr>
            <a:r>
              <a:rPr lang="fr-FR" smtClean="0"/>
              <a:t> jésus, jésus, jésus Let all Heaven and Earth proclaim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LES ROIS ET LES ROYAUMES  TOUS PASSERONT</a:t>
            </a:r>
          </a:p>
          <a:p>
            <a:pPr>
              <a:defRPr/>
            </a:pPr>
            <a:r>
              <a:rPr lang="fr-FR" smtClean="0"/>
              <a:t>Kings and Kingdoms shall all pass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MAIS IL Y A QUELQUE CHOSE  D’UNIQUE EN SON NOM</a:t>
            </a:r>
          </a:p>
          <a:p>
            <a:pPr>
              <a:defRPr/>
            </a:pPr>
            <a:r>
              <a:rPr lang="fr-FR" smtClean="0"/>
              <a:t>But there's something about that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JÉSUS, JÉSUS</a:t>
            </a:r>
          </a:p>
          <a:p>
            <a:r>
              <a:rPr lang="fr-FR" smtClean="0"/>
              <a:t>    jésus, jésus, jésus</a:t>
            </a:r>
          </a:p>
          <a:p>
            <a:endParaRPr lang="fr-FR" smtClean="0"/>
          </a:p>
          <a:p>
            <a:r>
              <a:rPr lang="fr-FR" smtClean="0"/>
              <a:t>2-  IL Y A QUELQUE CHOSE D’UNIQUE EN SON NOM</a:t>
            </a:r>
          </a:p>
          <a:p>
            <a:r>
              <a:rPr lang="fr-FR" smtClean="0"/>
              <a:t>There is something about that name</a:t>
            </a:r>
          </a:p>
          <a:p>
            <a:endParaRPr lang="fr-FR" smtClean="0"/>
          </a:p>
          <a:p>
            <a:r>
              <a:rPr lang="fr-FR" smtClean="0"/>
              <a:t> 3-  MAÎTRE, SAUVEUR, JÉSUS COMME LA FRAÎCHE PLUIE DU PRINTEMPS</a:t>
            </a:r>
          </a:p>
          <a:p>
            <a:r>
              <a:rPr lang="fr-FR" smtClean="0"/>
              <a:t>Master, Savior, Jesus Like the fragrance after the rain</a:t>
            </a:r>
          </a:p>
          <a:p>
            <a:endParaRPr lang="fr-FR" smtClean="0"/>
          </a:p>
          <a:p>
            <a:r>
              <a:rPr lang="fr-FR" smtClean="0"/>
              <a:t>4-  JÉSUS, JÉSUS, JÉSUS LE CIEL ET LA TERRE, T’ACCLAMERONT</a:t>
            </a:r>
          </a:p>
          <a:p>
            <a:r>
              <a:rPr lang="fr-FR" smtClean="0"/>
              <a:t> jésus, jésus, jésus Let all Heaven and Earth proclaim</a:t>
            </a:r>
          </a:p>
          <a:p>
            <a:endParaRPr lang="fr-FR" smtClean="0"/>
          </a:p>
          <a:p>
            <a:r>
              <a:rPr lang="fr-FR" smtClean="0"/>
              <a:t>5-  LES ROIS ET LES ROYAUMES  TOUS PASSERONT</a:t>
            </a:r>
          </a:p>
          <a:p>
            <a:r>
              <a:rPr lang="fr-FR" smtClean="0"/>
              <a:t>Kings and Kingdoms shall all pass away</a:t>
            </a:r>
          </a:p>
          <a:p>
            <a:endParaRPr lang="fr-FR" smtClean="0"/>
          </a:p>
          <a:p>
            <a:r>
              <a:rPr lang="fr-FR" smtClean="0"/>
              <a:t>6-  MAIS IL Y A QUELQUE CHOSE  D’UNIQUE EN SON NOM</a:t>
            </a:r>
          </a:p>
          <a:p>
            <a:r>
              <a:rPr lang="fr-FR" smtClean="0"/>
              <a:t>But there's something about that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JÉSUS, JÉSUS</a:t>
            </a:r>
          </a:p>
          <a:p>
            <a:pPr>
              <a:defRPr/>
            </a:pPr>
            <a:r>
              <a:rPr lang="fr-FR" smtClean="0"/>
              <a:t>    jésus, jésus, jésus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IL Y A QUELQUE CHOSE D’UNIQUE EN SON NOM</a:t>
            </a:r>
          </a:p>
          <a:p>
            <a:pPr>
              <a:defRPr/>
            </a:pPr>
            <a:r>
              <a:rPr lang="fr-FR" smtClean="0"/>
              <a:t>There is something about that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3-  MAÎTRE, SAUVEUR, JÉSUS COMME LA FRAÎCHE PLUIE DU PRINTEMPS</a:t>
            </a:r>
          </a:p>
          <a:p>
            <a:pPr>
              <a:defRPr/>
            </a:pPr>
            <a:r>
              <a:rPr lang="fr-FR" smtClean="0"/>
              <a:t>Master, Savior, Jesus Like the fragrance after the 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JÉSUS, JÉSUS LE CIEL ET LA TERRE, T’ACCLAMERONT</a:t>
            </a:r>
          </a:p>
          <a:p>
            <a:pPr>
              <a:defRPr/>
            </a:pPr>
            <a:r>
              <a:rPr lang="fr-FR" smtClean="0"/>
              <a:t> jésus, jésus, jésus Let all Heaven and Earth proclaim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LES ROIS ET LES ROYAUMES  TOUS PASSERONT</a:t>
            </a:r>
          </a:p>
          <a:p>
            <a:pPr>
              <a:defRPr/>
            </a:pPr>
            <a:r>
              <a:rPr lang="fr-FR" smtClean="0"/>
              <a:t>Kings and Kingdoms shall all pass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MAIS IL Y A QUELQUE CHOSE  D’UNIQUE EN SON NOM</a:t>
            </a:r>
          </a:p>
          <a:p>
            <a:pPr>
              <a:defRPr/>
            </a:pPr>
            <a:r>
              <a:rPr lang="fr-FR" smtClean="0"/>
              <a:t>But there's something about that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JÉSUS, JÉSUS</a:t>
            </a:r>
          </a:p>
          <a:p>
            <a:r>
              <a:rPr lang="fr-FR" smtClean="0"/>
              <a:t>    jésus, jésus, jésus</a:t>
            </a:r>
          </a:p>
          <a:p>
            <a:endParaRPr lang="fr-FR" smtClean="0"/>
          </a:p>
          <a:p>
            <a:r>
              <a:rPr lang="fr-FR" smtClean="0"/>
              <a:t>2-  IL Y A QUELQUE CHOSE D’UNIQUE EN SON NOM</a:t>
            </a:r>
          </a:p>
          <a:p>
            <a:r>
              <a:rPr lang="fr-FR" smtClean="0"/>
              <a:t>There is something about that name</a:t>
            </a:r>
          </a:p>
          <a:p>
            <a:endParaRPr lang="fr-FR" smtClean="0"/>
          </a:p>
          <a:p>
            <a:r>
              <a:rPr lang="fr-FR" smtClean="0"/>
              <a:t> 3-  MAÎTRE, SAUVEUR, JÉSUS COMME LA FRAÎCHE PLUIE DU PRINTEMPS</a:t>
            </a:r>
          </a:p>
          <a:p>
            <a:r>
              <a:rPr lang="fr-FR" smtClean="0"/>
              <a:t>Master, Savior, Jesus Like the fragrance after the rain</a:t>
            </a:r>
          </a:p>
          <a:p>
            <a:endParaRPr lang="fr-FR" smtClean="0"/>
          </a:p>
          <a:p>
            <a:r>
              <a:rPr lang="fr-FR" smtClean="0"/>
              <a:t>4-  JÉSUS, JÉSUS, JÉSUS LE CIEL ET LA TERRE, T’ACCLAMERONT</a:t>
            </a:r>
          </a:p>
          <a:p>
            <a:r>
              <a:rPr lang="fr-FR" smtClean="0"/>
              <a:t> jésus, jésus, jésus Let all Heaven and Earth proclaim</a:t>
            </a:r>
          </a:p>
          <a:p>
            <a:endParaRPr lang="fr-FR" smtClean="0"/>
          </a:p>
          <a:p>
            <a:r>
              <a:rPr lang="fr-FR" smtClean="0"/>
              <a:t>5-  LES ROIS ET LES ROYAUMES  TOUS PASSERONT</a:t>
            </a:r>
          </a:p>
          <a:p>
            <a:r>
              <a:rPr lang="fr-FR" smtClean="0"/>
              <a:t>Kings and Kingdoms shall all pass away</a:t>
            </a:r>
          </a:p>
          <a:p>
            <a:endParaRPr lang="fr-FR" smtClean="0"/>
          </a:p>
          <a:p>
            <a:r>
              <a:rPr lang="fr-FR" smtClean="0"/>
              <a:t>6-  MAIS IL Y A QUELQUE CHOSE  D’UNIQUE EN SON NOM</a:t>
            </a:r>
          </a:p>
          <a:p>
            <a:r>
              <a:rPr lang="fr-FR" smtClean="0"/>
              <a:t>But there's something about that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JÉSUS, JÉSUS</a:t>
            </a:r>
          </a:p>
          <a:p>
            <a:pPr>
              <a:defRPr/>
            </a:pPr>
            <a:r>
              <a:rPr lang="fr-FR" smtClean="0"/>
              <a:t>    jésus, jésus, jésus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IL Y A QUELQUE CHOSE D’UNIQUE EN SON NOM</a:t>
            </a:r>
          </a:p>
          <a:p>
            <a:pPr>
              <a:defRPr/>
            </a:pPr>
            <a:r>
              <a:rPr lang="fr-FR" smtClean="0"/>
              <a:t>There is something about that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3-  MAÎTRE, SAUVEUR, JÉSUS COMME LA FRAÎCHE PLUIE DU PRINTEMPS</a:t>
            </a:r>
          </a:p>
          <a:p>
            <a:pPr>
              <a:defRPr/>
            </a:pPr>
            <a:r>
              <a:rPr lang="fr-FR" smtClean="0"/>
              <a:t>Master, Savior, Jesus Like the fragrance after the 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JÉSUS, JÉSUS LE CIEL ET LA TERRE, T’ACCLAMERONT</a:t>
            </a:r>
          </a:p>
          <a:p>
            <a:pPr>
              <a:defRPr/>
            </a:pPr>
            <a:r>
              <a:rPr lang="fr-FR" smtClean="0"/>
              <a:t> jésus, jésus, jésus Let all Heaven and Earth proclaim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LES ROIS ET LES ROYAUMES  TOUS PASSERONT</a:t>
            </a:r>
          </a:p>
          <a:p>
            <a:pPr>
              <a:defRPr/>
            </a:pPr>
            <a:r>
              <a:rPr lang="fr-FR" smtClean="0"/>
              <a:t>Kings and Kingdoms shall all pass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MAIS IL Y A QUELQUE CHOSE  D’UNIQUE EN SON NOM</a:t>
            </a:r>
          </a:p>
          <a:p>
            <a:pPr>
              <a:defRPr/>
            </a:pPr>
            <a:r>
              <a:rPr lang="fr-FR" smtClean="0"/>
              <a:t>But there's something about that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JÉSUS, JÉSUS</a:t>
            </a:r>
          </a:p>
          <a:p>
            <a:r>
              <a:rPr lang="fr-FR" smtClean="0"/>
              <a:t>    jésus, jésus, jésus</a:t>
            </a:r>
          </a:p>
          <a:p>
            <a:endParaRPr lang="fr-FR" smtClean="0"/>
          </a:p>
          <a:p>
            <a:r>
              <a:rPr lang="fr-FR" smtClean="0"/>
              <a:t>2-  IL Y A QUELQUE CHOSE D’UNIQUE EN SON NOM</a:t>
            </a:r>
          </a:p>
          <a:p>
            <a:r>
              <a:rPr lang="fr-FR" smtClean="0"/>
              <a:t>There is something about that name</a:t>
            </a:r>
          </a:p>
          <a:p>
            <a:endParaRPr lang="fr-FR" smtClean="0"/>
          </a:p>
          <a:p>
            <a:r>
              <a:rPr lang="fr-FR" smtClean="0"/>
              <a:t> 3-  MAÎTRE, SAUVEUR, JÉSUS COMME LA FRAÎCHE PLUIE DU PRINTEMPS</a:t>
            </a:r>
          </a:p>
          <a:p>
            <a:r>
              <a:rPr lang="fr-FR" smtClean="0"/>
              <a:t>Master, Savior, Jesus Like the fragrance after the rain</a:t>
            </a:r>
          </a:p>
          <a:p>
            <a:endParaRPr lang="fr-FR" smtClean="0"/>
          </a:p>
          <a:p>
            <a:r>
              <a:rPr lang="fr-FR" smtClean="0"/>
              <a:t>4-  JÉSUS, JÉSUS, JÉSUS LE CIEL ET LA TERRE, T’ACCLAMERONT</a:t>
            </a:r>
          </a:p>
          <a:p>
            <a:r>
              <a:rPr lang="fr-FR" smtClean="0"/>
              <a:t> jésus, jésus, jésus Let all Heaven and Earth proclaim</a:t>
            </a:r>
          </a:p>
          <a:p>
            <a:endParaRPr lang="fr-FR" smtClean="0"/>
          </a:p>
          <a:p>
            <a:r>
              <a:rPr lang="fr-FR" smtClean="0"/>
              <a:t>5-  LES ROIS ET LES ROYAUMES  TOUS PASSERONT</a:t>
            </a:r>
          </a:p>
          <a:p>
            <a:r>
              <a:rPr lang="fr-FR" smtClean="0"/>
              <a:t>Kings and Kingdoms shall all pass away</a:t>
            </a:r>
          </a:p>
          <a:p>
            <a:endParaRPr lang="fr-FR" smtClean="0"/>
          </a:p>
          <a:p>
            <a:r>
              <a:rPr lang="fr-FR" smtClean="0"/>
              <a:t>6-  MAIS IL Y A QUELQUE CHOSE  D’UNIQUE EN SON NOM</a:t>
            </a:r>
          </a:p>
          <a:p>
            <a:r>
              <a:rPr lang="fr-FR" smtClean="0"/>
              <a:t>But there's something about that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JÉSUS, JÉSUS</a:t>
            </a:r>
          </a:p>
          <a:p>
            <a:pPr>
              <a:defRPr/>
            </a:pPr>
            <a:r>
              <a:rPr lang="fr-FR" smtClean="0"/>
              <a:t>    jésus, jésus, jésus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IL Y A QUELQUE CHOSE D’UNIQUE EN SON NOM</a:t>
            </a:r>
          </a:p>
          <a:p>
            <a:pPr>
              <a:defRPr/>
            </a:pPr>
            <a:r>
              <a:rPr lang="fr-FR" smtClean="0"/>
              <a:t>There is something about that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3-  MAÎTRE, SAUVEUR, JÉSUS COMME LA FRAÎCHE PLUIE DU PRINTEMPS</a:t>
            </a:r>
          </a:p>
          <a:p>
            <a:pPr>
              <a:defRPr/>
            </a:pPr>
            <a:r>
              <a:rPr lang="fr-FR" smtClean="0"/>
              <a:t>Master, Savior, Jesus Like the fragrance after the 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JÉSUS, JÉSUS LE CIEL ET LA TERRE, T’ACCLAMERONT</a:t>
            </a:r>
          </a:p>
          <a:p>
            <a:pPr>
              <a:defRPr/>
            </a:pPr>
            <a:r>
              <a:rPr lang="fr-FR" smtClean="0"/>
              <a:t> jésus, jésus, jésus Let all Heaven and Earth proclaim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LES ROIS ET LES ROYAUMES  TOUS PASSERONT</a:t>
            </a:r>
          </a:p>
          <a:p>
            <a:pPr>
              <a:defRPr/>
            </a:pPr>
            <a:r>
              <a:rPr lang="fr-FR" smtClean="0"/>
              <a:t>Kings and Kingdoms shall all pass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MAIS IL Y A QUELQUE CHOSE  D’UNIQUE EN SON NOM</a:t>
            </a:r>
          </a:p>
          <a:p>
            <a:pPr>
              <a:defRPr/>
            </a:pPr>
            <a:r>
              <a:rPr lang="fr-FR" smtClean="0"/>
              <a:t>But there's something about that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JÉSUS, JÉSUS</a:t>
            </a:r>
          </a:p>
          <a:p>
            <a:r>
              <a:rPr lang="fr-FR" smtClean="0"/>
              <a:t>    jésus, jésus, jésus</a:t>
            </a:r>
          </a:p>
          <a:p>
            <a:endParaRPr lang="fr-FR" smtClean="0"/>
          </a:p>
          <a:p>
            <a:r>
              <a:rPr lang="fr-FR" smtClean="0"/>
              <a:t>2-  IL Y A QUELQUE CHOSE D’UNIQUE EN SON NOM</a:t>
            </a:r>
          </a:p>
          <a:p>
            <a:r>
              <a:rPr lang="fr-FR" smtClean="0"/>
              <a:t>There is something about that name</a:t>
            </a:r>
          </a:p>
          <a:p>
            <a:endParaRPr lang="fr-FR" smtClean="0"/>
          </a:p>
          <a:p>
            <a:r>
              <a:rPr lang="fr-FR" smtClean="0"/>
              <a:t> 3-  MAÎTRE, SAUVEUR, JÉSUS COMME LA FRAÎCHE PLUIE DU PRINTEMPS</a:t>
            </a:r>
          </a:p>
          <a:p>
            <a:r>
              <a:rPr lang="fr-FR" smtClean="0"/>
              <a:t>Master, Savior, Jesus Like the fragrance after the rain</a:t>
            </a:r>
          </a:p>
          <a:p>
            <a:endParaRPr lang="fr-FR" smtClean="0"/>
          </a:p>
          <a:p>
            <a:r>
              <a:rPr lang="fr-FR" smtClean="0"/>
              <a:t>4-  JÉSUS, JÉSUS, JÉSUS LE CIEL ET LA TERRE, T’ACCLAMERONT</a:t>
            </a:r>
          </a:p>
          <a:p>
            <a:r>
              <a:rPr lang="fr-FR" smtClean="0"/>
              <a:t> jésus, jésus, jésus Let all Heaven and Earth proclaim</a:t>
            </a:r>
          </a:p>
          <a:p>
            <a:endParaRPr lang="fr-FR" smtClean="0"/>
          </a:p>
          <a:p>
            <a:r>
              <a:rPr lang="fr-FR" smtClean="0"/>
              <a:t>5-  LES ROIS ET LES ROYAUMES  TOUS PASSERONT</a:t>
            </a:r>
          </a:p>
          <a:p>
            <a:r>
              <a:rPr lang="fr-FR" smtClean="0"/>
              <a:t>Kings and Kingdoms shall all pass away</a:t>
            </a:r>
          </a:p>
          <a:p>
            <a:endParaRPr lang="fr-FR" smtClean="0"/>
          </a:p>
          <a:p>
            <a:r>
              <a:rPr lang="fr-FR" smtClean="0"/>
              <a:t>6-  MAIS IL Y A QUELQUE CHOSE  D’UNIQUE EN SON NOM</a:t>
            </a:r>
          </a:p>
          <a:p>
            <a:r>
              <a:rPr lang="fr-FR" smtClean="0"/>
              <a:t>But there's something about that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JÉSUS, JÉSUS, JÉSUS</a:t>
            </a:r>
          </a:p>
          <a:p>
            <a:pPr>
              <a:defRPr/>
            </a:pPr>
            <a:r>
              <a:rPr lang="fr-FR" smtClean="0"/>
              <a:t>    jésus, jésus, jésus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IL Y A QUELQUE CHOSE D’UNIQUE EN SON NOM</a:t>
            </a:r>
          </a:p>
          <a:p>
            <a:pPr>
              <a:defRPr/>
            </a:pPr>
            <a:r>
              <a:rPr lang="fr-FR" smtClean="0"/>
              <a:t>There is something about that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3-  MAÎTRE, SAUVEUR, JÉSUS COMME LA FRAÎCHE PLUIE DU PRINTEMPS</a:t>
            </a:r>
          </a:p>
          <a:p>
            <a:pPr>
              <a:defRPr/>
            </a:pPr>
            <a:r>
              <a:rPr lang="fr-FR" smtClean="0"/>
              <a:t>Master, Savior, Jesus Like the fragrance after the 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JÉSUS, JÉSUS LE CIEL ET LA TERRE, T’ACCLAMERONT</a:t>
            </a:r>
          </a:p>
          <a:p>
            <a:pPr>
              <a:defRPr/>
            </a:pPr>
            <a:r>
              <a:rPr lang="fr-FR" smtClean="0"/>
              <a:t> jésus, jésus, jésus Let all Heaven and Earth proclaim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LES ROIS ET LES ROYAUMES  TOUS PASSERONT</a:t>
            </a:r>
          </a:p>
          <a:p>
            <a:pPr>
              <a:defRPr/>
            </a:pPr>
            <a:r>
              <a:rPr lang="fr-FR" smtClean="0"/>
              <a:t>Kings and Kingdoms shall all pass away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MAIS IL Y A QUELQUE CHOSE  D’UNIQUE EN SON NOM</a:t>
            </a:r>
          </a:p>
          <a:p>
            <a:pPr>
              <a:defRPr/>
            </a:pPr>
            <a:r>
              <a:rPr lang="fr-FR" smtClean="0"/>
              <a:t>But there's something about that name</a:t>
            </a:r>
          </a:p>
          <a:p>
            <a:pPr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JÉSUS, JÉSUS</a:t>
            </a:r>
          </a:p>
          <a:p>
            <a:r>
              <a:rPr lang="fr-FR" smtClean="0"/>
              <a:t>    jésus, jésus, jésus</a:t>
            </a:r>
          </a:p>
          <a:p>
            <a:endParaRPr lang="fr-FR" smtClean="0"/>
          </a:p>
          <a:p>
            <a:r>
              <a:rPr lang="fr-FR" smtClean="0"/>
              <a:t>2-  IL Y A QUELQUE CHOSE D’UNIQUE EN SON NOM</a:t>
            </a:r>
          </a:p>
          <a:p>
            <a:r>
              <a:rPr lang="fr-FR" smtClean="0"/>
              <a:t>There is something about that name</a:t>
            </a:r>
          </a:p>
          <a:p>
            <a:endParaRPr lang="fr-FR" smtClean="0"/>
          </a:p>
          <a:p>
            <a:r>
              <a:rPr lang="fr-FR" smtClean="0"/>
              <a:t> 3-  MAÎTRE, SAUVEUR, JÉSUS COMME LA FRAÎCHE PLUIE DU PRINTEMPS</a:t>
            </a:r>
          </a:p>
          <a:p>
            <a:r>
              <a:rPr lang="fr-FR" smtClean="0"/>
              <a:t>Master, Savior, Jesus Like the fragrance after the rain</a:t>
            </a:r>
          </a:p>
          <a:p>
            <a:endParaRPr lang="fr-FR" smtClean="0"/>
          </a:p>
          <a:p>
            <a:r>
              <a:rPr lang="fr-FR" smtClean="0"/>
              <a:t>4-  JÉSUS, JÉSUS, JÉSUS LE CIEL ET LA TERRE, T’ACCLAMERONT</a:t>
            </a:r>
          </a:p>
          <a:p>
            <a:r>
              <a:rPr lang="fr-FR" smtClean="0"/>
              <a:t> jésus, jésus, jésus Let all Heaven and Earth proclaim</a:t>
            </a:r>
          </a:p>
          <a:p>
            <a:endParaRPr lang="fr-FR" smtClean="0"/>
          </a:p>
          <a:p>
            <a:r>
              <a:rPr lang="fr-FR" smtClean="0"/>
              <a:t>5-  LES ROIS ET LES ROYAUMES  TOUS PASSERONT</a:t>
            </a:r>
          </a:p>
          <a:p>
            <a:r>
              <a:rPr lang="fr-FR" smtClean="0"/>
              <a:t>Kings and Kingdoms shall all pass away</a:t>
            </a:r>
          </a:p>
          <a:p>
            <a:endParaRPr lang="fr-FR" smtClean="0"/>
          </a:p>
          <a:p>
            <a:r>
              <a:rPr lang="fr-FR" smtClean="0"/>
              <a:t>6-  MAIS IL Y A QUELQUE CHOSE  D’UNIQUE EN SON NOM</a:t>
            </a:r>
          </a:p>
          <a:p>
            <a:r>
              <a:rPr lang="fr-FR" smtClean="0"/>
              <a:t>But there's something about that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JÉSUS, JÉSUS, JÉSUS</a:t>
            </a:r>
          </a:p>
          <a:p>
            <a:pPr>
              <a:defRPr/>
            </a:pPr>
            <a:r>
              <a:rPr lang="fr-FR" dirty="0" smtClean="0"/>
              <a:t>    jésus, jésus, jésus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IL Y A QUELQUE CHOSE D’UNIQUE EN SON NOM</a:t>
            </a:r>
          </a:p>
          <a:p>
            <a:pPr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something</a:t>
            </a:r>
            <a:r>
              <a:rPr lang="fr-FR" dirty="0" smtClean="0"/>
              <a:t> about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3-  MAÎTRE, SAUVEUR, JÉSUS COMME LA FRAÎCHE PLUIE DU PRINTEMPS</a:t>
            </a:r>
          </a:p>
          <a:p>
            <a:pPr>
              <a:defRPr/>
            </a:pPr>
            <a:r>
              <a:rPr lang="fr-FR" dirty="0" smtClean="0"/>
              <a:t>Master, </a:t>
            </a:r>
            <a:r>
              <a:rPr lang="fr-FR" dirty="0" err="1" smtClean="0"/>
              <a:t>Savior</a:t>
            </a:r>
            <a:r>
              <a:rPr lang="fr-FR" dirty="0" smtClean="0"/>
              <a:t>,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the fragrance </a:t>
            </a:r>
            <a:r>
              <a:rPr lang="fr-FR" dirty="0" err="1" smtClean="0"/>
              <a:t>after</a:t>
            </a:r>
            <a:r>
              <a:rPr lang="fr-FR" dirty="0" smtClean="0"/>
              <a:t> the </a:t>
            </a:r>
            <a:r>
              <a:rPr lang="fr-FR" dirty="0" err="1" smtClean="0"/>
              <a:t>rain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JÉSUS, JÉSUS, JÉSUS LE CIEL ET LA TERRE, T’ACCLAMERONT</a:t>
            </a:r>
          </a:p>
          <a:p>
            <a:pPr>
              <a:defRPr/>
            </a:pPr>
            <a:r>
              <a:rPr lang="fr-FR" dirty="0" smtClean="0"/>
              <a:t> jésus, jésus, jésus Let all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proclaim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LES ROIS ET LES ROYAUMES  TOUS PASSERONT</a:t>
            </a:r>
          </a:p>
          <a:p>
            <a:pPr>
              <a:defRPr/>
            </a:pPr>
            <a:r>
              <a:rPr lang="fr-FR" dirty="0" smtClean="0"/>
              <a:t>Kings and </a:t>
            </a:r>
            <a:r>
              <a:rPr lang="fr-FR" dirty="0" err="1" smtClean="0"/>
              <a:t>Kingdoms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all </a:t>
            </a:r>
            <a:r>
              <a:rPr lang="fr-FR" dirty="0" err="1" smtClean="0"/>
              <a:t>pass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MAIS IL Y A QUELQUE CHOSE  D’UNIQUE EN SON NOM</a:t>
            </a:r>
          </a:p>
          <a:p>
            <a:pPr>
              <a:defRPr/>
            </a:pPr>
            <a:r>
              <a:rPr lang="fr-FR" dirty="0" smtClean="0"/>
              <a:t>But </a:t>
            </a: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something</a:t>
            </a:r>
            <a:r>
              <a:rPr lang="fr-FR" dirty="0" smtClean="0"/>
              <a:t> about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JÉSUS, JÉSUS</a:t>
            </a:r>
          </a:p>
          <a:p>
            <a:r>
              <a:rPr lang="fr-FR" smtClean="0"/>
              <a:t>    jésus, jésus, jésus</a:t>
            </a:r>
          </a:p>
          <a:p>
            <a:endParaRPr lang="fr-FR" smtClean="0"/>
          </a:p>
          <a:p>
            <a:r>
              <a:rPr lang="fr-FR" smtClean="0"/>
              <a:t>2-  IL Y A QUELQUE CHOSE D’UNIQUE EN SON NOM</a:t>
            </a:r>
          </a:p>
          <a:p>
            <a:r>
              <a:rPr lang="fr-FR" smtClean="0"/>
              <a:t>There is something about that name</a:t>
            </a:r>
          </a:p>
          <a:p>
            <a:endParaRPr lang="fr-FR" smtClean="0"/>
          </a:p>
          <a:p>
            <a:r>
              <a:rPr lang="fr-FR" smtClean="0"/>
              <a:t> 3-  MAÎTRE, SAUVEUR, JÉSUS COMME LA FRAÎCHE PLUIE DU PRINTEMPS</a:t>
            </a:r>
          </a:p>
          <a:p>
            <a:r>
              <a:rPr lang="fr-FR" smtClean="0"/>
              <a:t>Master, Savior, Jesus Like the fragrance after the rain</a:t>
            </a:r>
          </a:p>
          <a:p>
            <a:endParaRPr lang="fr-FR" smtClean="0"/>
          </a:p>
          <a:p>
            <a:r>
              <a:rPr lang="fr-FR" smtClean="0"/>
              <a:t>4-  JÉSUS, JÉSUS, JÉSUS LE CIEL ET LA TERRE, T’ACCLAMERONT</a:t>
            </a:r>
          </a:p>
          <a:p>
            <a:r>
              <a:rPr lang="fr-FR" smtClean="0"/>
              <a:t> jésus, jésus, jésus Let all Heaven and Earth proclaim</a:t>
            </a:r>
          </a:p>
          <a:p>
            <a:endParaRPr lang="fr-FR" smtClean="0"/>
          </a:p>
          <a:p>
            <a:r>
              <a:rPr lang="fr-FR" smtClean="0"/>
              <a:t>5-  LES ROIS ET LES ROYAUMES  TOUS PASSERONT</a:t>
            </a:r>
          </a:p>
          <a:p>
            <a:r>
              <a:rPr lang="fr-FR" smtClean="0"/>
              <a:t>Kings and Kingdoms shall all pass away</a:t>
            </a:r>
          </a:p>
          <a:p>
            <a:endParaRPr lang="fr-FR" smtClean="0"/>
          </a:p>
          <a:p>
            <a:r>
              <a:rPr lang="fr-FR" smtClean="0"/>
              <a:t>6-  MAIS IL Y A QUELQUE CHOSE  D’UNIQUE EN SON NOM</a:t>
            </a:r>
          </a:p>
          <a:p>
            <a:r>
              <a:rPr lang="fr-FR" smtClean="0"/>
              <a:t>But there's something about that name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0DE945-4C96-4DB0-85A0-2E2005D0C0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B9D31-31EA-4613-BC66-7E06E3123C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B7BB2-BB3C-49B7-B3DE-F75BC95CAB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92776-60AD-4A14-BDDF-B0E0CFA2C6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92FC7-F4AE-4770-A29D-984729A132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7BFDC-98DC-4900-A290-D7F6A0AC77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19A31-741F-461C-B786-A8BE26AE02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D7F73-1973-4C20-8A7A-B96E2C90A4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F6F17-0C40-453B-AD13-6E2A0FEFE7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3ADA3-646D-4F27-B500-3D006F9365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B7A1C-B28D-4C39-8926-E665C27510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319F3AB-EAD0-4F47-B1C7-B148E8A7A9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JÉSUS, JÉSUS,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 A QUELQUE CHOSE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D’UNIQUE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 SON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MAÎTRE, SAUVEUR, JÉSUS 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FRAÎCHE PLUIE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DU PRINTEMPS</a:t>
            </a:r>
            <a:endParaRPr lang="fr-FR" sz="38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JÉSUS, JÉSUS,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CIEL ET 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TERRE,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T’ACCLAMERONT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ROIS ET LES ROYAUMES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TOUS PASSERONT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IL Y A QUELQUE CHOSE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D’UNIQUE EN SON NOM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1364</Words>
  <Application>Microsoft Office PowerPoint</Application>
  <PresentationFormat>On-screen Show (4:3)</PresentationFormat>
  <Paragraphs>216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51</cp:revision>
  <dcterms:created xsi:type="dcterms:W3CDTF">2002-08-17T13:12:10Z</dcterms:created>
  <dcterms:modified xsi:type="dcterms:W3CDTF">2015-04-18T15:08:50Z</dcterms:modified>
</cp:coreProperties>
</file>