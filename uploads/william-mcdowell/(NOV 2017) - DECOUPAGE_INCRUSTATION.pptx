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79198" autoAdjust="0"/>
  </p:normalViewPr>
  <p:slideViewPr>
    <p:cSldViewPr>
      <p:cViewPr>
        <p:scale>
          <a:sx n="60" d="100"/>
          <a:sy n="60" d="100"/>
        </p:scale>
        <p:origin x="-72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F02AEF4-7F6A-4063-B46C-416AD744583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07C1709-25E6-4DE5-80C1-B0109B527C5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bebessssssssssss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 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     End If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 33333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 Next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ctehhhhhhhhhehzer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crxxxxxteeee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c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cyyyyyyyyyyyyyyyyyyyyyyyyyy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1-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bebessssssssssss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2- 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     End If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 33333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     Next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4-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5-  ctehhhhhhhhhehzer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6-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7-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8-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9-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10-  crxxxxxteeee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11-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12-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13- 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mtClean="0"/>
              <a:t>14-  cyyyyyyyyyyyyyyyyyyyyyyyyyy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BE6CD-4BC5-49CE-B95F-1F4AA1B7716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2F78E-390C-44BA-A7DA-D894FF6DB56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4C242-26BA-4A67-8D7C-30E3A05CA9E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57414-B010-4C87-88AA-166D4767A32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EFCEA-D8EA-4512-BEAC-545426E13D9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45D29-0F92-4ED3-9726-59D4A7799A9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C7165-B92F-42C2-BF16-4AD8F216BB7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DBB35-11A5-42FD-AA5B-0E0C939BAA6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EE43D-053F-4BA0-B5A0-985ACC87363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F919B-6831-4ABE-BAD9-FC090846CC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99083-C87F-447C-80D1-2B893003A3B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2A5AC8-D1BD-436E-A8FE-08CCE72044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D8B1F-31AE-434B-A152-09D493AB92B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9FEEB-72F8-4D9B-A8D3-E4358743046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226EA-2BA0-4F59-A150-BFDA895D1BB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D3D0E-E2B5-4993-A907-CB56646CCD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B5942-3D7E-42CC-8A8A-5DB6312B6B1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0BCA5-41F8-4EE7-8F7A-6501362DB20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7BB64-1621-49CE-8A05-D24DAC20117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A36A-76BE-4D01-8F7A-25D5AEF5172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F35CE-08E4-41CE-B180-5984B60D085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4C490-1AC2-43FA-8DA4-38A4F3149D8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AC9975-765C-4D3A-B92F-F60D8057DF0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7E053B6-A98C-4BEB-A256-9FA90DC20BA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4413250" y="1125538"/>
            <a:ext cx="317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</a:t>
            </a: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2051050" y="3429000"/>
            <a:ext cx="4572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4413250" y="1125538"/>
            <a:ext cx="3063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795963" y="1309688"/>
            <a:ext cx="173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bebessssssssssss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2195513" y="2205038"/>
            <a:ext cx="4572000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       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     End If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 33333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     Next</a:t>
            </a:r>
          </a:p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4413250" y="1125538"/>
            <a:ext cx="2087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ctehhhhhhhhhehzer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13250" y="1125538"/>
            <a:ext cx="1397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crxxxxxteeee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4413250" y="1125538"/>
            <a:ext cx="2825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fr-FR" smtClean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fr-FR" dirty="0" smtClean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413250" y="1125538"/>
            <a:ext cx="30210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n w="12700">
                  <a:solidFill>
                    <a:srgbClr val="A6A6A6"/>
                  </a:solidFill>
                </a:ln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cyyyyyyyyyyyyyyyyyyyyyyyyyy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1289</Words>
  <Application>Microsoft Office PowerPoint</Application>
  <PresentationFormat>On-screen Show (4:3)</PresentationFormat>
  <Paragraphs>696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Arial</vt:lpstr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RISAL</dc:creator>
  <cp:lastModifiedBy>Yomo</cp:lastModifiedBy>
  <cp:revision>14</cp:revision>
  <dcterms:created xsi:type="dcterms:W3CDTF">2010-12-05T15:47:17Z</dcterms:created>
  <dcterms:modified xsi:type="dcterms:W3CDTF">2012-09-16T00:52:53Z</dcterms:modified>
</cp:coreProperties>
</file>