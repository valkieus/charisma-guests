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57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44130" autoAdjust="0"/>
  </p:normalViewPr>
  <p:slideViewPr>
    <p:cSldViewPr>
      <p:cViewPr>
        <p:scale>
          <a:sx n="40" d="100"/>
          <a:sy n="40" d="100"/>
        </p:scale>
        <p:origin x="-1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9FA730E-F673-4301-ABA2-AB68346DBCC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F8D979B-59E0-4AD6-AC69-C2BDC5BD561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ENTENDS-TU LE SON DES JUSTES QUI S’ÉLÈVE ?</a:t>
            </a:r>
          </a:p>
          <a:p>
            <a:pPr>
              <a:defRPr/>
            </a:pPr>
            <a:r>
              <a:rPr lang="fr-FR" smtClean="0"/>
              <a:t>Can you hear the sound Of the righteous rising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ENTENDS-TU CE SON DE LIBERTÉ ?</a:t>
            </a:r>
          </a:p>
          <a:p>
            <a:pPr>
              <a:defRPr/>
            </a:pPr>
            <a:r>
              <a:rPr lang="fr-FR" smtClean="0"/>
              <a:t>Can you hear the sound Of freedom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smtClean="0"/>
              <a:t>We can see that all creation’s waiting To walk into this glorious liberty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PÉCHÉ A ÉTÉ BRISÉ CHRIST NOUS A LIBÉRÉS</a:t>
            </a:r>
          </a:p>
          <a:p>
            <a:pPr>
              <a:defRPr/>
            </a:pPr>
            <a:r>
              <a:rPr lang="fr-FR" smtClean="0"/>
              <a:t>The curse of sin is broken Christ has set us free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NOUS SOMMES VICTORIEUX IL NOUS REND VICTORIEUX</a:t>
            </a:r>
          </a:p>
          <a:p>
            <a:pPr>
              <a:defRPr/>
            </a:pPr>
            <a:r>
              <a:rPr lang="fr-FR" smtClean="0"/>
              <a:t>We have the victory He gave us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9-  JE SUIS PLUS QUE VAINQUEUR JE SUIS PLUS QUE CONQUÉRANT</a:t>
            </a:r>
          </a:p>
          <a:p>
            <a:pPr>
              <a:defRPr/>
            </a:pPr>
            <a:r>
              <a:rPr lang="fr-FR" smtClean="0"/>
              <a:t>	I’m an overcomer I’m more than a conqueror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PEU IMPORTE LES PERSÉCUTIONS, TRIBULATIONS</a:t>
            </a:r>
          </a:p>
          <a:p>
            <a:pPr>
              <a:defRPr/>
            </a:pPr>
            <a:r>
              <a:rPr lang="fr-FR" smtClean="0"/>
              <a:t>I may go through persecution, tribulation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smtClean="0"/>
              <a:t>I’m persuaded that nothing ever will be able to separate me from His love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EN TOUTES CES CHOSES PAR SON AMOUR</a:t>
            </a:r>
          </a:p>
          <a:p>
            <a:pPr>
              <a:defRPr/>
            </a:pPr>
            <a:r>
              <a:rPr lang="fr-FR" smtClean="0"/>
              <a:t>In all these things through Him that loved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NOUS SOMMES PLUS QUE VAINQUEURS</a:t>
            </a:r>
          </a:p>
          <a:p>
            <a:pPr>
              <a:defRPr/>
            </a:pPr>
            <a:r>
              <a:rPr lang="fr-FR" smtClean="0"/>
              <a:t>We are more than conquerors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ENTENDS-TU LE SON DES JUSTES QUI S’ÉLÈVE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the </a:t>
            </a:r>
            <a:r>
              <a:rPr lang="fr-FR" dirty="0" err="1" smtClean="0"/>
              <a:t>righteous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ENTENDS-TU CE SON DE LIBERTÉ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all </a:t>
            </a:r>
            <a:r>
              <a:rPr lang="fr-FR" dirty="0" err="1" smtClean="0"/>
              <a:t>creation’s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liberty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PEU IMPORTE LES PERSÉCUTIONS, TRIBULATIONS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may</a:t>
            </a:r>
            <a:r>
              <a:rPr lang="fr-FR" dirty="0" smtClean="0"/>
              <a:t> go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persecution</a:t>
            </a:r>
            <a:r>
              <a:rPr lang="fr-FR" dirty="0" smtClean="0"/>
              <a:t>, tribulation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persuaded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</a:t>
            </a:r>
            <a:r>
              <a:rPr lang="fr-FR" dirty="0" err="1" smtClean="0"/>
              <a:t>separate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EN TOUTES CES CHOSES PAR SON AMOUR</a:t>
            </a:r>
          </a:p>
          <a:p>
            <a:pPr>
              <a:defRPr/>
            </a:pPr>
            <a:r>
              <a:rPr lang="fr-FR" dirty="0" smtClean="0"/>
              <a:t>In all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loved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PLUS QUE VAINQUEURS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conquerors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ENTENDS-TU LE SON DES JUSTES QUI S’ÉLÈVE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the </a:t>
            </a:r>
            <a:r>
              <a:rPr lang="fr-FR" dirty="0" err="1" smtClean="0"/>
              <a:t>righteous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ENTENDS-TU CE SON DE LIBERTÉ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all </a:t>
            </a:r>
            <a:r>
              <a:rPr lang="fr-FR" dirty="0" err="1" smtClean="0"/>
              <a:t>creation’s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liberty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PEU IMPORTE LES PERSÉCUTIONS, TRIBULATIONS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may</a:t>
            </a:r>
            <a:r>
              <a:rPr lang="fr-FR" dirty="0" smtClean="0"/>
              <a:t> go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persecution</a:t>
            </a:r>
            <a:r>
              <a:rPr lang="fr-FR" dirty="0" smtClean="0"/>
              <a:t>, tribulation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persuaded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</a:t>
            </a:r>
            <a:r>
              <a:rPr lang="fr-FR" dirty="0" err="1" smtClean="0"/>
              <a:t>separate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EN TOUTES CES CHOSES PAR SON AMOUR</a:t>
            </a:r>
          </a:p>
          <a:p>
            <a:pPr>
              <a:defRPr/>
            </a:pPr>
            <a:r>
              <a:rPr lang="fr-FR" dirty="0" smtClean="0"/>
              <a:t>In all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loved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PLUS QUE VAINQUEURS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conquerors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ENTENDS-TU LE SON DES JUSTES QUI S’ÉLÈVE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the </a:t>
            </a:r>
            <a:r>
              <a:rPr lang="fr-FR" dirty="0" err="1" smtClean="0"/>
              <a:t>righteous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ENTENDS-TU CE SON DE LIBERTÉ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all </a:t>
            </a:r>
            <a:r>
              <a:rPr lang="fr-FR" dirty="0" err="1" smtClean="0"/>
              <a:t>creation’s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liberty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PEU IMPORTE LES PERSÉCUTIONS, TRIBULATIONS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may</a:t>
            </a:r>
            <a:r>
              <a:rPr lang="fr-FR" dirty="0" smtClean="0"/>
              <a:t> go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persecution</a:t>
            </a:r>
            <a:r>
              <a:rPr lang="fr-FR" dirty="0" smtClean="0"/>
              <a:t>, tribulation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persuaded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</a:t>
            </a:r>
            <a:r>
              <a:rPr lang="fr-FR" dirty="0" err="1" smtClean="0"/>
              <a:t>separate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EN TOUTES CES CHOSES PAR SON AMOUR</a:t>
            </a:r>
          </a:p>
          <a:p>
            <a:pPr>
              <a:defRPr/>
            </a:pPr>
            <a:r>
              <a:rPr lang="fr-FR" dirty="0" smtClean="0"/>
              <a:t>In all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loved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PLUS QUE VAINQUEURS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conquerors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ENTENDS-TU LE SON DES JUSTES QUI S’ÉLÈVE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the </a:t>
            </a:r>
            <a:r>
              <a:rPr lang="fr-FR" dirty="0" err="1" smtClean="0"/>
              <a:t>righteous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ENTENDS-TU CE SON DE LIBERTÉ ?</a:t>
            </a:r>
          </a:p>
          <a:p>
            <a:pPr>
              <a:defRPr/>
            </a:pPr>
            <a:r>
              <a:rPr lang="fr-FR" dirty="0" smtClean="0"/>
              <a:t>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Of </a:t>
            </a:r>
            <a:r>
              <a:rPr lang="fr-FR" dirty="0" err="1" smtClean="0"/>
              <a:t>freedom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TOUTE LA CRÉATION ATTEND ET DÉSIRE MARCHER DANS CETTE GLORIEUSE LIBERTÉ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all </a:t>
            </a:r>
            <a:r>
              <a:rPr lang="fr-FR" dirty="0" err="1" smtClean="0"/>
              <a:t>creation’s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liberty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PÉCHÉ A ÉTÉ BRISÉ CHRIST NOUS A LIBÉRÉS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curse</a:t>
            </a:r>
            <a:r>
              <a:rPr lang="fr-FR" dirty="0" smtClean="0"/>
              <a:t> of sin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Christ has set us free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NOUS SOMMES VICTORIEUX IL NOUS REND VICTORIEUX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have the </a:t>
            </a:r>
            <a:r>
              <a:rPr lang="fr-FR" dirty="0" err="1" smtClean="0"/>
              <a:t>victory</a:t>
            </a:r>
            <a:r>
              <a:rPr lang="fr-FR" dirty="0" smtClean="0"/>
              <a:t> He gave us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9-  JE SUIS PLUS QUE VAINQUEUR JE SUIS PLUS QUE CONQUÉRANT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an </a:t>
            </a:r>
            <a:r>
              <a:rPr lang="fr-FR" dirty="0" err="1" smtClean="0"/>
              <a:t>overcomer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PEU IMPORTE LES PERSÉCUTIONS, TRIBULATIONS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may</a:t>
            </a:r>
            <a:r>
              <a:rPr lang="fr-FR" dirty="0" smtClean="0"/>
              <a:t> go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persecution</a:t>
            </a:r>
            <a:r>
              <a:rPr lang="fr-FR" dirty="0" smtClean="0"/>
              <a:t>, tribulation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OUI, JE CROIS QUE RIEN NE POURRA JAMAIS ME SÉPARER DE SON AMOUR</a:t>
            </a:r>
          </a:p>
          <a:p>
            <a:pPr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persuaded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</a:t>
            </a:r>
            <a:r>
              <a:rPr lang="fr-FR" dirty="0" err="1" smtClean="0"/>
              <a:t>separate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EN TOUTES CES CHOSES PAR SON AMOUR</a:t>
            </a:r>
          </a:p>
          <a:p>
            <a:pPr>
              <a:defRPr/>
            </a:pPr>
            <a:r>
              <a:rPr lang="fr-FR" dirty="0" smtClean="0"/>
              <a:t>In all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loved</a:t>
            </a:r>
            <a:r>
              <a:rPr lang="fr-FR" dirty="0" smtClean="0"/>
              <a:t> 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PLUS QUE VAINQUEURS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conquerors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ENTENDS-TU LE SON DES JUSTES QUI S’ÉLÈVE ?</a:t>
            </a:r>
          </a:p>
          <a:p>
            <a:r>
              <a:rPr lang="fr-FR" smtClean="0"/>
              <a:t>Can you hear the sound Of the righteous rising</a:t>
            </a:r>
          </a:p>
          <a:p>
            <a:endParaRPr lang="fr-FR" smtClean="0"/>
          </a:p>
          <a:p>
            <a:r>
              <a:rPr lang="fr-FR" smtClean="0"/>
              <a:t>2-  ENTENDS-TU CE SON DE LIBERTÉ ?</a:t>
            </a:r>
          </a:p>
          <a:p>
            <a:r>
              <a:rPr lang="fr-FR" smtClean="0"/>
              <a:t>Can you hear the sound Of freedom</a:t>
            </a:r>
          </a:p>
          <a:p>
            <a:endParaRPr lang="fr-FR" smtClean="0"/>
          </a:p>
          <a:p>
            <a:r>
              <a:rPr lang="fr-FR" smtClean="0"/>
              <a:t>3-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4-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5-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6-  TOUTE LA CRÉATION ATTEND ET DÉSIRE MARCHER DANS CETTE GLORIEUSE LIBERTÉ</a:t>
            </a:r>
          </a:p>
          <a:p>
            <a:r>
              <a:rPr lang="fr-FR" smtClean="0"/>
              <a:t>We can see that all creation’s waiting To walk into this glorious liberty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7-  LE PÉCHÉ A ÉTÉ BRISÉ CHRIST NOUS A LIBÉRÉS</a:t>
            </a:r>
          </a:p>
          <a:p>
            <a:r>
              <a:rPr lang="fr-FR" smtClean="0"/>
              <a:t>The curse of sin is broken Christ has set us free</a:t>
            </a:r>
          </a:p>
          <a:p>
            <a:endParaRPr lang="fr-FR" smtClean="0"/>
          </a:p>
          <a:p>
            <a:r>
              <a:rPr lang="fr-FR" smtClean="0"/>
              <a:t>8-  NOUS SOMMES VICTORIEUX IL NOUS REND VICTORIEUX</a:t>
            </a:r>
          </a:p>
          <a:p>
            <a:r>
              <a:rPr lang="fr-FR" smtClean="0"/>
              <a:t>We have the victory He gave us victory</a:t>
            </a:r>
          </a:p>
          <a:p>
            <a:endParaRPr lang="fr-FR" smtClean="0"/>
          </a:p>
          <a:p>
            <a:r>
              <a:rPr lang="fr-FR" smtClean="0"/>
              <a:t>	9-  JE SUIS PLUS QUE VAINQUEUR JE SUIS PLUS QUE CONQUÉRANT</a:t>
            </a:r>
          </a:p>
          <a:p>
            <a:r>
              <a:rPr lang="fr-FR" smtClean="0"/>
              <a:t>	I’m an overcomer I’m more than a conqueror</a:t>
            </a:r>
          </a:p>
          <a:p>
            <a:endParaRPr lang="fr-FR" smtClean="0"/>
          </a:p>
          <a:p>
            <a:r>
              <a:rPr lang="fr-FR" smtClean="0"/>
              <a:t>10-  PEU IMPORTE LES PERSÉCUTIONS, TRIBULATIONS</a:t>
            </a:r>
          </a:p>
          <a:p>
            <a:r>
              <a:rPr lang="fr-FR" smtClean="0"/>
              <a:t>I may go through persecution, tribulation</a:t>
            </a:r>
          </a:p>
          <a:p>
            <a:endParaRPr lang="fr-FR" smtClean="0"/>
          </a:p>
          <a:p>
            <a:r>
              <a:rPr lang="fr-FR" smtClean="0"/>
              <a:t>11-  OUI, JE CROIS QUE RIEN NE POURRA JAMAIS ME SÉPARER DE SON AMOUR</a:t>
            </a:r>
          </a:p>
          <a:p>
            <a:r>
              <a:rPr lang="fr-FR" smtClean="0"/>
              <a:t>I’m persuaded that nothing ever will be able to separate me from His love</a:t>
            </a:r>
          </a:p>
          <a:p>
            <a:endParaRPr lang="fr-FR" smtClean="0"/>
          </a:p>
          <a:p>
            <a:r>
              <a:rPr lang="fr-FR" smtClean="0"/>
              <a:t>12-  EN TOUTES CES CHOSES PAR SON AMOUR</a:t>
            </a:r>
          </a:p>
          <a:p>
            <a:r>
              <a:rPr lang="fr-FR" smtClean="0"/>
              <a:t>In all these things through Him that loved us</a:t>
            </a:r>
          </a:p>
          <a:p>
            <a:endParaRPr lang="fr-FR" smtClean="0"/>
          </a:p>
          <a:p>
            <a:r>
              <a:rPr lang="fr-FR" smtClean="0"/>
              <a:t>13-  NOUS SOMMES PLUS QUE VAINQUEURS</a:t>
            </a:r>
          </a:p>
          <a:p>
            <a:r>
              <a:rPr lang="fr-FR" smtClean="0"/>
              <a:t>We are more than conquerors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D6AE4-8438-43A5-8D51-853AAD425A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9E2AE-0809-4AC3-971D-591EE8D5CD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282A6-DC1F-49D7-84D3-5745B3220E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CE11-2138-4CEB-9885-D8758C2DC1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C400F-ABE4-40E6-96B3-2FB734FB54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184EC-7491-4FFC-9ED4-CCCEA9DAA0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9789C-E185-4CB5-AD92-85ABDBA899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0DA79-BD5E-42F8-B2E9-B1AA9C1D52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0107B-24E9-4337-BFAB-680A0532A4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0F957-6D3E-49CD-A375-EA8602F4E3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A8D9F-8A70-4403-BBA0-556FE45496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896EA1-F564-43C0-BF3B-6CEE1D627C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ENTENDS-TU LE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DES JUSTES QUI S’ÉLÈVE ?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ENTENDS-TU CE 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LIBERTÉ ?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PÉCHÉ A ÉTÉ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CHRIST NOUS A LIBÉRÉS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VICTORIEUX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NOUS REND VICTORIEUX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CONQUÉRANT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TOUTE LA CRÉATION ATTEND ET DÉSIRE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7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MARCHER DANS CETTE GLORIEUSE LIBERTÉ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PÉCHÉ A ÉTÉ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CHRIST NOUS A LIBÉRÉS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VICTORIEUX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NOUS REND VICTORIEUX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PLUS QUE CONQUÉRANT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PERSÉCUTIONS, TRIBULATIONS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OUI, JE CROIS QUE RIEN NE POURRA JAMAIS ME SÉPARER DE SON AMOUR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TOUTES CES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PAR SON AMOUR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PLUS QUE VAINQUEURS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VIVANT EN CHRIST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EN LUI J’AI LA VICTOIRE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OH,OH,OH,OH…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OH,OH,OH,OH…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382</Words>
  <Application>Microsoft Office PowerPoint</Application>
  <PresentationFormat>On-screen Show (4:3)</PresentationFormat>
  <Paragraphs>1277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2002-08-17T13:12:10Z</dcterms:created>
  <dcterms:modified xsi:type="dcterms:W3CDTF">2015-04-19T08:17:36Z</dcterms:modified>
</cp:coreProperties>
</file>