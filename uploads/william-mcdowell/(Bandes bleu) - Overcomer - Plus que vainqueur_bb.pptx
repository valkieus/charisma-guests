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44130" autoAdjust="0"/>
  </p:normalViewPr>
  <p:slideViewPr>
    <p:cSldViewPr>
      <p:cViewPr>
        <p:scale>
          <a:sx n="40" d="100"/>
          <a:sy n="40" d="100"/>
        </p:scale>
        <p:origin x="-70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0CA94C8-B49D-4103-A97F-099865660A3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B7FF7FE-C474-4D16-96B2-F88ECCBD857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ENTENDS-TU LE SON DES JUSTES QUI S’ÉLÈVE ?</a:t>
            </a:r>
          </a:p>
          <a:p>
            <a:pPr>
              <a:defRPr/>
            </a:pPr>
            <a:r>
              <a:rPr lang="fr-FR" dirty="0" smtClean="0"/>
              <a:t>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Of the </a:t>
            </a:r>
            <a:r>
              <a:rPr lang="fr-FR" dirty="0" err="1" smtClean="0"/>
              <a:t>righteous</a:t>
            </a:r>
            <a:r>
              <a:rPr lang="fr-FR" dirty="0" smtClean="0"/>
              <a:t> </a:t>
            </a:r>
            <a:r>
              <a:rPr lang="fr-FR" dirty="0" err="1" smtClean="0"/>
              <a:t>rising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ENTENDS-TU CE SON DE LIBERTÉ ?</a:t>
            </a:r>
          </a:p>
          <a:p>
            <a:pPr>
              <a:defRPr/>
            </a:pPr>
            <a:r>
              <a:rPr lang="fr-FR" dirty="0" smtClean="0"/>
              <a:t>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Of </a:t>
            </a:r>
            <a:r>
              <a:rPr lang="fr-FR" dirty="0" err="1" smtClean="0"/>
              <a:t>freedom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LE PÉCHÉ A ÉTÉ BRISÉ CHRIST NOUS A LIBÉRÉS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curse</a:t>
            </a:r>
            <a:r>
              <a:rPr lang="fr-FR" dirty="0" smtClean="0"/>
              <a:t> of sin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Christ has set us free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NOUS SOMMES VICTORIEUX IL NOUS REND VICTORIEUX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have the </a:t>
            </a:r>
            <a:r>
              <a:rPr lang="fr-FR" dirty="0" err="1" smtClean="0"/>
              <a:t>victory</a:t>
            </a:r>
            <a:r>
              <a:rPr lang="fr-FR" dirty="0" smtClean="0"/>
              <a:t> He gave us </a:t>
            </a:r>
            <a:r>
              <a:rPr lang="fr-FR" dirty="0" err="1" smtClean="0"/>
              <a:t>victory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JE SUIS PLUS QUE VAINQUEUR JE SUIS PLUS QUE CONQUÉRANT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I’m</a:t>
            </a:r>
            <a:r>
              <a:rPr lang="fr-FR" dirty="0" smtClean="0"/>
              <a:t> an </a:t>
            </a:r>
            <a:r>
              <a:rPr lang="fr-FR" dirty="0" err="1" smtClean="0"/>
              <a:t>overcomer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a </a:t>
            </a:r>
            <a:r>
              <a:rPr lang="fr-FR" dirty="0" err="1" smtClean="0"/>
              <a:t>conqueror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all </a:t>
            </a:r>
            <a:r>
              <a:rPr lang="fr-FR" dirty="0" err="1" smtClean="0"/>
              <a:t>creation’s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To </a:t>
            </a:r>
            <a:r>
              <a:rPr lang="fr-FR" dirty="0" err="1" smtClean="0"/>
              <a:t>walk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glorious</a:t>
            </a:r>
            <a:r>
              <a:rPr lang="fr-FR" dirty="0" smtClean="0"/>
              <a:t> liberty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LE PÉCHÉ A ÉTÉ BRISÉ CHRIST NOUS A LIBÉRÉS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curse</a:t>
            </a:r>
            <a:r>
              <a:rPr lang="fr-FR" dirty="0" smtClean="0"/>
              <a:t> of sin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Christ has set us free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NOUS SOMMES VICTORIEUX IL NOUS REND VICTORIEUX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have the </a:t>
            </a:r>
            <a:r>
              <a:rPr lang="fr-FR" dirty="0" err="1" smtClean="0"/>
              <a:t>victory</a:t>
            </a:r>
            <a:r>
              <a:rPr lang="fr-FR" dirty="0" smtClean="0"/>
              <a:t> He gave us </a:t>
            </a:r>
            <a:r>
              <a:rPr lang="fr-FR" dirty="0" err="1" smtClean="0"/>
              <a:t>victory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JE SUIS PLUS QUE VAINQUEUR JE SUIS PLUS QUE CONQUÉRANT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I’m</a:t>
            </a:r>
            <a:r>
              <a:rPr lang="fr-FR" dirty="0" smtClean="0"/>
              <a:t> an </a:t>
            </a:r>
            <a:r>
              <a:rPr lang="fr-FR" dirty="0" err="1" smtClean="0"/>
              <a:t>overcomer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a </a:t>
            </a:r>
            <a:r>
              <a:rPr lang="fr-FR" dirty="0" err="1" smtClean="0"/>
              <a:t>conqueror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PEU IMPORTE LES PERSÉCUTIONS, TRIBULATIONS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may</a:t>
            </a:r>
            <a:r>
              <a:rPr lang="fr-FR" dirty="0" smtClean="0"/>
              <a:t> go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persecution</a:t>
            </a:r>
            <a:r>
              <a:rPr lang="fr-FR" dirty="0" smtClean="0"/>
              <a:t>, tribulation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persuaded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ever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able to </a:t>
            </a:r>
            <a:r>
              <a:rPr lang="fr-FR" dirty="0" err="1" smtClean="0"/>
              <a:t>separate</a:t>
            </a:r>
            <a:r>
              <a:rPr lang="fr-FR" dirty="0" smtClean="0"/>
              <a:t> me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love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EN TOUTES CES CHOSES PAR SON AMOUR</a:t>
            </a:r>
          </a:p>
          <a:p>
            <a:pPr>
              <a:defRPr/>
            </a:pPr>
            <a:r>
              <a:rPr lang="fr-FR" dirty="0" smtClean="0"/>
              <a:t>In all </a:t>
            </a:r>
            <a:r>
              <a:rPr lang="fr-FR" dirty="0" err="1" smtClean="0"/>
              <a:t>these</a:t>
            </a:r>
            <a:r>
              <a:rPr lang="fr-FR" dirty="0" smtClean="0"/>
              <a:t>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loved</a:t>
            </a:r>
            <a:r>
              <a:rPr lang="fr-FR" dirty="0" smtClean="0"/>
              <a:t> us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NOUS SOMMES PLUS QUE VAINQUEURS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are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conquerors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E36A51-A499-4798-9E7D-4E639E24CF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FE190D-D370-4C61-91ED-56D5E1CCBB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64B0B-FE8E-426F-AE0D-D9D5115E62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98A63-3A85-488F-9C4A-0BF02BDF8D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19B57-0CF9-4893-9028-06ED252EDE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B1A56-D887-406E-9B03-6477D912AE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FF01D-0C8F-4AD7-BDAC-48C64C0542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95E8A-4BFD-496E-B9A5-ACDCB7DCA0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CA022-EE59-4935-84FD-A3BADC542E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9EA182-E36F-41EC-97FE-71A0AD261B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6353B-4813-4E19-AE25-C235326BCA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D882799-CA89-41F7-AE6F-CF837E2A19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ENTENDS-TU LE 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JUSTES QUI S’ÉLÈVE 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ENTENDS-TU CE 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LIBERTÉ 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PÉCHÉ A ÉTÉ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CHRIST NOUS A LIBÉRÉS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VICTORIEUX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NOUS REND VICTORIEUX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PLUS QUE VAINQUEUR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PLUS QUE CONQUÉRANT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7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TOUTE LA CRÉATION ATTEND ET DÉSIRE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7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MARCHER DANS CETTE GLORIEUSE LIBERTÉ</a:t>
            </a:r>
            <a:endParaRPr lang="fr-FR" sz="37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PÉCHÉ A ÉTÉ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CHRIST NOUS A LIBÉRÉS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VICTORIEUX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NOUS REND VICTORIEUX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PLUS QUE VAINQUEUR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PLUS QUE CONQUÉRANT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PEU IMPORTE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PERSÉCUTIONS, TRIBULATIONS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OUI, JE CROIS QUE RIEN NE POURRA JAMAIS ME SÉPARER DE SON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TOUTES CES CHOSES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PAR SON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PLUS QUE VAINQUEURS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316</Words>
  <Application>Microsoft Office PowerPoint</Application>
  <PresentationFormat>On-screen Show (4:3)</PresentationFormat>
  <Paragraphs>1038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52</cp:revision>
  <dcterms:created xsi:type="dcterms:W3CDTF">2002-08-17T13:12:10Z</dcterms:created>
  <dcterms:modified xsi:type="dcterms:W3CDTF">2015-04-18T11:36:55Z</dcterms:modified>
</cp:coreProperties>
</file>