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51202" autoAdjust="0"/>
  </p:normalViewPr>
  <p:slideViewPr>
    <p:cSldViewPr>
      <p:cViewPr>
        <p:scale>
          <a:sx n="46" d="100"/>
          <a:sy n="46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D8DF632-1976-4C9D-8852-7E60A42EDA0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81D10F5-A674-49F5-B120-AB31A8A43B1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POURVOIS AU FEU J’APPORTERAI LE SACRIFICE</a:t>
            </a:r>
          </a:p>
          <a:p>
            <a:pPr>
              <a:defRPr/>
            </a:pPr>
            <a:r>
              <a:rPr lang="fr-FR" smtClean="0"/>
              <a:t>You provide the fire I'll provide the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POURVOIS À L’ESPRIT ET JE T’OUVRIRAI MON CŒUR</a:t>
            </a:r>
          </a:p>
          <a:p>
            <a:pPr>
              <a:defRPr/>
            </a:pPr>
            <a:r>
              <a:rPr lang="fr-FR" smtClean="0"/>
              <a:t>You provide Your Spirit And I will open up inside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DANS L’EXPECTATIVE JE M’ATTENDS À VOIR</a:t>
            </a:r>
          </a:p>
          <a:p>
            <a:pPr>
              <a:defRPr/>
            </a:pPr>
            <a:r>
              <a:rPr lang="fr-FR" smtClean="0"/>
              <a:t>I'm expecting, anticipating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MAIN DE DIEU, LA MAIN DE DIEU</a:t>
            </a:r>
          </a:p>
          <a:p>
            <a:pPr>
              <a:defRPr/>
            </a:pPr>
            <a:r>
              <a:rPr lang="fr-FR" smtClean="0"/>
              <a:t>A move of God, move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POURVOIS AU FEU J’APPORTERAI LE SACRIFICE</a:t>
            </a:r>
          </a:p>
          <a:p>
            <a:r>
              <a:rPr lang="fr-FR" smtClean="0"/>
              <a:t>You provide the fire I'll provide the sacrifice</a:t>
            </a:r>
          </a:p>
          <a:p>
            <a:endParaRPr lang="fr-FR" smtClean="0"/>
          </a:p>
          <a:p>
            <a:r>
              <a:rPr lang="fr-FR" smtClean="0"/>
              <a:t>2-  TU POURVOIS À L’ESPRIT ET JE T’OUVRIRAI MON CŒUR</a:t>
            </a:r>
          </a:p>
          <a:p>
            <a:r>
              <a:rPr lang="fr-FR" smtClean="0"/>
              <a:t>You provide Your Spirit And I will open up inside</a:t>
            </a:r>
          </a:p>
          <a:p>
            <a:endParaRPr lang="fr-FR" smtClean="0"/>
          </a:p>
          <a:p>
            <a:r>
              <a:rPr lang="fr-FR" smtClean="0"/>
              <a:t>3-  DANS L’EXPECTATIVE JE M’ATTENDS À VOIR</a:t>
            </a:r>
          </a:p>
          <a:p>
            <a:r>
              <a:rPr lang="fr-FR" smtClean="0"/>
              <a:t>I'm expecting, anticipating</a:t>
            </a:r>
          </a:p>
          <a:p>
            <a:endParaRPr lang="fr-FR" smtClean="0"/>
          </a:p>
          <a:p>
            <a:r>
              <a:rPr lang="fr-FR" smtClean="0"/>
              <a:t>4-  LA MAIN DE DIEU, LA MAIN DE DIEU</a:t>
            </a:r>
          </a:p>
          <a:p>
            <a:r>
              <a:rPr lang="fr-FR" smtClean="0"/>
              <a:t>A move of God, move of God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POURVOIS AU FEU J’APPORTERAI LE SACRIFICE</a:t>
            </a:r>
          </a:p>
          <a:p>
            <a:pPr>
              <a:defRPr/>
            </a:pPr>
            <a:r>
              <a:rPr lang="fr-FR" smtClean="0"/>
              <a:t>You provide the fire I'll provide the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POURVOIS À L’ESPRIT ET JE T’OUVRIRAI MON CŒUR</a:t>
            </a:r>
          </a:p>
          <a:p>
            <a:pPr>
              <a:defRPr/>
            </a:pPr>
            <a:r>
              <a:rPr lang="fr-FR" smtClean="0"/>
              <a:t>You provide Your Spirit And I will open up inside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DANS L’EXPECTATIVE JE M’ATTENDS À VOIR</a:t>
            </a:r>
          </a:p>
          <a:p>
            <a:pPr>
              <a:defRPr/>
            </a:pPr>
            <a:r>
              <a:rPr lang="fr-FR" smtClean="0"/>
              <a:t>I'm expecting, anticipating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MAIN DE DIEU, LA MAIN DE DIEU</a:t>
            </a:r>
          </a:p>
          <a:p>
            <a:pPr>
              <a:defRPr/>
            </a:pPr>
            <a:r>
              <a:rPr lang="fr-FR" smtClean="0"/>
              <a:t>A move of God, move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POURVOIS AU FEU J’APPORTERAI LE SACRIFICE</a:t>
            </a:r>
          </a:p>
          <a:p>
            <a:r>
              <a:rPr lang="fr-FR" smtClean="0"/>
              <a:t>You provide the fire I'll provide the sacrifice</a:t>
            </a:r>
          </a:p>
          <a:p>
            <a:endParaRPr lang="fr-FR" smtClean="0"/>
          </a:p>
          <a:p>
            <a:r>
              <a:rPr lang="fr-FR" smtClean="0"/>
              <a:t>2-  TU POURVOIS À L’ESPRIT ET JE T’OUVRIRAI MON CŒUR</a:t>
            </a:r>
          </a:p>
          <a:p>
            <a:r>
              <a:rPr lang="fr-FR" smtClean="0"/>
              <a:t>You provide Your Spirit And I will open up inside</a:t>
            </a:r>
          </a:p>
          <a:p>
            <a:endParaRPr lang="fr-FR" smtClean="0"/>
          </a:p>
          <a:p>
            <a:r>
              <a:rPr lang="fr-FR" smtClean="0"/>
              <a:t>3-  DANS L’EXPECTATIVE JE M’ATTENDS À VOIR</a:t>
            </a:r>
          </a:p>
          <a:p>
            <a:r>
              <a:rPr lang="fr-FR" smtClean="0"/>
              <a:t>I'm expecting, anticipating</a:t>
            </a:r>
          </a:p>
          <a:p>
            <a:endParaRPr lang="fr-FR" smtClean="0"/>
          </a:p>
          <a:p>
            <a:r>
              <a:rPr lang="fr-FR" smtClean="0"/>
              <a:t>4-  LA MAIN DE DIEU, LA MAIN DE DIEU</a:t>
            </a:r>
          </a:p>
          <a:p>
            <a:r>
              <a:rPr lang="fr-FR" smtClean="0"/>
              <a:t>A move of God, move of God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POURVOIS AU FEU J’APPORTERAI LE SACRIFICE</a:t>
            </a:r>
          </a:p>
          <a:p>
            <a:pPr>
              <a:defRPr/>
            </a:pPr>
            <a:r>
              <a:rPr lang="fr-FR" smtClean="0"/>
              <a:t>You provide the fire I'll provide the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POURVOIS À L’ESPRIT ET JE T’OUVRIRAI MON CŒUR</a:t>
            </a:r>
          </a:p>
          <a:p>
            <a:pPr>
              <a:defRPr/>
            </a:pPr>
            <a:r>
              <a:rPr lang="fr-FR" smtClean="0"/>
              <a:t>You provide Your Spirit And I will open up inside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DANS L’EXPECTATIVE JE M’ATTENDS À VOIR</a:t>
            </a:r>
          </a:p>
          <a:p>
            <a:pPr>
              <a:defRPr/>
            </a:pPr>
            <a:r>
              <a:rPr lang="fr-FR" smtClean="0"/>
              <a:t>I'm expecting, anticipating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MAIN DE DIEU, LA MAIN DE DIEU</a:t>
            </a:r>
          </a:p>
          <a:p>
            <a:pPr>
              <a:defRPr/>
            </a:pPr>
            <a:r>
              <a:rPr lang="fr-FR" smtClean="0"/>
              <a:t>A move of God, move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POURVOIS AU FEU J’APPORTERAI LE SACRIFICE</a:t>
            </a:r>
          </a:p>
          <a:p>
            <a:r>
              <a:rPr lang="fr-FR" smtClean="0"/>
              <a:t>You provide the fire I'll provide the sacrifice</a:t>
            </a:r>
          </a:p>
          <a:p>
            <a:endParaRPr lang="fr-FR" smtClean="0"/>
          </a:p>
          <a:p>
            <a:r>
              <a:rPr lang="fr-FR" smtClean="0"/>
              <a:t>2-  TU POURVOIS À L’ESPRIT ET JE T’OUVRIRAI MON CŒUR</a:t>
            </a:r>
          </a:p>
          <a:p>
            <a:r>
              <a:rPr lang="fr-FR" smtClean="0"/>
              <a:t>You provide Your Spirit And I will open up inside</a:t>
            </a:r>
          </a:p>
          <a:p>
            <a:endParaRPr lang="fr-FR" smtClean="0"/>
          </a:p>
          <a:p>
            <a:r>
              <a:rPr lang="fr-FR" smtClean="0"/>
              <a:t>3-  DANS L’EXPECTATIVE JE M’ATTENDS À VOIR</a:t>
            </a:r>
          </a:p>
          <a:p>
            <a:r>
              <a:rPr lang="fr-FR" smtClean="0"/>
              <a:t>I'm expecting, anticipating</a:t>
            </a:r>
          </a:p>
          <a:p>
            <a:endParaRPr lang="fr-FR" smtClean="0"/>
          </a:p>
          <a:p>
            <a:r>
              <a:rPr lang="fr-FR" smtClean="0"/>
              <a:t>4-  LA MAIN DE DIEU, LA MAIN DE DIEU</a:t>
            </a:r>
          </a:p>
          <a:p>
            <a:r>
              <a:rPr lang="fr-FR" smtClean="0"/>
              <a:t>A move of God, move of God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POURVOIS AU FEU J’APPORTERAI LE SACRIFICE</a:t>
            </a:r>
          </a:p>
          <a:p>
            <a:pPr>
              <a:defRPr/>
            </a:pPr>
            <a:r>
              <a:rPr lang="fr-FR" smtClean="0"/>
              <a:t>You provide the fire I'll provide the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POURVOIS À L’ESPRIT ET JE T’OUVRIRAI MON CŒUR</a:t>
            </a:r>
          </a:p>
          <a:p>
            <a:pPr>
              <a:defRPr/>
            </a:pPr>
            <a:r>
              <a:rPr lang="fr-FR" smtClean="0"/>
              <a:t>You provide Your Spirit And I will open up inside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DANS L’EXPECTATIVE JE M’ATTENDS À VOIR</a:t>
            </a:r>
          </a:p>
          <a:p>
            <a:pPr>
              <a:defRPr/>
            </a:pPr>
            <a:r>
              <a:rPr lang="fr-FR" smtClean="0"/>
              <a:t>I'm expecting, anticipating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MAIN DE DIEU, LA MAIN DE DIEU</a:t>
            </a:r>
          </a:p>
          <a:p>
            <a:pPr>
              <a:defRPr/>
            </a:pPr>
            <a:r>
              <a:rPr lang="fr-FR" smtClean="0"/>
              <a:t>A move of God, move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POURVOIS AU FEU J’APPORTERAI LE SACRIFICE</a:t>
            </a:r>
          </a:p>
          <a:p>
            <a:r>
              <a:rPr lang="fr-FR" smtClean="0"/>
              <a:t>You provide the fire I'll provide the sacrifice</a:t>
            </a:r>
          </a:p>
          <a:p>
            <a:endParaRPr lang="fr-FR" smtClean="0"/>
          </a:p>
          <a:p>
            <a:r>
              <a:rPr lang="fr-FR" smtClean="0"/>
              <a:t>2-  TU POURVOIS À L’ESPRIT ET JE T’OUVRIRAI MON CŒUR</a:t>
            </a:r>
          </a:p>
          <a:p>
            <a:r>
              <a:rPr lang="fr-FR" smtClean="0"/>
              <a:t>You provide Your Spirit And I will open up inside</a:t>
            </a:r>
          </a:p>
          <a:p>
            <a:endParaRPr lang="fr-FR" smtClean="0"/>
          </a:p>
          <a:p>
            <a:r>
              <a:rPr lang="fr-FR" smtClean="0"/>
              <a:t>3-  DANS L’EXPECTATIVE JE M’ATTENDS À VOIR</a:t>
            </a:r>
          </a:p>
          <a:p>
            <a:r>
              <a:rPr lang="fr-FR" smtClean="0"/>
              <a:t>I'm expecting, anticipating</a:t>
            </a:r>
          </a:p>
          <a:p>
            <a:endParaRPr lang="fr-FR" smtClean="0"/>
          </a:p>
          <a:p>
            <a:r>
              <a:rPr lang="fr-FR" smtClean="0"/>
              <a:t>4-  LA MAIN DE DIEU, LA MAIN DE DIEU</a:t>
            </a:r>
          </a:p>
          <a:p>
            <a:r>
              <a:rPr lang="fr-FR" smtClean="0"/>
              <a:t>A move of God, move of God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EF451-9F79-415B-9034-2EFCD1F5A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0E4DA-A989-4EBE-ADAE-76212C17CF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597A7-7742-4CE9-94B3-23E073342B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201A1-E566-4DD4-9029-FDFDD1A2C1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DB1E2-49DF-493A-9DEC-9AE959FB6C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6CE8B-8C3B-45D8-B1DA-34E33FA015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8D7A91-3EB1-408E-B374-EDDA1D12AC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A546B-D519-4381-B5D4-89DD575F9E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1F6EB-47ED-435E-8E37-013063D50F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FB067-12C4-4475-A580-DAF170FEA6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BB4A0-B92A-4FD4-9E93-3030341988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B0AA886-6D34-4977-9759-9CCE78EDD0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POURVOIS AU FEU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J’APPORTERAI LE SACRIFICE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POURVOIS À L’ESPRIT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T’OUVRIRAI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L’EXPECTATIVE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JE M’ATTENDS À VOIR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MAIN DE DIEU, LA MAIN DE DIEU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552</Words>
  <Application>Microsoft Office PowerPoint</Application>
  <PresentationFormat>On-screen Show (4:3)</PresentationFormat>
  <Paragraphs>95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51</cp:revision>
  <dcterms:created xsi:type="dcterms:W3CDTF">2002-08-17T13:12:10Z</dcterms:created>
  <dcterms:modified xsi:type="dcterms:W3CDTF">2015-04-18T12:18:48Z</dcterms:modified>
</cp:coreProperties>
</file>