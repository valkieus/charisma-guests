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2008" autoAdjust="0"/>
  </p:normalViewPr>
  <p:slideViewPr>
    <p:cSldViewPr>
      <p:cViewPr>
        <p:scale>
          <a:sx n="40" d="100"/>
          <a:sy n="40" d="100"/>
        </p:scale>
        <p:origin x="-696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B2900F9-E331-44E6-9F3D-0CBC7155CE94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F55F52-3BB7-4DBA-BFA5-0A143D2300B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55D70-F942-482E-8258-A8D9496851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9C060-82B2-4F39-BDE6-187817E7C0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C0A77-0DFE-47DA-A6FD-AC3398DB3D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4E7D8-AE57-498D-ABB2-2220A97CD2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A4A2E-C2C8-48E4-8D5F-4F2F025311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A8FDB-57FA-45FD-84FC-29D8E7A36B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7ACC3-3535-4C89-B6A4-CAC29AD676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759CA-3BA9-468D-8ABF-8DA59332FB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4D29-CED4-4777-B7B4-2246CC8989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80F27-F839-4E10-93ED-5A52A472A8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05DF4-0BAE-4C73-A0C9-874A8C4FA5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8F6BB83-F5FC-4F4D-A519-48DC1C1CA8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ENTRE TES BRAS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VIENS ENCORE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ÊTRE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C'EST LE DÉSIR DE MON COEUR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À GENOUX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DEVANT TOI EN PLEURS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TON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PURIFIE MON COEUR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SAISI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CONDUITS MOI PLUS PRÈS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N'AI JAMAIS ÉTÉ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MOI DANS TES BRAS, OH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CONDUIS MOI S'IL TE PLAIT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JUSQU'À CE LIEU SECRET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SERAI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TU ME RENDRAS COMME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MOI DANS TES BRAS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MOI DANS TES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1959</Words>
  <Application>Microsoft Office PowerPoint</Application>
  <PresentationFormat>On-screen Show (4:3)</PresentationFormat>
  <Paragraphs>598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2015-04-18T18:35:31Z</dcterms:modified>
</cp:coreProperties>
</file>