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49222" autoAdjust="0"/>
  </p:normalViewPr>
  <p:slideViewPr>
    <p:cSldViewPr>
      <p:cViewPr>
        <p:scale>
          <a:sx n="46" d="100"/>
          <a:sy n="46" d="100"/>
        </p:scale>
        <p:origin x="-516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1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71599CA-D891-4BC6-96B9-766AF439590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B2955A-B675-4BFE-B2AC-11EB1C52DF5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	REFRAIN:	</a:t>
            </a:r>
          </a:p>
          <a:p>
            <a:pPr>
              <a:defRPr/>
            </a:pPr>
            <a:r>
              <a:rPr lang="fr-FR" smtClean="0"/>
              <a:t>	1-  JE TE DONNE TOUT DE MOI SEIGNEUR SERS-TOI DE MOI </a:t>
            </a:r>
          </a:p>
          <a:p>
            <a:pPr>
              <a:defRPr/>
            </a:pPr>
            <a:r>
              <a:rPr lang="fr-FR" smtClean="0"/>
              <a:t>	I give myself away So You can use me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DEVANT TOI JE ME TIENS MA VIE EST ENTRE TES MAINS</a:t>
            </a:r>
          </a:p>
          <a:p>
            <a:pPr>
              <a:defRPr/>
            </a:pPr>
            <a:r>
              <a:rPr lang="fr-FR" smtClean="0"/>
              <a:t>Here I am Here I stand Lord, my life is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MON CŒUR EST TOUT À TOI ACCOMPLI TES DÉSIRS EN MOI</a:t>
            </a:r>
          </a:p>
          <a:p>
            <a:pPr>
              <a:defRPr/>
            </a:pPr>
            <a:r>
              <a:rPr lang="fr-FR" smtClean="0"/>
              <a:t>Lord, I'm longing to see Your desires revealed in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ME VOICI DIEU PUISSANT TEL UN SACRIFICE VIVANT</a:t>
            </a:r>
          </a:p>
          <a:p>
            <a:pPr>
              <a:defRPr/>
            </a:pPr>
            <a:r>
              <a:rPr lang="fr-FR" smtClean="0"/>
              <a:t>Take my heart Take my life As a living sacrifice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TOUT MES RÊVES ET MES PLANS JE TE LES DONNE ENTIÈREMENT</a:t>
            </a:r>
          </a:p>
          <a:p>
            <a:pPr>
              <a:defRPr/>
            </a:pPr>
            <a:r>
              <a:rPr lang="fr-FR" smtClean="0"/>
              <a:t>All my dreams all my plans Lord I place them in your hands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6-  MA VIE N'EST PLUS À MOI JE N’APPARTIENS QU’À TOI</a:t>
            </a:r>
          </a:p>
          <a:p>
            <a:pPr>
              <a:defRPr/>
            </a:pPr>
            <a:r>
              <a:rPr lang="fr-FR" smtClean="0"/>
              <a:t> </a:t>
            </a:r>
          </a:p>
          <a:p>
            <a:pPr>
              <a:defRPr/>
            </a:pPr>
            <a:r>
              <a:rPr lang="fr-FR" smtClean="0"/>
              <a:t>7-  JE TE DONNE TOUT JE TE DONNE TOUT DE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REFRAIN:	</a:t>
            </a:r>
          </a:p>
          <a:p>
            <a:r>
              <a:rPr lang="fr-FR" smtClean="0"/>
              <a:t>	1-  JE TE DONNE TOUT DE MOI SEIGNEUR SERS-TOI DE MOI </a:t>
            </a:r>
          </a:p>
          <a:p>
            <a:r>
              <a:rPr lang="fr-FR" smtClean="0"/>
              <a:t>	I give myself away So You can use me		x2</a:t>
            </a:r>
          </a:p>
          <a:p>
            <a:endParaRPr lang="fr-FR" smtClean="0"/>
          </a:p>
          <a:p>
            <a:r>
              <a:rPr lang="fr-FR" smtClean="0"/>
              <a:t>2-  DEVANT TOI JE ME TIENS MA VIE EST ENTRE TES MAINS</a:t>
            </a:r>
          </a:p>
          <a:p>
            <a:r>
              <a:rPr lang="fr-FR" smtClean="0"/>
              <a:t>Here I am Here I stand Lord, my life is in your hands</a:t>
            </a:r>
          </a:p>
          <a:p>
            <a:endParaRPr lang="fr-FR" smtClean="0"/>
          </a:p>
          <a:p>
            <a:r>
              <a:rPr lang="fr-FR" smtClean="0"/>
              <a:t>3-  MON CŒUR EST TOUT À TOI ACCOMPLI TES DÉSIRS EN MOI</a:t>
            </a:r>
          </a:p>
          <a:p>
            <a:r>
              <a:rPr lang="fr-FR" smtClean="0"/>
              <a:t>Lord, I'm longing to see Your desires revealed in me</a:t>
            </a:r>
          </a:p>
          <a:p>
            <a:endParaRPr lang="fr-FR" smtClean="0"/>
          </a:p>
          <a:p>
            <a:r>
              <a:rPr lang="fr-FR" smtClean="0"/>
              <a:t>4-  ME VOICI DIEU PUISSANT TEL UN SACRIFICE VIVANT</a:t>
            </a:r>
          </a:p>
          <a:p>
            <a:r>
              <a:rPr lang="fr-FR" smtClean="0"/>
              <a:t>Take my heart Take my life As a living sacrifice</a:t>
            </a:r>
          </a:p>
          <a:p>
            <a:endParaRPr lang="fr-FR" smtClean="0"/>
          </a:p>
          <a:p>
            <a:r>
              <a:rPr lang="fr-FR" smtClean="0"/>
              <a:t>5-  TOUT MES RÊVES ET MES PLANS JE TE LES DONNE ENTIÈREMENT</a:t>
            </a:r>
          </a:p>
          <a:p>
            <a:r>
              <a:rPr lang="fr-FR" smtClean="0"/>
              <a:t>All my dreams all my plans Lord I place them in your hands</a:t>
            </a:r>
          </a:p>
          <a:p>
            <a:endParaRPr lang="fr-FR" smtClean="0"/>
          </a:p>
          <a:p>
            <a:r>
              <a:rPr lang="fr-FR" smtClean="0"/>
              <a:t>6-  MA VIE N'EST PLUS À MOI JE N’APPARTIENS QU’À TOI</a:t>
            </a:r>
          </a:p>
          <a:p>
            <a:r>
              <a:rPr lang="fr-FR" smtClean="0"/>
              <a:t> </a:t>
            </a:r>
          </a:p>
          <a:p>
            <a:r>
              <a:rPr lang="fr-FR" smtClean="0"/>
              <a:t>7-  JE TE DONNE TOUT JE TE DONNE TOUT DE MOI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E46D0-121E-48EB-8F36-B03E2ED3B1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C3290-A298-43A2-9289-C81A61B80D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A3DDB-4019-4894-A451-C19A08E154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1097D5-C530-4D95-8F68-403AD14475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1F536C-486C-4973-88DA-84BC6043E4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D16DC-316E-4705-ABF1-B6209FC73F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880ED8-5208-44E2-961E-156597D9A7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0AB6C-F928-4F5B-8B80-41E799C228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FA226-3350-4D64-B7FE-B847BC8510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CF01B-4ED6-4D95-A803-35C517C446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073EA-470E-4586-B133-0DE7F5C7F7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487087D-2A48-4954-AC7C-9795EEEEE8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SEIGNEUR SERS-TOI DE MOI </a:t>
            </a:r>
          </a:p>
        </p:txBody>
      </p:sp>
      <p:sp>
        <p:nvSpPr>
          <p:cNvPr id="2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DEVANT TOI JE ME TIENS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VIE EST ENTRE TES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CŒUR EST TOUT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ACCOMPLI TES DÉSIRS EN MOI</a:t>
            </a:r>
          </a:p>
        </p:txBody>
      </p:sp>
      <p:sp>
        <p:nvSpPr>
          <p:cNvPr id="4099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ME VOICI DIEU 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TEL UN SACRIFICE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VIVANT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TOUT MES RÊVES ET MES PLANS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LES DONNE ENTIÈREMENT</a:t>
            </a:r>
          </a:p>
        </p:txBody>
      </p:sp>
      <p:sp>
        <p:nvSpPr>
          <p:cNvPr id="6147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MA VIE N'EST PLUS À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N’APPARTIENS QU’À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 </a:t>
            </a:r>
          </a:p>
        </p:txBody>
      </p:sp>
      <p:sp>
        <p:nvSpPr>
          <p:cNvPr id="717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TE DONNE TOUT DE MOI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2764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71</Words>
  <Application>Microsoft Office PowerPoint</Application>
  <PresentationFormat>On-screen Show (4:3)</PresentationFormat>
  <Paragraphs>281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Yeah-man</cp:lastModifiedBy>
  <cp:revision>54</cp:revision>
  <dcterms:created xsi:type="dcterms:W3CDTF">2002-08-17T13:12:10Z</dcterms:created>
  <dcterms:modified xsi:type="dcterms:W3CDTF">2015-04-18T21:17:00Z</dcterms:modified>
</cp:coreProperties>
</file>