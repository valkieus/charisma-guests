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65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43" autoAdjust="0"/>
    <p:restoredTop sz="46535" autoAdjust="0"/>
  </p:normalViewPr>
  <p:slideViewPr>
    <p:cSldViewPr>
      <p:cViewPr>
        <p:scale>
          <a:sx n="40" d="100"/>
          <a:sy n="40" d="100"/>
        </p:scale>
        <p:origin x="-612" y="-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D68986A-8CB9-414C-B340-C49748178E5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8DD7C29-D242-41AA-82C0-1F27D241B27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NOTRE PÈRE DANS LES CIEUX TON NOM SOIT SANCTIFIÉ</a:t>
            </a:r>
          </a:p>
          <a:p>
            <a:pPr>
              <a:defRPr/>
            </a:pPr>
            <a:r>
              <a:rPr lang="fr-FR" dirty="0" smtClean="0"/>
              <a:t>Our </a:t>
            </a:r>
            <a:r>
              <a:rPr lang="fr-FR" dirty="0" err="1" smtClean="0"/>
              <a:t>Father</a:t>
            </a:r>
            <a:r>
              <a:rPr lang="fr-FR" dirty="0" smtClean="0"/>
              <a:t> in </a:t>
            </a:r>
            <a:r>
              <a:rPr lang="fr-FR" dirty="0" err="1" smtClean="0"/>
              <a:t>Heaven</a:t>
            </a:r>
            <a:r>
              <a:rPr lang="fr-FR" dirty="0" smtClean="0"/>
              <a:t> </a:t>
            </a:r>
            <a:r>
              <a:rPr lang="fr-FR" dirty="0" err="1" smtClean="0"/>
              <a:t>Hallowed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2-  QUE TON RÈGNE VIENNE ENFIN ET FAIS TA VOLONTÉ</a:t>
            </a:r>
          </a:p>
          <a:p>
            <a:pPr>
              <a:defRPr/>
            </a:pP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kingdom</a:t>
            </a:r>
            <a:r>
              <a:rPr lang="fr-FR" dirty="0" smtClean="0"/>
              <a:t> come </a:t>
            </a:r>
            <a:r>
              <a:rPr lang="fr-FR" dirty="0" err="1" smtClean="0"/>
              <a:t>quickly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 the </a:t>
            </a:r>
            <a:r>
              <a:rPr lang="fr-FR" dirty="0" err="1" smtClean="0"/>
              <a:t>same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3-  SUR TERRE COMME ELLE EST FAITE AUX CIEUX</a:t>
            </a:r>
          </a:p>
          <a:p>
            <a:pPr>
              <a:defRPr/>
            </a:pPr>
            <a:r>
              <a:rPr lang="fr-FR" dirty="0" smtClean="0"/>
              <a:t>On </a:t>
            </a:r>
            <a:r>
              <a:rPr lang="fr-FR" dirty="0" err="1" smtClean="0"/>
              <a:t>Earth</a:t>
            </a:r>
            <a:r>
              <a:rPr lang="fr-FR" dirty="0" smtClean="0"/>
              <a:t> as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in </a:t>
            </a:r>
            <a:r>
              <a:rPr lang="fr-FR" dirty="0" err="1" smtClean="0"/>
              <a:t>Heaven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QUE LES CIEUX VIENNENT</a:t>
            </a:r>
          </a:p>
          <a:p>
            <a:pPr>
              <a:defRPr/>
            </a:pPr>
            <a:r>
              <a:rPr lang="fr-FR" dirty="0" smtClean="0"/>
              <a:t>Let </a:t>
            </a:r>
            <a:r>
              <a:rPr lang="fr-FR" dirty="0" err="1" smtClean="0"/>
              <a:t>Heaven</a:t>
            </a:r>
            <a:r>
              <a:rPr lang="fr-FR" dirty="0" smtClean="0"/>
              <a:t> come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SUR TERRE COMME ELLE EST FAITE AUX CIEUX</a:t>
            </a:r>
          </a:p>
          <a:p>
            <a:pPr>
              <a:defRPr/>
            </a:pPr>
            <a:r>
              <a:rPr lang="fr-FR" dirty="0" smtClean="0"/>
              <a:t>On </a:t>
            </a:r>
            <a:r>
              <a:rPr lang="fr-FR" dirty="0" err="1" smtClean="0"/>
              <a:t>Earth</a:t>
            </a:r>
            <a:r>
              <a:rPr lang="fr-FR" dirty="0" smtClean="0"/>
              <a:t> as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in </a:t>
            </a:r>
            <a:r>
              <a:rPr lang="fr-FR" dirty="0" err="1" smtClean="0"/>
              <a:t>Heaven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6-  QUE LES CIEUX VIENNENT</a:t>
            </a:r>
          </a:p>
          <a:p>
            <a:pPr>
              <a:defRPr/>
            </a:pPr>
            <a:r>
              <a:rPr lang="fr-FR" dirty="0" smtClean="0"/>
              <a:t>Let </a:t>
            </a:r>
            <a:r>
              <a:rPr lang="fr-FR" dirty="0" err="1" smtClean="0"/>
              <a:t>Heaven</a:t>
            </a:r>
            <a:r>
              <a:rPr lang="fr-FR" dirty="0" smtClean="0"/>
              <a:t> come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QUE LES CIEUX VIENNENT QUE LES CIEUX VIENNENT</a:t>
            </a:r>
          </a:p>
          <a:p>
            <a:pPr>
              <a:defRPr/>
            </a:pPr>
            <a:r>
              <a:rPr lang="fr-FR" dirty="0" smtClean="0"/>
              <a:t>Let </a:t>
            </a:r>
            <a:r>
              <a:rPr lang="fr-FR" dirty="0" err="1" smtClean="0"/>
              <a:t>Heaven</a:t>
            </a:r>
            <a:r>
              <a:rPr lang="fr-FR" dirty="0" smtClean="0"/>
              <a:t> come  Let </a:t>
            </a:r>
            <a:r>
              <a:rPr lang="fr-FR" dirty="0" err="1" smtClean="0"/>
              <a:t>Heaven</a:t>
            </a:r>
            <a:r>
              <a:rPr lang="fr-FR" dirty="0" smtClean="0"/>
              <a:t> come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8-  À TOI LE ROYAUME À TOI LA PUISSANCE</a:t>
            </a:r>
          </a:p>
          <a:p>
            <a:pPr>
              <a:defRPr/>
            </a:pPr>
            <a:r>
              <a:rPr lang="fr-FR" dirty="0" err="1" smtClean="0"/>
              <a:t>Yours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the </a:t>
            </a:r>
            <a:r>
              <a:rPr lang="fr-FR" dirty="0" err="1" smtClean="0"/>
              <a:t>kingdom</a:t>
            </a:r>
            <a:r>
              <a:rPr lang="fr-FR" dirty="0" smtClean="0"/>
              <a:t> </a:t>
            </a:r>
            <a:r>
              <a:rPr lang="fr-FR" dirty="0" err="1" smtClean="0"/>
              <a:t>Yours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the power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ET À TOI LA GLOIRE  POUR TOUJOURS, AMEN</a:t>
            </a:r>
          </a:p>
          <a:p>
            <a:pPr>
              <a:defRPr/>
            </a:pPr>
            <a:r>
              <a:rPr lang="fr-FR" dirty="0" err="1" smtClean="0"/>
              <a:t>Yours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the </a:t>
            </a:r>
            <a:r>
              <a:rPr lang="fr-FR" dirty="0" err="1" smtClean="0"/>
              <a:t>glory</a:t>
            </a:r>
            <a:r>
              <a:rPr lang="fr-FR" dirty="0" smtClean="0"/>
              <a:t> </a:t>
            </a:r>
            <a:r>
              <a:rPr lang="fr-FR" dirty="0" err="1" smtClean="0"/>
              <a:t>forever</a:t>
            </a:r>
            <a:r>
              <a:rPr lang="fr-FR" dirty="0" smtClean="0"/>
              <a:t>, Amen</a:t>
            </a:r>
          </a:p>
          <a:p>
            <a:pPr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DANS LES CIEUX TON NOM SOIT SANCTIFIÉ</a:t>
            </a:r>
          </a:p>
          <a:p>
            <a:r>
              <a:rPr lang="fr-FR" smtClean="0"/>
              <a:t>Our Father in Heaven Hallowed be Your name</a:t>
            </a:r>
          </a:p>
          <a:p>
            <a:endParaRPr lang="fr-FR" smtClean="0"/>
          </a:p>
          <a:p>
            <a:r>
              <a:rPr lang="fr-FR" smtClean="0"/>
              <a:t>2-  QUE TON RÈGNE VIENNE ENFIN ET FAIS TA VOLONTÉ</a:t>
            </a:r>
          </a:p>
          <a:p>
            <a:r>
              <a:rPr lang="fr-FR" smtClean="0"/>
              <a:t>Your kingdom come quickly Your will be done the same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SUR TERRE COMME ELLE EST FAITE AUX CIEUX</a:t>
            </a:r>
          </a:p>
          <a:p>
            <a:r>
              <a:rPr lang="fr-FR" smtClean="0"/>
              <a:t>On Earth as it is in Heaven</a:t>
            </a:r>
          </a:p>
          <a:p>
            <a:endParaRPr lang="fr-FR" smtClean="0"/>
          </a:p>
          <a:p>
            <a:r>
              <a:rPr lang="fr-FR" smtClean="0"/>
              <a:t>4-  QUE LES CIEUX VIENNENT</a:t>
            </a:r>
          </a:p>
          <a:p>
            <a:r>
              <a:rPr lang="fr-FR" smtClean="0"/>
              <a:t>Let Heaven come </a:t>
            </a:r>
          </a:p>
          <a:p>
            <a:endParaRPr lang="fr-FR" smtClean="0"/>
          </a:p>
          <a:p>
            <a:r>
              <a:rPr lang="fr-FR" smtClean="0"/>
              <a:t>5-  SUR TERRE COMME ELLE EST FAITE AUX CIEUX</a:t>
            </a:r>
          </a:p>
          <a:p>
            <a:r>
              <a:rPr lang="fr-FR" smtClean="0"/>
              <a:t>On Earth as it is in Heaven</a:t>
            </a:r>
          </a:p>
          <a:p>
            <a:endParaRPr lang="fr-FR" smtClean="0"/>
          </a:p>
          <a:p>
            <a:r>
              <a:rPr lang="fr-FR" smtClean="0"/>
              <a:t>6-  QUE LES CIEUX VIENNENT</a:t>
            </a:r>
          </a:p>
          <a:p>
            <a:r>
              <a:rPr lang="fr-FR" smtClean="0"/>
              <a:t>Let Heaven come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QUE LES CIEUX VIENNENT QUE LES CIEUX VIENNENT</a:t>
            </a:r>
          </a:p>
          <a:p>
            <a:r>
              <a:rPr lang="fr-FR" smtClean="0"/>
              <a:t>Let Heaven come  Let Heaven come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À TOI LE ROYAUME À TOI LA PUISSANCE</a:t>
            </a:r>
          </a:p>
          <a:p>
            <a:r>
              <a:rPr lang="fr-FR" smtClean="0"/>
              <a:t>Yours is the kingdom Yours is the power</a:t>
            </a:r>
          </a:p>
          <a:p>
            <a:endParaRPr lang="fr-FR" smtClean="0"/>
          </a:p>
          <a:p>
            <a:r>
              <a:rPr lang="fr-FR" smtClean="0"/>
              <a:t>9-  ET À TOI LA GLOIRE  POUR TOUJOURS, AMEN</a:t>
            </a:r>
          </a:p>
          <a:p>
            <a:r>
              <a:rPr lang="fr-FR" smtClean="0"/>
              <a:t>Yours is the glory forever, Amen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NOTRE PÈRE DANS LES CIEUX TON NOM SOIT SANCTIFIÉ</a:t>
            </a:r>
          </a:p>
          <a:p>
            <a:pPr>
              <a:defRPr/>
            </a:pPr>
            <a:r>
              <a:rPr lang="fr-FR" smtClean="0"/>
              <a:t>Our Father in Heaven Hallowed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QUE TON RÈGNE VIENNE ENFIN ET FAIS TA VOLONTÉ</a:t>
            </a:r>
          </a:p>
          <a:p>
            <a:pPr>
              <a:defRPr/>
            </a:pPr>
            <a:r>
              <a:rPr lang="fr-FR" smtClean="0"/>
              <a:t>Your kingdom come quickly Your will be done the same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SUR TERRE COMME ELLE EST FAITE AUX CIEUX</a:t>
            </a:r>
          </a:p>
          <a:p>
            <a:pPr>
              <a:defRPr/>
            </a:pPr>
            <a:r>
              <a:rPr lang="fr-FR" smtClean="0"/>
              <a:t>On Earth as it is in Heaven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QUE LES CIEUX VIENNENT</a:t>
            </a:r>
          </a:p>
          <a:p>
            <a:pPr>
              <a:defRPr/>
            </a:pPr>
            <a:r>
              <a:rPr lang="fr-FR" smtClean="0"/>
              <a:t>Let Heaven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SUR TERRE COMME ELLE EST FAITE AUX CIEUX</a:t>
            </a:r>
          </a:p>
          <a:p>
            <a:pPr>
              <a:defRPr/>
            </a:pPr>
            <a:r>
              <a:rPr lang="fr-FR" smtClean="0"/>
              <a:t>On Earth as it is in Heaven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QUE LES CIEUX VIENNENT</a:t>
            </a:r>
          </a:p>
          <a:p>
            <a:pPr>
              <a:defRPr/>
            </a:pPr>
            <a:r>
              <a:rPr lang="fr-FR" smtClean="0"/>
              <a:t>Let Heaven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QUE LES CIEUX VIENNENT QUE LES CIEUX VIENNENT</a:t>
            </a:r>
          </a:p>
          <a:p>
            <a:pPr>
              <a:defRPr/>
            </a:pPr>
            <a:r>
              <a:rPr lang="fr-FR" smtClean="0"/>
              <a:t>Let Heaven come  Let Heaven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À TOI LE ROYAUME À TOI LA PUISSANCE</a:t>
            </a:r>
          </a:p>
          <a:p>
            <a:pPr>
              <a:defRPr/>
            </a:pPr>
            <a:r>
              <a:rPr lang="fr-FR" smtClean="0"/>
              <a:t>Yours is the kingdom Yours is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À TOI LA GLOIRE  POUR TOUJOURS, AMEN</a:t>
            </a:r>
          </a:p>
          <a:p>
            <a:pPr>
              <a:defRPr/>
            </a:pPr>
            <a:r>
              <a:rPr lang="fr-FR" smtClean="0"/>
              <a:t>Yours is the glory forever, Amen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DANS LES CIEUX TON NOM SOIT SANCTIFIÉ</a:t>
            </a:r>
          </a:p>
          <a:p>
            <a:r>
              <a:rPr lang="fr-FR" smtClean="0"/>
              <a:t>Our Father in Heaven Hallowed be Your name</a:t>
            </a:r>
          </a:p>
          <a:p>
            <a:endParaRPr lang="fr-FR" smtClean="0"/>
          </a:p>
          <a:p>
            <a:r>
              <a:rPr lang="fr-FR" smtClean="0"/>
              <a:t>2-  QUE TON RÈGNE VIENNE ENFIN ET FAIS TA VOLONTÉ</a:t>
            </a:r>
          </a:p>
          <a:p>
            <a:r>
              <a:rPr lang="fr-FR" smtClean="0"/>
              <a:t>Your kingdom come quickly Your will be done the same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SUR TERRE COMME ELLE EST FAITE AUX CIEUX</a:t>
            </a:r>
          </a:p>
          <a:p>
            <a:r>
              <a:rPr lang="fr-FR" smtClean="0"/>
              <a:t>On Earth as it is in Heaven</a:t>
            </a:r>
          </a:p>
          <a:p>
            <a:endParaRPr lang="fr-FR" smtClean="0"/>
          </a:p>
          <a:p>
            <a:r>
              <a:rPr lang="fr-FR" smtClean="0"/>
              <a:t>4-  QUE LES CIEUX VIENNENT</a:t>
            </a:r>
          </a:p>
          <a:p>
            <a:r>
              <a:rPr lang="fr-FR" smtClean="0"/>
              <a:t>Let Heaven come </a:t>
            </a:r>
          </a:p>
          <a:p>
            <a:endParaRPr lang="fr-FR" smtClean="0"/>
          </a:p>
          <a:p>
            <a:r>
              <a:rPr lang="fr-FR" smtClean="0"/>
              <a:t>5-  SUR TERRE COMME ELLE EST FAITE AUX CIEUX</a:t>
            </a:r>
          </a:p>
          <a:p>
            <a:r>
              <a:rPr lang="fr-FR" smtClean="0"/>
              <a:t>On Earth as it is in Heaven</a:t>
            </a:r>
          </a:p>
          <a:p>
            <a:endParaRPr lang="fr-FR" smtClean="0"/>
          </a:p>
          <a:p>
            <a:r>
              <a:rPr lang="fr-FR" smtClean="0"/>
              <a:t>6-  QUE LES CIEUX VIENNENT</a:t>
            </a:r>
          </a:p>
          <a:p>
            <a:r>
              <a:rPr lang="fr-FR" smtClean="0"/>
              <a:t>Let Heaven come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QUE LES CIEUX VIENNENT QUE LES CIEUX VIENNENT</a:t>
            </a:r>
          </a:p>
          <a:p>
            <a:r>
              <a:rPr lang="fr-FR" smtClean="0"/>
              <a:t>Let Heaven come  Let Heaven come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À TOI LE ROYAUME À TOI LA PUISSANCE</a:t>
            </a:r>
          </a:p>
          <a:p>
            <a:r>
              <a:rPr lang="fr-FR" smtClean="0"/>
              <a:t>Yours is the kingdom Yours is the power</a:t>
            </a:r>
          </a:p>
          <a:p>
            <a:endParaRPr lang="fr-FR" smtClean="0"/>
          </a:p>
          <a:p>
            <a:r>
              <a:rPr lang="fr-FR" smtClean="0"/>
              <a:t>9-  ET À TOI LA GLOIRE  POUR TOUJOURS, AMEN</a:t>
            </a:r>
          </a:p>
          <a:p>
            <a:r>
              <a:rPr lang="fr-FR" smtClean="0"/>
              <a:t>Yours is the glory forever, Amen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NOTRE PÈRE DANS LES CIEUX TON NOM SOIT SANCTIFIÉ</a:t>
            </a:r>
          </a:p>
          <a:p>
            <a:pPr>
              <a:defRPr/>
            </a:pPr>
            <a:r>
              <a:rPr lang="fr-FR" smtClean="0"/>
              <a:t>Our Father in Heaven Hallowed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QUE TON RÈGNE VIENNE ENFIN ET FAIS TA VOLONTÉ</a:t>
            </a:r>
          </a:p>
          <a:p>
            <a:pPr>
              <a:defRPr/>
            </a:pPr>
            <a:r>
              <a:rPr lang="fr-FR" smtClean="0"/>
              <a:t>Your kingdom come quickly Your will be done the same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SUR TERRE COMME ELLE EST FAITE AUX CIEUX</a:t>
            </a:r>
          </a:p>
          <a:p>
            <a:pPr>
              <a:defRPr/>
            </a:pPr>
            <a:r>
              <a:rPr lang="fr-FR" smtClean="0"/>
              <a:t>On Earth as it is in Heaven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QUE LES CIEUX VIENNENT</a:t>
            </a:r>
          </a:p>
          <a:p>
            <a:pPr>
              <a:defRPr/>
            </a:pPr>
            <a:r>
              <a:rPr lang="fr-FR" smtClean="0"/>
              <a:t>Let Heaven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SUR TERRE COMME ELLE EST FAITE AUX CIEUX</a:t>
            </a:r>
          </a:p>
          <a:p>
            <a:pPr>
              <a:defRPr/>
            </a:pPr>
            <a:r>
              <a:rPr lang="fr-FR" smtClean="0"/>
              <a:t>On Earth as it is in Heaven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QUE LES CIEUX VIENNENT</a:t>
            </a:r>
          </a:p>
          <a:p>
            <a:pPr>
              <a:defRPr/>
            </a:pPr>
            <a:r>
              <a:rPr lang="fr-FR" smtClean="0"/>
              <a:t>Let Heaven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QUE LES CIEUX VIENNENT QUE LES CIEUX VIENNENT</a:t>
            </a:r>
          </a:p>
          <a:p>
            <a:pPr>
              <a:defRPr/>
            </a:pPr>
            <a:r>
              <a:rPr lang="fr-FR" smtClean="0"/>
              <a:t>Let Heaven come  Let Heaven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À TOI LE ROYAUME À TOI LA PUISSANCE</a:t>
            </a:r>
          </a:p>
          <a:p>
            <a:pPr>
              <a:defRPr/>
            </a:pPr>
            <a:r>
              <a:rPr lang="fr-FR" smtClean="0"/>
              <a:t>Yours is the kingdom Yours is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À TOI LA GLOIRE  POUR TOUJOURS, AMEN</a:t>
            </a:r>
          </a:p>
          <a:p>
            <a:pPr>
              <a:defRPr/>
            </a:pPr>
            <a:r>
              <a:rPr lang="fr-FR" smtClean="0"/>
              <a:t>Yours is the glory forever, Amen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DANS LES CIEUX TON NOM SOIT SANCTIFIÉ</a:t>
            </a:r>
          </a:p>
          <a:p>
            <a:r>
              <a:rPr lang="fr-FR" smtClean="0"/>
              <a:t>Our Father in Heaven Hallowed be Your name</a:t>
            </a:r>
          </a:p>
          <a:p>
            <a:endParaRPr lang="fr-FR" smtClean="0"/>
          </a:p>
          <a:p>
            <a:r>
              <a:rPr lang="fr-FR" smtClean="0"/>
              <a:t>2-  QUE TON RÈGNE VIENNE ENFIN ET FAIS TA VOLONTÉ</a:t>
            </a:r>
          </a:p>
          <a:p>
            <a:r>
              <a:rPr lang="fr-FR" smtClean="0"/>
              <a:t>Your kingdom come quickly Your will be done the same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SUR TERRE COMME ELLE EST FAITE AUX CIEUX</a:t>
            </a:r>
          </a:p>
          <a:p>
            <a:r>
              <a:rPr lang="fr-FR" smtClean="0"/>
              <a:t>On Earth as it is in Heaven</a:t>
            </a:r>
          </a:p>
          <a:p>
            <a:endParaRPr lang="fr-FR" smtClean="0"/>
          </a:p>
          <a:p>
            <a:r>
              <a:rPr lang="fr-FR" smtClean="0"/>
              <a:t>4-  QUE LES CIEUX VIENNENT</a:t>
            </a:r>
          </a:p>
          <a:p>
            <a:r>
              <a:rPr lang="fr-FR" smtClean="0"/>
              <a:t>Let Heaven come </a:t>
            </a:r>
          </a:p>
          <a:p>
            <a:endParaRPr lang="fr-FR" smtClean="0"/>
          </a:p>
          <a:p>
            <a:r>
              <a:rPr lang="fr-FR" smtClean="0"/>
              <a:t>5-  SUR TERRE COMME ELLE EST FAITE AUX CIEUX</a:t>
            </a:r>
          </a:p>
          <a:p>
            <a:r>
              <a:rPr lang="fr-FR" smtClean="0"/>
              <a:t>On Earth as it is in Heaven</a:t>
            </a:r>
          </a:p>
          <a:p>
            <a:endParaRPr lang="fr-FR" smtClean="0"/>
          </a:p>
          <a:p>
            <a:r>
              <a:rPr lang="fr-FR" smtClean="0"/>
              <a:t>6-  QUE LES CIEUX VIENNENT</a:t>
            </a:r>
          </a:p>
          <a:p>
            <a:r>
              <a:rPr lang="fr-FR" smtClean="0"/>
              <a:t>Let Heaven come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QUE LES CIEUX VIENNENT QUE LES CIEUX VIENNENT</a:t>
            </a:r>
          </a:p>
          <a:p>
            <a:r>
              <a:rPr lang="fr-FR" smtClean="0"/>
              <a:t>Let Heaven come  Let Heaven come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À TOI LE ROYAUME À TOI LA PUISSANCE</a:t>
            </a:r>
          </a:p>
          <a:p>
            <a:r>
              <a:rPr lang="fr-FR" smtClean="0"/>
              <a:t>Yours is the kingdom Yours is the power</a:t>
            </a:r>
          </a:p>
          <a:p>
            <a:endParaRPr lang="fr-FR" smtClean="0"/>
          </a:p>
          <a:p>
            <a:r>
              <a:rPr lang="fr-FR" smtClean="0"/>
              <a:t>9-  ET À TOI LA GLOIRE  POUR TOUJOURS, AMEN</a:t>
            </a:r>
          </a:p>
          <a:p>
            <a:r>
              <a:rPr lang="fr-FR" smtClean="0"/>
              <a:t>Yours is the glory forever, Amen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NOTRE PÈRE DANS LES CIEUX TON NOM SOIT SANCTIFIÉ</a:t>
            </a:r>
          </a:p>
          <a:p>
            <a:pPr>
              <a:defRPr/>
            </a:pPr>
            <a:r>
              <a:rPr lang="fr-FR" smtClean="0"/>
              <a:t>Our Father in Heaven Hallowed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QUE TON RÈGNE VIENNE ENFIN ET FAIS TA VOLONTÉ</a:t>
            </a:r>
          </a:p>
          <a:p>
            <a:pPr>
              <a:defRPr/>
            </a:pPr>
            <a:r>
              <a:rPr lang="fr-FR" smtClean="0"/>
              <a:t>Your kingdom come quickly Your will be done the same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SUR TERRE COMME ELLE EST FAITE AUX CIEUX</a:t>
            </a:r>
          </a:p>
          <a:p>
            <a:pPr>
              <a:defRPr/>
            </a:pPr>
            <a:r>
              <a:rPr lang="fr-FR" smtClean="0"/>
              <a:t>On Earth as it is in Heaven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QUE LES CIEUX VIENNENT</a:t>
            </a:r>
          </a:p>
          <a:p>
            <a:pPr>
              <a:defRPr/>
            </a:pPr>
            <a:r>
              <a:rPr lang="fr-FR" smtClean="0"/>
              <a:t>Let Heaven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SUR TERRE COMME ELLE EST FAITE AUX CIEUX</a:t>
            </a:r>
          </a:p>
          <a:p>
            <a:pPr>
              <a:defRPr/>
            </a:pPr>
            <a:r>
              <a:rPr lang="fr-FR" smtClean="0"/>
              <a:t>On Earth as it is in Heaven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QUE LES CIEUX VIENNENT</a:t>
            </a:r>
          </a:p>
          <a:p>
            <a:pPr>
              <a:defRPr/>
            </a:pPr>
            <a:r>
              <a:rPr lang="fr-FR" smtClean="0"/>
              <a:t>Let Heaven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QUE LES CIEUX VIENNENT QUE LES CIEUX VIENNENT</a:t>
            </a:r>
          </a:p>
          <a:p>
            <a:pPr>
              <a:defRPr/>
            </a:pPr>
            <a:r>
              <a:rPr lang="fr-FR" smtClean="0"/>
              <a:t>Let Heaven come  Let Heaven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À TOI LE ROYAUME À TOI LA PUISSANCE</a:t>
            </a:r>
          </a:p>
          <a:p>
            <a:pPr>
              <a:defRPr/>
            </a:pPr>
            <a:r>
              <a:rPr lang="fr-FR" smtClean="0"/>
              <a:t>Yours is the kingdom Yours is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À TOI LA GLOIRE  POUR TOUJOURS, AMEN</a:t>
            </a:r>
          </a:p>
          <a:p>
            <a:pPr>
              <a:defRPr/>
            </a:pPr>
            <a:r>
              <a:rPr lang="fr-FR" smtClean="0"/>
              <a:t>Yours is the glory forever, Amen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DANS LES CIEUX TON NOM SOIT SANCTIFIÉ</a:t>
            </a:r>
          </a:p>
          <a:p>
            <a:r>
              <a:rPr lang="fr-FR" smtClean="0"/>
              <a:t>Our Father in Heaven Hallowed be Your name</a:t>
            </a:r>
          </a:p>
          <a:p>
            <a:endParaRPr lang="fr-FR" smtClean="0"/>
          </a:p>
          <a:p>
            <a:r>
              <a:rPr lang="fr-FR" smtClean="0"/>
              <a:t>2-  QUE TON RÈGNE VIENNE ENFIN ET FAIS TA VOLONTÉ</a:t>
            </a:r>
          </a:p>
          <a:p>
            <a:r>
              <a:rPr lang="fr-FR" smtClean="0"/>
              <a:t>Your kingdom come quickly Your will be done the same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SUR TERRE COMME ELLE EST FAITE AUX CIEUX</a:t>
            </a:r>
          </a:p>
          <a:p>
            <a:r>
              <a:rPr lang="fr-FR" smtClean="0"/>
              <a:t>On Earth as it is in Heaven</a:t>
            </a:r>
          </a:p>
          <a:p>
            <a:endParaRPr lang="fr-FR" smtClean="0"/>
          </a:p>
          <a:p>
            <a:r>
              <a:rPr lang="fr-FR" smtClean="0"/>
              <a:t>4-  QUE LES CIEUX VIENNENT</a:t>
            </a:r>
          </a:p>
          <a:p>
            <a:r>
              <a:rPr lang="fr-FR" smtClean="0"/>
              <a:t>Let Heaven come </a:t>
            </a:r>
          </a:p>
          <a:p>
            <a:endParaRPr lang="fr-FR" smtClean="0"/>
          </a:p>
          <a:p>
            <a:r>
              <a:rPr lang="fr-FR" smtClean="0"/>
              <a:t>5-  SUR TERRE COMME ELLE EST FAITE AUX CIEUX</a:t>
            </a:r>
          </a:p>
          <a:p>
            <a:r>
              <a:rPr lang="fr-FR" smtClean="0"/>
              <a:t>On Earth as it is in Heaven</a:t>
            </a:r>
          </a:p>
          <a:p>
            <a:endParaRPr lang="fr-FR" smtClean="0"/>
          </a:p>
          <a:p>
            <a:r>
              <a:rPr lang="fr-FR" smtClean="0"/>
              <a:t>6-  QUE LES CIEUX VIENNENT</a:t>
            </a:r>
          </a:p>
          <a:p>
            <a:r>
              <a:rPr lang="fr-FR" smtClean="0"/>
              <a:t>Let Heaven come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QUE LES CIEUX VIENNENT QUE LES CIEUX VIENNENT</a:t>
            </a:r>
          </a:p>
          <a:p>
            <a:r>
              <a:rPr lang="fr-FR" smtClean="0"/>
              <a:t>Let Heaven come  Let Heaven come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À TOI LE ROYAUME À TOI LA PUISSANCE</a:t>
            </a:r>
          </a:p>
          <a:p>
            <a:r>
              <a:rPr lang="fr-FR" smtClean="0"/>
              <a:t>Yours is the kingdom Yours is the power</a:t>
            </a:r>
          </a:p>
          <a:p>
            <a:endParaRPr lang="fr-FR" smtClean="0"/>
          </a:p>
          <a:p>
            <a:r>
              <a:rPr lang="fr-FR" smtClean="0"/>
              <a:t>9-  ET À TOI LA GLOIRE  POUR TOUJOURS, AMEN</a:t>
            </a:r>
          </a:p>
          <a:p>
            <a:r>
              <a:rPr lang="fr-FR" smtClean="0"/>
              <a:t>Yours is the glory forever, Amen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NOTRE PÈRE DANS LES CIEUX TON NOM SOIT SANCTIFIÉ</a:t>
            </a:r>
          </a:p>
          <a:p>
            <a:pPr>
              <a:defRPr/>
            </a:pPr>
            <a:r>
              <a:rPr lang="fr-FR" smtClean="0"/>
              <a:t>Our Father in Heaven Hallowed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QUE TON RÈGNE VIENNE ENFIN ET FAIS TA VOLONTÉ</a:t>
            </a:r>
          </a:p>
          <a:p>
            <a:pPr>
              <a:defRPr/>
            </a:pPr>
            <a:r>
              <a:rPr lang="fr-FR" smtClean="0"/>
              <a:t>Your kingdom come quickly Your will be done the same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SUR TERRE COMME ELLE EST FAITE AUX CIEUX</a:t>
            </a:r>
          </a:p>
          <a:p>
            <a:pPr>
              <a:defRPr/>
            </a:pPr>
            <a:r>
              <a:rPr lang="fr-FR" smtClean="0"/>
              <a:t>On Earth as it is in Heaven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QUE LES CIEUX VIENNENT</a:t>
            </a:r>
          </a:p>
          <a:p>
            <a:pPr>
              <a:defRPr/>
            </a:pPr>
            <a:r>
              <a:rPr lang="fr-FR" smtClean="0"/>
              <a:t>Let Heaven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SUR TERRE COMME ELLE EST FAITE AUX CIEUX</a:t>
            </a:r>
          </a:p>
          <a:p>
            <a:pPr>
              <a:defRPr/>
            </a:pPr>
            <a:r>
              <a:rPr lang="fr-FR" smtClean="0"/>
              <a:t>On Earth as it is in Heaven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QUE LES CIEUX VIENNENT</a:t>
            </a:r>
          </a:p>
          <a:p>
            <a:pPr>
              <a:defRPr/>
            </a:pPr>
            <a:r>
              <a:rPr lang="fr-FR" smtClean="0"/>
              <a:t>Let Heaven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QUE LES CIEUX VIENNENT QUE LES CIEUX VIENNENT</a:t>
            </a:r>
          </a:p>
          <a:p>
            <a:pPr>
              <a:defRPr/>
            </a:pPr>
            <a:r>
              <a:rPr lang="fr-FR" smtClean="0"/>
              <a:t>Let Heaven come  Let Heaven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À TOI LE ROYAUME À TOI LA PUISSANCE</a:t>
            </a:r>
          </a:p>
          <a:p>
            <a:pPr>
              <a:defRPr/>
            </a:pPr>
            <a:r>
              <a:rPr lang="fr-FR" smtClean="0"/>
              <a:t>Yours is the kingdom Yours is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À TOI LA GLOIRE  POUR TOUJOURS, AMEN</a:t>
            </a:r>
          </a:p>
          <a:p>
            <a:pPr>
              <a:defRPr/>
            </a:pPr>
            <a:r>
              <a:rPr lang="fr-FR" smtClean="0"/>
              <a:t>Yours is the glory forever, Amen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DANS LES CIEUX TON NOM SOIT SANCTIFIÉ</a:t>
            </a:r>
          </a:p>
          <a:p>
            <a:r>
              <a:rPr lang="fr-FR" smtClean="0"/>
              <a:t>Our Father in Heaven Hallowed be Your name</a:t>
            </a:r>
          </a:p>
          <a:p>
            <a:endParaRPr lang="fr-FR" smtClean="0"/>
          </a:p>
          <a:p>
            <a:r>
              <a:rPr lang="fr-FR" smtClean="0"/>
              <a:t>2-  QUE TON RÈGNE VIENNE ENFIN ET FAIS TA VOLONTÉ</a:t>
            </a:r>
          </a:p>
          <a:p>
            <a:r>
              <a:rPr lang="fr-FR" smtClean="0"/>
              <a:t>Your kingdom come quickly Your will be done the same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SUR TERRE COMME ELLE EST FAITE AUX CIEUX</a:t>
            </a:r>
          </a:p>
          <a:p>
            <a:r>
              <a:rPr lang="fr-FR" smtClean="0"/>
              <a:t>On Earth as it is in Heaven</a:t>
            </a:r>
          </a:p>
          <a:p>
            <a:endParaRPr lang="fr-FR" smtClean="0"/>
          </a:p>
          <a:p>
            <a:r>
              <a:rPr lang="fr-FR" smtClean="0"/>
              <a:t>4-  QUE LES CIEUX VIENNENT</a:t>
            </a:r>
          </a:p>
          <a:p>
            <a:r>
              <a:rPr lang="fr-FR" smtClean="0"/>
              <a:t>Let Heaven come </a:t>
            </a:r>
          </a:p>
          <a:p>
            <a:endParaRPr lang="fr-FR" smtClean="0"/>
          </a:p>
          <a:p>
            <a:r>
              <a:rPr lang="fr-FR" smtClean="0"/>
              <a:t>5-  SUR TERRE COMME ELLE EST FAITE AUX CIEUX</a:t>
            </a:r>
          </a:p>
          <a:p>
            <a:r>
              <a:rPr lang="fr-FR" smtClean="0"/>
              <a:t>On Earth as it is in Heaven</a:t>
            </a:r>
          </a:p>
          <a:p>
            <a:endParaRPr lang="fr-FR" smtClean="0"/>
          </a:p>
          <a:p>
            <a:r>
              <a:rPr lang="fr-FR" smtClean="0"/>
              <a:t>6-  QUE LES CIEUX VIENNENT</a:t>
            </a:r>
          </a:p>
          <a:p>
            <a:r>
              <a:rPr lang="fr-FR" smtClean="0"/>
              <a:t>Let Heaven come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QUE LES CIEUX VIENNENT QUE LES CIEUX VIENNENT</a:t>
            </a:r>
          </a:p>
          <a:p>
            <a:r>
              <a:rPr lang="fr-FR" smtClean="0"/>
              <a:t>Let Heaven come  Let Heaven come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À TOI LE ROYAUME À TOI LA PUISSANCE</a:t>
            </a:r>
          </a:p>
          <a:p>
            <a:r>
              <a:rPr lang="fr-FR" smtClean="0"/>
              <a:t>Yours is the kingdom Yours is the power</a:t>
            </a:r>
          </a:p>
          <a:p>
            <a:endParaRPr lang="fr-FR" smtClean="0"/>
          </a:p>
          <a:p>
            <a:r>
              <a:rPr lang="fr-FR" smtClean="0"/>
              <a:t>9-  ET À TOI LA GLOIRE  POUR TOUJOURS, AMEN</a:t>
            </a:r>
          </a:p>
          <a:p>
            <a:r>
              <a:rPr lang="fr-FR" smtClean="0"/>
              <a:t>Yours is the glory forever, Amen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NOTRE PÈRE DANS LES CIEUX TON NOM SOIT SANCTIFIÉ</a:t>
            </a:r>
          </a:p>
          <a:p>
            <a:pPr>
              <a:defRPr/>
            </a:pPr>
            <a:r>
              <a:rPr lang="fr-FR" smtClean="0"/>
              <a:t>Our Father in Heaven Hallowed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QUE TON RÈGNE VIENNE ENFIN ET FAIS TA VOLONTÉ</a:t>
            </a:r>
          </a:p>
          <a:p>
            <a:pPr>
              <a:defRPr/>
            </a:pPr>
            <a:r>
              <a:rPr lang="fr-FR" smtClean="0"/>
              <a:t>Your kingdom come quickly Your will be done the same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SUR TERRE COMME ELLE EST FAITE AUX CIEUX</a:t>
            </a:r>
          </a:p>
          <a:p>
            <a:pPr>
              <a:defRPr/>
            </a:pPr>
            <a:r>
              <a:rPr lang="fr-FR" smtClean="0"/>
              <a:t>On Earth as it is in Heaven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QUE LES CIEUX VIENNENT</a:t>
            </a:r>
          </a:p>
          <a:p>
            <a:pPr>
              <a:defRPr/>
            </a:pPr>
            <a:r>
              <a:rPr lang="fr-FR" smtClean="0"/>
              <a:t>Let Heaven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SUR TERRE COMME ELLE EST FAITE AUX CIEUX</a:t>
            </a:r>
          </a:p>
          <a:p>
            <a:pPr>
              <a:defRPr/>
            </a:pPr>
            <a:r>
              <a:rPr lang="fr-FR" smtClean="0"/>
              <a:t>On Earth as it is in Heaven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QUE LES CIEUX VIENNENT</a:t>
            </a:r>
          </a:p>
          <a:p>
            <a:pPr>
              <a:defRPr/>
            </a:pPr>
            <a:r>
              <a:rPr lang="fr-FR" smtClean="0"/>
              <a:t>Let Heaven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QUE LES CIEUX VIENNENT QUE LES CIEUX VIENNENT</a:t>
            </a:r>
          </a:p>
          <a:p>
            <a:pPr>
              <a:defRPr/>
            </a:pPr>
            <a:r>
              <a:rPr lang="fr-FR" smtClean="0"/>
              <a:t>Let Heaven come  Let Heaven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À TOI LE ROYAUME À TOI LA PUISSANCE</a:t>
            </a:r>
          </a:p>
          <a:p>
            <a:pPr>
              <a:defRPr/>
            </a:pPr>
            <a:r>
              <a:rPr lang="fr-FR" smtClean="0"/>
              <a:t>Yours is the kingdom Yours is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À TOI LA GLOIRE  POUR TOUJOURS, AMEN</a:t>
            </a:r>
          </a:p>
          <a:p>
            <a:pPr>
              <a:defRPr/>
            </a:pPr>
            <a:r>
              <a:rPr lang="fr-FR" smtClean="0"/>
              <a:t>Yours is the glory forever, Amen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DANS LES CIEUX TON NOM SOIT SANCTIFIÉ</a:t>
            </a:r>
          </a:p>
          <a:p>
            <a:r>
              <a:rPr lang="fr-FR" smtClean="0"/>
              <a:t>Our Father in Heaven Hallowed be Your name</a:t>
            </a:r>
          </a:p>
          <a:p>
            <a:endParaRPr lang="fr-FR" smtClean="0"/>
          </a:p>
          <a:p>
            <a:r>
              <a:rPr lang="fr-FR" smtClean="0"/>
              <a:t>2-  QUE TON RÈGNE VIENNE ENFIN ET FAIS TA VOLONTÉ</a:t>
            </a:r>
          </a:p>
          <a:p>
            <a:r>
              <a:rPr lang="fr-FR" smtClean="0"/>
              <a:t>Your kingdom come quickly Your will be done the same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SUR TERRE COMME ELLE EST FAITE AUX CIEUX</a:t>
            </a:r>
          </a:p>
          <a:p>
            <a:r>
              <a:rPr lang="fr-FR" smtClean="0"/>
              <a:t>On Earth as it is in Heaven</a:t>
            </a:r>
          </a:p>
          <a:p>
            <a:endParaRPr lang="fr-FR" smtClean="0"/>
          </a:p>
          <a:p>
            <a:r>
              <a:rPr lang="fr-FR" smtClean="0"/>
              <a:t>4-  QUE LES CIEUX VIENNENT</a:t>
            </a:r>
          </a:p>
          <a:p>
            <a:r>
              <a:rPr lang="fr-FR" smtClean="0"/>
              <a:t>Let Heaven come </a:t>
            </a:r>
          </a:p>
          <a:p>
            <a:endParaRPr lang="fr-FR" smtClean="0"/>
          </a:p>
          <a:p>
            <a:r>
              <a:rPr lang="fr-FR" smtClean="0"/>
              <a:t>5-  SUR TERRE COMME ELLE EST FAITE AUX CIEUX</a:t>
            </a:r>
          </a:p>
          <a:p>
            <a:r>
              <a:rPr lang="fr-FR" smtClean="0"/>
              <a:t>On Earth as it is in Heaven</a:t>
            </a:r>
          </a:p>
          <a:p>
            <a:endParaRPr lang="fr-FR" smtClean="0"/>
          </a:p>
          <a:p>
            <a:r>
              <a:rPr lang="fr-FR" smtClean="0"/>
              <a:t>6-  QUE LES CIEUX VIENNENT</a:t>
            </a:r>
          </a:p>
          <a:p>
            <a:r>
              <a:rPr lang="fr-FR" smtClean="0"/>
              <a:t>Let Heaven come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QUE LES CIEUX VIENNENT QUE LES CIEUX VIENNENT</a:t>
            </a:r>
          </a:p>
          <a:p>
            <a:r>
              <a:rPr lang="fr-FR" smtClean="0"/>
              <a:t>Let Heaven come  Let Heaven come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À TOI LE ROYAUME À TOI LA PUISSANCE</a:t>
            </a:r>
          </a:p>
          <a:p>
            <a:r>
              <a:rPr lang="fr-FR" smtClean="0"/>
              <a:t>Yours is the kingdom Yours is the power</a:t>
            </a:r>
          </a:p>
          <a:p>
            <a:endParaRPr lang="fr-FR" smtClean="0"/>
          </a:p>
          <a:p>
            <a:r>
              <a:rPr lang="fr-FR" smtClean="0"/>
              <a:t>9-  ET À TOI LA GLOIRE  POUR TOUJOURS, AMEN</a:t>
            </a:r>
          </a:p>
          <a:p>
            <a:r>
              <a:rPr lang="fr-FR" smtClean="0"/>
              <a:t>Yours is the glory forever, Amen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NOTRE PÈRE DANS LES CIEUX TON NOM SOIT SANCTIFIÉ</a:t>
            </a:r>
          </a:p>
          <a:p>
            <a:pPr>
              <a:defRPr/>
            </a:pPr>
            <a:r>
              <a:rPr lang="fr-FR" smtClean="0"/>
              <a:t>Our Father in Heaven Hallowed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QUE TON RÈGNE VIENNE ENFIN ET FAIS TA VOLONTÉ</a:t>
            </a:r>
          </a:p>
          <a:p>
            <a:pPr>
              <a:defRPr/>
            </a:pPr>
            <a:r>
              <a:rPr lang="fr-FR" smtClean="0"/>
              <a:t>Your kingdom come quickly Your will be done the same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SUR TERRE COMME ELLE EST FAITE AUX CIEUX</a:t>
            </a:r>
          </a:p>
          <a:p>
            <a:pPr>
              <a:defRPr/>
            </a:pPr>
            <a:r>
              <a:rPr lang="fr-FR" smtClean="0"/>
              <a:t>On Earth as it is in Heaven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QUE LES CIEUX VIENNENT</a:t>
            </a:r>
          </a:p>
          <a:p>
            <a:pPr>
              <a:defRPr/>
            </a:pPr>
            <a:r>
              <a:rPr lang="fr-FR" smtClean="0"/>
              <a:t>Let Heaven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SUR TERRE COMME ELLE EST FAITE AUX CIEUX</a:t>
            </a:r>
          </a:p>
          <a:p>
            <a:pPr>
              <a:defRPr/>
            </a:pPr>
            <a:r>
              <a:rPr lang="fr-FR" smtClean="0"/>
              <a:t>On Earth as it is in Heaven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QUE LES CIEUX VIENNENT</a:t>
            </a:r>
          </a:p>
          <a:p>
            <a:pPr>
              <a:defRPr/>
            </a:pPr>
            <a:r>
              <a:rPr lang="fr-FR" smtClean="0"/>
              <a:t>Let Heaven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QUE LES CIEUX VIENNENT QUE LES CIEUX VIENNENT</a:t>
            </a:r>
          </a:p>
          <a:p>
            <a:pPr>
              <a:defRPr/>
            </a:pPr>
            <a:r>
              <a:rPr lang="fr-FR" smtClean="0"/>
              <a:t>Let Heaven come  Let Heaven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À TOI LE ROYAUME À TOI LA PUISSANCE</a:t>
            </a:r>
          </a:p>
          <a:p>
            <a:pPr>
              <a:defRPr/>
            </a:pPr>
            <a:r>
              <a:rPr lang="fr-FR" smtClean="0"/>
              <a:t>Yours is the kingdom Yours is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À TOI LA GLOIRE  POUR TOUJOURS, AMEN</a:t>
            </a:r>
          </a:p>
          <a:p>
            <a:pPr>
              <a:defRPr/>
            </a:pPr>
            <a:r>
              <a:rPr lang="fr-FR" smtClean="0"/>
              <a:t>Yours is the glory forever, Amen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DANS LES CIEUX TON NOM SOIT SANCTIFIÉ</a:t>
            </a:r>
          </a:p>
          <a:p>
            <a:r>
              <a:rPr lang="fr-FR" smtClean="0"/>
              <a:t>Our Father in Heaven Hallowed be Your name</a:t>
            </a:r>
          </a:p>
          <a:p>
            <a:endParaRPr lang="fr-FR" smtClean="0"/>
          </a:p>
          <a:p>
            <a:r>
              <a:rPr lang="fr-FR" smtClean="0"/>
              <a:t>2-  QUE TON RÈGNE VIENNE ENFIN ET FAIS TA VOLONTÉ</a:t>
            </a:r>
          </a:p>
          <a:p>
            <a:r>
              <a:rPr lang="fr-FR" smtClean="0"/>
              <a:t>Your kingdom come quickly Your will be done the same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SUR TERRE COMME ELLE EST FAITE AUX CIEUX</a:t>
            </a:r>
          </a:p>
          <a:p>
            <a:r>
              <a:rPr lang="fr-FR" smtClean="0"/>
              <a:t>On Earth as it is in Heaven</a:t>
            </a:r>
          </a:p>
          <a:p>
            <a:endParaRPr lang="fr-FR" smtClean="0"/>
          </a:p>
          <a:p>
            <a:r>
              <a:rPr lang="fr-FR" smtClean="0"/>
              <a:t>4-  QUE LES CIEUX VIENNENT</a:t>
            </a:r>
          </a:p>
          <a:p>
            <a:r>
              <a:rPr lang="fr-FR" smtClean="0"/>
              <a:t>Let Heaven come </a:t>
            </a:r>
          </a:p>
          <a:p>
            <a:endParaRPr lang="fr-FR" smtClean="0"/>
          </a:p>
          <a:p>
            <a:r>
              <a:rPr lang="fr-FR" smtClean="0"/>
              <a:t>5-  SUR TERRE COMME ELLE EST FAITE AUX CIEUX</a:t>
            </a:r>
          </a:p>
          <a:p>
            <a:r>
              <a:rPr lang="fr-FR" smtClean="0"/>
              <a:t>On Earth as it is in Heaven</a:t>
            </a:r>
          </a:p>
          <a:p>
            <a:endParaRPr lang="fr-FR" smtClean="0"/>
          </a:p>
          <a:p>
            <a:r>
              <a:rPr lang="fr-FR" smtClean="0"/>
              <a:t>6-  QUE LES CIEUX VIENNENT</a:t>
            </a:r>
          </a:p>
          <a:p>
            <a:r>
              <a:rPr lang="fr-FR" smtClean="0"/>
              <a:t>Let Heaven come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QUE LES CIEUX VIENNENT QUE LES CIEUX VIENNENT</a:t>
            </a:r>
          </a:p>
          <a:p>
            <a:r>
              <a:rPr lang="fr-FR" smtClean="0"/>
              <a:t>Let Heaven come  Let Heaven come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À TOI LE ROYAUME À TOI LA PUISSANCE</a:t>
            </a:r>
          </a:p>
          <a:p>
            <a:r>
              <a:rPr lang="fr-FR" smtClean="0"/>
              <a:t>Yours is the kingdom Yours is the power</a:t>
            </a:r>
          </a:p>
          <a:p>
            <a:endParaRPr lang="fr-FR" smtClean="0"/>
          </a:p>
          <a:p>
            <a:r>
              <a:rPr lang="fr-FR" smtClean="0"/>
              <a:t>9-  ET À TOI LA GLOIRE  POUR TOUJOURS, AMEN</a:t>
            </a:r>
          </a:p>
          <a:p>
            <a:r>
              <a:rPr lang="fr-FR" smtClean="0"/>
              <a:t>Yours is the glory forever, Amen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NOTRE PÈRE DANS LES CIEUX TON NOM SOIT SANCTIFIÉ</a:t>
            </a:r>
          </a:p>
          <a:p>
            <a:pPr>
              <a:defRPr/>
            </a:pPr>
            <a:r>
              <a:rPr lang="fr-FR" smtClean="0"/>
              <a:t>Our Father in Heaven Hallowed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QUE TON RÈGNE VIENNE ENFIN ET FAIS TA VOLONTÉ</a:t>
            </a:r>
          </a:p>
          <a:p>
            <a:pPr>
              <a:defRPr/>
            </a:pPr>
            <a:r>
              <a:rPr lang="fr-FR" smtClean="0"/>
              <a:t>Your kingdom come quickly Your will be done the same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SUR TERRE COMME ELLE EST FAITE AUX CIEUX</a:t>
            </a:r>
          </a:p>
          <a:p>
            <a:pPr>
              <a:defRPr/>
            </a:pPr>
            <a:r>
              <a:rPr lang="fr-FR" smtClean="0"/>
              <a:t>On Earth as it is in Heaven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QUE LES CIEUX VIENNENT</a:t>
            </a:r>
          </a:p>
          <a:p>
            <a:pPr>
              <a:defRPr/>
            </a:pPr>
            <a:r>
              <a:rPr lang="fr-FR" smtClean="0"/>
              <a:t>Let Heaven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SUR TERRE COMME ELLE EST FAITE AUX CIEUX</a:t>
            </a:r>
          </a:p>
          <a:p>
            <a:pPr>
              <a:defRPr/>
            </a:pPr>
            <a:r>
              <a:rPr lang="fr-FR" smtClean="0"/>
              <a:t>On Earth as it is in Heaven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QUE LES CIEUX VIENNENT</a:t>
            </a:r>
          </a:p>
          <a:p>
            <a:pPr>
              <a:defRPr/>
            </a:pPr>
            <a:r>
              <a:rPr lang="fr-FR" smtClean="0"/>
              <a:t>Let Heaven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QUE LES CIEUX VIENNENT QUE LES CIEUX VIENNENT</a:t>
            </a:r>
          </a:p>
          <a:p>
            <a:pPr>
              <a:defRPr/>
            </a:pPr>
            <a:r>
              <a:rPr lang="fr-FR" smtClean="0"/>
              <a:t>Let Heaven come  Let Heaven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À TOI LE ROYAUME À TOI LA PUISSANCE</a:t>
            </a:r>
          </a:p>
          <a:p>
            <a:pPr>
              <a:defRPr/>
            </a:pPr>
            <a:r>
              <a:rPr lang="fr-FR" smtClean="0"/>
              <a:t>Yours is the kingdom Yours is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À TOI LA GLOIRE  POUR TOUJOURS, AMEN</a:t>
            </a:r>
          </a:p>
          <a:p>
            <a:pPr>
              <a:defRPr/>
            </a:pPr>
            <a:r>
              <a:rPr lang="fr-FR" smtClean="0"/>
              <a:t>Yours is the glory forever, Amen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DANS LES CIEUX TON NOM SOIT SANCTIFIÉ</a:t>
            </a:r>
          </a:p>
          <a:p>
            <a:r>
              <a:rPr lang="fr-FR" smtClean="0"/>
              <a:t>Our Father in Heaven Hallowed be Your name</a:t>
            </a:r>
          </a:p>
          <a:p>
            <a:endParaRPr lang="fr-FR" smtClean="0"/>
          </a:p>
          <a:p>
            <a:r>
              <a:rPr lang="fr-FR" smtClean="0"/>
              <a:t>2-  QUE TON RÈGNE VIENNE ENFIN ET FAIS TA VOLONTÉ</a:t>
            </a:r>
          </a:p>
          <a:p>
            <a:r>
              <a:rPr lang="fr-FR" smtClean="0"/>
              <a:t>Your kingdom come quickly Your will be done the same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SUR TERRE COMME ELLE EST FAITE AUX CIEUX</a:t>
            </a:r>
          </a:p>
          <a:p>
            <a:r>
              <a:rPr lang="fr-FR" smtClean="0"/>
              <a:t>On Earth as it is in Heaven</a:t>
            </a:r>
          </a:p>
          <a:p>
            <a:endParaRPr lang="fr-FR" smtClean="0"/>
          </a:p>
          <a:p>
            <a:r>
              <a:rPr lang="fr-FR" smtClean="0"/>
              <a:t>4-  QUE LES CIEUX VIENNENT</a:t>
            </a:r>
          </a:p>
          <a:p>
            <a:r>
              <a:rPr lang="fr-FR" smtClean="0"/>
              <a:t>Let Heaven come </a:t>
            </a:r>
          </a:p>
          <a:p>
            <a:endParaRPr lang="fr-FR" smtClean="0"/>
          </a:p>
          <a:p>
            <a:r>
              <a:rPr lang="fr-FR" smtClean="0"/>
              <a:t>5-  SUR TERRE COMME ELLE EST FAITE AUX CIEUX</a:t>
            </a:r>
          </a:p>
          <a:p>
            <a:r>
              <a:rPr lang="fr-FR" smtClean="0"/>
              <a:t>On Earth as it is in Heaven</a:t>
            </a:r>
          </a:p>
          <a:p>
            <a:endParaRPr lang="fr-FR" smtClean="0"/>
          </a:p>
          <a:p>
            <a:r>
              <a:rPr lang="fr-FR" smtClean="0"/>
              <a:t>6-  QUE LES CIEUX VIENNENT</a:t>
            </a:r>
          </a:p>
          <a:p>
            <a:r>
              <a:rPr lang="fr-FR" smtClean="0"/>
              <a:t>Let Heaven come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QUE LES CIEUX VIENNENT QUE LES CIEUX VIENNENT</a:t>
            </a:r>
          </a:p>
          <a:p>
            <a:r>
              <a:rPr lang="fr-FR" smtClean="0"/>
              <a:t>Let Heaven come  Let Heaven come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À TOI LE ROYAUME À TOI LA PUISSANCE</a:t>
            </a:r>
          </a:p>
          <a:p>
            <a:r>
              <a:rPr lang="fr-FR" smtClean="0"/>
              <a:t>Yours is the kingdom Yours is the power</a:t>
            </a:r>
          </a:p>
          <a:p>
            <a:endParaRPr lang="fr-FR" smtClean="0"/>
          </a:p>
          <a:p>
            <a:r>
              <a:rPr lang="fr-FR" smtClean="0"/>
              <a:t>9-  ET À TOI LA GLOIRE  POUR TOUJOURS, AMEN</a:t>
            </a:r>
          </a:p>
          <a:p>
            <a:r>
              <a:rPr lang="fr-FR" smtClean="0"/>
              <a:t>Yours is the glory forever, Amen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NOTRE PÈRE DANS LES CIEUX TON NOM SOIT SANCTIFIÉ</a:t>
            </a:r>
          </a:p>
          <a:p>
            <a:pPr>
              <a:defRPr/>
            </a:pPr>
            <a:r>
              <a:rPr lang="fr-FR" smtClean="0"/>
              <a:t>Our Father in Heaven Hallowed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QUE TON RÈGNE VIENNE ENFIN ET FAIS TA VOLONTÉ</a:t>
            </a:r>
          </a:p>
          <a:p>
            <a:pPr>
              <a:defRPr/>
            </a:pPr>
            <a:r>
              <a:rPr lang="fr-FR" smtClean="0"/>
              <a:t>Your kingdom come quickly Your will be done the same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SUR TERRE COMME ELLE EST FAITE AUX CIEUX</a:t>
            </a:r>
          </a:p>
          <a:p>
            <a:pPr>
              <a:defRPr/>
            </a:pPr>
            <a:r>
              <a:rPr lang="fr-FR" smtClean="0"/>
              <a:t>On Earth as it is in Heaven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QUE LES CIEUX VIENNENT</a:t>
            </a:r>
          </a:p>
          <a:p>
            <a:pPr>
              <a:defRPr/>
            </a:pPr>
            <a:r>
              <a:rPr lang="fr-FR" smtClean="0"/>
              <a:t>Let Heaven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SUR TERRE COMME ELLE EST FAITE AUX CIEUX</a:t>
            </a:r>
          </a:p>
          <a:p>
            <a:pPr>
              <a:defRPr/>
            </a:pPr>
            <a:r>
              <a:rPr lang="fr-FR" smtClean="0"/>
              <a:t>On Earth as it is in Heaven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QUE LES CIEUX VIENNENT</a:t>
            </a:r>
          </a:p>
          <a:p>
            <a:pPr>
              <a:defRPr/>
            </a:pPr>
            <a:r>
              <a:rPr lang="fr-FR" smtClean="0"/>
              <a:t>Let Heaven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QUE LES CIEUX VIENNENT QUE LES CIEUX VIENNENT</a:t>
            </a:r>
          </a:p>
          <a:p>
            <a:pPr>
              <a:defRPr/>
            </a:pPr>
            <a:r>
              <a:rPr lang="fr-FR" smtClean="0"/>
              <a:t>Let Heaven come  Let Heaven come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À TOI LE ROYAUME À TOI LA PUISSANCE</a:t>
            </a:r>
          </a:p>
          <a:p>
            <a:pPr>
              <a:defRPr/>
            </a:pPr>
            <a:r>
              <a:rPr lang="fr-FR" smtClean="0"/>
              <a:t>Yours is the kingdom Yours is the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À TOI LA GLOIRE  POUR TOUJOURS, AMEN</a:t>
            </a:r>
          </a:p>
          <a:p>
            <a:pPr>
              <a:defRPr/>
            </a:pPr>
            <a:r>
              <a:rPr lang="fr-FR" smtClean="0"/>
              <a:t>Yours is the glory forever, Amen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DANS LES CIEUX TON NOM SOIT SANCTIFIÉ</a:t>
            </a:r>
          </a:p>
          <a:p>
            <a:r>
              <a:rPr lang="fr-FR" smtClean="0"/>
              <a:t>Our Father in Heaven Hallowed be Your name</a:t>
            </a:r>
          </a:p>
          <a:p>
            <a:endParaRPr lang="fr-FR" smtClean="0"/>
          </a:p>
          <a:p>
            <a:r>
              <a:rPr lang="fr-FR" smtClean="0"/>
              <a:t>2-  QUE TON RÈGNE VIENNE ENFIN ET FAIS TA VOLONTÉ</a:t>
            </a:r>
          </a:p>
          <a:p>
            <a:r>
              <a:rPr lang="fr-FR" smtClean="0"/>
              <a:t>Your kingdom come quickly Your will be done the same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3-  SUR TERRE COMME ELLE EST FAITE AUX CIEUX</a:t>
            </a:r>
          </a:p>
          <a:p>
            <a:r>
              <a:rPr lang="fr-FR" smtClean="0"/>
              <a:t>On Earth as it is in Heaven</a:t>
            </a:r>
          </a:p>
          <a:p>
            <a:endParaRPr lang="fr-FR" smtClean="0"/>
          </a:p>
          <a:p>
            <a:r>
              <a:rPr lang="fr-FR" smtClean="0"/>
              <a:t>4-  QUE LES CIEUX VIENNENT</a:t>
            </a:r>
          </a:p>
          <a:p>
            <a:r>
              <a:rPr lang="fr-FR" smtClean="0"/>
              <a:t>Let Heaven come </a:t>
            </a:r>
          </a:p>
          <a:p>
            <a:endParaRPr lang="fr-FR" smtClean="0"/>
          </a:p>
          <a:p>
            <a:r>
              <a:rPr lang="fr-FR" smtClean="0"/>
              <a:t>5-  SUR TERRE COMME ELLE EST FAITE AUX CIEUX</a:t>
            </a:r>
          </a:p>
          <a:p>
            <a:r>
              <a:rPr lang="fr-FR" smtClean="0"/>
              <a:t>On Earth as it is in Heaven</a:t>
            </a:r>
          </a:p>
          <a:p>
            <a:endParaRPr lang="fr-FR" smtClean="0"/>
          </a:p>
          <a:p>
            <a:r>
              <a:rPr lang="fr-FR" smtClean="0"/>
              <a:t>6-  QUE LES CIEUX VIENNENT</a:t>
            </a:r>
          </a:p>
          <a:p>
            <a:r>
              <a:rPr lang="fr-FR" smtClean="0"/>
              <a:t>Let Heaven come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QUE LES CIEUX VIENNENT QUE LES CIEUX VIENNENT</a:t>
            </a:r>
          </a:p>
          <a:p>
            <a:r>
              <a:rPr lang="fr-FR" smtClean="0"/>
              <a:t>Let Heaven come  Let Heaven come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À TOI LE ROYAUME À TOI LA PUISSANCE</a:t>
            </a:r>
          </a:p>
          <a:p>
            <a:r>
              <a:rPr lang="fr-FR" smtClean="0"/>
              <a:t>Yours is the kingdom Yours is the power</a:t>
            </a:r>
          </a:p>
          <a:p>
            <a:endParaRPr lang="fr-FR" smtClean="0"/>
          </a:p>
          <a:p>
            <a:r>
              <a:rPr lang="fr-FR" smtClean="0"/>
              <a:t>9-  ET À TOI LA GLOIRE  POUR TOUJOURS, AMEN</a:t>
            </a:r>
          </a:p>
          <a:p>
            <a:r>
              <a:rPr lang="fr-FR" smtClean="0"/>
              <a:t>Yours is the glory forever, Amen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F3A09A-8163-4D0A-9590-1ECA6C167E1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42B850-BA19-4C19-9EC4-0657CC034D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07DD47-B240-45E9-9F26-47925392CFE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00FD2E-6CDE-49EA-BA7B-5694641F588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14301B-EAA8-4095-8F8B-287A5D8BDA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534FCB-0AF9-4197-B48C-E8D82CAABB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C7B833-EE54-4DE1-A778-6DC4DB9E58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64C212-565C-4BC6-8FC1-2916041447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59659A-8C5D-40B5-8F79-F44FBF2290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511FC4-14C0-4864-900B-88980C6528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DA6A57-DE38-4664-9D7F-DDD1302E55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BEF9B7B-DABA-41B1-B0BB-103161C354C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NOTRE PÈRE DANS LES CIEUX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TON NOM SOIT SANCTIFIÉ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 TON RÈGNE VIENNE ENFIN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FAIS TA VOLONTÉ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SUR TERRE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COMME ELLE EST FAITE AUX CIEUX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 LES CIEUX VIENNENT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SUR TERRE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COMME ELLE EST FAITE AUX CIEUX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 LES CIEUX VIENNENT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 LES CIEUX VIENNENT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 LES CIEUX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VIENNENT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 TOI LE ROYAUME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 TOI LA PUISSANCE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À TOI LA GLOIRE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TOUJOURS, AMEN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2497</Words>
  <Application>Microsoft Office PowerPoint</Application>
  <PresentationFormat>On-screen Show (4:3)</PresentationFormat>
  <Paragraphs>538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52</cp:revision>
  <dcterms:created xsi:type="dcterms:W3CDTF">2002-08-17T13:12:10Z</dcterms:created>
  <dcterms:modified xsi:type="dcterms:W3CDTF">2015-04-18T11:22:54Z</dcterms:modified>
</cp:coreProperties>
</file>