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2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51909" autoAdjust="0"/>
  </p:normalViewPr>
  <p:slideViewPr>
    <p:cSldViewPr>
      <p:cViewPr>
        <p:scale>
          <a:sx n="46" d="100"/>
          <a:sy n="46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3189DAC-8A75-48E2-8B9E-7211954E523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6A11A67-BDD3-406D-B641-6F9381C74D8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JE M’ABANDONNE À TOI JE TE DONNE TOUT DE MOI</a:t>
            </a:r>
          </a:p>
          <a:p>
            <a:pPr>
              <a:defRPr/>
            </a:pPr>
            <a:r>
              <a:rPr lang="fr-FR" smtClean="0"/>
              <a:t>I surrender all to You Everything I give to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TE DONNE TOUT DE MOI</a:t>
            </a:r>
          </a:p>
          <a:p>
            <a:pPr>
              <a:defRPr/>
            </a:pPr>
            <a:r>
              <a:rPr lang="fr-FR" smtClean="0"/>
              <a:t>I give myself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SEIGNEUR SERS TOI DE MOI</a:t>
            </a:r>
          </a:p>
          <a:p>
            <a:pPr>
              <a:defRPr/>
            </a:pPr>
            <a:r>
              <a:rPr lang="fr-FR" smtClean="0"/>
              <a:t>I give myself away so you can use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NE VEUX QUE TOI</a:t>
            </a:r>
          </a:p>
          <a:p>
            <a:pPr>
              <a:defRPr/>
            </a:pPr>
            <a:r>
              <a:rPr lang="fr-FR" smtClean="0"/>
              <a:t>All I want is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SANS RIEN RETENIR SANS RIEN RETENIR</a:t>
            </a:r>
          </a:p>
          <a:p>
            <a:pPr>
              <a:defRPr/>
            </a:pPr>
            <a:r>
              <a:rPr lang="fr-FR" smtClean="0"/>
              <a:t>Withholding nothing, Withholding nothing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DISONS OUI, OUI OUI SEIGNEUR</a:t>
            </a:r>
          </a:p>
          <a:p>
            <a:pPr>
              <a:defRPr/>
            </a:pPr>
            <a:r>
              <a:rPr lang="fr-FR" smtClean="0"/>
              <a:t>We say yes, yes, Yes, Lord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SANS RIEN RETENIR</a:t>
            </a:r>
          </a:p>
          <a:p>
            <a:pPr>
              <a:defRPr/>
            </a:pPr>
            <a:r>
              <a:rPr lang="fr-FR" smtClean="0"/>
              <a:t>Withholding nothing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JE M’ABANDONNE À TOI JE TE DONNE TOUT DE MOI</a:t>
            </a:r>
          </a:p>
          <a:p>
            <a:r>
              <a:rPr lang="fr-FR" smtClean="0"/>
              <a:t>I surrender all to You Everything I give to You</a:t>
            </a:r>
          </a:p>
          <a:p>
            <a:endParaRPr lang="fr-FR" smtClean="0"/>
          </a:p>
          <a:p>
            <a:r>
              <a:rPr lang="fr-FR" smtClean="0"/>
              <a:t>2-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r>
              <a:rPr lang="fr-FR" smtClean="0"/>
              <a:t>3-  JE TE DONNE TOUT DE MOI</a:t>
            </a:r>
          </a:p>
          <a:p>
            <a:r>
              <a:rPr lang="fr-FR" smtClean="0"/>
              <a:t>I give myself away</a:t>
            </a:r>
          </a:p>
          <a:p>
            <a:endParaRPr lang="fr-FR" smtClean="0"/>
          </a:p>
          <a:p>
            <a:r>
              <a:rPr lang="fr-FR" smtClean="0"/>
              <a:t>4-  SEIGNEUR SERS TOI DE MOI</a:t>
            </a:r>
          </a:p>
          <a:p>
            <a:r>
              <a:rPr lang="fr-FR" smtClean="0"/>
              <a:t>I give myself away so you can use me</a:t>
            </a:r>
          </a:p>
          <a:p>
            <a:endParaRPr lang="fr-FR" smtClean="0"/>
          </a:p>
          <a:p>
            <a:r>
              <a:rPr lang="fr-FR" smtClean="0"/>
              <a:t>5-  JE NE VEUX QUE TOI</a:t>
            </a:r>
          </a:p>
          <a:p>
            <a:r>
              <a:rPr lang="fr-FR" smtClean="0"/>
              <a:t>All I want is You</a:t>
            </a:r>
          </a:p>
          <a:p>
            <a:endParaRPr lang="fr-FR" smtClean="0"/>
          </a:p>
          <a:p>
            <a:r>
              <a:rPr lang="fr-FR" smtClean="0"/>
              <a:t>6-  SANS RIEN RETENIR SANS RIEN RETENIR</a:t>
            </a:r>
          </a:p>
          <a:p>
            <a:r>
              <a:rPr lang="fr-FR" smtClean="0"/>
              <a:t>Withholding nothing, Withholding nothing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NOUS DISONS OUI, OUI OUI SEIGNEUR</a:t>
            </a:r>
          </a:p>
          <a:p>
            <a:r>
              <a:rPr lang="fr-FR" smtClean="0"/>
              <a:t>We say yes, yes, Yes, Lord yes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SANS RIEN RETENIR</a:t>
            </a:r>
          </a:p>
          <a:p>
            <a:r>
              <a:rPr lang="fr-FR" smtClean="0"/>
              <a:t>Withholding nothing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9A814-1B68-4170-8F12-20AB973A76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C1C0D-8AA6-4026-AEF0-8F9D96AE1C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677CA-3FBD-43E7-9A3E-B166A4C075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E0C7A-37C9-4E1E-94A6-28273FE6FB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896CC-C303-4157-A2EF-D86C6C7203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A5488-7C69-411C-93DB-BC0F1E2D72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27972-7595-43A6-8085-5F1851FEC5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968EB-AA8C-4A5C-874B-0FE6244987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F8D8D-C5A1-47E7-9909-A3B10652DD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A9146-0F7B-4292-9BD9-93CEF3DE69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267A7-ABA4-49F3-BC4B-9D6E04A76E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247C051-A248-457C-B99F-E7E83D0DA8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M’ABANDONNE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SERS-TOI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MOI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VEUX QUE TOI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DISONS OUI, OUI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SEIGNEUR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SANS RIEN RETENIR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1761</Words>
  <Application>Microsoft Office PowerPoint</Application>
  <PresentationFormat>On-screen Show (4:3)</PresentationFormat>
  <Paragraphs>412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54</cp:revision>
  <dcterms:created xsi:type="dcterms:W3CDTF">2002-08-17T13:12:10Z</dcterms:created>
  <dcterms:modified xsi:type="dcterms:W3CDTF">2015-04-18T16:05:53Z</dcterms:modified>
</cp:coreProperties>
</file>