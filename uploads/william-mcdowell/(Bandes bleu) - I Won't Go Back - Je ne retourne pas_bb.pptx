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47383" autoAdjust="0"/>
  </p:normalViewPr>
  <p:slideViewPr>
    <p:cSldViewPr>
      <p:cViewPr>
        <p:scale>
          <a:sx n="40" d="100"/>
          <a:sy n="40" d="100"/>
        </p:scale>
        <p:origin x="-612" y="-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91B1EB-948A-4FDE-BDB9-38841EB9EA0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0CDD4CE-4B3E-49BB-9453-F396F9E2206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J’AI ÉTÉ CHANGÉ GUÉRI, LIBÉRÉ</a:t>
            </a:r>
          </a:p>
          <a:p>
            <a:pPr>
              <a:defRPr/>
            </a:pPr>
            <a:r>
              <a:rPr lang="fr-FR" smtClean="0"/>
              <a:t>I’ve been changed Healed, Freed,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LA JOIE LA PAIX, GRÂCE ET FAVEUR</a:t>
            </a:r>
          </a:p>
          <a:p>
            <a:pPr>
              <a:defRPr/>
            </a:pPr>
            <a:r>
              <a:rPr lang="fr-FR" smtClean="0"/>
              <a:t>I’ve found Joy Peace, Grace and Favor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3-  MAINTENANT, C’EST LE MOMENT CE JOUR EST LE JOUR</a:t>
            </a:r>
          </a:p>
          <a:p>
            <a:pPr>
              <a:defRPr/>
            </a:pPr>
            <a:r>
              <a:rPr lang="fr-FR" smtClean="0"/>
              <a:t>	Right now is the moment Today is the day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J’AI CHANGÉ J’AI CHANGÉ</a:t>
            </a:r>
          </a:p>
          <a:p>
            <a:pPr>
              <a:defRPr/>
            </a:pPr>
            <a:r>
              <a:rPr lang="fr-FR" smtClean="0"/>
              <a:t>	I’ve been changed I’ve been changed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J’AI ATTENDU  SI LONGTEMPS CE MOMENT</a:t>
            </a:r>
          </a:p>
          <a:p>
            <a:pPr>
              <a:defRPr/>
            </a:pPr>
            <a:r>
              <a:rPr lang="fr-FR" smtClean="0"/>
              <a:t>	I have waited for this moment to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ET JE NE LE MANQUERAI PAS</a:t>
            </a:r>
          </a:p>
          <a:p>
            <a:pPr>
              <a:defRPr/>
            </a:pPr>
            <a:r>
              <a:rPr lang="fr-FR" smtClean="0"/>
              <a:t>	And I won’t let it pass me by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JE N’IRAI PAS JE NE RETOURNE PAS</a:t>
            </a:r>
          </a:p>
          <a:p>
            <a:pPr>
              <a:defRPr/>
            </a:pPr>
            <a:r>
              <a:rPr lang="fr-FR" smtClean="0"/>
              <a:t>	I won’t go back I can’t go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smtClean="0"/>
              <a:t>	To the way it used to be Before Your presence came and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MES PÉCHÉS ET TOUTE MA HONTE, PARDONNÉE</a:t>
            </a:r>
          </a:p>
          <a:p>
            <a:pPr>
              <a:defRPr/>
            </a:pPr>
            <a:r>
              <a:rPr lang="fr-FR" smtClean="0"/>
              <a:t>All my shame Guilt, Sins, Forgiven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PLUS DE CHAÎNE, DE PEUR L’ANCIEN EST PASSÉ</a:t>
            </a:r>
          </a:p>
          <a:p>
            <a:pPr>
              <a:defRPr/>
            </a:pPr>
            <a:r>
              <a:rPr lang="fr-FR" smtClean="0"/>
              <a:t>No more chains Fear My past is over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J’AI ÉTÉ CHANGÉ GUÉRI, LIBÉRÉ</a:t>
            </a:r>
          </a:p>
          <a:p>
            <a:pPr>
              <a:defRPr/>
            </a:pPr>
            <a:r>
              <a:rPr lang="fr-FR" dirty="0" err="1" smtClean="0"/>
              <a:t>I’ve</a:t>
            </a:r>
            <a:r>
              <a:rPr lang="fr-FR" dirty="0" smtClean="0"/>
              <a:t> been </a:t>
            </a:r>
            <a:r>
              <a:rPr lang="fr-FR" dirty="0" err="1" smtClean="0"/>
              <a:t>changed</a:t>
            </a:r>
            <a:r>
              <a:rPr lang="fr-FR" dirty="0" smtClean="0"/>
              <a:t> </a:t>
            </a:r>
            <a:r>
              <a:rPr lang="fr-FR" dirty="0" err="1" smtClean="0"/>
              <a:t>Healed</a:t>
            </a:r>
            <a:r>
              <a:rPr lang="fr-FR" dirty="0" smtClean="0"/>
              <a:t>, </a:t>
            </a:r>
            <a:r>
              <a:rPr lang="fr-FR" dirty="0" err="1" smtClean="0"/>
              <a:t>Freed</a:t>
            </a:r>
            <a:r>
              <a:rPr lang="fr-FR" dirty="0" smtClean="0"/>
              <a:t>, </a:t>
            </a:r>
            <a:r>
              <a:rPr lang="fr-FR" dirty="0" err="1" smtClean="0"/>
              <a:t>Delivered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J’AI LA JOIE LA PAIX, GRÂCE ET FAVEUR</a:t>
            </a:r>
          </a:p>
          <a:p>
            <a:pPr>
              <a:defRPr/>
            </a:pPr>
            <a:r>
              <a:rPr lang="fr-FR" dirty="0" err="1" smtClean="0"/>
              <a:t>I’ve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Joy </a:t>
            </a:r>
            <a:r>
              <a:rPr lang="fr-FR" dirty="0" err="1" smtClean="0"/>
              <a:t>Peace</a:t>
            </a:r>
            <a:r>
              <a:rPr lang="fr-FR" dirty="0" smtClean="0"/>
              <a:t>, Grace and </a:t>
            </a:r>
            <a:r>
              <a:rPr lang="fr-FR" dirty="0" err="1" smtClean="0"/>
              <a:t>Favor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3-  MAINTENANT, C’EST LE MOMENT CE JOUR EST LE JOUR</a:t>
            </a:r>
          </a:p>
          <a:p>
            <a:pPr>
              <a:defRPr/>
            </a:pPr>
            <a:r>
              <a:rPr lang="fr-FR" dirty="0" smtClean="0"/>
              <a:t>	Right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moment </a:t>
            </a:r>
            <a:r>
              <a:rPr lang="fr-FR" dirty="0" err="1" smtClean="0"/>
              <a:t>Today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day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4-  J’AI CHANGÉ J’AI CHANGÉ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I’ve</a:t>
            </a:r>
            <a:r>
              <a:rPr lang="fr-FR" dirty="0" smtClean="0"/>
              <a:t> been </a:t>
            </a:r>
            <a:r>
              <a:rPr lang="fr-FR" dirty="0" err="1" smtClean="0"/>
              <a:t>changed</a:t>
            </a:r>
            <a:r>
              <a:rPr lang="fr-FR" dirty="0" smtClean="0"/>
              <a:t> </a:t>
            </a:r>
            <a:r>
              <a:rPr lang="fr-FR" dirty="0" err="1" smtClean="0"/>
              <a:t>I’ve</a:t>
            </a:r>
            <a:r>
              <a:rPr lang="fr-FR" dirty="0" smtClean="0"/>
              <a:t> been </a:t>
            </a:r>
            <a:r>
              <a:rPr lang="fr-FR" dirty="0" err="1" smtClean="0"/>
              <a:t>changed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J’AI ATTENDU  SI LONGTEMPS CE MOMENT</a:t>
            </a:r>
          </a:p>
          <a:p>
            <a:pPr>
              <a:defRPr/>
            </a:pPr>
            <a:r>
              <a:rPr lang="fr-FR" dirty="0" smtClean="0"/>
              <a:t>	I have </a:t>
            </a:r>
            <a:r>
              <a:rPr lang="fr-FR" dirty="0" err="1" smtClean="0"/>
              <a:t>waited</a:t>
            </a:r>
            <a:r>
              <a:rPr lang="fr-FR" dirty="0" smtClean="0"/>
              <a:t> for </a:t>
            </a:r>
            <a:r>
              <a:rPr lang="fr-FR" dirty="0" err="1" smtClean="0"/>
              <a:t>this</a:t>
            </a:r>
            <a:r>
              <a:rPr lang="fr-FR" dirty="0" smtClean="0"/>
              <a:t> moment to come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6-  ET JE NE LE MANQUERAI PAS</a:t>
            </a:r>
          </a:p>
          <a:p>
            <a:pPr>
              <a:defRPr/>
            </a:pPr>
            <a:r>
              <a:rPr lang="fr-FR" dirty="0" smtClean="0"/>
              <a:t>	And I </a:t>
            </a:r>
            <a:r>
              <a:rPr lang="fr-FR" dirty="0" err="1" smtClean="0"/>
              <a:t>won’t</a:t>
            </a:r>
            <a:r>
              <a:rPr lang="fr-FR" dirty="0" smtClean="0"/>
              <a:t> let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pass</a:t>
            </a:r>
            <a:r>
              <a:rPr lang="fr-FR" dirty="0" smtClean="0"/>
              <a:t> me by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7-  JE N’IRAI PAS JE NE RETOURNE PAS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won’t</a:t>
            </a:r>
            <a:r>
              <a:rPr lang="fr-FR" dirty="0" smtClean="0"/>
              <a:t> go back I </a:t>
            </a:r>
            <a:r>
              <a:rPr lang="fr-FR" dirty="0" err="1" smtClean="0"/>
              <a:t>can’t</a:t>
            </a:r>
            <a:r>
              <a:rPr lang="fr-FR" dirty="0" smtClean="0"/>
              <a:t> go back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8-  VERS LES VOIES DE MON PASSÉ AVANT QUE TA PRÉSENCE M’AIT CHANGÉ</a:t>
            </a:r>
          </a:p>
          <a:p>
            <a:pPr>
              <a:defRPr/>
            </a:pPr>
            <a:r>
              <a:rPr lang="fr-FR" dirty="0" smtClean="0"/>
              <a:t>	To the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used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came and </a:t>
            </a:r>
            <a:r>
              <a:rPr lang="fr-FR" dirty="0" err="1" smtClean="0"/>
              <a:t>changed</a:t>
            </a:r>
            <a:r>
              <a:rPr lang="fr-FR" dirty="0" smtClean="0"/>
              <a:t>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MES PÉCHÉS ET TOUTE MA HONTE, PARDONNÉE</a:t>
            </a:r>
          </a:p>
          <a:p>
            <a:pPr>
              <a:defRPr/>
            </a:pPr>
            <a:r>
              <a:rPr lang="fr-FR" dirty="0" smtClean="0"/>
              <a:t>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shame</a:t>
            </a:r>
            <a:r>
              <a:rPr lang="fr-FR" dirty="0" smtClean="0"/>
              <a:t> </a:t>
            </a:r>
            <a:r>
              <a:rPr lang="fr-FR" dirty="0" err="1" smtClean="0"/>
              <a:t>Guilt</a:t>
            </a:r>
            <a:r>
              <a:rPr lang="fr-FR" dirty="0" smtClean="0"/>
              <a:t>, </a:t>
            </a:r>
            <a:r>
              <a:rPr lang="fr-FR" dirty="0" err="1" smtClean="0"/>
              <a:t>Sins</a:t>
            </a:r>
            <a:r>
              <a:rPr lang="fr-FR" dirty="0" smtClean="0"/>
              <a:t>, </a:t>
            </a:r>
            <a:r>
              <a:rPr lang="fr-FR" dirty="0" err="1" smtClean="0"/>
              <a:t>Forgiven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PLUS DE CHAÎNE, DE PEUR L’ANCIEN EST PASSÉ</a:t>
            </a:r>
          </a:p>
          <a:p>
            <a:pPr>
              <a:defRPr/>
            </a:pPr>
            <a:r>
              <a:rPr lang="fr-FR" dirty="0" smtClean="0"/>
              <a:t>No more </a:t>
            </a:r>
            <a:r>
              <a:rPr lang="fr-FR" dirty="0" err="1" smtClean="0"/>
              <a:t>chains</a:t>
            </a:r>
            <a:r>
              <a:rPr lang="fr-FR" dirty="0" smtClean="0"/>
              <a:t> </a:t>
            </a:r>
            <a:r>
              <a:rPr lang="fr-FR" dirty="0" err="1" smtClean="0"/>
              <a:t>Fear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over</a:t>
            </a:r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ÉTÉ CHANGÉ GUÉRI, LIBÉRÉ</a:t>
            </a:r>
          </a:p>
          <a:p>
            <a:r>
              <a:rPr lang="fr-FR" smtClean="0"/>
              <a:t>I’ve been changed Healed, Freed, Delivered</a:t>
            </a:r>
          </a:p>
          <a:p>
            <a:endParaRPr lang="fr-FR" smtClean="0"/>
          </a:p>
          <a:p>
            <a:r>
              <a:rPr lang="fr-FR" smtClean="0"/>
              <a:t>2-  J’AI LA JOIE LA PAIX, GRÂCE ET FAVEUR</a:t>
            </a:r>
          </a:p>
          <a:p>
            <a:r>
              <a:rPr lang="fr-FR" smtClean="0"/>
              <a:t>I’ve found Joy Peace, Grace and Favor</a:t>
            </a:r>
          </a:p>
          <a:p>
            <a:endParaRPr lang="fr-FR" smtClean="0"/>
          </a:p>
          <a:p>
            <a:r>
              <a:rPr lang="fr-FR" smtClean="0"/>
              <a:t>	3-  MAINTENANT, C’EST LE MOMENT CE JOUR EST LE JOUR</a:t>
            </a:r>
          </a:p>
          <a:p>
            <a:r>
              <a:rPr lang="fr-FR" smtClean="0"/>
              <a:t>	Right now is the moment Today is the day</a:t>
            </a:r>
          </a:p>
          <a:p>
            <a:endParaRPr lang="fr-FR" smtClean="0"/>
          </a:p>
          <a:p>
            <a:r>
              <a:rPr lang="fr-FR" smtClean="0"/>
              <a:t>	4-  J’AI CHANGÉ J’AI CHANGÉ</a:t>
            </a:r>
          </a:p>
          <a:p>
            <a:r>
              <a:rPr lang="fr-FR" smtClean="0"/>
              <a:t>	I’ve been changed I’ve been changed</a:t>
            </a:r>
          </a:p>
          <a:p>
            <a:endParaRPr lang="fr-FR" smtClean="0"/>
          </a:p>
          <a:p>
            <a:r>
              <a:rPr lang="fr-FR" smtClean="0"/>
              <a:t>	5-  J’AI ATTENDU  SI LONGTEMPS CE MOMENT</a:t>
            </a:r>
          </a:p>
          <a:p>
            <a:r>
              <a:rPr lang="fr-FR" smtClean="0"/>
              <a:t>	I have waited for this moment to come </a:t>
            </a:r>
          </a:p>
          <a:p>
            <a:endParaRPr lang="fr-FR" smtClean="0"/>
          </a:p>
          <a:p>
            <a:r>
              <a:rPr lang="fr-FR" smtClean="0"/>
              <a:t>	6-  ET JE NE LE MANQUERAI PAS</a:t>
            </a:r>
          </a:p>
          <a:p>
            <a:r>
              <a:rPr lang="fr-FR" smtClean="0"/>
              <a:t>	And I won’t let it pass me by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7-  JE N’IRAI PAS JE NE RETOURNE PAS</a:t>
            </a:r>
          </a:p>
          <a:p>
            <a:r>
              <a:rPr lang="fr-FR" smtClean="0"/>
              <a:t>	I won’t go back I can’t go back</a:t>
            </a:r>
          </a:p>
          <a:p>
            <a:endParaRPr lang="fr-FR" smtClean="0"/>
          </a:p>
          <a:p>
            <a:r>
              <a:rPr lang="fr-FR" smtClean="0"/>
              <a:t>	8-  VERS LES VOIES DE MON PASSÉ AVANT QUE TA PRÉSENCE M’AIT CHANGÉ</a:t>
            </a:r>
          </a:p>
          <a:p>
            <a:r>
              <a:rPr lang="fr-FR" smtClean="0"/>
              <a:t>	To the way it used to be Before Your presence came and changed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MES PÉCHÉS ET TOUTE MA HONTE, PARDONNÉE</a:t>
            </a:r>
          </a:p>
          <a:p>
            <a:r>
              <a:rPr lang="fr-FR" smtClean="0"/>
              <a:t>All my shame Guilt, Sins, Forgiven</a:t>
            </a:r>
          </a:p>
          <a:p>
            <a:endParaRPr lang="fr-FR" smtClean="0"/>
          </a:p>
          <a:p>
            <a:r>
              <a:rPr lang="fr-FR" smtClean="0"/>
              <a:t>10-  PLUS DE CHAÎNE, DE PEUR L’ANCIEN EST PASSÉ</a:t>
            </a:r>
          </a:p>
          <a:p>
            <a:r>
              <a:rPr lang="fr-FR" smtClean="0"/>
              <a:t>No more chains Fear My past is over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DBBA3-D562-4150-9E9B-3010C2963C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07E461-4AE8-4208-BB11-0AC7068E6A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2A62F-6132-489F-957B-51A67A84FE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022595-311E-4787-A0F1-3C50E65CAA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EA2F3-C158-4C05-ABEE-D74DF3D3AE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0835D0-C0EB-42D3-93FE-597F4730EE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C9B794-1071-4660-A822-625B904F9F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A398D9-2B35-4170-B623-E70822AA2E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11E37-F44E-46D4-8948-535F5C19B4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8BAC6C-B5AB-42FB-AB3E-BF32FF1605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96C2A-2087-4E08-A990-5719CBA51E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A35406D-EFFE-4D40-AC68-39699B6D63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ÉTÉ CHANGÉ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GUÉRI, LIBÉRÉ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LA JOIE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PAIX, GRÂCE ET FAVEUR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MAINTENANT, C’EST LE MOMENT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JOUR EST LE JOUR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CHANGÉ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CHANGÉ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ATTENDU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LONGTEMPS CE MOMENT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NE LE MANQUERAI PAS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N’IRAI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RETOURNE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VERS LES VOIES DE MON PASSÉ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AVANT QUE TA PRÉSENCE M’AIT CHANGÉ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MES PÉCHÉS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TOUTE MA HONTE, PARDONNÉE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PLUS DE CHAÎNE, DE PEUR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L’ANCIEN EST PASSÉ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737</Words>
  <Application>Microsoft Office PowerPoint</Application>
  <PresentationFormat>On-screen Show (4:3)</PresentationFormat>
  <Paragraphs>639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53</cp:revision>
  <dcterms:created xsi:type="dcterms:W3CDTF">2002-08-17T13:12:10Z</dcterms:created>
  <dcterms:modified xsi:type="dcterms:W3CDTF">2015-04-18T10:51:41Z</dcterms:modified>
</cp:coreProperties>
</file>