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79198" autoAdjust="0"/>
  </p:normalViewPr>
  <p:slideViewPr>
    <p:cSldViewPr>
      <p:cViewPr>
        <p:scale>
          <a:sx n="60" d="100"/>
          <a:sy n="60" d="100"/>
        </p:scale>
        <p:origin x="-72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61D45AE-4F80-4947-97D6-43E988C052E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2BE5C51-7326-40B7-9115-B0841328B6B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1A832-A267-460D-9446-D06E428B8F1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14F58-9CD3-4502-88D8-81A3DBE8E59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3BEFD-F08F-462B-BE54-F724131241A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889CF-C57B-48EE-98A0-B7B46E8B931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DE246-7509-433B-A001-3BF30ABD00A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9F17A-65BC-4813-8049-BCCCCEA6D52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E084B-DB6F-421E-AE7C-55C31A5B9FD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45F3C6-58DB-4A98-A40F-D915D7448F3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587F6-9B03-48E6-A36B-5E25E1D0D68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BC27C-6C96-4AAA-BBAF-F8F7282204C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DC9FB-4E04-4C87-9C7A-6CD91ED1D87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C5AA5-5E1D-4BFF-BDAD-BC131370FE8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42EE6-9A9E-4714-9FD8-14A2B670112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CAF31-0F92-48AD-9B11-8D695F137C2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8ABB7-D71A-446F-91FC-12D39A62E59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B59F1-AC6F-4939-BAFB-1F74DD970E1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D9FD3-88CB-48CF-9086-CA5E4FE5E07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961F16-6A77-4633-B563-B8FFCB768C8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37248-B70D-4D22-ACB8-DED5C1C3C59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F9B57-D9AB-4D02-8981-467B0994885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A6394-6709-467C-B678-3BF08CC66D4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82225-2334-4103-88AD-C10A4818AAF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Modifiez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682F5E4-B468-4245-A121-E84772F2C14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6B6DD45-C297-4AE3-9389-8CC0C8837CE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4413250" y="1125538"/>
            <a:ext cx="317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</a:t>
            </a:r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2051050" y="3429000"/>
            <a:ext cx="45720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Next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Next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4413250" y="1125538"/>
            <a:ext cx="3063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5795963" y="1309688"/>
            <a:ext cx="1736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bebessssssssssss</a:t>
            </a:r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2195513" y="2205038"/>
            <a:ext cx="4572000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        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      End If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 33333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Next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4413250" y="1125538"/>
            <a:ext cx="20875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ctehhhhhhhhhehzer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413250" y="1125538"/>
            <a:ext cx="1397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crxxxxxteeee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4413250" y="1125538"/>
            <a:ext cx="30210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cyyyyyyyyyyyyyyyyyyyyyyyyyy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1289</Words>
  <Application>Microsoft Office PowerPoint</Application>
  <PresentationFormat>On-screen Show (4:3)</PresentationFormat>
  <Paragraphs>696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Calibri</vt:lpstr>
      <vt:lpstr>Arial</vt:lpstr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creator>RISAL</dc:creator>
  <cp:lastModifiedBy>Yomo</cp:lastModifiedBy>
  <cp:revision>14</cp:revision>
  <dcterms:created xsi:type="dcterms:W3CDTF">2010-12-05T15:47:17Z</dcterms:created>
  <dcterms:modified xsi:type="dcterms:W3CDTF">2012-09-16T00:52:53Z</dcterms:modified>
</cp:coreProperties>
</file>