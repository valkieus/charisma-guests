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60962" autoAdjust="0"/>
  </p:normalViewPr>
  <p:slideViewPr>
    <p:cSldViewPr>
      <p:cViewPr>
        <p:scale>
          <a:sx n="46" d="100"/>
          <a:sy n="46" d="100"/>
        </p:scale>
        <p:origin x="-432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A3FA74B-7063-4995-A1AB-46F1D8A04D3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A481832-1AFC-4FF8-86F2-E2E0382142D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 RENDS À TOI JE ME RENDS À TOI</a:t>
            </a:r>
          </a:p>
          <a:p>
            <a:pPr>
              <a:defRPr/>
            </a:pPr>
            <a:r>
              <a:rPr lang="fr-FR" smtClean="0"/>
              <a:t>I surrender all I surrender all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SUIS TOUT À TOI</a:t>
            </a:r>
          </a:p>
          <a:p>
            <a:pPr>
              <a:defRPr/>
            </a:pPr>
            <a:r>
              <a:rPr lang="fr-FR" smtClean="0"/>
              <a:t>We say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DIS OUI PRENDS TOUT, SEIGNEUR</a:t>
            </a:r>
          </a:p>
          <a:p>
            <a:pPr>
              <a:defRPr/>
            </a:pPr>
            <a:r>
              <a:rPr lang="fr-FR" smtClean="0"/>
              <a:t>We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RENDS À TOI JE ME RENDS À TOI</a:t>
            </a:r>
          </a:p>
          <a:p>
            <a:r>
              <a:rPr lang="fr-FR" smtClean="0"/>
              <a:t>I surrender all I surrender all</a:t>
            </a:r>
          </a:p>
          <a:p>
            <a:endParaRPr lang="fr-FR" smtClean="0"/>
          </a:p>
          <a:p>
            <a:r>
              <a:rPr lang="fr-FR" smtClean="0"/>
              <a:t>2-  JE SUIS TOUT À TOI</a:t>
            </a:r>
          </a:p>
          <a:p>
            <a:r>
              <a:rPr lang="fr-FR" smtClean="0"/>
              <a:t>We say yes</a:t>
            </a:r>
          </a:p>
          <a:p>
            <a:endParaRPr lang="fr-FR" smtClean="0"/>
          </a:p>
          <a:p>
            <a:r>
              <a:rPr lang="fr-FR" smtClean="0"/>
              <a:t>3-  JE DIS OUI PRENDS TOUT, SEIGNEUR</a:t>
            </a:r>
          </a:p>
          <a:p>
            <a:r>
              <a:rPr lang="fr-FR" smtClean="0"/>
              <a:t>We surrender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 RENDS À TOI JE ME RENDS À TOI</a:t>
            </a:r>
          </a:p>
          <a:p>
            <a:pPr>
              <a:defRPr/>
            </a:pPr>
            <a:r>
              <a:rPr lang="fr-FR" smtClean="0"/>
              <a:t>I surrender all I surrender all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SUIS TOUT À TOI</a:t>
            </a:r>
          </a:p>
          <a:p>
            <a:pPr>
              <a:defRPr/>
            </a:pPr>
            <a:r>
              <a:rPr lang="fr-FR" smtClean="0"/>
              <a:t>We say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DIS OUI PRENDS TOUT, SEIGNEUR</a:t>
            </a:r>
          </a:p>
          <a:p>
            <a:pPr>
              <a:defRPr/>
            </a:pPr>
            <a:r>
              <a:rPr lang="fr-FR" smtClean="0"/>
              <a:t>We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RENDS À TOI JE ME RENDS À TOI</a:t>
            </a:r>
          </a:p>
          <a:p>
            <a:r>
              <a:rPr lang="fr-FR" smtClean="0"/>
              <a:t>I surrender all I surrender all</a:t>
            </a:r>
          </a:p>
          <a:p>
            <a:endParaRPr lang="fr-FR" smtClean="0"/>
          </a:p>
          <a:p>
            <a:r>
              <a:rPr lang="fr-FR" smtClean="0"/>
              <a:t>2-  JE SUIS TOUT À TOI</a:t>
            </a:r>
          </a:p>
          <a:p>
            <a:r>
              <a:rPr lang="fr-FR" smtClean="0"/>
              <a:t>We say yes</a:t>
            </a:r>
          </a:p>
          <a:p>
            <a:endParaRPr lang="fr-FR" smtClean="0"/>
          </a:p>
          <a:p>
            <a:r>
              <a:rPr lang="fr-FR" smtClean="0"/>
              <a:t>3-  JE DIS OUI PRENDS TOUT, SEIGNEUR</a:t>
            </a:r>
          </a:p>
          <a:p>
            <a:r>
              <a:rPr lang="fr-FR" smtClean="0"/>
              <a:t>We surrender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 RENDS À TOI JE ME RENDS À TOI</a:t>
            </a:r>
          </a:p>
          <a:p>
            <a:pPr>
              <a:defRPr/>
            </a:pPr>
            <a:r>
              <a:rPr lang="fr-FR" smtClean="0"/>
              <a:t>I surrender all I surrender all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JE SUIS TOUT À TOI</a:t>
            </a:r>
          </a:p>
          <a:p>
            <a:pPr>
              <a:defRPr/>
            </a:pPr>
            <a:r>
              <a:rPr lang="fr-FR" smtClean="0"/>
              <a:t>We say yes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JE DIS OUI PRENDS TOUT, SEIGNEUR</a:t>
            </a:r>
          </a:p>
          <a:p>
            <a:pPr>
              <a:defRPr/>
            </a:pPr>
            <a:r>
              <a:rPr lang="fr-FR" smtClean="0"/>
              <a:t>We surrender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RENDS À TOI JE ME RENDS À TOI</a:t>
            </a:r>
          </a:p>
          <a:p>
            <a:r>
              <a:rPr lang="fr-FR" smtClean="0"/>
              <a:t>I surrender all I surrender all</a:t>
            </a:r>
          </a:p>
          <a:p>
            <a:endParaRPr lang="fr-FR" smtClean="0"/>
          </a:p>
          <a:p>
            <a:r>
              <a:rPr lang="fr-FR" smtClean="0"/>
              <a:t>2-  JE SUIS TOUT À TOI</a:t>
            </a:r>
          </a:p>
          <a:p>
            <a:r>
              <a:rPr lang="fr-FR" smtClean="0"/>
              <a:t>We say yes</a:t>
            </a:r>
          </a:p>
          <a:p>
            <a:endParaRPr lang="fr-FR" smtClean="0"/>
          </a:p>
          <a:p>
            <a:r>
              <a:rPr lang="fr-FR" smtClean="0"/>
              <a:t>3-  JE DIS OUI PRENDS TOUT, SEIGNEUR</a:t>
            </a:r>
          </a:p>
          <a:p>
            <a:r>
              <a:rPr lang="fr-FR" smtClean="0"/>
              <a:t>We surrender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6C71-A49E-4686-80A8-1986BDF829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6BCAB-F3F4-4336-8F99-B624D872BA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A850E-B46A-41DD-A0D2-5309BCDCF7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116D5-AFDE-4C4B-A1D3-321851E824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F004F-0F6E-433E-BA32-5A9EC4A0DD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93081-B8FD-4F9C-8EF0-1CAD7079E6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E499D-E871-4B48-8753-83D342E3EA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BE82F-5317-4168-83DF-C8A3B87349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B1A68-2619-4BE8-9EC6-E0835E614D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54738-05BF-40F6-B752-3307D9FBDF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1F10D-BAED-4162-BEF8-7B46D80B28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8065BB-6467-448D-AE71-502F35F7A9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RENDS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ME RENDS À TOI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SUIS TOUT À TOI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DIS OUI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PRENDS TOUT, SEIGNEUR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238</Words>
  <Application>Microsoft Office PowerPoint</Application>
  <PresentationFormat>On-screen Show (4:3)</PresentationFormat>
  <Paragraphs>53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52</cp:revision>
  <dcterms:created xsi:type="dcterms:W3CDTF">2002-08-17T13:12:10Z</dcterms:created>
  <dcterms:modified xsi:type="dcterms:W3CDTF">2015-04-18T12:12:50Z</dcterms:modified>
</cp:coreProperties>
</file>