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6676" autoAdjust="0"/>
  </p:normalViewPr>
  <p:slideViewPr>
    <p:cSldViewPr>
      <p:cViewPr>
        <p:scale>
          <a:sx n="40" d="100"/>
          <a:sy n="40" d="100"/>
        </p:scale>
        <p:origin x="-66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7ABBF70-BE91-4229-AA10-06BB41710AF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E0CB2C-2B0D-481E-B71C-9A8E4BFC918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MON </a:t>
            </a:r>
            <a:r>
              <a:rPr lang="fr-FR" smtClean="0"/>
              <a:t>CŒUR PLEURE ET </a:t>
            </a:r>
            <a:r>
              <a:rPr lang="fr-FR" dirty="0" smtClean="0"/>
              <a:t>DÉSIRE PLUS DE TOI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cries,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cries For more of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JE VEUX VOIR TA FACE ENLACÉ PAR TA GRÂCE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face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VIENS ET REMPLIS CE VIDE AU FOND DE MOI</a:t>
            </a:r>
          </a:p>
          <a:p>
            <a:pPr>
              <a:defRPr/>
            </a:pPr>
            <a:r>
              <a:rPr lang="fr-FR" dirty="0" smtClean="0"/>
              <a:t>Come </a:t>
            </a:r>
            <a:r>
              <a:rPr lang="fr-FR" dirty="0" err="1" smtClean="0"/>
              <a:t>fill</a:t>
            </a:r>
            <a:r>
              <a:rPr lang="fr-FR" dirty="0" smtClean="0"/>
              <a:t> the </a:t>
            </a:r>
            <a:r>
              <a:rPr lang="fr-FR" dirty="0" err="1" smtClean="0"/>
              <a:t>empty</a:t>
            </a:r>
            <a:r>
              <a:rPr lang="fr-FR" dirty="0" smtClean="0"/>
              <a:t> place Inside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ET SOUS TES AILES JE VEUX DEMEURER LÀ</a:t>
            </a:r>
          </a:p>
          <a:p>
            <a:pPr>
              <a:defRPr/>
            </a:pPr>
            <a:r>
              <a:rPr lang="fr-FR" dirty="0" smtClean="0"/>
              <a:t>Under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wings</a:t>
            </a:r>
            <a:r>
              <a:rPr lang="fr-FR" dirty="0" smtClean="0"/>
              <a:t> Is </a:t>
            </a:r>
            <a:r>
              <a:rPr lang="fr-FR" dirty="0" err="1" smtClean="0"/>
              <a:t>where</a:t>
            </a:r>
            <a:r>
              <a:rPr lang="fr-FR" dirty="0" smtClean="0"/>
              <a:t> I long to </a:t>
            </a:r>
            <a:r>
              <a:rPr lang="fr-FR" dirty="0" err="1" smtClean="0"/>
              <a:t>be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JUSTE TOI ET MOI JAMAIS SANS TOI</a:t>
            </a:r>
          </a:p>
          <a:p>
            <a:pPr>
              <a:defRPr/>
            </a:pPr>
            <a:r>
              <a:rPr lang="fr-FR" dirty="0" smtClean="0"/>
              <a:t>Just You and me Never </a:t>
            </a:r>
            <a:r>
              <a:rPr lang="fr-FR" dirty="0" err="1" smtClean="0"/>
              <a:t>apart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JE VEUX PLUS BESOIN DE PLUS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more I </a:t>
            </a:r>
            <a:r>
              <a:rPr lang="fr-FR" dirty="0" err="1" smtClean="0"/>
              <a:t>need</a:t>
            </a:r>
            <a:r>
              <a:rPr lang="fr-FR" dirty="0" smtClean="0"/>
              <a:t> more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TELLEMENT PLUS DONNE-NOUS PLUS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much</a:t>
            </a:r>
            <a:r>
              <a:rPr lang="fr-FR" dirty="0" smtClean="0"/>
              <a:t> more </a:t>
            </a:r>
            <a:r>
              <a:rPr lang="fr-FR" dirty="0" err="1" smtClean="0"/>
              <a:t>Give</a:t>
            </a:r>
            <a:r>
              <a:rPr lang="fr-FR" dirty="0" smtClean="0"/>
              <a:t> us more</a:t>
            </a:r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MON CŒUR CRIE ET DÉSIRE PLUS DE TOI</a:t>
            </a:r>
          </a:p>
          <a:p>
            <a:pPr>
              <a:defRPr/>
            </a:pPr>
            <a:r>
              <a:rPr lang="fr-FR" smtClean="0"/>
              <a:t>My heart cries, my heart cries For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VEUX VOIR TA FACE ENLACÉ PAR TA GRÂCE</a:t>
            </a:r>
          </a:p>
          <a:p>
            <a:pPr>
              <a:defRPr/>
            </a:pPr>
            <a:r>
              <a:rPr lang="fr-FR" smtClean="0"/>
              <a:t>I want to see Your face Feel Your embrace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VIENS ET REMPLIS CE VIDE AU FOND DE MOI</a:t>
            </a:r>
          </a:p>
          <a:p>
            <a:pPr>
              <a:defRPr/>
            </a:pPr>
            <a:r>
              <a:rPr lang="fr-FR" smtClean="0"/>
              <a:t>Come fill the empty place Inside my heart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ET SOUS TES AILES JE VEUX DEMEURER LÀ</a:t>
            </a:r>
          </a:p>
          <a:p>
            <a:pPr>
              <a:defRPr/>
            </a:pPr>
            <a:r>
              <a:rPr lang="fr-FR" smtClean="0"/>
              <a:t>Under Your wings Is where I long to be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JUSTE TOI ET MOI JAMAIS SANS TOI</a:t>
            </a:r>
          </a:p>
          <a:p>
            <a:pPr>
              <a:defRPr/>
            </a:pPr>
            <a:r>
              <a:rPr lang="fr-FR" smtClean="0"/>
              <a:t>Just You and me Never apart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JE VEUX PLUS BESOIN DE PLUS</a:t>
            </a:r>
          </a:p>
          <a:p>
            <a:pPr>
              <a:defRPr/>
            </a:pPr>
            <a:r>
              <a:rPr lang="fr-FR" smtClean="0"/>
              <a:t>I want more I need more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TELLEMENT PLUS DONNE-NOUS PLUS</a:t>
            </a:r>
          </a:p>
          <a:p>
            <a:pPr>
              <a:defRPr/>
            </a:pPr>
            <a:r>
              <a:rPr lang="fr-FR" smtClean="0"/>
              <a:t>So much more Give us more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CRIE ET DÉSIRE PLUS DE TOI</a:t>
            </a:r>
          </a:p>
          <a:p>
            <a:r>
              <a:rPr lang="fr-FR" smtClean="0"/>
              <a:t>My heart cries, my heart cries For more of You</a:t>
            </a:r>
          </a:p>
          <a:p>
            <a:endParaRPr lang="fr-FR" smtClean="0"/>
          </a:p>
          <a:p>
            <a:r>
              <a:rPr lang="fr-FR" smtClean="0"/>
              <a:t>2-  JE VEUX VOIR TA FACE ENLACÉ PAR TA GRÂCE</a:t>
            </a:r>
          </a:p>
          <a:p>
            <a:r>
              <a:rPr lang="fr-FR" smtClean="0"/>
              <a:t>I want to see Your face Feel Your embrace</a:t>
            </a:r>
          </a:p>
          <a:p>
            <a:endParaRPr lang="fr-FR" smtClean="0"/>
          </a:p>
          <a:p>
            <a:r>
              <a:rPr lang="fr-FR" smtClean="0"/>
              <a:t>3-  VIENS ET REMPLIS CE VIDE AU FOND DE MOI</a:t>
            </a:r>
          </a:p>
          <a:p>
            <a:r>
              <a:rPr lang="fr-FR" smtClean="0"/>
              <a:t>Come fill the empty place Inside my heart</a:t>
            </a:r>
          </a:p>
          <a:p>
            <a:endParaRPr lang="fr-FR" smtClean="0"/>
          </a:p>
          <a:p>
            <a:r>
              <a:rPr lang="fr-FR" smtClean="0"/>
              <a:t>4-  ET SOUS TES AILES JE VEUX DEMEURER LÀ</a:t>
            </a:r>
          </a:p>
          <a:p>
            <a:r>
              <a:rPr lang="fr-FR" smtClean="0"/>
              <a:t>Under Your wings Is where I long to be</a:t>
            </a:r>
          </a:p>
          <a:p>
            <a:endParaRPr lang="fr-FR" smtClean="0"/>
          </a:p>
          <a:p>
            <a:r>
              <a:rPr lang="fr-FR" smtClean="0"/>
              <a:t>5-  JUSTE TOI ET MOI JAMAIS SANS TOI</a:t>
            </a:r>
          </a:p>
          <a:p>
            <a:r>
              <a:rPr lang="fr-FR" smtClean="0"/>
              <a:t>Just You and me Never apart</a:t>
            </a:r>
          </a:p>
          <a:p>
            <a:endParaRPr lang="fr-FR" smtClean="0"/>
          </a:p>
          <a:p>
            <a:r>
              <a:rPr lang="fr-FR" smtClean="0"/>
              <a:t>6-  JE VEUX PLUS BESOIN DE PLUS</a:t>
            </a:r>
          </a:p>
          <a:p>
            <a:r>
              <a:rPr lang="fr-FR" smtClean="0"/>
              <a:t>I want more I need more</a:t>
            </a:r>
          </a:p>
          <a:p>
            <a:endParaRPr lang="fr-FR" smtClean="0"/>
          </a:p>
          <a:p>
            <a:r>
              <a:rPr lang="fr-FR" smtClean="0"/>
              <a:t>7-  TELLEMENT PLUS DONNE-NOUS PLUS</a:t>
            </a:r>
          </a:p>
          <a:p>
            <a:r>
              <a:rPr lang="fr-FR" smtClean="0"/>
              <a:t>So much more Give us more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67B9B-5511-4E5F-B5EA-237CE56E38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C2F2E-39A2-4608-AB55-68F1B0DC49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A2981-5127-465A-BC12-4E82FC326B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80889-5120-4AF6-9E78-4F89CF0796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DA845-F4FC-4484-B9C0-D6F2E353A3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BBDDA-1535-455B-9583-62E12828B0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536CD-060E-4B9B-ACE6-3EAE9CEA95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409A9-F18C-4C79-9C65-CC53010053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0DF41-C895-4F85-937F-54829C2CF1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46256-4219-4F12-8190-11AF080521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C57A4-125C-4598-B394-CF5979E33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5D8E7A4-7ED4-4F0C-92DB-D414CA6E48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CŒUR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PLEURE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DÉSIRE PLUS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VOIR TA FACE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ENLACÉ PAR TA GRÂCE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ET REMPLIS CE VIDE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FOND DE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SOUS TES AILES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DEMEURER LÀ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JUSTE TOI ET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JAMAIS SANS TOI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BESOIN DE PLUS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TELLEMENT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DONNE-NOUS PLUS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1633</Words>
  <Application>Microsoft Office PowerPoint</Application>
  <PresentationFormat>On-screen Show (4:3)</PresentationFormat>
  <Paragraphs>294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2015-04-18T14:17:56Z</dcterms:modified>
</cp:coreProperties>
</file>