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51627" autoAdjust="0"/>
  </p:normalViewPr>
  <p:slideViewPr>
    <p:cSldViewPr>
      <p:cViewPr>
        <p:scale>
          <a:sx n="46" d="100"/>
          <a:sy n="46" d="100"/>
        </p:scale>
        <p:origin x="-48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662AD5E-C470-43B1-A438-D87F9466ECF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42870DF-BFF1-40B5-B234-F466C003B54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COMMENT PUIS-JE DÉCRIRE  UN DIEU TELLEMENT INDESCRIPTIBLE</a:t>
            </a:r>
          </a:p>
          <a:p>
            <a:pPr>
              <a:defRPr/>
            </a:pPr>
            <a:r>
              <a:rPr lang="fr-FR" smtClean="0"/>
              <a:t>How can I describe a God that's indescribable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COMMENT EXPLIQUER  UN AMOUR SI INEXPLICABLE</a:t>
            </a:r>
          </a:p>
          <a:p>
            <a:pPr>
              <a:defRPr/>
            </a:pPr>
            <a:r>
              <a:rPr lang="fr-FR" smtClean="0"/>
              <a:t>How can I explain a love that's unexplainable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ALORS J’EN PERDS LES MOTS</a:t>
            </a:r>
          </a:p>
          <a:p>
            <a:pPr>
              <a:defRPr/>
            </a:pPr>
            <a:r>
              <a:rPr lang="fr-FR" smtClean="0"/>
              <a:t>I'm at a loss for words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OH MON CŒUR CHANTE, OH</a:t>
            </a:r>
          </a:p>
          <a:p>
            <a:pPr>
              <a:defRPr/>
            </a:pPr>
            <a:r>
              <a:rPr lang="fr-FR" smtClean="0"/>
              <a:t>Oh My heart sings, Oh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COMMENT PUIS-JE DÉCRIRE  UN DIEU TELLEMENT INDESCRIPTIBLE</a:t>
            </a:r>
          </a:p>
          <a:p>
            <a:r>
              <a:rPr lang="fr-FR" smtClean="0"/>
              <a:t>How can I describe a God that's indescribable</a:t>
            </a:r>
          </a:p>
          <a:p>
            <a:endParaRPr lang="fr-FR" smtClean="0"/>
          </a:p>
          <a:p>
            <a:r>
              <a:rPr lang="fr-FR" smtClean="0"/>
              <a:t>2-  COMMENT EXPLIQUER  UN AMOUR SI INEXPLICABLE</a:t>
            </a:r>
          </a:p>
          <a:p>
            <a:r>
              <a:rPr lang="fr-FR" smtClean="0"/>
              <a:t>How can I explain a love that's unexplainable</a:t>
            </a:r>
          </a:p>
          <a:p>
            <a:endParaRPr lang="fr-FR" smtClean="0"/>
          </a:p>
          <a:p>
            <a:r>
              <a:rPr lang="fr-FR" smtClean="0"/>
              <a:t>3-  ALORS J’EN PERDS LES MOTS</a:t>
            </a:r>
          </a:p>
          <a:p>
            <a:r>
              <a:rPr lang="fr-FR" smtClean="0"/>
              <a:t>I'm at a loss for words</a:t>
            </a:r>
          </a:p>
          <a:p>
            <a:endParaRPr lang="fr-FR" smtClean="0"/>
          </a:p>
          <a:p>
            <a:r>
              <a:rPr lang="fr-FR" smtClean="0"/>
              <a:t>4-  OH MON CŒUR CHANTE, OH</a:t>
            </a:r>
          </a:p>
          <a:p>
            <a:r>
              <a:rPr lang="fr-FR" smtClean="0"/>
              <a:t>Oh My heart sings, Oh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COMMENT PUIS-JE DÉCRIRE  UN DIEU TELLEMENT INDESCRIPTIBLE</a:t>
            </a:r>
          </a:p>
          <a:p>
            <a:pPr>
              <a:defRPr/>
            </a:pPr>
            <a:r>
              <a:rPr lang="fr-FR" smtClean="0"/>
              <a:t>How can I describe a God that's indescribable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COMMENT EXPLIQUER  UN AMOUR SI INEXPLICABLE</a:t>
            </a:r>
          </a:p>
          <a:p>
            <a:pPr>
              <a:defRPr/>
            </a:pPr>
            <a:r>
              <a:rPr lang="fr-FR" smtClean="0"/>
              <a:t>How can I explain a love that's unexplainable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ALORS J’EN PERDS LES MOTS</a:t>
            </a:r>
          </a:p>
          <a:p>
            <a:pPr>
              <a:defRPr/>
            </a:pPr>
            <a:r>
              <a:rPr lang="fr-FR" smtClean="0"/>
              <a:t>I'm at a loss for words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OH MON CŒUR CHANTE, OH</a:t>
            </a:r>
          </a:p>
          <a:p>
            <a:pPr>
              <a:defRPr/>
            </a:pPr>
            <a:r>
              <a:rPr lang="fr-FR" smtClean="0"/>
              <a:t>Oh My heart sings, Oh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COMMENT PUIS-JE DÉCRIRE  UN DIEU TELLEMENT INDESCRIPTIBLE</a:t>
            </a:r>
          </a:p>
          <a:p>
            <a:r>
              <a:rPr lang="fr-FR" smtClean="0"/>
              <a:t>How can I describe a God that's indescribable</a:t>
            </a:r>
          </a:p>
          <a:p>
            <a:endParaRPr lang="fr-FR" smtClean="0"/>
          </a:p>
          <a:p>
            <a:r>
              <a:rPr lang="fr-FR" smtClean="0"/>
              <a:t>2-  COMMENT EXPLIQUER  UN AMOUR SI INEXPLICABLE</a:t>
            </a:r>
          </a:p>
          <a:p>
            <a:r>
              <a:rPr lang="fr-FR" smtClean="0"/>
              <a:t>How can I explain a love that's unexplainable</a:t>
            </a:r>
          </a:p>
          <a:p>
            <a:endParaRPr lang="fr-FR" smtClean="0"/>
          </a:p>
          <a:p>
            <a:r>
              <a:rPr lang="fr-FR" smtClean="0"/>
              <a:t>3-  ALORS J’EN PERDS LES MOTS</a:t>
            </a:r>
          </a:p>
          <a:p>
            <a:r>
              <a:rPr lang="fr-FR" smtClean="0"/>
              <a:t>I'm at a loss for words</a:t>
            </a:r>
          </a:p>
          <a:p>
            <a:endParaRPr lang="fr-FR" smtClean="0"/>
          </a:p>
          <a:p>
            <a:r>
              <a:rPr lang="fr-FR" smtClean="0"/>
              <a:t>4-  OH MON CŒUR CHANTE, OH</a:t>
            </a:r>
          </a:p>
          <a:p>
            <a:r>
              <a:rPr lang="fr-FR" smtClean="0"/>
              <a:t>Oh My heart sings, Oh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COMMENT PUIS-JE DÉCRIRE  UN DIEU TELLEMENT INDESCRIPTIBLE</a:t>
            </a:r>
          </a:p>
          <a:p>
            <a:pPr>
              <a:defRPr/>
            </a:pPr>
            <a:r>
              <a:rPr lang="fr-FR" smtClean="0"/>
              <a:t>How can I describe a God that's indescribable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COMMENT EXPLIQUER  UN AMOUR SI INEXPLICABLE</a:t>
            </a:r>
          </a:p>
          <a:p>
            <a:pPr>
              <a:defRPr/>
            </a:pPr>
            <a:r>
              <a:rPr lang="fr-FR" smtClean="0"/>
              <a:t>How can I explain a love that's unexplainable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ALORS J’EN PERDS LES MOTS</a:t>
            </a:r>
          </a:p>
          <a:p>
            <a:pPr>
              <a:defRPr/>
            </a:pPr>
            <a:r>
              <a:rPr lang="fr-FR" smtClean="0"/>
              <a:t>I'm at a loss for words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OH MON CŒUR CHANTE, OH</a:t>
            </a:r>
          </a:p>
          <a:p>
            <a:pPr>
              <a:defRPr/>
            </a:pPr>
            <a:r>
              <a:rPr lang="fr-FR" smtClean="0"/>
              <a:t>Oh My heart sings, Oh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COMMENT PUIS-JE DÉCRIRE  UN DIEU TELLEMENT INDESCRIPTIBLE</a:t>
            </a:r>
          </a:p>
          <a:p>
            <a:r>
              <a:rPr lang="fr-FR" smtClean="0"/>
              <a:t>How can I describe a God that's indescribable</a:t>
            </a:r>
          </a:p>
          <a:p>
            <a:endParaRPr lang="fr-FR" smtClean="0"/>
          </a:p>
          <a:p>
            <a:r>
              <a:rPr lang="fr-FR" smtClean="0"/>
              <a:t>2-  COMMENT EXPLIQUER  UN AMOUR SI INEXPLICABLE</a:t>
            </a:r>
          </a:p>
          <a:p>
            <a:r>
              <a:rPr lang="fr-FR" smtClean="0"/>
              <a:t>How can I explain a love that's unexplainable</a:t>
            </a:r>
          </a:p>
          <a:p>
            <a:endParaRPr lang="fr-FR" smtClean="0"/>
          </a:p>
          <a:p>
            <a:r>
              <a:rPr lang="fr-FR" smtClean="0"/>
              <a:t>3-  ALORS J’EN PERDS LES MOTS</a:t>
            </a:r>
          </a:p>
          <a:p>
            <a:r>
              <a:rPr lang="fr-FR" smtClean="0"/>
              <a:t>I'm at a loss for words</a:t>
            </a:r>
          </a:p>
          <a:p>
            <a:endParaRPr lang="fr-FR" smtClean="0"/>
          </a:p>
          <a:p>
            <a:r>
              <a:rPr lang="fr-FR" smtClean="0"/>
              <a:t>4-  OH MON CŒUR CHANTE, OH</a:t>
            </a:r>
          </a:p>
          <a:p>
            <a:r>
              <a:rPr lang="fr-FR" smtClean="0"/>
              <a:t>Oh My heart sings, Oh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COMMENT PUIS-JE DÉCRIRE  UN DIEU TELLEMENT INDESCRIPTIBLE</a:t>
            </a:r>
          </a:p>
          <a:p>
            <a:pPr>
              <a:defRPr/>
            </a:pPr>
            <a:r>
              <a:rPr lang="fr-FR" smtClean="0"/>
              <a:t>How can I describe a God that's indescribable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COMMENT EXPLIQUER  UN AMOUR SI INEXPLICABLE</a:t>
            </a:r>
          </a:p>
          <a:p>
            <a:pPr>
              <a:defRPr/>
            </a:pPr>
            <a:r>
              <a:rPr lang="fr-FR" smtClean="0"/>
              <a:t>How can I explain a love that's unexplainable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ALORS J’EN PERDS LES MOTS</a:t>
            </a:r>
          </a:p>
          <a:p>
            <a:pPr>
              <a:defRPr/>
            </a:pPr>
            <a:r>
              <a:rPr lang="fr-FR" smtClean="0"/>
              <a:t>I'm at a loss for words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OH MON CŒUR CHANTE, OH</a:t>
            </a:r>
          </a:p>
          <a:p>
            <a:pPr>
              <a:defRPr/>
            </a:pPr>
            <a:r>
              <a:rPr lang="fr-FR" smtClean="0"/>
              <a:t>Oh My heart sings, Oh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COMMENT PUIS-JE DÉCRIRE  UN DIEU TELLEMENT INDESCRIPTIBLE</a:t>
            </a:r>
          </a:p>
          <a:p>
            <a:r>
              <a:rPr lang="fr-FR" smtClean="0"/>
              <a:t>How can I describe a God that's indescribable</a:t>
            </a:r>
          </a:p>
          <a:p>
            <a:endParaRPr lang="fr-FR" smtClean="0"/>
          </a:p>
          <a:p>
            <a:r>
              <a:rPr lang="fr-FR" smtClean="0"/>
              <a:t>2-  COMMENT EXPLIQUER  UN AMOUR SI INEXPLICABLE</a:t>
            </a:r>
          </a:p>
          <a:p>
            <a:r>
              <a:rPr lang="fr-FR" smtClean="0"/>
              <a:t>How can I explain a love that's unexplainable</a:t>
            </a:r>
          </a:p>
          <a:p>
            <a:endParaRPr lang="fr-FR" smtClean="0"/>
          </a:p>
          <a:p>
            <a:r>
              <a:rPr lang="fr-FR" smtClean="0"/>
              <a:t>3-  ALORS J’EN PERDS LES MOTS</a:t>
            </a:r>
          </a:p>
          <a:p>
            <a:r>
              <a:rPr lang="fr-FR" smtClean="0"/>
              <a:t>I'm at a loss for words</a:t>
            </a:r>
          </a:p>
          <a:p>
            <a:endParaRPr lang="fr-FR" smtClean="0"/>
          </a:p>
          <a:p>
            <a:r>
              <a:rPr lang="fr-FR" smtClean="0"/>
              <a:t>4-  OH MON CŒUR CHANTE, OH</a:t>
            </a:r>
          </a:p>
          <a:p>
            <a:r>
              <a:rPr lang="fr-FR" smtClean="0"/>
              <a:t>Oh My heart sings, Oh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D9262-B303-464B-BE9B-868D0755D5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1E488B-7594-48A7-BD60-604EA99C8A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2B0804-B938-4009-8133-D84383E425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AC004-8F73-4915-8D47-C70DF0A591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4B1713-354A-4A66-A291-2B7926917E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AF76F1-3DAC-4E66-8A2D-40AD1271A38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377230-C7C6-4B4A-AB38-0F0D423690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9AE6BE-2188-41BE-900F-516A34CB45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F7C4C0-999F-4F13-A3AB-79CC882707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4044AE-084E-45A8-B88B-8433CF77D9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A37727-6044-41C7-B8A9-F44BD8F96F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458AD32-2662-41F4-836E-5B58907FF1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COMMENT PUIS-JE DÉCRIRE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 DIEU TELLEMENT INDESCRIPTIBLE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COMMENT EXPLIQUER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 AMOUR SI INEXPLICABLE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ALORS,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J’EN PERDS LES MOTS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CŒUR CHANTE, OH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473</Words>
  <Application>Microsoft Office PowerPoint</Application>
  <PresentationFormat>On-screen Show (4:3)</PresentationFormat>
  <Paragraphs>95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53</cp:revision>
  <dcterms:created xsi:type="dcterms:W3CDTF">2002-08-17T13:12:10Z</dcterms:created>
  <dcterms:modified xsi:type="dcterms:W3CDTF">2015-04-18T15:00:15Z</dcterms:modified>
</cp:coreProperties>
</file>