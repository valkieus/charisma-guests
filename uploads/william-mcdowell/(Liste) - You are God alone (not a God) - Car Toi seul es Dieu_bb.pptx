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87" autoAdjust="0"/>
    <p:restoredTop sz="47242" autoAdjust="0"/>
  </p:normalViewPr>
  <p:slideViewPr>
    <p:cSldViewPr>
      <p:cViewPr>
        <p:scale>
          <a:sx n="40" d="100"/>
          <a:sy n="40" d="100"/>
        </p:scale>
        <p:origin x="-144" y="-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3B8444C-1730-45FA-93F8-94388267E25D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0542188-B7B1-4E3C-BE40-EE15A3B3471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TU N’ES PAS UN DIEU CRÉÉ PAR UNE MAIN HUMAINE</a:t>
            </a:r>
          </a:p>
          <a:p>
            <a:pPr>
              <a:defRPr/>
            </a:pPr>
            <a:r>
              <a:rPr lang="fr-FR" dirty="0" smtClean="0"/>
              <a:t>You are not a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Created</a:t>
            </a:r>
            <a:r>
              <a:rPr lang="fr-FR" dirty="0" smtClean="0"/>
              <a:t> by </a:t>
            </a:r>
            <a:r>
              <a:rPr lang="fr-FR" dirty="0" err="1" smtClean="0"/>
              <a:t>human</a:t>
            </a:r>
            <a:r>
              <a:rPr lang="fr-FR" dirty="0" smtClean="0"/>
              <a:t> hands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2-  TU N’ES PAS UN DIEU DÉPENDANT D’AUCUN HOMME MORTEL</a:t>
            </a:r>
          </a:p>
          <a:p>
            <a:pPr>
              <a:defRPr/>
            </a:pPr>
            <a:r>
              <a:rPr lang="fr-FR" dirty="0" smtClean="0"/>
              <a:t>You are not a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Dependant</a:t>
            </a:r>
            <a:r>
              <a:rPr lang="fr-FR" dirty="0" smtClean="0"/>
              <a:t> on </a:t>
            </a:r>
            <a:r>
              <a:rPr lang="fr-FR" dirty="0" err="1" smtClean="0"/>
              <a:t>any</a:t>
            </a:r>
            <a:r>
              <a:rPr lang="fr-FR" dirty="0" smtClean="0"/>
              <a:t> </a:t>
            </a:r>
            <a:r>
              <a:rPr lang="fr-FR" dirty="0" err="1" smtClean="0"/>
              <a:t>mortal</a:t>
            </a:r>
            <a:r>
              <a:rPr lang="fr-FR" dirty="0" smtClean="0"/>
              <a:t> man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3-  ET TU N’AS BESOIN DE RIEN QUE NOUS PUISSIONS DONNER</a:t>
            </a:r>
          </a:p>
          <a:p>
            <a:pPr>
              <a:defRPr/>
            </a:pPr>
            <a:r>
              <a:rPr lang="fr-FR" dirty="0" smtClean="0"/>
              <a:t>You are not a </a:t>
            </a:r>
            <a:r>
              <a:rPr lang="fr-FR" dirty="0" err="1" smtClean="0"/>
              <a:t>God</a:t>
            </a:r>
            <a:r>
              <a:rPr lang="fr-FR" dirty="0" smtClean="0"/>
              <a:t>  In </a:t>
            </a:r>
            <a:r>
              <a:rPr lang="fr-FR" dirty="0" err="1" smtClean="0"/>
              <a:t>need</a:t>
            </a:r>
            <a:r>
              <a:rPr lang="fr-FR" dirty="0" smtClean="0"/>
              <a:t> of </a:t>
            </a:r>
            <a:r>
              <a:rPr lang="fr-FR" dirty="0" err="1" smtClean="0"/>
              <a:t>anything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4-  CAR TOI SEUL, TU AS TOUT PLANIFIÉ</a:t>
            </a:r>
          </a:p>
          <a:p>
            <a:pPr>
              <a:defRPr/>
            </a:pPr>
            <a:r>
              <a:rPr lang="fr-FR" dirty="0" smtClean="0"/>
              <a:t>By </a:t>
            </a:r>
            <a:r>
              <a:rPr lang="fr-FR" dirty="0" err="1" smtClean="0"/>
              <a:t>Your</a:t>
            </a:r>
            <a:r>
              <a:rPr lang="fr-FR" dirty="0" smtClean="0"/>
              <a:t> plan, </a:t>
            </a:r>
            <a:r>
              <a:rPr lang="fr-FR" dirty="0" err="1" smtClean="0"/>
              <a:t>that’s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the </a:t>
            </a:r>
            <a:r>
              <a:rPr lang="fr-FR" dirty="0" err="1" smtClean="0"/>
              <a:t>way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  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</a:t>
            </a:r>
          </a:p>
          <a:p>
            <a:pPr>
              <a:defRPr/>
            </a:pPr>
            <a:r>
              <a:rPr lang="fr-FR" dirty="0" smtClean="0"/>
              <a:t>	5-  CAR TOI SEUL ES DIEU</a:t>
            </a:r>
          </a:p>
          <a:p>
            <a:pPr>
              <a:defRPr/>
            </a:pPr>
            <a:r>
              <a:rPr lang="fr-FR" dirty="0" smtClean="0"/>
              <a:t>	You are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alone</a:t>
            </a:r>
            <a:r>
              <a:rPr lang="fr-FR" dirty="0" smtClean="0"/>
              <a:t>  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6-  AVANT L’ÉTERNITÉ TU RÉGNAIS AUX CIEUX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before</a:t>
            </a:r>
            <a:r>
              <a:rPr lang="fr-FR" dirty="0" smtClean="0"/>
              <a:t> time </a:t>
            </a:r>
            <a:r>
              <a:rPr lang="fr-FR" dirty="0" err="1" smtClean="0"/>
              <a:t>began</a:t>
            </a:r>
            <a:r>
              <a:rPr lang="fr-FR" dirty="0" smtClean="0"/>
              <a:t>  You </a:t>
            </a:r>
            <a:r>
              <a:rPr lang="fr-FR" dirty="0" err="1" smtClean="0"/>
              <a:t>were</a:t>
            </a:r>
            <a:r>
              <a:rPr lang="fr-FR" dirty="0" smtClean="0"/>
              <a:t> on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throne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7-  CAR TOI SEUL ES DIEU</a:t>
            </a:r>
          </a:p>
          <a:p>
            <a:pPr>
              <a:defRPr/>
            </a:pPr>
            <a:r>
              <a:rPr lang="fr-FR" dirty="0" smtClean="0"/>
              <a:t>	You are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alone</a:t>
            </a:r>
            <a:r>
              <a:rPr lang="fr-FR" dirty="0" smtClean="0"/>
              <a:t>  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8-  POUR TOUJOURS LES BONS OU MAUVAIS JOURS</a:t>
            </a:r>
          </a:p>
          <a:p>
            <a:pPr>
              <a:defRPr/>
            </a:pPr>
            <a:r>
              <a:rPr lang="fr-FR" dirty="0" smtClean="0"/>
              <a:t>	And right </a:t>
            </a:r>
            <a:r>
              <a:rPr lang="fr-FR" dirty="0" err="1" smtClean="0"/>
              <a:t>now</a:t>
            </a:r>
            <a:r>
              <a:rPr lang="fr-FR" dirty="0" smtClean="0"/>
              <a:t>  In the good times and </a:t>
            </a:r>
            <a:r>
              <a:rPr lang="fr-FR" dirty="0" err="1" smtClean="0"/>
              <a:t>bad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	9-  TU TRÔNES DANS LES CIEUX</a:t>
            </a:r>
          </a:p>
          <a:p>
            <a:pPr>
              <a:defRPr/>
            </a:pPr>
            <a:r>
              <a:rPr lang="fr-FR" dirty="0" smtClean="0"/>
              <a:t>	You are on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throne</a:t>
            </a:r>
            <a:r>
              <a:rPr lang="fr-FR" dirty="0" smtClean="0"/>
              <a:t> 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10-  CAR TOI SEUL ES DIEU</a:t>
            </a:r>
          </a:p>
          <a:p>
            <a:pPr>
              <a:defRPr/>
            </a:pPr>
            <a:r>
              <a:rPr lang="fr-FR" dirty="0" smtClean="0"/>
              <a:t>	You are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alone</a:t>
            </a:r>
            <a:r>
              <a:rPr lang="fr-FR" dirty="0" smtClean="0"/>
              <a:t>  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11-  TU ES LE SEUL DIEU SI PUISSANT QUE RIEN NE LE CONTIENT</a:t>
            </a:r>
          </a:p>
          <a:p>
            <a:pPr>
              <a:defRPr/>
            </a:pPr>
            <a:r>
              <a:rPr lang="fr-FR" dirty="0" err="1" smtClean="0"/>
              <a:t>You’re</a:t>
            </a:r>
            <a:r>
              <a:rPr lang="fr-FR" dirty="0" smtClean="0"/>
              <a:t> the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whose</a:t>
            </a:r>
            <a:r>
              <a:rPr lang="fr-FR" dirty="0" smtClean="0"/>
              <a:t> power none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contend</a:t>
            </a:r>
            <a:r>
              <a:rPr lang="fr-FR" dirty="0" smtClean="0"/>
              <a:t> 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12-  TU ES LE SEUL DIEU, LE SEUL NOM QUE NOUS LOUERONS SANS FIN</a:t>
            </a:r>
          </a:p>
          <a:p>
            <a:pPr>
              <a:defRPr/>
            </a:pPr>
            <a:r>
              <a:rPr lang="fr-FR" dirty="0" err="1" smtClean="0"/>
              <a:t>You’re</a:t>
            </a:r>
            <a:r>
              <a:rPr lang="fr-FR" dirty="0" smtClean="0"/>
              <a:t> the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 </a:t>
            </a:r>
            <a:r>
              <a:rPr lang="fr-FR" dirty="0" err="1" smtClean="0"/>
              <a:t>whose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 and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end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13-  ET TU ES LE SEUL DIEU DIGNE À QUI TOUT DONNER</a:t>
            </a:r>
          </a:p>
          <a:p>
            <a:pPr>
              <a:defRPr/>
            </a:pPr>
            <a:r>
              <a:rPr lang="fr-FR" dirty="0" err="1" smtClean="0"/>
              <a:t>You’re</a:t>
            </a:r>
            <a:r>
              <a:rPr lang="fr-FR" dirty="0" smtClean="0"/>
              <a:t> the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  </a:t>
            </a:r>
            <a:r>
              <a:rPr lang="fr-FR" dirty="0" err="1" smtClean="0"/>
              <a:t>who’s</a:t>
            </a:r>
            <a:r>
              <a:rPr lang="fr-FR" dirty="0" smtClean="0"/>
              <a:t> </a:t>
            </a:r>
            <a:r>
              <a:rPr lang="fr-FR" dirty="0" err="1" smtClean="0"/>
              <a:t>worthy</a:t>
            </a:r>
            <a:r>
              <a:rPr lang="fr-FR" dirty="0" smtClean="0"/>
              <a:t> of </a:t>
            </a:r>
            <a:r>
              <a:rPr lang="fr-FR" dirty="0" err="1" smtClean="0"/>
              <a:t>everything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14-  TU ES DIEU TOUT SIMPLEMENT, TU ES</a:t>
            </a:r>
          </a:p>
          <a:p>
            <a:pPr>
              <a:defRPr/>
            </a:pPr>
            <a:r>
              <a:rPr lang="fr-FR" dirty="0" smtClean="0"/>
              <a:t>You are </a:t>
            </a:r>
            <a:r>
              <a:rPr lang="fr-FR" dirty="0" err="1" smtClean="0"/>
              <a:t>God</a:t>
            </a:r>
            <a:r>
              <a:rPr lang="fr-FR" dirty="0" smtClean="0"/>
              <a:t> and </a:t>
            </a:r>
            <a:r>
              <a:rPr lang="fr-FR" dirty="0" err="1" smtClean="0"/>
              <a:t>that’s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the </a:t>
            </a:r>
            <a:r>
              <a:rPr lang="fr-FR" dirty="0" err="1" smtClean="0"/>
              <a:t>way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  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PONT:</a:t>
            </a:r>
          </a:p>
          <a:p>
            <a:pPr>
              <a:defRPr/>
            </a:pPr>
            <a:r>
              <a:rPr lang="fr-FR" dirty="0" smtClean="0"/>
              <a:t>15-  DIEU IMMUABLE INÉBRANLABLE</a:t>
            </a:r>
          </a:p>
          <a:p>
            <a:pPr>
              <a:defRPr/>
            </a:pPr>
            <a:r>
              <a:rPr lang="fr-FR" dirty="0" err="1" smtClean="0"/>
              <a:t>Unchangeable</a:t>
            </a:r>
            <a:r>
              <a:rPr lang="fr-FR" dirty="0" smtClean="0"/>
              <a:t>  </a:t>
            </a:r>
            <a:r>
              <a:rPr lang="fr-FR" dirty="0" err="1" smtClean="0"/>
              <a:t>Unshakable</a:t>
            </a:r>
            <a:r>
              <a:rPr lang="fr-FR" dirty="0" smtClean="0"/>
              <a:t>  </a:t>
            </a:r>
            <a:r>
              <a:rPr lang="fr-FR" dirty="0" err="1" smtClean="0"/>
              <a:t>Unstoppable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16-   Ô DIEU TU ES</a:t>
            </a:r>
          </a:p>
          <a:p>
            <a:pPr>
              <a:defRPr/>
            </a:pPr>
            <a:r>
              <a:rPr lang="fr-FR" dirty="0" err="1" smtClean="0"/>
              <a:t>That’s</a:t>
            </a:r>
            <a:r>
              <a:rPr lang="fr-FR" dirty="0" smtClean="0"/>
              <a:t> </a:t>
            </a:r>
            <a:r>
              <a:rPr lang="fr-FR" dirty="0" err="1" smtClean="0"/>
              <a:t>what</a:t>
            </a:r>
            <a:r>
              <a:rPr lang="fr-FR" dirty="0" smtClean="0"/>
              <a:t>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</a:t>
            </a:r>
          </a:p>
          <a:p>
            <a:r>
              <a:rPr lang="fr-FR" smtClean="0"/>
              <a:t>You are not a God Created by human hands</a:t>
            </a:r>
          </a:p>
          <a:p>
            <a:endParaRPr lang="fr-FR" smtClean="0"/>
          </a:p>
          <a:p>
            <a:r>
              <a:rPr lang="fr-FR" smtClean="0"/>
              <a:t>2-  TU N’ES PAS UN DIEU DÉPENDANT D’AUCUN HOMME MORTEL</a:t>
            </a:r>
          </a:p>
          <a:p>
            <a:r>
              <a:rPr lang="fr-FR" smtClean="0"/>
              <a:t>You are not a God Dependant on any mortal man</a:t>
            </a:r>
          </a:p>
          <a:p>
            <a:endParaRPr lang="fr-FR" smtClean="0"/>
          </a:p>
          <a:p>
            <a:r>
              <a:rPr lang="fr-FR" smtClean="0"/>
              <a:t>3-  ET TU N’AS BESOIN DE RIEN QUE NOUS PUISSIONS DONNER</a:t>
            </a:r>
          </a:p>
          <a:p>
            <a:r>
              <a:rPr lang="fr-FR" smtClean="0"/>
              <a:t>You are not a God  In need of anything we can give </a:t>
            </a:r>
          </a:p>
          <a:p>
            <a:endParaRPr lang="fr-FR" smtClean="0"/>
          </a:p>
          <a:p>
            <a:r>
              <a:rPr lang="fr-FR" smtClean="0"/>
              <a:t>4-  CAR TOI SEUL, TU AS TOUT PLANIFIÉ</a:t>
            </a:r>
          </a:p>
          <a:p>
            <a:r>
              <a:rPr lang="fr-FR" smtClean="0"/>
              <a:t>By Your plan, that’s just the way it is  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6-  AVANT L’ÉTERNITÉ TU RÉGNAIS AUX CIEUX</a:t>
            </a:r>
          </a:p>
          <a:p>
            <a:r>
              <a:rPr lang="fr-FR" smtClean="0"/>
              <a:t>	From before time began  You were on Your throne</a:t>
            </a:r>
          </a:p>
          <a:p>
            <a:endParaRPr lang="fr-FR" smtClean="0"/>
          </a:p>
          <a:p>
            <a:r>
              <a:rPr lang="fr-FR" smtClean="0"/>
              <a:t>	7-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8-  POUR TOUJOURS LES BONS OU MAUVAIS JOURS</a:t>
            </a:r>
          </a:p>
          <a:p>
            <a:r>
              <a:rPr lang="fr-FR" smtClean="0"/>
              <a:t>	And right now  In the good times and bad </a:t>
            </a:r>
          </a:p>
          <a:p>
            <a:r>
              <a:rPr lang="fr-FR" smtClean="0"/>
              <a:t>	9-  TU TRÔNES DANS LES CIEUX</a:t>
            </a:r>
          </a:p>
          <a:p>
            <a:r>
              <a:rPr lang="fr-FR" smtClean="0"/>
              <a:t>	You are on Your throne </a:t>
            </a:r>
          </a:p>
          <a:p>
            <a:endParaRPr lang="fr-FR" smtClean="0"/>
          </a:p>
          <a:p>
            <a:r>
              <a:rPr lang="fr-FR" smtClean="0"/>
              <a:t>	10-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11-  TU ES LE SEUL DIEU SI PUISSANT QUE RIEN NE LE CONTIENT</a:t>
            </a:r>
          </a:p>
          <a:p>
            <a:r>
              <a:rPr lang="fr-FR" smtClean="0"/>
              <a:t>You’re the only God whose power none can contend </a:t>
            </a:r>
          </a:p>
          <a:p>
            <a:endParaRPr lang="fr-FR" smtClean="0"/>
          </a:p>
          <a:p>
            <a:r>
              <a:rPr lang="fr-FR" smtClean="0"/>
              <a:t>12-  TU ES LE SEUL DIEU, LE SEUL NOM QUE NOUS LOUERONS SANS FIN</a:t>
            </a:r>
          </a:p>
          <a:p>
            <a:r>
              <a:rPr lang="fr-FR" smtClean="0"/>
              <a:t>You’re the only God  whose name and praise will never end</a:t>
            </a:r>
          </a:p>
          <a:p>
            <a:endParaRPr lang="fr-FR" smtClean="0"/>
          </a:p>
          <a:p>
            <a:r>
              <a:rPr lang="fr-FR" smtClean="0"/>
              <a:t>13-  ET TU ES LE SEUL DIEU DIGNE À QUI TOUT DONNER</a:t>
            </a:r>
          </a:p>
          <a:p>
            <a:r>
              <a:rPr lang="fr-FR" smtClean="0"/>
              <a:t>You’re the only God   who’s worthy of everything we can give </a:t>
            </a:r>
          </a:p>
          <a:p>
            <a:endParaRPr lang="fr-FR" smtClean="0"/>
          </a:p>
          <a:p>
            <a:r>
              <a:rPr lang="fr-FR" smtClean="0"/>
              <a:t>14-  TU ES DIEU TOUT SIMPLEMENT, TU ES</a:t>
            </a:r>
          </a:p>
          <a:p>
            <a:r>
              <a:rPr lang="fr-FR" smtClean="0"/>
              <a:t>You are God and that’s just the way it is  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15-  DIEU IMMUABLE INÉBRANLABLE</a:t>
            </a:r>
          </a:p>
          <a:p>
            <a:r>
              <a:rPr lang="fr-FR" smtClean="0"/>
              <a:t>Unchangeable  Unshakable  Unstoppable</a:t>
            </a:r>
          </a:p>
          <a:p>
            <a:endParaRPr lang="fr-FR" smtClean="0"/>
          </a:p>
          <a:p>
            <a:r>
              <a:rPr lang="fr-FR" smtClean="0"/>
              <a:t>16-   Ô DIEU TU ES</a:t>
            </a:r>
          </a:p>
          <a:p>
            <a:r>
              <a:rPr lang="fr-FR" smtClean="0"/>
              <a:t>That’s what You are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N’ES PAS UN DIEU CRÉÉ PAR UNE MAIN HUMAINE</a:t>
            </a:r>
          </a:p>
          <a:p>
            <a:pPr>
              <a:defRPr/>
            </a:pPr>
            <a:r>
              <a:rPr lang="fr-FR" smtClean="0"/>
              <a:t>You are not a God Created by human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TU N’ES PAS UN DIEU DÉPENDANT D’AUCUN HOMME MORTEL</a:t>
            </a:r>
          </a:p>
          <a:p>
            <a:pPr>
              <a:defRPr/>
            </a:pPr>
            <a:r>
              <a:rPr lang="fr-FR" smtClean="0"/>
              <a:t>You are not a God Dependant on any mortal man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TU N’AS BESOIN DE RIEN QUE NOUS PUISSIONS DONNER</a:t>
            </a:r>
          </a:p>
          <a:p>
            <a:pPr>
              <a:defRPr/>
            </a:pPr>
            <a:r>
              <a:rPr lang="fr-FR" smtClean="0"/>
              <a:t>You are not a God  In need of anything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CAR TOI SEUL, TU AS TOUT PLANIFIÉ</a:t>
            </a:r>
          </a:p>
          <a:p>
            <a:pPr>
              <a:defRPr/>
            </a:pPr>
            <a:r>
              <a:rPr lang="fr-FR" smtClean="0"/>
              <a:t>By Your plan,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AVANT L’ÉTERNITÉ TU RÉGNAIS AUX CIEUX</a:t>
            </a:r>
          </a:p>
          <a:p>
            <a:pPr>
              <a:defRPr/>
            </a:pPr>
            <a:r>
              <a:rPr lang="fr-FR" smtClean="0"/>
              <a:t>	From before time began  You were on Your throne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POUR TOUJOURS LES BONS OU MAUVAIS JOURS</a:t>
            </a:r>
          </a:p>
          <a:p>
            <a:pPr>
              <a:defRPr/>
            </a:pPr>
            <a:r>
              <a:rPr lang="fr-FR" smtClean="0"/>
              <a:t>	And right now  In the good times and bad </a:t>
            </a:r>
          </a:p>
          <a:p>
            <a:pPr>
              <a:defRPr/>
            </a:pPr>
            <a:r>
              <a:rPr lang="fr-FR" smtClean="0"/>
              <a:t>	9-  TU TRÔNES DANS LES CIEUX</a:t>
            </a:r>
          </a:p>
          <a:p>
            <a:pPr>
              <a:defRPr/>
            </a:pPr>
            <a:r>
              <a:rPr lang="fr-FR" smtClean="0"/>
              <a:t>	You are on Your throne 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TU ES LE SEUL DIEU SI PUISSANT QUE RIEN NE LE CONTIENT</a:t>
            </a:r>
          </a:p>
          <a:p>
            <a:pPr>
              <a:defRPr/>
            </a:pPr>
            <a:r>
              <a:rPr lang="fr-FR" smtClean="0"/>
              <a:t>You’re the only God whose power none can contend 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TU ES LE SEUL DIEU, LE SEUL NOM QUE NOUS LOUERONS SANS FIN</a:t>
            </a:r>
          </a:p>
          <a:p>
            <a:pPr>
              <a:defRPr/>
            </a:pPr>
            <a:r>
              <a:rPr lang="fr-FR" smtClean="0"/>
              <a:t>You’re the only God  whose name and praise will never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ET TU ES LE SEUL DIEU DIGNE À QUI TOUT DONNER</a:t>
            </a:r>
          </a:p>
          <a:p>
            <a:pPr>
              <a:defRPr/>
            </a:pPr>
            <a:r>
              <a:rPr lang="fr-FR" smtClean="0"/>
              <a:t>You’re the only God   who’s worthy of everything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TU ES DIEU TOUT SIMPLEMENT, TU ES</a:t>
            </a:r>
          </a:p>
          <a:p>
            <a:pPr>
              <a:defRPr/>
            </a:pPr>
            <a:r>
              <a:rPr lang="fr-FR" smtClean="0"/>
              <a:t>You are God and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DIEU IMMUABLE INÉBRANLABLE</a:t>
            </a:r>
          </a:p>
          <a:p>
            <a:pPr>
              <a:defRPr/>
            </a:pPr>
            <a:r>
              <a:rPr lang="fr-FR" smtClean="0"/>
              <a:t>Unchangeable  Unshakable  Unstoppable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 Ô DIEU TU ES</a:t>
            </a:r>
          </a:p>
          <a:p>
            <a:pPr>
              <a:defRPr/>
            </a:pPr>
            <a:r>
              <a:rPr lang="fr-FR" smtClean="0"/>
              <a:t>That’s what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</a:t>
            </a:r>
          </a:p>
          <a:p>
            <a:r>
              <a:rPr lang="fr-FR" smtClean="0"/>
              <a:t>You are not a God Created by human hands</a:t>
            </a:r>
          </a:p>
          <a:p>
            <a:endParaRPr lang="fr-FR" smtClean="0"/>
          </a:p>
          <a:p>
            <a:r>
              <a:rPr lang="fr-FR" smtClean="0"/>
              <a:t>2-  TU N’ES PAS UN DIEU DÉPENDANT D’AUCUN HOMME MORTEL</a:t>
            </a:r>
          </a:p>
          <a:p>
            <a:r>
              <a:rPr lang="fr-FR" smtClean="0"/>
              <a:t>You are not a God Dependant on any mortal man</a:t>
            </a:r>
          </a:p>
          <a:p>
            <a:endParaRPr lang="fr-FR" smtClean="0"/>
          </a:p>
          <a:p>
            <a:r>
              <a:rPr lang="fr-FR" smtClean="0"/>
              <a:t>3-  ET TU N’AS BESOIN DE RIEN QUE NOUS PUISSIONS DONNER</a:t>
            </a:r>
          </a:p>
          <a:p>
            <a:r>
              <a:rPr lang="fr-FR" smtClean="0"/>
              <a:t>You are not a God  In need of anything we can give </a:t>
            </a:r>
          </a:p>
          <a:p>
            <a:endParaRPr lang="fr-FR" smtClean="0"/>
          </a:p>
          <a:p>
            <a:r>
              <a:rPr lang="fr-FR" smtClean="0"/>
              <a:t>4-  CAR TOI SEUL, TU AS TOUT PLANIFIÉ</a:t>
            </a:r>
          </a:p>
          <a:p>
            <a:r>
              <a:rPr lang="fr-FR" smtClean="0"/>
              <a:t>By Your plan, that’s just the way it is  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6-  AVANT L’ÉTERNITÉ TU RÉGNAIS AUX CIEUX</a:t>
            </a:r>
          </a:p>
          <a:p>
            <a:r>
              <a:rPr lang="fr-FR" smtClean="0"/>
              <a:t>	From before time began  You were on Your throne</a:t>
            </a:r>
          </a:p>
          <a:p>
            <a:endParaRPr lang="fr-FR" smtClean="0"/>
          </a:p>
          <a:p>
            <a:r>
              <a:rPr lang="fr-FR" smtClean="0"/>
              <a:t>	7-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8-  POUR TOUJOURS LES BONS OU MAUVAIS JOURS</a:t>
            </a:r>
          </a:p>
          <a:p>
            <a:r>
              <a:rPr lang="fr-FR" smtClean="0"/>
              <a:t>	And right now  In the good times and bad </a:t>
            </a:r>
          </a:p>
          <a:p>
            <a:r>
              <a:rPr lang="fr-FR" smtClean="0"/>
              <a:t>	9-  TU TRÔNES DANS LES CIEUX</a:t>
            </a:r>
          </a:p>
          <a:p>
            <a:r>
              <a:rPr lang="fr-FR" smtClean="0"/>
              <a:t>	You are on Your throne </a:t>
            </a:r>
          </a:p>
          <a:p>
            <a:endParaRPr lang="fr-FR" smtClean="0"/>
          </a:p>
          <a:p>
            <a:r>
              <a:rPr lang="fr-FR" smtClean="0"/>
              <a:t>	10-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11-  TU ES LE SEUL DIEU SI PUISSANT QUE RIEN NE LE CONTIENT</a:t>
            </a:r>
          </a:p>
          <a:p>
            <a:r>
              <a:rPr lang="fr-FR" smtClean="0"/>
              <a:t>You’re the only God whose power none can contend </a:t>
            </a:r>
          </a:p>
          <a:p>
            <a:endParaRPr lang="fr-FR" smtClean="0"/>
          </a:p>
          <a:p>
            <a:r>
              <a:rPr lang="fr-FR" smtClean="0"/>
              <a:t>12-  TU ES LE SEUL DIEU, LE SEUL NOM QUE NOUS LOUERONS SANS FIN</a:t>
            </a:r>
          </a:p>
          <a:p>
            <a:r>
              <a:rPr lang="fr-FR" smtClean="0"/>
              <a:t>You’re the only God  whose name and praise will never end</a:t>
            </a:r>
          </a:p>
          <a:p>
            <a:endParaRPr lang="fr-FR" smtClean="0"/>
          </a:p>
          <a:p>
            <a:r>
              <a:rPr lang="fr-FR" smtClean="0"/>
              <a:t>13-  ET TU ES LE SEUL DIEU DIGNE À QUI TOUT DONNER</a:t>
            </a:r>
          </a:p>
          <a:p>
            <a:r>
              <a:rPr lang="fr-FR" smtClean="0"/>
              <a:t>You’re the only God   who’s worthy of everything we can give </a:t>
            </a:r>
          </a:p>
          <a:p>
            <a:endParaRPr lang="fr-FR" smtClean="0"/>
          </a:p>
          <a:p>
            <a:r>
              <a:rPr lang="fr-FR" smtClean="0"/>
              <a:t>14-  TU ES DIEU TOUT SIMPLEMENT, TU ES</a:t>
            </a:r>
          </a:p>
          <a:p>
            <a:r>
              <a:rPr lang="fr-FR" smtClean="0"/>
              <a:t>You are God and that’s just the way it is  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15-  DIEU IMMUABLE INÉBRANLABLE</a:t>
            </a:r>
          </a:p>
          <a:p>
            <a:r>
              <a:rPr lang="fr-FR" smtClean="0"/>
              <a:t>Unchangeable  Unshakable  Unstoppable</a:t>
            </a:r>
          </a:p>
          <a:p>
            <a:endParaRPr lang="fr-FR" smtClean="0"/>
          </a:p>
          <a:p>
            <a:r>
              <a:rPr lang="fr-FR" smtClean="0"/>
              <a:t>16-   Ô DIEU TU ES</a:t>
            </a:r>
          </a:p>
          <a:p>
            <a:r>
              <a:rPr lang="fr-FR" smtClean="0"/>
              <a:t>That’s what You are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N’ES PAS UN DIEU CRÉÉ PAR UNE MAIN HUMAINE</a:t>
            </a:r>
          </a:p>
          <a:p>
            <a:pPr>
              <a:defRPr/>
            </a:pPr>
            <a:r>
              <a:rPr lang="fr-FR" smtClean="0"/>
              <a:t>You are not a God Created by human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TU N’ES PAS UN DIEU DÉPENDANT D’AUCUN HOMME MORTEL</a:t>
            </a:r>
          </a:p>
          <a:p>
            <a:pPr>
              <a:defRPr/>
            </a:pPr>
            <a:r>
              <a:rPr lang="fr-FR" smtClean="0"/>
              <a:t>You are not a God Dependant on any mortal man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TU N’AS BESOIN DE RIEN QUE NOUS PUISSIONS DONNER</a:t>
            </a:r>
          </a:p>
          <a:p>
            <a:pPr>
              <a:defRPr/>
            </a:pPr>
            <a:r>
              <a:rPr lang="fr-FR" smtClean="0"/>
              <a:t>You are not a God  In need of anything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CAR TOI SEUL, TU AS TOUT PLANIFIÉ</a:t>
            </a:r>
          </a:p>
          <a:p>
            <a:pPr>
              <a:defRPr/>
            </a:pPr>
            <a:r>
              <a:rPr lang="fr-FR" smtClean="0"/>
              <a:t>By Your plan,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AVANT L’ÉTERNITÉ TU RÉGNAIS AUX CIEUX</a:t>
            </a:r>
          </a:p>
          <a:p>
            <a:pPr>
              <a:defRPr/>
            </a:pPr>
            <a:r>
              <a:rPr lang="fr-FR" smtClean="0"/>
              <a:t>	From before time began  You were on Your throne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POUR TOUJOURS LES BONS OU MAUVAIS JOURS</a:t>
            </a:r>
          </a:p>
          <a:p>
            <a:pPr>
              <a:defRPr/>
            </a:pPr>
            <a:r>
              <a:rPr lang="fr-FR" smtClean="0"/>
              <a:t>	And right now  In the good times and bad </a:t>
            </a:r>
          </a:p>
          <a:p>
            <a:pPr>
              <a:defRPr/>
            </a:pPr>
            <a:r>
              <a:rPr lang="fr-FR" smtClean="0"/>
              <a:t>	9-  TU TRÔNES DANS LES CIEUX</a:t>
            </a:r>
          </a:p>
          <a:p>
            <a:pPr>
              <a:defRPr/>
            </a:pPr>
            <a:r>
              <a:rPr lang="fr-FR" smtClean="0"/>
              <a:t>	You are on Your throne 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TU ES LE SEUL DIEU SI PUISSANT QUE RIEN NE LE CONTIENT</a:t>
            </a:r>
          </a:p>
          <a:p>
            <a:pPr>
              <a:defRPr/>
            </a:pPr>
            <a:r>
              <a:rPr lang="fr-FR" smtClean="0"/>
              <a:t>You’re the only God whose power none can contend 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TU ES LE SEUL DIEU, LE SEUL NOM QUE NOUS LOUERONS SANS FIN</a:t>
            </a:r>
          </a:p>
          <a:p>
            <a:pPr>
              <a:defRPr/>
            </a:pPr>
            <a:r>
              <a:rPr lang="fr-FR" smtClean="0"/>
              <a:t>You’re the only God  whose name and praise will never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ET TU ES LE SEUL DIEU DIGNE À QUI TOUT DONNER</a:t>
            </a:r>
          </a:p>
          <a:p>
            <a:pPr>
              <a:defRPr/>
            </a:pPr>
            <a:r>
              <a:rPr lang="fr-FR" smtClean="0"/>
              <a:t>You’re the only God   who’s worthy of everything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TU ES DIEU TOUT SIMPLEMENT, TU ES</a:t>
            </a:r>
          </a:p>
          <a:p>
            <a:pPr>
              <a:defRPr/>
            </a:pPr>
            <a:r>
              <a:rPr lang="fr-FR" smtClean="0"/>
              <a:t>You are God and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DIEU IMMUABLE INÉBRANLABLE</a:t>
            </a:r>
          </a:p>
          <a:p>
            <a:pPr>
              <a:defRPr/>
            </a:pPr>
            <a:r>
              <a:rPr lang="fr-FR" smtClean="0"/>
              <a:t>Unchangeable  Unshakable  Unstoppable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 Ô DIEU TU ES</a:t>
            </a:r>
          </a:p>
          <a:p>
            <a:pPr>
              <a:defRPr/>
            </a:pPr>
            <a:r>
              <a:rPr lang="fr-FR" smtClean="0"/>
              <a:t>That’s what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</a:t>
            </a:r>
          </a:p>
          <a:p>
            <a:r>
              <a:rPr lang="fr-FR" smtClean="0"/>
              <a:t>You are not a God Created by human hands</a:t>
            </a:r>
          </a:p>
          <a:p>
            <a:endParaRPr lang="fr-FR" smtClean="0"/>
          </a:p>
          <a:p>
            <a:r>
              <a:rPr lang="fr-FR" smtClean="0"/>
              <a:t>2-  TU N’ES PAS UN DIEU DÉPENDANT D’AUCUN HOMME MORTEL</a:t>
            </a:r>
          </a:p>
          <a:p>
            <a:r>
              <a:rPr lang="fr-FR" smtClean="0"/>
              <a:t>You are not a God Dependant on any mortal man</a:t>
            </a:r>
          </a:p>
          <a:p>
            <a:endParaRPr lang="fr-FR" smtClean="0"/>
          </a:p>
          <a:p>
            <a:r>
              <a:rPr lang="fr-FR" smtClean="0"/>
              <a:t>3-  ET TU N’AS BESOIN DE RIEN QUE NOUS PUISSIONS DONNER</a:t>
            </a:r>
          </a:p>
          <a:p>
            <a:r>
              <a:rPr lang="fr-FR" smtClean="0"/>
              <a:t>You are not a God  In need of anything we can give </a:t>
            </a:r>
          </a:p>
          <a:p>
            <a:endParaRPr lang="fr-FR" smtClean="0"/>
          </a:p>
          <a:p>
            <a:r>
              <a:rPr lang="fr-FR" smtClean="0"/>
              <a:t>4-  CAR TOI SEUL, TU AS TOUT PLANIFIÉ</a:t>
            </a:r>
          </a:p>
          <a:p>
            <a:r>
              <a:rPr lang="fr-FR" smtClean="0"/>
              <a:t>By Your plan, that’s just the way it is  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6-  AVANT L’ÉTERNITÉ TU RÉGNAIS AUX CIEUX</a:t>
            </a:r>
          </a:p>
          <a:p>
            <a:r>
              <a:rPr lang="fr-FR" smtClean="0"/>
              <a:t>	From before time began  You were on Your throne</a:t>
            </a:r>
          </a:p>
          <a:p>
            <a:endParaRPr lang="fr-FR" smtClean="0"/>
          </a:p>
          <a:p>
            <a:r>
              <a:rPr lang="fr-FR" smtClean="0"/>
              <a:t>	7-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8-  POUR TOUJOURS LES BONS OU MAUVAIS JOURS</a:t>
            </a:r>
          </a:p>
          <a:p>
            <a:r>
              <a:rPr lang="fr-FR" smtClean="0"/>
              <a:t>	And right now  In the good times and bad </a:t>
            </a:r>
          </a:p>
          <a:p>
            <a:r>
              <a:rPr lang="fr-FR" smtClean="0"/>
              <a:t>	9-  TU TRÔNES DANS LES CIEUX</a:t>
            </a:r>
          </a:p>
          <a:p>
            <a:r>
              <a:rPr lang="fr-FR" smtClean="0"/>
              <a:t>	You are on Your throne </a:t>
            </a:r>
          </a:p>
          <a:p>
            <a:endParaRPr lang="fr-FR" smtClean="0"/>
          </a:p>
          <a:p>
            <a:r>
              <a:rPr lang="fr-FR" smtClean="0"/>
              <a:t>	10-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11-  TU ES LE SEUL DIEU SI PUISSANT QUE RIEN NE LE CONTIENT</a:t>
            </a:r>
          </a:p>
          <a:p>
            <a:r>
              <a:rPr lang="fr-FR" smtClean="0"/>
              <a:t>You’re the only God whose power none can contend </a:t>
            </a:r>
          </a:p>
          <a:p>
            <a:endParaRPr lang="fr-FR" smtClean="0"/>
          </a:p>
          <a:p>
            <a:r>
              <a:rPr lang="fr-FR" smtClean="0"/>
              <a:t>12-  TU ES LE SEUL DIEU, LE SEUL NOM QUE NOUS LOUERONS SANS FIN</a:t>
            </a:r>
          </a:p>
          <a:p>
            <a:r>
              <a:rPr lang="fr-FR" smtClean="0"/>
              <a:t>You’re the only God  whose name and praise will never end</a:t>
            </a:r>
          </a:p>
          <a:p>
            <a:endParaRPr lang="fr-FR" smtClean="0"/>
          </a:p>
          <a:p>
            <a:r>
              <a:rPr lang="fr-FR" smtClean="0"/>
              <a:t>13-  ET TU ES LE SEUL DIEU DIGNE À QUI TOUT DONNER</a:t>
            </a:r>
          </a:p>
          <a:p>
            <a:r>
              <a:rPr lang="fr-FR" smtClean="0"/>
              <a:t>You’re the only God   who’s worthy of everything we can give </a:t>
            </a:r>
          </a:p>
          <a:p>
            <a:endParaRPr lang="fr-FR" smtClean="0"/>
          </a:p>
          <a:p>
            <a:r>
              <a:rPr lang="fr-FR" smtClean="0"/>
              <a:t>14-  TU ES DIEU TOUT SIMPLEMENT, TU ES</a:t>
            </a:r>
          </a:p>
          <a:p>
            <a:r>
              <a:rPr lang="fr-FR" smtClean="0"/>
              <a:t>You are God and that’s just the way it is  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15-  DIEU IMMUABLE INÉBRANLABLE</a:t>
            </a:r>
          </a:p>
          <a:p>
            <a:r>
              <a:rPr lang="fr-FR" smtClean="0"/>
              <a:t>Unchangeable  Unshakable  Unstoppable</a:t>
            </a:r>
          </a:p>
          <a:p>
            <a:endParaRPr lang="fr-FR" smtClean="0"/>
          </a:p>
          <a:p>
            <a:r>
              <a:rPr lang="fr-FR" smtClean="0"/>
              <a:t>16-   Ô DIEU TU ES</a:t>
            </a:r>
          </a:p>
          <a:p>
            <a:r>
              <a:rPr lang="fr-FR" smtClean="0"/>
              <a:t>That’s what You are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N’ES PAS UN DIEU CRÉÉ PAR UNE MAIN HUMAINE</a:t>
            </a:r>
          </a:p>
          <a:p>
            <a:pPr>
              <a:defRPr/>
            </a:pPr>
            <a:r>
              <a:rPr lang="fr-FR" smtClean="0"/>
              <a:t>You are not a God Created by human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TU N’ES PAS UN DIEU DÉPENDANT D’AUCUN HOMME MORTEL</a:t>
            </a:r>
          </a:p>
          <a:p>
            <a:pPr>
              <a:defRPr/>
            </a:pPr>
            <a:r>
              <a:rPr lang="fr-FR" smtClean="0"/>
              <a:t>You are not a God Dependant on any mortal man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TU N’AS BESOIN DE RIEN QUE NOUS PUISSIONS DONNER</a:t>
            </a:r>
          </a:p>
          <a:p>
            <a:pPr>
              <a:defRPr/>
            </a:pPr>
            <a:r>
              <a:rPr lang="fr-FR" smtClean="0"/>
              <a:t>You are not a God  In need of anything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CAR TOI SEUL, TU AS TOUT PLANIFIÉ</a:t>
            </a:r>
          </a:p>
          <a:p>
            <a:pPr>
              <a:defRPr/>
            </a:pPr>
            <a:r>
              <a:rPr lang="fr-FR" smtClean="0"/>
              <a:t>By Your plan,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AVANT L’ÉTERNITÉ TU RÉGNAIS AUX CIEUX</a:t>
            </a:r>
          </a:p>
          <a:p>
            <a:pPr>
              <a:defRPr/>
            </a:pPr>
            <a:r>
              <a:rPr lang="fr-FR" smtClean="0"/>
              <a:t>	From before time began  You were on Your throne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POUR TOUJOURS LES BONS OU MAUVAIS JOURS</a:t>
            </a:r>
          </a:p>
          <a:p>
            <a:pPr>
              <a:defRPr/>
            </a:pPr>
            <a:r>
              <a:rPr lang="fr-FR" smtClean="0"/>
              <a:t>	And right now  In the good times and bad </a:t>
            </a:r>
          </a:p>
          <a:p>
            <a:pPr>
              <a:defRPr/>
            </a:pPr>
            <a:r>
              <a:rPr lang="fr-FR" smtClean="0"/>
              <a:t>	9-  TU TRÔNES DANS LES CIEUX</a:t>
            </a:r>
          </a:p>
          <a:p>
            <a:pPr>
              <a:defRPr/>
            </a:pPr>
            <a:r>
              <a:rPr lang="fr-FR" smtClean="0"/>
              <a:t>	You are on Your throne 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TU ES LE SEUL DIEU SI PUISSANT QUE RIEN NE LE CONTIENT</a:t>
            </a:r>
          </a:p>
          <a:p>
            <a:pPr>
              <a:defRPr/>
            </a:pPr>
            <a:r>
              <a:rPr lang="fr-FR" smtClean="0"/>
              <a:t>You’re the only God whose power none can contend 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TU ES LE SEUL DIEU, LE SEUL NOM QUE NOUS LOUERONS SANS FIN</a:t>
            </a:r>
          </a:p>
          <a:p>
            <a:pPr>
              <a:defRPr/>
            </a:pPr>
            <a:r>
              <a:rPr lang="fr-FR" smtClean="0"/>
              <a:t>You’re the only God  whose name and praise will never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ET TU ES LE SEUL DIEU DIGNE À QUI TOUT DONNER</a:t>
            </a:r>
          </a:p>
          <a:p>
            <a:pPr>
              <a:defRPr/>
            </a:pPr>
            <a:r>
              <a:rPr lang="fr-FR" smtClean="0"/>
              <a:t>You’re the only God   who’s worthy of everything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TU ES DIEU TOUT SIMPLEMENT, TU ES</a:t>
            </a:r>
          </a:p>
          <a:p>
            <a:pPr>
              <a:defRPr/>
            </a:pPr>
            <a:r>
              <a:rPr lang="fr-FR" smtClean="0"/>
              <a:t>You are God and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DIEU IMMUABLE INÉBRANLABLE</a:t>
            </a:r>
          </a:p>
          <a:p>
            <a:pPr>
              <a:defRPr/>
            </a:pPr>
            <a:r>
              <a:rPr lang="fr-FR" smtClean="0"/>
              <a:t>Unchangeable  Unshakable  Unstoppable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 Ô DIEU TU ES</a:t>
            </a:r>
          </a:p>
          <a:p>
            <a:pPr>
              <a:defRPr/>
            </a:pPr>
            <a:r>
              <a:rPr lang="fr-FR" smtClean="0"/>
              <a:t>That’s what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</a:t>
            </a:r>
          </a:p>
          <a:p>
            <a:r>
              <a:rPr lang="fr-FR" smtClean="0"/>
              <a:t>You are not a God Created by human hands</a:t>
            </a:r>
          </a:p>
          <a:p>
            <a:endParaRPr lang="fr-FR" smtClean="0"/>
          </a:p>
          <a:p>
            <a:r>
              <a:rPr lang="fr-FR" smtClean="0"/>
              <a:t>2-  TU N’ES PAS UN DIEU DÉPENDANT D’AUCUN HOMME MORTEL</a:t>
            </a:r>
          </a:p>
          <a:p>
            <a:r>
              <a:rPr lang="fr-FR" smtClean="0"/>
              <a:t>You are not a God Dependant on any mortal man</a:t>
            </a:r>
          </a:p>
          <a:p>
            <a:endParaRPr lang="fr-FR" smtClean="0"/>
          </a:p>
          <a:p>
            <a:r>
              <a:rPr lang="fr-FR" smtClean="0"/>
              <a:t>3-  ET TU N’AS BESOIN DE RIEN QUE NOUS PUISSIONS DONNER</a:t>
            </a:r>
          </a:p>
          <a:p>
            <a:r>
              <a:rPr lang="fr-FR" smtClean="0"/>
              <a:t>You are not a God  In need of anything we can give </a:t>
            </a:r>
          </a:p>
          <a:p>
            <a:endParaRPr lang="fr-FR" smtClean="0"/>
          </a:p>
          <a:p>
            <a:r>
              <a:rPr lang="fr-FR" smtClean="0"/>
              <a:t>4-  CAR TOI SEUL, TU AS TOUT PLANIFIÉ</a:t>
            </a:r>
          </a:p>
          <a:p>
            <a:r>
              <a:rPr lang="fr-FR" smtClean="0"/>
              <a:t>By Your plan, that’s just the way it is  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6-  AVANT L’ÉTERNITÉ TU RÉGNAIS AUX CIEUX</a:t>
            </a:r>
          </a:p>
          <a:p>
            <a:r>
              <a:rPr lang="fr-FR" smtClean="0"/>
              <a:t>	From before time began  You were on Your throne</a:t>
            </a:r>
          </a:p>
          <a:p>
            <a:endParaRPr lang="fr-FR" smtClean="0"/>
          </a:p>
          <a:p>
            <a:r>
              <a:rPr lang="fr-FR" smtClean="0"/>
              <a:t>	7-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8-  POUR TOUJOURS LES BONS OU MAUVAIS JOURS</a:t>
            </a:r>
          </a:p>
          <a:p>
            <a:r>
              <a:rPr lang="fr-FR" smtClean="0"/>
              <a:t>	And right now  In the good times and bad </a:t>
            </a:r>
          </a:p>
          <a:p>
            <a:r>
              <a:rPr lang="fr-FR" smtClean="0"/>
              <a:t>	9-  TU TRÔNES DANS LES CIEUX</a:t>
            </a:r>
          </a:p>
          <a:p>
            <a:r>
              <a:rPr lang="fr-FR" smtClean="0"/>
              <a:t>	You are on Your throne </a:t>
            </a:r>
          </a:p>
          <a:p>
            <a:endParaRPr lang="fr-FR" smtClean="0"/>
          </a:p>
          <a:p>
            <a:r>
              <a:rPr lang="fr-FR" smtClean="0"/>
              <a:t>	10-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11-  TU ES LE SEUL DIEU SI PUISSANT QUE RIEN NE LE CONTIENT</a:t>
            </a:r>
          </a:p>
          <a:p>
            <a:r>
              <a:rPr lang="fr-FR" smtClean="0"/>
              <a:t>You’re the only God whose power none can contend </a:t>
            </a:r>
          </a:p>
          <a:p>
            <a:endParaRPr lang="fr-FR" smtClean="0"/>
          </a:p>
          <a:p>
            <a:r>
              <a:rPr lang="fr-FR" smtClean="0"/>
              <a:t>12-  TU ES LE SEUL DIEU, LE SEUL NOM QUE NOUS LOUERONS SANS FIN</a:t>
            </a:r>
          </a:p>
          <a:p>
            <a:r>
              <a:rPr lang="fr-FR" smtClean="0"/>
              <a:t>You’re the only God  whose name and praise will never end</a:t>
            </a:r>
          </a:p>
          <a:p>
            <a:endParaRPr lang="fr-FR" smtClean="0"/>
          </a:p>
          <a:p>
            <a:r>
              <a:rPr lang="fr-FR" smtClean="0"/>
              <a:t>13-  ET TU ES LE SEUL DIEU DIGNE À QUI TOUT DONNER</a:t>
            </a:r>
          </a:p>
          <a:p>
            <a:r>
              <a:rPr lang="fr-FR" smtClean="0"/>
              <a:t>You’re the only God   who’s worthy of everything we can give </a:t>
            </a:r>
          </a:p>
          <a:p>
            <a:endParaRPr lang="fr-FR" smtClean="0"/>
          </a:p>
          <a:p>
            <a:r>
              <a:rPr lang="fr-FR" smtClean="0"/>
              <a:t>14-  TU ES DIEU TOUT SIMPLEMENT, TU ES</a:t>
            </a:r>
          </a:p>
          <a:p>
            <a:r>
              <a:rPr lang="fr-FR" smtClean="0"/>
              <a:t>You are God and that’s just the way it is  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15-  DIEU IMMUABLE INÉBRANLABLE</a:t>
            </a:r>
          </a:p>
          <a:p>
            <a:r>
              <a:rPr lang="fr-FR" smtClean="0"/>
              <a:t>Unchangeable  Unshakable  Unstoppable</a:t>
            </a:r>
          </a:p>
          <a:p>
            <a:endParaRPr lang="fr-FR" smtClean="0"/>
          </a:p>
          <a:p>
            <a:r>
              <a:rPr lang="fr-FR" smtClean="0"/>
              <a:t>16-   Ô DIEU TU ES</a:t>
            </a:r>
          </a:p>
          <a:p>
            <a:r>
              <a:rPr lang="fr-FR" smtClean="0"/>
              <a:t>That’s what You are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N’ES PAS UN DIEU CRÉÉ PAR UNE MAIN HUMAINE</a:t>
            </a:r>
          </a:p>
          <a:p>
            <a:pPr>
              <a:defRPr/>
            </a:pPr>
            <a:r>
              <a:rPr lang="fr-FR" smtClean="0"/>
              <a:t>You are not a God Created by human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TU N’ES PAS UN DIEU DÉPENDANT D’AUCUN HOMME MORTEL</a:t>
            </a:r>
          </a:p>
          <a:p>
            <a:pPr>
              <a:defRPr/>
            </a:pPr>
            <a:r>
              <a:rPr lang="fr-FR" smtClean="0"/>
              <a:t>You are not a God Dependant on any mortal man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TU N’AS BESOIN DE RIEN QUE NOUS PUISSIONS DONNER</a:t>
            </a:r>
          </a:p>
          <a:p>
            <a:pPr>
              <a:defRPr/>
            </a:pPr>
            <a:r>
              <a:rPr lang="fr-FR" smtClean="0"/>
              <a:t>You are not a God  In need of anything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CAR TOI SEUL, TU AS TOUT PLANIFIÉ</a:t>
            </a:r>
          </a:p>
          <a:p>
            <a:pPr>
              <a:defRPr/>
            </a:pPr>
            <a:r>
              <a:rPr lang="fr-FR" smtClean="0"/>
              <a:t>By Your plan,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AVANT L’ÉTERNITÉ TU RÉGNAIS AUX CIEUX</a:t>
            </a:r>
          </a:p>
          <a:p>
            <a:pPr>
              <a:defRPr/>
            </a:pPr>
            <a:r>
              <a:rPr lang="fr-FR" smtClean="0"/>
              <a:t>	From before time began  You were on Your throne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POUR TOUJOURS LES BONS OU MAUVAIS JOURS</a:t>
            </a:r>
          </a:p>
          <a:p>
            <a:pPr>
              <a:defRPr/>
            </a:pPr>
            <a:r>
              <a:rPr lang="fr-FR" smtClean="0"/>
              <a:t>	And right now  In the good times and bad </a:t>
            </a:r>
          </a:p>
          <a:p>
            <a:pPr>
              <a:defRPr/>
            </a:pPr>
            <a:r>
              <a:rPr lang="fr-FR" smtClean="0"/>
              <a:t>	9-  TU TRÔNES DANS LES CIEUX</a:t>
            </a:r>
          </a:p>
          <a:p>
            <a:pPr>
              <a:defRPr/>
            </a:pPr>
            <a:r>
              <a:rPr lang="fr-FR" smtClean="0"/>
              <a:t>	You are on Your throne 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TU ES LE SEUL DIEU SI PUISSANT QUE RIEN NE LE CONTIENT</a:t>
            </a:r>
          </a:p>
          <a:p>
            <a:pPr>
              <a:defRPr/>
            </a:pPr>
            <a:r>
              <a:rPr lang="fr-FR" smtClean="0"/>
              <a:t>You’re the only God whose power none can contend 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TU ES LE SEUL DIEU, LE SEUL NOM QUE NOUS LOUERONS SANS FIN</a:t>
            </a:r>
          </a:p>
          <a:p>
            <a:pPr>
              <a:defRPr/>
            </a:pPr>
            <a:r>
              <a:rPr lang="fr-FR" smtClean="0"/>
              <a:t>You’re the only God  whose name and praise will never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ET TU ES LE SEUL DIEU DIGNE À QUI TOUT DONNER</a:t>
            </a:r>
          </a:p>
          <a:p>
            <a:pPr>
              <a:defRPr/>
            </a:pPr>
            <a:r>
              <a:rPr lang="fr-FR" smtClean="0"/>
              <a:t>You’re the only God   who’s worthy of everything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TU ES DIEU TOUT SIMPLEMENT, TU ES</a:t>
            </a:r>
          </a:p>
          <a:p>
            <a:pPr>
              <a:defRPr/>
            </a:pPr>
            <a:r>
              <a:rPr lang="fr-FR" smtClean="0"/>
              <a:t>You are God and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DIEU IMMUABLE INÉBRANLABLE</a:t>
            </a:r>
          </a:p>
          <a:p>
            <a:pPr>
              <a:defRPr/>
            </a:pPr>
            <a:r>
              <a:rPr lang="fr-FR" smtClean="0"/>
              <a:t>Unchangeable  Unshakable  Unstoppable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 Ô DIEU TU ES</a:t>
            </a:r>
          </a:p>
          <a:p>
            <a:pPr>
              <a:defRPr/>
            </a:pPr>
            <a:r>
              <a:rPr lang="fr-FR" smtClean="0"/>
              <a:t>That’s what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</a:t>
            </a:r>
          </a:p>
          <a:p>
            <a:r>
              <a:rPr lang="fr-FR" smtClean="0"/>
              <a:t>You are not a God Created by human hands</a:t>
            </a:r>
          </a:p>
          <a:p>
            <a:endParaRPr lang="fr-FR" smtClean="0"/>
          </a:p>
          <a:p>
            <a:r>
              <a:rPr lang="fr-FR" smtClean="0"/>
              <a:t>2-  TU N’ES PAS UN DIEU DÉPENDANT D’AUCUN HOMME MORTEL</a:t>
            </a:r>
          </a:p>
          <a:p>
            <a:r>
              <a:rPr lang="fr-FR" smtClean="0"/>
              <a:t>You are not a God Dependant on any mortal man</a:t>
            </a:r>
          </a:p>
          <a:p>
            <a:endParaRPr lang="fr-FR" smtClean="0"/>
          </a:p>
          <a:p>
            <a:r>
              <a:rPr lang="fr-FR" smtClean="0"/>
              <a:t>3-  ET TU N’AS BESOIN DE RIEN QUE NOUS PUISSIONS DONNER</a:t>
            </a:r>
          </a:p>
          <a:p>
            <a:r>
              <a:rPr lang="fr-FR" smtClean="0"/>
              <a:t>You are not a God  In need of anything we can give </a:t>
            </a:r>
          </a:p>
          <a:p>
            <a:endParaRPr lang="fr-FR" smtClean="0"/>
          </a:p>
          <a:p>
            <a:r>
              <a:rPr lang="fr-FR" smtClean="0"/>
              <a:t>4-  CAR TOI SEUL, TU AS TOUT PLANIFIÉ</a:t>
            </a:r>
          </a:p>
          <a:p>
            <a:r>
              <a:rPr lang="fr-FR" smtClean="0"/>
              <a:t>By Your plan, that’s just the way it is  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6-  AVANT L’ÉTERNITÉ TU RÉGNAIS AUX CIEUX</a:t>
            </a:r>
          </a:p>
          <a:p>
            <a:r>
              <a:rPr lang="fr-FR" smtClean="0"/>
              <a:t>	From before time began  You were on Your throne</a:t>
            </a:r>
          </a:p>
          <a:p>
            <a:endParaRPr lang="fr-FR" smtClean="0"/>
          </a:p>
          <a:p>
            <a:r>
              <a:rPr lang="fr-FR" smtClean="0"/>
              <a:t>	7-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8-  POUR TOUJOURS LES BONS OU MAUVAIS JOURS</a:t>
            </a:r>
          </a:p>
          <a:p>
            <a:r>
              <a:rPr lang="fr-FR" smtClean="0"/>
              <a:t>	And right now  In the good times and bad </a:t>
            </a:r>
          </a:p>
          <a:p>
            <a:r>
              <a:rPr lang="fr-FR" smtClean="0"/>
              <a:t>	9-  TU TRÔNES DANS LES CIEUX</a:t>
            </a:r>
          </a:p>
          <a:p>
            <a:r>
              <a:rPr lang="fr-FR" smtClean="0"/>
              <a:t>	You are on Your throne </a:t>
            </a:r>
          </a:p>
          <a:p>
            <a:endParaRPr lang="fr-FR" smtClean="0"/>
          </a:p>
          <a:p>
            <a:r>
              <a:rPr lang="fr-FR" smtClean="0"/>
              <a:t>	10-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11-  TU ES LE SEUL DIEU SI PUISSANT QUE RIEN NE LE CONTIENT</a:t>
            </a:r>
          </a:p>
          <a:p>
            <a:r>
              <a:rPr lang="fr-FR" smtClean="0"/>
              <a:t>You’re the only God whose power none can contend </a:t>
            </a:r>
          </a:p>
          <a:p>
            <a:endParaRPr lang="fr-FR" smtClean="0"/>
          </a:p>
          <a:p>
            <a:r>
              <a:rPr lang="fr-FR" smtClean="0"/>
              <a:t>12-  TU ES LE SEUL DIEU, LE SEUL NOM QUE NOUS LOUERONS SANS FIN</a:t>
            </a:r>
          </a:p>
          <a:p>
            <a:r>
              <a:rPr lang="fr-FR" smtClean="0"/>
              <a:t>You’re the only God  whose name and praise will never end</a:t>
            </a:r>
          </a:p>
          <a:p>
            <a:endParaRPr lang="fr-FR" smtClean="0"/>
          </a:p>
          <a:p>
            <a:r>
              <a:rPr lang="fr-FR" smtClean="0"/>
              <a:t>13-  ET TU ES LE SEUL DIEU DIGNE À QUI TOUT DONNER</a:t>
            </a:r>
          </a:p>
          <a:p>
            <a:r>
              <a:rPr lang="fr-FR" smtClean="0"/>
              <a:t>You’re the only God   who’s worthy of everything we can give </a:t>
            </a:r>
          </a:p>
          <a:p>
            <a:endParaRPr lang="fr-FR" smtClean="0"/>
          </a:p>
          <a:p>
            <a:r>
              <a:rPr lang="fr-FR" smtClean="0"/>
              <a:t>14-  TU ES DIEU TOUT SIMPLEMENT, TU ES</a:t>
            </a:r>
          </a:p>
          <a:p>
            <a:r>
              <a:rPr lang="fr-FR" smtClean="0"/>
              <a:t>You are God and that’s just the way it is  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15-  DIEU IMMUABLE INÉBRANLABLE</a:t>
            </a:r>
          </a:p>
          <a:p>
            <a:r>
              <a:rPr lang="fr-FR" smtClean="0"/>
              <a:t>Unchangeable  Unshakable  Unstoppable</a:t>
            </a:r>
          </a:p>
          <a:p>
            <a:endParaRPr lang="fr-FR" smtClean="0"/>
          </a:p>
          <a:p>
            <a:r>
              <a:rPr lang="fr-FR" smtClean="0"/>
              <a:t>16-   Ô DIEU TU ES</a:t>
            </a:r>
          </a:p>
          <a:p>
            <a:r>
              <a:rPr lang="fr-FR" smtClean="0"/>
              <a:t>That’s what You are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N’ES PAS UN DIEU CRÉÉ PAR UNE MAIN HUMAINE</a:t>
            </a:r>
          </a:p>
          <a:p>
            <a:pPr>
              <a:defRPr/>
            </a:pPr>
            <a:r>
              <a:rPr lang="fr-FR" smtClean="0"/>
              <a:t>You are not a God Created by human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TU N’ES PAS UN DIEU DÉPENDANT D’AUCUN HOMME MORTEL</a:t>
            </a:r>
          </a:p>
          <a:p>
            <a:pPr>
              <a:defRPr/>
            </a:pPr>
            <a:r>
              <a:rPr lang="fr-FR" smtClean="0"/>
              <a:t>You are not a God Dependant on any mortal man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TU N’AS BESOIN DE RIEN QUE NOUS PUISSIONS DONNER</a:t>
            </a:r>
          </a:p>
          <a:p>
            <a:pPr>
              <a:defRPr/>
            </a:pPr>
            <a:r>
              <a:rPr lang="fr-FR" smtClean="0"/>
              <a:t>You are not a God  In need of anything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CAR TOI SEUL, TU AS TOUT PLANIFIÉ</a:t>
            </a:r>
          </a:p>
          <a:p>
            <a:pPr>
              <a:defRPr/>
            </a:pPr>
            <a:r>
              <a:rPr lang="fr-FR" smtClean="0"/>
              <a:t>By Your plan,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AVANT L’ÉTERNITÉ TU RÉGNAIS AUX CIEUX</a:t>
            </a:r>
          </a:p>
          <a:p>
            <a:pPr>
              <a:defRPr/>
            </a:pPr>
            <a:r>
              <a:rPr lang="fr-FR" smtClean="0"/>
              <a:t>	From before time began  You were on Your throne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POUR TOUJOURS LES BONS OU MAUVAIS JOURS</a:t>
            </a:r>
          </a:p>
          <a:p>
            <a:pPr>
              <a:defRPr/>
            </a:pPr>
            <a:r>
              <a:rPr lang="fr-FR" smtClean="0"/>
              <a:t>	And right now  In the good times and bad </a:t>
            </a:r>
          </a:p>
          <a:p>
            <a:pPr>
              <a:defRPr/>
            </a:pPr>
            <a:r>
              <a:rPr lang="fr-FR" smtClean="0"/>
              <a:t>	9-  TU TRÔNES DANS LES CIEUX</a:t>
            </a:r>
          </a:p>
          <a:p>
            <a:pPr>
              <a:defRPr/>
            </a:pPr>
            <a:r>
              <a:rPr lang="fr-FR" smtClean="0"/>
              <a:t>	You are on Your throne 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TU ES LE SEUL DIEU SI PUISSANT QUE RIEN NE LE CONTIENT</a:t>
            </a:r>
          </a:p>
          <a:p>
            <a:pPr>
              <a:defRPr/>
            </a:pPr>
            <a:r>
              <a:rPr lang="fr-FR" smtClean="0"/>
              <a:t>You’re the only God whose power none can contend 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TU ES LE SEUL DIEU, LE SEUL NOM QUE NOUS LOUERONS SANS FIN</a:t>
            </a:r>
          </a:p>
          <a:p>
            <a:pPr>
              <a:defRPr/>
            </a:pPr>
            <a:r>
              <a:rPr lang="fr-FR" smtClean="0"/>
              <a:t>You’re the only God  whose name and praise will never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ET TU ES LE SEUL DIEU DIGNE À QUI TOUT DONNER</a:t>
            </a:r>
          </a:p>
          <a:p>
            <a:pPr>
              <a:defRPr/>
            </a:pPr>
            <a:r>
              <a:rPr lang="fr-FR" smtClean="0"/>
              <a:t>You’re the only God   who’s worthy of everything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TU ES DIEU TOUT SIMPLEMENT, TU ES</a:t>
            </a:r>
          </a:p>
          <a:p>
            <a:pPr>
              <a:defRPr/>
            </a:pPr>
            <a:r>
              <a:rPr lang="fr-FR" smtClean="0"/>
              <a:t>You are God and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DIEU IMMUABLE INÉBRANLABLE</a:t>
            </a:r>
          </a:p>
          <a:p>
            <a:pPr>
              <a:defRPr/>
            </a:pPr>
            <a:r>
              <a:rPr lang="fr-FR" smtClean="0"/>
              <a:t>Unchangeable  Unshakable  Unstoppable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 Ô DIEU TU ES</a:t>
            </a:r>
          </a:p>
          <a:p>
            <a:pPr>
              <a:defRPr/>
            </a:pPr>
            <a:r>
              <a:rPr lang="fr-FR" smtClean="0"/>
              <a:t>That’s what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</a:t>
            </a:r>
          </a:p>
          <a:p>
            <a:r>
              <a:rPr lang="fr-FR" smtClean="0"/>
              <a:t>You are not a God Created by human hands</a:t>
            </a:r>
          </a:p>
          <a:p>
            <a:endParaRPr lang="fr-FR" smtClean="0"/>
          </a:p>
          <a:p>
            <a:r>
              <a:rPr lang="fr-FR" smtClean="0"/>
              <a:t>2-  TU N’ES PAS UN DIEU DÉPENDANT D’AUCUN HOMME MORTEL</a:t>
            </a:r>
          </a:p>
          <a:p>
            <a:r>
              <a:rPr lang="fr-FR" smtClean="0"/>
              <a:t>You are not a God Dependant on any mortal man</a:t>
            </a:r>
          </a:p>
          <a:p>
            <a:endParaRPr lang="fr-FR" smtClean="0"/>
          </a:p>
          <a:p>
            <a:r>
              <a:rPr lang="fr-FR" smtClean="0"/>
              <a:t>3-  ET TU N’AS BESOIN DE RIEN QUE NOUS PUISSIONS DONNER</a:t>
            </a:r>
          </a:p>
          <a:p>
            <a:r>
              <a:rPr lang="fr-FR" smtClean="0"/>
              <a:t>You are not a God  In need of anything we can give </a:t>
            </a:r>
          </a:p>
          <a:p>
            <a:endParaRPr lang="fr-FR" smtClean="0"/>
          </a:p>
          <a:p>
            <a:r>
              <a:rPr lang="fr-FR" smtClean="0"/>
              <a:t>4-  CAR TOI SEUL, TU AS TOUT PLANIFIÉ</a:t>
            </a:r>
          </a:p>
          <a:p>
            <a:r>
              <a:rPr lang="fr-FR" smtClean="0"/>
              <a:t>By Your plan, that’s just the way it is  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6-  AVANT L’ÉTERNITÉ TU RÉGNAIS AUX CIEUX</a:t>
            </a:r>
          </a:p>
          <a:p>
            <a:r>
              <a:rPr lang="fr-FR" smtClean="0"/>
              <a:t>	From before time began  You were on Your throne</a:t>
            </a:r>
          </a:p>
          <a:p>
            <a:endParaRPr lang="fr-FR" smtClean="0"/>
          </a:p>
          <a:p>
            <a:r>
              <a:rPr lang="fr-FR" smtClean="0"/>
              <a:t>	7-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8-  POUR TOUJOURS LES BONS OU MAUVAIS JOURS</a:t>
            </a:r>
          </a:p>
          <a:p>
            <a:r>
              <a:rPr lang="fr-FR" smtClean="0"/>
              <a:t>	And right now  In the good times and bad </a:t>
            </a:r>
          </a:p>
          <a:p>
            <a:r>
              <a:rPr lang="fr-FR" smtClean="0"/>
              <a:t>	9-  TU TRÔNES DANS LES CIEUX</a:t>
            </a:r>
          </a:p>
          <a:p>
            <a:r>
              <a:rPr lang="fr-FR" smtClean="0"/>
              <a:t>	You are on Your throne </a:t>
            </a:r>
          </a:p>
          <a:p>
            <a:endParaRPr lang="fr-FR" smtClean="0"/>
          </a:p>
          <a:p>
            <a:r>
              <a:rPr lang="fr-FR" smtClean="0"/>
              <a:t>	10-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11-  TU ES LE SEUL DIEU SI PUISSANT QUE RIEN NE LE CONTIENT</a:t>
            </a:r>
          </a:p>
          <a:p>
            <a:r>
              <a:rPr lang="fr-FR" smtClean="0"/>
              <a:t>You’re the only God whose power none can contend </a:t>
            </a:r>
          </a:p>
          <a:p>
            <a:endParaRPr lang="fr-FR" smtClean="0"/>
          </a:p>
          <a:p>
            <a:r>
              <a:rPr lang="fr-FR" smtClean="0"/>
              <a:t>12-  TU ES LE SEUL DIEU, LE SEUL NOM QUE NOUS LOUERONS SANS FIN</a:t>
            </a:r>
          </a:p>
          <a:p>
            <a:r>
              <a:rPr lang="fr-FR" smtClean="0"/>
              <a:t>You’re the only God  whose name and praise will never end</a:t>
            </a:r>
          </a:p>
          <a:p>
            <a:endParaRPr lang="fr-FR" smtClean="0"/>
          </a:p>
          <a:p>
            <a:r>
              <a:rPr lang="fr-FR" smtClean="0"/>
              <a:t>13-  ET TU ES LE SEUL DIEU DIGNE À QUI TOUT DONNER</a:t>
            </a:r>
          </a:p>
          <a:p>
            <a:r>
              <a:rPr lang="fr-FR" smtClean="0"/>
              <a:t>You’re the only God   who’s worthy of everything we can give </a:t>
            </a:r>
          </a:p>
          <a:p>
            <a:endParaRPr lang="fr-FR" smtClean="0"/>
          </a:p>
          <a:p>
            <a:r>
              <a:rPr lang="fr-FR" smtClean="0"/>
              <a:t>14-  TU ES DIEU TOUT SIMPLEMENT, TU ES</a:t>
            </a:r>
          </a:p>
          <a:p>
            <a:r>
              <a:rPr lang="fr-FR" smtClean="0"/>
              <a:t>You are God and that’s just the way it is  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15-  DIEU IMMUABLE INÉBRANLABLE</a:t>
            </a:r>
          </a:p>
          <a:p>
            <a:r>
              <a:rPr lang="fr-FR" smtClean="0"/>
              <a:t>Unchangeable  Unshakable  Unstoppable</a:t>
            </a:r>
          </a:p>
          <a:p>
            <a:endParaRPr lang="fr-FR" smtClean="0"/>
          </a:p>
          <a:p>
            <a:r>
              <a:rPr lang="fr-FR" smtClean="0"/>
              <a:t>16-   Ô DIEU TU ES</a:t>
            </a:r>
          </a:p>
          <a:p>
            <a:r>
              <a:rPr lang="fr-FR" smtClean="0"/>
              <a:t>That’s what You are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N’ES PAS UN DIEU CRÉÉ PAR UNE MAIN HUMAINE</a:t>
            </a:r>
          </a:p>
          <a:p>
            <a:pPr>
              <a:defRPr/>
            </a:pPr>
            <a:r>
              <a:rPr lang="fr-FR" smtClean="0"/>
              <a:t>You are not a God Created by human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TU N’ES PAS UN DIEU DÉPENDANT D’AUCUN HOMME MORTEL</a:t>
            </a:r>
          </a:p>
          <a:p>
            <a:pPr>
              <a:defRPr/>
            </a:pPr>
            <a:r>
              <a:rPr lang="fr-FR" smtClean="0"/>
              <a:t>You are not a God Dependant on any mortal man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TU N’AS BESOIN DE RIEN QUE NOUS PUISSIONS DONNER</a:t>
            </a:r>
          </a:p>
          <a:p>
            <a:pPr>
              <a:defRPr/>
            </a:pPr>
            <a:r>
              <a:rPr lang="fr-FR" smtClean="0"/>
              <a:t>You are not a God  In need of anything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CAR TOI SEUL, TU AS TOUT PLANIFIÉ</a:t>
            </a:r>
          </a:p>
          <a:p>
            <a:pPr>
              <a:defRPr/>
            </a:pPr>
            <a:r>
              <a:rPr lang="fr-FR" smtClean="0"/>
              <a:t>By Your plan,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AVANT L’ÉTERNITÉ TU RÉGNAIS AUX CIEUX</a:t>
            </a:r>
          </a:p>
          <a:p>
            <a:pPr>
              <a:defRPr/>
            </a:pPr>
            <a:r>
              <a:rPr lang="fr-FR" smtClean="0"/>
              <a:t>	From before time began  You were on Your throne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POUR TOUJOURS LES BONS OU MAUVAIS JOURS</a:t>
            </a:r>
          </a:p>
          <a:p>
            <a:pPr>
              <a:defRPr/>
            </a:pPr>
            <a:r>
              <a:rPr lang="fr-FR" smtClean="0"/>
              <a:t>	And right now  In the good times and bad </a:t>
            </a:r>
          </a:p>
          <a:p>
            <a:pPr>
              <a:defRPr/>
            </a:pPr>
            <a:r>
              <a:rPr lang="fr-FR" smtClean="0"/>
              <a:t>	9-  TU TRÔNES DANS LES CIEUX</a:t>
            </a:r>
          </a:p>
          <a:p>
            <a:pPr>
              <a:defRPr/>
            </a:pPr>
            <a:r>
              <a:rPr lang="fr-FR" smtClean="0"/>
              <a:t>	You are on Your throne 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TU ES LE SEUL DIEU SI PUISSANT QUE RIEN NE LE CONTIENT</a:t>
            </a:r>
          </a:p>
          <a:p>
            <a:pPr>
              <a:defRPr/>
            </a:pPr>
            <a:r>
              <a:rPr lang="fr-FR" smtClean="0"/>
              <a:t>You’re the only God whose power none can contend 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TU ES LE SEUL DIEU, LE SEUL NOM QUE NOUS LOUERONS SANS FIN</a:t>
            </a:r>
          </a:p>
          <a:p>
            <a:pPr>
              <a:defRPr/>
            </a:pPr>
            <a:r>
              <a:rPr lang="fr-FR" smtClean="0"/>
              <a:t>You’re the only God  whose name and praise will never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ET TU ES LE SEUL DIEU DIGNE À QUI TOUT DONNER</a:t>
            </a:r>
          </a:p>
          <a:p>
            <a:pPr>
              <a:defRPr/>
            </a:pPr>
            <a:r>
              <a:rPr lang="fr-FR" smtClean="0"/>
              <a:t>You’re the only God   who’s worthy of everything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TU ES DIEU TOUT SIMPLEMENT, TU ES</a:t>
            </a:r>
          </a:p>
          <a:p>
            <a:pPr>
              <a:defRPr/>
            </a:pPr>
            <a:r>
              <a:rPr lang="fr-FR" smtClean="0"/>
              <a:t>You are God and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DIEU IMMUABLE INÉBRANLABLE</a:t>
            </a:r>
          </a:p>
          <a:p>
            <a:pPr>
              <a:defRPr/>
            </a:pPr>
            <a:r>
              <a:rPr lang="fr-FR" smtClean="0"/>
              <a:t>Unchangeable  Unshakable  Unstoppable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 Ô DIEU TU ES</a:t>
            </a:r>
          </a:p>
          <a:p>
            <a:pPr>
              <a:defRPr/>
            </a:pPr>
            <a:r>
              <a:rPr lang="fr-FR" smtClean="0"/>
              <a:t>That’s what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</a:t>
            </a:r>
          </a:p>
          <a:p>
            <a:r>
              <a:rPr lang="fr-FR" smtClean="0"/>
              <a:t>You are not a God Created by human hands</a:t>
            </a:r>
          </a:p>
          <a:p>
            <a:endParaRPr lang="fr-FR" smtClean="0"/>
          </a:p>
          <a:p>
            <a:r>
              <a:rPr lang="fr-FR" smtClean="0"/>
              <a:t>2-  TU N’ES PAS UN DIEU DÉPENDANT D’AUCUN HOMME MORTEL</a:t>
            </a:r>
          </a:p>
          <a:p>
            <a:r>
              <a:rPr lang="fr-FR" smtClean="0"/>
              <a:t>You are not a God Dependant on any mortal man</a:t>
            </a:r>
          </a:p>
          <a:p>
            <a:endParaRPr lang="fr-FR" smtClean="0"/>
          </a:p>
          <a:p>
            <a:r>
              <a:rPr lang="fr-FR" smtClean="0"/>
              <a:t>3-  ET TU N’AS BESOIN DE RIEN QUE NOUS PUISSIONS DONNER</a:t>
            </a:r>
          </a:p>
          <a:p>
            <a:r>
              <a:rPr lang="fr-FR" smtClean="0"/>
              <a:t>You are not a God  In need of anything we can give </a:t>
            </a:r>
          </a:p>
          <a:p>
            <a:endParaRPr lang="fr-FR" smtClean="0"/>
          </a:p>
          <a:p>
            <a:r>
              <a:rPr lang="fr-FR" smtClean="0"/>
              <a:t>4-  CAR TOI SEUL, TU AS TOUT PLANIFIÉ</a:t>
            </a:r>
          </a:p>
          <a:p>
            <a:r>
              <a:rPr lang="fr-FR" smtClean="0"/>
              <a:t>By Your plan, that’s just the way it is  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6-  AVANT L’ÉTERNITÉ TU RÉGNAIS AUX CIEUX</a:t>
            </a:r>
          </a:p>
          <a:p>
            <a:r>
              <a:rPr lang="fr-FR" smtClean="0"/>
              <a:t>	From before time began  You were on Your throne</a:t>
            </a:r>
          </a:p>
          <a:p>
            <a:endParaRPr lang="fr-FR" smtClean="0"/>
          </a:p>
          <a:p>
            <a:r>
              <a:rPr lang="fr-FR" smtClean="0"/>
              <a:t>	7-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8-  POUR TOUJOURS LES BONS OU MAUVAIS JOURS</a:t>
            </a:r>
          </a:p>
          <a:p>
            <a:r>
              <a:rPr lang="fr-FR" smtClean="0"/>
              <a:t>	And right now  In the good times and bad </a:t>
            </a:r>
          </a:p>
          <a:p>
            <a:r>
              <a:rPr lang="fr-FR" smtClean="0"/>
              <a:t>	9-  TU TRÔNES DANS LES CIEUX</a:t>
            </a:r>
          </a:p>
          <a:p>
            <a:r>
              <a:rPr lang="fr-FR" smtClean="0"/>
              <a:t>	You are on Your throne </a:t>
            </a:r>
          </a:p>
          <a:p>
            <a:endParaRPr lang="fr-FR" smtClean="0"/>
          </a:p>
          <a:p>
            <a:r>
              <a:rPr lang="fr-FR" smtClean="0"/>
              <a:t>	10-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11-  TU ES LE SEUL DIEU SI PUISSANT QUE RIEN NE LE CONTIENT</a:t>
            </a:r>
          </a:p>
          <a:p>
            <a:r>
              <a:rPr lang="fr-FR" smtClean="0"/>
              <a:t>You’re the only God whose power none can contend </a:t>
            </a:r>
          </a:p>
          <a:p>
            <a:endParaRPr lang="fr-FR" smtClean="0"/>
          </a:p>
          <a:p>
            <a:r>
              <a:rPr lang="fr-FR" smtClean="0"/>
              <a:t>12-  TU ES LE SEUL DIEU, LE SEUL NOM QUE NOUS LOUERONS SANS FIN</a:t>
            </a:r>
          </a:p>
          <a:p>
            <a:r>
              <a:rPr lang="fr-FR" smtClean="0"/>
              <a:t>You’re the only God  whose name and praise will never end</a:t>
            </a:r>
          </a:p>
          <a:p>
            <a:endParaRPr lang="fr-FR" smtClean="0"/>
          </a:p>
          <a:p>
            <a:r>
              <a:rPr lang="fr-FR" smtClean="0"/>
              <a:t>13-  ET TU ES LE SEUL DIEU DIGNE À QUI TOUT DONNER</a:t>
            </a:r>
          </a:p>
          <a:p>
            <a:r>
              <a:rPr lang="fr-FR" smtClean="0"/>
              <a:t>You’re the only God   who’s worthy of everything we can give </a:t>
            </a:r>
          </a:p>
          <a:p>
            <a:endParaRPr lang="fr-FR" smtClean="0"/>
          </a:p>
          <a:p>
            <a:r>
              <a:rPr lang="fr-FR" smtClean="0"/>
              <a:t>14-  TU ES DIEU TOUT SIMPLEMENT, TU ES</a:t>
            </a:r>
          </a:p>
          <a:p>
            <a:r>
              <a:rPr lang="fr-FR" smtClean="0"/>
              <a:t>You are God and that’s just the way it is  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15-  DIEU IMMUABLE INÉBRANLABLE</a:t>
            </a:r>
          </a:p>
          <a:p>
            <a:r>
              <a:rPr lang="fr-FR" smtClean="0"/>
              <a:t>Unchangeable  Unshakable  Unstoppable</a:t>
            </a:r>
          </a:p>
          <a:p>
            <a:endParaRPr lang="fr-FR" smtClean="0"/>
          </a:p>
          <a:p>
            <a:r>
              <a:rPr lang="fr-FR" smtClean="0"/>
              <a:t>16-   Ô DIEU TU ES</a:t>
            </a:r>
          </a:p>
          <a:p>
            <a:r>
              <a:rPr lang="fr-FR" smtClean="0"/>
              <a:t>That’s what You are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N’ES PAS UN DIEU CRÉÉ PAR UNE MAIN HUMAINE</a:t>
            </a:r>
          </a:p>
          <a:p>
            <a:pPr>
              <a:defRPr/>
            </a:pPr>
            <a:r>
              <a:rPr lang="fr-FR" smtClean="0"/>
              <a:t>You are not a God Created by human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TU N’ES PAS UN DIEU DÉPENDANT D’AUCUN HOMME MORTEL</a:t>
            </a:r>
          </a:p>
          <a:p>
            <a:pPr>
              <a:defRPr/>
            </a:pPr>
            <a:r>
              <a:rPr lang="fr-FR" smtClean="0"/>
              <a:t>You are not a God Dependant on any mortal man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TU N’AS BESOIN DE RIEN QUE NOUS PUISSIONS DONNER</a:t>
            </a:r>
          </a:p>
          <a:p>
            <a:pPr>
              <a:defRPr/>
            </a:pPr>
            <a:r>
              <a:rPr lang="fr-FR" smtClean="0"/>
              <a:t>You are not a God  In need of anything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CAR TOI SEUL, TU AS TOUT PLANIFIÉ</a:t>
            </a:r>
          </a:p>
          <a:p>
            <a:pPr>
              <a:defRPr/>
            </a:pPr>
            <a:r>
              <a:rPr lang="fr-FR" smtClean="0"/>
              <a:t>By Your plan,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AVANT L’ÉTERNITÉ TU RÉGNAIS AUX CIEUX</a:t>
            </a:r>
          </a:p>
          <a:p>
            <a:pPr>
              <a:defRPr/>
            </a:pPr>
            <a:r>
              <a:rPr lang="fr-FR" smtClean="0"/>
              <a:t>	From before time began  You were on Your throne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POUR TOUJOURS LES BONS OU MAUVAIS JOURS</a:t>
            </a:r>
          </a:p>
          <a:p>
            <a:pPr>
              <a:defRPr/>
            </a:pPr>
            <a:r>
              <a:rPr lang="fr-FR" smtClean="0"/>
              <a:t>	And right now  In the good times and bad </a:t>
            </a:r>
          </a:p>
          <a:p>
            <a:pPr>
              <a:defRPr/>
            </a:pPr>
            <a:r>
              <a:rPr lang="fr-FR" smtClean="0"/>
              <a:t>	9-  TU TRÔNES DANS LES CIEUX</a:t>
            </a:r>
          </a:p>
          <a:p>
            <a:pPr>
              <a:defRPr/>
            </a:pPr>
            <a:r>
              <a:rPr lang="fr-FR" smtClean="0"/>
              <a:t>	You are on Your throne 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TU ES LE SEUL DIEU SI PUISSANT QUE RIEN NE LE CONTIENT</a:t>
            </a:r>
          </a:p>
          <a:p>
            <a:pPr>
              <a:defRPr/>
            </a:pPr>
            <a:r>
              <a:rPr lang="fr-FR" smtClean="0"/>
              <a:t>You’re the only God whose power none can contend 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TU ES LE SEUL DIEU, LE SEUL NOM QUE NOUS LOUERONS SANS FIN</a:t>
            </a:r>
          </a:p>
          <a:p>
            <a:pPr>
              <a:defRPr/>
            </a:pPr>
            <a:r>
              <a:rPr lang="fr-FR" smtClean="0"/>
              <a:t>You’re the only God  whose name and praise will never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ET TU ES LE SEUL DIEU DIGNE À QUI TOUT DONNER</a:t>
            </a:r>
          </a:p>
          <a:p>
            <a:pPr>
              <a:defRPr/>
            </a:pPr>
            <a:r>
              <a:rPr lang="fr-FR" smtClean="0"/>
              <a:t>You’re the only God   who’s worthy of everything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TU ES DIEU TOUT SIMPLEMENT, TU ES</a:t>
            </a:r>
          </a:p>
          <a:p>
            <a:pPr>
              <a:defRPr/>
            </a:pPr>
            <a:r>
              <a:rPr lang="fr-FR" smtClean="0"/>
              <a:t>You are God and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DIEU IMMUABLE INÉBRANLABLE</a:t>
            </a:r>
          </a:p>
          <a:p>
            <a:pPr>
              <a:defRPr/>
            </a:pPr>
            <a:r>
              <a:rPr lang="fr-FR" smtClean="0"/>
              <a:t>Unchangeable  Unshakable  Unstoppable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 Ô DIEU TU ES</a:t>
            </a:r>
          </a:p>
          <a:p>
            <a:pPr>
              <a:defRPr/>
            </a:pPr>
            <a:r>
              <a:rPr lang="fr-FR" smtClean="0"/>
              <a:t>That’s what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</a:t>
            </a:r>
          </a:p>
          <a:p>
            <a:r>
              <a:rPr lang="fr-FR" smtClean="0"/>
              <a:t>You are not a God Created by human hands</a:t>
            </a:r>
          </a:p>
          <a:p>
            <a:endParaRPr lang="fr-FR" smtClean="0"/>
          </a:p>
          <a:p>
            <a:r>
              <a:rPr lang="fr-FR" smtClean="0"/>
              <a:t>2-  TU N’ES PAS UN DIEU DÉPENDANT D’AUCUN HOMME MORTEL</a:t>
            </a:r>
          </a:p>
          <a:p>
            <a:r>
              <a:rPr lang="fr-FR" smtClean="0"/>
              <a:t>You are not a God Dependant on any mortal man</a:t>
            </a:r>
          </a:p>
          <a:p>
            <a:endParaRPr lang="fr-FR" smtClean="0"/>
          </a:p>
          <a:p>
            <a:r>
              <a:rPr lang="fr-FR" smtClean="0"/>
              <a:t>3-  ET TU N’AS BESOIN DE RIEN QUE NOUS PUISSIONS DONNER</a:t>
            </a:r>
          </a:p>
          <a:p>
            <a:r>
              <a:rPr lang="fr-FR" smtClean="0"/>
              <a:t>You are not a God  In need of anything we can give </a:t>
            </a:r>
          </a:p>
          <a:p>
            <a:endParaRPr lang="fr-FR" smtClean="0"/>
          </a:p>
          <a:p>
            <a:r>
              <a:rPr lang="fr-FR" smtClean="0"/>
              <a:t>4-  CAR TOI SEUL, TU AS TOUT PLANIFIÉ</a:t>
            </a:r>
          </a:p>
          <a:p>
            <a:r>
              <a:rPr lang="fr-FR" smtClean="0"/>
              <a:t>By Your plan, that’s just the way it is  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6-  AVANT L’ÉTERNITÉ TU RÉGNAIS AUX CIEUX</a:t>
            </a:r>
          </a:p>
          <a:p>
            <a:r>
              <a:rPr lang="fr-FR" smtClean="0"/>
              <a:t>	From before time began  You were on Your throne</a:t>
            </a:r>
          </a:p>
          <a:p>
            <a:endParaRPr lang="fr-FR" smtClean="0"/>
          </a:p>
          <a:p>
            <a:r>
              <a:rPr lang="fr-FR" smtClean="0"/>
              <a:t>	7-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8-  POUR TOUJOURS LES BONS OU MAUVAIS JOURS</a:t>
            </a:r>
          </a:p>
          <a:p>
            <a:r>
              <a:rPr lang="fr-FR" smtClean="0"/>
              <a:t>	And right now  In the good times and bad </a:t>
            </a:r>
          </a:p>
          <a:p>
            <a:r>
              <a:rPr lang="fr-FR" smtClean="0"/>
              <a:t>	9-  TU TRÔNES DANS LES CIEUX</a:t>
            </a:r>
          </a:p>
          <a:p>
            <a:r>
              <a:rPr lang="fr-FR" smtClean="0"/>
              <a:t>	You are on Your throne </a:t>
            </a:r>
          </a:p>
          <a:p>
            <a:endParaRPr lang="fr-FR" smtClean="0"/>
          </a:p>
          <a:p>
            <a:r>
              <a:rPr lang="fr-FR" smtClean="0"/>
              <a:t>	10-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11-  TU ES LE SEUL DIEU SI PUISSANT QUE RIEN NE LE CONTIENT</a:t>
            </a:r>
          </a:p>
          <a:p>
            <a:r>
              <a:rPr lang="fr-FR" smtClean="0"/>
              <a:t>You’re the only God whose power none can contend </a:t>
            </a:r>
          </a:p>
          <a:p>
            <a:endParaRPr lang="fr-FR" smtClean="0"/>
          </a:p>
          <a:p>
            <a:r>
              <a:rPr lang="fr-FR" smtClean="0"/>
              <a:t>12-  TU ES LE SEUL DIEU, LE SEUL NOM QUE NOUS LOUERONS SANS FIN</a:t>
            </a:r>
          </a:p>
          <a:p>
            <a:r>
              <a:rPr lang="fr-FR" smtClean="0"/>
              <a:t>You’re the only God  whose name and praise will never end</a:t>
            </a:r>
          </a:p>
          <a:p>
            <a:endParaRPr lang="fr-FR" smtClean="0"/>
          </a:p>
          <a:p>
            <a:r>
              <a:rPr lang="fr-FR" smtClean="0"/>
              <a:t>13-  ET TU ES LE SEUL DIEU DIGNE À QUI TOUT DONNER</a:t>
            </a:r>
          </a:p>
          <a:p>
            <a:r>
              <a:rPr lang="fr-FR" smtClean="0"/>
              <a:t>You’re the only God   who’s worthy of everything we can give </a:t>
            </a:r>
          </a:p>
          <a:p>
            <a:endParaRPr lang="fr-FR" smtClean="0"/>
          </a:p>
          <a:p>
            <a:r>
              <a:rPr lang="fr-FR" smtClean="0"/>
              <a:t>14-  TU ES DIEU TOUT SIMPLEMENT, TU ES</a:t>
            </a:r>
          </a:p>
          <a:p>
            <a:r>
              <a:rPr lang="fr-FR" smtClean="0"/>
              <a:t>You are God and that’s just the way it is  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15-  DIEU IMMUABLE INÉBRANLABLE</a:t>
            </a:r>
          </a:p>
          <a:p>
            <a:r>
              <a:rPr lang="fr-FR" smtClean="0"/>
              <a:t>Unchangeable  Unshakable  Unstoppable</a:t>
            </a:r>
          </a:p>
          <a:p>
            <a:endParaRPr lang="fr-FR" smtClean="0"/>
          </a:p>
          <a:p>
            <a:r>
              <a:rPr lang="fr-FR" smtClean="0"/>
              <a:t>16-   Ô DIEU TU ES</a:t>
            </a:r>
          </a:p>
          <a:p>
            <a:r>
              <a:rPr lang="fr-FR" smtClean="0"/>
              <a:t>That’s what You are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N’ES PAS UN DIEU CRÉÉ PAR UNE MAIN HUMAINE</a:t>
            </a:r>
          </a:p>
          <a:p>
            <a:pPr>
              <a:defRPr/>
            </a:pPr>
            <a:r>
              <a:rPr lang="fr-FR" smtClean="0"/>
              <a:t>You are not a God Created by human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TU N’ES PAS UN DIEU DÉPENDANT D’AUCUN HOMME MORTEL</a:t>
            </a:r>
          </a:p>
          <a:p>
            <a:pPr>
              <a:defRPr/>
            </a:pPr>
            <a:r>
              <a:rPr lang="fr-FR" smtClean="0"/>
              <a:t>You are not a God Dependant on any mortal man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TU N’AS BESOIN DE RIEN QUE NOUS PUISSIONS DONNER</a:t>
            </a:r>
          </a:p>
          <a:p>
            <a:pPr>
              <a:defRPr/>
            </a:pPr>
            <a:r>
              <a:rPr lang="fr-FR" smtClean="0"/>
              <a:t>You are not a God  In need of anything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CAR TOI SEUL, TU AS TOUT PLANIFIÉ</a:t>
            </a:r>
          </a:p>
          <a:p>
            <a:pPr>
              <a:defRPr/>
            </a:pPr>
            <a:r>
              <a:rPr lang="fr-FR" smtClean="0"/>
              <a:t>By Your plan,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AVANT L’ÉTERNITÉ TU RÉGNAIS AUX CIEUX</a:t>
            </a:r>
          </a:p>
          <a:p>
            <a:pPr>
              <a:defRPr/>
            </a:pPr>
            <a:r>
              <a:rPr lang="fr-FR" smtClean="0"/>
              <a:t>	From before time began  You were on Your throne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POUR TOUJOURS LES BONS OU MAUVAIS JOURS</a:t>
            </a:r>
          </a:p>
          <a:p>
            <a:pPr>
              <a:defRPr/>
            </a:pPr>
            <a:r>
              <a:rPr lang="fr-FR" smtClean="0"/>
              <a:t>	And right now  In the good times and bad </a:t>
            </a:r>
          </a:p>
          <a:p>
            <a:pPr>
              <a:defRPr/>
            </a:pPr>
            <a:r>
              <a:rPr lang="fr-FR" smtClean="0"/>
              <a:t>	9-  TU TRÔNES DANS LES CIEUX</a:t>
            </a:r>
          </a:p>
          <a:p>
            <a:pPr>
              <a:defRPr/>
            </a:pPr>
            <a:r>
              <a:rPr lang="fr-FR" smtClean="0"/>
              <a:t>	You are on Your throne 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TU ES LE SEUL DIEU SI PUISSANT QUE RIEN NE LE CONTIENT</a:t>
            </a:r>
          </a:p>
          <a:p>
            <a:pPr>
              <a:defRPr/>
            </a:pPr>
            <a:r>
              <a:rPr lang="fr-FR" smtClean="0"/>
              <a:t>You’re the only God whose power none can contend 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TU ES LE SEUL DIEU, LE SEUL NOM QUE NOUS LOUERONS SANS FIN</a:t>
            </a:r>
          </a:p>
          <a:p>
            <a:pPr>
              <a:defRPr/>
            </a:pPr>
            <a:r>
              <a:rPr lang="fr-FR" smtClean="0"/>
              <a:t>You’re the only God  whose name and praise will never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ET TU ES LE SEUL DIEU DIGNE À QUI TOUT DONNER</a:t>
            </a:r>
          </a:p>
          <a:p>
            <a:pPr>
              <a:defRPr/>
            </a:pPr>
            <a:r>
              <a:rPr lang="fr-FR" smtClean="0"/>
              <a:t>You’re the only God   who’s worthy of everything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TU ES DIEU TOUT SIMPLEMENT, TU ES</a:t>
            </a:r>
          </a:p>
          <a:p>
            <a:pPr>
              <a:defRPr/>
            </a:pPr>
            <a:r>
              <a:rPr lang="fr-FR" smtClean="0"/>
              <a:t>You are God and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DIEU IMMUABLE INÉBRANLABLE</a:t>
            </a:r>
          </a:p>
          <a:p>
            <a:pPr>
              <a:defRPr/>
            </a:pPr>
            <a:r>
              <a:rPr lang="fr-FR" smtClean="0"/>
              <a:t>Unchangeable  Unshakable  Unstoppable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 Ô DIEU TU ES</a:t>
            </a:r>
          </a:p>
          <a:p>
            <a:pPr>
              <a:defRPr/>
            </a:pPr>
            <a:r>
              <a:rPr lang="fr-FR" smtClean="0"/>
              <a:t>That’s what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</a:t>
            </a:r>
          </a:p>
          <a:p>
            <a:r>
              <a:rPr lang="fr-FR" smtClean="0"/>
              <a:t>You are not a God Created by human hands</a:t>
            </a:r>
          </a:p>
          <a:p>
            <a:endParaRPr lang="fr-FR" smtClean="0"/>
          </a:p>
          <a:p>
            <a:r>
              <a:rPr lang="fr-FR" smtClean="0"/>
              <a:t>2-  TU N’ES PAS UN DIEU DÉPENDANT D’AUCUN HOMME MORTEL</a:t>
            </a:r>
          </a:p>
          <a:p>
            <a:r>
              <a:rPr lang="fr-FR" smtClean="0"/>
              <a:t>You are not a God Dependant on any mortal man</a:t>
            </a:r>
          </a:p>
          <a:p>
            <a:endParaRPr lang="fr-FR" smtClean="0"/>
          </a:p>
          <a:p>
            <a:r>
              <a:rPr lang="fr-FR" smtClean="0"/>
              <a:t>3-  ET TU N’AS BESOIN DE RIEN QUE NOUS PUISSIONS DONNER</a:t>
            </a:r>
          </a:p>
          <a:p>
            <a:r>
              <a:rPr lang="fr-FR" smtClean="0"/>
              <a:t>You are not a God  In need of anything we can give </a:t>
            </a:r>
          </a:p>
          <a:p>
            <a:endParaRPr lang="fr-FR" smtClean="0"/>
          </a:p>
          <a:p>
            <a:r>
              <a:rPr lang="fr-FR" smtClean="0"/>
              <a:t>4-  CAR TOI SEUL, TU AS TOUT PLANIFIÉ</a:t>
            </a:r>
          </a:p>
          <a:p>
            <a:r>
              <a:rPr lang="fr-FR" smtClean="0"/>
              <a:t>By Your plan, that’s just the way it is  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6-  AVANT L’ÉTERNITÉ TU RÉGNAIS AUX CIEUX</a:t>
            </a:r>
          </a:p>
          <a:p>
            <a:r>
              <a:rPr lang="fr-FR" smtClean="0"/>
              <a:t>	From before time began  You were on Your throne</a:t>
            </a:r>
          </a:p>
          <a:p>
            <a:endParaRPr lang="fr-FR" smtClean="0"/>
          </a:p>
          <a:p>
            <a:r>
              <a:rPr lang="fr-FR" smtClean="0"/>
              <a:t>	7-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8-  POUR TOUJOURS LES BONS OU MAUVAIS JOURS</a:t>
            </a:r>
          </a:p>
          <a:p>
            <a:r>
              <a:rPr lang="fr-FR" smtClean="0"/>
              <a:t>	And right now  In the good times and bad </a:t>
            </a:r>
          </a:p>
          <a:p>
            <a:r>
              <a:rPr lang="fr-FR" smtClean="0"/>
              <a:t>	9-  TU TRÔNES DANS LES CIEUX</a:t>
            </a:r>
          </a:p>
          <a:p>
            <a:r>
              <a:rPr lang="fr-FR" smtClean="0"/>
              <a:t>	You are on Your throne </a:t>
            </a:r>
          </a:p>
          <a:p>
            <a:endParaRPr lang="fr-FR" smtClean="0"/>
          </a:p>
          <a:p>
            <a:r>
              <a:rPr lang="fr-FR" smtClean="0"/>
              <a:t>	10-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11-  TU ES LE SEUL DIEU SI PUISSANT QUE RIEN NE LE CONTIENT</a:t>
            </a:r>
          </a:p>
          <a:p>
            <a:r>
              <a:rPr lang="fr-FR" smtClean="0"/>
              <a:t>You’re the only God whose power none can contend </a:t>
            </a:r>
          </a:p>
          <a:p>
            <a:endParaRPr lang="fr-FR" smtClean="0"/>
          </a:p>
          <a:p>
            <a:r>
              <a:rPr lang="fr-FR" smtClean="0"/>
              <a:t>12-  TU ES LE SEUL DIEU, LE SEUL NOM QUE NOUS LOUERONS SANS FIN</a:t>
            </a:r>
          </a:p>
          <a:p>
            <a:r>
              <a:rPr lang="fr-FR" smtClean="0"/>
              <a:t>You’re the only God  whose name and praise will never end</a:t>
            </a:r>
          </a:p>
          <a:p>
            <a:endParaRPr lang="fr-FR" smtClean="0"/>
          </a:p>
          <a:p>
            <a:r>
              <a:rPr lang="fr-FR" smtClean="0"/>
              <a:t>13-  ET TU ES LE SEUL DIEU DIGNE À QUI TOUT DONNER</a:t>
            </a:r>
          </a:p>
          <a:p>
            <a:r>
              <a:rPr lang="fr-FR" smtClean="0"/>
              <a:t>You’re the only God   who’s worthy of everything we can give </a:t>
            </a:r>
          </a:p>
          <a:p>
            <a:endParaRPr lang="fr-FR" smtClean="0"/>
          </a:p>
          <a:p>
            <a:r>
              <a:rPr lang="fr-FR" smtClean="0"/>
              <a:t>14-  TU ES DIEU TOUT SIMPLEMENT, TU ES</a:t>
            </a:r>
          </a:p>
          <a:p>
            <a:r>
              <a:rPr lang="fr-FR" smtClean="0"/>
              <a:t>You are God and that’s just the way it is  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15-  DIEU IMMUABLE INÉBRANLABLE</a:t>
            </a:r>
          </a:p>
          <a:p>
            <a:r>
              <a:rPr lang="fr-FR" smtClean="0"/>
              <a:t>Unchangeable  Unshakable  Unstoppable</a:t>
            </a:r>
          </a:p>
          <a:p>
            <a:endParaRPr lang="fr-FR" smtClean="0"/>
          </a:p>
          <a:p>
            <a:r>
              <a:rPr lang="fr-FR" smtClean="0"/>
              <a:t>16-   Ô DIEU TU ES</a:t>
            </a:r>
          </a:p>
          <a:p>
            <a:r>
              <a:rPr lang="fr-FR" smtClean="0"/>
              <a:t>That’s what You are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N’ES PAS UN DIEU CRÉÉ PAR UNE MAIN HUMAINE</a:t>
            </a:r>
          </a:p>
          <a:p>
            <a:pPr>
              <a:defRPr/>
            </a:pPr>
            <a:r>
              <a:rPr lang="fr-FR" smtClean="0"/>
              <a:t>You are not a God Created by human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TU N’ES PAS UN DIEU DÉPENDANT D’AUCUN HOMME MORTEL</a:t>
            </a:r>
          </a:p>
          <a:p>
            <a:pPr>
              <a:defRPr/>
            </a:pPr>
            <a:r>
              <a:rPr lang="fr-FR" smtClean="0"/>
              <a:t>You are not a God Dependant on any mortal man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TU N’AS BESOIN DE RIEN QUE NOUS PUISSIONS DONNER</a:t>
            </a:r>
          </a:p>
          <a:p>
            <a:pPr>
              <a:defRPr/>
            </a:pPr>
            <a:r>
              <a:rPr lang="fr-FR" smtClean="0"/>
              <a:t>You are not a God  In need of anything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CAR TOI SEUL, TU AS TOUT PLANIFIÉ</a:t>
            </a:r>
          </a:p>
          <a:p>
            <a:pPr>
              <a:defRPr/>
            </a:pPr>
            <a:r>
              <a:rPr lang="fr-FR" smtClean="0"/>
              <a:t>By Your plan,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AVANT L’ÉTERNITÉ TU RÉGNAIS AUX CIEUX</a:t>
            </a:r>
          </a:p>
          <a:p>
            <a:pPr>
              <a:defRPr/>
            </a:pPr>
            <a:r>
              <a:rPr lang="fr-FR" smtClean="0"/>
              <a:t>	From before time began  You were on Your throne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POUR TOUJOURS LES BONS OU MAUVAIS JOURS</a:t>
            </a:r>
          </a:p>
          <a:p>
            <a:pPr>
              <a:defRPr/>
            </a:pPr>
            <a:r>
              <a:rPr lang="fr-FR" smtClean="0"/>
              <a:t>	And right now  In the good times and bad </a:t>
            </a:r>
          </a:p>
          <a:p>
            <a:pPr>
              <a:defRPr/>
            </a:pPr>
            <a:r>
              <a:rPr lang="fr-FR" smtClean="0"/>
              <a:t>	9-  TU TRÔNES DANS LES CIEUX</a:t>
            </a:r>
          </a:p>
          <a:p>
            <a:pPr>
              <a:defRPr/>
            </a:pPr>
            <a:r>
              <a:rPr lang="fr-FR" smtClean="0"/>
              <a:t>	You are on Your throne 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TU ES LE SEUL DIEU SI PUISSANT QUE RIEN NE LE CONTIENT</a:t>
            </a:r>
          </a:p>
          <a:p>
            <a:pPr>
              <a:defRPr/>
            </a:pPr>
            <a:r>
              <a:rPr lang="fr-FR" smtClean="0"/>
              <a:t>You’re the only God whose power none can contend 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TU ES LE SEUL DIEU, LE SEUL NOM QUE NOUS LOUERONS SANS FIN</a:t>
            </a:r>
          </a:p>
          <a:p>
            <a:pPr>
              <a:defRPr/>
            </a:pPr>
            <a:r>
              <a:rPr lang="fr-FR" smtClean="0"/>
              <a:t>You’re the only God  whose name and praise will never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ET TU ES LE SEUL DIEU DIGNE À QUI TOUT DONNER</a:t>
            </a:r>
          </a:p>
          <a:p>
            <a:pPr>
              <a:defRPr/>
            </a:pPr>
            <a:r>
              <a:rPr lang="fr-FR" smtClean="0"/>
              <a:t>You’re the only God   who’s worthy of everything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TU ES DIEU TOUT SIMPLEMENT, TU ES</a:t>
            </a:r>
          </a:p>
          <a:p>
            <a:pPr>
              <a:defRPr/>
            </a:pPr>
            <a:r>
              <a:rPr lang="fr-FR" smtClean="0"/>
              <a:t>You are God and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DIEU IMMUABLE INÉBRANLABLE</a:t>
            </a:r>
          </a:p>
          <a:p>
            <a:pPr>
              <a:defRPr/>
            </a:pPr>
            <a:r>
              <a:rPr lang="fr-FR" smtClean="0"/>
              <a:t>Unchangeable  Unshakable  Unstoppable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 Ô DIEU TU ES</a:t>
            </a:r>
          </a:p>
          <a:p>
            <a:pPr>
              <a:defRPr/>
            </a:pPr>
            <a:r>
              <a:rPr lang="fr-FR" smtClean="0"/>
              <a:t>That’s what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</a:t>
            </a:r>
          </a:p>
          <a:p>
            <a:r>
              <a:rPr lang="fr-FR" smtClean="0"/>
              <a:t>You are not a God Created by human hands</a:t>
            </a:r>
          </a:p>
          <a:p>
            <a:endParaRPr lang="fr-FR" smtClean="0"/>
          </a:p>
          <a:p>
            <a:r>
              <a:rPr lang="fr-FR" smtClean="0"/>
              <a:t>2-  TU N’ES PAS UN DIEU DÉPENDANT D’AUCUN HOMME MORTEL</a:t>
            </a:r>
          </a:p>
          <a:p>
            <a:r>
              <a:rPr lang="fr-FR" smtClean="0"/>
              <a:t>You are not a God Dependant on any mortal man</a:t>
            </a:r>
          </a:p>
          <a:p>
            <a:endParaRPr lang="fr-FR" smtClean="0"/>
          </a:p>
          <a:p>
            <a:r>
              <a:rPr lang="fr-FR" smtClean="0"/>
              <a:t>3-  ET TU N’AS BESOIN DE RIEN QUE NOUS PUISSIONS DONNER</a:t>
            </a:r>
          </a:p>
          <a:p>
            <a:r>
              <a:rPr lang="fr-FR" smtClean="0"/>
              <a:t>You are not a God  In need of anything we can give </a:t>
            </a:r>
          </a:p>
          <a:p>
            <a:endParaRPr lang="fr-FR" smtClean="0"/>
          </a:p>
          <a:p>
            <a:r>
              <a:rPr lang="fr-FR" smtClean="0"/>
              <a:t>4-  CAR TOI SEUL, TU AS TOUT PLANIFIÉ</a:t>
            </a:r>
          </a:p>
          <a:p>
            <a:r>
              <a:rPr lang="fr-FR" smtClean="0"/>
              <a:t>By Your plan, that’s just the way it is  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6-  AVANT L’ÉTERNITÉ TU RÉGNAIS AUX CIEUX</a:t>
            </a:r>
          </a:p>
          <a:p>
            <a:r>
              <a:rPr lang="fr-FR" smtClean="0"/>
              <a:t>	From before time began  You were on Your throne</a:t>
            </a:r>
          </a:p>
          <a:p>
            <a:endParaRPr lang="fr-FR" smtClean="0"/>
          </a:p>
          <a:p>
            <a:r>
              <a:rPr lang="fr-FR" smtClean="0"/>
              <a:t>	7-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8-  POUR TOUJOURS LES BONS OU MAUVAIS JOURS</a:t>
            </a:r>
          </a:p>
          <a:p>
            <a:r>
              <a:rPr lang="fr-FR" smtClean="0"/>
              <a:t>	And right now  In the good times and bad </a:t>
            </a:r>
          </a:p>
          <a:p>
            <a:r>
              <a:rPr lang="fr-FR" smtClean="0"/>
              <a:t>	9-  TU TRÔNES DANS LES CIEUX</a:t>
            </a:r>
          </a:p>
          <a:p>
            <a:r>
              <a:rPr lang="fr-FR" smtClean="0"/>
              <a:t>	You are on Your throne </a:t>
            </a:r>
          </a:p>
          <a:p>
            <a:endParaRPr lang="fr-FR" smtClean="0"/>
          </a:p>
          <a:p>
            <a:r>
              <a:rPr lang="fr-FR" smtClean="0"/>
              <a:t>	10-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11-  TU ES LE SEUL DIEU SI PUISSANT QUE RIEN NE LE CONTIENT</a:t>
            </a:r>
          </a:p>
          <a:p>
            <a:r>
              <a:rPr lang="fr-FR" smtClean="0"/>
              <a:t>You’re the only God whose power none can contend </a:t>
            </a:r>
          </a:p>
          <a:p>
            <a:endParaRPr lang="fr-FR" smtClean="0"/>
          </a:p>
          <a:p>
            <a:r>
              <a:rPr lang="fr-FR" smtClean="0"/>
              <a:t>12-  TU ES LE SEUL DIEU, LE SEUL NOM QUE NOUS LOUERONS SANS FIN</a:t>
            </a:r>
          </a:p>
          <a:p>
            <a:r>
              <a:rPr lang="fr-FR" smtClean="0"/>
              <a:t>You’re the only God  whose name and praise will never end</a:t>
            </a:r>
          </a:p>
          <a:p>
            <a:endParaRPr lang="fr-FR" smtClean="0"/>
          </a:p>
          <a:p>
            <a:r>
              <a:rPr lang="fr-FR" smtClean="0"/>
              <a:t>13-  ET TU ES LE SEUL DIEU DIGNE À QUI TOUT DONNER</a:t>
            </a:r>
          </a:p>
          <a:p>
            <a:r>
              <a:rPr lang="fr-FR" smtClean="0"/>
              <a:t>You’re the only God   who’s worthy of everything we can give </a:t>
            </a:r>
          </a:p>
          <a:p>
            <a:endParaRPr lang="fr-FR" smtClean="0"/>
          </a:p>
          <a:p>
            <a:r>
              <a:rPr lang="fr-FR" smtClean="0"/>
              <a:t>14-  TU ES DIEU TOUT SIMPLEMENT, TU ES</a:t>
            </a:r>
          </a:p>
          <a:p>
            <a:r>
              <a:rPr lang="fr-FR" smtClean="0"/>
              <a:t>You are God and that’s just the way it is  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15-  DIEU IMMUABLE INÉBRANLABLE</a:t>
            </a:r>
          </a:p>
          <a:p>
            <a:r>
              <a:rPr lang="fr-FR" smtClean="0"/>
              <a:t>Unchangeable  Unshakable  Unstoppable</a:t>
            </a:r>
          </a:p>
          <a:p>
            <a:endParaRPr lang="fr-FR" smtClean="0"/>
          </a:p>
          <a:p>
            <a:r>
              <a:rPr lang="fr-FR" smtClean="0"/>
              <a:t>16-   Ô DIEU TU ES</a:t>
            </a:r>
          </a:p>
          <a:p>
            <a:r>
              <a:rPr lang="fr-FR" smtClean="0"/>
              <a:t>That’s what You are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N’ES PAS UN DIEU CRÉÉ PAR UNE MAIN HUMAINE</a:t>
            </a:r>
          </a:p>
          <a:p>
            <a:pPr>
              <a:defRPr/>
            </a:pPr>
            <a:r>
              <a:rPr lang="fr-FR" smtClean="0"/>
              <a:t>You are not a God Created by human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TU N’ES PAS UN DIEU DÉPENDANT D’AUCUN HOMME MORTEL</a:t>
            </a:r>
          </a:p>
          <a:p>
            <a:pPr>
              <a:defRPr/>
            </a:pPr>
            <a:r>
              <a:rPr lang="fr-FR" smtClean="0"/>
              <a:t>You are not a God Dependant on any mortal man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TU N’AS BESOIN DE RIEN QUE NOUS PUISSIONS DONNER</a:t>
            </a:r>
          </a:p>
          <a:p>
            <a:pPr>
              <a:defRPr/>
            </a:pPr>
            <a:r>
              <a:rPr lang="fr-FR" smtClean="0"/>
              <a:t>You are not a God  In need of anything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CAR TOI SEUL, TU AS TOUT PLANIFIÉ</a:t>
            </a:r>
          </a:p>
          <a:p>
            <a:pPr>
              <a:defRPr/>
            </a:pPr>
            <a:r>
              <a:rPr lang="fr-FR" smtClean="0"/>
              <a:t>By Your plan,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AVANT L’ÉTERNITÉ TU RÉGNAIS AUX CIEUX</a:t>
            </a:r>
          </a:p>
          <a:p>
            <a:pPr>
              <a:defRPr/>
            </a:pPr>
            <a:r>
              <a:rPr lang="fr-FR" smtClean="0"/>
              <a:t>	From before time began  You were on Your throne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POUR TOUJOURS LES BONS OU MAUVAIS JOURS</a:t>
            </a:r>
          </a:p>
          <a:p>
            <a:pPr>
              <a:defRPr/>
            </a:pPr>
            <a:r>
              <a:rPr lang="fr-FR" smtClean="0"/>
              <a:t>	And right now  In the good times and bad </a:t>
            </a:r>
          </a:p>
          <a:p>
            <a:pPr>
              <a:defRPr/>
            </a:pPr>
            <a:r>
              <a:rPr lang="fr-FR" smtClean="0"/>
              <a:t>	9-  TU TRÔNES DANS LES CIEUX</a:t>
            </a:r>
          </a:p>
          <a:p>
            <a:pPr>
              <a:defRPr/>
            </a:pPr>
            <a:r>
              <a:rPr lang="fr-FR" smtClean="0"/>
              <a:t>	You are on Your throne 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TU ES LE SEUL DIEU SI PUISSANT QUE RIEN NE LE CONTIENT</a:t>
            </a:r>
          </a:p>
          <a:p>
            <a:pPr>
              <a:defRPr/>
            </a:pPr>
            <a:r>
              <a:rPr lang="fr-FR" smtClean="0"/>
              <a:t>You’re the only God whose power none can contend 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TU ES LE SEUL DIEU, LE SEUL NOM QUE NOUS LOUERONS SANS FIN</a:t>
            </a:r>
          </a:p>
          <a:p>
            <a:pPr>
              <a:defRPr/>
            </a:pPr>
            <a:r>
              <a:rPr lang="fr-FR" smtClean="0"/>
              <a:t>You’re the only God  whose name and praise will never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ET TU ES LE SEUL DIEU DIGNE À QUI TOUT DONNER</a:t>
            </a:r>
          </a:p>
          <a:p>
            <a:pPr>
              <a:defRPr/>
            </a:pPr>
            <a:r>
              <a:rPr lang="fr-FR" smtClean="0"/>
              <a:t>You’re the only God   who’s worthy of everything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TU ES DIEU TOUT SIMPLEMENT, TU ES</a:t>
            </a:r>
          </a:p>
          <a:p>
            <a:pPr>
              <a:defRPr/>
            </a:pPr>
            <a:r>
              <a:rPr lang="fr-FR" smtClean="0"/>
              <a:t>You are God and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DIEU IMMUABLE INÉBRANLABLE</a:t>
            </a:r>
          </a:p>
          <a:p>
            <a:pPr>
              <a:defRPr/>
            </a:pPr>
            <a:r>
              <a:rPr lang="fr-FR" smtClean="0"/>
              <a:t>Unchangeable  Unshakable  Unstoppable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 Ô DIEU TU ES</a:t>
            </a:r>
          </a:p>
          <a:p>
            <a:pPr>
              <a:defRPr/>
            </a:pPr>
            <a:r>
              <a:rPr lang="fr-FR" smtClean="0"/>
              <a:t>That’s what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</a:t>
            </a:r>
          </a:p>
          <a:p>
            <a:r>
              <a:rPr lang="fr-FR" smtClean="0"/>
              <a:t>You are not a God Created by human hands</a:t>
            </a:r>
          </a:p>
          <a:p>
            <a:endParaRPr lang="fr-FR" smtClean="0"/>
          </a:p>
          <a:p>
            <a:r>
              <a:rPr lang="fr-FR" smtClean="0"/>
              <a:t>2-  TU N’ES PAS UN DIEU DÉPENDANT D’AUCUN HOMME MORTEL</a:t>
            </a:r>
          </a:p>
          <a:p>
            <a:r>
              <a:rPr lang="fr-FR" smtClean="0"/>
              <a:t>You are not a God Dependant on any mortal man</a:t>
            </a:r>
          </a:p>
          <a:p>
            <a:endParaRPr lang="fr-FR" smtClean="0"/>
          </a:p>
          <a:p>
            <a:r>
              <a:rPr lang="fr-FR" smtClean="0"/>
              <a:t>3-  ET TU N’AS BESOIN DE RIEN QUE NOUS PUISSIONS DONNER</a:t>
            </a:r>
          </a:p>
          <a:p>
            <a:r>
              <a:rPr lang="fr-FR" smtClean="0"/>
              <a:t>You are not a God  In need of anything we can give </a:t>
            </a:r>
          </a:p>
          <a:p>
            <a:endParaRPr lang="fr-FR" smtClean="0"/>
          </a:p>
          <a:p>
            <a:r>
              <a:rPr lang="fr-FR" smtClean="0"/>
              <a:t>4-  CAR TOI SEUL, TU AS TOUT PLANIFIÉ</a:t>
            </a:r>
          </a:p>
          <a:p>
            <a:r>
              <a:rPr lang="fr-FR" smtClean="0"/>
              <a:t>By Your plan, that’s just the way it is  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6-  AVANT L’ÉTERNITÉ TU RÉGNAIS AUX CIEUX</a:t>
            </a:r>
          </a:p>
          <a:p>
            <a:r>
              <a:rPr lang="fr-FR" smtClean="0"/>
              <a:t>	From before time began  You were on Your throne</a:t>
            </a:r>
          </a:p>
          <a:p>
            <a:endParaRPr lang="fr-FR" smtClean="0"/>
          </a:p>
          <a:p>
            <a:r>
              <a:rPr lang="fr-FR" smtClean="0"/>
              <a:t>	7-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8-  POUR TOUJOURS LES BONS OU MAUVAIS JOURS</a:t>
            </a:r>
          </a:p>
          <a:p>
            <a:r>
              <a:rPr lang="fr-FR" smtClean="0"/>
              <a:t>	And right now  In the good times and bad </a:t>
            </a:r>
          </a:p>
          <a:p>
            <a:r>
              <a:rPr lang="fr-FR" smtClean="0"/>
              <a:t>	9-  TU TRÔNES DANS LES CIEUX</a:t>
            </a:r>
          </a:p>
          <a:p>
            <a:r>
              <a:rPr lang="fr-FR" smtClean="0"/>
              <a:t>	You are on Your throne </a:t>
            </a:r>
          </a:p>
          <a:p>
            <a:endParaRPr lang="fr-FR" smtClean="0"/>
          </a:p>
          <a:p>
            <a:r>
              <a:rPr lang="fr-FR" smtClean="0"/>
              <a:t>	10-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11-  TU ES LE SEUL DIEU SI PUISSANT QUE RIEN NE LE CONTIENT</a:t>
            </a:r>
          </a:p>
          <a:p>
            <a:r>
              <a:rPr lang="fr-FR" smtClean="0"/>
              <a:t>You’re the only God whose power none can contend </a:t>
            </a:r>
          </a:p>
          <a:p>
            <a:endParaRPr lang="fr-FR" smtClean="0"/>
          </a:p>
          <a:p>
            <a:r>
              <a:rPr lang="fr-FR" smtClean="0"/>
              <a:t>12-  TU ES LE SEUL DIEU, LE SEUL NOM QUE NOUS LOUERONS SANS FIN</a:t>
            </a:r>
          </a:p>
          <a:p>
            <a:r>
              <a:rPr lang="fr-FR" smtClean="0"/>
              <a:t>You’re the only God  whose name and praise will never end</a:t>
            </a:r>
          </a:p>
          <a:p>
            <a:endParaRPr lang="fr-FR" smtClean="0"/>
          </a:p>
          <a:p>
            <a:r>
              <a:rPr lang="fr-FR" smtClean="0"/>
              <a:t>13-  ET TU ES LE SEUL DIEU DIGNE À QUI TOUT DONNER</a:t>
            </a:r>
          </a:p>
          <a:p>
            <a:r>
              <a:rPr lang="fr-FR" smtClean="0"/>
              <a:t>You’re the only God   who’s worthy of everything we can give </a:t>
            </a:r>
          </a:p>
          <a:p>
            <a:endParaRPr lang="fr-FR" smtClean="0"/>
          </a:p>
          <a:p>
            <a:r>
              <a:rPr lang="fr-FR" smtClean="0"/>
              <a:t>14-  TU ES DIEU TOUT SIMPLEMENT, TU ES</a:t>
            </a:r>
          </a:p>
          <a:p>
            <a:r>
              <a:rPr lang="fr-FR" smtClean="0"/>
              <a:t>You are God and that’s just the way it is  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15-  DIEU IMMUABLE INÉBRANLABLE</a:t>
            </a:r>
          </a:p>
          <a:p>
            <a:r>
              <a:rPr lang="fr-FR" smtClean="0"/>
              <a:t>Unchangeable  Unshakable  Unstoppable</a:t>
            </a:r>
          </a:p>
          <a:p>
            <a:endParaRPr lang="fr-FR" smtClean="0"/>
          </a:p>
          <a:p>
            <a:r>
              <a:rPr lang="fr-FR" smtClean="0"/>
              <a:t>16-   Ô DIEU TU ES</a:t>
            </a:r>
          </a:p>
          <a:p>
            <a:r>
              <a:rPr lang="fr-FR" smtClean="0"/>
              <a:t>That’s what You are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N’ES PAS UN DIEU CRÉÉ PAR UNE MAIN HUMAINE</a:t>
            </a:r>
          </a:p>
          <a:p>
            <a:pPr>
              <a:defRPr/>
            </a:pPr>
            <a:r>
              <a:rPr lang="fr-FR" smtClean="0"/>
              <a:t>You are not a God Created by human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TU N’ES PAS UN DIEU DÉPENDANT D’AUCUN HOMME MORTEL</a:t>
            </a:r>
          </a:p>
          <a:p>
            <a:pPr>
              <a:defRPr/>
            </a:pPr>
            <a:r>
              <a:rPr lang="fr-FR" smtClean="0"/>
              <a:t>You are not a God Dependant on any mortal man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TU N’AS BESOIN DE RIEN QUE NOUS PUISSIONS DONNER</a:t>
            </a:r>
          </a:p>
          <a:p>
            <a:pPr>
              <a:defRPr/>
            </a:pPr>
            <a:r>
              <a:rPr lang="fr-FR" smtClean="0"/>
              <a:t>You are not a God  In need of anything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CAR TOI SEUL, TU AS TOUT PLANIFIÉ</a:t>
            </a:r>
          </a:p>
          <a:p>
            <a:pPr>
              <a:defRPr/>
            </a:pPr>
            <a:r>
              <a:rPr lang="fr-FR" smtClean="0"/>
              <a:t>By Your plan,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AVANT L’ÉTERNITÉ TU RÉGNAIS AUX CIEUX</a:t>
            </a:r>
          </a:p>
          <a:p>
            <a:pPr>
              <a:defRPr/>
            </a:pPr>
            <a:r>
              <a:rPr lang="fr-FR" smtClean="0"/>
              <a:t>	From before time began  You were on Your throne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POUR TOUJOURS LES BONS OU MAUVAIS JOURS</a:t>
            </a:r>
          </a:p>
          <a:p>
            <a:pPr>
              <a:defRPr/>
            </a:pPr>
            <a:r>
              <a:rPr lang="fr-FR" smtClean="0"/>
              <a:t>	And right now  In the good times and bad </a:t>
            </a:r>
          </a:p>
          <a:p>
            <a:pPr>
              <a:defRPr/>
            </a:pPr>
            <a:r>
              <a:rPr lang="fr-FR" smtClean="0"/>
              <a:t>	9-  TU TRÔNES DANS LES CIEUX</a:t>
            </a:r>
          </a:p>
          <a:p>
            <a:pPr>
              <a:defRPr/>
            </a:pPr>
            <a:r>
              <a:rPr lang="fr-FR" smtClean="0"/>
              <a:t>	You are on Your throne 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TU ES LE SEUL DIEU SI PUISSANT QUE RIEN NE LE CONTIENT</a:t>
            </a:r>
          </a:p>
          <a:p>
            <a:pPr>
              <a:defRPr/>
            </a:pPr>
            <a:r>
              <a:rPr lang="fr-FR" smtClean="0"/>
              <a:t>You’re the only God whose power none can contend 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TU ES LE SEUL DIEU, LE SEUL NOM QUE NOUS LOUERONS SANS FIN</a:t>
            </a:r>
          </a:p>
          <a:p>
            <a:pPr>
              <a:defRPr/>
            </a:pPr>
            <a:r>
              <a:rPr lang="fr-FR" smtClean="0"/>
              <a:t>You’re the only God  whose name and praise will never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ET TU ES LE SEUL DIEU DIGNE À QUI TOUT DONNER</a:t>
            </a:r>
          </a:p>
          <a:p>
            <a:pPr>
              <a:defRPr/>
            </a:pPr>
            <a:r>
              <a:rPr lang="fr-FR" smtClean="0"/>
              <a:t>You’re the only God   who’s worthy of everything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TU ES DIEU TOUT SIMPLEMENT, TU ES</a:t>
            </a:r>
          </a:p>
          <a:p>
            <a:pPr>
              <a:defRPr/>
            </a:pPr>
            <a:r>
              <a:rPr lang="fr-FR" smtClean="0"/>
              <a:t>You are God and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DIEU IMMUABLE INÉBRANLABLE</a:t>
            </a:r>
          </a:p>
          <a:p>
            <a:pPr>
              <a:defRPr/>
            </a:pPr>
            <a:r>
              <a:rPr lang="fr-FR" smtClean="0"/>
              <a:t>Unchangeable  Unshakable  Unstoppable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 Ô DIEU TU ES</a:t>
            </a:r>
          </a:p>
          <a:p>
            <a:pPr>
              <a:defRPr/>
            </a:pPr>
            <a:r>
              <a:rPr lang="fr-FR" smtClean="0"/>
              <a:t>That’s what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</a:t>
            </a:r>
          </a:p>
          <a:p>
            <a:r>
              <a:rPr lang="fr-FR" smtClean="0"/>
              <a:t>You are not a God Created by human hands</a:t>
            </a:r>
          </a:p>
          <a:p>
            <a:endParaRPr lang="fr-FR" smtClean="0"/>
          </a:p>
          <a:p>
            <a:r>
              <a:rPr lang="fr-FR" smtClean="0"/>
              <a:t>2-  TU N’ES PAS UN DIEU DÉPENDANT D’AUCUN HOMME MORTEL</a:t>
            </a:r>
          </a:p>
          <a:p>
            <a:r>
              <a:rPr lang="fr-FR" smtClean="0"/>
              <a:t>You are not a God Dependant on any mortal man</a:t>
            </a:r>
          </a:p>
          <a:p>
            <a:endParaRPr lang="fr-FR" smtClean="0"/>
          </a:p>
          <a:p>
            <a:r>
              <a:rPr lang="fr-FR" smtClean="0"/>
              <a:t>3-  ET TU N’AS BESOIN DE RIEN QUE NOUS PUISSIONS DONNER</a:t>
            </a:r>
          </a:p>
          <a:p>
            <a:r>
              <a:rPr lang="fr-FR" smtClean="0"/>
              <a:t>You are not a God  In need of anything we can give </a:t>
            </a:r>
          </a:p>
          <a:p>
            <a:endParaRPr lang="fr-FR" smtClean="0"/>
          </a:p>
          <a:p>
            <a:r>
              <a:rPr lang="fr-FR" smtClean="0"/>
              <a:t>4-  CAR TOI SEUL, TU AS TOUT PLANIFIÉ</a:t>
            </a:r>
          </a:p>
          <a:p>
            <a:r>
              <a:rPr lang="fr-FR" smtClean="0"/>
              <a:t>By Your plan, that’s just the way it is  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6-  AVANT L’ÉTERNITÉ TU RÉGNAIS AUX CIEUX</a:t>
            </a:r>
          </a:p>
          <a:p>
            <a:r>
              <a:rPr lang="fr-FR" smtClean="0"/>
              <a:t>	From before time began  You were on Your throne</a:t>
            </a:r>
          </a:p>
          <a:p>
            <a:endParaRPr lang="fr-FR" smtClean="0"/>
          </a:p>
          <a:p>
            <a:r>
              <a:rPr lang="fr-FR" smtClean="0"/>
              <a:t>	7-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8-  POUR TOUJOURS LES BONS OU MAUVAIS JOURS</a:t>
            </a:r>
          </a:p>
          <a:p>
            <a:r>
              <a:rPr lang="fr-FR" smtClean="0"/>
              <a:t>	And right now  In the good times and bad </a:t>
            </a:r>
          </a:p>
          <a:p>
            <a:r>
              <a:rPr lang="fr-FR" smtClean="0"/>
              <a:t>	9-  TU TRÔNES DANS LES CIEUX</a:t>
            </a:r>
          </a:p>
          <a:p>
            <a:r>
              <a:rPr lang="fr-FR" smtClean="0"/>
              <a:t>	You are on Your throne </a:t>
            </a:r>
          </a:p>
          <a:p>
            <a:endParaRPr lang="fr-FR" smtClean="0"/>
          </a:p>
          <a:p>
            <a:r>
              <a:rPr lang="fr-FR" smtClean="0"/>
              <a:t>	10-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11-  TU ES LE SEUL DIEU SI PUISSANT QUE RIEN NE LE CONTIENT</a:t>
            </a:r>
          </a:p>
          <a:p>
            <a:r>
              <a:rPr lang="fr-FR" smtClean="0"/>
              <a:t>You’re the only God whose power none can contend </a:t>
            </a:r>
          </a:p>
          <a:p>
            <a:endParaRPr lang="fr-FR" smtClean="0"/>
          </a:p>
          <a:p>
            <a:r>
              <a:rPr lang="fr-FR" smtClean="0"/>
              <a:t>12-  TU ES LE SEUL DIEU, LE SEUL NOM QUE NOUS LOUERONS SANS FIN</a:t>
            </a:r>
          </a:p>
          <a:p>
            <a:r>
              <a:rPr lang="fr-FR" smtClean="0"/>
              <a:t>You’re the only God  whose name and praise will never end</a:t>
            </a:r>
          </a:p>
          <a:p>
            <a:endParaRPr lang="fr-FR" smtClean="0"/>
          </a:p>
          <a:p>
            <a:r>
              <a:rPr lang="fr-FR" smtClean="0"/>
              <a:t>13-  ET TU ES LE SEUL DIEU DIGNE À QUI TOUT DONNER</a:t>
            </a:r>
          </a:p>
          <a:p>
            <a:r>
              <a:rPr lang="fr-FR" smtClean="0"/>
              <a:t>You’re the only God   who’s worthy of everything we can give </a:t>
            </a:r>
          </a:p>
          <a:p>
            <a:endParaRPr lang="fr-FR" smtClean="0"/>
          </a:p>
          <a:p>
            <a:r>
              <a:rPr lang="fr-FR" smtClean="0"/>
              <a:t>14-  TU ES DIEU TOUT SIMPLEMENT, TU ES</a:t>
            </a:r>
          </a:p>
          <a:p>
            <a:r>
              <a:rPr lang="fr-FR" smtClean="0"/>
              <a:t>You are God and that’s just the way it is  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15-  DIEU IMMUABLE INÉBRANLABLE</a:t>
            </a:r>
          </a:p>
          <a:p>
            <a:r>
              <a:rPr lang="fr-FR" smtClean="0"/>
              <a:t>Unchangeable  Unshakable  Unstoppable</a:t>
            </a:r>
          </a:p>
          <a:p>
            <a:endParaRPr lang="fr-FR" smtClean="0"/>
          </a:p>
          <a:p>
            <a:r>
              <a:rPr lang="fr-FR" smtClean="0"/>
              <a:t>16-   Ô DIEU TU ES</a:t>
            </a:r>
          </a:p>
          <a:p>
            <a:r>
              <a:rPr lang="fr-FR" smtClean="0"/>
              <a:t>That’s what You are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N’ES PAS UN DIEU CRÉÉ PAR UNE MAIN HUMAINE</a:t>
            </a:r>
          </a:p>
          <a:p>
            <a:pPr>
              <a:defRPr/>
            </a:pPr>
            <a:r>
              <a:rPr lang="fr-FR" smtClean="0"/>
              <a:t>You are not a God Created by human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TU N’ES PAS UN DIEU DÉPENDANT D’AUCUN HOMME MORTEL</a:t>
            </a:r>
          </a:p>
          <a:p>
            <a:pPr>
              <a:defRPr/>
            </a:pPr>
            <a:r>
              <a:rPr lang="fr-FR" smtClean="0"/>
              <a:t>You are not a God Dependant on any mortal man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TU N’AS BESOIN DE RIEN QUE NOUS PUISSIONS DONNER</a:t>
            </a:r>
          </a:p>
          <a:p>
            <a:pPr>
              <a:defRPr/>
            </a:pPr>
            <a:r>
              <a:rPr lang="fr-FR" smtClean="0"/>
              <a:t>You are not a God  In need of anything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CAR TOI SEUL, TU AS TOUT PLANIFIÉ</a:t>
            </a:r>
          </a:p>
          <a:p>
            <a:pPr>
              <a:defRPr/>
            </a:pPr>
            <a:r>
              <a:rPr lang="fr-FR" smtClean="0"/>
              <a:t>By Your plan,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AVANT L’ÉTERNITÉ TU RÉGNAIS AUX CIEUX</a:t>
            </a:r>
          </a:p>
          <a:p>
            <a:pPr>
              <a:defRPr/>
            </a:pPr>
            <a:r>
              <a:rPr lang="fr-FR" smtClean="0"/>
              <a:t>	From before time began  You were on Your throne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POUR TOUJOURS LES BONS OU MAUVAIS JOURS</a:t>
            </a:r>
          </a:p>
          <a:p>
            <a:pPr>
              <a:defRPr/>
            </a:pPr>
            <a:r>
              <a:rPr lang="fr-FR" smtClean="0"/>
              <a:t>	And right now  In the good times and bad </a:t>
            </a:r>
          </a:p>
          <a:p>
            <a:pPr>
              <a:defRPr/>
            </a:pPr>
            <a:r>
              <a:rPr lang="fr-FR" smtClean="0"/>
              <a:t>	9-  TU TRÔNES DANS LES CIEUX</a:t>
            </a:r>
          </a:p>
          <a:p>
            <a:pPr>
              <a:defRPr/>
            </a:pPr>
            <a:r>
              <a:rPr lang="fr-FR" smtClean="0"/>
              <a:t>	You are on Your throne 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TU ES LE SEUL DIEU SI PUISSANT QUE RIEN NE LE CONTIENT</a:t>
            </a:r>
          </a:p>
          <a:p>
            <a:pPr>
              <a:defRPr/>
            </a:pPr>
            <a:r>
              <a:rPr lang="fr-FR" smtClean="0"/>
              <a:t>You’re the only God whose power none can contend 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TU ES LE SEUL DIEU, LE SEUL NOM QUE NOUS LOUERONS SANS FIN</a:t>
            </a:r>
          </a:p>
          <a:p>
            <a:pPr>
              <a:defRPr/>
            </a:pPr>
            <a:r>
              <a:rPr lang="fr-FR" smtClean="0"/>
              <a:t>You’re the only God  whose name and praise will never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ET TU ES LE SEUL DIEU DIGNE À QUI TOUT DONNER</a:t>
            </a:r>
          </a:p>
          <a:p>
            <a:pPr>
              <a:defRPr/>
            </a:pPr>
            <a:r>
              <a:rPr lang="fr-FR" smtClean="0"/>
              <a:t>You’re the only God   who’s worthy of everything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TU ES DIEU TOUT SIMPLEMENT, TU ES</a:t>
            </a:r>
          </a:p>
          <a:p>
            <a:pPr>
              <a:defRPr/>
            </a:pPr>
            <a:r>
              <a:rPr lang="fr-FR" smtClean="0"/>
              <a:t>You are God and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DIEU IMMUABLE INÉBRANLABLE</a:t>
            </a:r>
          </a:p>
          <a:p>
            <a:pPr>
              <a:defRPr/>
            </a:pPr>
            <a:r>
              <a:rPr lang="fr-FR" smtClean="0"/>
              <a:t>Unchangeable  Unshakable  Unstoppable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 Ô DIEU TU ES</a:t>
            </a:r>
          </a:p>
          <a:p>
            <a:pPr>
              <a:defRPr/>
            </a:pPr>
            <a:r>
              <a:rPr lang="fr-FR" smtClean="0"/>
              <a:t>That’s what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</a:t>
            </a:r>
          </a:p>
          <a:p>
            <a:r>
              <a:rPr lang="fr-FR" smtClean="0"/>
              <a:t>You are not a God Created by human hands</a:t>
            </a:r>
          </a:p>
          <a:p>
            <a:endParaRPr lang="fr-FR" smtClean="0"/>
          </a:p>
          <a:p>
            <a:r>
              <a:rPr lang="fr-FR" smtClean="0"/>
              <a:t>2-  TU N’ES PAS UN DIEU DÉPENDANT D’AUCUN HOMME MORTEL</a:t>
            </a:r>
          </a:p>
          <a:p>
            <a:r>
              <a:rPr lang="fr-FR" smtClean="0"/>
              <a:t>You are not a God Dependant on any mortal man</a:t>
            </a:r>
          </a:p>
          <a:p>
            <a:endParaRPr lang="fr-FR" smtClean="0"/>
          </a:p>
          <a:p>
            <a:r>
              <a:rPr lang="fr-FR" smtClean="0"/>
              <a:t>3-  ET TU N’AS BESOIN DE RIEN QUE NOUS PUISSIONS DONNER</a:t>
            </a:r>
          </a:p>
          <a:p>
            <a:r>
              <a:rPr lang="fr-FR" smtClean="0"/>
              <a:t>You are not a God  In need of anything we can give </a:t>
            </a:r>
          </a:p>
          <a:p>
            <a:endParaRPr lang="fr-FR" smtClean="0"/>
          </a:p>
          <a:p>
            <a:r>
              <a:rPr lang="fr-FR" smtClean="0"/>
              <a:t>4-  CAR TOI SEUL, TU AS TOUT PLANIFIÉ</a:t>
            </a:r>
          </a:p>
          <a:p>
            <a:r>
              <a:rPr lang="fr-FR" smtClean="0"/>
              <a:t>By Your plan, that’s just the way it is  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6-  AVANT L’ÉTERNITÉ TU RÉGNAIS AUX CIEUX</a:t>
            </a:r>
          </a:p>
          <a:p>
            <a:r>
              <a:rPr lang="fr-FR" smtClean="0"/>
              <a:t>	From before time began  You were on Your throne</a:t>
            </a:r>
          </a:p>
          <a:p>
            <a:endParaRPr lang="fr-FR" smtClean="0"/>
          </a:p>
          <a:p>
            <a:r>
              <a:rPr lang="fr-FR" smtClean="0"/>
              <a:t>	7-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8-  POUR TOUJOURS LES BONS OU MAUVAIS JOURS</a:t>
            </a:r>
          </a:p>
          <a:p>
            <a:r>
              <a:rPr lang="fr-FR" smtClean="0"/>
              <a:t>	And right now  In the good times and bad </a:t>
            </a:r>
          </a:p>
          <a:p>
            <a:r>
              <a:rPr lang="fr-FR" smtClean="0"/>
              <a:t>	9-  TU TRÔNES DANS LES CIEUX</a:t>
            </a:r>
          </a:p>
          <a:p>
            <a:r>
              <a:rPr lang="fr-FR" smtClean="0"/>
              <a:t>	You are on Your throne </a:t>
            </a:r>
          </a:p>
          <a:p>
            <a:endParaRPr lang="fr-FR" smtClean="0"/>
          </a:p>
          <a:p>
            <a:r>
              <a:rPr lang="fr-FR" smtClean="0"/>
              <a:t>	10-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11-  TU ES LE SEUL DIEU SI PUISSANT QUE RIEN NE LE CONTIENT</a:t>
            </a:r>
          </a:p>
          <a:p>
            <a:r>
              <a:rPr lang="fr-FR" smtClean="0"/>
              <a:t>You’re the only God whose power none can contend </a:t>
            </a:r>
          </a:p>
          <a:p>
            <a:endParaRPr lang="fr-FR" smtClean="0"/>
          </a:p>
          <a:p>
            <a:r>
              <a:rPr lang="fr-FR" smtClean="0"/>
              <a:t>12-  TU ES LE SEUL DIEU, LE SEUL NOM QUE NOUS LOUERONS SANS FIN</a:t>
            </a:r>
          </a:p>
          <a:p>
            <a:r>
              <a:rPr lang="fr-FR" smtClean="0"/>
              <a:t>You’re the only God  whose name and praise will never end</a:t>
            </a:r>
          </a:p>
          <a:p>
            <a:endParaRPr lang="fr-FR" smtClean="0"/>
          </a:p>
          <a:p>
            <a:r>
              <a:rPr lang="fr-FR" smtClean="0"/>
              <a:t>13-  ET TU ES LE SEUL DIEU DIGNE À QUI TOUT DONNER</a:t>
            </a:r>
          </a:p>
          <a:p>
            <a:r>
              <a:rPr lang="fr-FR" smtClean="0"/>
              <a:t>You’re the only God   who’s worthy of everything we can give </a:t>
            </a:r>
          </a:p>
          <a:p>
            <a:endParaRPr lang="fr-FR" smtClean="0"/>
          </a:p>
          <a:p>
            <a:r>
              <a:rPr lang="fr-FR" smtClean="0"/>
              <a:t>14-  TU ES DIEU TOUT SIMPLEMENT, TU ES</a:t>
            </a:r>
          </a:p>
          <a:p>
            <a:r>
              <a:rPr lang="fr-FR" smtClean="0"/>
              <a:t>You are God and that’s just the way it is  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15-  DIEU IMMUABLE INÉBRANLABLE</a:t>
            </a:r>
          </a:p>
          <a:p>
            <a:r>
              <a:rPr lang="fr-FR" smtClean="0"/>
              <a:t>Unchangeable  Unshakable  Unstoppable</a:t>
            </a:r>
          </a:p>
          <a:p>
            <a:endParaRPr lang="fr-FR" smtClean="0"/>
          </a:p>
          <a:p>
            <a:r>
              <a:rPr lang="fr-FR" smtClean="0"/>
              <a:t>16-   Ô DIEU TU ES</a:t>
            </a:r>
          </a:p>
          <a:p>
            <a:r>
              <a:rPr lang="fr-FR" smtClean="0"/>
              <a:t>That’s what You are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N’ES PAS UN DIEU CRÉÉ PAR UNE MAIN HUMAINE</a:t>
            </a:r>
          </a:p>
          <a:p>
            <a:pPr>
              <a:defRPr/>
            </a:pPr>
            <a:r>
              <a:rPr lang="fr-FR" smtClean="0"/>
              <a:t>You are not a God Created by human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TU N’ES PAS UN DIEU DÉPENDANT D’AUCUN HOMME MORTEL</a:t>
            </a:r>
          </a:p>
          <a:p>
            <a:pPr>
              <a:defRPr/>
            </a:pPr>
            <a:r>
              <a:rPr lang="fr-FR" smtClean="0"/>
              <a:t>You are not a God Dependant on any mortal man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TU N’AS BESOIN DE RIEN QUE NOUS PUISSIONS DONNER</a:t>
            </a:r>
          </a:p>
          <a:p>
            <a:pPr>
              <a:defRPr/>
            </a:pPr>
            <a:r>
              <a:rPr lang="fr-FR" smtClean="0"/>
              <a:t>You are not a God  In need of anything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CAR TOI SEUL, TU AS TOUT PLANIFIÉ</a:t>
            </a:r>
          </a:p>
          <a:p>
            <a:pPr>
              <a:defRPr/>
            </a:pPr>
            <a:r>
              <a:rPr lang="fr-FR" smtClean="0"/>
              <a:t>By Your plan,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AVANT L’ÉTERNITÉ TU RÉGNAIS AUX CIEUX</a:t>
            </a:r>
          </a:p>
          <a:p>
            <a:pPr>
              <a:defRPr/>
            </a:pPr>
            <a:r>
              <a:rPr lang="fr-FR" smtClean="0"/>
              <a:t>	From before time began  You were on Your throne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POUR TOUJOURS LES BONS OU MAUVAIS JOURS</a:t>
            </a:r>
          </a:p>
          <a:p>
            <a:pPr>
              <a:defRPr/>
            </a:pPr>
            <a:r>
              <a:rPr lang="fr-FR" smtClean="0"/>
              <a:t>	And right now  In the good times and bad </a:t>
            </a:r>
          </a:p>
          <a:p>
            <a:pPr>
              <a:defRPr/>
            </a:pPr>
            <a:r>
              <a:rPr lang="fr-FR" smtClean="0"/>
              <a:t>	9-  TU TRÔNES DANS LES CIEUX</a:t>
            </a:r>
          </a:p>
          <a:p>
            <a:pPr>
              <a:defRPr/>
            </a:pPr>
            <a:r>
              <a:rPr lang="fr-FR" smtClean="0"/>
              <a:t>	You are on Your throne 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TU ES LE SEUL DIEU SI PUISSANT QUE RIEN NE LE CONTIENT</a:t>
            </a:r>
          </a:p>
          <a:p>
            <a:pPr>
              <a:defRPr/>
            </a:pPr>
            <a:r>
              <a:rPr lang="fr-FR" smtClean="0"/>
              <a:t>You’re the only God whose power none can contend 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TU ES LE SEUL DIEU, LE SEUL NOM QUE NOUS LOUERONS SANS FIN</a:t>
            </a:r>
          </a:p>
          <a:p>
            <a:pPr>
              <a:defRPr/>
            </a:pPr>
            <a:r>
              <a:rPr lang="fr-FR" smtClean="0"/>
              <a:t>You’re the only God  whose name and praise will never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ET TU ES LE SEUL DIEU DIGNE À QUI TOUT DONNER</a:t>
            </a:r>
          </a:p>
          <a:p>
            <a:pPr>
              <a:defRPr/>
            </a:pPr>
            <a:r>
              <a:rPr lang="fr-FR" smtClean="0"/>
              <a:t>You’re the only God   who’s worthy of everything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TU ES DIEU TOUT SIMPLEMENT, TU ES</a:t>
            </a:r>
          </a:p>
          <a:p>
            <a:pPr>
              <a:defRPr/>
            </a:pPr>
            <a:r>
              <a:rPr lang="fr-FR" smtClean="0"/>
              <a:t>You are God and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DIEU IMMUABLE INÉBRANLABLE</a:t>
            </a:r>
          </a:p>
          <a:p>
            <a:pPr>
              <a:defRPr/>
            </a:pPr>
            <a:r>
              <a:rPr lang="fr-FR" smtClean="0"/>
              <a:t>Unchangeable  Unshakable  Unstoppable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 Ô DIEU TU ES</a:t>
            </a:r>
          </a:p>
          <a:p>
            <a:pPr>
              <a:defRPr/>
            </a:pPr>
            <a:r>
              <a:rPr lang="fr-FR" smtClean="0"/>
              <a:t>That’s what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</a:t>
            </a:r>
          </a:p>
          <a:p>
            <a:r>
              <a:rPr lang="fr-FR" smtClean="0"/>
              <a:t>You are not a God Created by human hands</a:t>
            </a:r>
          </a:p>
          <a:p>
            <a:endParaRPr lang="fr-FR" smtClean="0"/>
          </a:p>
          <a:p>
            <a:r>
              <a:rPr lang="fr-FR" smtClean="0"/>
              <a:t>2-  TU N’ES PAS UN DIEU DÉPENDANT D’AUCUN HOMME MORTEL</a:t>
            </a:r>
          </a:p>
          <a:p>
            <a:r>
              <a:rPr lang="fr-FR" smtClean="0"/>
              <a:t>You are not a God Dependant on any mortal man</a:t>
            </a:r>
          </a:p>
          <a:p>
            <a:endParaRPr lang="fr-FR" smtClean="0"/>
          </a:p>
          <a:p>
            <a:r>
              <a:rPr lang="fr-FR" smtClean="0"/>
              <a:t>3-  ET TU N’AS BESOIN DE RIEN QUE NOUS PUISSIONS DONNER</a:t>
            </a:r>
          </a:p>
          <a:p>
            <a:r>
              <a:rPr lang="fr-FR" smtClean="0"/>
              <a:t>You are not a God  In need of anything we can give </a:t>
            </a:r>
          </a:p>
          <a:p>
            <a:endParaRPr lang="fr-FR" smtClean="0"/>
          </a:p>
          <a:p>
            <a:r>
              <a:rPr lang="fr-FR" smtClean="0"/>
              <a:t>4-  CAR TOI SEUL, TU AS TOUT PLANIFIÉ</a:t>
            </a:r>
          </a:p>
          <a:p>
            <a:r>
              <a:rPr lang="fr-FR" smtClean="0"/>
              <a:t>By Your plan, that’s just the way it is  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6-  AVANT L’ÉTERNITÉ TU RÉGNAIS AUX CIEUX</a:t>
            </a:r>
          </a:p>
          <a:p>
            <a:r>
              <a:rPr lang="fr-FR" smtClean="0"/>
              <a:t>	From before time began  You were on Your throne</a:t>
            </a:r>
          </a:p>
          <a:p>
            <a:endParaRPr lang="fr-FR" smtClean="0"/>
          </a:p>
          <a:p>
            <a:r>
              <a:rPr lang="fr-FR" smtClean="0"/>
              <a:t>	7-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8-  POUR TOUJOURS LES BONS OU MAUVAIS JOURS</a:t>
            </a:r>
          </a:p>
          <a:p>
            <a:r>
              <a:rPr lang="fr-FR" smtClean="0"/>
              <a:t>	And right now  In the good times and bad </a:t>
            </a:r>
          </a:p>
          <a:p>
            <a:r>
              <a:rPr lang="fr-FR" smtClean="0"/>
              <a:t>	9-  TU TRÔNES DANS LES CIEUX</a:t>
            </a:r>
          </a:p>
          <a:p>
            <a:r>
              <a:rPr lang="fr-FR" smtClean="0"/>
              <a:t>	You are on Your throne </a:t>
            </a:r>
          </a:p>
          <a:p>
            <a:endParaRPr lang="fr-FR" smtClean="0"/>
          </a:p>
          <a:p>
            <a:r>
              <a:rPr lang="fr-FR" smtClean="0"/>
              <a:t>	10-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11-  TU ES LE SEUL DIEU SI PUISSANT QUE RIEN NE LE CONTIENT</a:t>
            </a:r>
          </a:p>
          <a:p>
            <a:r>
              <a:rPr lang="fr-FR" smtClean="0"/>
              <a:t>You’re the only God whose power none can contend </a:t>
            </a:r>
          </a:p>
          <a:p>
            <a:endParaRPr lang="fr-FR" smtClean="0"/>
          </a:p>
          <a:p>
            <a:r>
              <a:rPr lang="fr-FR" smtClean="0"/>
              <a:t>12-  TU ES LE SEUL DIEU, LE SEUL NOM QUE NOUS LOUERONS SANS FIN</a:t>
            </a:r>
          </a:p>
          <a:p>
            <a:r>
              <a:rPr lang="fr-FR" smtClean="0"/>
              <a:t>You’re the only God  whose name and praise will never end</a:t>
            </a:r>
          </a:p>
          <a:p>
            <a:endParaRPr lang="fr-FR" smtClean="0"/>
          </a:p>
          <a:p>
            <a:r>
              <a:rPr lang="fr-FR" smtClean="0"/>
              <a:t>13-  ET TU ES LE SEUL DIEU DIGNE À QUI TOUT DONNER</a:t>
            </a:r>
          </a:p>
          <a:p>
            <a:r>
              <a:rPr lang="fr-FR" smtClean="0"/>
              <a:t>You’re the only God   who’s worthy of everything we can give </a:t>
            </a:r>
          </a:p>
          <a:p>
            <a:endParaRPr lang="fr-FR" smtClean="0"/>
          </a:p>
          <a:p>
            <a:r>
              <a:rPr lang="fr-FR" smtClean="0"/>
              <a:t>14-  TU ES DIEU TOUT SIMPLEMENT, TU ES</a:t>
            </a:r>
          </a:p>
          <a:p>
            <a:r>
              <a:rPr lang="fr-FR" smtClean="0"/>
              <a:t>You are God and that’s just the way it is  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15-  DIEU IMMUABLE INÉBRANLABLE</a:t>
            </a:r>
          </a:p>
          <a:p>
            <a:r>
              <a:rPr lang="fr-FR" smtClean="0"/>
              <a:t>Unchangeable  Unshakable  Unstoppable</a:t>
            </a:r>
          </a:p>
          <a:p>
            <a:endParaRPr lang="fr-FR" smtClean="0"/>
          </a:p>
          <a:p>
            <a:r>
              <a:rPr lang="fr-FR" smtClean="0"/>
              <a:t>16-   Ô DIEU TU ES</a:t>
            </a:r>
          </a:p>
          <a:p>
            <a:r>
              <a:rPr lang="fr-FR" smtClean="0"/>
              <a:t>That’s what You are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N’ES PAS UN DIEU CRÉÉ PAR UNE MAIN HUMAINE</a:t>
            </a:r>
          </a:p>
          <a:p>
            <a:pPr>
              <a:defRPr/>
            </a:pPr>
            <a:r>
              <a:rPr lang="fr-FR" smtClean="0"/>
              <a:t>You are not a God Created by human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TU N’ES PAS UN DIEU DÉPENDANT D’AUCUN HOMME MORTEL</a:t>
            </a:r>
          </a:p>
          <a:p>
            <a:pPr>
              <a:defRPr/>
            </a:pPr>
            <a:r>
              <a:rPr lang="fr-FR" smtClean="0"/>
              <a:t>You are not a God Dependant on any mortal man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TU N’AS BESOIN DE RIEN QUE NOUS PUISSIONS DONNER</a:t>
            </a:r>
          </a:p>
          <a:p>
            <a:pPr>
              <a:defRPr/>
            </a:pPr>
            <a:r>
              <a:rPr lang="fr-FR" smtClean="0"/>
              <a:t>You are not a God  In need of anything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CAR TOI SEUL, TU AS TOUT PLANIFIÉ</a:t>
            </a:r>
          </a:p>
          <a:p>
            <a:pPr>
              <a:defRPr/>
            </a:pPr>
            <a:r>
              <a:rPr lang="fr-FR" smtClean="0"/>
              <a:t>By Your plan,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AVANT L’ÉTERNITÉ TU RÉGNAIS AUX CIEUX</a:t>
            </a:r>
          </a:p>
          <a:p>
            <a:pPr>
              <a:defRPr/>
            </a:pPr>
            <a:r>
              <a:rPr lang="fr-FR" smtClean="0"/>
              <a:t>	From before time began  You were on Your throne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POUR TOUJOURS LES BONS OU MAUVAIS JOURS</a:t>
            </a:r>
          </a:p>
          <a:p>
            <a:pPr>
              <a:defRPr/>
            </a:pPr>
            <a:r>
              <a:rPr lang="fr-FR" smtClean="0"/>
              <a:t>	And right now  In the good times and bad </a:t>
            </a:r>
          </a:p>
          <a:p>
            <a:pPr>
              <a:defRPr/>
            </a:pPr>
            <a:r>
              <a:rPr lang="fr-FR" smtClean="0"/>
              <a:t>	9-  TU TRÔNES DANS LES CIEUX</a:t>
            </a:r>
          </a:p>
          <a:p>
            <a:pPr>
              <a:defRPr/>
            </a:pPr>
            <a:r>
              <a:rPr lang="fr-FR" smtClean="0"/>
              <a:t>	You are on Your throne 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TU ES LE SEUL DIEU SI PUISSANT QUE RIEN NE LE CONTIENT</a:t>
            </a:r>
          </a:p>
          <a:p>
            <a:pPr>
              <a:defRPr/>
            </a:pPr>
            <a:r>
              <a:rPr lang="fr-FR" smtClean="0"/>
              <a:t>You’re the only God whose power none can contend 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TU ES LE SEUL DIEU, LE SEUL NOM QUE NOUS LOUERONS SANS FIN</a:t>
            </a:r>
          </a:p>
          <a:p>
            <a:pPr>
              <a:defRPr/>
            </a:pPr>
            <a:r>
              <a:rPr lang="fr-FR" smtClean="0"/>
              <a:t>You’re the only God  whose name and praise will never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ET TU ES LE SEUL DIEU DIGNE À QUI TOUT DONNER</a:t>
            </a:r>
          </a:p>
          <a:p>
            <a:pPr>
              <a:defRPr/>
            </a:pPr>
            <a:r>
              <a:rPr lang="fr-FR" smtClean="0"/>
              <a:t>You’re the only God   who’s worthy of everything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TU ES DIEU TOUT SIMPLEMENT, TU ES</a:t>
            </a:r>
          </a:p>
          <a:p>
            <a:pPr>
              <a:defRPr/>
            </a:pPr>
            <a:r>
              <a:rPr lang="fr-FR" smtClean="0"/>
              <a:t>You are God and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DIEU IMMUABLE INÉBRANLABLE</a:t>
            </a:r>
          </a:p>
          <a:p>
            <a:pPr>
              <a:defRPr/>
            </a:pPr>
            <a:r>
              <a:rPr lang="fr-FR" smtClean="0"/>
              <a:t>Unchangeable  Unshakable  Unstoppable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 Ô DIEU TU ES</a:t>
            </a:r>
          </a:p>
          <a:p>
            <a:pPr>
              <a:defRPr/>
            </a:pPr>
            <a:r>
              <a:rPr lang="fr-FR" smtClean="0"/>
              <a:t>That’s what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</a:t>
            </a:r>
          </a:p>
          <a:p>
            <a:r>
              <a:rPr lang="fr-FR" smtClean="0"/>
              <a:t>You are not a God Created by human hands</a:t>
            </a:r>
          </a:p>
          <a:p>
            <a:endParaRPr lang="fr-FR" smtClean="0"/>
          </a:p>
          <a:p>
            <a:r>
              <a:rPr lang="fr-FR" smtClean="0"/>
              <a:t>2-  TU N’ES PAS UN DIEU DÉPENDANT D’AUCUN HOMME MORTEL</a:t>
            </a:r>
          </a:p>
          <a:p>
            <a:r>
              <a:rPr lang="fr-FR" smtClean="0"/>
              <a:t>You are not a God Dependant on any mortal man</a:t>
            </a:r>
          </a:p>
          <a:p>
            <a:endParaRPr lang="fr-FR" smtClean="0"/>
          </a:p>
          <a:p>
            <a:r>
              <a:rPr lang="fr-FR" smtClean="0"/>
              <a:t>3-  ET TU N’AS BESOIN DE RIEN QUE NOUS PUISSIONS DONNER</a:t>
            </a:r>
          </a:p>
          <a:p>
            <a:r>
              <a:rPr lang="fr-FR" smtClean="0"/>
              <a:t>You are not a God  In need of anything we can give </a:t>
            </a:r>
          </a:p>
          <a:p>
            <a:endParaRPr lang="fr-FR" smtClean="0"/>
          </a:p>
          <a:p>
            <a:r>
              <a:rPr lang="fr-FR" smtClean="0"/>
              <a:t>4-  CAR TOI SEUL, TU AS TOUT PLANIFIÉ</a:t>
            </a:r>
          </a:p>
          <a:p>
            <a:r>
              <a:rPr lang="fr-FR" smtClean="0"/>
              <a:t>By Your plan, that’s just the way it is  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6-  AVANT L’ÉTERNITÉ TU RÉGNAIS AUX CIEUX</a:t>
            </a:r>
          </a:p>
          <a:p>
            <a:r>
              <a:rPr lang="fr-FR" smtClean="0"/>
              <a:t>	From before time began  You were on Your throne</a:t>
            </a:r>
          </a:p>
          <a:p>
            <a:endParaRPr lang="fr-FR" smtClean="0"/>
          </a:p>
          <a:p>
            <a:r>
              <a:rPr lang="fr-FR" smtClean="0"/>
              <a:t>	7-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8-  POUR TOUJOURS LES BONS OU MAUVAIS JOURS</a:t>
            </a:r>
          </a:p>
          <a:p>
            <a:r>
              <a:rPr lang="fr-FR" smtClean="0"/>
              <a:t>	And right now  In the good times and bad </a:t>
            </a:r>
          </a:p>
          <a:p>
            <a:r>
              <a:rPr lang="fr-FR" smtClean="0"/>
              <a:t>	9-  TU TRÔNES DANS LES CIEUX</a:t>
            </a:r>
          </a:p>
          <a:p>
            <a:r>
              <a:rPr lang="fr-FR" smtClean="0"/>
              <a:t>	You are on Your throne </a:t>
            </a:r>
          </a:p>
          <a:p>
            <a:endParaRPr lang="fr-FR" smtClean="0"/>
          </a:p>
          <a:p>
            <a:r>
              <a:rPr lang="fr-FR" smtClean="0"/>
              <a:t>	10-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11-  TU ES LE SEUL DIEU SI PUISSANT QUE RIEN NE LE CONTIENT</a:t>
            </a:r>
          </a:p>
          <a:p>
            <a:r>
              <a:rPr lang="fr-FR" smtClean="0"/>
              <a:t>You’re the only God whose power none can contend </a:t>
            </a:r>
          </a:p>
          <a:p>
            <a:endParaRPr lang="fr-FR" smtClean="0"/>
          </a:p>
          <a:p>
            <a:r>
              <a:rPr lang="fr-FR" smtClean="0"/>
              <a:t>12-  TU ES LE SEUL DIEU, LE SEUL NOM QUE NOUS LOUERONS SANS FIN</a:t>
            </a:r>
          </a:p>
          <a:p>
            <a:r>
              <a:rPr lang="fr-FR" smtClean="0"/>
              <a:t>You’re the only God  whose name and praise will never end</a:t>
            </a:r>
          </a:p>
          <a:p>
            <a:endParaRPr lang="fr-FR" smtClean="0"/>
          </a:p>
          <a:p>
            <a:r>
              <a:rPr lang="fr-FR" smtClean="0"/>
              <a:t>13-  ET TU ES LE SEUL DIEU DIGNE À QUI TOUT DONNER</a:t>
            </a:r>
          </a:p>
          <a:p>
            <a:r>
              <a:rPr lang="fr-FR" smtClean="0"/>
              <a:t>You’re the only God   who’s worthy of everything we can give </a:t>
            </a:r>
          </a:p>
          <a:p>
            <a:endParaRPr lang="fr-FR" smtClean="0"/>
          </a:p>
          <a:p>
            <a:r>
              <a:rPr lang="fr-FR" smtClean="0"/>
              <a:t>14-  TU ES DIEU TOUT SIMPLEMENT, TU ES</a:t>
            </a:r>
          </a:p>
          <a:p>
            <a:r>
              <a:rPr lang="fr-FR" smtClean="0"/>
              <a:t>You are God and that’s just the way it is  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15-  DIEU IMMUABLE INÉBRANLABLE</a:t>
            </a:r>
          </a:p>
          <a:p>
            <a:r>
              <a:rPr lang="fr-FR" smtClean="0"/>
              <a:t>Unchangeable  Unshakable  Unstoppable</a:t>
            </a:r>
          </a:p>
          <a:p>
            <a:endParaRPr lang="fr-FR" smtClean="0"/>
          </a:p>
          <a:p>
            <a:r>
              <a:rPr lang="fr-FR" smtClean="0"/>
              <a:t>16-   Ô DIEU TU ES</a:t>
            </a:r>
          </a:p>
          <a:p>
            <a:r>
              <a:rPr lang="fr-FR" smtClean="0"/>
              <a:t>That’s what You are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N’ES PAS UN DIEU CRÉÉ PAR UNE MAIN HUMAINE</a:t>
            </a:r>
          </a:p>
          <a:p>
            <a:pPr>
              <a:defRPr/>
            </a:pPr>
            <a:r>
              <a:rPr lang="fr-FR" smtClean="0"/>
              <a:t>You are not a God Created by human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TU N’ES PAS UN DIEU DÉPENDANT D’AUCUN HOMME MORTEL</a:t>
            </a:r>
          </a:p>
          <a:p>
            <a:pPr>
              <a:defRPr/>
            </a:pPr>
            <a:r>
              <a:rPr lang="fr-FR" smtClean="0"/>
              <a:t>You are not a God Dependant on any mortal man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TU N’AS BESOIN DE RIEN QUE NOUS PUISSIONS DONNER</a:t>
            </a:r>
          </a:p>
          <a:p>
            <a:pPr>
              <a:defRPr/>
            </a:pPr>
            <a:r>
              <a:rPr lang="fr-FR" smtClean="0"/>
              <a:t>You are not a God  In need of anything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CAR TOI SEUL, TU AS TOUT PLANIFIÉ</a:t>
            </a:r>
          </a:p>
          <a:p>
            <a:pPr>
              <a:defRPr/>
            </a:pPr>
            <a:r>
              <a:rPr lang="fr-FR" smtClean="0"/>
              <a:t>By Your plan,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AVANT L’ÉTERNITÉ TU RÉGNAIS AUX CIEUX</a:t>
            </a:r>
          </a:p>
          <a:p>
            <a:pPr>
              <a:defRPr/>
            </a:pPr>
            <a:r>
              <a:rPr lang="fr-FR" smtClean="0"/>
              <a:t>	From before time began  You were on Your throne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POUR TOUJOURS LES BONS OU MAUVAIS JOURS</a:t>
            </a:r>
          </a:p>
          <a:p>
            <a:pPr>
              <a:defRPr/>
            </a:pPr>
            <a:r>
              <a:rPr lang="fr-FR" smtClean="0"/>
              <a:t>	And right now  In the good times and bad </a:t>
            </a:r>
          </a:p>
          <a:p>
            <a:pPr>
              <a:defRPr/>
            </a:pPr>
            <a:r>
              <a:rPr lang="fr-FR" smtClean="0"/>
              <a:t>	9-  TU TRÔNES DANS LES CIEUX</a:t>
            </a:r>
          </a:p>
          <a:p>
            <a:pPr>
              <a:defRPr/>
            </a:pPr>
            <a:r>
              <a:rPr lang="fr-FR" smtClean="0"/>
              <a:t>	You are on Your throne 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TU ES LE SEUL DIEU SI PUISSANT QUE RIEN NE LE CONTIENT</a:t>
            </a:r>
          </a:p>
          <a:p>
            <a:pPr>
              <a:defRPr/>
            </a:pPr>
            <a:r>
              <a:rPr lang="fr-FR" smtClean="0"/>
              <a:t>You’re the only God whose power none can contend 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TU ES LE SEUL DIEU, LE SEUL NOM QUE NOUS LOUERONS SANS FIN</a:t>
            </a:r>
          </a:p>
          <a:p>
            <a:pPr>
              <a:defRPr/>
            </a:pPr>
            <a:r>
              <a:rPr lang="fr-FR" smtClean="0"/>
              <a:t>You’re the only God  whose name and praise will never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ET TU ES LE SEUL DIEU DIGNE À QUI TOUT DONNER</a:t>
            </a:r>
          </a:p>
          <a:p>
            <a:pPr>
              <a:defRPr/>
            </a:pPr>
            <a:r>
              <a:rPr lang="fr-FR" smtClean="0"/>
              <a:t>You’re the only God   who’s worthy of everything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TU ES DIEU TOUT SIMPLEMENT, TU ES</a:t>
            </a:r>
          </a:p>
          <a:p>
            <a:pPr>
              <a:defRPr/>
            </a:pPr>
            <a:r>
              <a:rPr lang="fr-FR" smtClean="0"/>
              <a:t>You are God and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DIEU IMMUABLE INÉBRANLABLE</a:t>
            </a:r>
          </a:p>
          <a:p>
            <a:pPr>
              <a:defRPr/>
            </a:pPr>
            <a:r>
              <a:rPr lang="fr-FR" smtClean="0"/>
              <a:t>Unchangeable  Unshakable  Unstoppable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 Ô DIEU TU ES</a:t>
            </a:r>
          </a:p>
          <a:p>
            <a:pPr>
              <a:defRPr/>
            </a:pPr>
            <a:r>
              <a:rPr lang="fr-FR" smtClean="0"/>
              <a:t>That’s what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</a:t>
            </a:r>
          </a:p>
          <a:p>
            <a:r>
              <a:rPr lang="fr-FR" smtClean="0"/>
              <a:t>You are not a God Created by human hands</a:t>
            </a:r>
          </a:p>
          <a:p>
            <a:endParaRPr lang="fr-FR" smtClean="0"/>
          </a:p>
          <a:p>
            <a:r>
              <a:rPr lang="fr-FR" smtClean="0"/>
              <a:t>2-  TU N’ES PAS UN DIEU DÉPENDANT D’AUCUN HOMME MORTEL</a:t>
            </a:r>
          </a:p>
          <a:p>
            <a:r>
              <a:rPr lang="fr-FR" smtClean="0"/>
              <a:t>You are not a God Dependant on any mortal man</a:t>
            </a:r>
          </a:p>
          <a:p>
            <a:endParaRPr lang="fr-FR" smtClean="0"/>
          </a:p>
          <a:p>
            <a:r>
              <a:rPr lang="fr-FR" smtClean="0"/>
              <a:t>3-  ET TU N’AS BESOIN DE RIEN QUE NOUS PUISSIONS DONNER</a:t>
            </a:r>
          </a:p>
          <a:p>
            <a:r>
              <a:rPr lang="fr-FR" smtClean="0"/>
              <a:t>You are not a God  In need of anything we can give </a:t>
            </a:r>
          </a:p>
          <a:p>
            <a:endParaRPr lang="fr-FR" smtClean="0"/>
          </a:p>
          <a:p>
            <a:r>
              <a:rPr lang="fr-FR" smtClean="0"/>
              <a:t>4-  CAR TOI SEUL, TU AS TOUT PLANIFIÉ</a:t>
            </a:r>
          </a:p>
          <a:p>
            <a:r>
              <a:rPr lang="fr-FR" smtClean="0"/>
              <a:t>By Your plan, that’s just the way it is  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6-  AVANT L’ÉTERNITÉ TU RÉGNAIS AUX CIEUX</a:t>
            </a:r>
          </a:p>
          <a:p>
            <a:r>
              <a:rPr lang="fr-FR" smtClean="0"/>
              <a:t>	From before time began  You were on Your throne</a:t>
            </a:r>
          </a:p>
          <a:p>
            <a:endParaRPr lang="fr-FR" smtClean="0"/>
          </a:p>
          <a:p>
            <a:r>
              <a:rPr lang="fr-FR" smtClean="0"/>
              <a:t>	7-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8-  POUR TOUJOURS LES BONS OU MAUVAIS JOURS</a:t>
            </a:r>
          </a:p>
          <a:p>
            <a:r>
              <a:rPr lang="fr-FR" smtClean="0"/>
              <a:t>	And right now  In the good times and bad </a:t>
            </a:r>
          </a:p>
          <a:p>
            <a:r>
              <a:rPr lang="fr-FR" smtClean="0"/>
              <a:t>	9-  TU TRÔNES DANS LES CIEUX</a:t>
            </a:r>
          </a:p>
          <a:p>
            <a:r>
              <a:rPr lang="fr-FR" smtClean="0"/>
              <a:t>	You are on Your throne </a:t>
            </a:r>
          </a:p>
          <a:p>
            <a:endParaRPr lang="fr-FR" smtClean="0"/>
          </a:p>
          <a:p>
            <a:r>
              <a:rPr lang="fr-FR" smtClean="0"/>
              <a:t>	10-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11-  TU ES LE SEUL DIEU SI PUISSANT QUE RIEN NE LE CONTIENT</a:t>
            </a:r>
          </a:p>
          <a:p>
            <a:r>
              <a:rPr lang="fr-FR" smtClean="0"/>
              <a:t>You’re the only God whose power none can contend </a:t>
            </a:r>
          </a:p>
          <a:p>
            <a:endParaRPr lang="fr-FR" smtClean="0"/>
          </a:p>
          <a:p>
            <a:r>
              <a:rPr lang="fr-FR" smtClean="0"/>
              <a:t>12-  TU ES LE SEUL DIEU, LE SEUL NOM QUE NOUS LOUERONS SANS FIN</a:t>
            </a:r>
          </a:p>
          <a:p>
            <a:r>
              <a:rPr lang="fr-FR" smtClean="0"/>
              <a:t>You’re the only God  whose name and praise will never end</a:t>
            </a:r>
          </a:p>
          <a:p>
            <a:endParaRPr lang="fr-FR" smtClean="0"/>
          </a:p>
          <a:p>
            <a:r>
              <a:rPr lang="fr-FR" smtClean="0"/>
              <a:t>13-  ET TU ES LE SEUL DIEU DIGNE À QUI TOUT DONNER</a:t>
            </a:r>
          </a:p>
          <a:p>
            <a:r>
              <a:rPr lang="fr-FR" smtClean="0"/>
              <a:t>You’re the only God   who’s worthy of everything we can give </a:t>
            </a:r>
          </a:p>
          <a:p>
            <a:endParaRPr lang="fr-FR" smtClean="0"/>
          </a:p>
          <a:p>
            <a:r>
              <a:rPr lang="fr-FR" smtClean="0"/>
              <a:t>14-  TU ES DIEU TOUT SIMPLEMENT, TU ES</a:t>
            </a:r>
          </a:p>
          <a:p>
            <a:r>
              <a:rPr lang="fr-FR" smtClean="0"/>
              <a:t>You are God and that’s just the way it is  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15-  DIEU IMMUABLE INÉBRANLABLE</a:t>
            </a:r>
          </a:p>
          <a:p>
            <a:r>
              <a:rPr lang="fr-FR" smtClean="0"/>
              <a:t>Unchangeable  Unshakable  Unstoppable</a:t>
            </a:r>
          </a:p>
          <a:p>
            <a:endParaRPr lang="fr-FR" smtClean="0"/>
          </a:p>
          <a:p>
            <a:r>
              <a:rPr lang="fr-FR" smtClean="0"/>
              <a:t>16-   Ô DIEU TU ES</a:t>
            </a:r>
          </a:p>
          <a:p>
            <a:r>
              <a:rPr lang="fr-FR" smtClean="0"/>
              <a:t>That’s what You are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N’ES PAS UN DIEU CRÉÉ PAR UNE MAIN HUMAINE</a:t>
            </a:r>
          </a:p>
          <a:p>
            <a:pPr>
              <a:defRPr/>
            </a:pPr>
            <a:r>
              <a:rPr lang="fr-FR" smtClean="0"/>
              <a:t>You are not a God Created by human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TU N’ES PAS UN DIEU DÉPENDANT D’AUCUN HOMME MORTEL</a:t>
            </a:r>
          </a:p>
          <a:p>
            <a:pPr>
              <a:defRPr/>
            </a:pPr>
            <a:r>
              <a:rPr lang="fr-FR" smtClean="0"/>
              <a:t>You are not a God Dependant on any mortal man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TU N’AS BESOIN DE RIEN QUE NOUS PUISSIONS DONNER</a:t>
            </a:r>
          </a:p>
          <a:p>
            <a:pPr>
              <a:defRPr/>
            </a:pPr>
            <a:r>
              <a:rPr lang="fr-FR" smtClean="0"/>
              <a:t>You are not a God  In need of anything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CAR TOI SEUL, TU AS TOUT PLANIFIÉ</a:t>
            </a:r>
          </a:p>
          <a:p>
            <a:pPr>
              <a:defRPr/>
            </a:pPr>
            <a:r>
              <a:rPr lang="fr-FR" smtClean="0"/>
              <a:t>By Your plan,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AVANT L’ÉTERNITÉ TU RÉGNAIS AUX CIEUX</a:t>
            </a:r>
          </a:p>
          <a:p>
            <a:pPr>
              <a:defRPr/>
            </a:pPr>
            <a:r>
              <a:rPr lang="fr-FR" smtClean="0"/>
              <a:t>	From before time began  You were on Your throne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POUR TOUJOURS LES BONS OU MAUVAIS JOURS</a:t>
            </a:r>
          </a:p>
          <a:p>
            <a:pPr>
              <a:defRPr/>
            </a:pPr>
            <a:r>
              <a:rPr lang="fr-FR" smtClean="0"/>
              <a:t>	And right now  In the good times and bad </a:t>
            </a:r>
          </a:p>
          <a:p>
            <a:pPr>
              <a:defRPr/>
            </a:pPr>
            <a:r>
              <a:rPr lang="fr-FR" smtClean="0"/>
              <a:t>	9-  TU TRÔNES DANS LES CIEUX</a:t>
            </a:r>
          </a:p>
          <a:p>
            <a:pPr>
              <a:defRPr/>
            </a:pPr>
            <a:r>
              <a:rPr lang="fr-FR" smtClean="0"/>
              <a:t>	You are on Your throne 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TU ES LE SEUL DIEU SI PUISSANT QUE RIEN NE LE CONTIENT</a:t>
            </a:r>
          </a:p>
          <a:p>
            <a:pPr>
              <a:defRPr/>
            </a:pPr>
            <a:r>
              <a:rPr lang="fr-FR" smtClean="0"/>
              <a:t>You’re the only God whose power none can contend 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TU ES LE SEUL DIEU, LE SEUL NOM QUE NOUS LOUERONS SANS FIN</a:t>
            </a:r>
          </a:p>
          <a:p>
            <a:pPr>
              <a:defRPr/>
            </a:pPr>
            <a:r>
              <a:rPr lang="fr-FR" smtClean="0"/>
              <a:t>You’re the only God  whose name and praise will never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ET TU ES LE SEUL DIEU DIGNE À QUI TOUT DONNER</a:t>
            </a:r>
          </a:p>
          <a:p>
            <a:pPr>
              <a:defRPr/>
            </a:pPr>
            <a:r>
              <a:rPr lang="fr-FR" smtClean="0"/>
              <a:t>You’re the only God   who’s worthy of everything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TU ES DIEU TOUT SIMPLEMENT, TU ES</a:t>
            </a:r>
          </a:p>
          <a:p>
            <a:pPr>
              <a:defRPr/>
            </a:pPr>
            <a:r>
              <a:rPr lang="fr-FR" smtClean="0"/>
              <a:t>You are God and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DIEU IMMUABLE INÉBRANLABLE</a:t>
            </a:r>
          </a:p>
          <a:p>
            <a:pPr>
              <a:defRPr/>
            </a:pPr>
            <a:r>
              <a:rPr lang="fr-FR" smtClean="0"/>
              <a:t>Unchangeable  Unshakable  Unstoppable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 Ô DIEU TU ES</a:t>
            </a:r>
          </a:p>
          <a:p>
            <a:pPr>
              <a:defRPr/>
            </a:pPr>
            <a:r>
              <a:rPr lang="fr-FR" smtClean="0"/>
              <a:t>That’s what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</a:t>
            </a:r>
          </a:p>
          <a:p>
            <a:r>
              <a:rPr lang="fr-FR" smtClean="0"/>
              <a:t>You are not a God Created by human hands</a:t>
            </a:r>
          </a:p>
          <a:p>
            <a:endParaRPr lang="fr-FR" smtClean="0"/>
          </a:p>
          <a:p>
            <a:r>
              <a:rPr lang="fr-FR" smtClean="0"/>
              <a:t>2-  TU N’ES PAS UN DIEU DÉPENDANT D’AUCUN HOMME MORTEL</a:t>
            </a:r>
          </a:p>
          <a:p>
            <a:r>
              <a:rPr lang="fr-FR" smtClean="0"/>
              <a:t>You are not a God Dependant on any mortal man</a:t>
            </a:r>
          </a:p>
          <a:p>
            <a:endParaRPr lang="fr-FR" smtClean="0"/>
          </a:p>
          <a:p>
            <a:r>
              <a:rPr lang="fr-FR" smtClean="0"/>
              <a:t>3-  ET TU N’AS BESOIN DE RIEN QUE NOUS PUISSIONS DONNER</a:t>
            </a:r>
          </a:p>
          <a:p>
            <a:r>
              <a:rPr lang="fr-FR" smtClean="0"/>
              <a:t>You are not a God  In need of anything we can give </a:t>
            </a:r>
          </a:p>
          <a:p>
            <a:endParaRPr lang="fr-FR" smtClean="0"/>
          </a:p>
          <a:p>
            <a:r>
              <a:rPr lang="fr-FR" smtClean="0"/>
              <a:t>4-  CAR TOI SEUL, TU AS TOUT PLANIFIÉ</a:t>
            </a:r>
          </a:p>
          <a:p>
            <a:r>
              <a:rPr lang="fr-FR" smtClean="0"/>
              <a:t>By Your plan, that’s just the way it is  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6-  AVANT L’ÉTERNITÉ TU RÉGNAIS AUX CIEUX</a:t>
            </a:r>
          </a:p>
          <a:p>
            <a:r>
              <a:rPr lang="fr-FR" smtClean="0"/>
              <a:t>	From before time began  You were on Your throne</a:t>
            </a:r>
          </a:p>
          <a:p>
            <a:endParaRPr lang="fr-FR" smtClean="0"/>
          </a:p>
          <a:p>
            <a:r>
              <a:rPr lang="fr-FR" smtClean="0"/>
              <a:t>	7-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8-  POUR TOUJOURS LES BONS OU MAUVAIS JOURS</a:t>
            </a:r>
          </a:p>
          <a:p>
            <a:r>
              <a:rPr lang="fr-FR" smtClean="0"/>
              <a:t>	And right now  In the good times and bad </a:t>
            </a:r>
          </a:p>
          <a:p>
            <a:r>
              <a:rPr lang="fr-FR" smtClean="0"/>
              <a:t>	9-  TU TRÔNES DANS LES CIEUX</a:t>
            </a:r>
          </a:p>
          <a:p>
            <a:r>
              <a:rPr lang="fr-FR" smtClean="0"/>
              <a:t>	You are on Your throne </a:t>
            </a:r>
          </a:p>
          <a:p>
            <a:endParaRPr lang="fr-FR" smtClean="0"/>
          </a:p>
          <a:p>
            <a:r>
              <a:rPr lang="fr-FR" smtClean="0"/>
              <a:t>	10-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11-  TU ES LE SEUL DIEU SI PUISSANT QUE RIEN NE LE CONTIENT</a:t>
            </a:r>
          </a:p>
          <a:p>
            <a:r>
              <a:rPr lang="fr-FR" smtClean="0"/>
              <a:t>You’re the only God whose power none can contend </a:t>
            </a:r>
          </a:p>
          <a:p>
            <a:endParaRPr lang="fr-FR" smtClean="0"/>
          </a:p>
          <a:p>
            <a:r>
              <a:rPr lang="fr-FR" smtClean="0"/>
              <a:t>12-  TU ES LE SEUL DIEU, LE SEUL NOM QUE NOUS LOUERONS SANS FIN</a:t>
            </a:r>
          </a:p>
          <a:p>
            <a:r>
              <a:rPr lang="fr-FR" smtClean="0"/>
              <a:t>You’re the only God  whose name and praise will never end</a:t>
            </a:r>
          </a:p>
          <a:p>
            <a:endParaRPr lang="fr-FR" smtClean="0"/>
          </a:p>
          <a:p>
            <a:r>
              <a:rPr lang="fr-FR" smtClean="0"/>
              <a:t>13-  ET TU ES LE SEUL DIEU DIGNE À QUI TOUT DONNER</a:t>
            </a:r>
          </a:p>
          <a:p>
            <a:r>
              <a:rPr lang="fr-FR" smtClean="0"/>
              <a:t>You’re the only God   who’s worthy of everything we can give </a:t>
            </a:r>
          </a:p>
          <a:p>
            <a:endParaRPr lang="fr-FR" smtClean="0"/>
          </a:p>
          <a:p>
            <a:r>
              <a:rPr lang="fr-FR" smtClean="0"/>
              <a:t>14-  TU ES DIEU TOUT SIMPLEMENT, TU ES</a:t>
            </a:r>
          </a:p>
          <a:p>
            <a:r>
              <a:rPr lang="fr-FR" smtClean="0"/>
              <a:t>You are God and that’s just the way it is  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15-  DIEU IMMUABLE INÉBRANLABLE</a:t>
            </a:r>
          </a:p>
          <a:p>
            <a:r>
              <a:rPr lang="fr-FR" smtClean="0"/>
              <a:t>Unchangeable  Unshakable  Unstoppable</a:t>
            </a:r>
          </a:p>
          <a:p>
            <a:endParaRPr lang="fr-FR" smtClean="0"/>
          </a:p>
          <a:p>
            <a:r>
              <a:rPr lang="fr-FR" smtClean="0"/>
              <a:t>16-   Ô DIEU TU ES</a:t>
            </a:r>
          </a:p>
          <a:p>
            <a:r>
              <a:rPr lang="fr-FR" smtClean="0"/>
              <a:t>That’s what You are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N’ES PAS UN DIEU CRÉÉ PAR UNE MAIN HUMAINE</a:t>
            </a:r>
          </a:p>
          <a:p>
            <a:pPr>
              <a:defRPr/>
            </a:pPr>
            <a:r>
              <a:rPr lang="fr-FR" smtClean="0"/>
              <a:t>You are not a God Created by human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TU N’ES PAS UN DIEU DÉPENDANT D’AUCUN HOMME MORTEL</a:t>
            </a:r>
          </a:p>
          <a:p>
            <a:pPr>
              <a:defRPr/>
            </a:pPr>
            <a:r>
              <a:rPr lang="fr-FR" smtClean="0"/>
              <a:t>You are not a God Dependant on any mortal man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TU N’AS BESOIN DE RIEN QUE NOUS PUISSIONS DONNER</a:t>
            </a:r>
          </a:p>
          <a:p>
            <a:pPr>
              <a:defRPr/>
            </a:pPr>
            <a:r>
              <a:rPr lang="fr-FR" smtClean="0"/>
              <a:t>You are not a God  In need of anything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CAR TOI SEUL, TU AS TOUT PLANIFIÉ</a:t>
            </a:r>
          </a:p>
          <a:p>
            <a:pPr>
              <a:defRPr/>
            </a:pPr>
            <a:r>
              <a:rPr lang="fr-FR" smtClean="0"/>
              <a:t>By Your plan,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AVANT L’ÉTERNITÉ TU RÉGNAIS AUX CIEUX</a:t>
            </a:r>
          </a:p>
          <a:p>
            <a:pPr>
              <a:defRPr/>
            </a:pPr>
            <a:r>
              <a:rPr lang="fr-FR" smtClean="0"/>
              <a:t>	From before time began  You were on Your throne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POUR TOUJOURS LES BONS OU MAUVAIS JOURS</a:t>
            </a:r>
          </a:p>
          <a:p>
            <a:pPr>
              <a:defRPr/>
            </a:pPr>
            <a:r>
              <a:rPr lang="fr-FR" smtClean="0"/>
              <a:t>	And right now  In the good times and bad </a:t>
            </a:r>
          </a:p>
          <a:p>
            <a:pPr>
              <a:defRPr/>
            </a:pPr>
            <a:r>
              <a:rPr lang="fr-FR" smtClean="0"/>
              <a:t>	9-  TU TRÔNES DANS LES CIEUX</a:t>
            </a:r>
          </a:p>
          <a:p>
            <a:pPr>
              <a:defRPr/>
            </a:pPr>
            <a:r>
              <a:rPr lang="fr-FR" smtClean="0"/>
              <a:t>	You are on Your throne 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TU ES LE SEUL DIEU SI PUISSANT QUE RIEN NE LE CONTIENT</a:t>
            </a:r>
          </a:p>
          <a:p>
            <a:pPr>
              <a:defRPr/>
            </a:pPr>
            <a:r>
              <a:rPr lang="fr-FR" smtClean="0"/>
              <a:t>You’re the only God whose power none can contend 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TU ES LE SEUL DIEU, LE SEUL NOM QUE NOUS LOUERONS SANS FIN</a:t>
            </a:r>
          </a:p>
          <a:p>
            <a:pPr>
              <a:defRPr/>
            </a:pPr>
            <a:r>
              <a:rPr lang="fr-FR" smtClean="0"/>
              <a:t>You’re the only God  whose name and praise will never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ET TU ES LE SEUL DIEU DIGNE À QUI TOUT DONNER</a:t>
            </a:r>
          </a:p>
          <a:p>
            <a:pPr>
              <a:defRPr/>
            </a:pPr>
            <a:r>
              <a:rPr lang="fr-FR" smtClean="0"/>
              <a:t>You’re the only God   who’s worthy of everything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TU ES DIEU TOUT SIMPLEMENT, TU ES</a:t>
            </a:r>
          </a:p>
          <a:p>
            <a:pPr>
              <a:defRPr/>
            </a:pPr>
            <a:r>
              <a:rPr lang="fr-FR" smtClean="0"/>
              <a:t>You are God and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DIEU IMMUABLE INÉBRANLABLE</a:t>
            </a:r>
          </a:p>
          <a:p>
            <a:pPr>
              <a:defRPr/>
            </a:pPr>
            <a:r>
              <a:rPr lang="fr-FR" smtClean="0"/>
              <a:t>Unchangeable  Unshakable  Unstoppable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 Ô DIEU TU ES</a:t>
            </a:r>
          </a:p>
          <a:p>
            <a:pPr>
              <a:defRPr/>
            </a:pPr>
            <a:r>
              <a:rPr lang="fr-FR" smtClean="0"/>
              <a:t>That’s what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</a:t>
            </a:r>
          </a:p>
          <a:p>
            <a:r>
              <a:rPr lang="fr-FR" smtClean="0"/>
              <a:t>You are not a God Created by human hands</a:t>
            </a:r>
          </a:p>
          <a:p>
            <a:endParaRPr lang="fr-FR" smtClean="0"/>
          </a:p>
          <a:p>
            <a:r>
              <a:rPr lang="fr-FR" smtClean="0"/>
              <a:t>2-  TU N’ES PAS UN DIEU DÉPENDANT D’AUCUN HOMME MORTEL</a:t>
            </a:r>
          </a:p>
          <a:p>
            <a:r>
              <a:rPr lang="fr-FR" smtClean="0"/>
              <a:t>You are not a God Dependant on any mortal man</a:t>
            </a:r>
          </a:p>
          <a:p>
            <a:endParaRPr lang="fr-FR" smtClean="0"/>
          </a:p>
          <a:p>
            <a:r>
              <a:rPr lang="fr-FR" smtClean="0"/>
              <a:t>3-  ET TU N’AS BESOIN DE RIEN QUE NOUS PUISSIONS DONNER</a:t>
            </a:r>
          </a:p>
          <a:p>
            <a:r>
              <a:rPr lang="fr-FR" smtClean="0"/>
              <a:t>You are not a God  In need of anything we can give </a:t>
            </a:r>
          </a:p>
          <a:p>
            <a:endParaRPr lang="fr-FR" smtClean="0"/>
          </a:p>
          <a:p>
            <a:r>
              <a:rPr lang="fr-FR" smtClean="0"/>
              <a:t>4-  CAR TOI SEUL, TU AS TOUT PLANIFIÉ</a:t>
            </a:r>
          </a:p>
          <a:p>
            <a:r>
              <a:rPr lang="fr-FR" smtClean="0"/>
              <a:t>By Your plan, that’s just the way it is  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6-  AVANT L’ÉTERNITÉ TU RÉGNAIS AUX CIEUX</a:t>
            </a:r>
          </a:p>
          <a:p>
            <a:r>
              <a:rPr lang="fr-FR" smtClean="0"/>
              <a:t>	From before time began  You were on Your throne</a:t>
            </a:r>
          </a:p>
          <a:p>
            <a:endParaRPr lang="fr-FR" smtClean="0"/>
          </a:p>
          <a:p>
            <a:r>
              <a:rPr lang="fr-FR" smtClean="0"/>
              <a:t>	7-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8-  POUR TOUJOURS LES BONS OU MAUVAIS JOURS</a:t>
            </a:r>
          </a:p>
          <a:p>
            <a:r>
              <a:rPr lang="fr-FR" smtClean="0"/>
              <a:t>	And right now  In the good times and bad </a:t>
            </a:r>
          </a:p>
          <a:p>
            <a:r>
              <a:rPr lang="fr-FR" smtClean="0"/>
              <a:t>	9-  TU TRÔNES DANS LES CIEUX</a:t>
            </a:r>
          </a:p>
          <a:p>
            <a:r>
              <a:rPr lang="fr-FR" smtClean="0"/>
              <a:t>	You are on Your throne </a:t>
            </a:r>
          </a:p>
          <a:p>
            <a:endParaRPr lang="fr-FR" smtClean="0"/>
          </a:p>
          <a:p>
            <a:r>
              <a:rPr lang="fr-FR" smtClean="0"/>
              <a:t>	10-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11-  TU ES LE SEUL DIEU SI PUISSANT QUE RIEN NE LE CONTIENT</a:t>
            </a:r>
          </a:p>
          <a:p>
            <a:r>
              <a:rPr lang="fr-FR" smtClean="0"/>
              <a:t>You’re the only God whose power none can contend </a:t>
            </a:r>
          </a:p>
          <a:p>
            <a:endParaRPr lang="fr-FR" smtClean="0"/>
          </a:p>
          <a:p>
            <a:r>
              <a:rPr lang="fr-FR" smtClean="0"/>
              <a:t>12-  TU ES LE SEUL DIEU, LE SEUL NOM QUE NOUS LOUERONS SANS FIN</a:t>
            </a:r>
          </a:p>
          <a:p>
            <a:r>
              <a:rPr lang="fr-FR" smtClean="0"/>
              <a:t>You’re the only God  whose name and praise will never end</a:t>
            </a:r>
          </a:p>
          <a:p>
            <a:endParaRPr lang="fr-FR" smtClean="0"/>
          </a:p>
          <a:p>
            <a:r>
              <a:rPr lang="fr-FR" smtClean="0"/>
              <a:t>13-  ET TU ES LE SEUL DIEU DIGNE À QUI TOUT DONNER</a:t>
            </a:r>
          </a:p>
          <a:p>
            <a:r>
              <a:rPr lang="fr-FR" smtClean="0"/>
              <a:t>You’re the only God   who’s worthy of everything we can give </a:t>
            </a:r>
          </a:p>
          <a:p>
            <a:endParaRPr lang="fr-FR" smtClean="0"/>
          </a:p>
          <a:p>
            <a:r>
              <a:rPr lang="fr-FR" smtClean="0"/>
              <a:t>14-  TU ES DIEU TOUT SIMPLEMENT, TU ES</a:t>
            </a:r>
          </a:p>
          <a:p>
            <a:r>
              <a:rPr lang="fr-FR" smtClean="0"/>
              <a:t>You are God and that’s just the way it is  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15-  DIEU IMMUABLE INÉBRANLABLE</a:t>
            </a:r>
          </a:p>
          <a:p>
            <a:r>
              <a:rPr lang="fr-FR" smtClean="0"/>
              <a:t>Unchangeable  Unshakable  Unstoppable</a:t>
            </a:r>
          </a:p>
          <a:p>
            <a:endParaRPr lang="fr-FR" smtClean="0"/>
          </a:p>
          <a:p>
            <a:r>
              <a:rPr lang="fr-FR" smtClean="0"/>
              <a:t>16-   Ô DIEU TU ES</a:t>
            </a:r>
          </a:p>
          <a:p>
            <a:r>
              <a:rPr lang="fr-FR" smtClean="0"/>
              <a:t>That’s what You are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N’ES PAS UN DIEU CRÉÉ PAR UNE MAIN HUMAINE</a:t>
            </a:r>
          </a:p>
          <a:p>
            <a:pPr>
              <a:defRPr/>
            </a:pPr>
            <a:r>
              <a:rPr lang="fr-FR" smtClean="0"/>
              <a:t>You are not a God Created by human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TU N’ES PAS UN DIEU DÉPENDANT D’AUCUN HOMME MORTEL</a:t>
            </a:r>
          </a:p>
          <a:p>
            <a:pPr>
              <a:defRPr/>
            </a:pPr>
            <a:r>
              <a:rPr lang="fr-FR" smtClean="0"/>
              <a:t>You are not a God Dependant on any mortal man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TU N’AS BESOIN DE RIEN QUE NOUS PUISSIONS DONNER</a:t>
            </a:r>
          </a:p>
          <a:p>
            <a:pPr>
              <a:defRPr/>
            </a:pPr>
            <a:r>
              <a:rPr lang="fr-FR" smtClean="0"/>
              <a:t>You are not a God  In need of anything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CAR TOI SEUL, TU AS TOUT PLANIFIÉ</a:t>
            </a:r>
          </a:p>
          <a:p>
            <a:pPr>
              <a:defRPr/>
            </a:pPr>
            <a:r>
              <a:rPr lang="fr-FR" smtClean="0"/>
              <a:t>By Your plan,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AVANT L’ÉTERNITÉ TU RÉGNAIS AUX CIEUX</a:t>
            </a:r>
          </a:p>
          <a:p>
            <a:pPr>
              <a:defRPr/>
            </a:pPr>
            <a:r>
              <a:rPr lang="fr-FR" smtClean="0"/>
              <a:t>	From before time began  You were on Your throne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POUR TOUJOURS LES BONS OU MAUVAIS JOURS</a:t>
            </a:r>
          </a:p>
          <a:p>
            <a:pPr>
              <a:defRPr/>
            </a:pPr>
            <a:r>
              <a:rPr lang="fr-FR" smtClean="0"/>
              <a:t>	And right now  In the good times and bad </a:t>
            </a:r>
          </a:p>
          <a:p>
            <a:pPr>
              <a:defRPr/>
            </a:pPr>
            <a:r>
              <a:rPr lang="fr-FR" smtClean="0"/>
              <a:t>	9-  TU TRÔNES DANS LES CIEUX</a:t>
            </a:r>
          </a:p>
          <a:p>
            <a:pPr>
              <a:defRPr/>
            </a:pPr>
            <a:r>
              <a:rPr lang="fr-FR" smtClean="0"/>
              <a:t>	You are on Your throne 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TU ES LE SEUL DIEU SI PUISSANT QUE RIEN NE LE CONTIENT</a:t>
            </a:r>
          </a:p>
          <a:p>
            <a:pPr>
              <a:defRPr/>
            </a:pPr>
            <a:r>
              <a:rPr lang="fr-FR" smtClean="0"/>
              <a:t>You’re the only God whose power none can contend 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TU ES LE SEUL DIEU, LE SEUL NOM QUE NOUS LOUERONS SANS FIN</a:t>
            </a:r>
          </a:p>
          <a:p>
            <a:pPr>
              <a:defRPr/>
            </a:pPr>
            <a:r>
              <a:rPr lang="fr-FR" smtClean="0"/>
              <a:t>You’re the only God  whose name and praise will never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ET TU ES LE SEUL DIEU DIGNE À QUI TOUT DONNER</a:t>
            </a:r>
          </a:p>
          <a:p>
            <a:pPr>
              <a:defRPr/>
            </a:pPr>
            <a:r>
              <a:rPr lang="fr-FR" smtClean="0"/>
              <a:t>You’re the only God   who’s worthy of everything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TU ES DIEU TOUT SIMPLEMENT, TU ES</a:t>
            </a:r>
          </a:p>
          <a:p>
            <a:pPr>
              <a:defRPr/>
            </a:pPr>
            <a:r>
              <a:rPr lang="fr-FR" smtClean="0"/>
              <a:t>You are God and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DIEU IMMUABLE INÉBRANLABLE</a:t>
            </a:r>
          </a:p>
          <a:p>
            <a:pPr>
              <a:defRPr/>
            </a:pPr>
            <a:r>
              <a:rPr lang="fr-FR" smtClean="0"/>
              <a:t>Unchangeable  Unshakable  Unstoppable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 Ô DIEU TU ES</a:t>
            </a:r>
          </a:p>
          <a:p>
            <a:pPr>
              <a:defRPr/>
            </a:pPr>
            <a:r>
              <a:rPr lang="fr-FR" smtClean="0"/>
              <a:t>That’s what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</a:t>
            </a:r>
          </a:p>
          <a:p>
            <a:r>
              <a:rPr lang="fr-FR" smtClean="0"/>
              <a:t>You are not a God Created by human hands</a:t>
            </a:r>
          </a:p>
          <a:p>
            <a:endParaRPr lang="fr-FR" smtClean="0"/>
          </a:p>
          <a:p>
            <a:r>
              <a:rPr lang="fr-FR" smtClean="0"/>
              <a:t>2-  TU N’ES PAS UN DIEU DÉPENDANT D’AUCUN HOMME MORTEL</a:t>
            </a:r>
          </a:p>
          <a:p>
            <a:r>
              <a:rPr lang="fr-FR" smtClean="0"/>
              <a:t>You are not a God Dependant on any mortal man</a:t>
            </a:r>
          </a:p>
          <a:p>
            <a:endParaRPr lang="fr-FR" smtClean="0"/>
          </a:p>
          <a:p>
            <a:r>
              <a:rPr lang="fr-FR" smtClean="0"/>
              <a:t>3-  ET TU N’AS BESOIN DE RIEN QUE NOUS PUISSIONS DONNER</a:t>
            </a:r>
          </a:p>
          <a:p>
            <a:r>
              <a:rPr lang="fr-FR" smtClean="0"/>
              <a:t>You are not a God  In need of anything we can give </a:t>
            </a:r>
          </a:p>
          <a:p>
            <a:endParaRPr lang="fr-FR" smtClean="0"/>
          </a:p>
          <a:p>
            <a:r>
              <a:rPr lang="fr-FR" smtClean="0"/>
              <a:t>4-  CAR TOI SEUL, TU AS TOUT PLANIFIÉ</a:t>
            </a:r>
          </a:p>
          <a:p>
            <a:r>
              <a:rPr lang="fr-FR" smtClean="0"/>
              <a:t>By Your plan, that’s just the way it is  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6-  AVANT L’ÉTERNITÉ TU RÉGNAIS AUX CIEUX</a:t>
            </a:r>
          </a:p>
          <a:p>
            <a:r>
              <a:rPr lang="fr-FR" smtClean="0"/>
              <a:t>	From before time began  You were on Your throne</a:t>
            </a:r>
          </a:p>
          <a:p>
            <a:endParaRPr lang="fr-FR" smtClean="0"/>
          </a:p>
          <a:p>
            <a:r>
              <a:rPr lang="fr-FR" smtClean="0"/>
              <a:t>	7-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8-  POUR TOUJOURS LES BONS OU MAUVAIS JOURS</a:t>
            </a:r>
          </a:p>
          <a:p>
            <a:r>
              <a:rPr lang="fr-FR" smtClean="0"/>
              <a:t>	And right now  In the good times and bad </a:t>
            </a:r>
          </a:p>
          <a:p>
            <a:r>
              <a:rPr lang="fr-FR" smtClean="0"/>
              <a:t>	9-  TU TRÔNES DANS LES CIEUX</a:t>
            </a:r>
          </a:p>
          <a:p>
            <a:r>
              <a:rPr lang="fr-FR" smtClean="0"/>
              <a:t>	You are on Your throne </a:t>
            </a:r>
          </a:p>
          <a:p>
            <a:endParaRPr lang="fr-FR" smtClean="0"/>
          </a:p>
          <a:p>
            <a:r>
              <a:rPr lang="fr-FR" smtClean="0"/>
              <a:t>	10-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11-  TU ES LE SEUL DIEU SI PUISSANT QUE RIEN NE LE CONTIENT</a:t>
            </a:r>
          </a:p>
          <a:p>
            <a:r>
              <a:rPr lang="fr-FR" smtClean="0"/>
              <a:t>You’re the only God whose power none can contend </a:t>
            </a:r>
          </a:p>
          <a:p>
            <a:endParaRPr lang="fr-FR" smtClean="0"/>
          </a:p>
          <a:p>
            <a:r>
              <a:rPr lang="fr-FR" smtClean="0"/>
              <a:t>12-  TU ES LE SEUL DIEU, LE SEUL NOM QUE NOUS LOUERONS SANS FIN</a:t>
            </a:r>
          </a:p>
          <a:p>
            <a:r>
              <a:rPr lang="fr-FR" smtClean="0"/>
              <a:t>You’re the only God  whose name and praise will never end</a:t>
            </a:r>
          </a:p>
          <a:p>
            <a:endParaRPr lang="fr-FR" smtClean="0"/>
          </a:p>
          <a:p>
            <a:r>
              <a:rPr lang="fr-FR" smtClean="0"/>
              <a:t>13-  ET TU ES LE SEUL DIEU DIGNE À QUI TOUT DONNER</a:t>
            </a:r>
          </a:p>
          <a:p>
            <a:r>
              <a:rPr lang="fr-FR" smtClean="0"/>
              <a:t>You’re the only God   who’s worthy of everything we can give </a:t>
            </a:r>
          </a:p>
          <a:p>
            <a:endParaRPr lang="fr-FR" smtClean="0"/>
          </a:p>
          <a:p>
            <a:r>
              <a:rPr lang="fr-FR" smtClean="0"/>
              <a:t>14-  TU ES DIEU TOUT SIMPLEMENT, TU ES</a:t>
            </a:r>
          </a:p>
          <a:p>
            <a:r>
              <a:rPr lang="fr-FR" smtClean="0"/>
              <a:t>You are God and that’s just the way it is  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15-  DIEU IMMUABLE INÉBRANLABLE</a:t>
            </a:r>
          </a:p>
          <a:p>
            <a:r>
              <a:rPr lang="fr-FR" smtClean="0"/>
              <a:t>Unchangeable  Unshakable  Unstoppable</a:t>
            </a:r>
          </a:p>
          <a:p>
            <a:endParaRPr lang="fr-FR" smtClean="0"/>
          </a:p>
          <a:p>
            <a:r>
              <a:rPr lang="fr-FR" smtClean="0"/>
              <a:t>16-   Ô DIEU TU ES</a:t>
            </a:r>
          </a:p>
          <a:p>
            <a:r>
              <a:rPr lang="fr-FR" smtClean="0"/>
              <a:t>That’s what You are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TU N’ES PAS UN DIEU CRÉÉ PAR UNE MAIN HUMAINE</a:t>
            </a:r>
          </a:p>
          <a:p>
            <a:pPr>
              <a:defRPr/>
            </a:pPr>
            <a:r>
              <a:rPr lang="fr-FR" smtClean="0"/>
              <a:t>You are not a God Created by human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TU N’ES PAS UN DIEU DÉPENDANT D’AUCUN HOMME MORTEL</a:t>
            </a:r>
          </a:p>
          <a:p>
            <a:pPr>
              <a:defRPr/>
            </a:pPr>
            <a:r>
              <a:rPr lang="fr-FR" smtClean="0"/>
              <a:t>You are not a God Dependant on any mortal man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ET TU N’AS BESOIN DE RIEN QUE NOUS PUISSIONS DONNER</a:t>
            </a:r>
          </a:p>
          <a:p>
            <a:pPr>
              <a:defRPr/>
            </a:pPr>
            <a:r>
              <a:rPr lang="fr-FR" smtClean="0"/>
              <a:t>You are not a God  In need of anything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CAR TOI SEUL, TU AS TOUT PLANIFIÉ</a:t>
            </a:r>
          </a:p>
          <a:p>
            <a:pPr>
              <a:defRPr/>
            </a:pPr>
            <a:r>
              <a:rPr lang="fr-FR" smtClean="0"/>
              <a:t>By Your plan,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5-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AVANT L’ÉTERNITÉ TU RÉGNAIS AUX CIEUX</a:t>
            </a:r>
          </a:p>
          <a:p>
            <a:pPr>
              <a:defRPr/>
            </a:pPr>
            <a:r>
              <a:rPr lang="fr-FR" smtClean="0"/>
              <a:t>	From before time began  You were on Your throne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8-  POUR TOUJOURS LES BONS OU MAUVAIS JOURS</a:t>
            </a:r>
          </a:p>
          <a:p>
            <a:pPr>
              <a:defRPr/>
            </a:pPr>
            <a:r>
              <a:rPr lang="fr-FR" smtClean="0"/>
              <a:t>	And right now  In the good times and bad </a:t>
            </a:r>
          </a:p>
          <a:p>
            <a:pPr>
              <a:defRPr/>
            </a:pPr>
            <a:r>
              <a:rPr lang="fr-FR" smtClean="0"/>
              <a:t>	9-  TU TRÔNES DANS LES CIEUX</a:t>
            </a:r>
          </a:p>
          <a:p>
            <a:pPr>
              <a:defRPr/>
            </a:pPr>
            <a:r>
              <a:rPr lang="fr-FR" smtClean="0"/>
              <a:t>	You are on Your throne 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CAR TOI SEUL ES DIEU</a:t>
            </a:r>
          </a:p>
          <a:p>
            <a:pPr>
              <a:defRPr/>
            </a:pPr>
            <a:r>
              <a:rPr lang="fr-FR" smtClean="0"/>
              <a:t>	You are God alone 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TU ES LE SEUL DIEU SI PUISSANT QUE RIEN NE LE CONTIENT</a:t>
            </a:r>
          </a:p>
          <a:p>
            <a:pPr>
              <a:defRPr/>
            </a:pPr>
            <a:r>
              <a:rPr lang="fr-FR" smtClean="0"/>
              <a:t>You’re the only God whose power none can contend 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TU ES LE SEUL DIEU, LE SEUL NOM QUE NOUS LOUERONS SANS FIN</a:t>
            </a:r>
          </a:p>
          <a:p>
            <a:pPr>
              <a:defRPr/>
            </a:pPr>
            <a:r>
              <a:rPr lang="fr-FR" smtClean="0"/>
              <a:t>You’re the only God  whose name and praise will never end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ET TU ES LE SEUL DIEU DIGNE À QUI TOUT DONNER</a:t>
            </a:r>
          </a:p>
          <a:p>
            <a:pPr>
              <a:defRPr/>
            </a:pPr>
            <a:r>
              <a:rPr lang="fr-FR" smtClean="0"/>
              <a:t>You’re the only God   who’s worthy of everything we can give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TU ES DIEU TOUT SIMPLEMENT, TU ES</a:t>
            </a:r>
          </a:p>
          <a:p>
            <a:pPr>
              <a:defRPr/>
            </a:pPr>
            <a:r>
              <a:rPr lang="fr-FR" smtClean="0"/>
              <a:t>You are God and that’s just the way it is  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15-  DIEU IMMUABLE INÉBRANLABLE</a:t>
            </a:r>
          </a:p>
          <a:p>
            <a:pPr>
              <a:defRPr/>
            </a:pPr>
            <a:r>
              <a:rPr lang="fr-FR" smtClean="0"/>
              <a:t>Unchangeable  Unshakable  Unstoppable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 Ô DIEU TU ES</a:t>
            </a:r>
          </a:p>
          <a:p>
            <a:pPr>
              <a:defRPr/>
            </a:pPr>
            <a:r>
              <a:rPr lang="fr-FR" smtClean="0"/>
              <a:t>That’s what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N’ES PAS UN DIEU CRÉÉ PAR UNE MAIN HUMAINE</a:t>
            </a:r>
          </a:p>
          <a:p>
            <a:r>
              <a:rPr lang="fr-FR" smtClean="0"/>
              <a:t>You are not a God Created by human hands</a:t>
            </a:r>
          </a:p>
          <a:p>
            <a:endParaRPr lang="fr-FR" smtClean="0"/>
          </a:p>
          <a:p>
            <a:r>
              <a:rPr lang="fr-FR" smtClean="0"/>
              <a:t>2-  TU N’ES PAS UN DIEU DÉPENDANT D’AUCUN HOMME MORTEL</a:t>
            </a:r>
          </a:p>
          <a:p>
            <a:r>
              <a:rPr lang="fr-FR" smtClean="0"/>
              <a:t>You are not a God Dependant on any mortal man</a:t>
            </a:r>
          </a:p>
          <a:p>
            <a:endParaRPr lang="fr-FR" smtClean="0"/>
          </a:p>
          <a:p>
            <a:r>
              <a:rPr lang="fr-FR" smtClean="0"/>
              <a:t>3-  ET TU N’AS BESOIN DE RIEN QUE NOUS PUISSIONS DONNER</a:t>
            </a:r>
          </a:p>
          <a:p>
            <a:r>
              <a:rPr lang="fr-FR" smtClean="0"/>
              <a:t>You are not a God  In need of anything we can give </a:t>
            </a:r>
          </a:p>
          <a:p>
            <a:endParaRPr lang="fr-FR" smtClean="0"/>
          </a:p>
          <a:p>
            <a:r>
              <a:rPr lang="fr-FR" smtClean="0"/>
              <a:t>4-  CAR TOI SEUL, TU AS TOUT PLANIFIÉ</a:t>
            </a:r>
          </a:p>
          <a:p>
            <a:r>
              <a:rPr lang="fr-FR" smtClean="0"/>
              <a:t>By Your plan, that’s just the way it is  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6-  AVANT L’ÉTERNITÉ TU RÉGNAIS AUX CIEUX</a:t>
            </a:r>
          </a:p>
          <a:p>
            <a:r>
              <a:rPr lang="fr-FR" smtClean="0"/>
              <a:t>	From before time began  You were on Your throne</a:t>
            </a:r>
          </a:p>
          <a:p>
            <a:endParaRPr lang="fr-FR" smtClean="0"/>
          </a:p>
          <a:p>
            <a:r>
              <a:rPr lang="fr-FR" smtClean="0"/>
              <a:t>	7-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	8-  POUR TOUJOURS LES BONS OU MAUVAIS JOURS</a:t>
            </a:r>
          </a:p>
          <a:p>
            <a:r>
              <a:rPr lang="fr-FR" smtClean="0"/>
              <a:t>	And right now  In the good times and bad </a:t>
            </a:r>
          </a:p>
          <a:p>
            <a:r>
              <a:rPr lang="fr-FR" smtClean="0"/>
              <a:t>	9-  TU TRÔNES DANS LES CIEUX</a:t>
            </a:r>
          </a:p>
          <a:p>
            <a:r>
              <a:rPr lang="fr-FR" smtClean="0"/>
              <a:t>	You are on Your throne </a:t>
            </a:r>
          </a:p>
          <a:p>
            <a:endParaRPr lang="fr-FR" smtClean="0"/>
          </a:p>
          <a:p>
            <a:r>
              <a:rPr lang="fr-FR" smtClean="0"/>
              <a:t>	10-  CAR TOI SEUL ES DIEU</a:t>
            </a:r>
          </a:p>
          <a:p>
            <a:r>
              <a:rPr lang="fr-FR" smtClean="0"/>
              <a:t>	You are God alone  </a:t>
            </a:r>
          </a:p>
          <a:p>
            <a:endParaRPr lang="fr-FR" smtClean="0"/>
          </a:p>
          <a:p>
            <a:r>
              <a:rPr lang="fr-FR" smtClean="0"/>
              <a:t>11-  TU ES LE SEUL DIEU SI PUISSANT QUE RIEN NE LE CONTIENT</a:t>
            </a:r>
          </a:p>
          <a:p>
            <a:r>
              <a:rPr lang="fr-FR" smtClean="0"/>
              <a:t>You’re the only God whose power none can contend </a:t>
            </a:r>
          </a:p>
          <a:p>
            <a:endParaRPr lang="fr-FR" smtClean="0"/>
          </a:p>
          <a:p>
            <a:r>
              <a:rPr lang="fr-FR" smtClean="0"/>
              <a:t>12-  TU ES LE SEUL DIEU, LE SEUL NOM QUE NOUS LOUERONS SANS FIN</a:t>
            </a:r>
          </a:p>
          <a:p>
            <a:r>
              <a:rPr lang="fr-FR" smtClean="0"/>
              <a:t>You’re the only God  whose name and praise will never end</a:t>
            </a:r>
          </a:p>
          <a:p>
            <a:endParaRPr lang="fr-FR" smtClean="0"/>
          </a:p>
          <a:p>
            <a:r>
              <a:rPr lang="fr-FR" smtClean="0"/>
              <a:t>13-  ET TU ES LE SEUL DIEU DIGNE À QUI TOUT DONNER</a:t>
            </a:r>
          </a:p>
          <a:p>
            <a:r>
              <a:rPr lang="fr-FR" smtClean="0"/>
              <a:t>You’re the only God   who’s worthy of everything we can give </a:t>
            </a:r>
          </a:p>
          <a:p>
            <a:endParaRPr lang="fr-FR" smtClean="0"/>
          </a:p>
          <a:p>
            <a:r>
              <a:rPr lang="fr-FR" smtClean="0"/>
              <a:t>14-  TU ES DIEU TOUT SIMPLEMENT, TU ES</a:t>
            </a:r>
          </a:p>
          <a:p>
            <a:r>
              <a:rPr lang="fr-FR" smtClean="0"/>
              <a:t>You are God and that’s just the way it is  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15-  DIEU IMMUABLE INÉBRANLABLE</a:t>
            </a:r>
          </a:p>
          <a:p>
            <a:r>
              <a:rPr lang="fr-FR" smtClean="0"/>
              <a:t>Unchangeable  Unshakable  Unstoppable</a:t>
            </a:r>
          </a:p>
          <a:p>
            <a:endParaRPr lang="fr-FR" smtClean="0"/>
          </a:p>
          <a:p>
            <a:r>
              <a:rPr lang="fr-FR" smtClean="0"/>
              <a:t>16-   Ô DIEU TU ES</a:t>
            </a:r>
          </a:p>
          <a:p>
            <a:r>
              <a:rPr lang="fr-FR" smtClean="0"/>
              <a:t>That’s what You are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52763E-00FB-46A0-869A-53E778A6AA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BAF2FE-DC9E-4B19-8208-F4FFC9AF26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460BCE-8F0C-4634-AB66-7B6D9649A12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DB9E6F-6334-4A78-83C2-73EB7820B0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E40E1-49F6-4B19-8C24-BFBE73E6CAD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233DEE-7FA2-4266-A19D-621A7BE93E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77D10E-9AB2-4B75-9CC9-16FBD521F1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97E207-D072-41A7-AD0F-D2EF4203DA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E631FA-790D-44E3-AE90-B0CBFB7955E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1A3EF0-259B-49D0-B8CE-757F8A12E4F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27AC9F-CD06-42EC-B19A-F4007BAB0A4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9730001-4C91-4E63-82BC-C2BF981E87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N’ES PAS UN DIEU CRÉÉ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 UNE MAIN HUMAINE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N’ES PAS UN DIEU DÉPENDANT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D’AUCUN HOMME MORTEL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TU N’AS BESOIN DE RIEN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 NOUS PUISSIONS DONNER</a:t>
            </a: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CAR TOI SEUL, TU AS TOUT PLANIFIÉ</a:t>
            </a: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CAR TOI SEUL ES DIEU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AVANT L’ÉTERNITÉ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RÉGNAIS AUX CIEUX</a:t>
            </a: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CAR TOI SEUL ES DIEU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TOUJOURS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LES BONS OU MAUVAIS JOURS</a:t>
            </a: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TRÔNES DANS LES CIEUX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CAR TOI SEUL ES DIEU</a:t>
            </a: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ES LE SEUL DIEU SI PUISSANT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 RIEN NE LE CONTIENT</a:t>
            </a: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ES LE SEUL DIEU, LE SEUL NOM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 NOUS LOUERONS SANS FIN</a:t>
            </a:r>
          </a:p>
        </p:txBody>
      </p:sp>
      <p:sp>
        <p:nvSpPr>
          <p:cNvPr id="1331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TU ES LE SEUL DIEU DIGNE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 QUI TOUT DONNER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ES DIEU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TOUT SIMPLEMENT, TU ES</a:t>
            </a:r>
          </a:p>
        </p:txBody>
      </p:sp>
      <p:sp>
        <p:nvSpPr>
          <p:cNvPr id="1536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DIEU IMMUABLE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INÉBRANLABLE, INSAISISSABLE</a:t>
            </a: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Ô DIEU TU ES</a:t>
            </a:r>
          </a:p>
        </p:txBody>
      </p:sp>
      <p:sp>
        <p:nvSpPr>
          <p:cNvPr id="1741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ES DIEU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AS LE MONDE ENTRE TES MAINS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ES DIEU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AS MON MONDE ENTRE TES MAINS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945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ES DIEU </a:t>
            </a: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TIENT LE MONDE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DANS 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150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3433</Words>
  <Application>Microsoft Office PowerPoint</Application>
  <PresentationFormat>On-screen Show (4:3)</PresentationFormat>
  <Paragraphs>2033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62</cp:revision>
  <dcterms:created xsi:type="dcterms:W3CDTF">2002-08-17T13:12:10Z</dcterms:created>
  <dcterms:modified xsi:type="dcterms:W3CDTF">2015-04-19T10:46:03Z</dcterms:modified>
</cp:coreProperties>
</file>