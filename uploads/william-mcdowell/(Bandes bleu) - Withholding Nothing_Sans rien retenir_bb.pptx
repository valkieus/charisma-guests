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3" autoAdjust="0"/>
    <p:restoredTop sz="49788" autoAdjust="0"/>
  </p:normalViewPr>
  <p:slideViewPr>
    <p:cSldViewPr>
      <p:cViewPr>
        <p:scale>
          <a:sx n="46" d="100"/>
          <a:sy n="46" d="100"/>
        </p:scale>
        <p:origin x="-516" y="-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F4863B0-5C15-4956-9D33-4BCA926437D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B5A7370-7205-4D01-B41B-0224842E2C5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DIEU JE M’ABANDONNE À TOI JE TE DONNE TOUT DE MOI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surrender</a:t>
            </a:r>
            <a:r>
              <a:rPr lang="fr-FR" dirty="0" smtClean="0"/>
              <a:t> all to You </a:t>
            </a:r>
            <a:r>
              <a:rPr lang="fr-FR" dirty="0" err="1" smtClean="0"/>
              <a:t>Everything</a:t>
            </a:r>
            <a:r>
              <a:rPr lang="fr-FR" dirty="0" smtClean="0"/>
              <a:t> I </a:t>
            </a:r>
            <a:r>
              <a:rPr lang="fr-FR" dirty="0" err="1" smtClean="0"/>
              <a:t>give</a:t>
            </a:r>
            <a:r>
              <a:rPr lang="fr-FR" dirty="0" smtClean="0"/>
              <a:t> to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SANS RIEN RETENIR SANS RIEN RETENIR</a:t>
            </a:r>
          </a:p>
          <a:p>
            <a:pPr>
              <a:defRPr/>
            </a:pPr>
            <a:r>
              <a:rPr lang="fr-FR" dirty="0" err="1" smtClean="0"/>
              <a:t>Withholding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Withholding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3-  JE TE DONNE TOUT DE MOI     x4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all of 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ROI JÉSUS, MON SAUVEUR, À JAMAIS</a:t>
            </a:r>
          </a:p>
          <a:p>
            <a:pPr>
              <a:defRPr/>
            </a:pPr>
            <a:r>
              <a:rPr lang="fr-FR" dirty="0" smtClean="0"/>
              <a:t>King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Savior</a:t>
            </a:r>
            <a:r>
              <a:rPr lang="fr-FR" dirty="0" smtClean="0"/>
              <a:t>, </a:t>
            </a:r>
            <a:r>
              <a:rPr lang="fr-FR" dirty="0" err="1" smtClean="0"/>
              <a:t>Forever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JE TE DONNE TOUT DE MOI JE TE DONNE TOUT DE MOI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give</a:t>
            </a:r>
            <a:r>
              <a:rPr lang="fr-FR" dirty="0" smtClean="0"/>
              <a:t> You all of me, I </a:t>
            </a:r>
            <a:r>
              <a:rPr lang="fr-FR" dirty="0" err="1" smtClean="0"/>
              <a:t>give</a:t>
            </a:r>
            <a:r>
              <a:rPr lang="fr-FR" dirty="0" smtClean="0"/>
              <a:t> You all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JE M’ABANDONNE À TOI JE TE DONNE TOUT DE MOI</a:t>
            </a:r>
          </a:p>
          <a:p>
            <a:r>
              <a:rPr lang="fr-FR" smtClean="0"/>
              <a:t>I surrender all to You Everything I give to You</a:t>
            </a:r>
          </a:p>
          <a:p>
            <a:endParaRPr lang="fr-FR" smtClean="0"/>
          </a:p>
          <a:p>
            <a:r>
              <a:rPr lang="fr-FR" smtClean="0"/>
              <a:t>2-  SANS RIEN RETENIR SANS RIEN RETENIR</a:t>
            </a:r>
          </a:p>
          <a:p>
            <a:r>
              <a:rPr lang="fr-FR" smtClean="0"/>
              <a:t>Withholding nothing Withholding nothing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JE TE DONNE TOUT DE MOI     x4</a:t>
            </a:r>
          </a:p>
          <a:p>
            <a:r>
              <a:rPr lang="fr-FR" smtClean="0"/>
              <a:t>I give you all of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ROI JÉSUS, MON SAUVEUR, À JAMAIS</a:t>
            </a:r>
          </a:p>
          <a:p>
            <a:r>
              <a:rPr lang="fr-FR" smtClean="0"/>
              <a:t>King Jesus, my Savior, Forever</a:t>
            </a:r>
          </a:p>
          <a:p>
            <a:endParaRPr lang="fr-FR" smtClean="0"/>
          </a:p>
          <a:p>
            <a:r>
              <a:rPr lang="fr-FR" smtClean="0"/>
              <a:t>5-  JE TE DONNE TOUT DE MOI JE TE DONNE TOUT DE MOI</a:t>
            </a:r>
          </a:p>
          <a:p>
            <a:r>
              <a:rPr lang="fr-FR" smtClean="0"/>
              <a:t>I give You all of me, I give You all of me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JE M’ABANDONNE À TOI JE TE DONNE TOUT DE MOI</a:t>
            </a:r>
          </a:p>
          <a:p>
            <a:pPr>
              <a:defRPr/>
            </a:pPr>
            <a:r>
              <a:rPr lang="fr-FR" smtClean="0"/>
              <a:t>I surrender all to You Everything I give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SANS RIEN RETENIR SANS RIEN RETENIR</a:t>
            </a:r>
          </a:p>
          <a:p>
            <a:pPr>
              <a:defRPr/>
            </a:pPr>
            <a:r>
              <a:rPr lang="fr-FR" smtClean="0"/>
              <a:t>Withholding nothing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TE DONNE TOUT DE MOI     x4</a:t>
            </a:r>
          </a:p>
          <a:p>
            <a:pPr>
              <a:defRPr/>
            </a:pPr>
            <a:r>
              <a:rPr lang="fr-FR" smtClean="0"/>
              <a:t>I give you all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ROI JÉSUS, MON SAUVEUR, À JAMAIS</a:t>
            </a:r>
          </a:p>
          <a:p>
            <a:pPr>
              <a:defRPr/>
            </a:pPr>
            <a:r>
              <a:rPr lang="fr-FR" smtClean="0"/>
              <a:t>King Jesus, my Savior, Forever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TE DONNE TOUT DE MOI JE TE DONNE TOUT DE MOI</a:t>
            </a:r>
          </a:p>
          <a:p>
            <a:pPr>
              <a:defRPr/>
            </a:pPr>
            <a:r>
              <a:rPr lang="fr-FR" smtClean="0"/>
              <a:t>I give You all of me, I give You all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JE M’ABANDONNE À TOI JE TE DONNE TOUT DE MOI</a:t>
            </a:r>
          </a:p>
          <a:p>
            <a:r>
              <a:rPr lang="fr-FR" smtClean="0"/>
              <a:t>I surrender all to You Everything I give to You</a:t>
            </a:r>
          </a:p>
          <a:p>
            <a:endParaRPr lang="fr-FR" smtClean="0"/>
          </a:p>
          <a:p>
            <a:r>
              <a:rPr lang="fr-FR" smtClean="0"/>
              <a:t>2-  SANS RIEN RETENIR SANS RIEN RETENIR</a:t>
            </a:r>
          </a:p>
          <a:p>
            <a:r>
              <a:rPr lang="fr-FR" smtClean="0"/>
              <a:t>Withholding nothing Withholding nothing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JE TE DONNE TOUT DE MOI     x4</a:t>
            </a:r>
          </a:p>
          <a:p>
            <a:r>
              <a:rPr lang="fr-FR" smtClean="0"/>
              <a:t>I give you all of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ROI JÉSUS, MON SAUVEUR, À JAMAIS</a:t>
            </a:r>
          </a:p>
          <a:p>
            <a:r>
              <a:rPr lang="fr-FR" smtClean="0"/>
              <a:t>King Jesus, my Savior, Forever</a:t>
            </a:r>
          </a:p>
          <a:p>
            <a:endParaRPr lang="fr-FR" smtClean="0"/>
          </a:p>
          <a:p>
            <a:r>
              <a:rPr lang="fr-FR" smtClean="0"/>
              <a:t>5-  JE TE DONNE TOUT DE MOI JE TE DONNE TOUT DE MOI</a:t>
            </a:r>
          </a:p>
          <a:p>
            <a:r>
              <a:rPr lang="fr-FR" smtClean="0"/>
              <a:t>I give You all of me, I give You all of me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JE M’ABANDONNE À TOI JE TE DONNE TOUT DE MOI</a:t>
            </a:r>
          </a:p>
          <a:p>
            <a:pPr>
              <a:defRPr/>
            </a:pPr>
            <a:r>
              <a:rPr lang="fr-FR" smtClean="0"/>
              <a:t>I surrender all to You Everything I give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SANS RIEN RETENIR SANS RIEN RETENIR</a:t>
            </a:r>
          </a:p>
          <a:p>
            <a:pPr>
              <a:defRPr/>
            </a:pPr>
            <a:r>
              <a:rPr lang="fr-FR" smtClean="0"/>
              <a:t>Withholding nothing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TE DONNE TOUT DE MOI     x4</a:t>
            </a:r>
          </a:p>
          <a:p>
            <a:pPr>
              <a:defRPr/>
            </a:pPr>
            <a:r>
              <a:rPr lang="fr-FR" smtClean="0"/>
              <a:t>I give you all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ROI JÉSUS, MON SAUVEUR, À JAMAIS</a:t>
            </a:r>
          </a:p>
          <a:p>
            <a:pPr>
              <a:defRPr/>
            </a:pPr>
            <a:r>
              <a:rPr lang="fr-FR" smtClean="0"/>
              <a:t>King Jesus, my Savior, Forever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TE DONNE TOUT DE MOI JE TE DONNE TOUT DE MOI</a:t>
            </a:r>
          </a:p>
          <a:p>
            <a:pPr>
              <a:defRPr/>
            </a:pPr>
            <a:r>
              <a:rPr lang="fr-FR" smtClean="0"/>
              <a:t>I give You all of me, I give You all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JE M’ABANDONNE À TOI JE TE DONNE TOUT DE MOI</a:t>
            </a:r>
          </a:p>
          <a:p>
            <a:r>
              <a:rPr lang="fr-FR" smtClean="0"/>
              <a:t>I surrender all to You Everything I give to You</a:t>
            </a:r>
          </a:p>
          <a:p>
            <a:endParaRPr lang="fr-FR" smtClean="0"/>
          </a:p>
          <a:p>
            <a:r>
              <a:rPr lang="fr-FR" smtClean="0"/>
              <a:t>2-  SANS RIEN RETENIR SANS RIEN RETENIR</a:t>
            </a:r>
          </a:p>
          <a:p>
            <a:r>
              <a:rPr lang="fr-FR" smtClean="0"/>
              <a:t>Withholding nothing Withholding nothing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JE TE DONNE TOUT DE MOI     x4</a:t>
            </a:r>
          </a:p>
          <a:p>
            <a:r>
              <a:rPr lang="fr-FR" smtClean="0"/>
              <a:t>I give you all of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ROI JÉSUS, MON SAUVEUR, À JAMAIS</a:t>
            </a:r>
          </a:p>
          <a:p>
            <a:r>
              <a:rPr lang="fr-FR" smtClean="0"/>
              <a:t>King Jesus, my Savior, Forever</a:t>
            </a:r>
          </a:p>
          <a:p>
            <a:endParaRPr lang="fr-FR" smtClean="0"/>
          </a:p>
          <a:p>
            <a:r>
              <a:rPr lang="fr-FR" smtClean="0"/>
              <a:t>5-  JE TE DONNE TOUT DE MOI JE TE DONNE TOUT DE MOI</a:t>
            </a:r>
          </a:p>
          <a:p>
            <a:r>
              <a:rPr lang="fr-FR" smtClean="0"/>
              <a:t>I give You all of me, I give You all of me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JE M’ABANDONNE À TOI JE TE DONNE TOUT DE MOI</a:t>
            </a:r>
          </a:p>
          <a:p>
            <a:pPr>
              <a:defRPr/>
            </a:pPr>
            <a:r>
              <a:rPr lang="fr-FR" smtClean="0"/>
              <a:t>I surrender all to You Everything I give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SANS RIEN RETENIR SANS RIEN RETENIR</a:t>
            </a:r>
          </a:p>
          <a:p>
            <a:pPr>
              <a:defRPr/>
            </a:pPr>
            <a:r>
              <a:rPr lang="fr-FR" smtClean="0"/>
              <a:t>Withholding nothing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TE DONNE TOUT DE MOI     x4</a:t>
            </a:r>
          </a:p>
          <a:p>
            <a:pPr>
              <a:defRPr/>
            </a:pPr>
            <a:r>
              <a:rPr lang="fr-FR" smtClean="0"/>
              <a:t>I give you all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ROI JÉSUS, MON SAUVEUR, À JAMAIS</a:t>
            </a:r>
          </a:p>
          <a:p>
            <a:pPr>
              <a:defRPr/>
            </a:pPr>
            <a:r>
              <a:rPr lang="fr-FR" smtClean="0"/>
              <a:t>King Jesus, my Savior, Forever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TE DONNE TOUT DE MOI JE TE DONNE TOUT DE MOI</a:t>
            </a:r>
          </a:p>
          <a:p>
            <a:pPr>
              <a:defRPr/>
            </a:pPr>
            <a:r>
              <a:rPr lang="fr-FR" smtClean="0"/>
              <a:t>I give You all of me, I give You all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JE M’ABANDONNE À TOI JE TE DONNE TOUT DE MOI</a:t>
            </a:r>
          </a:p>
          <a:p>
            <a:r>
              <a:rPr lang="fr-FR" smtClean="0"/>
              <a:t>I surrender all to You Everything I give to You</a:t>
            </a:r>
          </a:p>
          <a:p>
            <a:endParaRPr lang="fr-FR" smtClean="0"/>
          </a:p>
          <a:p>
            <a:r>
              <a:rPr lang="fr-FR" smtClean="0"/>
              <a:t>2-  SANS RIEN RETENIR SANS RIEN RETENIR</a:t>
            </a:r>
          </a:p>
          <a:p>
            <a:r>
              <a:rPr lang="fr-FR" smtClean="0"/>
              <a:t>Withholding nothing Withholding nothing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JE TE DONNE TOUT DE MOI     x4</a:t>
            </a:r>
          </a:p>
          <a:p>
            <a:r>
              <a:rPr lang="fr-FR" smtClean="0"/>
              <a:t>I give you all of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ROI JÉSUS, MON SAUVEUR, À JAMAIS</a:t>
            </a:r>
          </a:p>
          <a:p>
            <a:r>
              <a:rPr lang="fr-FR" smtClean="0"/>
              <a:t>King Jesus, my Savior, Forever</a:t>
            </a:r>
          </a:p>
          <a:p>
            <a:endParaRPr lang="fr-FR" smtClean="0"/>
          </a:p>
          <a:p>
            <a:r>
              <a:rPr lang="fr-FR" smtClean="0"/>
              <a:t>5-  JE TE DONNE TOUT DE MOI JE TE DONNE TOUT DE MOI</a:t>
            </a:r>
          </a:p>
          <a:p>
            <a:r>
              <a:rPr lang="fr-FR" smtClean="0"/>
              <a:t>I give You all of me, I give You all of me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JE M’ABANDONNE À TOI JE TE DONNE TOUT DE MOI</a:t>
            </a:r>
          </a:p>
          <a:p>
            <a:pPr>
              <a:defRPr/>
            </a:pPr>
            <a:r>
              <a:rPr lang="fr-FR" smtClean="0"/>
              <a:t>I surrender all to You Everything I give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SANS RIEN RETENIR SANS RIEN RETENIR</a:t>
            </a:r>
          </a:p>
          <a:p>
            <a:pPr>
              <a:defRPr/>
            </a:pPr>
            <a:r>
              <a:rPr lang="fr-FR" smtClean="0"/>
              <a:t>Withholding nothing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TE DONNE TOUT DE MOI     x4</a:t>
            </a:r>
          </a:p>
          <a:p>
            <a:pPr>
              <a:defRPr/>
            </a:pPr>
            <a:r>
              <a:rPr lang="fr-FR" smtClean="0"/>
              <a:t>I give you all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ROI JÉSUS, MON SAUVEUR, À JAMAIS</a:t>
            </a:r>
          </a:p>
          <a:p>
            <a:pPr>
              <a:defRPr/>
            </a:pPr>
            <a:r>
              <a:rPr lang="fr-FR" smtClean="0"/>
              <a:t>King Jesus, my Savior, Forever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TE DONNE TOUT DE MOI JE TE DONNE TOUT DE MOI</a:t>
            </a:r>
          </a:p>
          <a:p>
            <a:pPr>
              <a:defRPr/>
            </a:pPr>
            <a:r>
              <a:rPr lang="fr-FR" smtClean="0"/>
              <a:t>I give You all of me, I give You all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JE M’ABANDONNE À TOI JE TE DONNE TOUT DE MOI</a:t>
            </a:r>
          </a:p>
          <a:p>
            <a:r>
              <a:rPr lang="fr-FR" smtClean="0"/>
              <a:t>I surrender all to You Everything I give to You</a:t>
            </a:r>
          </a:p>
          <a:p>
            <a:endParaRPr lang="fr-FR" smtClean="0"/>
          </a:p>
          <a:p>
            <a:r>
              <a:rPr lang="fr-FR" smtClean="0"/>
              <a:t>2-  SANS RIEN RETENIR SANS RIEN RETENIR</a:t>
            </a:r>
          </a:p>
          <a:p>
            <a:r>
              <a:rPr lang="fr-FR" smtClean="0"/>
              <a:t>Withholding nothing Withholding nothing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JE TE DONNE TOUT DE MOI     x4</a:t>
            </a:r>
          </a:p>
          <a:p>
            <a:r>
              <a:rPr lang="fr-FR" smtClean="0"/>
              <a:t>I give you all of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ROI JÉSUS, MON SAUVEUR, À JAMAIS</a:t>
            </a:r>
          </a:p>
          <a:p>
            <a:r>
              <a:rPr lang="fr-FR" smtClean="0"/>
              <a:t>King Jesus, my Savior, Forever</a:t>
            </a:r>
          </a:p>
          <a:p>
            <a:endParaRPr lang="fr-FR" smtClean="0"/>
          </a:p>
          <a:p>
            <a:r>
              <a:rPr lang="fr-FR" smtClean="0"/>
              <a:t>5-  JE TE DONNE TOUT DE MOI JE TE DONNE TOUT DE MOI</a:t>
            </a:r>
          </a:p>
          <a:p>
            <a:r>
              <a:rPr lang="fr-FR" smtClean="0"/>
              <a:t>I give You all of me, I give You all of me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54C6F9-950A-4424-B492-B5CCA673DF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624D03-1EC6-4F28-AEDF-0A679FEC69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246D07-3862-4D36-9655-2E5FD58826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AFF916-0349-408C-8D48-1BB5E965AD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0A0A0E-BB94-4F04-BF68-55262C39CF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C113D4-11B5-4381-9904-FA21072343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6AF929-1909-4707-9941-9946AAEC92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131E17-8F29-4C47-B8EC-3070EBC085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92850-738E-4F60-80FE-86A831E10B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06331-F714-4358-9AF5-939FC4D4F3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BA0EC3-B445-4A1E-827D-A1E13C4E71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2F7967A-3F45-4F34-A8CC-615838DD3C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DIEU,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M’ABANDONNE À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TE DONNE TOUT DE MOI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SANS RIEN RETENIR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SANS RIEN RETENIR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TE DONNE TOUT DE MOI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ROI JÉSUS, MON SAUVEUR, À JAMAIS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TE DONNE TOUT DE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TE DONNE TOUT DE MOI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934</Words>
  <Application>Microsoft Office PowerPoint</Application>
  <PresentationFormat>On-screen Show (4:3)</PresentationFormat>
  <Paragraphs>168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53</cp:revision>
  <dcterms:created xsi:type="dcterms:W3CDTF">2002-08-17T13:12:10Z</dcterms:created>
  <dcterms:modified xsi:type="dcterms:W3CDTF">2015-04-18T15:56:50Z</dcterms:modified>
</cp:coreProperties>
</file>