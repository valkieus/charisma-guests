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44" autoAdjust="0"/>
    <p:restoredTop sz="57284" autoAdjust="0"/>
  </p:normalViewPr>
  <p:slideViewPr>
    <p:cSldViewPr>
      <p:cViewPr>
        <p:scale>
          <a:sx n="46" d="100"/>
          <a:sy n="46" d="100"/>
        </p:scale>
        <p:origin x="-594" y="-2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1680B8F-8F99-4FEA-A1F8-453381A10E6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DDE22BF-E004-4856-BFDE-5F849CB6BE3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L’AMOUR M’A SAISI  ET JE NE PEUX L’EXPLIQUER</a:t>
            </a:r>
          </a:p>
          <a:p>
            <a:pPr>
              <a:defRPr/>
            </a:pPr>
            <a:r>
              <a:rPr lang="fr-FR" smtClean="0"/>
              <a:t>I’ve been captured by a love I can’t explain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À TOI JE SUIS, CHANGÉ À TOUT JAMAIS J’AI DÉLAISSÉ TOUT CE QUE J’AI CONNU </a:t>
            </a:r>
          </a:p>
          <a:p>
            <a:pPr>
              <a:defRPr/>
            </a:pPr>
            <a:r>
              <a:rPr lang="fr-FR" smtClean="0"/>
              <a:t>Now You have me and I’m forever changed I’ve abandoned everything I’ve ever known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M’ABANDONNE MA VIE NE M’APPARTIENT PLUS</a:t>
            </a:r>
          </a:p>
          <a:p>
            <a:pPr>
              <a:defRPr/>
            </a:pPr>
            <a:r>
              <a:rPr lang="fr-FR" smtClean="0"/>
              <a:t>Now I surrender my life is not my 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SUIS TOUT À TOI </a:t>
            </a:r>
          </a:p>
          <a:p>
            <a:pPr>
              <a:defRPr/>
            </a:pPr>
            <a:r>
              <a:rPr lang="fr-FR" smtClean="0"/>
              <a:t>I belong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MA VIE N’EST PLUS À MOI JE SUIS TOUT À TOI</a:t>
            </a:r>
          </a:p>
          <a:p>
            <a:pPr>
              <a:defRPr/>
            </a:pPr>
            <a:r>
              <a:rPr lang="fr-FR" smtClean="0"/>
              <a:t>My life is not my own To you I belong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TE DONNE TOUT JE TE DONNE TOUT DE MOI</a:t>
            </a:r>
          </a:p>
          <a:p>
            <a:pPr>
              <a:defRPr/>
            </a:pPr>
            <a:r>
              <a:rPr lang="fr-FR" smtClean="0"/>
              <a:t>I give myself I give myself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M’A SAISI  ET JE NE PEUX L’EXPLIQUER</a:t>
            </a:r>
          </a:p>
          <a:p>
            <a:r>
              <a:rPr lang="fr-FR" smtClean="0"/>
              <a:t>I’ve been captured by a love I can’t explain</a:t>
            </a:r>
          </a:p>
          <a:p>
            <a:endParaRPr lang="fr-FR" smtClean="0"/>
          </a:p>
          <a:p>
            <a:r>
              <a:rPr lang="fr-FR" smtClean="0"/>
              <a:t>2-  À TOI JE SUIS, CHANGÉ À TOUT JAMAIS J’AI DÉLAISSÉ TOUT CE QUE J’AI CONNU </a:t>
            </a:r>
          </a:p>
          <a:p>
            <a:r>
              <a:rPr lang="fr-FR" smtClean="0"/>
              <a:t>Now You have me and I’m forever changed I’ve abandoned everything I’ve ever known</a:t>
            </a:r>
          </a:p>
          <a:p>
            <a:endParaRPr lang="fr-FR" smtClean="0"/>
          </a:p>
          <a:p>
            <a:r>
              <a:rPr lang="fr-FR" smtClean="0"/>
              <a:t>3-  JE M’ABANDONNE MA VIE NE M’APPARTIENT PLUS</a:t>
            </a:r>
          </a:p>
          <a:p>
            <a:r>
              <a:rPr lang="fr-FR" smtClean="0"/>
              <a:t>Now I surrender my life is not my own</a:t>
            </a:r>
          </a:p>
          <a:p>
            <a:endParaRPr lang="fr-FR" smtClean="0"/>
          </a:p>
          <a:p>
            <a:r>
              <a:rPr lang="fr-FR" smtClean="0"/>
              <a:t>4-  JE SUIS TOUT À TOI </a:t>
            </a:r>
          </a:p>
          <a:p>
            <a:r>
              <a:rPr lang="fr-FR" smtClean="0"/>
              <a:t>I belong to You</a:t>
            </a:r>
          </a:p>
          <a:p>
            <a:endParaRPr lang="fr-FR" smtClean="0"/>
          </a:p>
          <a:p>
            <a:r>
              <a:rPr lang="fr-FR" smtClean="0"/>
              <a:t>5-  MA VIE N’EST PLUS À MOI JE SUIS TOUT À TOI</a:t>
            </a:r>
          </a:p>
          <a:p>
            <a:r>
              <a:rPr lang="fr-FR" smtClean="0"/>
              <a:t>My life is not my own To you I belong</a:t>
            </a:r>
          </a:p>
          <a:p>
            <a:endParaRPr lang="fr-FR" smtClean="0"/>
          </a:p>
          <a:p>
            <a:r>
              <a:rPr lang="fr-FR" smtClean="0"/>
              <a:t>6-  JE TE DONNE TOUT JE TE DONNE TOUT DE MOI</a:t>
            </a:r>
          </a:p>
          <a:p>
            <a:r>
              <a:rPr lang="fr-FR" smtClean="0"/>
              <a:t>I give myself I give myself to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L’AMOUR M’A SAISI  ET JE NE PEUX L’EXPLIQUER</a:t>
            </a:r>
          </a:p>
          <a:p>
            <a:pPr>
              <a:defRPr/>
            </a:pPr>
            <a:r>
              <a:rPr lang="fr-FR" smtClean="0"/>
              <a:t>I’ve been captured by a love I can’t explain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À TOI JE SUIS, CHANGÉ À TOUT JAMAIS J’AI DÉLAISSÉ TOUT CE QUE J’AI CONNU </a:t>
            </a:r>
          </a:p>
          <a:p>
            <a:pPr>
              <a:defRPr/>
            </a:pPr>
            <a:r>
              <a:rPr lang="fr-FR" smtClean="0"/>
              <a:t>Now You have me and I’m forever changed I’ve abandoned everything I’ve ever known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M’ABANDONNE MA VIE NE M’APPARTIENT PLUS</a:t>
            </a:r>
          </a:p>
          <a:p>
            <a:pPr>
              <a:defRPr/>
            </a:pPr>
            <a:r>
              <a:rPr lang="fr-FR" smtClean="0"/>
              <a:t>Now I surrender my life is not my 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SUIS TOUT À TOI </a:t>
            </a:r>
          </a:p>
          <a:p>
            <a:pPr>
              <a:defRPr/>
            </a:pPr>
            <a:r>
              <a:rPr lang="fr-FR" smtClean="0"/>
              <a:t>I belong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MA VIE N’EST PLUS À MOI JE SUIS TOUT À TOI</a:t>
            </a:r>
          </a:p>
          <a:p>
            <a:pPr>
              <a:defRPr/>
            </a:pPr>
            <a:r>
              <a:rPr lang="fr-FR" smtClean="0"/>
              <a:t>My life is not my own To you I belong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TE DONNE TOUT JE TE DONNE TOUT DE MOI</a:t>
            </a:r>
          </a:p>
          <a:p>
            <a:pPr>
              <a:defRPr/>
            </a:pPr>
            <a:r>
              <a:rPr lang="fr-FR" smtClean="0"/>
              <a:t>I give myself I give myself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M’A SAISI  ET JE NE PEUX L’EXPLIQUER</a:t>
            </a:r>
          </a:p>
          <a:p>
            <a:r>
              <a:rPr lang="fr-FR" smtClean="0"/>
              <a:t>I’ve been captured by a love I can’t explain</a:t>
            </a:r>
          </a:p>
          <a:p>
            <a:endParaRPr lang="fr-FR" smtClean="0"/>
          </a:p>
          <a:p>
            <a:r>
              <a:rPr lang="fr-FR" smtClean="0"/>
              <a:t>2-  À TOI JE SUIS, CHANGÉ À TOUT JAMAIS J’AI DÉLAISSÉ TOUT CE QUE J’AI CONNU </a:t>
            </a:r>
          </a:p>
          <a:p>
            <a:r>
              <a:rPr lang="fr-FR" smtClean="0"/>
              <a:t>Now You have me and I’m forever changed I’ve abandoned everything I’ve ever known</a:t>
            </a:r>
          </a:p>
          <a:p>
            <a:endParaRPr lang="fr-FR" smtClean="0"/>
          </a:p>
          <a:p>
            <a:r>
              <a:rPr lang="fr-FR" smtClean="0"/>
              <a:t>3-  JE M’ABANDONNE MA VIE NE M’APPARTIENT PLUS</a:t>
            </a:r>
          </a:p>
          <a:p>
            <a:r>
              <a:rPr lang="fr-FR" smtClean="0"/>
              <a:t>Now I surrender my life is not my own</a:t>
            </a:r>
          </a:p>
          <a:p>
            <a:endParaRPr lang="fr-FR" smtClean="0"/>
          </a:p>
          <a:p>
            <a:r>
              <a:rPr lang="fr-FR" smtClean="0"/>
              <a:t>4-  JE SUIS TOUT À TOI </a:t>
            </a:r>
          </a:p>
          <a:p>
            <a:r>
              <a:rPr lang="fr-FR" smtClean="0"/>
              <a:t>I belong to You</a:t>
            </a:r>
          </a:p>
          <a:p>
            <a:endParaRPr lang="fr-FR" smtClean="0"/>
          </a:p>
          <a:p>
            <a:r>
              <a:rPr lang="fr-FR" smtClean="0"/>
              <a:t>5-  MA VIE N’EST PLUS À MOI JE SUIS TOUT À TOI</a:t>
            </a:r>
          </a:p>
          <a:p>
            <a:r>
              <a:rPr lang="fr-FR" smtClean="0"/>
              <a:t>My life is not my own To you I belong</a:t>
            </a:r>
          </a:p>
          <a:p>
            <a:endParaRPr lang="fr-FR" smtClean="0"/>
          </a:p>
          <a:p>
            <a:r>
              <a:rPr lang="fr-FR" smtClean="0"/>
              <a:t>6-  JE TE DONNE TOUT JE TE DONNE TOUT DE MOI</a:t>
            </a:r>
          </a:p>
          <a:p>
            <a:r>
              <a:rPr lang="fr-FR" smtClean="0"/>
              <a:t>I give myself I give myself to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L’AMOUR M’A SAISI  ET JE NE PEUX L’EXPLIQUER</a:t>
            </a:r>
          </a:p>
          <a:p>
            <a:pPr>
              <a:defRPr/>
            </a:pPr>
            <a:r>
              <a:rPr lang="fr-FR" smtClean="0"/>
              <a:t>I’ve been captured by a love I can’t explain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À TOI JE SUIS, CHANGÉ À TOUT JAMAIS J’AI DÉLAISSÉ TOUT CE QUE J’AI CONNU </a:t>
            </a:r>
          </a:p>
          <a:p>
            <a:pPr>
              <a:defRPr/>
            </a:pPr>
            <a:r>
              <a:rPr lang="fr-FR" smtClean="0"/>
              <a:t>Now You have me and I’m forever changed I’ve abandoned everything I’ve ever known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M’ABANDONNE MA VIE NE M’APPARTIENT PLUS</a:t>
            </a:r>
          </a:p>
          <a:p>
            <a:pPr>
              <a:defRPr/>
            </a:pPr>
            <a:r>
              <a:rPr lang="fr-FR" smtClean="0"/>
              <a:t>Now I surrender my life is not my 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SUIS TOUT À TOI </a:t>
            </a:r>
          </a:p>
          <a:p>
            <a:pPr>
              <a:defRPr/>
            </a:pPr>
            <a:r>
              <a:rPr lang="fr-FR" smtClean="0"/>
              <a:t>I belong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MA VIE N’EST PLUS À MOI JE SUIS TOUT À TOI</a:t>
            </a:r>
          </a:p>
          <a:p>
            <a:pPr>
              <a:defRPr/>
            </a:pPr>
            <a:r>
              <a:rPr lang="fr-FR" smtClean="0"/>
              <a:t>My life is not my own To you I belong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TE DONNE TOUT JE TE DONNE TOUT DE MOI</a:t>
            </a:r>
          </a:p>
          <a:p>
            <a:pPr>
              <a:defRPr/>
            </a:pPr>
            <a:r>
              <a:rPr lang="fr-FR" smtClean="0"/>
              <a:t>I give myself I give myself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M’A SAISI  ET JE NE PEUX L’EXPLIQUER</a:t>
            </a:r>
          </a:p>
          <a:p>
            <a:r>
              <a:rPr lang="fr-FR" smtClean="0"/>
              <a:t>I’ve been captured by a love I can’t explain</a:t>
            </a:r>
          </a:p>
          <a:p>
            <a:endParaRPr lang="fr-FR" smtClean="0"/>
          </a:p>
          <a:p>
            <a:r>
              <a:rPr lang="fr-FR" smtClean="0"/>
              <a:t>2-  À TOI JE SUIS, CHANGÉ À TOUT JAMAIS J’AI DÉLAISSÉ TOUT CE QUE J’AI CONNU </a:t>
            </a:r>
          </a:p>
          <a:p>
            <a:r>
              <a:rPr lang="fr-FR" smtClean="0"/>
              <a:t>Now You have me and I’m forever changed I’ve abandoned everything I’ve ever known</a:t>
            </a:r>
          </a:p>
          <a:p>
            <a:endParaRPr lang="fr-FR" smtClean="0"/>
          </a:p>
          <a:p>
            <a:r>
              <a:rPr lang="fr-FR" smtClean="0"/>
              <a:t>3-  JE M’ABANDONNE MA VIE NE M’APPARTIENT PLUS</a:t>
            </a:r>
          </a:p>
          <a:p>
            <a:r>
              <a:rPr lang="fr-FR" smtClean="0"/>
              <a:t>Now I surrender my life is not my own</a:t>
            </a:r>
          </a:p>
          <a:p>
            <a:endParaRPr lang="fr-FR" smtClean="0"/>
          </a:p>
          <a:p>
            <a:r>
              <a:rPr lang="fr-FR" smtClean="0"/>
              <a:t>4-  JE SUIS TOUT À TOI </a:t>
            </a:r>
          </a:p>
          <a:p>
            <a:r>
              <a:rPr lang="fr-FR" smtClean="0"/>
              <a:t>I belong to You</a:t>
            </a:r>
          </a:p>
          <a:p>
            <a:endParaRPr lang="fr-FR" smtClean="0"/>
          </a:p>
          <a:p>
            <a:r>
              <a:rPr lang="fr-FR" smtClean="0"/>
              <a:t>5-  MA VIE N’EST PLUS À MOI JE SUIS TOUT À TOI</a:t>
            </a:r>
          </a:p>
          <a:p>
            <a:r>
              <a:rPr lang="fr-FR" smtClean="0"/>
              <a:t>My life is not my own To you I belong</a:t>
            </a:r>
          </a:p>
          <a:p>
            <a:endParaRPr lang="fr-FR" smtClean="0"/>
          </a:p>
          <a:p>
            <a:r>
              <a:rPr lang="fr-FR" smtClean="0"/>
              <a:t>6-  JE TE DONNE TOUT JE TE DONNE TOUT DE MOI</a:t>
            </a:r>
          </a:p>
          <a:p>
            <a:r>
              <a:rPr lang="fr-FR" smtClean="0"/>
              <a:t>I give myself I give myself to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L’AMOUR M’A SAISI  ET JE NE PEUX L’EXPLIQUER</a:t>
            </a:r>
          </a:p>
          <a:p>
            <a:pPr>
              <a:defRPr/>
            </a:pPr>
            <a:r>
              <a:rPr lang="fr-FR" smtClean="0"/>
              <a:t>I’ve been captured by a love I can’t explain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À TOI JE SUIS, CHANGÉ À TOUT JAMAIS J’AI DÉLAISSÉ TOUT CE QUE J’AI CONNU </a:t>
            </a:r>
          </a:p>
          <a:p>
            <a:pPr>
              <a:defRPr/>
            </a:pPr>
            <a:r>
              <a:rPr lang="fr-FR" smtClean="0"/>
              <a:t>Now You have me and I’m forever changed I’ve abandoned everything I’ve ever known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M’ABANDONNE MA VIE NE M’APPARTIENT PLUS</a:t>
            </a:r>
          </a:p>
          <a:p>
            <a:pPr>
              <a:defRPr/>
            </a:pPr>
            <a:r>
              <a:rPr lang="fr-FR" smtClean="0"/>
              <a:t>Now I surrender my life is not my 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SUIS TOUT À TOI </a:t>
            </a:r>
          </a:p>
          <a:p>
            <a:pPr>
              <a:defRPr/>
            </a:pPr>
            <a:r>
              <a:rPr lang="fr-FR" smtClean="0"/>
              <a:t>I belong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MA VIE N’EST PLUS À MOI JE SUIS TOUT À TOI</a:t>
            </a:r>
          </a:p>
          <a:p>
            <a:pPr>
              <a:defRPr/>
            </a:pPr>
            <a:r>
              <a:rPr lang="fr-FR" smtClean="0"/>
              <a:t>My life is not my own To you I belong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TE DONNE TOUT JE TE DONNE TOUT DE MOI</a:t>
            </a:r>
          </a:p>
          <a:p>
            <a:pPr>
              <a:defRPr/>
            </a:pPr>
            <a:r>
              <a:rPr lang="fr-FR" smtClean="0"/>
              <a:t>I give myself I give myself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M’A SAISI  ET JE NE PEUX L’EXPLIQUER</a:t>
            </a:r>
          </a:p>
          <a:p>
            <a:r>
              <a:rPr lang="fr-FR" smtClean="0"/>
              <a:t>I’ve been captured by a love I can’t explain</a:t>
            </a:r>
          </a:p>
          <a:p>
            <a:endParaRPr lang="fr-FR" smtClean="0"/>
          </a:p>
          <a:p>
            <a:r>
              <a:rPr lang="fr-FR" smtClean="0"/>
              <a:t>2-  À TOI JE SUIS, CHANGÉ À TOUT JAMAIS J’AI DÉLAISSÉ TOUT CE QUE J’AI CONNU </a:t>
            </a:r>
          </a:p>
          <a:p>
            <a:r>
              <a:rPr lang="fr-FR" smtClean="0"/>
              <a:t>Now You have me and I’m forever changed I’ve abandoned everything I’ve ever known</a:t>
            </a:r>
          </a:p>
          <a:p>
            <a:endParaRPr lang="fr-FR" smtClean="0"/>
          </a:p>
          <a:p>
            <a:r>
              <a:rPr lang="fr-FR" smtClean="0"/>
              <a:t>3-  JE M’ABANDONNE MA VIE NE M’APPARTIENT PLUS</a:t>
            </a:r>
          </a:p>
          <a:p>
            <a:r>
              <a:rPr lang="fr-FR" smtClean="0"/>
              <a:t>Now I surrender my life is not my own</a:t>
            </a:r>
          </a:p>
          <a:p>
            <a:endParaRPr lang="fr-FR" smtClean="0"/>
          </a:p>
          <a:p>
            <a:r>
              <a:rPr lang="fr-FR" smtClean="0"/>
              <a:t>4-  JE SUIS TOUT À TOI </a:t>
            </a:r>
          </a:p>
          <a:p>
            <a:r>
              <a:rPr lang="fr-FR" smtClean="0"/>
              <a:t>I belong to You</a:t>
            </a:r>
          </a:p>
          <a:p>
            <a:endParaRPr lang="fr-FR" smtClean="0"/>
          </a:p>
          <a:p>
            <a:r>
              <a:rPr lang="fr-FR" smtClean="0"/>
              <a:t>5-  MA VIE N’EST PLUS À MOI JE SUIS TOUT À TOI</a:t>
            </a:r>
          </a:p>
          <a:p>
            <a:r>
              <a:rPr lang="fr-FR" smtClean="0"/>
              <a:t>My life is not my own To you I belong</a:t>
            </a:r>
          </a:p>
          <a:p>
            <a:endParaRPr lang="fr-FR" smtClean="0"/>
          </a:p>
          <a:p>
            <a:r>
              <a:rPr lang="fr-FR" smtClean="0"/>
              <a:t>6-  JE TE DONNE TOUT JE TE DONNE TOUT DE MOI</a:t>
            </a:r>
          </a:p>
          <a:p>
            <a:r>
              <a:rPr lang="fr-FR" smtClean="0"/>
              <a:t>I give myself I give myself to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L’AMOUR M’A SAISI  ET JE NE PEUX L’EXPLIQUER</a:t>
            </a:r>
          </a:p>
          <a:p>
            <a:pPr>
              <a:defRPr/>
            </a:pPr>
            <a:r>
              <a:rPr lang="fr-FR" smtClean="0"/>
              <a:t>I’ve been captured by a love I can’t explain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À TOI JE SUIS, CHANGÉ À TOUT JAMAIS J’AI DÉLAISSÉ TOUT CE QUE J’AI CONNU </a:t>
            </a:r>
          </a:p>
          <a:p>
            <a:pPr>
              <a:defRPr/>
            </a:pPr>
            <a:r>
              <a:rPr lang="fr-FR" smtClean="0"/>
              <a:t>Now You have me and I’m forever changed I’ve abandoned everything I’ve ever known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M’ABANDONNE MA VIE NE M’APPARTIENT PLUS</a:t>
            </a:r>
          </a:p>
          <a:p>
            <a:pPr>
              <a:defRPr/>
            </a:pPr>
            <a:r>
              <a:rPr lang="fr-FR" smtClean="0"/>
              <a:t>Now I surrender my life is not my 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SUIS TOUT À TOI </a:t>
            </a:r>
          </a:p>
          <a:p>
            <a:pPr>
              <a:defRPr/>
            </a:pPr>
            <a:r>
              <a:rPr lang="fr-FR" smtClean="0"/>
              <a:t>I belong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MA VIE N’EST PLUS À MOI JE SUIS TOUT À TOI</a:t>
            </a:r>
          </a:p>
          <a:p>
            <a:pPr>
              <a:defRPr/>
            </a:pPr>
            <a:r>
              <a:rPr lang="fr-FR" smtClean="0"/>
              <a:t>My life is not my own To you I belong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TE DONNE TOUT JE TE DONNE TOUT DE MOI</a:t>
            </a:r>
          </a:p>
          <a:p>
            <a:pPr>
              <a:defRPr/>
            </a:pPr>
            <a:r>
              <a:rPr lang="fr-FR" smtClean="0"/>
              <a:t>I give myself I give myself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M’A SAISI  ET JE NE PEUX L’EXPLIQUER</a:t>
            </a:r>
          </a:p>
          <a:p>
            <a:r>
              <a:rPr lang="fr-FR" smtClean="0"/>
              <a:t>I’ve been captured by a love I can’t explain</a:t>
            </a:r>
          </a:p>
          <a:p>
            <a:endParaRPr lang="fr-FR" smtClean="0"/>
          </a:p>
          <a:p>
            <a:r>
              <a:rPr lang="fr-FR" smtClean="0"/>
              <a:t>2-  À TOI JE SUIS, CHANGÉ À TOUT JAMAIS J’AI DÉLAISSÉ TOUT CE QUE J’AI CONNU </a:t>
            </a:r>
          </a:p>
          <a:p>
            <a:r>
              <a:rPr lang="fr-FR" smtClean="0"/>
              <a:t>Now You have me and I’m forever changed I’ve abandoned everything I’ve ever known</a:t>
            </a:r>
          </a:p>
          <a:p>
            <a:endParaRPr lang="fr-FR" smtClean="0"/>
          </a:p>
          <a:p>
            <a:r>
              <a:rPr lang="fr-FR" smtClean="0"/>
              <a:t>3-  JE M’ABANDONNE MA VIE NE M’APPARTIENT PLUS</a:t>
            </a:r>
          </a:p>
          <a:p>
            <a:r>
              <a:rPr lang="fr-FR" smtClean="0"/>
              <a:t>Now I surrender my life is not my own</a:t>
            </a:r>
          </a:p>
          <a:p>
            <a:endParaRPr lang="fr-FR" smtClean="0"/>
          </a:p>
          <a:p>
            <a:r>
              <a:rPr lang="fr-FR" smtClean="0"/>
              <a:t>4-  JE SUIS TOUT À TOI </a:t>
            </a:r>
          </a:p>
          <a:p>
            <a:r>
              <a:rPr lang="fr-FR" smtClean="0"/>
              <a:t>I belong to You</a:t>
            </a:r>
          </a:p>
          <a:p>
            <a:endParaRPr lang="fr-FR" smtClean="0"/>
          </a:p>
          <a:p>
            <a:r>
              <a:rPr lang="fr-FR" smtClean="0"/>
              <a:t>5-  MA VIE N’EST PLUS À MOI JE SUIS TOUT À TOI</a:t>
            </a:r>
          </a:p>
          <a:p>
            <a:r>
              <a:rPr lang="fr-FR" smtClean="0"/>
              <a:t>My life is not my own To you I belong</a:t>
            </a:r>
          </a:p>
          <a:p>
            <a:endParaRPr lang="fr-FR" smtClean="0"/>
          </a:p>
          <a:p>
            <a:r>
              <a:rPr lang="fr-FR" smtClean="0"/>
              <a:t>6-  JE TE DONNE TOUT JE TE DONNE TOUT DE MOI</a:t>
            </a:r>
          </a:p>
          <a:p>
            <a:r>
              <a:rPr lang="fr-FR" smtClean="0"/>
              <a:t>I give myself I give myself to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L’AMOUR M’A SAISI  ET JE NE PEUX L’EXPLIQUER</a:t>
            </a:r>
          </a:p>
          <a:p>
            <a:pPr>
              <a:defRPr/>
            </a:pPr>
            <a:r>
              <a:rPr lang="fr-FR" smtClean="0"/>
              <a:t>I’ve been captured by a love I can’t explain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À TOI JE SUIS, CHANGÉ À TOUT JAMAIS J’AI DÉLAISSÉ TOUT CE QUE J’AI CONNU </a:t>
            </a:r>
          </a:p>
          <a:p>
            <a:pPr>
              <a:defRPr/>
            </a:pPr>
            <a:r>
              <a:rPr lang="fr-FR" smtClean="0"/>
              <a:t>Now You have me and I’m forever changed I’ve abandoned everything I’ve ever known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M’ABANDONNE MA VIE NE M’APPARTIENT PLUS</a:t>
            </a:r>
          </a:p>
          <a:p>
            <a:pPr>
              <a:defRPr/>
            </a:pPr>
            <a:r>
              <a:rPr lang="fr-FR" smtClean="0"/>
              <a:t>Now I surrender my life is not my 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SUIS TOUT À TOI </a:t>
            </a:r>
          </a:p>
          <a:p>
            <a:pPr>
              <a:defRPr/>
            </a:pPr>
            <a:r>
              <a:rPr lang="fr-FR" smtClean="0"/>
              <a:t>I belong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MA VIE N’EST PLUS À MOI JE SUIS TOUT À TOI</a:t>
            </a:r>
          </a:p>
          <a:p>
            <a:pPr>
              <a:defRPr/>
            </a:pPr>
            <a:r>
              <a:rPr lang="fr-FR" smtClean="0"/>
              <a:t>My life is not my own To you I belong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TE DONNE TOUT JE TE DONNE TOUT DE MOI</a:t>
            </a:r>
          </a:p>
          <a:p>
            <a:pPr>
              <a:defRPr/>
            </a:pPr>
            <a:r>
              <a:rPr lang="fr-FR" smtClean="0"/>
              <a:t>I give myself I give myself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M’A SAISI  ET JE NE PEUX L’EXPLIQUER</a:t>
            </a:r>
          </a:p>
          <a:p>
            <a:r>
              <a:rPr lang="fr-FR" smtClean="0"/>
              <a:t>I’ve been captured by a love I can’t explain</a:t>
            </a:r>
          </a:p>
          <a:p>
            <a:endParaRPr lang="fr-FR" smtClean="0"/>
          </a:p>
          <a:p>
            <a:r>
              <a:rPr lang="fr-FR" smtClean="0"/>
              <a:t>2-  À TOI JE SUIS, CHANGÉ À TOUT JAMAIS J’AI DÉLAISSÉ TOUT CE QUE J’AI CONNU </a:t>
            </a:r>
          </a:p>
          <a:p>
            <a:r>
              <a:rPr lang="fr-FR" smtClean="0"/>
              <a:t>Now You have me and I’m forever changed I’ve abandoned everything I’ve ever known</a:t>
            </a:r>
          </a:p>
          <a:p>
            <a:endParaRPr lang="fr-FR" smtClean="0"/>
          </a:p>
          <a:p>
            <a:r>
              <a:rPr lang="fr-FR" smtClean="0"/>
              <a:t>3-  JE M’ABANDONNE MA VIE NE M’APPARTIENT PLUS</a:t>
            </a:r>
          </a:p>
          <a:p>
            <a:r>
              <a:rPr lang="fr-FR" smtClean="0"/>
              <a:t>Now I surrender my life is not my own</a:t>
            </a:r>
          </a:p>
          <a:p>
            <a:endParaRPr lang="fr-FR" smtClean="0"/>
          </a:p>
          <a:p>
            <a:r>
              <a:rPr lang="fr-FR" smtClean="0"/>
              <a:t>4-  JE SUIS TOUT À TOI </a:t>
            </a:r>
          </a:p>
          <a:p>
            <a:r>
              <a:rPr lang="fr-FR" smtClean="0"/>
              <a:t>I belong to You</a:t>
            </a:r>
          </a:p>
          <a:p>
            <a:endParaRPr lang="fr-FR" smtClean="0"/>
          </a:p>
          <a:p>
            <a:r>
              <a:rPr lang="fr-FR" smtClean="0"/>
              <a:t>5-  MA VIE N’EST PLUS À MOI JE SUIS TOUT À TOI</a:t>
            </a:r>
          </a:p>
          <a:p>
            <a:r>
              <a:rPr lang="fr-FR" smtClean="0"/>
              <a:t>My life is not my own To you I belong</a:t>
            </a:r>
          </a:p>
          <a:p>
            <a:endParaRPr lang="fr-FR" smtClean="0"/>
          </a:p>
          <a:p>
            <a:r>
              <a:rPr lang="fr-FR" smtClean="0"/>
              <a:t>6-  JE TE DONNE TOUT JE TE DONNE TOUT DE MOI</a:t>
            </a:r>
          </a:p>
          <a:p>
            <a:r>
              <a:rPr lang="fr-FR" smtClean="0"/>
              <a:t>I give myself I give myself to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00C9B5-9811-4D18-AA31-E2464E3B463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B04210-420C-4125-B829-560FB5D53D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1DB9E4-1F82-4E3B-8D80-6318263719F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60E3F0-7D25-4AA5-99B8-B9B3A157B8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331A36-EE1C-407A-BCBD-E6E54208FA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883627-E94D-4879-8D80-3B0140502C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C82CBA-C688-406B-88C7-DDCB840455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04CE43-2A93-4478-ABF2-14E46A7A55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94F4AF-CF11-497A-B32F-A26E6BC2A1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D374A1-442A-4879-983F-FEFE3AB184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17F808-C10F-4958-9730-59EA7BE70F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9210EC6-510E-4DF3-BBB9-CDBAFADD6D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L’AMOUR M’A SAISI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JE NE PEUX L’EXPLIQUER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TOI JE SUIS, CHANGÉ À TOUT JAMAIS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DÉLAISSÉ TOUT CE QUE J’AI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CONNU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M’ABANDONNE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 VIE NE M’APPARTIENT PLUS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TOUT À TOI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 VIE N’EST PLUS À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TOUT À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TE DONNE TOUT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TE DONNE TOUT DE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1461</Words>
  <Application>Microsoft Office PowerPoint</Application>
  <PresentationFormat>On-screen Show (4:3)</PresentationFormat>
  <Paragraphs>227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51</cp:revision>
  <dcterms:created xsi:type="dcterms:W3CDTF">2002-08-17T13:12:10Z</dcterms:created>
  <dcterms:modified xsi:type="dcterms:W3CDTF">2015-04-18T12:23:50Z</dcterms:modified>
</cp:coreProperties>
</file>