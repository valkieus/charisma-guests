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50354" autoAdjust="0"/>
  </p:normalViewPr>
  <p:slideViewPr>
    <p:cSldViewPr>
      <p:cViewPr>
        <p:scale>
          <a:sx n="40" d="100"/>
          <a:sy n="40" d="100"/>
        </p:scale>
        <p:origin x="-612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1BBA3F7-660A-435B-84FE-878C856390E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9231DD3-D163-4F5B-A609-0DC6F6D6CD4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AUX CIEUX, TON NOM EST ACCLAMÉ</a:t>
            </a:r>
          </a:p>
          <a:p>
            <a:pPr>
              <a:defRPr/>
            </a:pPr>
            <a:r>
              <a:rPr lang="fr-FR" smtClean="0"/>
              <a:t>Our Father All of Heaven roars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 NOS CHANTS LAISSONS LA LOUANGE ÉCLATER</a:t>
            </a:r>
          </a:p>
          <a:p>
            <a:pPr>
              <a:defRPr/>
            </a:pPr>
            <a:r>
              <a:rPr lang="fr-FR" smtClean="0"/>
              <a:t>Sing louder Let this place erupt with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PEUX-TU ENTENDRE LE BRUIT DES CIEUX TOUCHANT LA TERRE</a:t>
            </a:r>
          </a:p>
          <a:p>
            <a:pPr>
              <a:defRPr/>
            </a:pPr>
            <a:r>
              <a:rPr lang="fr-FR" smtClean="0"/>
              <a:t>Can You hear it The sound of Heaven touching Earth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ROI JÉSUS TON NOM NOUS VOULONS ÉLEVER</a:t>
            </a:r>
          </a:p>
          <a:p>
            <a:pPr>
              <a:defRPr/>
            </a:pPr>
            <a:r>
              <a:rPr lang="fr-FR" smtClean="0"/>
              <a:t>King Jesus You're the name we're lifting high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ET TA GLOIRE VIENT ÉBRANLER L’UNIVERS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LE RÉVEIL QUE TON RÈGNE VIENNE SUR LA TERRE</a:t>
            </a:r>
          </a:p>
          <a:p>
            <a:pPr>
              <a:defRPr/>
            </a:pPr>
            <a:r>
              <a:rPr lang="fr-FR" smtClean="0"/>
              <a:t>Your glory Shaking up the Earth and sky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VIENS SAINT-ESPRIT ÉBRANLER NOS VIES</a:t>
            </a:r>
          </a:p>
          <a:p>
            <a:pPr>
              <a:defRPr/>
            </a:pPr>
            <a:r>
              <a:rPr lang="fr-FR" smtClean="0"/>
              <a:t>Spirit breakout Break our walls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VIENS SAINT-ESPRIT DESCENDS ICI</a:t>
            </a:r>
          </a:p>
          <a:p>
            <a:pPr>
              <a:defRPr/>
            </a:pPr>
            <a:r>
              <a:rPr lang="fr-FR" smtClean="0"/>
              <a:t>Spirit breakout Heaven come down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AUX CIEUX, TON NOM EST ACCLAMÉ</a:t>
            </a:r>
          </a:p>
          <a:p>
            <a:r>
              <a:rPr lang="fr-FR" smtClean="0"/>
              <a:t>Our Father All of Heaven roars Your name</a:t>
            </a:r>
          </a:p>
          <a:p>
            <a:endParaRPr lang="fr-FR" smtClean="0"/>
          </a:p>
          <a:p>
            <a:r>
              <a:rPr lang="fr-FR" smtClean="0"/>
              <a:t>2-  PAR NOS CHANTS LAISSONS LA LOUANGE ÉCLATER</a:t>
            </a:r>
          </a:p>
          <a:p>
            <a:r>
              <a:rPr lang="fr-FR" smtClean="0"/>
              <a:t>Sing louder Let this place erupt with praise</a:t>
            </a:r>
          </a:p>
          <a:p>
            <a:endParaRPr lang="fr-FR" smtClean="0"/>
          </a:p>
          <a:p>
            <a:r>
              <a:rPr lang="fr-FR" smtClean="0"/>
              <a:t>3-  PEUX-TU ENTENDRE LE BRUIT DES CIEUX TOUCHANT LA TERRE</a:t>
            </a:r>
          </a:p>
          <a:p>
            <a:r>
              <a:rPr lang="fr-FR" smtClean="0"/>
              <a:t>Can You hear it The sound of Heaven touching Earth</a:t>
            </a:r>
          </a:p>
          <a:p>
            <a:endParaRPr lang="fr-FR" smtClean="0"/>
          </a:p>
          <a:p>
            <a:r>
              <a:rPr lang="fr-FR" smtClean="0"/>
              <a:t>4-  ROI JÉSUS TON NOM NOUS VOULONS ÉLEVER</a:t>
            </a:r>
          </a:p>
          <a:p>
            <a:r>
              <a:rPr lang="fr-FR" smtClean="0"/>
              <a:t>King Jesus You're the name we're lifting high</a:t>
            </a:r>
          </a:p>
          <a:p>
            <a:endParaRPr lang="fr-FR" smtClean="0"/>
          </a:p>
          <a:p>
            <a:r>
              <a:rPr lang="fr-FR" smtClean="0"/>
              <a:t>5-  ET TA GLOIRE VIENT ÉBRANLER L’UNIVERS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6-  LE RÉVEIL QUE TON RÈGNE VIENNE SUR LA TERRE</a:t>
            </a:r>
          </a:p>
          <a:p>
            <a:r>
              <a:rPr lang="fr-FR" smtClean="0"/>
              <a:t>Your glory Shaking up the Earth and sky</a:t>
            </a:r>
          </a:p>
          <a:p>
            <a:endParaRPr lang="fr-FR" smtClean="0"/>
          </a:p>
          <a:p>
            <a:r>
              <a:rPr lang="fr-FR" smtClean="0"/>
              <a:t>7-  VIENS SAINT-ESPRIT ÉBRANLER NOS VIES</a:t>
            </a:r>
          </a:p>
          <a:p>
            <a:r>
              <a:rPr lang="fr-FR" smtClean="0"/>
              <a:t>Spirit breakout Break our walls down</a:t>
            </a:r>
          </a:p>
          <a:p>
            <a:endParaRPr lang="fr-FR" smtClean="0"/>
          </a:p>
          <a:p>
            <a:r>
              <a:rPr lang="fr-FR" smtClean="0"/>
              <a:t>8-  VIENS SAINT-ESPRIT DESCENDS ICI</a:t>
            </a:r>
          </a:p>
          <a:p>
            <a:r>
              <a:rPr lang="fr-FR" smtClean="0"/>
              <a:t>Spirit breakout Heaven come down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0B53C-3A2A-48B0-ADB3-DFDC871447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9813B-1D4C-4E52-B933-D16CC7DB1E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0EAAF-33CA-450D-80CD-FACFB6E492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12A007-44F2-4601-BC34-3030302938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0C527-09ED-45B9-9605-32CFD1F941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7B38F-606C-4E33-A378-8DC1A7D5F5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0F8DF-824A-4AD2-8BFC-237B5CBCF7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ED351-EE5A-4E4B-BC50-DB66F2BBF7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EEF21-431F-4F74-BC3E-646C8485A9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F9D1B1-486F-4E5F-A13E-18E9FA50EB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3AD25-4E54-429B-A59A-D729593A1A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69B6C2-1570-48D5-BBD9-A4E4E32D79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NOTRE PÈRE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AUX CIEUX, TON NOM EST ACCLAMÉ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NOS CHANTS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LAISSONS LA LOUANGE ÉCLATER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PEUX-TU ENTENDRE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BRUIT DES CIEUX TOUCHANT LA TERRE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ROI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 NOM NOUS VOULONS ÉLEVER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VIENT ÉBRANLER L’UNIVERS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RÉVEIL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TON RÈGNE VIENNE SUR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ÉBRANLER NOS VIES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DESCENDS ICI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2056</Words>
  <Application>Microsoft Office PowerPoint</Application>
  <PresentationFormat>On-screen Show (4:3)</PresentationFormat>
  <Paragraphs>384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2015-04-18T11:44:29Z</dcterms:modified>
</cp:coreProperties>
</file>