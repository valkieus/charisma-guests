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59123" autoAdjust="0"/>
  </p:normalViewPr>
  <p:slideViewPr>
    <p:cSldViewPr>
      <p:cViewPr>
        <p:scale>
          <a:sx n="40" d="100"/>
          <a:sy n="40" d="100"/>
        </p:scale>
        <p:origin x="-612" y="-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0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AC207A8-3568-4EC4-82AD-6BACC216A5D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BF2FBA-66BA-4D0D-99FC-48572804B20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T’EXALTERAI JE T’EXALTERAI</a:t>
            </a:r>
          </a:p>
          <a:p>
            <a:pPr>
              <a:defRPr/>
            </a:pPr>
            <a:r>
              <a:rPr lang="fr-FR" smtClean="0"/>
              <a:t>I will exalt You I will exalt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T’EXALTERAI TU ES MON DIEU</a:t>
            </a:r>
          </a:p>
          <a:p>
            <a:pPr>
              <a:defRPr/>
            </a:pPr>
            <a:r>
              <a:rPr lang="fr-FR" smtClean="0"/>
              <a:t>I will exalt You You are my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TU ES AVEC MOI TU ES AVEC MOI</a:t>
            </a:r>
          </a:p>
          <a:p>
            <a:pPr>
              <a:defRPr/>
            </a:pPr>
            <a:r>
              <a:rPr lang="fr-FR" smtClean="0"/>
              <a:t>Because You're with me Because You're with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TU ES AVEC MOI JE N’AURAI PAS PEUR</a:t>
            </a:r>
          </a:p>
          <a:p>
            <a:pPr>
              <a:defRPr/>
            </a:pPr>
            <a:r>
              <a:rPr lang="fr-FR" smtClean="0"/>
              <a:t>Because You're with me I will not fear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MON ABRI SÛR ET MON REFUGE</a:t>
            </a:r>
          </a:p>
          <a:p>
            <a:pPr>
              <a:defRPr/>
            </a:pPr>
            <a:r>
              <a:rPr lang="fr-FR" smtClean="0"/>
              <a:t>My hiding place My safe refuge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MON TRÉSOR DIEU TU ES AMI ET ROI</a:t>
            </a:r>
          </a:p>
          <a:p>
            <a:pPr>
              <a:defRPr/>
            </a:pPr>
            <a:r>
              <a:rPr lang="fr-FR" smtClean="0"/>
              <a:t>My treasure Lord, You are My friend and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CELUI QUI EST OINT DIEU TRÈS SAINT</a:t>
            </a:r>
          </a:p>
          <a:p>
            <a:pPr>
              <a:defRPr/>
            </a:pPr>
            <a:r>
              <a:rPr lang="fr-FR" smtClean="0"/>
              <a:t>Anointed One Most Holy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T’EXALTERAI JE T’EXALTERAI</a:t>
            </a:r>
          </a:p>
          <a:p>
            <a:r>
              <a:rPr lang="fr-FR" smtClean="0"/>
              <a:t>I will exalt You I will exalt You</a:t>
            </a:r>
          </a:p>
          <a:p>
            <a:endParaRPr lang="fr-FR" smtClean="0"/>
          </a:p>
          <a:p>
            <a:r>
              <a:rPr lang="fr-FR" smtClean="0"/>
              <a:t>2-  JE T’EXALTERAI TU ES MON DIEU</a:t>
            </a:r>
          </a:p>
          <a:p>
            <a:r>
              <a:rPr lang="fr-FR" smtClean="0"/>
              <a:t>I will exalt You You are my God</a:t>
            </a:r>
          </a:p>
          <a:p>
            <a:endParaRPr lang="fr-FR" smtClean="0"/>
          </a:p>
          <a:p>
            <a:r>
              <a:rPr lang="fr-FR" smtClean="0"/>
              <a:t>3-  TU ES AVEC MOI TU ES AVEC MOI</a:t>
            </a:r>
          </a:p>
          <a:p>
            <a:r>
              <a:rPr lang="fr-FR" smtClean="0"/>
              <a:t>Because You're with me Because You're with me</a:t>
            </a:r>
          </a:p>
          <a:p>
            <a:endParaRPr lang="fr-FR" smtClean="0"/>
          </a:p>
          <a:p>
            <a:r>
              <a:rPr lang="fr-FR" smtClean="0"/>
              <a:t>4-  TU ES AVEC MOI JE N’AURAI PAS PEUR</a:t>
            </a:r>
          </a:p>
          <a:p>
            <a:r>
              <a:rPr lang="fr-FR" smtClean="0"/>
              <a:t>Because You're with me I will not fear</a:t>
            </a:r>
          </a:p>
          <a:p>
            <a:endParaRPr lang="fr-FR" smtClean="0"/>
          </a:p>
          <a:p>
            <a:r>
              <a:rPr lang="fr-FR" smtClean="0"/>
              <a:t>5-  MON ABRI SÛR ET MON REFUGE</a:t>
            </a:r>
          </a:p>
          <a:p>
            <a:r>
              <a:rPr lang="fr-FR" smtClean="0"/>
              <a:t>My hiding place My safe refuge</a:t>
            </a:r>
          </a:p>
          <a:p>
            <a:endParaRPr lang="fr-FR" smtClean="0"/>
          </a:p>
          <a:p>
            <a:r>
              <a:rPr lang="fr-FR" smtClean="0"/>
              <a:t>6-  MON TRÉSOR DIEU TU ES AMI ET ROI</a:t>
            </a:r>
          </a:p>
          <a:p>
            <a:r>
              <a:rPr lang="fr-FR" smtClean="0"/>
              <a:t>My treasure Lord, You are My friend and King</a:t>
            </a:r>
          </a:p>
          <a:p>
            <a:endParaRPr lang="fr-FR" smtClean="0"/>
          </a:p>
          <a:p>
            <a:r>
              <a:rPr lang="fr-FR" smtClean="0"/>
              <a:t>7-  CELUI QUI EST OINT DIEU TRÈS SAINT</a:t>
            </a:r>
          </a:p>
          <a:p>
            <a:r>
              <a:rPr lang="fr-FR" smtClean="0"/>
              <a:t>Anointed One Most Holy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T’EXALTERAI JE T’EXALTERAI</a:t>
            </a:r>
          </a:p>
          <a:p>
            <a:pPr>
              <a:defRPr/>
            </a:pPr>
            <a:r>
              <a:rPr lang="fr-FR" smtClean="0"/>
              <a:t>I will exalt You I will exalt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T’EXALTERAI TU ES MON DIEU</a:t>
            </a:r>
          </a:p>
          <a:p>
            <a:pPr>
              <a:defRPr/>
            </a:pPr>
            <a:r>
              <a:rPr lang="fr-FR" smtClean="0"/>
              <a:t>I will exalt You You are my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TU ES AVEC MOI TU ES AVEC MOI</a:t>
            </a:r>
          </a:p>
          <a:p>
            <a:pPr>
              <a:defRPr/>
            </a:pPr>
            <a:r>
              <a:rPr lang="fr-FR" smtClean="0"/>
              <a:t>Because You're with me Because You're with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TU ES AVEC MOI JE N’AURAI PAS PEUR</a:t>
            </a:r>
          </a:p>
          <a:p>
            <a:pPr>
              <a:defRPr/>
            </a:pPr>
            <a:r>
              <a:rPr lang="fr-FR" smtClean="0"/>
              <a:t>Because You're with me I will not fear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MON ABRI SÛR ET MON REFUGE</a:t>
            </a:r>
          </a:p>
          <a:p>
            <a:pPr>
              <a:defRPr/>
            </a:pPr>
            <a:r>
              <a:rPr lang="fr-FR" smtClean="0"/>
              <a:t>My hiding place My safe refuge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MON TRÉSOR DIEU TU ES AMI ET ROI</a:t>
            </a:r>
          </a:p>
          <a:p>
            <a:pPr>
              <a:defRPr/>
            </a:pPr>
            <a:r>
              <a:rPr lang="fr-FR" smtClean="0"/>
              <a:t>My treasure Lord, You are My friend and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CELUI QUI EST OINT DIEU TRÈS SAINT</a:t>
            </a:r>
          </a:p>
          <a:p>
            <a:pPr>
              <a:defRPr/>
            </a:pPr>
            <a:r>
              <a:rPr lang="fr-FR" smtClean="0"/>
              <a:t>Anointed One Most Holy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T’EXALTERAI JE T’EXALTERAI</a:t>
            </a:r>
          </a:p>
          <a:p>
            <a:r>
              <a:rPr lang="fr-FR" smtClean="0"/>
              <a:t>I will exalt You I will exalt You</a:t>
            </a:r>
          </a:p>
          <a:p>
            <a:endParaRPr lang="fr-FR" smtClean="0"/>
          </a:p>
          <a:p>
            <a:r>
              <a:rPr lang="fr-FR" smtClean="0"/>
              <a:t>2-  JE T’EXALTERAI TU ES MON DIEU</a:t>
            </a:r>
          </a:p>
          <a:p>
            <a:r>
              <a:rPr lang="fr-FR" smtClean="0"/>
              <a:t>I will exalt You You are my God</a:t>
            </a:r>
          </a:p>
          <a:p>
            <a:endParaRPr lang="fr-FR" smtClean="0"/>
          </a:p>
          <a:p>
            <a:r>
              <a:rPr lang="fr-FR" smtClean="0"/>
              <a:t>3-  TU ES AVEC MOI TU ES AVEC MOI</a:t>
            </a:r>
          </a:p>
          <a:p>
            <a:r>
              <a:rPr lang="fr-FR" smtClean="0"/>
              <a:t>Because You're with me Because You're with me</a:t>
            </a:r>
          </a:p>
          <a:p>
            <a:endParaRPr lang="fr-FR" smtClean="0"/>
          </a:p>
          <a:p>
            <a:r>
              <a:rPr lang="fr-FR" smtClean="0"/>
              <a:t>4-  TU ES AVEC MOI JE N’AURAI PAS PEUR</a:t>
            </a:r>
          </a:p>
          <a:p>
            <a:r>
              <a:rPr lang="fr-FR" smtClean="0"/>
              <a:t>Because You're with me I will not fear</a:t>
            </a:r>
          </a:p>
          <a:p>
            <a:endParaRPr lang="fr-FR" smtClean="0"/>
          </a:p>
          <a:p>
            <a:r>
              <a:rPr lang="fr-FR" smtClean="0"/>
              <a:t>5-  MON ABRI SÛR ET MON REFUGE</a:t>
            </a:r>
          </a:p>
          <a:p>
            <a:r>
              <a:rPr lang="fr-FR" smtClean="0"/>
              <a:t>My hiding place My safe refuge</a:t>
            </a:r>
          </a:p>
          <a:p>
            <a:endParaRPr lang="fr-FR" smtClean="0"/>
          </a:p>
          <a:p>
            <a:r>
              <a:rPr lang="fr-FR" smtClean="0"/>
              <a:t>6-  MON TRÉSOR DIEU TU ES AMI ET ROI</a:t>
            </a:r>
          </a:p>
          <a:p>
            <a:r>
              <a:rPr lang="fr-FR" smtClean="0"/>
              <a:t>My treasure Lord, You are My friend and King</a:t>
            </a:r>
          </a:p>
          <a:p>
            <a:endParaRPr lang="fr-FR" smtClean="0"/>
          </a:p>
          <a:p>
            <a:r>
              <a:rPr lang="fr-FR" smtClean="0"/>
              <a:t>7-  CELUI QUI EST OINT DIEU TRÈS SAINT</a:t>
            </a:r>
          </a:p>
          <a:p>
            <a:r>
              <a:rPr lang="fr-FR" smtClean="0"/>
              <a:t>Anointed One Most Holy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T’EXALTERAI JE T’EXALTERAI</a:t>
            </a:r>
          </a:p>
          <a:p>
            <a:pPr>
              <a:defRPr/>
            </a:pPr>
            <a:r>
              <a:rPr lang="fr-FR" smtClean="0"/>
              <a:t>I will exalt You I will exalt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T’EXALTERAI TU ES MON DIEU</a:t>
            </a:r>
          </a:p>
          <a:p>
            <a:pPr>
              <a:defRPr/>
            </a:pPr>
            <a:r>
              <a:rPr lang="fr-FR" smtClean="0"/>
              <a:t>I will exalt You You are my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TU ES AVEC MOI TU ES AVEC MOI</a:t>
            </a:r>
          </a:p>
          <a:p>
            <a:pPr>
              <a:defRPr/>
            </a:pPr>
            <a:r>
              <a:rPr lang="fr-FR" smtClean="0"/>
              <a:t>Because You're with me Because You're with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TU ES AVEC MOI JE N’AURAI PAS PEUR</a:t>
            </a:r>
          </a:p>
          <a:p>
            <a:pPr>
              <a:defRPr/>
            </a:pPr>
            <a:r>
              <a:rPr lang="fr-FR" smtClean="0"/>
              <a:t>Because You're with me I will not fear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MON ABRI SÛR ET MON REFUGE</a:t>
            </a:r>
          </a:p>
          <a:p>
            <a:pPr>
              <a:defRPr/>
            </a:pPr>
            <a:r>
              <a:rPr lang="fr-FR" smtClean="0"/>
              <a:t>My hiding place My safe refuge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MON TRÉSOR DIEU TU ES AMI ET ROI</a:t>
            </a:r>
          </a:p>
          <a:p>
            <a:pPr>
              <a:defRPr/>
            </a:pPr>
            <a:r>
              <a:rPr lang="fr-FR" smtClean="0"/>
              <a:t>My treasure Lord, You are My friend and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CELUI QUI EST OINT DIEU TRÈS SAINT</a:t>
            </a:r>
          </a:p>
          <a:p>
            <a:pPr>
              <a:defRPr/>
            </a:pPr>
            <a:r>
              <a:rPr lang="fr-FR" smtClean="0"/>
              <a:t>Anointed One Most Holy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T’EXALTERAI JE T’EXALTERAI</a:t>
            </a:r>
          </a:p>
          <a:p>
            <a:r>
              <a:rPr lang="fr-FR" smtClean="0"/>
              <a:t>I will exalt You I will exalt You</a:t>
            </a:r>
          </a:p>
          <a:p>
            <a:endParaRPr lang="fr-FR" smtClean="0"/>
          </a:p>
          <a:p>
            <a:r>
              <a:rPr lang="fr-FR" smtClean="0"/>
              <a:t>2-  JE T’EXALTERAI TU ES MON DIEU</a:t>
            </a:r>
          </a:p>
          <a:p>
            <a:r>
              <a:rPr lang="fr-FR" smtClean="0"/>
              <a:t>I will exalt You You are my God</a:t>
            </a:r>
          </a:p>
          <a:p>
            <a:endParaRPr lang="fr-FR" smtClean="0"/>
          </a:p>
          <a:p>
            <a:r>
              <a:rPr lang="fr-FR" smtClean="0"/>
              <a:t>3-  TU ES AVEC MOI TU ES AVEC MOI</a:t>
            </a:r>
          </a:p>
          <a:p>
            <a:r>
              <a:rPr lang="fr-FR" smtClean="0"/>
              <a:t>Because You're with me Because You're with me</a:t>
            </a:r>
          </a:p>
          <a:p>
            <a:endParaRPr lang="fr-FR" smtClean="0"/>
          </a:p>
          <a:p>
            <a:r>
              <a:rPr lang="fr-FR" smtClean="0"/>
              <a:t>4-  TU ES AVEC MOI JE N’AURAI PAS PEUR</a:t>
            </a:r>
          </a:p>
          <a:p>
            <a:r>
              <a:rPr lang="fr-FR" smtClean="0"/>
              <a:t>Because You're with me I will not fear</a:t>
            </a:r>
          </a:p>
          <a:p>
            <a:endParaRPr lang="fr-FR" smtClean="0"/>
          </a:p>
          <a:p>
            <a:r>
              <a:rPr lang="fr-FR" smtClean="0"/>
              <a:t>5-  MON ABRI SÛR ET MON REFUGE</a:t>
            </a:r>
          </a:p>
          <a:p>
            <a:r>
              <a:rPr lang="fr-FR" smtClean="0"/>
              <a:t>My hiding place My safe refuge</a:t>
            </a:r>
          </a:p>
          <a:p>
            <a:endParaRPr lang="fr-FR" smtClean="0"/>
          </a:p>
          <a:p>
            <a:r>
              <a:rPr lang="fr-FR" smtClean="0"/>
              <a:t>6-  MON TRÉSOR DIEU TU ES AMI ET ROI</a:t>
            </a:r>
          </a:p>
          <a:p>
            <a:r>
              <a:rPr lang="fr-FR" smtClean="0"/>
              <a:t>My treasure Lord, You are My friend and King</a:t>
            </a:r>
          </a:p>
          <a:p>
            <a:endParaRPr lang="fr-FR" smtClean="0"/>
          </a:p>
          <a:p>
            <a:r>
              <a:rPr lang="fr-FR" smtClean="0"/>
              <a:t>7-  CELUI QUI EST OINT DIEU TRÈS SAINT</a:t>
            </a:r>
          </a:p>
          <a:p>
            <a:r>
              <a:rPr lang="fr-FR" smtClean="0"/>
              <a:t>Anointed One Most Holy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T’EXALTERAI JE T’EXALTERAI</a:t>
            </a:r>
          </a:p>
          <a:p>
            <a:pPr>
              <a:defRPr/>
            </a:pPr>
            <a:r>
              <a:rPr lang="fr-FR" smtClean="0"/>
              <a:t>I will exalt You I will exalt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T’EXALTERAI TU ES MON DIEU</a:t>
            </a:r>
          </a:p>
          <a:p>
            <a:pPr>
              <a:defRPr/>
            </a:pPr>
            <a:r>
              <a:rPr lang="fr-FR" smtClean="0"/>
              <a:t>I will exalt You You are my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TU ES AVEC MOI TU ES AVEC MOI</a:t>
            </a:r>
          </a:p>
          <a:p>
            <a:pPr>
              <a:defRPr/>
            </a:pPr>
            <a:r>
              <a:rPr lang="fr-FR" smtClean="0"/>
              <a:t>Because You're with me Because You're with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TU ES AVEC MOI JE N’AURAI PAS PEUR</a:t>
            </a:r>
          </a:p>
          <a:p>
            <a:pPr>
              <a:defRPr/>
            </a:pPr>
            <a:r>
              <a:rPr lang="fr-FR" smtClean="0"/>
              <a:t>Because You're with me I will not fear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MON ABRI SÛR ET MON REFUGE</a:t>
            </a:r>
          </a:p>
          <a:p>
            <a:pPr>
              <a:defRPr/>
            </a:pPr>
            <a:r>
              <a:rPr lang="fr-FR" smtClean="0"/>
              <a:t>My hiding place My safe refuge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MON TRÉSOR DIEU TU ES AMI ET ROI</a:t>
            </a:r>
          </a:p>
          <a:p>
            <a:pPr>
              <a:defRPr/>
            </a:pPr>
            <a:r>
              <a:rPr lang="fr-FR" smtClean="0"/>
              <a:t>My treasure Lord, You are My friend and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CELUI QUI EST OINT DIEU TRÈS SAINT</a:t>
            </a:r>
          </a:p>
          <a:p>
            <a:pPr>
              <a:defRPr/>
            </a:pPr>
            <a:r>
              <a:rPr lang="fr-FR" smtClean="0"/>
              <a:t>Anointed One Most Holy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T’EXALTERAI JE T’EXALTERAI</a:t>
            </a:r>
          </a:p>
          <a:p>
            <a:r>
              <a:rPr lang="fr-FR" smtClean="0"/>
              <a:t>I will exalt You I will exalt You</a:t>
            </a:r>
          </a:p>
          <a:p>
            <a:endParaRPr lang="fr-FR" smtClean="0"/>
          </a:p>
          <a:p>
            <a:r>
              <a:rPr lang="fr-FR" smtClean="0"/>
              <a:t>2-  JE T’EXALTERAI TU ES MON DIEU</a:t>
            </a:r>
          </a:p>
          <a:p>
            <a:r>
              <a:rPr lang="fr-FR" smtClean="0"/>
              <a:t>I will exalt You You are my God</a:t>
            </a:r>
          </a:p>
          <a:p>
            <a:endParaRPr lang="fr-FR" smtClean="0"/>
          </a:p>
          <a:p>
            <a:r>
              <a:rPr lang="fr-FR" smtClean="0"/>
              <a:t>3-  TU ES AVEC MOI TU ES AVEC MOI</a:t>
            </a:r>
          </a:p>
          <a:p>
            <a:r>
              <a:rPr lang="fr-FR" smtClean="0"/>
              <a:t>Because You're with me Because You're with me</a:t>
            </a:r>
          </a:p>
          <a:p>
            <a:endParaRPr lang="fr-FR" smtClean="0"/>
          </a:p>
          <a:p>
            <a:r>
              <a:rPr lang="fr-FR" smtClean="0"/>
              <a:t>4-  TU ES AVEC MOI JE N’AURAI PAS PEUR</a:t>
            </a:r>
          </a:p>
          <a:p>
            <a:r>
              <a:rPr lang="fr-FR" smtClean="0"/>
              <a:t>Because You're with me I will not fear</a:t>
            </a:r>
          </a:p>
          <a:p>
            <a:endParaRPr lang="fr-FR" smtClean="0"/>
          </a:p>
          <a:p>
            <a:r>
              <a:rPr lang="fr-FR" smtClean="0"/>
              <a:t>5-  MON ABRI SÛR ET MON REFUGE</a:t>
            </a:r>
          </a:p>
          <a:p>
            <a:r>
              <a:rPr lang="fr-FR" smtClean="0"/>
              <a:t>My hiding place My safe refuge</a:t>
            </a:r>
          </a:p>
          <a:p>
            <a:endParaRPr lang="fr-FR" smtClean="0"/>
          </a:p>
          <a:p>
            <a:r>
              <a:rPr lang="fr-FR" smtClean="0"/>
              <a:t>6-  MON TRÉSOR DIEU TU ES AMI ET ROI</a:t>
            </a:r>
          </a:p>
          <a:p>
            <a:r>
              <a:rPr lang="fr-FR" smtClean="0"/>
              <a:t>My treasure Lord, You are My friend and King</a:t>
            </a:r>
          </a:p>
          <a:p>
            <a:endParaRPr lang="fr-FR" smtClean="0"/>
          </a:p>
          <a:p>
            <a:r>
              <a:rPr lang="fr-FR" smtClean="0"/>
              <a:t>7-  CELUI QUI EST OINT DIEU TRÈS SAINT</a:t>
            </a:r>
          </a:p>
          <a:p>
            <a:r>
              <a:rPr lang="fr-FR" smtClean="0"/>
              <a:t>Anointed One Most Holy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T’EXALTERAI JE T’EXALTERAI</a:t>
            </a:r>
          </a:p>
          <a:p>
            <a:pPr>
              <a:defRPr/>
            </a:pPr>
            <a:r>
              <a:rPr lang="fr-FR" smtClean="0"/>
              <a:t>I will exalt You I will exalt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T’EXALTERAI TU ES MON DIEU</a:t>
            </a:r>
          </a:p>
          <a:p>
            <a:pPr>
              <a:defRPr/>
            </a:pPr>
            <a:r>
              <a:rPr lang="fr-FR" smtClean="0"/>
              <a:t>I will exalt You You are my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TU ES AVEC MOI TU ES AVEC MOI</a:t>
            </a:r>
          </a:p>
          <a:p>
            <a:pPr>
              <a:defRPr/>
            </a:pPr>
            <a:r>
              <a:rPr lang="fr-FR" smtClean="0"/>
              <a:t>Because You're with me Because You're with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TU ES AVEC MOI JE N’AURAI PAS PEUR</a:t>
            </a:r>
          </a:p>
          <a:p>
            <a:pPr>
              <a:defRPr/>
            </a:pPr>
            <a:r>
              <a:rPr lang="fr-FR" smtClean="0"/>
              <a:t>Because You're with me I will not fear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MON ABRI SÛR ET MON REFUGE</a:t>
            </a:r>
          </a:p>
          <a:p>
            <a:pPr>
              <a:defRPr/>
            </a:pPr>
            <a:r>
              <a:rPr lang="fr-FR" smtClean="0"/>
              <a:t>My hiding place My safe refuge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MON TRÉSOR DIEU TU ES AMI ET ROI</a:t>
            </a:r>
          </a:p>
          <a:p>
            <a:pPr>
              <a:defRPr/>
            </a:pPr>
            <a:r>
              <a:rPr lang="fr-FR" smtClean="0"/>
              <a:t>My treasure Lord, You are My friend and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CELUI QUI EST OINT DIEU TRÈS SAINT</a:t>
            </a:r>
          </a:p>
          <a:p>
            <a:pPr>
              <a:defRPr/>
            </a:pPr>
            <a:r>
              <a:rPr lang="fr-FR" smtClean="0"/>
              <a:t>Anointed One Most Holy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T’EXALTERAI JE T’EXALTERAI</a:t>
            </a:r>
          </a:p>
          <a:p>
            <a:r>
              <a:rPr lang="fr-FR" smtClean="0"/>
              <a:t>I will exalt You I will exalt You</a:t>
            </a:r>
          </a:p>
          <a:p>
            <a:endParaRPr lang="fr-FR" smtClean="0"/>
          </a:p>
          <a:p>
            <a:r>
              <a:rPr lang="fr-FR" smtClean="0"/>
              <a:t>2-  JE T’EXALTERAI TU ES MON DIEU</a:t>
            </a:r>
          </a:p>
          <a:p>
            <a:r>
              <a:rPr lang="fr-FR" smtClean="0"/>
              <a:t>I will exalt You You are my God</a:t>
            </a:r>
          </a:p>
          <a:p>
            <a:endParaRPr lang="fr-FR" smtClean="0"/>
          </a:p>
          <a:p>
            <a:r>
              <a:rPr lang="fr-FR" smtClean="0"/>
              <a:t>3-  TU ES AVEC MOI TU ES AVEC MOI</a:t>
            </a:r>
          </a:p>
          <a:p>
            <a:r>
              <a:rPr lang="fr-FR" smtClean="0"/>
              <a:t>Because You're with me Because You're with me</a:t>
            </a:r>
          </a:p>
          <a:p>
            <a:endParaRPr lang="fr-FR" smtClean="0"/>
          </a:p>
          <a:p>
            <a:r>
              <a:rPr lang="fr-FR" smtClean="0"/>
              <a:t>4-  TU ES AVEC MOI JE N’AURAI PAS PEUR</a:t>
            </a:r>
          </a:p>
          <a:p>
            <a:r>
              <a:rPr lang="fr-FR" smtClean="0"/>
              <a:t>Because You're with me I will not fear</a:t>
            </a:r>
          </a:p>
          <a:p>
            <a:endParaRPr lang="fr-FR" smtClean="0"/>
          </a:p>
          <a:p>
            <a:r>
              <a:rPr lang="fr-FR" smtClean="0"/>
              <a:t>5-  MON ABRI SÛR ET MON REFUGE</a:t>
            </a:r>
          </a:p>
          <a:p>
            <a:r>
              <a:rPr lang="fr-FR" smtClean="0"/>
              <a:t>My hiding place My safe refuge</a:t>
            </a:r>
          </a:p>
          <a:p>
            <a:endParaRPr lang="fr-FR" smtClean="0"/>
          </a:p>
          <a:p>
            <a:r>
              <a:rPr lang="fr-FR" smtClean="0"/>
              <a:t>6-  MON TRÉSOR DIEU TU ES AMI ET ROI</a:t>
            </a:r>
          </a:p>
          <a:p>
            <a:r>
              <a:rPr lang="fr-FR" smtClean="0"/>
              <a:t>My treasure Lord, You are My friend and King</a:t>
            </a:r>
          </a:p>
          <a:p>
            <a:endParaRPr lang="fr-FR" smtClean="0"/>
          </a:p>
          <a:p>
            <a:r>
              <a:rPr lang="fr-FR" smtClean="0"/>
              <a:t>7-  CELUI QUI EST OINT DIEU TRÈS SAINT</a:t>
            </a:r>
          </a:p>
          <a:p>
            <a:r>
              <a:rPr lang="fr-FR" smtClean="0"/>
              <a:t>Anointed One Most Holy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T’EXALTERAI JE T’EXALTERAI</a:t>
            </a:r>
          </a:p>
          <a:p>
            <a:pPr>
              <a:defRPr/>
            </a:pPr>
            <a:r>
              <a:rPr lang="fr-FR" smtClean="0"/>
              <a:t>I will exalt You I will exalt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T’EXALTERAI TU ES MON DIEU</a:t>
            </a:r>
          </a:p>
          <a:p>
            <a:pPr>
              <a:defRPr/>
            </a:pPr>
            <a:r>
              <a:rPr lang="fr-FR" smtClean="0"/>
              <a:t>I will exalt You You are my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TU ES AVEC MOI TU ES AVEC MOI</a:t>
            </a:r>
          </a:p>
          <a:p>
            <a:pPr>
              <a:defRPr/>
            </a:pPr>
            <a:r>
              <a:rPr lang="fr-FR" smtClean="0"/>
              <a:t>Because You're with me Because You're with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TU ES AVEC MOI JE N’AURAI PAS PEUR</a:t>
            </a:r>
          </a:p>
          <a:p>
            <a:pPr>
              <a:defRPr/>
            </a:pPr>
            <a:r>
              <a:rPr lang="fr-FR" smtClean="0"/>
              <a:t>Because You're with me I will not fear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MON ABRI SÛR ET MON REFUGE</a:t>
            </a:r>
          </a:p>
          <a:p>
            <a:pPr>
              <a:defRPr/>
            </a:pPr>
            <a:r>
              <a:rPr lang="fr-FR" smtClean="0"/>
              <a:t>My hiding place My safe refuge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MON TRÉSOR DIEU TU ES AMI ET ROI</a:t>
            </a:r>
          </a:p>
          <a:p>
            <a:pPr>
              <a:defRPr/>
            </a:pPr>
            <a:r>
              <a:rPr lang="fr-FR" smtClean="0"/>
              <a:t>My treasure Lord, You are My friend and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CELUI QUI EST OINT DIEU TRÈS SAINT</a:t>
            </a:r>
          </a:p>
          <a:p>
            <a:pPr>
              <a:defRPr/>
            </a:pPr>
            <a:r>
              <a:rPr lang="fr-FR" smtClean="0"/>
              <a:t>Anointed One Most Holy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T’EXALTERAI JE T’EXALTERAI</a:t>
            </a:r>
          </a:p>
          <a:p>
            <a:r>
              <a:rPr lang="fr-FR" smtClean="0"/>
              <a:t>I will exalt You I will exalt You</a:t>
            </a:r>
          </a:p>
          <a:p>
            <a:endParaRPr lang="fr-FR" smtClean="0"/>
          </a:p>
          <a:p>
            <a:r>
              <a:rPr lang="fr-FR" smtClean="0"/>
              <a:t>2-  JE T’EXALTERAI TU ES MON DIEU</a:t>
            </a:r>
          </a:p>
          <a:p>
            <a:r>
              <a:rPr lang="fr-FR" smtClean="0"/>
              <a:t>I will exalt You You are my God</a:t>
            </a:r>
          </a:p>
          <a:p>
            <a:endParaRPr lang="fr-FR" smtClean="0"/>
          </a:p>
          <a:p>
            <a:r>
              <a:rPr lang="fr-FR" smtClean="0"/>
              <a:t>3-  TU ES AVEC MOI TU ES AVEC MOI</a:t>
            </a:r>
          </a:p>
          <a:p>
            <a:r>
              <a:rPr lang="fr-FR" smtClean="0"/>
              <a:t>Because You're with me Because You're with me</a:t>
            </a:r>
          </a:p>
          <a:p>
            <a:endParaRPr lang="fr-FR" smtClean="0"/>
          </a:p>
          <a:p>
            <a:r>
              <a:rPr lang="fr-FR" smtClean="0"/>
              <a:t>4-  TU ES AVEC MOI JE N’AURAI PAS PEUR</a:t>
            </a:r>
          </a:p>
          <a:p>
            <a:r>
              <a:rPr lang="fr-FR" smtClean="0"/>
              <a:t>Because You're with me I will not fear</a:t>
            </a:r>
          </a:p>
          <a:p>
            <a:endParaRPr lang="fr-FR" smtClean="0"/>
          </a:p>
          <a:p>
            <a:r>
              <a:rPr lang="fr-FR" smtClean="0"/>
              <a:t>5-  MON ABRI SÛR ET MON REFUGE</a:t>
            </a:r>
          </a:p>
          <a:p>
            <a:r>
              <a:rPr lang="fr-FR" smtClean="0"/>
              <a:t>My hiding place My safe refuge</a:t>
            </a:r>
          </a:p>
          <a:p>
            <a:endParaRPr lang="fr-FR" smtClean="0"/>
          </a:p>
          <a:p>
            <a:r>
              <a:rPr lang="fr-FR" smtClean="0"/>
              <a:t>6-  MON TRÉSOR DIEU TU ES AMI ET ROI</a:t>
            </a:r>
          </a:p>
          <a:p>
            <a:r>
              <a:rPr lang="fr-FR" smtClean="0"/>
              <a:t>My treasure Lord, You are My friend and King</a:t>
            </a:r>
          </a:p>
          <a:p>
            <a:endParaRPr lang="fr-FR" smtClean="0"/>
          </a:p>
          <a:p>
            <a:r>
              <a:rPr lang="fr-FR" smtClean="0"/>
              <a:t>7-  CELUI QUI EST OINT DIEU TRÈS SAINT</a:t>
            </a:r>
          </a:p>
          <a:p>
            <a:r>
              <a:rPr lang="fr-FR" smtClean="0"/>
              <a:t>Anointed One Most Holy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T’EXALTERAI JE T’EXALTERAI</a:t>
            </a:r>
          </a:p>
          <a:p>
            <a:pPr>
              <a:defRPr/>
            </a:pPr>
            <a:r>
              <a:rPr lang="fr-FR" smtClean="0"/>
              <a:t>I will exalt You I will exalt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T’EXALTERAI TU ES MON DIEU</a:t>
            </a:r>
          </a:p>
          <a:p>
            <a:pPr>
              <a:defRPr/>
            </a:pPr>
            <a:r>
              <a:rPr lang="fr-FR" smtClean="0"/>
              <a:t>I will exalt You You are my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TU ES AVEC MOI TU ES AVEC MOI</a:t>
            </a:r>
          </a:p>
          <a:p>
            <a:pPr>
              <a:defRPr/>
            </a:pPr>
            <a:r>
              <a:rPr lang="fr-FR" smtClean="0"/>
              <a:t>Because You're with me Because You're with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TU ES AVEC MOI JE N’AURAI PAS PEUR</a:t>
            </a:r>
          </a:p>
          <a:p>
            <a:pPr>
              <a:defRPr/>
            </a:pPr>
            <a:r>
              <a:rPr lang="fr-FR" smtClean="0"/>
              <a:t>Because You're with me I will not fear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MON ABRI SÛR ET MON REFUGE</a:t>
            </a:r>
          </a:p>
          <a:p>
            <a:pPr>
              <a:defRPr/>
            </a:pPr>
            <a:r>
              <a:rPr lang="fr-FR" smtClean="0"/>
              <a:t>My hiding place My safe refuge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MON TRÉSOR DIEU TU ES AMI ET ROI</a:t>
            </a:r>
          </a:p>
          <a:p>
            <a:pPr>
              <a:defRPr/>
            </a:pPr>
            <a:r>
              <a:rPr lang="fr-FR" smtClean="0"/>
              <a:t>My treasure Lord, You are My friend and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CELUI QUI EST OINT DIEU TRÈS SAINT</a:t>
            </a:r>
          </a:p>
          <a:p>
            <a:pPr>
              <a:defRPr/>
            </a:pPr>
            <a:r>
              <a:rPr lang="fr-FR" smtClean="0"/>
              <a:t>Anointed One Most Holy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T’EXALTERAI JE T’EXALTERAI</a:t>
            </a:r>
          </a:p>
          <a:p>
            <a:r>
              <a:rPr lang="fr-FR" smtClean="0"/>
              <a:t>I will exalt You I will exalt You</a:t>
            </a:r>
          </a:p>
          <a:p>
            <a:endParaRPr lang="fr-FR" smtClean="0"/>
          </a:p>
          <a:p>
            <a:r>
              <a:rPr lang="fr-FR" smtClean="0"/>
              <a:t>2-  JE T’EXALTERAI TU ES MON DIEU</a:t>
            </a:r>
          </a:p>
          <a:p>
            <a:r>
              <a:rPr lang="fr-FR" smtClean="0"/>
              <a:t>I will exalt You You are my God</a:t>
            </a:r>
          </a:p>
          <a:p>
            <a:endParaRPr lang="fr-FR" smtClean="0"/>
          </a:p>
          <a:p>
            <a:r>
              <a:rPr lang="fr-FR" smtClean="0"/>
              <a:t>3-  TU ES AVEC MOI TU ES AVEC MOI</a:t>
            </a:r>
          </a:p>
          <a:p>
            <a:r>
              <a:rPr lang="fr-FR" smtClean="0"/>
              <a:t>Because You're with me Because You're with me</a:t>
            </a:r>
          </a:p>
          <a:p>
            <a:endParaRPr lang="fr-FR" smtClean="0"/>
          </a:p>
          <a:p>
            <a:r>
              <a:rPr lang="fr-FR" smtClean="0"/>
              <a:t>4-  TU ES AVEC MOI JE N’AURAI PAS PEUR</a:t>
            </a:r>
          </a:p>
          <a:p>
            <a:r>
              <a:rPr lang="fr-FR" smtClean="0"/>
              <a:t>Because You're with me I will not fear</a:t>
            </a:r>
          </a:p>
          <a:p>
            <a:endParaRPr lang="fr-FR" smtClean="0"/>
          </a:p>
          <a:p>
            <a:r>
              <a:rPr lang="fr-FR" smtClean="0"/>
              <a:t>5-  MON ABRI SÛR ET MON REFUGE</a:t>
            </a:r>
          </a:p>
          <a:p>
            <a:r>
              <a:rPr lang="fr-FR" smtClean="0"/>
              <a:t>My hiding place My safe refuge</a:t>
            </a:r>
          </a:p>
          <a:p>
            <a:endParaRPr lang="fr-FR" smtClean="0"/>
          </a:p>
          <a:p>
            <a:r>
              <a:rPr lang="fr-FR" smtClean="0"/>
              <a:t>6-  MON TRÉSOR DIEU TU ES AMI ET ROI</a:t>
            </a:r>
          </a:p>
          <a:p>
            <a:r>
              <a:rPr lang="fr-FR" smtClean="0"/>
              <a:t>My treasure Lord, You are My friend and King</a:t>
            </a:r>
          </a:p>
          <a:p>
            <a:endParaRPr lang="fr-FR" smtClean="0"/>
          </a:p>
          <a:p>
            <a:r>
              <a:rPr lang="fr-FR" smtClean="0"/>
              <a:t>7-  CELUI QUI EST OINT DIEU TRÈS SAINT</a:t>
            </a:r>
          </a:p>
          <a:p>
            <a:r>
              <a:rPr lang="fr-FR" smtClean="0"/>
              <a:t>Anointed One Most Holy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CE18-191E-4286-8CF9-8416AA11ED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DB225-C610-411A-915A-71857C2E08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8BB79-5DDC-48B4-B563-7E47655A48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364D8-A315-41C9-9CDA-45055B2054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02C49-E43E-410B-AC85-48A6827C33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B4E14-78B2-44B0-965F-19D565F3A3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A95BD-63C9-4074-8185-7D5446BDFF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702BD-0FE5-422B-BD17-67AB9AEE38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E03C3-0F5A-4937-953D-A5A4B490FA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2B745-991A-49F6-AA6F-C6C85EC259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64828-46E7-4823-BB4C-5696F1E607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7CC559B-9A8B-416C-B2E6-C371DCD159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T’EXALTERAI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T’EXALTERAI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T’EXALTERAI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MON DIEU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AVEC MOI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N’AURAI PAS PEUR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ABRI SÛR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MON REFUGE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TRÉSOR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AMI ET ROI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CELUI QUI EST OINT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 TRÈS SAINT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1531</Words>
  <Application>Microsoft Office PowerPoint</Application>
  <PresentationFormat>On-screen Show (4:3)</PresentationFormat>
  <Paragraphs>294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2015-04-18T12:15:18Z</dcterms:modified>
</cp:coreProperties>
</file>