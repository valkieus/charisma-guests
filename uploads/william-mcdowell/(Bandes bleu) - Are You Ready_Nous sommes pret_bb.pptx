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  <p:sldId id="267" r:id="rId12"/>
    <p:sldId id="268" r:id="rId13"/>
    <p:sldId id="269" r:id="rId14"/>
    <p:sldId id="270" r:id="rId15"/>
    <p:sldId id="271" r:id="rId16"/>
    <p:sldId id="285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65" autoAdjust="0"/>
    <p:restoredTop sz="43140" autoAdjust="0"/>
  </p:normalViewPr>
  <p:slideViewPr>
    <p:cSldViewPr>
      <p:cViewPr>
        <p:scale>
          <a:sx n="40" d="100"/>
          <a:sy n="40" d="100"/>
        </p:scale>
        <p:origin x="-846" y="-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513438F-01C0-4AE5-A8FB-B29F115F490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3A053C7-CADB-404C-A1BB-F9D587A60F3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PEUX-TU LE VOIR PEUX-TU L’ENTENDRE</a:t>
            </a:r>
          </a:p>
          <a:p>
            <a:pPr>
              <a:defRPr/>
            </a:pPr>
            <a:r>
              <a:rPr lang="fr-FR" dirty="0" smtClean="0"/>
              <a:t>     Can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Can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  ENTENDS LA VOIX DU PÈRE NOUS APPELANT PLUS HAUT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Hear</a:t>
            </a:r>
            <a:r>
              <a:rPr lang="fr-FR" dirty="0" smtClean="0"/>
              <a:t> the </a:t>
            </a:r>
            <a:r>
              <a:rPr lang="fr-FR" dirty="0" err="1" smtClean="0"/>
              <a:t>voice</a:t>
            </a:r>
            <a:r>
              <a:rPr lang="fr-FR" dirty="0" smtClean="0"/>
              <a:t> of the </a:t>
            </a:r>
            <a:r>
              <a:rPr lang="fr-FR" dirty="0" err="1" smtClean="0"/>
              <a:t>Father</a:t>
            </a:r>
            <a:r>
              <a:rPr lang="fr-FR" dirty="0" smtClean="0"/>
              <a:t> </a:t>
            </a:r>
            <a:r>
              <a:rPr lang="fr-FR" dirty="0" err="1" smtClean="0"/>
              <a:t>calling</a:t>
            </a:r>
            <a:r>
              <a:rPr lang="fr-FR" dirty="0" smtClean="0"/>
              <a:t> us </a:t>
            </a:r>
            <a:r>
              <a:rPr lang="fr-FR" dirty="0" err="1" smtClean="0"/>
              <a:t>higher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3-  POUR ÉCOUTER ET POUR VOIR</a:t>
            </a:r>
          </a:p>
          <a:p>
            <a:pPr>
              <a:defRPr/>
            </a:pPr>
            <a:r>
              <a:rPr lang="fr-FR" dirty="0" smtClean="0"/>
              <a:t>     To </a:t>
            </a:r>
            <a:r>
              <a:rPr lang="fr-FR" dirty="0" err="1" smtClean="0"/>
              <a:t>hear</a:t>
            </a:r>
            <a:r>
              <a:rPr lang="fr-FR" dirty="0" smtClean="0"/>
              <a:t> and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4-  QUE LA TERRE ATTEND DÉSESPÉRÉMENT UN MOUVEMENT DE DIEU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that</a:t>
            </a:r>
            <a:r>
              <a:rPr lang="fr-FR" dirty="0" smtClean="0"/>
              <a:t> the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in </a:t>
            </a:r>
            <a:r>
              <a:rPr lang="fr-FR" dirty="0" err="1" smtClean="0"/>
              <a:t>need</a:t>
            </a:r>
            <a:r>
              <a:rPr lang="fr-FR" dirty="0" smtClean="0"/>
              <a:t>; </a:t>
            </a:r>
            <a:r>
              <a:rPr lang="fr-FR" dirty="0" err="1" smtClean="0"/>
              <a:t>desperate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a move of </a:t>
            </a:r>
            <a:r>
              <a:rPr lang="fr-FR" dirty="0" err="1" smtClean="0"/>
              <a:t>God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5-  ILS CRIENT SI FORT NOUS CRIONS FORT, CRIONS PLUS FORT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They</a:t>
            </a:r>
            <a:r>
              <a:rPr lang="fr-FR" dirty="0" smtClean="0"/>
              <a:t> are </a:t>
            </a:r>
            <a:r>
              <a:rPr lang="fr-FR" dirty="0" err="1" smtClean="0"/>
              <a:t>crying</a:t>
            </a:r>
            <a:r>
              <a:rPr lang="fr-FR" dirty="0" smtClean="0"/>
              <a:t> out, </a:t>
            </a:r>
            <a:r>
              <a:rPr lang="fr-FR" dirty="0" err="1" smtClean="0"/>
              <a:t>we</a:t>
            </a:r>
            <a:r>
              <a:rPr lang="fr-FR" dirty="0" smtClean="0"/>
              <a:t> are </a:t>
            </a:r>
            <a:r>
              <a:rPr lang="fr-FR" dirty="0" err="1" smtClean="0"/>
              <a:t>crying</a:t>
            </a:r>
            <a:r>
              <a:rPr lang="fr-FR" dirty="0" smtClean="0"/>
              <a:t> out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aloud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	Refrain</a:t>
            </a:r>
          </a:p>
          <a:p>
            <a:pPr>
              <a:defRPr/>
            </a:pPr>
            <a:r>
              <a:rPr lang="fr-FR" dirty="0" smtClean="0"/>
              <a:t>	6-  NOUS SOMMES PRÊTS</a:t>
            </a:r>
          </a:p>
          <a:p>
            <a:pPr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We’re</a:t>
            </a:r>
            <a:r>
              <a:rPr lang="fr-FR" dirty="0" smtClean="0"/>
              <a:t> </a:t>
            </a:r>
            <a:r>
              <a:rPr lang="fr-FR" dirty="0" err="1" smtClean="0"/>
              <a:t>ready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7-  NOUS SOMMES PRÊTS DES AVEUGLES VOIR</a:t>
            </a:r>
          </a:p>
          <a:p>
            <a:pPr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We’re</a:t>
            </a:r>
            <a:r>
              <a:rPr lang="fr-FR" dirty="0" smtClean="0"/>
              <a:t> </a:t>
            </a:r>
            <a:r>
              <a:rPr lang="fr-FR" dirty="0" err="1" smtClean="0"/>
              <a:t>ready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blind</a:t>
            </a:r>
            <a:r>
              <a:rPr lang="fr-FR" dirty="0" smtClean="0"/>
              <a:t> </a:t>
            </a:r>
            <a:r>
              <a:rPr lang="fr-FR" dirty="0" err="1" smtClean="0"/>
              <a:t>eyes</a:t>
            </a:r>
            <a:r>
              <a:rPr lang="fr-FR" dirty="0" smtClean="0"/>
              <a:t> open</a:t>
            </a:r>
          </a:p>
          <a:p>
            <a:pPr>
              <a:defRPr/>
            </a:pPr>
            <a:r>
              <a:rPr lang="fr-FR" dirty="0" smtClean="0"/>
              <a:t>	8-  ET DES LIENS BRISÉS</a:t>
            </a:r>
          </a:p>
          <a:p>
            <a:pPr>
              <a:defRPr/>
            </a:pPr>
            <a:r>
              <a:rPr lang="fr-FR" dirty="0" smtClean="0"/>
              <a:t>	     Bondage </a:t>
            </a:r>
            <a:r>
              <a:rPr lang="fr-FR" dirty="0" err="1" smtClean="0"/>
              <a:t>broken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9-   NOUS SOMMES PRÊTS</a:t>
            </a:r>
          </a:p>
          <a:p>
            <a:pPr>
              <a:defRPr/>
            </a:pPr>
            <a:r>
              <a:rPr lang="fr-FR" dirty="0" smtClean="0"/>
              <a:t>	      </a:t>
            </a:r>
            <a:r>
              <a:rPr lang="fr-FR" dirty="0" err="1" smtClean="0"/>
              <a:t>We’re</a:t>
            </a:r>
            <a:r>
              <a:rPr lang="fr-FR" dirty="0" smtClean="0"/>
              <a:t> </a:t>
            </a:r>
            <a:r>
              <a:rPr lang="fr-FR" dirty="0" err="1" smtClean="0"/>
              <a:t>ready</a:t>
            </a:r>
            <a:r>
              <a:rPr lang="fr-FR" dirty="0" smtClean="0"/>
              <a:t> 	</a:t>
            </a:r>
          </a:p>
          <a:p>
            <a:pPr>
              <a:defRPr/>
            </a:pPr>
            <a:r>
              <a:rPr lang="fr-FR" dirty="0" smtClean="0"/>
              <a:t>	10- NOUS SOMMES PRÊTS À VOIR LES NATIONS RESTAURÉES</a:t>
            </a:r>
          </a:p>
          <a:p>
            <a:pPr>
              <a:defRPr/>
            </a:pPr>
            <a:r>
              <a:rPr lang="fr-FR" dirty="0" smtClean="0"/>
              <a:t>	      </a:t>
            </a:r>
            <a:r>
              <a:rPr lang="fr-FR" dirty="0" err="1" smtClean="0"/>
              <a:t>We’re</a:t>
            </a:r>
            <a:r>
              <a:rPr lang="fr-FR" dirty="0" smtClean="0"/>
              <a:t> </a:t>
            </a:r>
            <a:r>
              <a:rPr lang="fr-FR" dirty="0" err="1" smtClean="0"/>
              <a:t>ready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Nations </a:t>
            </a:r>
            <a:r>
              <a:rPr lang="fr-FR" dirty="0" err="1" smtClean="0"/>
              <a:t>healed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11-  ET TA GLOIRE RÉVÉLÉE</a:t>
            </a:r>
          </a:p>
          <a:p>
            <a:pPr>
              <a:defRPr/>
            </a:pPr>
            <a:r>
              <a:rPr lang="fr-FR" dirty="0" smtClean="0"/>
              <a:t>	 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glory</a:t>
            </a:r>
            <a:r>
              <a:rPr lang="fr-FR" dirty="0" smtClean="0"/>
              <a:t> </a:t>
            </a:r>
            <a:r>
              <a:rPr lang="fr-FR" dirty="0" err="1" smtClean="0"/>
              <a:t>revealed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12-  NOUS SOMMES PRÊTS</a:t>
            </a:r>
          </a:p>
          <a:p>
            <a:pPr>
              <a:defRPr/>
            </a:pPr>
            <a:r>
              <a:rPr lang="fr-FR" dirty="0" smtClean="0"/>
              <a:t>	      </a:t>
            </a: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ready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13-  NOUS SOMMES PRÊTS À VOIR UN MOUVEMENT LA MAIN DE DIEU</a:t>
            </a:r>
          </a:p>
          <a:p>
            <a:pPr>
              <a:defRPr/>
            </a:pPr>
            <a:r>
              <a:rPr lang="fr-FR" dirty="0" smtClean="0"/>
              <a:t>	      </a:t>
            </a: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ready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a move of </a:t>
            </a:r>
            <a:r>
              <a:rPr lang="fr-FR" dirty="0" err="1" smtClean="0"/>
              <a:t>God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14-  ETES-VOUS PRÊTS ?</a:t>
            </a:r>
          </a:p>
          <a:p>
            <a:pPr>
              <a:defRPr/>
            </a:pPr>
            <a:r>
              <a:rPr lang="fr-FR" dirty="0" smtClean="0"/>
              <a:t>	      Are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ready</a:t>
            </a:r>
            <a:r>
              <a:rPr lang="fr-FR" dirty="0" smtClean="0"/>
              <a:t>?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15-  NOUS LE VOYONS NOUS L’ENTENDONS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16-  ENTENDS LA VOIX DU PÈRE NOUS APPELANT PLUS HAUT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Hear</a:t>
            </a:r>
            <a:r>
              <a:rPr lang="fr-FR" dirty="0" smtClean="0"/>
              <a:t> the </a:t>
            </a:r>
            <a:r>
              <a:rPr lang="fr-FR" dirty="0" err="1" smtClean="0"/>
              <a:t>voice</a:t>
            </a:r>
            <a:r>
              <a:rPr lang="fr-FR" dirty="0" smtClean="0"/>
              <a:t> of the </a:t>
            </a:r>
            <a:r>
              <a:rPr lang="fr-FR" dirty="0" err="1" smtClean="0"/>
              <a:t>Father</a:t>
            </a:r>
            <a:r>
              <a:rPr lang="fr-FR" dirty="0" smtClean="0"/>
              <a:t> </a:t>
            </a:r>
            <a:r>
              <a:rPr lang="fr-FR" dirty="0" err="1" smtClean="0"/>
              <a:t>calling</a:t>
            </a:r>
            <a:r>
              <a:rPr lang="fr-FR" dirty="0" smtClean="0"/>
              <a:t> us </a:t>
            </a:r>
            <a:r>
              <a:rPr lang="fr-FR" dirty="0" err="1" smtClean="0"/>
              <a:t>higher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17-  POUR ÉCOUTER ET POUR VOIR</a:t>
            </a:r>
          </a:p>
          <a:p>
            <a:pPr>
              <a:defRPr/>
            </a:pPr>
            <a:r>
              <a:rPr lang="fr-FR" dirty="0" smtClean="0"/>
              <a:t>      to </a:t>
            </a:r>
            <a:r>
              <a:rPr lang="fr-FR" dirty="0" err="1" smtClean="0"/>
              <a:t>hear</a:t>
            </a:r>
            <a:r>
              <a:rPr lang="fr-FR" dirty="0" smtClean="0"/>
              <a:t> and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18-  QUE LA TERRE ATTEND DÉSESPÉRÉMENT UN MOUVEMENT DE DIEU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that</a:t>
            </a:r>
            <a:r>
              <a:rPr lang="fr-FR" dirty="0" smtClean="0"/>
              <a:t> the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in </a:t>
            </a:r>
            <a:r>
              <a:rPr lang="fr-FR" dirty="0" err="1" smtClean="0"/>
              <a:t>need</a:t>
            </a:r>
            <a:r>
              <a:rPr lang="fr-FR" dirty="0" smtClean="0"/>
              <a:t>; </a:t>
            </a:r>
            <a:r>
              <a:rPr lang="fr-FR" dirty="0" err="1" smtClean="0"/>
              <a:t>desperate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a move of </a:t>
            </a:r>
            <a:r>
              <a:rPr lang="fr-FR" dirty="0" err="1" smtClean="0"/>
              <a:t>God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19-  ILS CRIENT SI FORT NOUS CRIONS FORT, CRIONS PLUS FORT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They</a:t>
            </a:r>
            <a:r>
              <a:rPr lang="fr-FR" dirty="0" smtClean="0"/>
              <a:t> are </a:t>
            </a:r>
            <a:r>
              <a:rPr lang="fr-FR" dirty="0" err="1" smtClean="0"/>
              <a:t>crying</a:t>
            </a:r>
            <a:r>
              <a:rPr lang="fr-FR" dirty="0" smtClean="0"/>
              <a:t> out, </a:t>
            </a:r>
            <a:r>
              <a:rPr lang="fr-FR" dirty="0" err="1" smtClean="0"/>
              <a:t>hear</a:t>
            </a:r>
            <a:r>
              <a:rPr lang="fr-FR" dirty="0" smtClean="0"/>
              <a:t> us </a:t>
            </a:r>
            <a:r>
              <a:rPr lang="fr-FR" dirty="0" err="1" smtClean="0"/>
              <a:t>crying</a:t>
            </a:r>
            <a:r>
              <a:rPr lang="fr-FR" dirty="0" smtClean="0"/>
              <a:t> out, </a:t>
            </a:r>
            <a:r>
              <a:rPr lang="fr-FR" dirty="0" err="1" smtClean="0"/>
              <a:t>hear</a:t>
            </a:r>
            <a:r>
              <a:rPr lang="fr-FR" dirty="0" smtClean="0"/>
              <a:t> us </a:t>
            </a: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aloud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Pont:</a:t>
            </a:r>
          </a:p>
          <a:p>
            <a:pPr>
              <a:defRPr/>
            </a:pPr>
            <a:r>
              <a:rPr lang="fr-FR" dirty="0" smtClean="0"/>
              <a:t>20-  DES SIGNES ET MERVEILLES NOUS CROYONS, NOUS LE VERRONS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Signs</a:t>
            </a:r>
            <a:r>
              <a:rPr lang="fr-FR" dirty="0" smtClean="0"/>
              <a:t> and </a:t>
            </a:r>
            <a:r>
              <a:rPr lang="fr-FR" dirty="0" err="1" smtClean="0"/>
              <a:t>wonders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see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21-  DES MIRACLES LE SALUT DANS CE LIEU</a:t>
            </a:r>
          </a:p>
          <a:p>
            <a:pPr>
              <a:defRPr/>
            </a:pPr>
            <a:r>
              <a:rPr lang="fr-FR" dirty="0" smtClean="0"/>
              <a:t>      Miracles, salvation In </a:t>
            </a:r>
            <a:r>
              <a:rPr lang="fr-FR" dirty="0" err="1" smtClean="0"/>
              <a:t>this</a:t>
            </a:r>
            <a:r>
              <a:rPr lang="fr-FR" dirty="0" smtClean="0"/>
              <a:t> place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Rap:</a:t>
            </a:r>
          </a:p>
          <a:p>
            <a:pPr>
              <a:defRPr/>
            </a:pPr>
            <a:r>
              <a:rPr lang="fr-FR" dirty="0" smtClean="0"/>
              <a:t>22-  NOUS ATTENDONS DES SIGNES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expecting</a:t>
            </a:r>
            <a:r>
              <a:rPr lang="fr-FR" dirty="0" smtClean="0"/>
              <a:t> </a:t>
            </a:r>
            <a:r>
              <a:rPr lang="fr-FR" dirty="0" err="1" smtClean="0"/>
              <a:t>signs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23-  MIRACLES ET MERVEILLES PARTOUT DANS NOTRE NATION</a:t>
            </a:r>
          </a:p>
          <a:p>
            <a:pPr>
              <a:defRPr/>
            </a:pPr>
            <a:r>
              <a:rPr lang="fr-FR" dirty="0" smtClean="0"/>
              <a:t>       Miracles and </a:t>
            </a:r>
            <a:r>
              <a:rPr lang="fr-FR" dirty="0" err="1" smtClean="0"/>
              <a:t>wonders</a:t>
            </a:r>
            <a:r>
              <a:rPr lang="fr-FR" dirty="0" smtClean="0"/>
              <a:t> </a:t>
            </a:r>
            <a:r>
              <a:rPr lang="fr-FR" dirty="0" err="1" smtClean="0"/>
              <a:t>across</a:t>
            </a:r>
            <a:r>
              <a:rPr lang="fr-FR" dirty="0" smtClean="0"/>
              <a:t> </a:t>
            </a:r>
            <a:r>
              <a:rPr lang="fr-FR" dirty="0" err="1" smtClean="0"/>
              <a:t>our</a:t>
            </a:r>
            <a:r>
              <a:rPr lang="fr-FR" dirty="0" smtClean="0"/>
              <a:t> nation</a:t>
            </a:r>
          </a:p>
          <a:p>
            <a:pPr>
              <a:defRPr/>
            </a:pPr>
            <a:r>
              <a:rPr lang="fr-FR" dirty="0" smtClean="0"/>
              <a:t>24-  ET À TRAVERS LE MONDE NOUS VOULONS VOIR</a:t>
            </a:r>
          </a:p>
          <a:p>
            <a:pPr>
              <a:defRPr/>
            </a:pPr>
            <a:r>
              <a:rPr lang="fr-FR" dirty="0" smtClean="0"/>
              <a:t>      And </a:t>
            </a:r>
            <a:r>
              <a:rPr lang="fr-FR" dirty="0" err="1" smtClean="0"/>
              <a:t>across</a:t>
            </a:r>
            <a:r>
              <a:rPr lang="fr-FR" dirty="0" smtClean="0"/>
              <a:t> the world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see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25-  DES GENS TROUVER DIEU ET LE SALUT</a:t>
            </a:r>
          </a:p>
          <a:p>
            <a:pPr>
              <a:defRPr/>
            </a:pPr>
            <a:r>
              <a:rPr lang="fr-FR" dirty="0" smtClean="0"/>
              <a:t>      people </a:t>
            </a:r>
            <a:r>
              <a:rPr lang="fr-FR" dirty="0" err="1" smtClean="0"/>
              <a:t>finding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and salvation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26-  OOH, NOUS SOMMES PRÊTS OOH, NOUS AVONS FAIMS</a:t>
            </a:r>
          </a:p>
          <a:p>
            <a:pPr>
              <a:defRPr/>
            </a:pPr>
            <a:r>
              <a:rPr lang="fr-FR" dirty="0" smtClean="0"/>
              <a:t>       Oh, </a:t>
            </a: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ready</a:t>
            </a:r>
            <a:r>
              <a:rPr lang="fr-FR" dirty="0" smtClean="0"/>
              <a:t> Oh, </a:t>
            </a: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hungry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27-  OOH, DESESPÉRÉS OOH, NOUS SOMMES PRÊTS</a:t>
            </a:r>
          </a:p>
          <a:p>
            <a:pPr>
              <a:defRPr/>
            </a:pPr>
            <a:r>
              <a:rPr lang="fr-FR" dirty="0" smtClean="0"/>
              <a:t>       Oh, </a:t>
            </a: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desperate</a:t>
            </a:r>
            <a:r>
              <a:rPr lang="fr-FR" dirty="0" smtClean="0"/>
              <a:t> Oh, </a:t>
            </a: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ready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28-  NOUS SOMMES PRÊTS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ready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PEUX-TU LE VOIR PEUX-TU L’ENTENDRE</a:t>
            </a:r>
          </a:p>
          <a:p>
            <a:pPr>
              <a:defRPr/>
            </a:pPr>
            <a:r>
              <a:rPr lang="fr-FR" smtClean="0"/>
              <a:t>     Can you see it Can you hear it</a:t>
            </a:r>
          </a:p>
          <a:p>
            <a:pPr>
              <a:defRPr/>
            </a:pPr>
            <a:r>
              <a:rPr lang="fr-FR" smtClean="0"/>
              <a:t>2-  ENTENDS LA VOIX DU PÈRE NOUS APPELANT PLUS HAUT</a:t>
            </a:r>
          </a:p>
          <a:p>
            <a:pPr>
              <a:defRPr/>
            </a:pPr>
            <a:r>
              <a:rPr lang="fr-FR" smtClean="0"/>
              <a:t>     Hear the voice of the Father calling us higher </a:t>
            </a:r>
          </a:p>
          <a:p>
            <a:pPr>
              <a:defRPr/>
            </a:pPr>
            <a:r>
              <a:rPr lang="fr-FR" smtClean="0"/>
              <a:t>3-  POUR ÉCOUTER ET POUR VOIR</a:t>
            </a:r>
          </a:p>
          <a:p>
            <a:pPr>
              <a:defRPr/>
            </a:pPr>
            <a:r>
              <a:rPr lang="fr-FR" smtClean="0"/>
              <a:t>     To hear and to see </a:t>
            </a:r>
          </a:p>
          <a:p>
            <a:pPr>
              <a:defRPr/>
            </a:pPr>
            <a:r>
              <a:rPr lang="fr-FR" smtClean="0"/>
              <a:t>4-  QUE LA TERRE ATTEND DÉSESPÉRÉMENT UN MOUVEMENT DE DIEU</a:t>
            </a:r>
          </a:p>
          <a:p>
            <a:pPr>
              <a:defRPr/>
            </a:pPr>
            <a:r>
              <a:rPr lang="fr-FR" smtClean="0"/>
              <a:t>     that the earth is in need; desperate to see a move of God</a:t>
            </a:r>
          </a:p>
          <a:p>
            <a:pPr>
              <a:defRPr/>
            </a:pPr>
            <a:r>
              <a:rPr lang="fr-FR" smtClean="0"/>
              <a:t>5-  ILS CRIENT SI FORT NOUS CRIONS FORT, CRIONS PLUS FORT</a:t>
            </a:r>
          </a:p>
          <a:p>
            <a:pPr>
              <a:defRPr/>
            </a:pPr>
            <a:r>
              <a:rPr lang="fr-FR" smtClean="0"/>
              <a:t>     They are crying out, we are crying out so we shout aloud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NOUS SOMMES PRÊTS</a:t>
            </a:r>
          </a:p>
          <a:p>
            <a:pPr>
              <a:defRPr/>
            </a:pPr>
            <a:r>
              <a:rPr lang="fr-FR" smtClean="0"/>
              <a:t>	     We’re ready</a:t>
            </a:r>
          </a:p>
          <a:p>
            <a:pPr>
              <a:defRPr/>
            </a:pPr>
            <a:r>
              <a:rPr lang="fr-FR" smtClean="0"/>
              <a:t>	7-  NOUS SOMMES PRÊTS DES AVEUGLES VOIR</a:t>
            </a:r>
          </a:p>
          <a:p>
            <a:pPr>
              <a:defRPr/>
            </a:pPr>
            <a:r>
              <a:rPr lang="fr-FR" smtClean="0"/>
              <a:t>	     We’re ready to see blind eyes open</a:t>
            </a:r>
          </a:p>
          <a:p>
            <a:pPr>
              <a:defRPr/>
            </a:pPr>
            <a:r>
              <a:rPr lang="fr-FR" smtClean="0"/>
              <a:t>	8-  ET DES LIENS BRISÉS</a:t>
            </a:r>
          </a:p>
          <a:p>
            <a:pPr>
              <a:defRPr/>
            </a:pPr>
            <a:r>
              <a:rPr lang="fr-FR" smtClean="0"/>
              <a:t>	     Bondage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 NOUS SOMMES PRÊTS</a:t>
            </a:r>
          </a:p>
          <a:p>
            <a:pPr>
              <a:defRPr/>
            </a:pPr>
            <a:r>
              <a:rPr lang="fr-FR" smtClean="0"/>
              <a:t>	      We’re ready 	</a:t>
            </a:r>
          </a:p>
          <a:p>
            <a:pPr>
              <a:defRPr/>
            </a:pPr>
            <a:r>
              <a:rPr lang="fr-FR" smtClean="0"/>
              <a:t>	10- NOUS SOMMES PRÊTS À VOIR LES NATIONS RESTAURÉES</a:t>
            </a:r>
          </a:p>
          <a:p>
            <a:pPr>
              <a:defRPr/>
            </a:pPr>
            <a:r>
              <a:rPr lang="fr-FR" smtClean="0"/>
              <a:t>	      We’re ready to see Nations healed</a:t>
            </a:r>
          </a:p>
          <a:p>
            <a:pPr>
              <a:defRPr/>
            </a:pPr>
            <a:r>
              <a:rPr lang="fr-FR" smtClean="0"/>
              <a:t>	11-  ET TA GLOIRE RÉVÉLÉE</a:t>
            </a:r>
          </a:p>
          <a:p>
            <a:pPr>
              <a:defRPr/>
            </a:pPr>
            <a:r>
              <a:rPr lang="fr-FR" smtClean="0"/>
              <a:t>	      Your glory revealed</a:t>
            </a:r>
          </a:p>
          <a:p>
            <a:pPr>
              <a:defRPr/>
            </a:pPr>
            <a:r>
              <a:rPr lang="fr-FR" smtClean="0"/>
              <a:t>	12-  NOUS SOMMES PRÊTS</a:t>
            </a:r>
          </a:p>
          <a:p>
            <a:pPr>
              <a:defRPr/>
            </a:pPr>
            <a:r>
              <a:rPr lang="fr-FR" smtClean="0"/>
              <a:t>	      We're ready</a:t>
            </a:r>
          </a:p>
          <a:p>
            <a:pPr>
              <a:defRPr/>
            </a:pPr>
            <a:r>
              <a:rPr lang="fr-FR" smtClean="0"/>
              <a:t>	13-  NOUS SOMMES PRÊTS À VOIR UN MOUVEMENT LA MAIN DE DIEU</a:t>
            </a:r>
          </a:p>
          <a:p>
            <a:pPr>
              <a:defRPr/>
            </a:pPr>
            <a:r>
              <a:rPr lang="fr-FR" smtClean="0"/>
              <a:t>	      We're ready to see a move of God</a:t>
            </a:r>
          </a:p>
          <a:p>
            <a:pPr>
              <a:defRPr/>
            </a:pPr>
            <a:r>
              <a:rPr lang="fr-FR" smtClean="0"/>
              <a:t>	14-  ETES-VOUS PRÊTS ?</a:t>
            </a:r>
          </a:p>
          <a:p>
            <a:pPr>
              <a:defRPr/>
            </a:pPr>
            <a:r>
              <a:rPr lang="fr-FR" smtClean="0"/>
              <a:t>	      Are you ready?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LE VOYONS NOUS L’ENTENDONS</a:t>
            </a:r>
          </a:p>
          <a:p>
            <a:pPr>
              <a:defRPr/>
            </a:pPr>
            <a:r>
              <a:rPr lang="fr-FR" smtClean="0"/>
              <a:t>      We can see it We can hear it</a:t>
            </a:r>
          </a:p>
          <a:p>
            <a:pPr>
              <a:defRPr/>
            </a:pPr>
            <a:r>
              <a:rPr lang="fr-FR" smtClean="0"/>
              <a:t>16-  ENTENDS LA VOIX DU PÈRE NOUS APPELANT PLUS HAUT</a:t>
            </a:r>
          </a:p>
          <a:p>
            <a:pPr>
              <a:defRPr/>
            </a:pPr>
            <a:r>
              <a:rPr lang="fr-FR" smtClean="0"/>
              <a:t>      Hear the voice of the Father calling us higher </a:t>
            </a:r>
          </a:p>
          <a:p>
            <a:pPr>
              <a:defRPr/>
            </a:pPr>
            <a:r>
              <a:rPr lang="fr-FR" smtClean="0"/>
              <a:t>17-  POUR ÉCOUTER ET POUR VOIR</a:t>
            </a:r>
          </a:p>
          <a:p>
            <a:pPr>
              <a:defRPr/>
            </a:pPr>
            <a:r>
              <a:rPr lang="fr-FR" smtClean="0"/>
              <a:t>      to hear and to see </a:t>
            </a:r>
          </a:p>
          <a:p>
            <a:pPr>
              <a:defRPr/>
            </a:pPr>
            <a:r>
              <a:rPr lang="fr-FR" smtClean="0"/>
              <a:t>18-  QUE LA TERRE ATTEND DÉSESPÉRÉMENT UN MOUVEMENT DE DIEU</a:t>
            </a:r>
          </a:p>
          <a:p>
            <a:pPr>
              <a:defRPr/>
            </a:pPr>
            <a:r>
              <a:rPr lang="fr-FR" smtClean="0"/>
              <a:t>      that the earth is in need; desperate to see a move of God</a:t>
            </a:r>
          </a:p>
          <a:p>
            <a:pPr>
              <a:defRPr/>
            </a:pPr>
            <a:r>
              <a:rPr lang="fr-FR" smtClean="0"/>
              <a:t>19-  ILS CRIENT SI FORT NOUS CRIONS FORT, CRIONS PLUS FORT</a:t>
            </a:r>
          </a:p>
          <a:p>
            <a:pPr>
              <a:defRPr/>
            </a:pPr>
            <a:r>
              <a:rPr lang="fr-FR" smtClean="0"/>
              <a:t>      They are crying out, hear us crying out, hear us shout aloud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20-  DES SIGNES ET MERVEILLES NOUS CROYONS, NOUS LE VERRONS</a:t>
            </a:r>
          </a:p>
          <a:p>
            <a:pPr>
              <a:defRPr/>
            </a:pPr>
            <a:r>
              <a:rPr lang="fr-FR" smtClean="0"/>
              <a:t>       Signs and wonders We believe we will see</a:t>
            </a:r>
          </a:p>
          <a:p>
            <a:pPr>
              <a:defRPr/>
            </a:pPr>
            <a:r>
              <a:rPr lang="fr-FR" smtClean="0"/>
              <a:t>21-  DES MIRACLES LE SALUT DANS CE LIEU</a:t>
            </a:r>
          </a:p>
          <a:p>
            <a:pPr>
              <a:defRPr/>
            </a:pPr>
            <a:r>
              <a:rPr lang="fr-FR" smtClean="0"/>
              <a:t>      Miracles, salvation In this place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Rap:</a:t>
            </a:r>
          </a:p>
          <a:p>
            <a:pPr>
              <a:defRPr/>
            </a:pPr>
            <a:r>
              <a:rPr lang="fr-FR" smtClean="0"/>
              <a:t>22-  NOUS ATTENDONS DES SIGNES</a:t>
            </a:r>
          </a:p>
          <a:p>
            <a:pPr>
              <a:defRPr/>
            </a:pPr>
            <a:r>
              <a:rPr lang="fr-FR" smtClean="0"/>
              <a:t>       We're expecting signs</a:t>
            </a:r>
          </a:p>
          <a:p>
            <a:pPr>
              <a:defRPr/>
            </a:pPr>
            <a:r>
              <a:rPr lang="fr-FR" smtClean="0"/>
              <a:t>23-  MIRACLES ET MERVEILLES PARTOUT DANS NOTRE NATION</a:t>
            </a:r>
          </a:p>
          <a:p>
            <a:pPr>
              <a:defRPr/>
            </a:pPr>
            <a:r>
              <a:rPr lang="fr-FR" smtClean="0"/>
              <a:t>       Miracles and wonders across our nation</a:t>
            </a:r>
          </a:p>
          <a:p>
            <a:pPr>
              <a:defRPr/>
            </a:pPr>
            <a:r>
              <a:rPr lang="fr-FR" smtClean="0"/>
              <a:t>24-  ET À TRAVERS LE MONDE NOUS VOULONS VOIR</a:t>
            </a:r>
          </a:p>
          <a:p>
            <a:pPr>
              <a:defRPr/>
            </a:pPr>
            <a:r>
              <a:rPr lang="fr-FR" smtClean="0"/>
              <a:t>      And across the world we wanna see</a:t>
            </a:r>
          </a:p>
          <a:p>
            <a:pPr>
              <a:defRPr/>
            </a:pPr>
            <a:r>
              <a:rPr lang="fr-FR" smtClean="0"/>
              <a:t>25-  DES GENS TROUVER DIEU ET LE SALUT</a:t>
            </a:r>
          </a:p>
          <a:p>
            <a:pPr>
              <a:defRPr/>
            </a:pPr>
            <a:r>
              <a:rPr lang="fr-FR" smtClean="0"/>
              <a:t>      people finding God and salvation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OOH, NOUS SOMMES PRÊTS OOH, NOUS AVONS FAIMS</a:t>
            </a:r>
          </a:p>
          <a:p>
            <a:pPr>
              <a:defRPr/>
            </a:pPr>
            <a:r>
              <a:rPr lang="fr-FR" smtClean="0"/>
              <a:t>       Oh, we're ready Oh, we're hungry</a:t>
            </a:r>
          </a:p>
          <a:p>
            <a:pPr>
              <a:defRPr/>
            </a:pPr>
            <a:r>
              <a:rPr lang="fr-FR" smtClean="0"/>
              <a:t>27-  OOH, DESESPÉRÉS OOH, NOUS SOMMES PRÊTS</a:t>
            </a:r>
          </a:p>
          <a:p>
            <a:pPr>
              <a:defRPr/>
            </a:pPr>
            <a:r>
              <a:rPr lang="fr-FR" smtClean="0"/>
              <a:t>       Oh, we're desperate Oh, we're ready</a:t>
            </a:r>
          </a:p>
          <a:p>
            <a:pPr>
              <a:defRPr/>
            </a:pPr>
            <a:r>
              <a:rPr lang="fr-FR" smtClean="0"/>
              <a:t>28-  NOUS SOMMES PRÊTS</a:t>
            </a:r>
          </a:p>
          <a:p>
            <a:pPr>
              <a:defRPr/>
            </a:pPr>
            <a:r>
              <a:rPr lang="fr-FR" smtClean="0"/>
              <a:t>       We're ready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 LE VOIR PEUX-TU L’ENTENDRE</a:t>
            </a:r>
          </a:p>
          <a:p>
            <a:r>
              <a:rPr lang="fr-FR" smtClean="0"/>
              <a:t>     Can you see it Can you hear it</a:t>
            </a:r>
          </a:p>
          <a:p>
            <a:r>
              <a:rPr lang="fr-FR" smtClean="0"/>
              <a:t>2-  ENTENDS LA VOIX DU PÈRE NOUS APPELANT PLUS HAUT</a:t>
            </a:r>
          </a:p>
          <a:p>
            <a:r>
              <a:rPr lang="fr-FR" smtClean="0"/>
              <a:t>     Hear the voice of the Father calling us higher </a:t>
            </a:r>
          </a:p>
          <a:p>
            <a:r>
              <a:rPr lang="fr-FR" smtClean="0"/>
              <a:t>3-  POUR ÉCOUTER ET POUR VOIR</a:t>
            </a:r>
          </a:p>
          <a:p>
            <a:r>
              <a:rPr lang="fr-FR" smtClean="0"/>
              <a:t>     To hear and to see </a:t>
            </a:r>
          </a:p>
          <a:p>
            <a:r>
              <a:rPr lang="fr-FR" smtClean="0"/>
              <a:t>4-  QUE LA TERRE ATTEND DÉSESPÉRÉMENT UN MOUVEMENT DE DIEU</a:t>
            </a:r>
          </a:p>
          <a:p>
            <a:r>
              <a:rPr lang="fr-FR" smtClean="0"/>
              <a:t>     that the earth is in need; desperate to see a move of God</a:t>
            </a:r>
          </a:p>
          <a:p>
            <a:r>
              <a:rPr lang="fr-FR" smtClean="0"/>
              <a:t>5-  ILS CRIENT SI FORT NOUS CRIONS FORT, CRIONS PLUS FORT</a:t>
            </a:r>
          </a:p>
          <a:p>
            <a:r>
              <a:rPr lang="fr-FR" smtClean="0"/>
              <a:t>     They are crying out, we are crying out so we shout aloud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6-  NOUS SOMMES PRÊTS</a:t>
            </a:r>
          </a:p>
          <a:p>
            <a:r>
              <a:rPr lang="fr-FR" smtClean="0"/>
              <a:t>	     We’re ready</a:t>
            </a:r>
          </a:p>
          <a:p>
            <a:r>
              <a:rPr lang="fr-FR" smtClean="0"/>
              <a:t>	7-  NOUS SOMMES PRÊTS DES AVEUGLES VOIR</a:t>
            </a:r>
          </a:p>
          <a:p>
            <a:r>
              <a:rPr lang="fr-FR" smtClean="0"/>
              <a:t>	     We’re ready to see blind eyes open</a:t>
            </a:r>
          </a:p>
          <a:p>
            <a:r>
              <a:rPr lang="fr-FR" smtClean="0"/>
              <a:t>	8-  ET DES LIENS BRISÉS</a:t>
            </a:r>
          </a:p>
          <a:p>
            <a:r>
              <a:rPr lang="fr-FR" smtClean="0"/>
              <a:t>	     Bondage broken</a:t>
            </a:r>
          </a:p>
          <a:p>
            <a:endParaRPr lang="fr-FR" smtClean="0"/>
          </a:p>
          <a:p>
            <a:r>
              <a:rPr lang="fr-FR" smtClean="0"/>
              <a:t>	9-   NOUS SOMMES PRÊTS</a:t>
            </a:r>
          </a:p>
          <a:p>
            <a:r>
              <a:rPr lang="fr-FR" smtClean="0"/>
              <a:t>	      We’re ready 	</a:t>
            </a:r>
          </a:p>
          <a:p>
            <a:r>
              <a:rPr lang="fr-FR" smtClean="0"/>
              <a:t>	10- NOUS SOMMES PRÊTS À VOIR LES NATIONS RESTAURÉES</a:t>
            </a:r>
          </a:p>
          <a:p>
            <a:r>
              <a:rPr lang="fr-FR" smtClean="0"/>
              <a:t>	      We’re ready to see Nations healed</a:t>
            </a:r>
          </a:p>
          <a:p>
            <a:r>
              <a:rPr lang="fr-FR" smtClean="0"/>
              <a:t>	11-  ET TA GLOIRE RÉVÉLÉE</a:t>
            </a:r>
          </a:p>
          <a:p>
            <a:r>
              <a:rPr lang="fr-FR" smtClean="0"/>
              <a:t>	      Your glory revealed</a:t>
            </a:r>
          </a:p>
          <a:p>
            <a:r>
              <a:rPr lang="fr-FR" smtClean="0"/>
              <a:t>	12-  NOUS SOMMES PRÊTS</a:t>
            </a:r>
          </a:p>
          <a:p>
            <a:r>
              <a:rPr lang="fr-FR" smtClean="0"/>
              <a:t>	      We're ready</a:t>
            </a:r>
          </a:p>
          <a:p>
            <a:r>
              <a:rPr lang="fr-FR" smtClean="0"/>
              <a:t>	13-  NOUS SOMMES PRÊTS À VOIR UN MOUVEMENT LA MAIN DE DIEU</a:t>
            </a:r>
          </a:p>
          <a:p>
            <a:r>
              <a:rPr lang="fr-FR" smtClean="0"/>
              <a:t>	      We're ready to see a move of God</a:t>
            </a:r>
          </a:p>
          <a:p>
            <a:r>
              <a:rPr lang="fr-FR" smtClean="0"/>
              <a:t>	14-  ETES-VOUS PRÊTS ?</a:t>
            </a:r>
          </a:p>
          <a:p>
            <a:r>
              <a:rPr lang="fr-FR" smtClean="0"/>
              <a:t>	      Are you ready?</a:t>
            </a:r>
          </a:p>
          <a:p>
            <a:endParaRPr lang="fr-FR" smtClean="0"/>
          </a:p>
          <a:p>
            <a:r>
              <a:rPr lang="fr-FR" smtClean="0"/>
              <a:t>15-  NOUS LE VOYONS NOUS L’ENTENDONS</a:t>
            </a:r>
          </a:p>
          <a:p>
            <a:r>
              <a:rPr lang="fr-FR" smtClean="0"/>
              <a:t>      We can see it We can hear it</a:t>
            </a:r>
          </a:p>
          <a:p>
            <a:r>
              <a:rPr lang="fr-FR" smtClean="0"/>
              <a:t>16-  ENTENDS LA VOIX DU PÈRE NOUS APPELANT PLUS HAUT</a:t>
            </a:r>
          </a:p>
          <a:p>
            <a:r>
              <a:rPr lang="fr-FR" smtClean="0"/>
              <a:t>      Hear the voice of the Father calling us higher </a:t>
            </a:r>
          </a:p>
          <a:p>
            <a:r>
              <a:rPr lang="fr-FR" smtClean="0"/>
              <a:t>17-  POUR ÉCOUTER ET POUR VOIR</a:t>
            </a:r>
          </a:p>
          <a:p>
            <a:r>
              <a:rPr lang="fr-FR" smtClean="0"/>
              <a:t>      to hear and to see </a:t>
            </a:r>
          </a:p>
          <a:p>
            <a:r>
              <a:rPr lang="fr-FR" smtClean="0"/>
              <a:t>18-  QUE LA TERRE ATTEND DÉSESPÉRÉMENT UN MOUVEMENT DE DIEU</a:t>
            </a:r>
          </a:p>
          <a:p>
            <a:r>
              <a:rPr lang="fr-FR" smtClean="0"/>
              <a:t>      that the earth is in need; desperate to see a move of God</a:t>
            </a:r>
          </a:p>
          <a:p>
            <a:r>
              <a:rPr lang="fr-FR" smtClean="0"/>
              <a:t>19-  ILS CRIENT SI FORT NOUS CRIONS FORT, CRIONS PLUS FORT</a:t>
            </a:r>
          </a:p>
          <a:p>
            <a:r>
              <a:rPr lang="fr-FR" smtClean="0"/>
              <a:t>      They are crying out, hear us crying out, hear us shout aloud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20-  DES SIGNES ET MERVEILLES NOUS CROYONS, NOUS LE VERRONS</a:t>
            </a:r>
          </a:p>
          <a:p>
            <a:r>
              <a:rPr lang="fr-FR" smtClean="0"/>
              <a:t>       Signs and wonders We believe we will see</a:t>
            </a:r>
          </a:p>
          <a:p>
            <a:r>
              <a:rPr lang="fr-FR" smtClean="0"/>
              <a:t>21-  DES MIRACLES LE SALUT DANS CE LIEU</a:t>
            </a:r>
          </a:p>
          <a:p>
            <a:r>
              <a:rPr lang="fr-FR" smtClean="0"/>
              <a:t>      Miracles, salvation In this place</a:t>
            </a:r>
          </a:p>
          <a:p>
            <a:endParaRPr lang="fr-FR" smtClean="0"/>
          </a:p>
          <a:p>
            <a:r>
              <a:rPr lang="fr-FR" smtClean="0"/>
              <a:t>Rap:</a:t>
            </a:r>
          </a:p>
          <a:p>
            <a:r>
              <a:rPr lang="fr-FR" smtClean="0"/>
              <a:t>22-  NOUS ATTENDONS DES SIGNES</a:t>
            </a:r>
          </a:p>
          <a:p>
            <a:r>
              <a:rPr lang="fr-FR" smtClean="0"/>
              <a:t>       We're expecting signs</a:t>
            </a:r>
          </a:p>
          <a:p>
            <a:r>
              <a:rPr lang="fr-FR" smtClean="0"/>
              <a:t>23-  MIRACLES ET MERVEILLES PARTOUT DANS NOTRE NATION</a:t>
            </a:r>
          </a:p>
          <a:p>
            <a:r>
              <a:rPr lang="fr-FR" smtClean="0"/>
              <a:t>       Miracles and wonders across our nation</a:t>
            </a:r>
          </a:p>
          <a:p>
            <a:r>
              <a:rPr lang="fr-FR" smtClean="0"/>
              <a:t>24-  ET À TRAVERS LE MONDE NOUS VOULONS VOIR</a:t>
            </a:r>
          </a:p>
          <a:p>
            <a:r>
              <a:rPr lang="fr-FR" smtClean="0"/>
              <a:t>      And across the world we wanna see</a:t>
            </a:r>
          </a:p>
          <a:p>
            <a:r>
              <a:rPr lang="fr-FR" smtClean="0"/>
              <a:t>25-  DES GENS TROUVER DIEU ET LE SALUT</a:t>
            </a:r>
          </a:p>
          <a:p>
            <a:r>
              <a:rPr lang="fr-FR" smtClean="0"/>
              <a:t>      people finding God and salvation</a:t>
            </a:r>
          </a:p>
          <a:p>
            <a:endParaRPr lang="fr-FR" smtClean="0"/>
          </a:p>
          <a:p>
            <a:r>
              <a:rPr lang="fr-FR" smtClean="0"/>
              <a:t>26-  OOH, NOUS SOMMES PRÊTS OOH, NOUS AVONS FAIMS</a:t>
            </a:r>
          </a:p>
          <a:p>
            <a:r>
              <a:rPr lang="fr-FR" smtClean="0"/>
              <a:t>       Oh, we're ready Oh, we're hungry</a:t>
            </a:r>
          </a:p>
          <a:p>
            <a:r>
              <a:rPr lang="fr-FR" smtClean="0"/>
              <a:t>27-  OOH, DESESPÉRÉS OOH, NOUS SOMMES PRÊTS</a:t>
            </a:r>
          </a:p>
          <a:p>
            <a:r>
              <a:rPr lang="fr-FR" smtClean="0"/>
              <a:t>       Oh, we're desperate Oh, we're ready</a:t>
            </a:r>
          </a:p>
          <a:p>
            <a:r>
              <a:rPr lang="fr-FR" smtClean="0"/>
              <a:t>28-  NOUS SOMMES PRÊTS</a:t>
            </a:r>
          </a:p>
          <a:p>
            <a:r>
              <a:rPr lang="fr-FR" smtClean="0"/>
              <a:t>       We're ready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CCC506-0702-42D6-984C-67BD2E041D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B78B06-7A67-4E2A-BF72-9C0B6710A5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A7AA24-A29F-4BAA-9126-7B5B58D556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A3AFC9-B425-4D86-A419-84D1A76C29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9FFBC2-BAB4-4CE0-ACA3-9249411A86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E913B-0361-4B93-8E96-93971777C2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9DEE56-A0BA-4652-A2C4-1E06185FB5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A96886-5D5D-4ABD-9EBA-89C494607B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59C0B3-EEAB-4FBA-9C6E-E8BA01878D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57BC01-2321-4599-AD20-75CFDB5D6A3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68652F-C0BF-4831-A973-12FBB21C3B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6138994-17CB-4F6B-90E9-CB581B9AFB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PEUX-TU LE VOIR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PEUX-TU L’ENTENDRE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ENTENDS LA VOIX DU PÈRE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APPELANT PLUS HAUT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ÉCOUTER ET POUR VOIR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 LA TERRE ATTEND DÉSESPÉRÉMENT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UN MOUVEMENT DE DIEU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ILS CRIENT SI FORT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CRIONS FORT, CRIONS PLUS FORT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PRÊTS</a:t>
            </a: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PRÊTS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VOIR DES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AVEUGLES VOIR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DES LIENS BRISÉS</a:t>
            </a: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PRÊTS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PRÊTS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VOIR LES NATIONS RESTAURÉES</a:t>
            </a: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TA GLOIRE RÉVÉLÉE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PRÊTS</a:t>
            </a:r>
          </a:p>
        </p:txBody>
      </p:sp>
      <p:sp>
        <p:nvSpPr>
          <p:cNvPr id="1331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PRÊTS À VOIR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UN MOUVEMENT LA MAIN DE DIEU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ÊTES-VOUS PRÊTS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?</a:t>
            </a:r>
          </a:p>
        </p:txBody>
      </p:sp>
      <p:sp>
        <p:nvSpPr>
          <p:cNvPr id="1536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LE VOYONS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L’ENTENDONS</a:t>
            </a: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ENTENDS LA VOIX DU PÈRE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APPELANT PLUS HAUT</a:t>
            </a:r>
          </a:p>
        </p:txBody>
      </p:sp>
      <p:sp>
        <p:nvSpPr>
          <p:cNvPr id="1741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ÉCOUTER ET POUR VOIR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 LA TERRE ATTEND DÉSESPÉRÉMENT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UN MOUVEMENT DE DIEU</a:t>
            </a:r>
          </a:p>
        </p:txBody>
      </p:sp>
      <p:sp>
        <p:nvSpPr>
          <p:cNvPr id="1945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ILS CRIENT SI FORT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CRIONS FORT, CRIONS PLUS FORT</a:t>
            </a: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DES SIGNES ET MERVEILLES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CROYONS, NOUS LE VERRONS</a:t>
            </a:r>
          </a:p>
        </p:txBody>
      </p:sp>
      <p:sp>
        <p:nvSpPr>
          <p:cNvPr id="2150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DES MIRACLES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SALUT DANS CE LIEU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ATTENDONS DES SIGNES</a:t>
            </a:r>
          </a:p>
        </p:txBody>
      </p:sp>
      <p:sp>
        <p:nvSpPr>
          <p:cNvPr id="2355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MIRACLES ET MERVEILLES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PARTOUT DANS NOTRE NATION</a:t>
            </a: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À TRAVERS LE MONDE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VOULONS VOIR</a:t>
            </a:r>
          </a:p>
        </p:txBody>
      </p:sp>
      <p:sp>
        <p:nvSpPr>
          <p:cNvPr id="2560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DES GENS TROUVER DIEU ET LE SALUT</a:t>
            </a:r>
          </a:p>
        </p:txBody>
      </p:sp>
      <p:sp>
        <p:nvSpPr>
          <p:cNvPr id="2662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OOH, NOUS SOMMES PRÊTS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OOH, NOUS AVONS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FAIM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765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OOH,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DÉSESPÉRÉS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OOH, NOUS SOMMES PRÊTS</a:t>
            </a:r>
          </a:p>
        </p:txBody>
      </p:sp>
      <p:sp>
        <p:nvSpPr>
          <p:cNvPr id="286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PRÊTS</a:t>
            </a:r>
          </a:p>
        </p:txBody>
      </p:sp>
      <p:sp>
        <p:nvSpPr>
          <p:cNvPr id="296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5734</Words>
  <Application>Microsoft Office PowerPoint</Application>
  <PresentationFormat>On-screen Show (4:3)</PresentationFormat>
  <Paragraphs>3685</Paragraphs>
  <Slides>28</Slides>
  <Notes>28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2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60</cp:revision>
  <dcterms:created xsi:type="dcterms:W3CDTF">2002-08-17T13:12:10Z</dcterms:created>
  <dcterms:modified xsi:type="dcterms:W3CDTF">2015-04-18T14:56:51Z</dcterms:modified>
</cp:coreProperties>
</file>