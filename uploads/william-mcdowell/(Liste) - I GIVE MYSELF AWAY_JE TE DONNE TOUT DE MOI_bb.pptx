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49222" autoAdjust="0"/>
  </p:normalViewPr>
  <p:slideViewPr>
    <p:cSldViewPr>
      <p:cViewPr>
        <p:scale>
          <a:sx n="46" d="100"/>
          <a:sy n="46" d="100"/>
        </p:scale>
        <p:origin x="-516" y="-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1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8E8D713-01E8-4EE8-9126-883ED5E6BC7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3380F81-7F56-457E-8595-5C06A918630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	REFRAIN:	</a:t>
            </a:r>
          </a:p>
          <a:p>
            <a:pPr>
              <a:defRPr/>
            </a:pPr>
            <a:r>
              <a:rPr lang="fr-FR" smtClean="0"/>
              <a:t>	1-  JE TE DONNE TOUT DE MOI SEIGNEUR SERS-TOI DE MOI </a:t>
            </a:r>
          </a:p>
          <a:p>
            <a:pPr>
              <a:defRPr/>
            </a:pPr>
            <a:r>
              <a:rPr lang="fr-FR" smtClean="0"/>
              <a:t>	I give myself away So You can use me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DEVANT TOI JE ME TIENS MA VIE EST ENTRE TES MAINS</a:t>
            </a:r>
          </a:p>
          <a:p>
            <a:pPr>
              <a:defRPr/>
            </a:pPr>
            <a:r>
              <a:rPr lang="fr-FR" smtClean="0"/>
              <a:t>Here I am Here I stand Lord, my life is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MON CŒUR EST TOUT À TOI ACCOMPLI TES DÉSIRS EN MOI</a:t>
            </a:r>
          </a:p>
          <a:p>
            <a:pPr>
              <a:defRPr/>
            </a:pPr>
            <a:r>
              <a:rPr lang="fr-FR" smtClean="0"/>
              <a:t>Lord, I'm longing to see Your desires revealed in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ME VOICI DIEU PUISSANT TEL UN SACRIFICE VIVANT</a:t>
            </a:r>
          </a:p>
          <a:p>
            <a:pPr>
              <a:defRPr/>
            </a:pPr>
            <a:r>
              <a:rPr lang="fr-FR" smtClean="0"/>
              <a:t>Take my heart Take my life As a living sacrifice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TOUT MES RÊVES ET MES PLANS JE TE LES DONNE ENTIÈREMENT</a:t>
            </a:r>
          </a:p>
          <a:p>
            <a:pPr>
              <a:defRPr/>
            </a:pPr>
            <a:r>
              <a:rPr lang="fr-FR" smtClean="0"/>
              <a:t>All my dreams all my plans Lord I place them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MA VIE N'EST PLUS À MOI JE N’APPARTIENS QU’À TOI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7-  JE TE DONNE TOUT JE TE DONNE TOUT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	</a:t>
            </a:r>
          </a:p>
          <a:p>
            <a:r>
              <a:rPr lang="fr-FR" smtClean="0"/>
              <a:t>	1-  JE TE DONNE TOUT DE MOI SEIGNEUR SERS-TOI DE MOI </a:t>
            </a:r>
          </a:p>
          <a:p>
            <a:r>
              <a:rPr lang="fr-FR" smtClean="0"/>
              <a:t>	I give myself away So You can use me		x2</a:t>
            </a:r>
          </a:p>
          <a:p>
            <a:endParaRPr lang="fr-FR" smtClean="0"/>
          </a:p>
          <a:p>
            <a:r>
              <a:rPr lang="fr-FR" smtClean="0"/>
              <a:t>2-  DEVANT TOI JE ME TIENS MA VIE EST ENTRE TES MAINS</a:t>
            </a:r>
          </a:p>
          <a:p>
            <a:r>
              <a:rPr lang="fr-FR" smtClean="0"/>
              <a:t>Here I am Here I stand Lord, my life is in your hands</a:t>
            </a:r>
          </a:p>
          <a:p>
            <a:endParaRPr lang="fr-FR" smtClean="0"/>
          </a:p>
          <a:p>
            <a:r>
              <a:rPr lang="fr-FR" smtClean="0"/>
              <a:t>3-  MON CŒUR EST TOUT À TOI ACCOMPLI TES DÉSIRS EN MOI</a:t>
            </a:r>
          </a:p>
          <a:p>
            <a:r>
              <a:rPr lang="fr-FR" smtClean="0"/>
              <a:t>Lord, I'm longing to see Your desires revealed in me</a:t>
            </a:r>
          </a:p>
          <a:p>
            <a:endParaRPr lang="fr-FR" smtClean="0"/>
          </a:p>
          <a:p>
            <a:r>
              <a:rPr lang="fr-FR" smtClean="0"/>
              <a:t>4-  ME VOICI DIEU PUISSANT TEL UN SACRIFICE VIVANT</a:t>
            </a:r>
          </a:p>
          <a:p>
            <a:r>
              <a:rPr lang="fr-FR" smtClean="0"/>
              <a:t>Take my heart Take my life As a living sacrifice</a:t>
            </a:r>
          </a:p>
          <a:p>
            <a:endParaRPr lang="fr-FR" smtClean="0"/>
          </a:p>
          <a:p>
            <a:r>
              <a:rPr lang="fr-FR" smtClean="0"/>
              <a:t>5-  TOUT MES RÊVES ET MES PLANS JE TE LES DONNE ENTIÈREMENT</a:t>
            </a:r>
          </a:p>
          <a:p>
            <a:r>
              <a:rPr lang="fr-FR" smtClean="0"/>
              <a:t>All my dreams all my plans Lord I place them in your hands</a:t>
            </a:r>
          </a:p>
          <a:p>
            <a:endParaRPr lang="fr-FR" smtClean="0"/>
          </a:p>
          <a:p>
            <a:r>
              <a:rPr lang="fr-FR" smtClean="0"/>
              <a:t>6-  MA VIE N'EST PLUS À MOI JE N’APPARTIENS QU’À TOI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7-  JE TE DONNE TOUT JE TE DONNE TOUT DE MOI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	REFRAIN:	</a:t>
            </a:r>
          </a:p>
          <a:p>
            <a:pPr>
              <a:defRPr/>
            </a:pPr>
            <a:r>
              <a:rPr lang="fr-FR" smtClean="0"/>
              <a:t>	1-  JE TE DONNE TOUT DE MOI SEIGNEUR SERS-TOI DE MOI </a:t>
            </a:r>
          </a:p>
          <a:p>
            <a:pPr>
              <a:defRPr/>
            </a:pPr>
            <a:r>
              <a:rPr lang="fr-FR" smtClean="0"/>
              <a:t>	I give myself away So You can use me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DEVANT TOI JE ME TIENS MA VIE EST ENTRE TES MAINS</a:t>
            </a:r>
          </a:p>
          <a:p>
            <a:pPr>
              <a:defRPr/>
            </a:pPr>
            <a:r>
              <a:rPr lang="fr-FR" smtClean="0"/>
              <a:t>Here I am Here I stand Lord, my life is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MON CŒUR EST TOUT À TOI ACCOMPLI TES DÉSIRS EN MOI</a:t>
            </a:r>
          </a:p>
          <a:p>
            <a:pPr>
              <a:defRPr/>
            </a:pPr>
            <a:r>
              <a:rPr lang="fr-FR" smtClean="0"/>
              <a:t>Lord, I'm longing to see Your desires revealed in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ME VOICI DIEU PUISSANT TEL UN SACRIFICE VIVANT</a:t>
            </a:r>
          </a:p>
          <a:p>
            <a:pPr>
              <a:defRPr/>
            </a:pPr>
            <a:r>
              <a:rPr lang="fr-FR" smtClean="0"/>
              <a:t>Take my heart Take my life As a living sacrifice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TOUT MES RÊVES ET MES PLANS JE TE LES DONNE ENTIÈREMENT</a:t>
            </a:r>
          </a:p>
          <a:p>
            <a:pPr>
              <a:defRPr/>
            </a:pPr>
            <a:r>
              <a:rPr lang="fr-FR" smtClean="0"/>
              <a:t>All my dreams all my plans Lord I place them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MA VIE N'EST PLUS À MOI JE N’APPARTIENS QU’À TOI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7-  JE TE DONNE TOUT JE TE DONNE TOUT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	</a:t>
            </a:r>
          </a:p>
          <a:p>
            <a:r>
              <a:rPr lang="fr-FR" smtClean="0"/>
              <a:t>	1-  JE TE DONNE TOUT DE MOI SEIGNEUR SERS-TOI DE MOI </a:t>
            </a:r>
          </a:p>
          <a:p>
            <a:r>
              <a:rPr lang="fr-FR" smtClean="0"/>
              <a:t>	I give myself away So You can use me		x2</a:t>
            </a:r>
          </a:p>
          <a:p>
            <a:endParaRPr lang="fr-FR" smtClean="0"/>
          </a:p>
          <a:p>
            <a:r>
              <a:rPr lang="fr-FR" smtClean="0"/>
              <a:t>2-  DEVANT TOI JE ME TIENS MA VIE EST ENTRE TES MAINS</a:t>
            </a:r>
          </a:p>
          <a:p>
            <a:r>
              <a:rPr lang="fr-FR" smtClean="0"/>
              <a:t>Here I am Here I stand Lord, my life is in your hands</a:t>
            </a:r>
          </a:p>
          <a:p>
            <a:endParaRPr lang="fr-FR" smtClean="0"/>
          </a:p>
          <a:p>
            <a:r>
              <a:rPr lang="fr-FR" smtClean="0"/>
              <a:t>3-  MON CŒUR EST TOUT À TOI ACCOMPLI TES DÉSIRS EN MOI</a:t>
            </a:r>
          </a:p>
          <a:p>
            <a:r>
              <a:rPr lang="fr-FR" smtClean="0"/>
              <a:t>Lord, I'm longing to see Your desires revealed in me</a:t>
            </a:r>
          </a:p>
          <a:p>
            <a:endParaRPr lang="fr-FR" smtClean="0"/>
          </a:p>
          <a:p>
            <a:r>
              <a:rPr lang="fr-FR" smtClean="0"/>
              <a:t>4-  ME VOICI DIEU PUISSANT TEL UN SACRIFICE VIVANT</a:t>
            </a:r>
          </a:p>
          <a:p>
            <a:r>
              <a:rPr lang="fr-FR" smtClean="0"/>
              <a:t>Take my heart Take my life As a living sacrifice</a:t>
            </a:r>
          </a:p>
          <a:p>
            <a:endParaRPr lang="fr-FR" smtClean="0"/>
          </a:p>
          <a:p>
            <a:r>
              <a:rPr lang="fr-FR" smtClean="0"/>
              <a:t>5-  TOUT MES RÊVES ET MES PLANS JE TE LES DONNE ENTIÈREMENT</a:t>
            </a:r>
          </a:p>
          <a:p>
            <a:r>
              <a:rPr lang="fr-FR" smtClean="0"/>
              <a:t>All my dreams all my plans Lord I place them in your hands</a:t>
            </a:r>
          </a:p>
          <a:p>
            <a:endParaRPr lang="fr-FR" smtClean="0"/>
          </a:p>
          <a:p>
            <a:r>
              <a:rPr lang="fr-FR" smtClean="0"/>
              <a:t>6-  MA VIE N'EST PLUS À MOI JE N’APPARTIENS QU’À TOI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7-  JE TE DONNE TOUT JE TE DONNE TOUT DE MOI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	REFRAIN:	</a:t>
            </a:r>
          </a:p>
          <a:p>
            <a:pPr>
              <a:defRPr/>
            </a:pPr>
            <a:r>
              <a:rPr lang="fr-FR" smtClean="0"/>
              <a:t>	1-  JE TE DONNE TOUT DE MOI SEIGNEUR SERS-TOI DE MOI </a:t>
            </a:r>
          </a:p>
          <a:p>
            <a:pPr>
              <a:defRPr/>
            </a:pPr>
            <a:r>
              <a:rPr lang="fr-FR" smtClean="0"/>
              <a:t>	I give myself away So You can use me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DEVANT TOI JE ME TIENS MA VIE EST ENTRE TES MAINS</a:t>
            </a:r>
          </a:p>
          <a:p>
            <a:pPr>
              <a:defRPr/>
            </a:pPr>
            <a:r>
              <a:rPr lang="fr-FR" smtClean="0"/>
              <a:t>Here I am Here I stand Lord, my life is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MON CŒUR EST TOUT À TOI ACCOMPLI TES DÉSIRS EN MOI</a:t>
            </a:r>
          </a:p>
          <a:p>
            <a:pPr>
              <a:defRPr/>
            </a:pPr>
            <a:r>
              <a:rPr lang="fr-FR" smtClean="0"/>
              <a:t>Lord, I'm longing to see Your desires revealed in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ME VOICI DIEU PUISSANT TEL UN SACRIFICE VIVANT</a:t>
            </a:r>
          </a:p>
          <a:p>
            <a:pPr>
              <a:defRPr/>
            </a:pPr>
            <a:r>
              <a:rPr lang="fr-FR" smtClean="0"/>
              <a:t>Take my heart Take my life As a living sacrifice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TOUT MES RÊVES ET MES PLANS JE TE LES DONNE ENTIÈREMENT</a:t>
            </a:r>
          </a:p>
          <a:p>
            <a:pPr>
              <a:defRPr/>
            </a:pPr>
            <a:r>
              <a:rPr lang="fr-FR" smtClean="0"/>
              <a:t>All my dreams all my plans Lord I place them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MA VIE N'EST PLUS À MOI JE N’APPARTIENS QU’À TOI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7-  JE TE DONNE TOUT JE TE DONNE TOUT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	</a:t>
            </a:r>
          </a:p>
          <a:p>
            <a:r>
              <a:rPr lang="fr-FR" smtClean="0"/>
              <a:t>	1-  JE TE DONNE TOUT DE MOI SEIGNEUR SERS-TOI DE MOI </a:t>
            </a:r>
          </a:p>
          <a:p>
            <a:r>
              <a:rPr lang="fr-FR" smtClean="0"/>
              <a:t>	I give myself away So You can use me		x2</a:t>
            </a:r>
          </a:p>
          <a:p>
            <a:endParaRPr lang="fr-FR" smtClean="0"/>
          </a:p>
          <a:p>
            <a:r>
              <a:rPr lang="fr-FR" smtClean="0"/>
              <a:t>2-  DEVANT TOI JE ME TIENS MA VIE EST ENTRE TES MAINS</a:t>
            </a:r>
          </a:p>
          <a:p>
            <a:r>
              <a:rPr lang="fr-FR" smtClean="0"/>
              <a:t>Here I am Here I stand Lord, my life is in your hands</a:t>
            </a:r>
          </a:p>
          <a:p>
            <a:endParaRPr lang="fr-FR" smtClean="0"/>
          </a:p>
          <a:p>
            <a:r>
              <a:rPr lang="fr-FR" smtClean="0"/>
              <a:t>3-  MON CŒUR EST TOUT À TOI ACCOMPLI TES DÉSIRS EN MOI</a:t>
            </a:r>
          </a:p>
          <a:p>
            <a:r>
              <a:rPr lang="fr-FR" smtClean="0"/>
              <a:t>Lord, I'm longing to see Your desires revealed in me</a:t>
            </a:r>
          </a:p>
          <a:p>
            <a:endParaRPr lang="fr-FR" smtClean="0"/>
          </a:p>
          <a:p>
            <a:r>
              <a:rPr lang="fr-FR" smtClean="0"/>
              <a:t>4-  ME VOICI DIEU PUISSANT TEL UN SACRIFICE VIVANT</a:t>
            </a:r>
          </a:p>
          <a:p>
            <a:r>
              <a:rPr lang="fr-FR" smtClean="0"/>
              <a:t>Take my heart Take my life As a living sacrifice</a:t>
            </a:r>
          </a:p>
          <a:p>
            <a:endParaRPr lang="fr-FR" smtClean="0"/>
          </a:p>
          <a:p>
            <a:r>
              <a:rPr lang="fr-FR" smtClean="0"/>
              <a:t>5-  TOUT MES RÊVES ET MES PLANS JE TE LES DONNE ENTIÈREMENT</a:t>
            </a:r>
          </a:p>
          <a:p>
            <a:r>
              <a:rPr lang="fr-FR" smtClean="0"/>
              <a:t>All my dreams all my plans Lord I place them in your hands</a:t>
            </a:r>
          </a:p>
          <a:p>
            <a:endParaRPr lang="fr-FR" smtClean="0"/>
          </a:p>
          <a:p>
            <a:r>
              <a:rPr lang="fr-FR" smtClean="0"/>
              <a:t>6-  MA VIE N'EST PLUS À MOI JE N’APPARTIENS QU’À TOI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7-  JE TE DONNE TOUT JE TE DONNE TOUT DE MOI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	REFRAIN:	</a:t>
            </a:r>
          </a:p>
          <a:p>
            <a:pPr>
              <a:defRPr/>
            </a:pPr>
            <a:r>
              <a:rPr lang="fr-FR" smtClean="0"/>
              <a:t>	1-  JE TE DONNE TOUT DE MOI SEIGNEUR SERS-TOI DE MOI </a:t>
            </a:r>
          </a:p>
          <a:p>
            <a:pPr>
              <a:defRPr/>
            </a:pPr>
            <a:r>
              <a:rPr lang="fr-FR" smtClean="0"/>
              <a:t>	I give myself away So You can use me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DEVANT TOI JE ME TIENS MA VIE EST ENTRE TES MAINS</a:t>
            </a:r>
          </a:p>
          <a:p>
            <a:pPr>
              <a:defRPr/>
            </a:pPr>
            <a:r>
              <a:rPr lang="fr-FR" smtClean="0"/>
              <a:t>Here I am Here I stand Lord, my life is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MON CŒUR EST TOUT À TOI ACCOMPLI TES DÉSIRS EN MOI</a:t>
            </a:r>
          </a:p>
          <a:p>
            <a:pPr>
              <a:defRPr/>
            </a:pPr>
            <a:r>
              <a:rPr lang="fr-FR" smtClean="0"/>
              <a:t>Lord, I'm longing to see Your desires revealed in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ME VOICI DIEU PUISSANT TEL UN SACRIFICE VIVANT</a:t>
            </a:r>
          </a:p>
          <a:p>
            <a:pPr>
              <a:defRPr/>
            </a:pPr>
            <a:r>
              <a:rPr lang="fr-FR" smtClean="0"/>
              <a:t>Take my heart Take my life As a living sacrifice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TOUT MES RÊVES ET MES PLANS JE TE LES DONNE ENTIÈREMENT</a:t>
            </a:r>
          </a:p>
          <a:p>
            <a:pPr>
              <a:defRPr/>
            </a:pPr>
            <a:r>
              <a:rPr lang="fr-FR" smtClean="0"/>
              <a:t>All my dreams all my plans Lord I place them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MA VIE N'EST PLUS À MOI JE N’APPARTIENS QU’À TOI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7-  JE TE DONNE TOUT JE TE DONNE TOUT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	</a:t>
            </a:r>
          </a:p>
          <a:p>
            <a:r>
              <a:rPr lang="fr-FR" smtClean="0"/>
              <a:t>	1-  JE TE DONNE TOUT DE MOI SEIGNEUR SERS-TOI DE MOI </a:t>
            </a:r>
          </a:p>
          <a:p>
            <a:r>
              <a:rPr lang="fr-FR" smtClean="0"/>
              <a:t>	I give myself away So You can use me		x2</a:t>
            </a:r>
          </a:p>
          <a:p>
            <a:endParaRPr lang="fr-FR" smtClean="0"/>
          </a:p>
          <a:p>
            <a:r>
              <a:rPr lang="fr-FR" smtClean="0"/>
              <a:t>2-  DEVANT TOI JE ME TIENS MA VIE EST ENTRE TES MAINS</a:t>
            </a:r>
          </a:p>
          <a:p>
            <a:r>
              <a:rPr lang="fr-FR" smtClean="0"/>
              <a:t>Here I am Here I stand Lord, my life is in your hands</a:t>
            </a:r>
          </a:p>
          <a:p>
            <a:endParaRPr lang="fr-FR" smtClean="0"/>
          </a:p>
          <a:p>
            <a:r>
              <a:rPr lang="fr-FR" smtClean="0"/>
              <a:t>3-  MON CŒUR EST TOUT À TOI ACCOMPLI TES DÉSIRS EN MOI</a:t>
            </a:r>
          </a:p>
          <a:p>
            <a:r>
              <a:rPr lang="fr-FR" smtClean="0"/>
              <a:t>Lord, I'm longing to see Your desires revealed in me</a:t>
            </a:r>
          </a:p>
          <a:p>
            <a:endParaRPr lang="fr-FR" smtClean="0"/>
          </a:p>
          <a:p>
            <a:r>
              <a:rPr lang="fr-FR" smtClean="0"/>
              <a:t>4-  ME VOICI DIEU PUISSANT TEL UN SACRIFICE VIVANT</a:t>
            </a:r>
          </a:p>
          <a:p>
            <a:r>
              <a:rPr lang="fr-FR" smtClean="0"/>
              <a:t>Take my heart Take my life As a living sacrifice</a:t>
            </a:r>
          </a:p>
          <a:p>
            <a:endParaRPr lang="fr-FR" smtClean="0"/>
          </a:p>
          <a:p>
            <a:r>
              <a:rPr lang="fr-FR" smtClean="0"/>
              <a:t>5-  TOUT MES RÊVES ET MES PLANS JE TE LES DONNE ENTIÈREMENT</a:t>
            </a:r>
          </a:p>
          <a:p>
            <a:r>
              <a:rPr lang="fr-FR" smtClean="0"/>
              <a:t>All my dreams all my plans Lord I place them in your hands</a:t>
            </a:r>
          </a:p>
          <a:p>
            <a:endParaRPr lang="fr-FR" smtClean="0"/>
          </a:p>
          <a:p>
            <a:r>
              <a:rPr lang="fr-FR" smtClean="0"/>
              <a:t>6-  MA VIE N'EST PLUS À MOI JE N’APPARTIENS QU’À TOI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7-  JE TE DONNE TOUT JE TE DONNE TOUT DE MOI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	REFRAIN:	</a:t>
            </a:r>
          </a:p>
          <a:p>
            <a:pPr>
              <a:defRPr/>
            </a:pPr>
            <a:r>
              <a:rPr lang="fr-FR" smtClean="0"/>
              <a:t>	1-  JE TE DONNE TOUT DE MOI SEIGNEUR SERS-TOI DE MOI </a:t>
            </a:r>
          </a:p>
          <a:p>
            <a:pPr>
              <a:defRPr/>
            </a:pPr>
            <a:r>
              <a:rPr lang="fr-FR" smtClean="0"/>
              <a:t>	I give myself away So You can use me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DEVANT TOI JE ME TIENS MA VIE EST ENTRE TES MAINS</a:t>
            </a:r>
          </a:p>
          <a:p>
            <a:pPr>
              <a:defRPr/>
            </a:pPr>
            <a:r>
              <a:rPr lang="fr-FR" smtClean="0"/>
              <a:t>Here I am Here I stand Lord, my life is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MON CŒUR EST TOUT À TOI ACCOMPLI TES DÉSIRS EN MOI</a:t>
            </a:r>
          </a:p>
          <a:p>
            <a:pPr>
              <a:defRPr/>
            </a:pPr>
            <a:r>
              <a:rPr lang="fr-FR" smtClean="0"/>
              <a:t>Lord, I'm longing to see Your desires revealed in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ME VOICI DIEU PUISSANT TEL UN SACRIFICE VIVANT</a:t>
            </a:r>
          </a:p>
          <a:p>
            <a:pPr>
              <a:defRPr/>
            </a:pPr>
            <a:r>
              <a:rPr lang="fr-FR" smtClean="0"/>
              <a:t>Take my heart Take my life As a living sacrifice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TOUT MES RÊVES ET MES PLANS JE TE LES DONNE ENTIÈREMENT</a:t>
            </a:r>
          </a:p>
          <a:p>
            <a:pPr>
              <a:defRPr/>
            </a:pPr>
            <a:r>
              <a:rPr lang="fr-FR" smtClean="0"/>
              <a:t>All my dreams all my plans Lord I place them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MA VIE N'EST PLUS À MOI JE N’APPARTIENS QU’À TOI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7-  JE TE DONNE TOUT JE TE DONNE TOUT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	</a:t>
            </a:r>
          </a:p>
          <a:p>
            <a:r>
              <a:rPr lang="fr-FR" smtClean="0"/>
              <a:t>	1-  JE TE DONNE TOUT DE MOI SEIGNEUR SERS-TOI DE MOI </a:t>
            </a:r>
          </a:p>
          <a:p>
            <a:r>
              <a:rPr lang="fr-FR" smtClean="0"/>
              <a:t>	I give myself away So You can use me		x2</a:t>
            </a:r>
          </a:p>
          <a:p>
            <a:endParaRPr lang="fr-FR" smtClean="0"/>
          </a:p>
          <a:p>
            <a:r>
              <a:rPr lang="fr-FR" smtClean="0"/>
              <a:t>2-  DEVANT TOI JE ME TIENS MA VIE EST ENTRE TES MAINS</a:t>
            </a:r>
          </a:p>
          <a:p>
            <a:r>
              <a:rPr lang="fr-FR" smtClean="0"/>
              <a:t>Here I am Here I stand Lord, my life is in your hands</a:t>
            </a:r>
          </a:p>
          <a:p>
            <a:endParaRPr lang="fr-FR" smtClean="0"/>
          </a:p>
          <a:p>
            <a:r>
              <a:rPr lang="fr-FR" smtClean="0"/>
              <a:t>3-  MON CŒUR EST TOUT À TOI ACCOMPLI TES DÉSIRS EN MOI</a:t>
            </a:r>
          </a:p>
          <a:p>
            <a:r>
              <a:rPr lang="fr-FR" smtClean="0"/>
              <a:t>Lord, I'm longing to see Your desires revealed in me</a:t>
            </a:r>
          </a:p>
          <a:p>
            <a:endParaRPr lang="fr-FR" smtClean="0"/>
          </a:p>
          <a:p>
            <a:r>
              <a:rPr lang="fr-FR" smtClean="0"/>
              <a:t>4-  ME VOICI DIEU PUISSANT TEL UN SACRIFICE VIVANT</a:t>
            </a:r>
          </a:p>
          <a:p>
            <a:r>
              <a:rPr lang="fr-FR" smtClean="0"/>
              <a:t>Take my heart Take my life As a living sacrifice</a:t>
            </a:r>
          </a:p>
          <a:p>
            <a:endParaRPr lang="fr-FR" smtClean="0"/>
          </a:p>
          <a:p>
            <a:r>
              <a:rPr lang="fr-FR" smtClean="0"/>
              <a:t>5-  TOUT MES RÊVES ET MES PLANS JE TE LES DONNE ENTIÈREMENT</a:t>
            </a:r>
          </a:p>
          <a:p>
            <a:r>
              <a:rPr lang="fr-FR" smtClean="0"/>
              <a:t>All my dreams all my plans Lord I place them in your hands</a:t>
            </a:r>
          </a:p>
          <a:p>
            <a:endParaRPr lang="fr-FR" smtClean="0"/>
          </a:p>
          <a:p>
            <a:r>
              <a:rPr lang="fr-FR" smtClean="0"/>
              <a:t>6-  MA VIE N'EST PLUS À MOI JE N’APPARTIENS QU’À TOI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7-  JE TE DONNE TOUT JE TE DONNE TOUT DE MOI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	REFRAIN:	</a:t>
            </a:r>
          </a:p>
          <a:p>
            <a:pPr>
              <a:defRPr/>
            </a:pPr>
            <a:r>
              <a:rPr lang="fr-FR" smtClean="0"/>
              <a:t>	1-  JE TE DONNE TOUT DE MOI SEIGNEUR SERS-TOI DE MOI </a:t>
            </a:r>
          </a:p>
          <a:p>
            <a:pPr>
              <a:defRPr/>
            </a:pPr>
            <a:r>
              <a:rPr lang="fr-FR" smtClean="0"/>
              <a:t>	I give myself away So You can use me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DEVANT TOI JE ME TIENS MA VIE EST ENTRE TES MAINS</a:t>
            </a:r>
          </a:p>
          <a:p>
            <a:pPr>
              <a:defRPr/>
            </a:pPr>
            <a:r>
              <a:rPr lang="fr-FR" smtClean="0"/>
              <a:t>Here I am Here I stand Lord, my life is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MON CŒUR EST TOUT À TOI ACCOMPLI TES DÉSIRS EN MOI</a:t>
            </a:r>
          </a:p>
          <a:p>
            <a:pPr>
              <a:defRPr/>
            </a:pPr>
            <a:r>
              <a:rPr lang="fr-FR" smtClean="0"/>
              <a:t>Lord, I'm longing to see Your desires revealed in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ME VOICI DIEU PUISSANT TEL UN SACRIFICE VIVANT</a:t>
            </a:r>
          </a:p>
          <a:p>
            <a:pPr>
              <a:defRPr/>
            </a:pPr>
            <a:r>
              <a:rPr lang="fr-FR" smtClean="0"/>
              <a:t>Take my heart Take my life As a living sacrifice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TOUT MES RÊVES ET MES PLANS JE TE LES DONNE ENTIÈREMENT</a:t>
            </a:r>
          </a:p>
          <a:p>
            <a:pPr>
              <a:defRPr/>
            </a:pPr>
            <a:r>
              <a:rPr lang="fr-FR" smtClean="0"/>
              <a:t>All my dreams all my plans Lord I place them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MA VIE N'EST PLUS À MOI JE N’APPARTIENS QU’À TOI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7-  JE TE DONNE TOUT JE TE DONNE TOUT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	</a:t>
            </a:r>
          </a:p>
          <a:p>
            <a:r>
              <a:rPr lang="fr-FR" smtClean="0"/>
              <a:t>	1-  JE TE DONNE TOUT DE MOI SEIGNEUR SERS-TOI DE MOI </a:t>
            </a:r>
          </a:p>
          <a:p>
            <a:r>
              <a:rPr lang="fr-FR" smtClean="0"/>
              <a:t>	I give myself away So You can use me		x2</a:t>
            </a:r>
          </a:p>
          <a:p>
            <a:endParaRPr lang="fr-FR" smtClean="0"/>
          </a:p>
          <a:p>
            <a:r>
              <a:rPr lang="fr-FR" smtClean="0"/>
              <a:t>2-  DEVANT TOI JE ME TIENS MA VIE EST ENTRE TES MAINS</a:t>
            </a:r>
          </a:p>
          <a:p>
            <a:r>
              <a:rPr lang="fr-FR" smtClean="0"/>
              <a:t>Here I am Here I stand Lord, my life is in your hands</a:t>
            </a:r>
          </a:p>
          <a:p>
            <a:endParaRPr lang="fr-FR" smtClean="0"/>
          </a:p>
          <a:p>
            <a:r>
              <a:rPr lang="fr-FR" smtClean="0"/>
              <a:t>3-  MON CŒUR EST TOUT À TOI ACCOMPLI TES DÉSIRS EN MOI</a:t>
            </a:r>
          </a:p>
          <a:p>
            <a:r>
              <a:rPr lang="fr-FR" smtClean="0"/>
              <a:t>Lord, I'm longing to see Your desires revealed in me</a:t>
            </a:r>
          </a:p>
          <a:p>
            <a:endParaRPr lang="fr-FR" smtClean="0"/>
          </a:p>
          <a:p>
            <a:r>
              <a:rPr lang="fr-FR" smtClean="0"/>
              <a:t>4-  ME VOICI DIEU PUISSANT TEL UN SACRIFICE VIVANT</a:t>
            </a:r>
          </a:p>
          <a:p>
            <a:r>
              <a:rPr lang="fr-FR" smtClean="0"/>
              <a:t>Take my heart Take my life As a living sacrifice</a:t>
            </a:r>
          </a:p>
          <a:p>
            <a:endParaRPr lang="fr-FR" smtClean="0"/>
          </a:p>
          <a:p>
            <a:r>
              <a:rPr lang="fr-FR" smtClean="0"/>
              <a:t>5-  TOUT MES RÊVES ET MES PLANS JE TE LES DONNE ENTIÈREMENT</a:t>
            </a:r>
          </a:p>
          <a:p>
            <a:r>
              <a:rPr lang="fr-FR" smtClean="0"/>
              <a:t>All my dreams all my plans Lord I place them in your hands</a:t>
            </a:r>
          </a:p>
          <a:p>
            <a:endParaRPr lang="fr-FR" smtClean="0"/>
          </a:p>
          <a:p>
            <a:r>
              <a:rPr lang="fr-FR" smtClean="0"/>
              <a:t>6-  MA VIE N'EST PLUS À MOI JE N’APPARTIENS QU’À TOI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7-  JE TE DONNE TOUT JE TE DONNE TOUT DE MOI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	REFRAIN:	</a:t>
            </a:r>
          </a:p>
          <a:p>
            <a:pPr>
              <a:defRPr/>
            </a:pPr>
            <a:r>
              <a:rPr lang="fr-FR" smtClean="0"/>
              <a:t>	1-  JE TE DONNE TOUT DE MOI SEIGNEUR SERS-TOI DE MOI </a:t>
            </a:r>
          </a:p>
          <a:p>
            <a:pPr>
              <a:defRPr/>
            </a:pPr>
            <a:r>
              <a:rPr lang="fr-FR" smtClean="0"/>
              <a:t>	I give myself away So You can use me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DEVANT TOI JE ME TIENS MA VIE EST ENTRE TES MAINS</a:t>
            </a:r>
          </a:p>
          <a:p>
            <a:pPr>
              <a:defRPr/>
            </a:pPr>
            <a:r>
              <a:rPr lang="fr-FR" smtClean="0"/>
              <a:t>Here I am Here I stand Lord, my life is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MON CŒUR EST TOUT À TOI ACCOMPLI TES DÉSIRS EN MOI</a:t>
            </a:r>
          </a:p>
          <a:p>
            <a:pPr>
              <a:defRPr/>
            </a:pPr>
            <a:r>
              <a:rPr lang="fr-FR" smtClean="0"/>
              <a:t>Lord, I'm longing to see Your desires revealed in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ME VOICI DIEU PUISSANT TEL UN SACRIFICE VIVANT</a:t>
            </a:r>
          </a:p>
          <a:p>
            <a:pPr>
              <a:defRPr/>
            </a:pPr>
            <a:r>
              <a:rPr lang="fr-FR" smtClean="0"/>
              <a:t>Take my heart Take my life As a living sacrifice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TOUT MES RÊVES ET MES PLANS JE TE LES DONNE ENTIÈREMENT</a:t>
            </a:r>
          </a:p>
          <a:p>
            <a:pPr>
              <a:defRPr/>
            </a:pPr>
            <a:r>
              <a:rPr lang="fr-FR" smtClean="0"/>
              <a:t>All my dreams all my plans Lord I place them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MA VIE N'EST PLUS À MOI JE N’APPARTIENS QU’À TOI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7-  JE TE DONNE TOUT JE TE DONNE TOUT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	</a:t>
            </a:r>
          </a:p>
          <a:p>
            <a:r>
              <a:rPr lang="fr-FR" smtClean="0"/>
              <a:t>	1-  JE TE DONNE TOUT DE MOI SEIGNEUR SERS-TOI DE MOI </a:t>
            </a:r>
          </a:p>
          <a:p>
            <a:r>
              <a:rPr lang="fr-FR" smtClean="0"/>
              <a:t>	I give myself away So You can use me		x2</a:t>
            </a:r>
          </a:p>
          <a:p>
            <a:endParaRPr lang="fr-FR" smtClean="0"/>
          </a:p>
          <a:p>
            <a:r>
              <a:rPr lang="fr-FR" smtClean="0"/>
              <a:t>2-  DEVANT TOI JE ME TIENS MA VIE EST ENTRE TES MAINS</a:t>
            </a:r>
          </a:p>
          <a:p>
            <a:r>
              <a:rPr lang="fr-FR" smtClean="0"/>
              <a:t>Here I am Here I stand Lord, my life is in your hands</a:t>
            </a:r>
          </a:p>
          <a:p>
            <a:endParaRPr lang="fr-FR" smtClean="0"/>
          </a:p>
          <a:p>
            <a:r>
              <a:rPr lang="fr-FR" smtClean="0"/>
              <a:t>3-  MON CŒUR EST TOUT À TOI ACCOMPLI TES DÉSIRS EN MOI</a:t>
            </a:r>
          </a:p>
          <a:p>
            <a:r>
              <a:rPr lang="fr-FR" smtClean="0"/>
              <a:t>Lord, I'm longing to see Your desires revealed in me</a:t>
            </a:r>
          </a:p>
          <a:p>
            <a:endParaRPr lang="fr-FR" smtClean="0"/>
          </a:p>
          <a:p>
            <a:r>
              <a:rPr lang="fr-FR" smtClean="0"/>
              <a:t>4-  ME VOICI DIEU PUISSANT TEL UN SACRIFICE VIVANT</a:t>
            </a:r>
          </a:p>
          <a:p>
            <a:r>
              <a:rPr lang="fr-FR" smtClean="0"/>
              <a:t>Take my heart Take my life As a living sacrifice</a:t>
            </a:r>
          </a:p>
          <a:p>
            <a:endParaRPr lang="fr-FR" smtClean="0"/>
          </a:p>
          <a:p>
            <a:r>
              <a:rPr lang="fr-FR" smtClean="0"/>
              <a:t>5-  TOUT MES RÊVES ET MES PLANS JE TE LES DONNE ENTIÈREMENT</a:t>
            </a:r>
          </a:p>
          <a:p>
            <a:r>
              <a:rPr lang="fr-FR" smtClean="0"/>
              <a:t>All my dreams all my plans Lord I place them in your hands</a:t>
            </a:r>
          </a:p>
          <a:p>
            <a:endParaRPr lang="fr-FR" smtClean="0"/>
          </a:p>
          <a:p>
            <a:r>
              <a:rPr lang="fr-FR" smtClean="0"/>
              <a:t>6-  MA VIE N'EST PLUS À MOI JE N’APPARTIENS QU’À TOI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7-  JE TE DONNE TOUT JE TE DONNE TOUT DE MOI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043A26-C6E2-46D2-9104-9AA9B3B5B3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9ED9F1-896E-406D-BA54-9CAE4F59B9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46734E-D510-4F39-A9D0-13C761C0D9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D03C03-0BAA-461D-8BF6-ECE921169F2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051978-4F22-4EBC-93B3-B748277711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A9FAED-D1CD-4D7F-BE08-E553407004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295CB1-FFBA-4FFF-BC8A-481E414606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AE5876-2A3E-4FA9-BAD4-5FAB53A02E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1767CF-D848-43C0-90DD-D1E2FD3EBC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500A94-745D-4460-85F9-B7BB3CB757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51866B-3944-44E4-BFF5-F87DEFE0BC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C611BA3-6E8B-47F0-815C-6846FED73B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TE DONNE TOUT DE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SEIGNEUR SERS-TOI DE MOI 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DEVANT TOI JE ME TIENS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 VIE EST ENTRE TES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MAINS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CŒUR EST TOUT À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ACCOMPLI TES DÉSIRS EN MOI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ME VOICI DIEU 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TEL UN SACRIFICE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VIVANT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 MES RÊVES ET MES PLANS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TE LES DONNE ENTIÈREMENT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 VIE N'EST PLUS À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N’APPARTIENS QU’À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 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TE DONNE TOUT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TE DONNE TOUT DE MOI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71</Words>
  <Application>Microsoft Office PowerPoint</Application>
  <PresentationFormat>On-screen Show (4:3)</PresentationFormat>
  <Paragraphs>281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54</cp:revision>
  <dcterms:created xsi:type="dcterms:W3CDTF">2002-08-17T13:12:10Z</dcterms:created>
  <dcterms:modified xsi:type="dcterms:W3CDTF">2015-04-18T21:17:00Z</dcterms:modified>
</cp:coreProperties>
</file>