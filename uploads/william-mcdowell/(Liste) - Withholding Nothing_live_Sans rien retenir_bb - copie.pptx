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51909" autoAdjust="0"/>
  </p:normalViewPr>
  <p:slideViewPr>
    <p:cSldViewPr>
      <p:cViewPr>
        <p:scale>
          <a:sx n="46" d="100"/>
          <a:sy n="46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A37226E-16C4-4746-A2D3-A913936AB91C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966DD84-957B-41F0-8C59-42B3C066BBB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D6172-96AC-430F-B3B1-009EDB036F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759DA-CC12-41A5-B14C-44D2F49176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FAA4E-5B21-4006-BD7A-9E30A181F6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E3564-8FF3-46BA-8C82-1F992D2801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835BE-14B5-44DC-A945-D2268552CC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EFE57-8273-4730-ACE3-5CF783F85E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30A14-97F8-4408-B7FF-EC14268EA0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546F3-ABF5-4E37-9B8F-203589C7FE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F0C7-9204-4A2E-A247-E84A86A640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C2A8A-56CE-4CF5-86EB-3ED03B7359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F5868-7B3E-4826-A0C8-74C64589F5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65942A8-B524-4AA1-AB12-F02D6ED51A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M’ABANDONNE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SERS-TOI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MOI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VEUX QUE TOI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DISONS OUI, OUI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SEIGNEUR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1761</Words>
  <Application>Microsoft Office PowerPoint</Application>
  <PresentationFormat>On-screen Show (4:3)</PresentationFormat>
  <Paragraphs>412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2015-04-18T16:05:53Z</dcterms:modified>
</cp:coreProperties>
</file>