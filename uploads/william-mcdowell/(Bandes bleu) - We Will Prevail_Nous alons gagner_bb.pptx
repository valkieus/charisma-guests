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43" autoAdjust="0"/>
    <p:restoredTop sz="49929" autoAdjust="0"/>
  </p:normalViewPr>
  <p:slideViewPr>
    <p:cSldViewPr>
      <p:cViewPr>
        <p:scale>
          <a:sx n="46" d="100"/>
          <a:sy n="46" d="100"/>
        </p:scale>
        <p:origin x="-516" y="-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69F39A65-5EFB-413F-AC6E-60A6BE30DBD0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BD4AF8D4-7E8D-41C0-8447-5EEE80E84176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NOTRE GÉNÉRATION  VEUT PLUS QUE CE QUI A ÉTÉ VU</a:t>
            </a:r>
          </a:p>
          <a:p>
            <a:pPr>
              <a:defRPr/>
            </a:pPr>
            <a:r>
              <a:rPr lang="fr-FR" smtClean="0"/>
              <a:t>We are a generation not satisfied with what we’ve seen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CE TEMPS DE PRÉPARATION  ZÊLÉ ET FORTS NOUS A RENDU</a:t>
            </a:r>
          </a:p>
          <a:p>
            <a:pPr>
              <a:defRPr/>
            </a:pPr>
            <a:r>
              <a:rPr lang="fr-FR" smtClean="0"/>
              <a:t>We've been in preparation. Now is the time for a release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NOUS NE SERONS PLUS DE CÔTÉ  DE LA PAROLE NOUS SOMMES ARMÉS</a:t>
            </a:r>
          </a:p>
          <a:p>
            <a:pPr>
              <a:defRPr/>
            </a:pPr>
            <a:r>
              <a:rPr lang="fr-FR" smtClean="0"/>
              <a:t>No longer on the sideline. Empowered by the word of God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AUCUNE PEUR NE PEUT TRIOMPHER NOUS SOMMES L’EGLISE QUI VA GAGNER</a:t>
            </a:r>
          </a:p>
          <a:p>
            <a:pPr>
              <a:defRPr/>
            </a:pPr>
            <a:r>
              <a:rPr lang="fr-FR" smtClean="0"/>
              <a:t>We have no fear within us. We are the church and we prevail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NOUS ALLONS GAGNER</a:t>
            </a:r>
          </a:p>
          <a:p>
            <a:pPr>
              <a:defRPr/>
            </a:pPr>
            <a:r>
              <a:rPr lang="fr-FR" smtClean="0"/>
              <a:t>We will prevail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QU’IMPORTE CE QUE L’ON VOIT NOUS ALLONS GAGNER</a:t>
            </a:r>
          </a:p>
          <a:p>
            <a:pPr>
              <a:defRPr/>
            </a:pPr>
            <a:r>
              <a:rPr lang="fr-FR" smtClean="0"/>
              <a:t>No matter what it looks like We will prevail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NOUS NE MARCHONS PAS PAR LA VUE MAIS PAR LA FOI</a:t>
            </a:r>
          </a:p>
          <a:p>
            <a:pPr>
              <a:defRPr/>
            </a:pPr>
            <a:r>
              <a:rPr lang="fr-FR" smtClean="0"/>
              <a:t>Cause we walk by faith and not by sight We will prevail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NOUS ALLONS GAGNER</a:t>
            </a:r>
          </a:p>
          <a:p>
            <a:pPr>
              <a:defRPr/>
            </a:pPr>
            <a:r>
              <a:rPr lang="fr-FR" smtClean="0"/>
              <a:t>We will prevail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12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NOTRE GÉNÉRATION  VEUT PLUS QUE CE QUI A ÉTÉ VU</a:t>
            </a:r>
          </a:p>
          <a:p>
            <a:r>
              <a:rPr lang="fr-FR" smtClean="0"/>
              <a:t>We are a generation not satisfied with what we’ve seen</a:t>
            </a:r>
          </a:p>
          <a:p>
            <a:endParaRPr lang="fr-FR" smtClean="0"/>
          </a:p>
          <a:p>
            <a:r>
              <a:rPr lang="fr-FR" smtClean="0"/>
              <a:t>2-  CE TEMPS DE PRÉPARATION  ZÊLÉ ET FORTS NOUS A RENDU</a:t>
            </a:r>
          </a:p>
          <a:p>
            <a:r>
              <a:rPr lang="fr-FR" smtClean="0"/>
              <a:t>We've been in preparation. Now is the time for a release</a:t>
            </a:r>
          </a:p>
          <a:p>
            <a:endParaRPr lang="fr-FR" smtClean="0"/>
          </a:p>
          <a:p>
            <a:r>
              <a:rPr lang="fr-FR" smtClean="0"/>
              <a:t>3-  NOUS NE SERONS PLUS DE CÔTÉ  DE LA PAROLE NOUS SOMMES ARMÉS</a:t>
            </a:r>
          </a:p>
          <a:p>
            <a:r>
              <a:rPr lang="fr-FR" smtClean="0"/>
              <a:t>No longer on the sideline. Empowered by the word of God</a:t>
            </a:r>
          </a:p>
          <a:p>
            <a:endParaRPr lang="fr-FR" smtClean="0"/>
          </a:p>
          <a:p>
            <a:r>
              <a:rPr lang="fr-FR" smtClean="0"/>
              <a:t>4-  AUCUNE PEUR NE PEUT TRIOMPHER NOUS SOMMES L’EGLISE QUI VA GAGNER</a:t>
            </a:r>
          </a:p>
          <a:p>
            <a:r>
              <a:rPr lang="fr-FR" smtClean="0"/>
              <a:t>We have no fear within us. We are the church and we prevail</a:t>
            </a:r>
          </a:p>
          <a:p>
            <a:endParaRPr lang="fr-FR" smtClean="0"/>
          </a:p>
          <a:p>
            <a:r>
              <a:rPr lang="fr-FR" smtClean="0"/>
              <a:t>5-  NOUS ALLONS GAGNER</a:t>
            </a:r>
          </a:p>
          <a:p>
            <a:r>
              <a:rPr lang="fr-FR" smtClean="0"/>
              <a:t>We will prevail</a:t>
            </a:r>
          </a:p>
          <a:p>
            <a:endParaRPr lang="fr-FR" smtClean="0"/>
          </a:p>
          <a:p>
            <a:r>
              <a:rPr lang="fr-FR" smtClean="0"/>
              <a:t>6-  QU’IMPORTE CE QUE L’ON VOIT NOUS ALLONS GAGNER</a:t>
            </a:r>
          </a:p>
          <a:p>
            <a:r>
              <a:rPr lang="fr-FR" smtClean="0"/>
              <a:t>No matter what it looks like We will prevail</a:t>
            </a:r>
          </a:p>
          <a:p>
            <a:endParaRPr lang="fr-FR" smtClean="0"/>
          </a:p>
          <a:p>
            <a:r>
              <a:rPr lang="fr-FR" smtClean="0"/>
              <a:t>7-  NOUS NE MARCHONS PAS PAR LA VUE MAIS PAR LA FOI</a:t>
            </a:r>
          </a:p>
          <a:p>
            <a:r>
              <a:rPr lang="fr-FR" smtClean="0"/>
              <a:t>Cause we walk by faith and not by sight We will prevail</a:t>
            </a:r>
          </a:p>
          <a:p>
            <a:endParaRPr lang="fr-FR" smtClean="0"/>
          </a:p>
          <a:p>
            <a:r>
              <a:rPr lang="fr-FR" smtClean="0"/>
              <a:t>8-  NOUS ALLONS GAGNER</a:t>
            </a:r>
          </a:p>
          <a:p>
            <a:r>
              <a:rPr lang="fr-FR" smtClean="0"/>
              <a:t>We will prevail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NOTRE GÉNÉRATION  VEUT PLUS QUE CE QUI A ÉTÉ VU</a:t>
            </a:r>
          </a:p>
          <a:p>
            <a:pPr>
              <a:defRPr/>
            </a:pPr>
            <a:r>
              <a:rPr lang="fr-FR" smtClean="0"/>
              <a:t>We are a generation not satisfied with what we’ve seen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CE TEMPS DE PRÉPARATION  ZÊLÉ ET FORTS NOUS A RENDU</a:t>
            </a:r>
          </a:p>
          <a:p>
            <a:pPr>
              <a:defRPr/>
            </a:pPr>
            <a:r>
              <a:rPr lang="fr-FR" smtClean="0"/>
              <a:t>We've been in preparation. Now is the time for a release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NOUS NE SERONS PLUS DE CÔTÉ  DE LA PAROLE NOUS SOMMES ARMÉS</a:t>
            </a:r>
          </a:p>
          <a:p>
            <a:pPr>
              <a:defRPr/>
            </a:pPr>
            <a:r>
              <a:rPr lang="fr-FR" smtClean="0"/>
              <a:t>No longer on the sideline. Empowered by the word of God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AUCUNE PEUR NE PEUT TRIOMPHER NOUS SOMMES L’EGLISE QUI VA GAGNER</a:t>
            </a:r>
          </a:p>
          <a:p>
            <a:pPr>
              <a:defRPr/>
            </a:pPr>
            <a:r>
              <a:rPr lang="fr-FR" smtClean="0"/>
              <a:t>We have no fear within us. We are the church and we prevail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NOUS ALLONS GAGNER</a:t>
            </a:r>
          </a:p>
          <a:p>
            <a:pPr>
              <a:defRPr/>
            </a:pPr>
            <a:r>
              <a:rPr lang="fr-FR" smtClean="0"/>
              <a:t>We will prevail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QU’IMPORTE CE QUE L’ON VOIT NOUS ALLONS GAGNER</a:t>
            </a:r>
          </a:p>
          <a:p>
            <a:pPr>
              <a:defRPr/>
            </a:pPr>
            <a:r>
              <a:rPr lang="fr-FR" smtClean="0"/>
              <a:t>No matter what it looks like We will prevail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NOUS NE MARCHONS PAS PAR LA VUE MAIS PAR LA FOI</a:t>
            </a:r>
          </a:p>
          <a:p>
            <a:pPr>
              <a:defRPr/>
            </a:pPr>
            <a:r>
              <a:rPr lang="fr-FR" smtClean="0"/>
              <a:t>Cause we walk by faith and not by sight We will prevail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NOUS ALLONS GAGNER</a:t>
            </a:r>
          </a:p>
          <a:p>
            <a:pPr>
              <a:defRPr/>
            </a:pPr>
            <a:r>
              <a:rPr lang="fr-FR" smtClean="0"/>
              <a:t>We will prevail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NOTRE GÉNÉRATION  VEUT PLUS QUE CE QUI A ÉTÉ VU</a:t>
            </a:r>
          </a:p>
          <a:p>
            <a:r>
              <a:rPr lang="fr-FR" smtClean="0"/>
              <a:t>We are a generation not satisfied with what we’ve seen</a:t>
            </a:r>
          </a:p>
          <a:p>
            <a:endParaRPr lang="fr-FR" smtClean="0"/>
          </a:p>
          <a:p>
            <a:r>
              <a:rPr lang="fr-FR" smtClean="0"/>
              <a:t>2-  CE TEMPS DE PRÉPARATION  ZÊLÉ ET FORTS NOUS A RENDU</a:t>
            </a:r>
          </a:p>
          <a:p>
            <a:r>
              <a:rPr lang="fr-FR" smtClean="0"/>
              <a:t>We've been in preparation. Now is the time for a release</a:t>
            </a:r>
          </a:p>
          <a:p>
            <a:endParaRPr lang="fr-FR" smtClean="0"/>
          </a:p>
          <a:p>
            <a:r>
              <a:rPr lang="fr-FR" smtClean="0"/>
              <a:t>3-  NOUS NE SERONS PLUS DE CÔTÉ  DE LA PAROLE NOUS SOMMES ARMÉS</a:t>
            </a:r>
          </a:p>
          <a:p>
            <a:r>
              <a:rPr lang="fr-FR" smtClean="0"/>
              <a:t>No longer on the sideline. Empowered by the word of God</a:t>
            </a:r>
          </a:p>
          <a:p>
            <a:endParaRPr lang="fr-FR" smtClean="0"/>
          </a:p>
          <a:p>
            <a:r>
              <a:rPr lang="fr-FR" smtClean="0"/>
              <a:t>4-  AUCUNE PEUR NE PEUT TRIOMPHER NOUS SOMMES L’EGLISE QUI VA GAGNER</a:t>
            </a:r>
          </a:p>
          <a:p>
            <a:r>
              <a:rPr lang="fr-FR" smtClean="0"/>
              <a:t>We have no fear within us. We are the church and we prevail</a:t>
            </a:r>
          </a:p>
          <a:p>
            <a:endParaRPr lang="fr-FR" smtClean="0"/>
          </a:p>
          <a:p>
            <a:r>
              <a:rPr lang="fr-FR" smtClean="0"/>
              <a:t>5-  NOUS ALLONS GAGNER</a:t>
            </a:r>
          </a:p>
          <a:p>
            <a:r>
              <a:rPr lang="fr-FR" smtClean="0"/>
              <a:t>We will prevail</a:t>
            </a:r>
          </a:p>
          <a:p>
            <a:endParaRPr lang="fr-FR" smtClean="0"/>
          </a:p>
          <a:p>
            <a:r>
              <a:rPr lang="fr-FR" smtClean="0"/>
              <a:t>6-  QU’IMPORTE CE QUE L’ON VOIT NOUS ALLONS GAGNER</a:t>
            </a:r>
          </a:p>
          <a:p>
            <a:r>
              <a:rPr lang="fr-FR" smtClean="0"/>
              <a:t>No matter what it looks like We will prevail</a:t>
            </a:r>
          </a:p>
          <a:p>
            <a:endParaRPr lang="fr-FR" smtClean="0"/>
          </a:p>
          <a:p>
            <a:r>
              <a:rPr lang="fr-FR" smtClean="0"/>
              <a:t>7-  NOUS NE MARCHONS PAS PAR LA VUE MAIS PAR LA FOI</a:t>
            </a:r>
          </a:p>
          <a:p>
            <a:r>
              <a:rPr lang="fr-FR" smtClean="0"/>
              <a:t>Cause we walk by faith and not by sight We will prevail</a:t>
            </a:r>
          </a:p>
          <a:p>
            <a:endParaRPr lang="fr-FR" smtClean="0"/>
          </a:p>
          <a:p>
            <a:r>
              <a:rPr lang="fr-FR" smtClean="0"/>
              <a:t>8-  NOUS ALLONS GAGNER</a:t>
            </a:r>
          </a:p>
          <a:p>
            <a:r>
              <a:rPr lang="fr-FR" smtClean="0"/>
              <a:t>We will prevail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NOTRE GÉNÉRATION  VEUT PLUS QUE CE QUI A ÉTÉ VU</a:t>
            </a:r>
          </a:p>
          <a:p>
            <a:pPr>
              <a:defRPr/>
            </a:pPr>
            <a:r>
              <a:rPr lang="fr-FR" smtClean="0"/>
              <a:t>We are a generation not satisfied with what we’ve seen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CE TEMPS DE PRÉPARATION  ZÊLÉ ET FORTS NOUS A RENDU</a:t>
            </a:r>
          </a:p>
          <a:p>
            <a:pPr>
              <a:defRPr/>
            </a:pPr>
            <a:r>
              <a:rPr lang="fr-FR" smtClean="0"/>
              <a:t>We've been in preparation. Now is the time for a release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NOUS NE SERONS PLUS DE CÔTÉ  DE LA PAROLE NOUS SOMMES ARMÉS</a:t>
            </a:r>
          </a:p>
          <a:p>
            <a:pPr>
              <a:defRPr/>
            </a:pPr>
            <a:r>
              <a:rPr lang="fr-FR" smtClean="0"/>
              <a:t>No longer on the sideline. Empowered by the word of God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AUCUNE PEUR NE PEUT TRIOMPHER NOUS SOMMES L’EGLISE QUI VA GAGNER</a:t>
            </a:r>
          </a:p>
          <a:p>
            <a:pPr>
              <a:defRPr/>
            </a:pPr>
            <a:r>
              <a:rPr lang="fr-FR" smtClean="0"/>
              <a:t>We have no fear within us. We are the church and we prevail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NOUS ALLONS GAGNER</a:t>
            </a:r>
          </a:p>
          <a:p>
            <a:pPr>
              <a:defRPr/>
            </a:pPr>
            <a:r>
              <a:rPr lang="fr-FR" smtClean="0"/>
              <a:t>We will prevail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QU’IMPORTE CE QUE L’ON VOIT NOUS ALLONS GAGNER</a:t>
            </a:r>
          </a:p>
          <a:p>
            <a:pPr>
              <a:defRPr/>
            </a:pPr>
            <a:r>
              <a:rPr lang="fr-FR" smtClean="0"/>
              <a:t>No matter what it looks like We will prevail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NOUS NE MARCHONS PAS PAR LA VUE MAIS PAR LA FOI</a:t>
            </a:r>
          </a:p>
          <a:p>
            <a:pPr>
              <a:defRPr/>
            </a:pPr>
            <a:r>
              <a:rPr lang="fr-FR" smtClean="0"/>
              <a:t>Cause we walk by faith and not by sight We will prevail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NOUS ALLONS GAGNER</a:t>
            </a:r>
          </a:p>
          <a:p>
            <a:pPr>
              <a:defRPr/>
            </a:pPr>
            <a:r>
              <a:rPr lang="fr-FR" smtClean="0"/>
              <a:t>We will prevail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NOTRE GÉNÉRATION  VEUT PLUS QUE CE QUI A ÉTÉ VU</a:t>
            </a:r>
          </a:p>
          <a:p>
            <a:r>
              <a:rPr lang="fr-FR" smtClean="0"/>
              <a:t>We are a generation not satisfied with what we’ve seen</a:t>
            </a:r>
          </a:p>
          <a:p>
            <a:endParaRPr lang="fr-FR" smtClean="0"/>
          </a:p>
          <a:p>
            <a:r>
              <a:rPr lang="fr-FR" smtClean="0"/>
              <a:t>2-  CE TEMPS DE PRÉPARATION  ZÊLÉ ET FORTS NOUS A RENDU</a:t>
            </a:r>
          </a:p>
          <a:p>
            <a:r>
              <a:rPr lang="fr-FR" smtClean="0"/>
              <a:t>We've been in preparation. Now is the time for a release</a:t>
            </a:r>
          </a:p>
          <a:p>
            <a:endParaRPr lang="fr-FR" smtClean="0"/>
          </a:p>
          <a:p>
            <a:r>
              <a:rPr lang="fr-FR" smtClean="0"/>
              <a:t>3-  NOUS NE SERONS PLUS DE CÔTÉ  DE LA PAROLE NOUS SOMMES ARMÉS</a:t>
            </a:r>
          </a:p>
          <a:p>
            <a:r>
              <a:rPr lang="fr-FR" smtClean="0"/>
              <a:t>No longer on the sideline. Empowered by the word of God</a:t>
            </a:r>
          </a:p>
          <a:p>
            <a:endParaRPr lang="fr-FR" smtClean="0"/>
          </a:p>
          <a:p>
            <a:r>
              <a:rPr lang="fr-FR" smtClean="0"/>
              <a:t>4-  AUCUNE PEUR NE PEUT TRIOMPHER NOUS SOMMES L’EGLISE QUI VA GAGNER</a:t>
            </a:r>
          </a:p>
          <a:p>
            <a:r>
              <a:rPr lang="fr-FR" smtClean="0"/>
              <a:t>We have no fear within us. We are the church and we prevail</a:t>
            </a:r>
          </a:p>
          <a:p>
            <a:endParaRPr lang="fr-FR" smtClean="0"/>
          </a:p>
          <a:p>
            <a:r>
              <a:rPr lang="fr-FR" smtClean="0"/>
              <a:t>5-  NOUS ALLONS GAGNER</a:t>
            </a:r>
          </a:p>
          <a:p>
            <a:r>
              <a:rPr lang="fr-FR" smtClean="0"/>
              <a:t>We will prevail</a:t>
            </a:r>
          </a:p>
          <a:p>
            <a:endParaRPr lang="fr-FR" smtClean="0"/>
          </a:p>
          <a:p>
            <a:r>
              <a:rPr lang="fr-FR" smtClean="0"/>
              <a:t>6-  QU’IMPORTE CE QUE L’ON VOIT NOUS ALLONS GAGNER</a:t>
            </a:r>
          </a:p>
          <a:p>
            <a:r>
              <a:rPr lang="fr-FR" smtClean="0"/>
              <a:t>No matter what it looks like We will prevail</a:t>
            </a:r>
          </a:p>
          <a:p>
            <a:endParaRPr lang="fr-FR" smtClean="0"/>
          </a:p>
          <a:p>
            <a:r>
              <a:rPr lang="fr-FR" smtClean="0"/>
              <a:t>7-  NOUS NE MARCHONS PAS PAR LA VUE MAIS PAR LA FOI</a:t>
            </a:r>
          </a:p>
          <a:p>
            <a:r>
              <a:rPr lang="fr-FR" smtClean="0"/>
              <a:t>Cause we walk by faith and not by sight We will prevail</a:t>
            </a:r>
          </a:p>
          <a:p>
            <a:endParaRPr lang="fr-FR" smtClean="0"/>
          </a:p>
          <a:p>
            <a:r>
              <a:rPr lang="fr-FR" smtClean="0"/>
              <a:t>8-  NOUS ALLONS GAGNER</a:t>
            </a:r>
          </a:p>
          <a:p>
            <a:r>
              <a:rPr lang="fr-FR" smtClean="0"/>
              <a:t>We will prevail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NOTRE GÉNÉRATION  VEUT PLUS QUE CE QUI A ÉTÉ VU</a:t>
            </a:r>
          </a:p>
          <a:p>
            <a:pPr>
              <a:defRPr/>
            </a:pPr>
            <a:r>
              <a:rPr lang="fr-FR" smtClean="0"/>
              <a:t>We are a generation not satisfied with what we’ve seen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CE TEMPS DE PRÉPARATION  ZÊLÉ ET FORTS NOUS A RENDU</a:t>
            </a:r>
          </a:p>
          <a:p>
            <a:pPr>
              <a:defRPr/>
            </a:pPr>
            <a:r>
              <a:rPr lang="fr-FR" smtClean="0"/>
              <a:t>We've been in preparation. Now is the time for a release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NOUS NE SERONS PLUS DE CÔTÉ  DE LA PAROLE NOUS SOMMES ARMÉS</a:t>
            </a:r>
          </a:p>
          <a:p>
            <a:pPr>
              <a:defRPr/>
            </a:pPr>
            <a:r>
              <a:rPr lang="fr-FR" smtClean="0"/>
              <a:t>No longer on the sideline. Empowered by the word of God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AUCUNE PEUR NE PEUT TRIOMPHER NOUS SOMMES L’EGLISE QUI VA GAGNER</a:t>
            </a:r>
          </a:p>
          <a:p>
            <a:pPr>
              <a:defRPr/>
            </a:pPr>
            <a:r>
              <a:rPr lang="fr-FR" smtClean="0"/>
              <a:t>We have no fear within us. We are the church and we prevail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NOUS ALLONS GAGNER</a:t>
            </a:r>
          </a:p>
          <a:p>
            <a:pPr>
              <a:defRPr/>
            </a:pPr>
            <a:r>
              <a:rPr lang="fr-FR" smtClean="0"/>
              <a:t>We will prevail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QU’IMPORTE CE QUE L’ON VOIT NOUS ALLONS GAGNER</a:t>
            </a:r>
          </a:p>
          <a:p>
            <a:pPr>
              <a:defRPr/>
            </a:pPr>
            <a:r>
              <a:rPr lang="fr-FR" smtClean="0"/>
              <a:t>No matter what it looks like We will prevail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NOUS NE MARCHONS PAS PAR LA VUE MAIS PAR LA FOI</a:t>
            </a:r>
          </a:p>
          <a:p>
            <a:pPr>
              <a:defRPr/>
            </a:pPr>
            <a:r>
              <a:rPr lang="fr-FR" smtClean="0"/>
              <a:t>Cause we walk by faith and not by sight We will prevail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NOUS ALLONS GAGNER</a:t>
            </a:r>
          </a:p>
          <a:p>
            <a:pPr>
              <a:defRPr/>
            </a:pPr>
            <a:r>
              <a:rPr lang="fr-FR" smtClean="0"/>
              <a:t>We will prevail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NOTRE GÉNÉRATION  VEUT PLUS QUE CE QUI A ÉTÉ VU</a:t>
            </a:r>
          </a:p>
          <a:p>
            <a:r>
              <a:rPr lang="fr-FR" smtClean="0"/>
              <a:t>We are a generation not satisfied with what we’ve seen</a:t>
            </a:r>
          </a:p>
          <a:p>
            <a:endParaRPr lang="fr-FR" smtClean="0"/>
          </a:p>
          <a:p>
            <a:r>
              <a:rPr lang="fr-FR" smtClean="0"/>
              <a:t>2-  CE TEMPS DE PRÉPARATION  ZÊLÉ ET FORTS NOUS A RENDU</a:t>
            </a:r>
          </a:p>
          <a:p>
            <a:r>
              <a:rPr lang="fr-FR" smtClean="0"/>
              <a:t>We've been in preparation. Now is the time for a release</a:t>
            </a:r>
          </a:p>
          <a:p>
            <a:endParaRPr lang="fr-FR" smtClean="0"/>
          </a:p>
          <a:p>
            <a:r>
              <a:rPr lang="fr-FR" smtClean="0"/>
              <a:t>3-  NOUS NE SERONS PLUS DE CÔTÉ  DE LA PAROLE NOUS SOMMES ARMÉS</a:t>
            </a:r>
          </a:p>
          <a:p>
            <a:r>
              <a:rPr lang="fr-FR" smtClean="0"/>
              <a:t>No longer on the sideline. Empowered by the word of God</a:t>
            </a:r>
          </a:p>
          <a:p>
            <a:endParaRPr lang="fr-FR" smtClean="0"/>
          </a:p>
          <a:p>
            <a:r>
              <a:rPr lang="fr-FR" smtClean="0"/>
              <a:t>4-  AUCUNE PEUR NE PEUT TRIOMPHER NOUS SOMMES L’EGLISE QUI VA GAGNER</a:t>
            </a:r>
          </a:p>
          <a:p>
            <a:r>
              <a:rPr lang="fr-FR" smtClean="0"/>
              <a:t>We have no fear within us. We are the church and we prevail</a:t>
            </a:r>
          </a:p>
          <a:p>
            <a:endParaRPr lang="fr-FR" smtClean="0"/>
          </a:p>
          <a:p>
            <a:r>
              <a:rPr lang="fr-FR" smtClean="0"/>
              <a:t>5-  NOUS ALLONS GAGNER</a:t>
            </a:r>
          </a:p>
          <a:p>
            <a:r>
              <a:rPr lang="fr-FR" smtClean="0"/>
              <a:t>We will prevail</a:t>
            </a:r>
          </a:p>
          <a:p>
            <a:endParaRPr lang="fr-FR" smtClean="0"/>
          </a:p>
          <a:p>
            <a:r>
              <a:rPr lang="fr-FR" smtClean="0"/>
              <a:t>6-  QU’IMPORTE CE QUE L’ON VOIT NOUS ALLONS GAGNER</a:t>
            </a:r>
          </a:p>
          <a:p>
            <a:r>
              <a:rPr lang="fr-FR" smtClean="0"/>
              <a:t>No matter what it looks like We will prevail</a:t>
            </a:r>
          </a:p>
          <a:p>
            <a:endParaRPr lang="fr-FR" smtClean="0"/>
          </a:p>
          <a:p>
            <a:r>
              <a:rPr lang="fr-FR" smtClean="0"/>
              <a:t>7-  NOUS NE MARCHONS PAS PAR LA VUE MAIS PAR LA FOI</a:t>
            </a:r>
          </a:p>
          <a:p>
            <a:r>
              <a:rPr lang="fr-FR" smtClean="0"/>
              <a:t>Cause we walk by faith and not by sight We will prevail</a:t>
            </a:r>
          </a:p>
          <a:p>
            <a:endParaRPr lang="fr-FR" smtClean="0"/>
          </a:p>
          <a:p>
            <a:r>
              <a:rPr lang="fr-FR" smtClean="0"/>
              <a:t>8-  NOUS ALLONS GAGNER</a:t>
            </a:r>
          </a:p>
          <a:p>
            <a:r>
              <a:rPr lang="fr-FR" smtClean="0"/>
              <a:t>We will prevail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NOTRE GÉNÉRATION  VEUT PLUS QUE CE QUI A ÉTÉ VU</a:t>
            </a:r>
          </a:p>
          <a:p>
            <a:pPr>
              <a:defRPr/>
            </a:pPr>
            <a:r>
              <a:rPr lang="fr-FR" smtClean="0"/>
              <a:t>We are a generation not satisfied with what we’ve seen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CE TEMPS DE PRÉPARATION  ZÊLÉ ET FORTS NOUS A RENDU</a:t>
            </a:r>
          </a:p>
          <a:p>
            <a:pPr>
              <a:defRPr/>
            </a:pPr>
            <a:r>
              <a:rPr lang="fr-FR" smtClean="0"/>
              <a:t>We've been in preparation. Now is the time for a release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NOUS NE SERONS PLUS DE CÔTÉ  DE LA PAROLE NOUS SOMMES ARMÉS</a:t>
            </a:r>
          </a:p>
          <a:p>
            <a:pPr>
              <a:defRPr/>
            </a:pPr>
            <a:r>
              <a:rPr lang="fr-FR" smtClean="0"/>
              <a:t>No longer on the sideline. Empowered by the word of God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AUCUNE PEUR NE PEUT TRIOMPHER NOUS SOMMES L’EGLISE QUI VA GAGNER</a:t>
            </a:r>
          </a:p>
          <a:p>
            <a:pPr>
              <a:defRPr/>
            </a:pPr>
            <a:r>
              <a:rPr lang="fr-FR" smtClean="0"/>
              <a:t>We have no fear within us. We are the church and we prevail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NOUS ALLONS GAGNER</a:t>
            </a:r>
          </a:p>
          <a:p>
            <a:pPr>
              <a:defRPr/>
            </a:pPr>
            <a:r>
              <a:rPr lang="fr-FR" smtClean="0"/>
              <a:t>We will prevail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QU’IMPORTE CE QUE L’ON VOIT NOUS ALLONS GAGNER</a:t>
            </a:r>
          </a:p>
          <a:p>
            <a:pPr>
              <a:defRPr/>
            </a:pPr>
            <a:r>
              <a:rPr lang="fr-FR" smtClean="0"/>
              <a:t>No matter what it looks like We will prevail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NOUS NE MARCHONS PAS PAR LA VUE MAIS PAR LA FOI</a:t>
            </a:r>
          </a:p>
          <a:p>
            <a:pPr>
              <a:defRPr/>
            </a:pPr>
            <a:r>
              <a:rPr lang="fr-FR" smtClean="0"/>
              <a:t>Cause we walk by faith and not by sight We will prevail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NOUS ALLONS GAGNER</a:t>
            </a:r>
          </a:p>
          <a:p>
            <a:pPr>
              <a:defRPr/>
            </a:pPr>
            <a:r>
              <a:rPr lang="fr-FR" smtClean="0"/>
              <a:t>We will prevail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NOTRE GÉNÉRATION  VEUT PLUS QUE CE QUI A ÉTÉ VU</a:t>
            </a:r>
          </a:p>
          <a:p>
            <a:r>
              <a:rPr lang="fr-FR" smtClean="0"/>
              <a:t>We are a generation not satisfied with what we’ve seen</a:t>
            </a:r>
          </a:p>
          <a:p>
            <a:endParaRPr lang="fr-FR" smtClean="0"/>
          </a:p>
          <a:p>
            <a:r>
              <a:rPr lang="fr-FR" smtClean="0"/>
              <a:t>2-  CE TEMPS DE PRÉPARATION  ZÊLÉ ET FORTS NOUS A RENDU</a:t>
            </a:r>
          </a:p>
          <a:p>
            <a:r>
              <a:rPr lang="fr-FR" smtClean="0"/>
              <a:t>We've been in preparation. Now is the time for a release</a:t>
            </a:r>
          </a:p>
          <a:p>
            <a:endParaRPr lang="fr-FR" smtClean="0"/>
          </a:p>
          <a:p>
            <a:r>
              <a:rPr lang="fr-FR" smtClean="0"/>
              <a:t>3-  NOUS NE SERONS PLUS DE CÔTÉ  DE LA PAROLE NOUS SOMMES ARMÉS</a:t>
            </a:r>
          </a:p>
          <a:p>
            <a:r>
              <a:rPr lang="fr-FR" smtClean="0"/>
              <a:t>No longer on the sideline. Empowered by the word of God</a:t>
            </a:r>
          </a:p>
          <a:p>
            <a:endParaRPr lang="fr-FR" smtClean="0"/>
          </a:p>
          <a:p>
            <a:r>
              <a:rPr lang="fr-FR" smtClean="0"/>
              <a:t>4-  AUCUNE PEUR NE PEUT TRIOMPHER NOUS SOMMES L’EGLISE QUI VA GAGNER</a:t>
            </a:r>
          </a:p>
          <a:p>
            <a:r>
              <a:rPr lang="fr-FR" smtClean="0"/>
              <a:t>We have no fear within us. We are the church and we prevail</a:t>
            </a:r>
          </a:p>
          <a:p>
            <a:endParaRPr lang="fr-FR" smtClean="0"/>
          </a:p>
          <a:p>
            <a:r>
              <a:rPr lang="fr-FR" smtClean="0"/>
              <a:t>5-  NOUS ALLONS GAGNER</a:t>
            </a:r>
          </a:p>
          <a:p>
            <a:r>
              <a:rPr lang="fr-FR" smtClean="0"/>
              <a:t>We will prevail</a:t>
            </a:r>
          </a:p>
          <a:p>
            <a:endParaRPr lang="fr-FR" smtClean="0"/>
          </a:p>
          <a:p>
            <a:r>
              <a:rPr lang="fr-FR" smtClean="0"/>
              <a:t>6-  QU’IMPORTE CE QUE L’ON VOIT NOUS ALLONS GAGNER</a:t>
            </a:r>
          </a:p>
          <a:p>
            <a:r>
              <a:rPr lang="fr-FR" smtClean="0"/>
              <a:t>No matter what it looks like We will prevail</a:t>
            </a:r>
          </a:p>
          <a:p>
            <a:endParaRPr lang="fr-FR" smtClean="0"/>
          </a:p>
          <a:p>
            <a:r>
              <a:rPr lang="fr-FR" smtClean="0"/>
              <a:t>7-  NOUS NE MARCHONS PAS PAR LA VUE MAIS PAR LA FOI</a:t>
            </a:r>
          </a:p>
          <a:p>
            <a:r>
              <a:rPr lang="fr-FR" smtClean="0"/>
              <a:t>Cause we walk by faith and not by sight We will prevail</a:t>
            </a:r>
          </a:p>
          <a:p>
            <a:endParaRPr lang="fr-FR" smtClean="0"/>
          </a:p>
          <a:p>
            <a:r>
              <a:rPr lang="fr-FR" smtClean="0"/>
              <a:t>8-  NOUS ALLONS GAGNER</a:t>
            </a:r>
          </a:p>
          <a:p>
            <a:r>
              <a:rPr lang="fr-FR" smtClean="0"/>
              <a:t>We will prevail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NOTRE GÉNÉRATION  VEUT PLUS QUE CE QUI A ÉTÉ VU</a:t>
            </a:r>
          </a:p>
          <a:p>
            <a:pPr>
              <a:defRPr/>
            </a:pPr>
            <a:r>
              <a:rPr lang="fr-FR" smtClean="0"/>
              <a:t>We are a generation not satisfied with what we’ve seen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CE TEMPS DE PRÉPARATION  ZÊLÉ ET FORTS NOUS A RENDU</a:t>
            </a:r>
          </a:p>
          <a:p>
            <a:pPr>
              <a:defRPr/>
            </a:pPr>
            <a:r>
              <a:rPr lang="fr-FR" smtClean="0"/>
              <a:t>We've been in preparation. Now is the time for a release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NOUS NE SERONS PLUS DE CÔTÉ  DE LA PAROLE NOUS SOMMES ARMÉS</a:t>
            </a:r>
          </a:p>
          <a:p>
            <a:pPr>
              <a:defRPr/>
            </a:pPr>
            <a:r>
              <a:rPr lang="fr-FR" smtClean="0"/>
              <a:t>No longer on the sideline. Empowered by the word of God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AUCUNE PEUR NE PEUT TRIOMPHER NOUS SOMMES L’EGLISE QUI VA GAGNER</a:t>
            </a:r>
          </a:p>
          <a:p>
            <a:pPr>
              <a:defRPr/>
            </a:pPr>
            <a:r>
              <a:rPr lang="fr-FR" smtClean="0"/>
              <a:t>We have no fear within us. We are the church and we prevail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NOUS ALLONS GAGNER</a:t>
            </a:r>
          </a:p>
          <a:p>
            <a:pPr>
              <a:defRPr/>
            </a:pPr>
            <a:r>
              <a:rPr lang="fr-FR" smtClean="0"/>
              <a:t>We will prevail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QU’IMPORTE CE QUE L’ON VOIT NOUS ALLONS GAGNER</a:t>
            </a:r>
          </a:p>
          <a:p>
            <a:pPr>
              <a:defRPr/>
            </a:pPr>
            <a:r>
              <a:rPr lang="fr-FR" smtClean="0"/>
              <a:t>No matter what it looks like We will prevail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NOUS NE MARCHONS PAS PAR LA VUE MAIS PAR LA FOI</a:t>
            </a:r>
          </a:p>
          <a:p>
            <a:pPr>
              <a:defRPr/>
            </a:pPr>
            <a:r>
              <a:rPr lang="fr-FR" smtClean="0"/>
              <a:t>Cause we walk by faith and not by sight We will prevail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NOUS ALLONS GAGNER</a:t>
            </a:r>
          </a:p>
          <a:p>
            <a:pPr>
              <a:defRPr/>
            </a:pPr>
            <a:r>
              <a:rPr lang="fr-FR" smtClean="0"/>
              <a:t>We will prevail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NOTRE GÉNÉRATION  VEUT PLUS QUE CE QUI A ÉTÉ VU</a:t>
            </a:r>
          </a:p>
          <a:p>
            <a:r>
              <a:rPr lang="fr-FR" smtClean="0"/>
              <a:t>We are a generation not satisfied with what we’ve seen</a:t>
            </a:r>
          </a:p>
          <a:p>
            <a:endParaRPr lang="fr-FR" smtClean="0"/>
          </a:p>
          <a:p>
            <a:r>
              <a:rPr lang="fr-FR" smtClean="0"/>
              <a:t>2-  CE TEMPS DE PRÉPARATION  ZÊLÉ ET FORTS NOUS A RENDU</a:t>
            </a:r>
          </a:p>
          <a:p>
            <a:r>
              <a:rPr lang="fr-FR" smtClean="0"/>
              <a:t>We've been in preparation. Now is the time for a release</a:t>
            </a:r>
          </a:p>
          <a:p>
            <a:endParaRPr lang="fr-FR" smtClean="0"/>
          </a:p>
          <a:p>
            <a:r>
              <a:rPr lang="fr-FR" smtClean="0"/>
              <a:t>3-  NOUS NE SERONS PLUS DE CÔTÉ  DE LA PAROLE NOUS SOMMES ARMÉS</a:t>
            </a:r>
          </a:p>
          <a:p>
            <a:r>
              <a:rPr lang="fr-FR" smtClean="0"/>
              <a:t>No longer on the sideline. Empowered by the word of God</a:t>
            </a:r>
          </a:p>
          <a:p>
            <a:endParaRPr lang="fr-FR" smtClean="0"/>
          </a:p>
          <a:p>
            <a:r>
              <a:rPr lang="fr-FR" smtClean="0"/>
              <a:t>4-  AUCUNE PEUR NE PEUT TRIOMPHER NOUS SOMMES L’EGLISE QUI VA GAGNER</a:t>
            </a:r>
          </a:p>
          <a:p>
            <a:r>
              <a:rPr lang="fr-FR" smtClean="0"/>
              <a:t>We have no fear within us. We are the church and we prevail</a:t>
            </a:r>
          </a:p>
          <a:p>
            <a:endParaRPr lang="fr-FR" smtClean="0"/>
          </a:p>
          <a:p>
            <a:r>
              <a:rPr lang="fr-FR" smtClean="0"/>
              <a:t>5-  NOUS ALLONS GAGNER</a:t>
            </a:r>
          </a:p>
          <a:p>
            <a:r>
              <a:rPr lang="fr-FR" smtClean="0"/>
              <a:t>We will prevail</a:t>
            </a:r>
          </a:p>
          <a:p>
            <a:endParaRPr lang="fr-FR" smtClean="0"/>
          </a:p>
          <a:p>
            <a:r>
              <a:rPr lang="fr-FR" smtClean="0"/>
              <a:t>6-  QU’IMPORTE CE QUE L’ON VOIT NOUS ALLONS GAGNER</a:t>
            </a:r>
          </a:p>
          <a:p>
            <a:r>
              <a:rPr lang="fr-FR" smtClean="0"/>
              <a:t>No matter what it looks like We will prevail</a:t>
            </a:r>
          </a:p>
          <a:p>
            <a:endParaRPr lang="fr-FR" smtClean="0"/>
          </a:p>
          <a:p>
            <a:r>
              <a:rPr lang="fr-FR" smtClean="0"/>
              <a:t>7-  NOUS NE MARCHONS PAS PAR LA VUE MAIS PAR LA FOI</a:t>
            </a:r>
          </a:p>
          <a:p>
            <a:r>
              <a:rPr lang="fr-FR" smtClean="0"/>
              <a:t>Cause we walk by faith and not by sight We will prevail</a:t>
            </a:r>
          </a:p>
          <a:p>
            <a:endParaRPr lang="fr-FR" smtClean="0"/>
          </a:p>
          <a:p>
            <a:r>
              <a:rPr lang="fr-FR" smtClean="0"/>
              <a:t>8-  NOUS ALLONS GAGNER</a:t>
            </a:r>
          </a:p>
          <a:p>
            <a:r>
              <a:rPr lang="fr-FR" smtClean="0"/>
              <a:t>We will prevail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NOTRE GÉNÉRATION  VEUT PLUS QUE CE QUI A ÉTÉ VU</a:t>
            </a:r>
          </a:p>
          <a:p>
            <a:pPr>
              <a:defRPr/>
            </a:pPr>
            <a:r>
              <a:rPr lang="fr-FR" smtClean="0"/>
              <a:t>We are a generation not satisfied with what we’ve seen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CE TEMPS DE PRÉPARATION  ZÊLÉ ET FORTS NOUS A RENDU</a:t>
            </a:r>
          </a:p>
          <a:p>
            <a:pPr>
              <a:defRPr/>
            </a:pPr>
            <a:r>
              <a:rPr lang="fr-FR" smtClean="0"/>
              <a:t>We've been in preparation. Now is the time for a release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NOUS NE SERONS PLUS DE CÔTÉ  DE LA PAROLE NOUS SOMMES ARMÉS</a:t>
            </a:r>
          </a:p>
          <a:p>
            <a:pPr>
              <a:defRPr/>
            </a:pPr>
            <a:r>
              <a:rPr lang="fr-FR" smtClean="0"/>
              <a:t>No longer on the sideline. Empowered by the word of God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AUCUNE PEUR NE PEUT TRIOMPHER NOUS SOMMES L’EGLISE QUI VA GAGNER</a:t>
            </a:r>
          </a:p>
          <a:p>
            <a:pPr>
              <a:defRPr/>
            </a:pPr>
            <a:r>
              <a:rPr lang="fr-FR" smtClean="0"/>
              <a:t>We have no fear within us. We are the church and we prevail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NOUS ALLONS GAGNER</a:t>
            </a:r>
          </a:p>
          <a:p>
            <a:pPr>
              <a:defRPr/>
            </a:pPr>
            <a:r>
              <a:rPr lang="fr-FR" smtClean="0"/>
              <a:t>We will prevail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QU’IMPORTE CE QUE L’ON VOIT NOUS ALLONS GAGNER</a:t>
            </a:r>
          </a:p>
          <a:p>
            <a:pPr>
              <a:defRPr/>
            </a:pPr>
            <a:r>
              <a:rPr lang="fr-FR" smtClean="0"/>
              <a:t>No matter what it looks like We will prevail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NOUS NE MARCHONS PAS PAR LA VUE MAIS PAR LA FOI</a:t>
            </a:r>
          </a:p>
          <a:p>
            <a:pPr>
              <a:defRPr/>
            </a:pPr>
            <a:r>
              <a:rPr lang="fr-FR" smtClean="0"/>
              <a:t>Cause we walk by faith and not by sight We will prevail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NOUS ALLONS GAGNER</a:t>
            </a:r>
          </a:p>
          <a:p>
            <a:pPr>
              <a:defRPr/>
            </a:pPr>
            <a:r>
              <a:rPr lang="fr-FR" smtClean="0"/>
              <a:t>We will prevail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NOTRE GÉNÉRATION  VEUT PLUS QUE CE QUI A ÉTÉ VU</a:t>
            </a:r>
          </a:p>
          <a:p>
            <a:r>
              <a:rPr lang="fr-FR" smtClean="0"/>
              <a:t>We are a generation not satisfied with what we’ve seen</a:t>
            </a:r>
          </a:p>
          <a:p>
            <a:endParaRPr lang="fr-FR" smtClean="0"/>
          </a:p>
          <a:p>
            <a:r>
              <a:rPr lang="fr-FR" smtClean="0"/>
              <a:t>2-  CE TEMPS DE PRÉPARATION  ZÊLÉ ET FORTS NOUS A RENDU</a:t>
            </a:r>
          </a:p>
          <a:p>
            <a:r>
              <a:rPr lang="fr-FR" smtClean="0"/>
              <a:t>We've been in preparation. Now is the time for a release</a:t>
            </a:r>
          </a:p>
          <a:p>
            <a:endParaRPr lang="fr-FR" smtClean="0"/>
          </a:p>
          <a:p>
            <a:r>
              <a:rPr lang="fr-FR" smtClean="0"/>
              <a:t>3-  NOUS NE SERONS PLUS DE CÔTÉ  DE LA PAROLE NOUS SOMMES ARMÉS</a:t>
            </a:r>
          </a:p>
          <a:p>
            <a:r>
              <a:rPr lang="fr-FR" smtClean="0"/>
              <a:t>No longer on the sideline. Empowered by the word of God</a:t>
            </a:r>
          </a:p>
          <a:p>
            <a:endParaRPr lang="fr-FR" smtClean="0"/>
          </a:p>
          <a:p>
            <a:r>
              <a:rPr lang="fr-FR" smtClean="0"/>
              <a:t>4-  AUCUNE PEUR NE PEUT TRIOMPHER NOUS SOMMES L’EGLISE QUI VA GAGNER</a:t>
            </a:r>
          </a:p>
          <a:p>
            <a:r>
              <a:rPr lang="fr-FR" smtClean="0"/>
              <a:t>We have no fear within us. We are the church and we prevail</a:t>
            </a:r>
          </a:p>
          <a:p>
            <a:endParaRPr lang="fr-FR" smtClean="0"/>
          </a:p>
          <a:p>
            <a:r>
              <a:rPr lang="fr-FR" smtClean="0"/>
              <a:t>5-  NOUS ALLONS GAGNER</a:t>
            </a:r>
          </a:p>
          <a:p>
            <a:r>
              <a:rPr lang="fr-FR" smtClean="0"/>
              <a:t>We will prevail</a:t>
            </a:r>
          </a:p>
          <a:p>
            <a:endParaRPr lang="fr-FR" smtClean="0"/>
          </a:p>
          <a:p>
            <a:r>
              <a:rPr lang="fr-FR" smtClean="0"/>
              <a:t>6-  QU’IMPORTE CE QUE L’ON VOIT NOUS ALLONS GAGNER</a:t>
            </a:r>
          </a:p>
          <a:p>
            <a:r>
              <a:rPr lang="fr-FR" smtClean="0"/>
              <a:t>No matter what it looks like We will prevail</a:t>
            </a:r>
          </a:p>
          <a:p>
            <a:endParaRPr lang="fr-FR" smtClean="0"/>
          </a:p>
          <a:p>
            <a:r>
              <a:rPr lang="fr-FR" smtClean="0"/>
              <a:t>7-  NOUS NE MARCHONS PAS PAR LA VUE MAIS PAR LA FOI</a:t>
            </a:r>
          </a:p>
          <a:p>
            <a:r>
              <a:rPr lang="fr-FR" smtClean="0"/>
              <a:t>Cause we walk by faith and not by sight We will prevail</a:t>
            </a:r>
          </a:p>
          <a:p>
            <a:endParaRPr lang="fr-FR" smtClean="0"/>
          </a:p>
          <a:p>
            <a:r>
              <a:rPr lang="fr-FR" smtClean="0"/>
              <a:t>8-  NOUS ALLONS GAGNER</a:t>
            </a:r>
          </a:p>
          <a:p>
            <a:r>
              <a:rPr lang="fr-FR" smtClean="0"/>
              <a:t>We will prevail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NOTRE GÉNÉRATION  VEUT PLUS QUE CE QUI A ÉTÉ VU</a:t>
            </a:r>
          </a:p>
          <a:p>
            <a:pPr>
              <a:defRPr/>
            </a:pPr>
            <a:r>
              <a:rPr lang="fr-FR" smtClean="0"/>
              <a:t>We are a generation not satisfied with what we’ve seen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CE TEMPS DE PRÉPARATION  ZÊLÉ ET FORTS NOUS A RENDU</a:t>
            </a:r>
          </a:p>
          <a:p>
            <a:pPr>
              <a:defRPr/>
            </a:pPr>
            <a:r>
              <a:rPr lang="fr-FR" smtClean="0"/>
              <a:t>We've been in preparation. Now is the time for a release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NOUS NE SERONS PLUS DE CÔTÉ  DE LA PAROLE NOUS SOMMES ARMÉS</a:t>
            </a:r>
          </a:p>
          <a:p>
            <a:pPr>
              <a:defRPr/>
            </a:pPr>
            <a:r>
              <a:rPr lang="fr-FR" smtClean="0"/>
              <a:t>No longer on the sideline. Empowered by the word of God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AUCUNE PEUR NE PEUT TRIOMPHER NOUS SOMMES L’EGLISE QUI VA GAGNER</a:t>
            </a:r>
          </a:p>
          <a:p>
            <a:pPr>
              <a:defRPr/>
            </a:pPr>
            <a:r>
              <a:rPr lang="fr-FR" smtClean="0"/>
              <a:t>We have no fear within us. We are the church and we prevail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NOUS ALLONS GAGNER</a:t>
            </a:r>
          </a:p>
          <a:p>
            <a:pPr>
              <a:defRPr/>
            </a:pPr>
            <a:r>
              <a:rPr lang="fr-FR" smtClean="0"/>
              <a:t>We will prevail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QU’IMPORTE CE QUE L’ON VOIT NOUS ALLONS GAGNER</a:t>
            </a:r>
          </a:p>
          <a:p>
            <a:pPr>
              <a:defRPr/>
            </a:pPr>
            <a:r>
              <a:rPr lang="fr-FR" smtClean="0"/>
              <a:t>No matter what it looks like We will prevail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NOUS NE MARCHONS PAS PAR LA VUE MAIS PAR LA FOI</a:t>
            </a:r>
          </a:p>
          <a:p>
            <a:pPr>
              <a:defRPr/>
            </a:pPr>
            <a:r>
              <a:rPr lang="fr-FR" smtClean="0"/>
              <a:t>Cause we walk by faith and not by sight We will prevail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NOUS ALLONS GAGNER</a:t>
            </a:r>
          </a:p>
          <a:p>
            <a:pPr>
              <a:defRPr/>
            </a:pPr>
            <a:r>
              <a:rPr lang="fr-FR" smtClean="0"/>
              <a:t>We will prevail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NOTRE GÉNÉRATION  VEUT PLUS QUE CE QUI A ÉTÉ VU</a:t>
            </a:r>
          </a:p>
          <a:p>
            <a:r>
              <a:rPr lang="fr-FR" smtClean="0"/>
              <a:t>We are a generation not satisfied with what we’ve seen</a:t>
            </a:r>
          </a:p>
          <a:p>
            <a:endParaRPr lang="fr-FR" smtClean="0"/>
          </a:p>
          <a:p>
            <a:r>
              <a:rPr lang="fr-FR" smtClean="0"/>
              <a:t>2-  CE TEMPS DE PRÉPARATION  ZÊLÉ ET FORTS NOUS A RENDU</a:t>
            </a:r>
          </a:p>
          <a:p>
            <a:r>
              <a:rPr lang="fr-FR" smtClean="0"/>
              <a:t>We've been in preparation. Now is the time for a release</a:t>
            </a:r>
          </a:p>
          <a:p>
            <a:endParaRPr lang="fr-FR" smtClean="0"/>
          </a:p>
          <a:p>
            <a:r>
              <a:rPr lang="fr-FR" smtClean="0"/>
              <a:t>3-  NOUS NE SERONS PLUS DE CÔTÉ  DE LA PAROLE NOUS SOMMES ARMÉS</a:t>
            </a:r>
          </a:p>
          <a:p>
            <a:r>
              <a:rPr lang="fr-FR" smtClean="0"/>
              <a:t>No longer on the sideline. Empowered by the word of God</a:t>
            </a:r>
          </a:p>
          <a:p>
            <a:endParaRPr lang="fr-FR" smtClean="0"/>
          </a:p>
          <a:p>
            <a:r>
              <a:rPr lang="fr-FR" smtClean="0"/>
              <a:t>4-  AUCUNE PEUR NE PEUT TRIOMPHER NOUS SOMMES L’EGLISE QUI VA GAGNER</a:t>
            </a:r>
          </a:p>
          <a:p>
            <a:r>
              <a:rPr lang="fr-FR" smtClean="0"/>
              <a:t>We have no fear within us. We are the church and we prevail</a:t>
            </a:r>
          </a:p>
          <a:p>
            <a:endParaRPr lang="fr-FR" smtClean="0"/>
          </a:p>
          <a:p>
            <a:r>
              <a:rPr lang="fr-FR" smtClean="0"/>
              <a:t>5-  NOUS ALLONS GAGNER</a:t>
            </a:r>
          </a:p>
          <a:p>
            <a:r>
              <a:rPr lang="fr-FR" smtClean="0"/>
              <a:t>We will prevail</a:t>
            </a:r>
          </a:p>
          <a:p>
            <a:endParaRPr lang="fr-FR" smtClean="0"/>
          </a:p>
          <a:p>
            <a:r>
              <a:rPr lang="fr-FR" smtClean="0"/>
              <a:t>6-  QU’IMPORTE CE QUE L’ON VOIT NOUS ALLONS GAGNER</a:t>
            </a:r>
          </a:p>
          <a:p>
            <a:r>
              <a:rPr lang="fr-FR" smtClean="0"/>
              <a:t>No matter what it looks like We will prevail</a:t>
            </a:r>
          </a:p>
          <a:p>
            <a:endParaRPr lang="fr-FR" smtClean="0"/>
          </a:p>
          <a:p>
            <a:r>
              <a:rPr lang="fr-FR" smtClean="0"/>
              <a:t>7-  NOUS NE MARCHONS PAS PAR LA VUE MAIS PAR LA FOI</a:t>
            </a:r>
          </a:p>
          <a:p>
            <a:r>
              <a:rPr lang="fr-FR" smtClean="0"/>
              <a:t>Cause we walk by faith and not by sight We will prevail</a:t>
            </a:r>
          </a:p>
          <a:p>
            <a:endParaRPr lang="fr-FR" smtClean="0"/>
          </a:p>
          <a:p>
            <a:r>
              <a:rPr lang="fr-FR" smtClean="0"/>
              <a:t>8-  NOUS ALLONS GAGNER</a:t>
            </a:r>
          </a:p>
          <a:p>
            <a:r>
              <a:rPr lang="fr-FR" smtClean="0"/>
              <a:t>We will prevail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EEABD9-B4F1-4DD2-92F2-B0BF8F3506D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350F6B-05F5-4564-989A-77747836DE6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758F28-47FC-4A1C-9E45-EFD2D03C66C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A7FBA2-ED89-47A0-B156-E3D6E4E743E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FE5831-93C0-459D-829D-BE8F5FCFF03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03006E-E17C-46F6-BFF2-8035D5EAB61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E804D4-BE9F-4BD4-930B-E83787F36F3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2D937D-029E-45B5-B770-95E9B2A5E37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2B78D5-B62F-496C-8697-CC02EC72D08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0F0701-552B-42A5-AFD2-3CC2A97E0C1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7B8DA1-41AF-4F2A-881A-CA360D3580A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7258068-F34D-48B0-A827-BB5BCF4BCCE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NOTRE GÉNÉRATION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VEUT PLUS QUE CE QUI A ÉTÉ VU</a:t>
            </a:r>
          </a:p>
        </p:txBody>
      </p:sp>
      <p:sp>
        <p:nvSpPr>
          <p:cNvPr id="2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CE TEMPS DE PRÉPARATION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ZÊLÉS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FORTS NOUS A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RENDUS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307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NOUS NE SERONS PLUS DE CÔTÉ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 LA PAROLE NOUS SOMMES ARMÉS</a:t>
            </a:r>
          </a:p>
        </p:txBody>
      </p:sp>
      <p:sp>
        <p:nvSpPr>
          <p:cNvPr id="409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AUCUNE PEUR NE PEUT TRIOMPHER NOUS SOMMES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L’ÉGLISE QUI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VA GAGNER</a:t>
            </a:r>
          </a:p>
        </p:txBody>
      </p:sp>
      <p:sp>
        <p:nvSpPr>
          <p:cNvPr id="512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NOUS ALLONS GAGNER</a:t>
            </a:r>
          </a:p>
        </p:txBody>
      </p:sp>
      <p:sp>
        <p:nvSpPr>
          <p:cNvPr id="614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QU’IMPORTE CE QUE L’ON VOIT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NOUS ALLONS GAGNER</a:t>
            </a:r>
          </a:p>
        </p:txBody>
      </p:sp>
      <p:sp>
        <p:nvSpPr>
          <p:cNvPr id="717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NOUS NE MARCHONS PAS PAR LA VUE MAIS PAR LA FOI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NOUS ALLONS GAGNER</a:t>
            </a:r>
          </a:p>
        </p:txBody>
      </p:sp>
      <p:sp>
        <p:nvSpPr>
          <p:cNvPr id="921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2484</Words>
  <Application>Microsoft Office PowerPoint</Application>
  <PresentationFormat>On-screen Show (4:3)</PresentationFormat>
  <Paragraphs>380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Times New Roman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Yeah-man</cp:lastModifiedBy>
  <cp:revision>53</cp:revision>
  <dcterms:created xsi:type="dcterms:W3CDTF">2002-08-17T13:12:10Z</dcterms:created>
  <dcterms:modified xsi:type="dcterms:W3CDTF">2015-04-18T15:58:36Z</dcterms:modified>
</cp:coreProperties>
</file>