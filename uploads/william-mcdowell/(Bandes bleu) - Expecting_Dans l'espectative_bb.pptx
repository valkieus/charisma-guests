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53607" autoAdjust="0"/>
  </p:normalViewPr>
  <p:slideViewPr>
    <p:cSldViewPr>
      <p:cViewPr>
        <p:scale>
          <a:sx n="46" d="100"/>
          <a:sy n="46" d="100"/>
        </p:scale>
        <p:origin x="-480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3E4E35D-48A5-4CD8-9E0D-0714CE6851F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B5F2A94-A3E9-4FF2-B00C-CAA2CEC688E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DANS L’EXPECTATIVE</a:t>
            </a:r>
          </a:p>
          <a:p>
            <a:pPr>
              <a:defRPr/>
            </a:pPr>
            <a:r>
              <a:rPr lang="fr-FR" smtClean="0"/>
              <a:t>I'm expecting </a:t>
            </a:r>
          </a:p>
          <a:p>
            <a:pPr>
              <a:defRPr/>
            </a:pPr>
            <a:r>
              <a:rPr lang="fr-FR" smtClean="0"/>
              <a:t>2-  JE M’ATTENDS À VOIR DIEU AGIR DIEU AGIR</a:t>
            </a:r>
          </a:p>
          <a:p>
            <a:pPr>
              <a:defRPr/>
            </a:pPr>
            <a:r>
              <a:rPr lang="fr-FR" smtClean="0"/>
              <a:t>anticipating a move of God, a move of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NOUS N’ARRÊTERONS PAS </a:t>
            </a:r>
          </a:p>
          <a:p>
            <a:pPr>
              <a:defRPr/>
            </a:pPr>
            <a:r>
              <a:rPr lang="fr-FR" smtClean="0"/>
              <a:t>     We won't be satisfied </a:t>
            </a:r>
          </a:p>
          <a:p>
            <a:pPr>
              <a:defRPr/>
            </a:pPr>
            <a:r>
              <a:rPr lang="fr-FR" smtClean="0"/>
              <a:t>4-  JUSQU’À CE QUE LE CIEL REMPLISSE NOS VIES, Ô DIEU AGIT</a:t>
            </a:r>
          </a:p>
          <a:p>
            <a:pPr>
              <a:defRPr/>
            </a:pPr>
            <a:r>
              <a:rPr lang="fr-FR" smtClean="0"/>
              <a:t>     until Heaven invades our lives, move oh God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NOUS VERRONS DES AVEUGLES VOIR DES VILLES ET RÉGIONS CHANGÉES</a:t>
            </a:r>
          </a:p>
          <a:p>
            <a:pPr>
              <a:defRPr/>
            </a:pPr>
            <a:r>
              <a:rPr lang="fr-FR" smtClean="0"/>
              <a:t>    And we'll see blind eyes open Cities and regions changed</a:t>
            </a:r>
          </a:p>
          <a:p>
            <a:pPr>
              <a:defRPr/>
            </a:pPr>
            <a:r>
              <a:rPr lang="fr-FR" smtClean="0"/>
              <a:t>6-  JE LE CROIS, NOUS VERRONS UN MOUVEMENT DE DIEU</a:t>
            </a:r>
          </a:p>
          <a:p>
            <a:pPr>
              <a:defRPr/>
            </a:pPr>
            <a:r>
              <a:rPr lang="fr-FR" smtClean="0"/>
              <a:t>     I believe we will see a move of God</a:t>
            </a:r>
          </a:p>
          <a:p>
            <a:pPr>
              <a:defRPr/>
            </a:pPr>
            <a:r>
              <a:rPr lang="fr-FR" smtClean="0"/>
              <a:t>7-  UN MOUVEMENT DE DIEU, OH UN MOUVEMENT DE DIEU, OH</a:t>
            </a:r>
          </a:p>
          <a:p>
            <a:pPr>
              <a:defRPr/>
            </a:pPr>
            <a:r>
              <a:rPr lang="fr-FR" smtClean="0"/>
              <a:t>     A move of God, Oh Move Oh God, Oh</a:t>
            </a:r>
          </a:p>
          <a:p>
            <a:pPr>
              <a:defRPr/>
            </a:pPr>
            <a:r>
              <a:rPr lang="fr-FR" smtClean="0"/>
              <a:t>8-  TOUT VA CHANGER TOUT VA CHANGER</a:t>
            </a:r>
          </a:p>
          <a:p>
            <a:pPr>
              <a:defRPr/>
            </a:pPr>
            <a:r>
              <a:rPr lang="fr-FR" smtClean="0"/>
              <a:t>9-  JE M’ATTENDS À VOIR DIEU A UN MOUVEMENT DE DIEU</a:t>
            </a:r>
          </a:p>
          <a:p>
            <a:pPr>
              <a:defRPr/>
            </a:pPr>
            <a:r>
              <a:rPr lang="fr-FR" smtClean="0"/>
              <a:t>    We believe we'll see a move of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L’EXPECTATIVE</a:t>
            </a:r>
          </a:p>
          <a:p>
            <a:r>
              <a:rPr lang="fr-FR" smtClean="0"/>
              <a:t>I'm expecting </a:t>
            </a:r>
          </a:p>
          <a:p>
            <a:r>
              <a:rPr lang="fr-FR" smtClean="0"/>
              <a:t>2-  JE M’ATTENDS À VOIR DIEU AGIR DIEU AGIR</a:t>
            </a:r>
          </a:p>
          <a:p>
            <a:r>
              <a:rPr lang="fr-FR" smtClean="0"/>
              <a:t>anticipating a move of God, a move of God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NOUS N’ARRÊTERONS PAS </a:t>
            </a:r>
          </a:p>
          <a:p>
            <a:r>
              <a:rPr lang="fr-FR" smtClean="0"/>
              <a:t>     We won't be satisfied </a:t>
            </a:r>
          </a:p>
          <a:p>
            <a:r>
              <a:rPr lang="fr-FR" smtClean="0"/>
              <a:t>4-  JUSQU’À CE QUE LE CIEL REMPLISSE NOS VIES, Ô DIEU AGIT</a:t>
            </a:r>
          </a:p>
          <a:p>
            <a:r>
              <a:rPr lang="fr-FR" smtClean="0"/>
              <a:t>     until Heaven invades our lives, move oh God	X2</a:t>
            </a:r>
          </a:p>
          <a:p>
            <a:endParaRPr lang="fr-FR" smtClean="0"/>
          </a:p>
          <a:p>
            <a:r>
              <a:rPr lang="fr-FR" smtClean="0"/>
              <a:t>5-  NOUS VERRONS DES AVEUGLES VOIR DES VILLES ET RÉGIONS CHANGÉES</a:t>
            </a:r>
          </a:p>
          <a:p>
            <a:r>
              <a:rPr lang="fr-FR" smtClean="0"/>
              <a:t>    And we'll see blind eyes open Cities and regions changed</a:t>
            </a:r>
          </a:p>
          <a:p>
            <a:r>
              <a:rPr lang="fr-FR" smtClean="0"/>
              <a:t>6-  JE LE CROIS, NOUS VERRONS UN MOUVEMENT DE DIEU</a:t>
            </a:r>
          </a:p>
          <a:p>
            <a:r>
              <a:rPr lang="fr-FR" smtClean="0"/>
              <a:t>     I believe we will see a move of God</a:t>
            </a:r>
          </a:p>
          <a:p>
            <a:r>
              <a:rPr lang="fr-FR" smtClean="0"/>
              <a:t>7-  UN MOUVEMENT DE DIEU, OH UN MOUVEMENT DE DIEU, OH</a:t>
            </a:r>
          </a:p>
          <a:p>
            <a:r>
              <a:rPr lang="fr-FR" smtClean="0"/>
              <a:t>     A move of God, Oh Move Oh God, Oh</a:t>
            </a:r>
          </a:p>
          <a:p>
            <a:r>
              <a:rPr lang="fr-FR" smtClean="0"/>
              <a:t>8-  TOUT VA CHANGER TOUT VA CHANGER</a:t>
            </a:r>
          </a:p>
          <a:p>
            <a:r>
              <a:rPr lang="fr-FR" smtClean="0"/>
              <a:t>9-  JE M’ATTENDS À VOIR DIEU A UN MOUVEMENT DE DIEU</a:t>
            </a:r>
          </a:p>
          <a:p>
            <a:r>
              <a:rPr lang="fr-FR" smtClean="0"/>
              <a:t>    We believe we'll see a move of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FC27B-C538-48F5-AEEA-13D6D79894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C442D-1022-4793-AF4A-2E97BDCF5C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0C6BE-D573-4BED-B395-6ED9A455EE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6EC50-4971-4E94-9B00-7FF047BFE9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72908-3F6F-4377-AD57-C6605B144E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2164C-7E27-4A23-8095-387D73F245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88DF8-A3DE-44B1-BD08-51462F3B75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E4235-D7A8-48CB-B278-323C395A2C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F7F99-52F1-4268-8A8F-11800E9149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3D8EF-C1A9-46A3-B2A5-BE4B8F92CD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14481-ECA5-4267-9B70-03932E154A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CBF6F77-859F-4086-A247-8741D4D3E7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L’EXPECTATIVE 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M’ATTENDS À VOIR DIEU AGIR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 AGIR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N’ARRÊTERONS PAS 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JUSQU’À CE QUE LE CIEL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REMPLISSE NOS VIES, Ô DIEU AGIT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VERRONS DES AVEUGLES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VILLES ET RÉGIONS CHANGÉES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LE CROIS, NOUS VERRONS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MOUVEMENT DE DIEU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MOUVEMENT DE DIEU,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 MOUVEMENT DE DIEU, OH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VA CHANGER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VA CHANGER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M’ATTENDS À VOIR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MOUVEMENT DE DIEU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505</Words>
  <Application>Microsoft Office PowerPoint</Application>
  <PresentationFormat>On-screen Show (4:3)</PresentationFormat>
  <Paragraphs>376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56</cp:revision>
  <dcterms:created xsi:type="dcterms:W3CDTF">2002-08-17T13:12:10Z</dcterms:created>
  <dcterms:modified xsi:type="dcterms:W3CDTF">2015-04-18T14:58:38Z</dcterms:modified>
</cp:coreProperties>
</file>