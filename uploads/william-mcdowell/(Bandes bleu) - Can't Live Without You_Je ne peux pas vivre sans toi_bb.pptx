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39041" autoAdjust="0"/>
  </p:normalViewPr>
  <p:slideViewPr>
    <p:cSldViewPr>
      <p:cViewPr>
        <p:scale>
          <a:sx n="46" d="100"/>
          <a:sy n="46" d="100"/>
        </p:scale>
        <p:origin x="-480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4F10363-6191-459C-A5DB-F8AC11D67284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6D6EB16-E66B-47F9-BCD2-67D02A514BC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NE PEUX VIVRE, PAS VIVRE SANS TOI</a:t>
            </a:r>
          </a:p>
          <a:p>
            <a:pPr>
              <a:defRPr/>
            </a:pPr>
            <a:r>
              <a:rPr lang="fr-FR" smtClean="0"/>
              <a:t>     I can't live, can't live without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ÉTÉ CRÉÉ  POUR VIVRE EN TA PRÉSENCE</a:t>
            </a:r>
          </a:p>
          <a:p>
            <a:pPr>
              <a:defRPr/>
            </a:pPr>
            <a:r>
              <a:rPr lang="fr-FR" smtClean="0"/>
              <a:t>I was created to live in Your presence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NI RESPIRER, NI AGIR IL N’Y A PAS DE VIE SANS TOI</a:t>
            </a:r>
          </a:p>
          <a:p>
            <a:pPr>
              <a:defRPr/>
            </a:pPr>
            <a:r>
              <a:rPr lang="fr-FR" smtClean="0"/>
              <a:t>Can't breathe, can't move There is no life apart from You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J’AI BESOIN DE TOI POUR RESPIRER ET VIVRE</a:t>
            </a:r>
          </a:p>
          <a:p>
            <a:pPr>
              <a:defRPr/>
            </a:pPr>
            <a:r>
              <a:rPr lang="fr-FR" smtClean="0"/>
              <a:t>I need You to live I need You to breathe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PEUX VIVRE SANS TOI JE NE PEUX VIVRE SANS TOI</a:t>
            </a:r>
          </a:p>
          <a:p>
            <a:pPr>
              <a:defRPr/>
            </a:pPr>
            <a:r>
              <a:rPr lang="fr-FR" smtClean="0"/>
              <a:t>Can't live without You Can't live without You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PEUX VIVRE, PAS VIVRE SANS TOI</a:t>
            </a:r>
          </a:p>
          <a:p>
            <a:r>
              <a:rPr lang="fr-FR" smtClean="0"/>
              <a:t>     I can't live, can't live without You</a:t>
            </a:r>
          </a:p>
          <a:p>
            <a:endParaRPr lang="fr-FR" smtClean="0"/>
          </a:p>
          <a:p>
            <a:r>
              <a:rPr lang="fr-FR" smtClean="0"/>
              <a:t>2-  J’AI ÉTÉ CRÉÉ  POUR VIVRE EN TA PRÉSENCE</a:t>
            </a:r>
          </a:p>
          <a:p>
            <a:r>
              <a:rPr lang="fr-FR" smtClean="0"/>
              <a:t>I was created to live in Your presence</a:t>
            </a:r>
          </a:p>
          <a:p>
            <a:endParaRPr lang="fr-FR" smtClean="0"/>
          </a:p>
          <a:p>
            <a:r>
              <a:rPr lang="fr-FR" smtClean="0"/>
              <a:t>3-  NI RESPIRER, NI AGIR IL N’Y A PAS DE VIE SANS TOI</a:t>
            </a:r>
          </a:p>
          <a:p>
            <a:r>
              <a:rPr lang="fr-FR" smtClean="0"/>
              <a:t>Can't breathe, can't move There is no life apart from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4-  J’AI BESOIN DE TOI POUR RESPIRER ET VIVRE</a:t>
            </a:r>
          </a:p>
          <a:p>
            <a:r>
              <a:rPr lang="fr-FR" smtClean="0"/>
              <a:t>I need You to live I need You to breathe</a:t>
            </a:r>
          </a:p>
          <a:p>
            <a:endParaRPr lang="fr-FR" smtClean="0"/>
          </a:p>
          <a:p>
            <a:r>
              <a:rPr lang="fr-FR" smtClean="0"/>
              <a:t>5-  JE NE PEUX VIVRE SANS TOI JE NE PEUX VIVRE SANS TOI</a:t>
            </a:r>
          </a:p>
          <a:p>
            <a:r>
              <a:rPr lang="fr-FR" smtClean="0"/>
              <a:t>Can't live without You Can't live without You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NE PEUX VIVRE, PAS VIVRE SANS TOI</a:t>
            </a:r>
          </a:p>
          <a:p>
            <a:pPr>
              <a:defRPr/>
            </a:pPr>
            <a:r>
              <a:rPr lang="fr-FR" smtClean="0"/>
              <a:t>     I can't live, can't live without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ÉTÉ CRÉÉ  POUR VIVRE EN TA PRÉSENCE</a:t>
            </a:r>
          </a:p>
          <a:p>
            <a:pPr>
              <a:defRPr/>
            </a:pPr>
            <a:r>
              <a:rPr lang="fr-FR" smtClean="0"/>
              <a:t>I was created to live in Your presence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NI RESPIRER, NI AGIR IL N’Y A PAS DE VIE SANS TOI</a:t>
            </a:r>
          </a:p>
          <a:p>
            <a:pPr>
              <a:defRPr/>
            </a:pPr>
            <a:r>
              <a:rPr lang="fr-FR" smtClean="0"/>
              <a:t>Can't breathe, can't move There is no life apart from You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J’AI BESOIN DE TOI POUR RESPIRER ET VIVRE</a:t>
            </a:r>
          </a:p>
          <a:p>
            <a:pPr>
              <a:defRPr/>
            </a:pPr>
            <a:r>
              <a:rPr lang="fr-FR" smtClean="0"/>
              <a:t>I need You to live I need You to breathe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PEUX VIVRE SANS TOI JE NE PEUX VIVRE SANS TOI</a:t>
            </a:r>
          </a:p>
          <a:p>
            <a:pPr>
              <a:defRPr/>
            </a:pPr>
            <a:r>
              <a:rPr lang="fr-FR" smtClean="0"/>
              <a:t>Can't live without You Can't live without You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PEUX VIVRE, PAS VIVRE SANS TOI</a:t>
            </a:r>
          </a:p>
          <a:p>
            <a:r>
              <a:rPr lang="fr-FR" smtClean="0"/>
              <a:t>     I can't live, can't live without You</a:t>
            </a:r>
          </a:p>
          <a:p>
            <a:endParaRPr lang="fr-FR" smtClean="0"/>
          </a:p>
          <a:p>
            <a:r>
              <a:rPr lang="fr-FR" smtClean="0"/>
              <a:t>2-  J’AI ÉTÉ CRÉÉ  POUR VIVRE EN TA PRÉSENCE</a:t>
            </a:r>
          </a:p>
          <a:p>
            <a:r>
              <a:rPr lang="fr-FR" smtClean="0"/>
              <a:t>I was created to live in Your presence</a:t>
            </a:r>
          </a:p>
          <a:p>
            <a:endParaRPr lang="fr-FR" smtClean="0"/>
          </a:p>
          <a:p>
            <a:r>
              <a:rPr lang="fr-FR" smtClean="0"/>
              <a:t>3-  NI RESPIRER, NI AGIR IL N’Y A PAS DE VIE SANS TOI</a:t>
            </a:r>
          </a:p>
          <a:p>
            <a:r>
              <a:rPr lang="fr-FR" smtClean="0"/>
              <a:t>Can't breathe, can't move There is no life apart from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4-  J’AI BESOIN DE TOI POUR RESPIRER ET VIVRE</a:t>
            </a:r>
          </a:p>
          <a:p>
            <a:r>
              <a:rPr lang="fr-FR" smtClean="0"/>
              <a:t>I need You to live I need You to breathe</a:t>
            </a:r>
          </a:p>
          <a:p>
            <a:endParaRPr lang="fr-FR" smtClean="0"/>
          </a:p>
          <a:p>
            <a:r>
              <a:rPr lang="fr-FR" smtClean="0"/>
              <a:t>5-  JE NE PEUX VIVRE SANS TOI JE NE PEUX VIVRE SANS TOI</a:t>
            </a:r>
          </a:p>
          <a:p>
            <a:r>
              <a:rPr lang="fr-FR" smtClean="0"/>
              <a:t>Can't live without You Can't live without You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NE PEUX VIVRE, PAS VIVRE SANS TOI</a:t>
            </a:r>
          </a:p>
          <a:p>
            <a:pPr>
              <a:defRPr/>
            </a:pPr>
            <a:r>
              <a:rPr lang="fr-FR" smtClean="0"/>
              <a:t>     I can't live, can't live without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ÉTÉ CRÉÉ  POUR VIVRE EN TA PRÉSENCE</a:t>
            </a:r>
          </a:p>
          <a:p>
            <a:pPr>
              <a:defRPr/>
            </a:pPr>
            <a:r>
              <a:rPr lang="fr-FR" smtClean="0"/>
              <a:t>I was created to live in Your presence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NI RESPIRER, NI AGIR IL N’Y A PAS DE VIE SANS TOI</a:t>
            </a:r>
          </a:p>
          <a:p>
            <a:pPr>
              <a:defRPr/>
            </a:pPr>
            <a:r>
              <a:rPr lang="fr-FR" smtClean="0"/>
              <a:t>Can't breathe, can't move There is no life apart from You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J’AI BESOIN DE TOI POUR RESPIRER ET VIVRE</a:t>
            </a:r>
          </a:p>
          <a:p>
            <a:pPr>
              <a:defRPr/>
            </a:pPr>
            <a:r>
              <a:rPr lang="fr-FR" smtClean="0"/>
              <a:t>I need You to live I need You to breathe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PEUX VIVRE SANS TOI JE NE PEUX VIVRE SANS TOI</a:t>
            </a:r>
          </a:p>
          <a:p>
            <a:pPr>
              <a:defRPr/>
            </a:pPr>
            <a:r>
              <a:rPr lang="fr-FR" smtClean="0"/>
              <a:t>Can't live without You Can't live without You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PEUX VIVRE, PAS VIVRE SANS TOI</a:t>
            </a:r>
          </a:p>
          <a:p>
            <a:r>
              <a:rPr lang="fr-FR" smtClean="0"/>
              <a:t>     I can't live, can't live without You</a:t>
            </a:r>
          </a:p>
          <a:p>
            <a:endParaRPr lang="fr-FR" smtClean="0"/>
          </a:p>
          <a:p>
            <a:r>
              <a:rPr lang="fr-FR" smtClean="0"/>
              <a:t>2-  J’AI ÉTÉ CRÉÉ  POUR VIVRE EN TA PRÉSENCE</a:t>
            </a:r>
          </a:p>
          <a:p>
            <a:r>
              <a:rPr lang="fr-FR" smtClean="0"/>
              <a:t>I was created to live in Your presence</a:t>
            </a:r>
          </a:p>
          <a:p>
            <a:endParaRPr lang="fr-FR" smtClean="0"/>
          </a:p>
          <a:p>
            <a:r>
              <a:rPr lang="fr-FR" smtClean="0"/>
              <a:t>3-  NI RESPIRER, NI AGIR IL N’Y A PAS DE VIE SANS TOI</a:t>
            </a:r>
          </a:p>
          <a:p>
            <a:r>
              <a:rPr lang="fr-FR" smtClean="0"/>
              <a:t>Can't breathe, can't move There is no life apart from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4-  J’AI BESOIN DE TOI POUR RESPIRER ET VIVRE</a:t>
            </a:r>
          </a:p>
          <a:p>
            <a:r>
              <a:rPr lang="fr-FR" smtClean="0"/>
              <a:t>I need You to live I need You to breathe</a:t>
            </a:r>
          </a:p>
          <a:p>
            <a:endParaRPr lang="fr-FR" smtClean="0"/>
          </a:p>
          <a:p>
            <a:r>
              <a:rPr lang="fr-FR" smtClean="0"/>
              <a:t>5-  JE NE PEUX VIVRE SANS TOI JE NE PEUX VIVRE SANS TOI</a:t>
            </a:r>
          </a:p>
          <a:p>
            <a:r>
              <a:rPr lang="fr-FR" smtClean="0"/>
              <a:t>Can't live without You Can't live without You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NE PEUX VIVRE, PAS VIVRE SANS TOI</a:t>
            </a:r>
          </a:p>
          <a:p>
            <a:pPr>
              <a:defRPr/>
            </a:pPr>
            <a:r>
              <a:rPr lang="fr-FR" smtClean="0"/>
              <a:t>     I can't live, can't live without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ÉTÉ CRÉÉ  POUR VIVRE EN TA PRÉSENCE</a:t>
            </a:r>
          </a:p>
          <a:p>
            <a:pPr>
              <a:defRPr/>
            </a:pPr>
            <a:r>
              <a:rPr lang="fr-FR" smtClean="0"/>
              <a:t>I was created to live in Your presence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NI RESPIRER, NI AGIR IL N’Y A PAS DE VIE SANS TOI</a:t>
            </a:r>
          </a:p>
          <a:p>
            <a:pPr>
              <a:defRPr/>
            </a:pPr>
            <a:r>
              <a:rPr lang="fr-FR" smtClean="0"/>
              <a:t>Can't breathe, can't move There is no life apart from You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J’AI BESOIN DE TOI POUR RESPIRER ET VIVRE</a:t>
            </a:r>
          </a:p>
          <a:p>
            <a:pPr>
              <a:defRPr/>
            </a:pPr>
            <a:r>
              <a:rPr lang="fr-FR" smtClean="0"/>
              <a:t>I need You to live I need You to breathe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PEUX VIVRE SANS TOI JE NE PEUX VIVRE SANS TOI</a:t>
            </a:r>
          </a:p>
          <a:p>
            <a:pPr>
              <a:defRPr/>
            </a:pPr>
            <a:r>
              <a:rPr lang="fr-FR" smtClean="0"/>
              <a:t>Can't live without You Can't live without You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PEUX VIVRE, PAS VIVRE SANS TOI</a:t>
            </a:r>
          </a:p>
          <a:p>
            <a:r>
              <a:rPr lang="fr-FR" smtClean="0"/>
              <a:t>     I can't live, can't live without You</a:t>
            </a:r>
          </a:p>
          <a:p>
            <a:endParaRPr lang="fr-FR" smtClean="0"/>
          </a:p>
          <a:p>
            <a:r>
              <a:rPr lang="fr-FR" smtClean="0"/>
              <a:t>2-  J’AI ÉTÉ CRÉÉ  POUR VIVRE EN TA PRÉSENCE</a:t>
            </a:r>
          </a:p>
          <a:p>
            <a:r>
              <a:rPr lang="fr-FR" smtClean="0"/>
              <a:t>I was created to live in Your presence</a:t>
            </a:r>
          </a:p>
          <a:p>
            <a:endParaRPr lang="fr-FR" smtClean="0"/>
          </a:p>
          <a:p>
            <a:r>
              <a:rPr lang="fr-FR" smtClean="0"/>
              <a:t>3-  NI RESPIRER, NI AGIR IL N’Y A PAS DE VIE SANS TOI</a:t>
            </a:r>
          </a:p>
          <a:p>
            <a:r>
              <a:rPr lang="fr-FR" smtClean="0"/>
              <a:t>Can't breathe, can't move There is no life apart from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4-  J’AI BESOIN DE TOI POUR RESPIRER ET VIVRE</a:t>
            </a:r>
          </a:p>
          <a:p>
            <a:r>
              <a:rPr lang="fr-FR" smtClean="0"/>
              <a:t>I need You to live I need You to breathe</a:t>
            </a:r>
          </a:p>
          <a:p>
            <a:endParaRPr lang="fr-FR" smtClean="0"/>
          </a:p>
          <a:p>
            <a:r>
              <a:rPr lang="fr-FR" smtClean="0"/>
              <a:t>5-  JE NE PEUX VIVRE SANS TOI JE NE PEUX VIVRE SANS TOI</a:t>
            </a:r>
          </a:p>
          <a:p>
            <a:r>
              <a:rPr lang="fr-FR" smtClean="0"/>
              <a:t>Can't live without You Can't live without You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NE PEUX VIVRE, PAS VIVRE SANS TOI</a:t>
            </a:r>
          </a:p>
          <a:p>
            <a:pPr>
              <a:defRPr/>
            </a:pPr>
            <a:r>
              <a:rPr lang="fr-FR" smtClean="0"/>
              <a:t>     I can't live, can't live without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J’AI ÉTÉ CRÉÉ  POUR VIVRE EN TA PRÉSENCE</a:t>
            </a:r>
          </a:p>
          <a:p>
            <a:pPr>
              <a:defRPr/>
            </a:pPr>
            <a:r>
              <a:rPr lang="fr-FR" smtClean="0"/>
              <a:t>I was created to live in Your presence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NI RESPIRER, NI AGIR IL N’Y A PAS DE VIE SANS TOI</a:t>
            </a:r>
          </a:p>
          <a:p>
            <a:pPr>
              <a:defRPr/>
            </a:pPr>
            <a:r>
              <a:rPr lang="fr-FR" smtClean="0"/>
              <a:t>Can't breathe, can't move There is no life apart from You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4-  J’AI BESOIN DE TOI POUR RESPIRER ET VIVRE</a:t>
            </a:r>
          </a:p>
          <a:p>
            <a:pPr>
              <a:defRPr/>
            </a:pPr>
            <a:r>
              <a:rPr lang="fr-FR" smtClean="0"/>
              <a:t>I need You to live I need You to breathe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PEUX VIVRE SANS TOI JE NE PEUX VIVRE SANS TOI</a:t>
            </a:r>
          </a:p>
          <a:p>
            <a:pPr>
              <a:defRPr/>
            </a:pPr>
            <a:r>
              <a:rPr lang="fr-FR" smtClean="0"/>
              <a:t>Can't live without You Can't live without You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PEUX VIVRE, PAS VIVRE SANS TOI</a:t>
            </a:r>
          </a:p>
          <a:p>
            <a:r>
              <a:rPr lang="fr-FR" smtClean="0"/>
              <a:t>     I can't live, can't live without You</a:t>
            </a:r>
          </a:p>
          <a:p>
            <a:endParaRPr lang="fr-FR" smtClean="0"/>
          </a:p>
          <a:p>
            <a:r>
              <a:rPr lang="fr-FR" smtClean="0"/>
              <a:t>2-  J’AI ÉTÉ CRÉÉ  POUR VIVRE EN TA PRÉSENCE</a:t>
            </a:r>
          </a:p>
          <a:p>
            <a:r>
              <a:rPr lang="fr-FR" smtClean="0"/>
              <a:t>I was created to live in Your presence</a:t>
            </a:r>
          </a:p>
          <a:p>
            <a:endParaRPr lang="fr-FR" smtClean="0"/>
          </a:p>
          <a:p>
            <a:r>
              <a:rPr lang="fr-FR" smtClean="0"/>
              <a:t>3-  NI RESPIRER, NI AGIR IL N’Y A PAS DE VIE SANS TOI</a:t>
            </a:r>
          </a:p>
          <a:p>
            <a:r>
              <a:rPr lang="fr-FR" smtClean="0"/>
              <a:t>Can't breathe, can't move There is no life apart from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4-  J’AI BESOIN DE TOI POUR RESPIRER ET VIVRE</a:t>
            </a:r>
          </a:p>
          <a:p>
            <a:r>
              <a:rPr lang="fr-FR" smtClean="0"/>
              <a:t>I need You to live I need You to breathe</a:t>
            </a:r>
          </a:p>
          <a:p>
            <a:endParaRPr lang="fr-FR" smtClean="0"/>
          </a:p>
          <a:p>
            <a:r>
              <a:rPr lang="fr-FR" smtClean="0"/>
              <a:t>5-  JE NE PEUX VIVRE SANS TOI JE NE PEUX VIVRE SANS TOI</a:t>
            </a:r>
          </a:p>
          <a:p>
            <a:r>
              <a:rPr lang="fr-FR" smtClean="0"/>
              <a:t>Can't live without You Can't live without You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C2DA30-D2E2-42F7-BE71-831BAB0B7C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6CAAC7-D51F-4311-8D35-237AEE3C40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F222C6-A11E-44B1-92AD-0C133816F0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C73E0F-1C72-4728-B53A-AE7D7B857A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509CC4-DDCF-461F-9AAB-1152B247FA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B530CD-EC34-471E-820D-6C8BC54EF6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5A99E7-4E50-41F4-9011-BEECFFB441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6BD14-3858-42DA-A0C5-FE88A69865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F27421-EA21-4F60-BD45-F923938331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A3CC54-D5C5-4AD8-8730-AB4240C704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91CC84-EED2-475F-B3A7-0CA07A7708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E7C172E-242D-4A38-95BB-E4EA1E1AD3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NE PEUX VIVRE, PAS VIVRE SANS TOI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ÉTÉ CRÉÉ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VIVRE EN TA PRÉSENCE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NI RESPIRER, NI AGIR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N’Y A PAS DE VIE SANS TOI 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BESOIN DE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RESPIRER ET VIVRE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NE PEUX VIVRE SANS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NE PEUX VIVRE SANS TOI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1080</Words>
  <Application>Microsoft Office PowerPoint</Application>
  <PresentationFormat>On-screen Show (4:3)</PresentationFormat>
  <Paragraphs>149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54</cp:revision>
  <dcterms:created xsi:type="dcterms:W3CDTF">2002-08-17T13:12:10Z</dcterms:created>
  <dcterms:modified xsi:type="dcterms:W3CDTF">2015-04-18T14:46:25Z</dcterms:modified>
</cp:coreProperties>
</file>