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47383" autoAdjust="0"/>
  </p:normalViewPr>
  <p:slideViewPr>
    <p:cSldViewPr>
      <p:cViewPr>
        <p:scale>
          <a:sx n="40" d="100"/>
          <a:sy n="40" d="100"/>
        </p:scale>
        <p:origin x="-612" y="-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E745C5D-ED41-4E22-A1DB-B81A79286B1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C10CB15-C433-4B89-B591-C57CAE2BBB5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J’AI ÉTÉ CHANGÉ GUÉRI, LIBÉRÉ</a:t>
            </a:r>
          </a:p>
          <a:p>
            <a:pPr>
              <a:defRPr/>
            </a:pPr>
            <a:r>
              <a:rPr lang="fr-FR" dirty="0" err="1" smtClean="0"/>
              <a:t>I’ve</a:t>
            </a:r>
            <a:r>
              <a:rPr lang="fr-FR" dirty="0" smtClean="0"/>
              <a:t> been </a:t>
            </a:r>
            <a:r>
              <a:rPr lang="fr-FR" dirty="0" err="1" smtClean="0"/>
              <a:t>changed</a:t>
            </a:r>
            <a:r>
              <a:rPr lang="fr-FR" dirty="0" smtClean="0"/>
              <a:t> </a:t>
            </a:r>
            <a:r>
              <a:rPr lang="fr-FR" dirty="0" err="1" smtClean="0"/>
              <a:t>Healed</a:t>
            </a:r>
            <a:r>
              <a:rPr lang="fr-FR" dirty="0" smtClean="0"/>
              <a:t>, </a:t>
            </a:r>
            <a:r>
              <a:rPr lang="fr-FR" dirty="0" err="1" smtClean="0"/>
              <a:t>Freed</a:t>
            </a:r>
            <a:r>
              <a:rPr lang="fr-FR" dirty="0" smtClean="0"/>
              <a:t>, </a:t>
            </a:r>
            <a:r>
              <a:rPr lang="fr-FR" dirty="0" err="1" smtClean="0"/>
              <a:t>Delivered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J’AI LA JOIE LA PAIX, GRÂCE ET FAVEUR</a:t>
            </a:r>
          </a:p>
          <a:p>
            <a:pPr>
              <a:defRPr/>
            </a:pPr>
            <a:r>
              <a:rPr lang="fr-FR" dirty="0" err="1" smtClean="0"/>
              <a:t>I’ve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Joy </a:t>
            </a:r>
            <a:r>
              <a:rPr lang="fr-FR" dirty="0" err="1" smtClean="0"/>
              <a:t>Peace</a:t>
            </a:r>
            <a:r>
              <a:rPr lang="fr-FR" dirty="0" smtClean="0"/>
              <a:t>, Grace and </a:t>
            </a:r>
            <a:r>
              <a:rPr lang="fr-FR" dirty="0" err="1" smtClean="0"/>
              <a:t>Favor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3-  MAINTENANT, C’EST LE MOMENT CE JOUR EST LE JOUR</a:t>
            </a:r>
          </a:p>
          <a:p>
            <a:pPr>
              <a:defRPr/>
            </a:pPr>
            <a:r>
              <a:rPr lang="fr-FR" dirty="0" smtClean="0"/>
              <a:t>	Right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moment </a:t>
            </a:r>
            <a:r>
              <a:rPr lang="fr-FR" dirty="0" err="1" smtClean="0"/>
              <a:t>Today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day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4-  J’AI CHANGÉ J’AI CHANGÉ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I’ve</a:t>
            </a:r>
            <a:r>
              <a:rPr lang="fr-FR" dirty="0" smtClean="0"/>
              <a:t> been </a:t>
            </a:r>
            <a:r>
              <a:rPr lang="fr-FR" dirty="0" err="1" smtClean="0"/>
              <a:t>changed</a:t>
            </a:r>
            <a:r>
              <a:rPr lang="fr-FR" dirty="0" smtClean="0"/>
              <a:t> </a:t>
            </a:r>
            <a:r>
              <a:rPr lang="fr-FR" dirty="0" err="1" smtClean="0"/>
              <a:t>I’ve</a:t>
            </a:r>
            <a:r>
              <a:rPr lang="fr-FR" dirty="0" smtClean="0"/>
              <a:t> been </a:t>
            </a:r>
            <a:r>
              <a:rPr lang="fr-FR" dirty="0" err="1" smtClean="0"/>
              <a:t>changed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J’AI ATTENDU  SI LONGTEMPS CE MOMENT</a:t>
            </a:r>
          </a:p>
          <a:p>
            <a:pPr>
              <a:defRPr/>
            </a:pPr>
            <a:r>
              <a:rPr lang="fr-FR" dirty="0" smtClean="0"/>
              <a:t>	I have </a:t>
            </a:r>
            <a:r>
              <a:rPr lang="fr-FR" dirty="0" err="1" smtClean="0"/>
              <a:t>waited</a:t>
            </a:r>
            <a:r>
              <a:rPr lang="fr-FR" dirty="0" smtClean="0"/>
              <a:t> for </a:t>
            </a:r>
            <a:r>
              <a:rPr lang="fr-FR" dirty="0" err="1" smtClean="0"/>
              <a:t>this</a:t>
            </a:r>
            <a:r>
              <a:rPr lang="fr-FR" dirty="0" smtClean="0"/>
              <a:t> moment to come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6-  ET JE NE LE MANQUERAI PAS</a:t>
            </a:r>
          </a:p>
          <a:p>
            <a:pPr>
              <a:defRPr/>
            </a:pPr>
            <a:r>
              <a:rPr lang="fr-FR" dirty="0" smtClean="0"/>
              <a:t>	And I </a:t>
            </a:r>
            <a:r>
              <a:rPr lang="fr-FR" dirty="0" err="1" smtClean="0"/>
              <a:t>won’t</a:t>
            </a:r>
            <a:r>
              <a:rPr lang="fr-FR" dirty="0" smtClean="0"/>
              <a:t> let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pass</a:t>
            </a:r>
            <a:r>
              <a:rPr lang="fr-FR" dirty="0" smtClean="0"/>
              <a:t> me by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7-  JE N’IRAI PAS JE NE RETOURNE PAS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won’t</a:t>
            </a:r>
            <a:r>
              <a:rPr lang="fr-FR" dirty="0" smtClean="0"/>
              <a:t> go back I </a:t>
            </a:r>
            <a:r>
              <a:rPr lang="fr-FR" dirty="0" err="1" smtClean="0"/>
              <a:t>can’t</a:t>
            </a:r>
            <a:r>
              <a:rPr lang="fr-FR" dirty="0" smtClean="0"/>
              <a:t> go back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dirty="0" smtClean="0"/>
              <a:t>	To the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used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came and </a:t>
            </a:r>
            <a:r>
              <a:rPr lang="fr-FR" dirty="0" err="1" smtClean="0"/>
              <a:t>changed</a:t>
            </a:r>
            <a:r>
              <a:rPr lang="fr-FR" dirty="0" smtClean="0"/>
              <a:t>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MES PÉCHÉS ET TOUTE MA HONTE, PARDONNÉE</a:t>
            </a:r>
          </a:p>
          <a:p>
            <a:pPr>
              <a:defRPr/>
            </a:pPr>
            <a:r>
              <a:rPr lang="fr-FR" dirty="0" smtClean="0"/>
              <a:t>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shame</a:t>
            </a:r>
            <a:r>
              <a:rPr lang="fr-FR" dirty="0" smtClean="0"/>
              <a:t> </a:t>
            </a:r>
            <a:r>
              <a:rPr lang="fr-FR" dirty="0" err="1" smtClean="0"/>
              <a:t>Guilt</a:t>
            </a:r>
            <a:r>
              <a:rPr lang="fr-FR" dirty="0" smtClean="0"/>
              <a:t>, </a:t>
            </a:r>
            <a:r>
              <a:rPr lang="fr-FR" dirty="0" err="1" smtClean="0"/>
              <a:t>Sins</a:t>
            </a:r>
            <a:r>
              <a:rPr lang="fr-FR" dirty="0" smtClean="0"/>
              <a:t>, </a:t>
            </a:r>
            <a:r>
              <a:rPr lang="fr-FR" dirty="0" err="1" smtClean="0"/>
              <a:t>Forgiven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PLUS DE CHAÎNE, DE PEUR L’ANCIEN EST PASSÉ</a:t>
            </a:r>
          </a:p>
          <a:p>
            <a:pPr>
              <a:defRPr/>
            </a:pPr>
            <a:r>
              <a:rPr lang="fr-FR" dirty="0" smtClean="0"/>
              <a:t>No more </a:t>
            </a:r>
            <a:r>
              <a:rPr lang="fr-FR" dirty="0" err="1" smtClean="0"/>
              <a:t>chains</a:t>
            </a:r>
            <a:r>
              <a:rPr lang="fr-FR" dirty="0" smtClean="0"/>
              <a:t> </a:t>
            </a:r>
            <a:r>
              <a:rPr lang="fr-FR" dirty="0" err="1" smtClean="0"/>
              <a:t>Fear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over</a:t>
            </a:r>
          </a:p>
          <a:p>
            <a:pPr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483C13-255C-452F-B830-ECAD54FF0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91EEB3-7C26-45EA-99BE-4BB2B8A76D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35D47D-3224-4A20-9F89-9109A34AEE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594A8-C61D-4EAA-B9AA-A24066E0A9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066B35-07DD-48D4-951F-EE766A464D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DD163-5A26-482C-9725-FE0D90AFAD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2D77ED-D0CC-4AD2-8F36-CF242DB767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20A447-E0AB-4661-8153-36929BE389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E9944-5ED6-43EE-A78E-A85109B2C2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9232B3-784C-4B0E-830F-9A72C9120E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520C0-37E2-462D-9793-195A11C93B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6C1B7E3-1C35-4D89-B8FB-66076D1B26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ÉTÉ CHANGÉ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GUÉRI, LIBÉRÉ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LA JOIE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 PAIX, GRÂCE ET FAVEUR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MAINTENANT, C’EST LE MOMENT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 JOUR EST LE JOUR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CHANGÉ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CHANGÉ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ATTENDU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LONGTEMPS CE MOMENT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JE NE LE MANQUERAI PAS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N’IRAI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RETOURNE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VERS LES VOIES DE MON PASSÉ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AVANT QUE TA PRÉSENCE M’AIT CHANGÉ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MES PÉCHÉS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TOUTE MA HONTE, PARDONNÉE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PLUS DE CHAÎNE, DE PEUR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L’ANCIEN EST PASSÉ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737</Words>
  <Application>Microsoft Office PowerPoint</Application>
  <PresentationFormat>On-screen Show (4:3)</PresentationFormat>
  <Paragraphs>639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53</cp:revision>
  <dcterms:created xsi:type="dcterms:W3CDTF">2002-08-17T13:12:10Z</dcterms:created>
  <dcterms:modified xsi:type="dcterms:W3CDTF">2015-04-18T10:51:41Z</dcterms:modified>
</cp:coreProperties>
</file>