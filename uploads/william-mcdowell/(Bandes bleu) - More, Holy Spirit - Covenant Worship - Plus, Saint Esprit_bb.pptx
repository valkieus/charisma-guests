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3706" autoAdjust="0"/>
  </p:normalViewPr>
  <p:slideViewPr>
    <p:cSldViewPr>
      <p:cViewPr>
        <p:scale>
          <a:sx n="40" d="100"/>
          <a:sy n="40" d="100"/>
        </p:scale>
        <p:origin x="-61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C4B0F38-5411-4651-A81A-F5E765047FE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E7CB39-4FDC-48C5-B118-72D15AD5C56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ESPRIT, VIENS NOUS BRISER ET VIENS SUR NOUS RÉGNER</a:t>
            </a:r>
          </a:p>
          <a:p>
            <a:pPr>
              <a:defRPr/>
            </a:pPr>
            <a:r>
              <a:rPr lang="fr-FR" dirty="0" err="1" smtClean="0"/>
              <a:t>Holy</a:t>
            </a:r>
            <a:r>
              <a:rPr lang="fr-FR" dirty="0" smtClean="0"/>
              <a:t> Spirit break us, Come and </a:t>
            </a:r>
            <a:r>
              <a:rPr lang="fr-FR" dirty="0" err="1" smtClean="0"/>
              <a:t>overtake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VIENS, CAR NOUS VIVONS POUR TOI CONDUIS-NOUS SAINT-ESPRIT</a:t>
            </a:r>
          </a:p>
          <a:p>
            <a:pPr>
              <a:defRPr/>
            </a:pPr>
            <a:r>
              <a:rPr lang="fr-FR" dirty="0" err="1" smtClean="0"/>
              <a:t>You're</a:t>
            </a:r>
            <a:r>
              <a:rPr lang="fr-FR" dirty="0" smtClean="0"/>
              <a:t> the One </a:t>
            </a:r>
            <a:r>
              <a:rPr lang="fr-FR" dirty="0" err="1" smtClean="0"/>
              <a:t>we're</a:t>
            </a:r>
            <a:r>
              <a:rPr lang="fr-FR" dirty="0" smtClean="0"/>
              <a:t> living for, </a:t>
            </a:r>
            <a:r>
              <a:rPr lang="fr-FR" dirty="0" err="1" smtClean="0"/>
              <a:t>Holy</a:t>
            </a:r>
            <a:r>
              <a:rPr lang="fr-FR" dirty="0" smtClean="0"/>
              <a:t> Spirit </a:t>
            </a:r>
            <a:r>
              <a:rPr lang="fr-FR" dirty="0" err="1" smtClean="0"/>
              <a:t>lead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JUSQU’AU CŒUR DE JÉSUS TOUT CE QUE NOUS VOULONS, C’EST TOI</a:t>
            </a:r>
          </a:p>
          <a:p>
            <a:pPr>
              <a:defRPr/>
            </a:pPr>
            <a:r>
              <a:rPr lang="fr-FR" dirty="0" smtClean="0"/>
              <a:t>To the </a:t>
            </a:r>
            <a:r>
              <a:rPr lang="fr-FR" dirty="0" err="1" smtClean="0"/>
              <a:t>heart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more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VOULONS PLUS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more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MOINS DE MOI, PLUS DE TOI IL S’AGIT DE TOI, ET NON DE MOI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decrease</a:t>
            </a:r>
            <a:r>
              <a:rPr lang="fr-FR" dirty="0" smtClean="0"/>
              <a:t> as You </a:t>
            </a:r>
            <a:r>
              <a:rPr lang="fr-FR" dirty="0" err="1" smtClean="0"/>
              <a:t>increase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all about You, not about me</a:t>
            </a:r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ESPRIT, VIENS NOUS BRISER ET VIENS SUR NOUS RÉGNER</a:t>
            </a:r>
          </a:p>
          <a:p>
            <a:r>
              <a:rPr lang="fr-FR" smtClean="0"/>
              <a:t>Holy Spirit break us, Come and overtake us</a:t>
            </a:r>
          </a:p>
          <a:p>
            <a:endParaRPr lang="fr-FR" smtClean="0"/>
          </a:p>
          <a:p>
            <a:r>
              <a:rPr lang="fr-FR" smtClean="0"/>
              <a:t>2-  VIENS, CAR NOUS VIVONS POUR TOI CONDUIS-NOUS SAINT-ESPRIT</a:t>
            </a:r>
          </a:p>
          <a:p>
            <a:r>
              <a:rPr lang="fr-FR" smtClean="0"/>
              <a:t>You're the One we're living for, Holy Spirit lead 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JUSQU’AU CŒUR DE JÉSUS TOUT CE QUE NOUS VOULONS, C’EST TOI</a:t>
            </a:r>
          </a:p>
          <a:p>
            <a:r>
              <a:rPr lang="fr-FR" smtClean="0"/>
              <a:t>To the heart of Jesus There is nothing we want more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NOUS VOULONS PLUS</a:t>
            </a:r>
          </a:p>
          <a:p>
            <a:r>
              <a:rPr lang="fr-FR" smtClean="0"/>
              <a:t>We want more</a:t>
            </a:r>
          </a:p>
          <a:p>
            <a:endParaRPr lang="fr-FR" smtClean="0"/>
          </a:p>
          <a:p>
            <a:r>
              <a:rPr lang="fr-FR" smtClean="0"/>
              <a:t>5-  MOINS DE MOI, PLUS DE TOI IL S’AGIT DE TOI, ET NON DE MOI</a:t>
            </a:r>
          </a:p>
          <a:p>
            <a:r>
              <a:rPr lang="fr-FR" smtClean="0"/>
              <a:t>I decrease as You increase It's all about You, not about 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ESPRIT, VIENS NOUS BRISER ET VIENS SUR NOUS RÉGNER</a:t>
            </a:r>
          </a:p>
          <a:p>
            <a:pPr>
              <a:defRPr/>
            </a:pPr>
            <a:r>
              <a:rPr lang="fr-FR" smtClean="0"/>
              <a:t>Holy Spirit break us, Come and overtake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VIENS, CAR NOUS VIVONS POUR TOI CONDUIS-NOUS SAINT-ESPRIT</a:t>
            </a:r>
          </a:p>
          <a:p>
            <a:pPr>
              <a:defRPr/>
            </a:pPr>
            <a:r>
              <a:rPr lang="fr-FR" smtClean="0"/>
              <a:t>You're the One we're living for, Holy Spirit lead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JUSQU’AU CŒUR DE JÉSUS TOUT CE QUE NOUS VOULONS, C’EST TOI</a:t>
            </a:r>
          </a:p>
          <a:p>
            <a:pPr>
              <a:defRPr/>
            </a:pPr>
            <a:r>
              <a:rPr lang="fr-FR" smtClean="0"/>
              <a:t>To the heart of Jesus There is nothing 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VOULONS PLUS</a:t>
            </a:r>
          </a:p>
          <a:p>
            <a:pPr>
              <a:defRPr/>
            </a:pPr>
            <a:r>
              <a:rPr lang="fr-FR" smtClean="0"/>
              <a:t>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MOINS DE MOI, PLUS DE TOI IL S’AGIT DE TOI, ET NON DE MOI</a:t>
            </a:r>
          </a:p>
          <a:p>
            <a:pPr>
              <a:defRPr/>
            </a:pPr>
            <a:r>
              <a:rPr lang="fr-FR" smtClean="0"/>
              <a:t>I decrease as You increase It's all about You, not about 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ESPRIT, VIENS NOUS BRISER ET VIENS SUR NOUS RÉGNER</a:t>
            </a:r>
          </a:p>
          <a:p>
            <a:r>
              <a:rPr lang="fr-FR" smtClean="0"/>
              <a:t>Holy Spirit break us, Come and overtake us</a:t>
            </a:r>
          </a:p>
          <a:p>
            <a:endParaRPr lang="fr-FR" smtClean="0"/>
          </a:p>
          <a:p>
            <a:r>
              <a:rPr lang="fr-FR" smtClean="0"/>
              <a:t>2-  VIENS, CAR NOUS VIVONS POUR TOI CONDUIS-NOUS SAINT-ESPRIT</a:t>
            </a:r>
          </a:p>
          <a:p>
            <a:r>
              <a:rPr lang="fr-FR" smtClean="0"/>
              <a:t>You're the One we're living for, Holy Spirit lead 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JUSQU’AU CŒUR DE JÉSUS TOUT CE QUE NOUS VOULONS, C’EST TOI</a:t>
            </a:r>
          </a:p>
          <a:p>
            <a:r>
              <a:rPr lang="fr-FR" smtClean="0"/>
              <a:t>To the heart of Jesus There is nothing we want more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NOUS VOULONS PLUS</a:t>
            </a:r>
          </a:p>
          <a:p>
            <a:r>
              <a:rPr lang="fr-FR" smtClean="0"/>
              <a:t>We want more</a:t>
            </a:r>
          </a:p>
          <a:p>
            <a:endParaRPr lang="fr-FR" smtClean="0"/>
          </a:p>
          <a:p>
            <a:r>
              <a:rPr lang="fr-FR" smtClean="0"/>
              <a:t>5-  MOINS DE MOI, PLUS DE TOI IL S’AGIT DE TOI, ET NON DE MOI</a:t>
            </a:r>
          </a:p>
          <a:p>
            <a:r>
              <a:rPr lang="fr-FR" smtClean="0"/>
              <a:t>I decrease as You increase It's all about You, not about 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ESPRIT, VIENS NOUS BRISER ET VIENS SUR NOUS RÉGNER</a:t>
            </a:r>
          </a:p>
          <a:p>
            <a:pPr>
              <a:defRPr/>
            </a:pPr>
            <a:r>
              <a:rPr lang="fr-FR" smtClean="0"/>
              <a:t>Holy Spirit break us, Come and overtake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VIENS, CAR NOUS VIVONS POUR TOI CONDUIS-NOUS SAINT-ESPRIT</a:t>
            </a:r>
          </a:p>
          <a:p>
            <a:pPr>
              <a:defRPr/>
            </a:pPr>
            <a:r>
              <a:rPr lang="fr-FR" smtClean="0"/>
              <a:t>You're the One we're living for, Holy Spirit lead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JUSQU’AU CŒUR DE JÉSUS TOUT CE QUE NOUS VOULONS, C’EST TOI</a:t>
            </a:r>
          </a:p>
          <a:p>
            <a:pPr>
              <a:defRPr/>
            </a:pPr>
            <a:r>
              <a:rPr lang="fr-FR" smtClean="0"/>
              <a:t>To the heart of Jesus There is nothing 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VOULONS PLUS</a:t>
            </a:r>
          </a:p>
          <a:p>
            <a:pPr>
              <a:defRPr/>
            </a:pPr>
            <a:r>
              <a:rPr lang="fr-FR" smtClean="0"/>
              <a:t>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MOINS DE MOI, PLUS DE TOI IL S’AGIT DE TOI, ET NON DE MOI</a:t>
            </a:r>
          </a:p>
          <a:p>
            <a:pPr>
              <a:defRPr/>
            </a:pPr>
            <a:r>
              <a:rPr lang="fr-FR" smtClean="0"/>
              <a:t>I decrease as You increase It's all about You, not about 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ESPRIT, VIENS NOUS BRISER ET VIENS SUR NOUS RÉGNER</a:t>
            </a:r>
          </a:p>
          <a:p>
            <a:r>
              <a:rPr lang="fr-FR" smtClean="0"/>
              <a:t>Holy Spirit break us, Come and overtake us</a:t>
            </a:r>
          </a:p>
          <a:p>
            <a:endParaRPr lang="fr-FR" smtClean="0"/>
          </a:p>
          <a:p>
            <a:r>
              <a:rPr lang="fr-FR" smtClean="0"/>
              <a:t>2-  VIENS, CAR NOUS VIVONS POUR TOI CONDUIS-NOUS SAINT-ESPRIT</a:t>
            </a:r>
          </a:p>
          <a:p>
            <a:r>
              <a:rPr lang="fr-FR" smtClean="0"/>
              <a:t>You're the One we're living for, Holy Spirit lead 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JUSQU’AU CŒUR DE JÉSUS TOUT CE QUE NOUS VOULONS, C’EST TOI</a:t>
            </a:r>
          </a:p>
          <a:p>
            <a:r>
              <a:rPr lang="fr-FR" smtClean="0"/>
              <a:t>To the heart of Jesus There is nothing we want more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NOUS VOULONS PLUS</a:t>
            </a:r>
          </a:p>
          <a:p>
            <a:r>
              <a:rPr lang="fr-FR" smtClean="0"/>
              <a:t>We want more</a:t>
            </a:r>
          </a:p>
          <a:p>
            <a:endParaRPr lang="fr-FR" smtClean="0"/>
          </a:p>
          <a:p>
            <a:r>
              <a:rPr lang="fr-FR" smtClean="0"/>
              <a:t>5-  MOINS DE MOI, PLUS DE TOI IL S’AGIT DE TOI, ET NON DE MOI</a:t>
            </a:r>
          </a:p>
          <a:p>
            <a:r>
              <a:rPr lang="fr-FR" smtClean="0"/>
              <a:t>I decrease as You increase It's all about You, not about 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ESPRIT, VIENS NOUS BRISER ET VIENS SUR NOUS RÉGNER</a:t>
            </a:r>
          </a:p>
          <a:p>
            <a:pPr>
              <a:defRPr/>
            </a:pPr>
            <a:r>
              <a:rPr lang="fr-FR" smtClean="0"/>
              <a:t>Holy Spirit break us, Come and overtake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VIENS, CAR NOUS VIVONS POUR TOI CONDUIS-NOUS SAINT-ESPRIT</a:t>
            </a:r>
          </a:p>
          <a:p>
            <a:pPr>
              <a:defRPr/>
            </a:pPr>
            <a:r>
              <a:rPr lang="fr-FR" smtClean="0"/>
              <a:t>You're the One we're living for, Holy Spirit lead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JUSQU’AU CŒUR DE JÉSUS TOUT CE QUE NOUS VOULONS, C’EST TOI</a:t>
            </a:r>
          </a:p>
          <a:p>
            <a:pPr>
              <a:defRPr/>
            </a:pPr>
            <a:r>
              <a:rPr lang="fr-FR" smtClean="0"/>
              <a:t>To the heart of Jesus There is nothing 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VOULONS PLUS</a:t>
            </a:r>
          </a:p>
          <a:p>
            <a:pPr>
              <a:defRPr/>
            </a:pPr>
            <a:r>
              <a:rPr lang="fr-FR" smtClean="0"/>
              <a:t>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MOINS DE MOI, PLUS DE TOI IL S’AGIT DE TOI, ET NON DE MOI</a:t>
            </a:r>
          </a:p>
          <a:p>
            <a:pPr>
              <a:defRPr/>
            </a:pPr>
            <a:r>
              <a:rPr lang="fr-FR" smtClean="0"/>
              <a:t>I decrease as You increase It's all about You, not about 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ESPRIT, VIENS NOUS BRISER ET VIENS SUR NOUS RÉGNER</a:t>
            </a:r>
          </a:p>
          <a:p>
            <a:r>
              <a:rPr lang="fr-FR" smtClean="0"/>
              <a:t>Holy Spirit break us, Come and overtake us</a:t>
            </a:r>
          </a:p>
          <a:p>
            <a:endParaRPr lang="fr-FR" smtClean="0"/>
          </a:p>
          <a:p>
            <a:r>
              <a:rPr lang="fr-FR" smtClean="0"/>
              <a:t>2-  VIENS, CAR NOUS VIVONS POUR TOI CONDUIS-NOUS SAINT-ESPRIT</a:t>
            </a:r>
          </a:p>
          <a:p>
            <a:r>
              <a:rPr lang="fr-FR" smtClean="0"/>
              <a:t>You're the One we're living for, Holy Spirit lead 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JUSQU’AU CŒUR DE JÉSUS TOUT CE QUE NOUS VOULONS, C’EST TOI</a:t>
            </a:r>
          </a:p>
          <a:p>
            <a:r>
              <a:rPr lang="fr-FR" smtClean="0"/>
              <a:t>To the heart of Jesus There is nothing we want more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NOUS VOULONS PLUS</a:t>
            </a:r>
          </a:p>
          <a:p>
            <a:r>
              <a:rPr lang="fr-FR" smtClean="0"/>
              <a:t>We want more</a:t>
            </a:r>
          </a:p>
          <a:p>
            <a:endParaRPr lang="fr-FR" smtClean="0"/>
          </a:p>
          <a:p>
            <a:r>
              <a:rPr lang="fr-FR" smtClean="0"/>
              <a:t>5-  MOINS DE MOI, PLUS DE TOI IL S’AGIT DE TOI, ET NON DE MOI</a:t>
            </a:r>
          </a:p>
          <a:p>
            <a:r>
              <a:rPr lang="fr-FR" smtClean="0"/>
              <a:t>I decrease as You increase It's all about You, not about 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ESPRIT, VIENS NOUS BRISER ET VIENS SUR NOUS RÉGNER</a:t>
            </a:r>
          </a:p>
          <a:p>
            <a:pPr>
              <a:defRPr/>
            </a:pPr>
            <a:r>
              <a:rPr lang="fr-FR" smtClean="0"/>
              <a:t>Holy Spirit break us, Come and overtake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VIENS, CAR NOUS VIVONS POUR TOI CONDUIS-NOUS SAINT-ESPRIT</a:t>
            </a:r>
          </a:p>
          <a:p>
            <a:pPr>
              <a:defRPr/>
            </a:pPr>
            <a:r>
              <a:rPr lang="fr-FR" smtClean="0"/>
              <a:t>You're the One we're living for, Holy Spirit lead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JUSQU’AU CŒUR DE JÉSUS TOUT CE QUE NOUS VOULONS, C’EST TOI</a:t>
            </a:r>
          </a:p>
          <a:p>
            <a:pPr>
              <a:defRPr/>
            </a:pPr>
            <a:r>
              <a:rPr lang="fr-FR" smtClean="0"/>
              <a:t>To the heart of Jesus There is nothing 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VOULONS PLUS</a:t>
            </a:r>
          </a:p>
          <a:p>
            <a:pPr>
              <a:defRPr/>
            </a:pPr>
            <a:r>
              <a:rPr lang="fr-FR" smtClean="0"/>
              <a:t>We want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MOINS DE MOI, PLUS DE TOI IL S’AGIT DE TOI, ET NON DE MOI</a:t>
            </a:r>
          </a:p>
          <a:p>
            <a:pPr>
              <a:defRPr/>
            </a:pPr>
            <a:r>
              <a:rPr lang="fr-FR" smtClean="0"/>
              <a:t>I decrease as You increase It's all about You, not about 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ESPRIT, VIENS NOUS BRISER ET VIENS SUR NOUS RÉGNER</a:t>
            </a:r>
          </a:p>
          <a:p>
            <a:r>
              <a:rPr lang="fr-FR" smtClean="0"/>
              <a:t>Holy Spirit break us, Come and overtake us</a:t>
            </a:r>
          </a:p>
          <a:p>
            <a:endParaRPr lang="fr-FR" smtClean="0"/>
          </a:p>
          <a:p>
            <a:r>
              <a:rPr lang="fr-FR" smtClean="0"/>
              <a:t>2-  VIENS, CAR NOUS VIVONS POUR TOI CONDUIS-NOUS SAINT-ESPRIT</a:t>
            </a:r>
          </a:p>
          <a:p>
            <a:r>
              <a:rPr lang="fr-FR" smtClean="0"/>
              <a:t>You're the One we're living for, Holy Spirit lead 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JUSQU’AU CŒUR DE JÉSUS TOUT CE QUE NOUS VOULONS, C’EST TOI</a:t>
            </a:r>
          </a:p>
          <a:p>
            <a:r>
              <a:rPr lang="fr-FR" smtClean="0"/>
              <a:t>To the heart of Jesus There is nothing we want more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NOUS VOULONS PLUS</a:t>
            </a:r>
          </a:p>
          <a:p>
            <a:r>
              <a:rPr lang="fr-FR" smtClean="0"/>
              <a:t>We want more</a:t>
            </a:r>
          </a:p>
          <a:p>
            <a:endParaRPr lang="fr-FR" smtClean="0"/>
          </a:p>
          <a:p>
            <a:r>
              <a:rPr lang="fr-FR" smtClean="0"/>
              <a:t>5-  MOINS DE MOI, PLUS DE TOI IL S’AGIT DE TOI, ET NON DE MOI</a:t>
            </a:r>
          </a:p>
          <a:p>
            <a:r>
              <a:rPr lang="fr-FR" smtClean="0"/>
              <a:t>I decrease as You increase It's all about You, not about 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A82DD-914F-46E6-A565-F3E57436FF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06F07-30B8-4D25-8199-3371761468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953DA-D89D-4CF3-9A70-70C835166D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52377-0124-465C-A37E-4B879C262C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2FCF54-D614-4E6E-A75A-BE4A931CB7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8CEC4-0C7F-4670-A78B-563816B0FF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85BDB-745D-4DDC-BD2D-17297CE359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3FD9A-5E07-41CA-8EE0-2B389ACBF1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218DB-CCBD-463D-8D47-EDE283D3FE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AC412-E228-4B7D-A9D3-44E6D2CAD8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43265-5352-4855-8E73-75E51296D6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9070F71-ACFD-4079-B7EC-4988E54824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ESPRIT, VIENS NOUS BRISER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VIENS SUR NOUS RÉGNER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VIENS, CAR NOUS VIVONS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CONDUIS-NOUS SAINT-ESPRIT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JUSQU’AU CŒUR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CE QUE NOUS VOULONS, C’EST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VOULONS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MOINS DE MOI, PLUS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S’AGIT DE TOI, ET NON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1070</Words>
  <Application>Microsoft Office PowerPoint</Application>
  <PresentationFormat>On-screen Show (4:3)</PresentationFormat>
  <Paragraphs>169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2015-04-18T10:57:39Z</dcterms:modified>
</cp:coreProperties>
</file>