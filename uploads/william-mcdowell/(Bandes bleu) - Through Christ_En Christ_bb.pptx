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8" autoAdjust="0"/>
    <p:restoredTop sz="43423" autoAdjust="0"/>
  </p:normalViewPr>
  <p:slideViewPr>
    <p:cSldViewPr>
      <p:cViewPr>
        <p:scale>
          <a:sx n="40" d="100"/>
          <a:sy n="40" d="100"/>
        </p:scale>
        <p:origin x="-870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D3B12DA-7554-451F-AA82-3B2F5DBAA88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BA82EEB-F81C-4710-BD0F-DDFF9BD1C5B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CROIS LA PAROLE DE DIEU</a:t>
            </a:r>
          </a:p>
          <a:p>
            <a:pPr>
              <a:defRPr/>
            </a:pPr>
            <a:r>
              <a:rPr lang="fr-FR" smtClean="0"/>
              <a:t>     I believe the Word of God</a:t>
            </a:r>
          </a:p>
          <a:p>
            <a:pPr>
              <a:defRPr/>
            </a:pPr>
            <a:r>
              <a:rPr lang="fr-FR" smtClean="0"/>
              <a:t>2-  BIEN PLUS QUE TOUT CE QUE JE PEUX VOIR</a:t>
            </a:r>
          </a:p>
          <a:p>
            <a:pPr>
              <a:defRPr/>
            </a:pPr>
            <a:r>
              <a:rPr lang="fr-FR" smtClean="0"/>
              <a:t>     Even more than what I see around me</a:t>
            </a:r>
          </a:p>
          <a:p>
            <a:pPr>
              <a:defRPr/>
            </a:pPr>
            <a:r>
              <a:rPr lang="fr-FR" smtClean="0"/>
              <a:t>3-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Walk by faith and not by sight, I believe in what You said</a:t>
            </a:r>
          </a:p>
          <a:p>
            <a:pPr>
              <a:defRPr/>
            </a:pPr>
            <a:r>
              <a:rPr lang="fr-FR" smtClean="0"/>
              <a:t>4-  AU FOND DE MON CŒUR J’AI CE TÉMOIGNAGE</a:t>
            </a:r>
          </a:p>
          <a:p>
            <a:pPr>
              <a:defRPr/>
            </a:pPr>
            <a:r>
              <a:rPr lang="fr-FR" smtClean="0"/>
              <a:t>     Deep down in my heart there's a testimony</a:t>
            </a:r>
          </a:p>
          <a:p>
            <a:pPr>
              <a:defRPr/>
            </a:pPr>
            <a:r>
              <a:rPr lang="fr-FR" smtClean="0"/>
              <a:t>5-  CETTE ESPÉRANCE D’ÉTERNITÉ</a:t>
            </a:r>
          </a:p>
          <a:p>
            <a:pPr>
              <a:defRPr/>
            </a:pPr>
            <a:r>
              <a:rPr lang="fr-FR" smtClean="0"/>
              <a:t>     Building a hope of eternity</a:t>
            </a:r>
          </a:p>
          <a:p>
            <a:pPr>
              <a:defRPr/>
            </a:pPr>
            <a:r>
              <a:rPr lang="fr-FR" smtClean="0"/>
              <a:t>6-  NON PAR LA VUE, MAIS PAR LA FOI OUI C’EST EN TOI QUE JE CROIS</a:t>
            </a:r>
          </a:p>
          <a:p>
            <a:pPr>
              <a:defRPr/>
            </a:pPr>
            <a:r>
              <a:rPr lang="fr-FR" smtClean="0"/>
              <a:t>     Walk by faith and not by sight I believe in what You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PREFRAIN:</a:t>
            </a:r>
          </a:p>
          <a:p>
            <a:pPr>
              <a:defRPr/>
            </a:pPr>
            <a:r>
              <a:rPr lang="fr-FR" smtClean="0"/>
              <a:t>	7-  MA VICTOIRE EST DANS CETTE PROMESSE D’ÉTERNELLE GLOIRE</a:t>
            </a:r>
          </a:p>
          <a:p>
            <a:pPr>
              <a:defRPr/>
            </a:pPr>
            <a:r>
              <a:rPr lang="fr-FR" smtClean="0"/>
              <a:t>	     My victory is in the promise of eternity</a:t>
            </a:r>
          </a:p>
          <a:p>
            <a:pPr>
              <a:defRPr/>
            </a:pPr>
            <a:r>
              <a:rPr lang="fr-FR" smtClean="0"/>
              <a:t>	8-  JE N’AI PLUS BESOIN DE VOIR POUR CROIRE</a:t>
            </a:r>
          </a:p>
          <a:p>
            <a:pPr>
              <a:defRPr/>
            </a:pPr>
            <a:r>
              <a:rPr lang="fr-FR" smtClean="0"/>
              <a:t>	     No longer bound by what I see</a:t>
            </a:r>
          </a:p>
          <a:p>
            <a:pPr>
              <a:defRPr/>
            </a:pPr>
            <a:r>
              <a:rPr lang="fr-FR" smtClean="0"/>
              <a:t>	9-  EN TOI J’AI LA VICTOIRE</a:t>
            </a:r>
          </a:p>
          <a:p>
            <a:pPr>
              <a:defRPr/>
            </a:pPr>
            <a:r>
              <a:rPr lang="fr-FR" smtClean="0"/>
              <a:t>	     I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10-  EN CHRIST, LE TRIOMPHE EN CHRIST, NOUS AVONS LA VICTOIRE</a:t>
            </a:r>
          </a:p>
          <a:p>
            <a:pPr>
              <a:defRPr/>
            </a:pPr>
            <a:r>
              <a:rPr lang="fr-FR" smtClean="0"/>
              <a:t>	      Through Christ we triumph Through Christ we have the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OH MA VICTOIRE EST ASSURÉE ET ELLE NE DÉPEND PAS DE CE QUE JE PEUX VOIR</a:t>
            </a:r>
          </a:p>
          <a:p>
            <a:pPr>
              <a:defRPr/>
            </a:pPr>
            <a:r>
              <a:rPr lang="fr-FR" smtClean="0"/>
              <a:t>My victory is guaranteed and not based on the things that I see around me</a:t>
            </a:r>
          </a:p>
          <a:p>
            <a:pPr>
              <a:defRPr/>
            </a:pPr>
            <a:r>
              <a:rPr lang="fr-FR" smtClean="0"/>
              <a:t>12-  SA PROCLAMATION  EST MA DESTINATION</a:t>
            </a:r>
          </a:p>
          <a:p>
            <a:pPr>
              <a:defRPr/>
            </a:pPr>
            <a:r>
              <a:rPr lang="fr-FR" smtClean="0"/>
              <a:t>His proclamation is my destination</a:t>
            </a:r>
          </a:p>
          <a:p>
            <a:pPr>
              <a:defRPr/>
            </a:pPr>
            <a:r>
              <a:rPr lang="fr-FR" smtClean="0"/>
              <a:t>13-  CE QU’IL DIT, JE DIT ET JE LE VERRAI S’ACCOMPLIR</a:t>
            </a:r>
          </a:p>
          <a:p>
            <a:pPr>
              <a:defRPr/>
            </a:pPr>
            <a:r>
              <a:rPr lang="fr-FR" smtClean="0"/>
              <a:t>What He says, I'll say and I'll see what He said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LA VICTOIRE, EST À MOI J’AI CET ESPOIR, EN LUI J’AI LA VICTOIRE</a:t>
            </a:r>
          </a:p>
          <a:p>
            <a:pPr>
              <a:defRPr/>
            </a:pPr>
            <a:r>
              <a:rPr lang="fr-FR" smtClean="0"/>
              <a:t>      Victory I've got it Eternally I've got the victory</a:t>
            </a:r>
          </a:p>
          <a:p>
            <a:pPr>
              <a:defRPr/>
            </a:pPr>
            <a:r>
              <a:rPr lang="fr-FR" smtClean="0"/>
              <a:t>15-  LA VICTOIRE, EST À MOI</a:t>
            </a:r>
          </a:p>
          <a:p>
            <a:pPr>
              <a:defRPr/>
            </a:pPr>
            <a:r>
              <a:rPr lang="fr-FR" smtClean="0"/>
              <a:t>      Victory I've got it</a:t>
            </a:r>
          </a:p>
          <a:p>
            <a:pPr>
              <a:defRPr/>
            </a:pPr>
            <a:r>
              <a:rPr lang="fr-FR" smtClean="0"/>
              <a:t>16-  CE QU’IL DIT, JE DIT ET JE LE VERRAI S’ACCOMPLIR</a:t>
            </a:r>
          </a:p>
          <a:p>
            <a:pPr>
              <a:defRPr/>
            </a:pPr>
            <a:r>
              <a:rPr lang="fr-FR" smtClean="0"/>
              <a:t>      What he says, I'll say and I'll see what He said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LA PAROLE DE DIEU</a:t>
            </a:r>
          </a:p>
          <a:p>
            <a:r>
              <a:rPr lang="fr-FR" smtClean="0"/>
              <a:t>     I believe the Word of God</a:t>
            </a:r>
          </a:p>
          <a:p>
            <a:r>
              <a:rPr lang="fr-FR" smtClean="0"/>
              <a:t>2-  BIEN PLUS QUE TOUT CE QUE JE PEUX VOIR</a:t>
            </a:r>
          </a:p>
          <a:p>
            <a:r>
              <a:rPr lang="fr-FR" smtClean="0"/>
              <a:t>     Even more than what I see around me</a:t>
            </a:r>
          </a:p>
          <a:p>
            <a:r>
              <a:rPr lang="fr-FR" smtClean="0"/>
              <a:t>3-  NON PAR LA VUE, MAIS PAR LA FOI OUI C’EST EN TOI QUE JE CROIS</a:t>
            </a:r>
          </a:p>
          <a:p>
            <a:r>
              <a:rPr lang="fr-FR" smtClean="0"/>
              <a:t>    Walk by faith and not by sight, I believe in what You said</a:t>
            </a:r>
          </a:p>
          <a:p>
            <a:r>
              <a:rPr lang="fr-FR" smtClean="0"/>
              <a:t>4-  AU FOND DE MON CŒUR J’AI CE TÉMOIGNAGE</a:t>
            </a:r>
          </a:p>
          <a:p>
            <a:r>
              <a:rPr lang="fr-FR" smtClean="0"/>
              <a:t>     Deep down in my heart there's a testimony</a:t>
            </a:r>
          </a:p>
          <a:p>
            <a:r>
              <a:rPr lang="fr-FR" smtClean="0"/>
              <a:t>5-  CETTE ESPÉRANCE D’ÉTERNITÉ</a:t>
            </a:r>
          </a:p>
          <a:p>
            <a:r>
              <a:rPr lang="fr-FR" smtClean="0"/>
              <a:t>     Building a hope of eternity</a:t>
            </a:r>
          </a:p>
          <a:p>
            <a:r>
              <a:rPr lang="fr-FR" smtClean="0"/>
              <a:t>6-  NON PAR LA VUE, MAIS PAR LA FOI OUI C’EST EN TOI QUE JE CROIS</a:t>
            </a:r>
          </a:p>
          <a:p>
            <a:r>
              <a:rPr lang="fr-FR" smtClean="0"/>
              <a:t>     Walk by faith and not by sight I believe in what You said</a:t>
            </a:r>
          </a:p>
          <a:p>
            <a:endParaRPr lang="fr-FR" smtClean="0"/>
          </a:p>
          <a:p>
            <a:r>
              <a:rPr lang="fr-FR" smtClean="0"/>
              <a:t>	PREFRAIN:</a:t>
            </a:r>
          </a:p>
          <a:p>
            <a:r>
              <a:rPr lang="fr-FR" smtClean="0"/>
              <a:t>	7-  MA VICTOIRE EST DANS CETTE PROMESSE D’ÉTERNELLE GLOIRE</a:t>
            </a:r>
          </a:p>
          <a:p>
            <a:r>
              <a:rPr lang="fr-FR" smtClean="0"/>
              <a:t>	     My victory is in the promise of eternity</a:t>
            </a:r>
          </a:p>
          <a:p>
            <a:r>
              <a:rPr lang="fr-FR" smtClean="0"/>
              <a:t>	8-  JE N’AI PLUS BESOIN DE VOIR POUR CROIRE</a:t>
            </a:r>
          </a:p>
          <a:p>
            <a:r>
              <a:rPr lang="fr-FR" smtClean="0"/>
              <a:t>	     No longer bound by what I see</a:t>
            </a:r>
          </a:p>
          <a:p>
            <a:r>
              <a:rPr lang="fr-FR" smtClean="0"/>
              <a:t>	9-  EN TOI J’AI LA VICTOIRE</a:t>
            </a:r>
          </a:p>
          <a:p>
            <a:r>
              <a:rPr lang="fr-FR" smtClean="0"/>
              <a:t>	     I have the victory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10-  EN CHRIST, LE TRIOMPHE EN CHRIST, NOUS AVONS LA VICTOIRE</a:t>
            </a:r>
          </a:p>
          <a:p>
            <a:r>
              <a:rPr lang="fr-FR" smtClean="0"/>
              <a:t>	      Through Christ we triumph Through Christ we have the victory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OH MA VICTOIRE EST ASSURÉE ET ELLE NE DÉPEND PAS DE CE QUE JE PEUX VOIR</a:t>
            </a:r>
          </a:p>
          <a:p>
            <a:r>
              <a:rPr lang="fr-FR" smtClean="0"/>
              <a:t>My victory is guaranteed and not based on the things that I see around me</a:t>
            </a:r>
          </a:p>
          <a:p>
            <a:r>
              <a:rPr lang="fr-FR" smtClean="0"/>
              <a:t>12-  SA PROCLAMATION  EST MA DESTINATION</a:t>
            </a:r>
          </a:p>
          <a:p>
            <a:r>
              <a:rPr lang="fr-FR" smtClean="0"/>
              <a:t>His proclamation is my destination</a:t>
            </a:r>
          </a:p>
          <a:p>
            <a:r>
              <a:rPr lang="fr-FR" smtClean="0"/>
              <a:t>13-  CE QU’IL DIT, JE DIT ET JE LE VERRAI S’ACCOMPLIR</a:t>
            </a:r>
          </a:p>
          <a:p>
            <a:r>
              <a:rPr lang="fr-FR" smtClean="0"/>
              <a:t>What He says, I'll say and I'll see what He said</a:t>
            </a:r>
          </a:p>
          <a:p>
            <a:endParaRPr lang="fr-FR" smtClean="0"/>
          </a:p>
          <a:p>
            <a:r>
              <a:rPr lang="fr-FR" smtClean="0"/>
              <a:t>14-  LA VICTOIRE, EST À MOI J’AI CET ESPOIR, EN LUI J’AI LA VICTOIRE</a:t>
            </a:r>
          </a:p>
          <a:p>
            <a:r>
              <a:rPr lang="fr-FR" smtClean="0"/>
              <a:t>      Victory I've got it Eternally I've got the victory</a:t>
            </a:r>
          </a:p>
          <a:p>
            <a:r>
              <a:rPr lang="fr-FR" smtClean="0"/>
              <a:t>15-  LA VICTOIRE, EST À MOI</a:t>
            </a:r>
          </a:p>
          <a:p>
            <a:r>
              <a:rPr lang="fr-FR" smtClean="0"/>
              <a:t>      Victory I've got it</a:t>
            </a:r>
          </a:p>
          <a:p>
            <a:r>
              <a:rPr lang="fr-FR" smtClean="0"/>
              <a:t>16-  CE QU’IL DIT, JE DIT ET JE LE VERRAI S’ACCOMPLIR</a:t>
            </a:r>
          </a:p>
          <a:p>
            <a:r>
              <a:rPr lang="fr-FR" smtClean="0"/>
              <a:t>      What he says, I'll say and I'll see what He said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94EB7-4D77-490C-843C-927D6D4478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2559B-077C-4180-A1EE-47E7CBD77A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87997-7040-4FBE-9881-C2C4B0D4F5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59253-FDF4-4284-9268-D03C31EAA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E765E-3B94-457E-8139-8314E41271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03F55-C04D-46D7-B9CC-619ECFAD98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95201-78A5-4211-9F3E-C3203DF16A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44FF4-95C3-416B-9F10-520F2C16D8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DA6A6-19F5-46E7-B04B-89E947AC47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3B5E4-63F7-4D2B-A29B-C1FB14342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CAAB4-AEF8-4BE5-AEF6-5DE5662AEA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90F54D5-8F00-44A8-AD91-DCBCE839AF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CROIS LA PAROLE DE DIEU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BIEN PLUS QUE TOUT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QUE JE PEUX VOIR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NON PAR LA VUE, MAIS PAR LA FOI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C’EST EN TOI QUE JE CROIS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FOND DE MON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CE TÉMOIGNAGE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CETTE ESPÉRANCE D’ÉTERNITÉ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NON PAR LA VUE, MAIS PAR LA FOI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EN TOI QUE JE CROIS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VICTOIRE EST DANS CETTE PROMESSE D’ÉTERNELLE GLOIRE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N’AI PLUS BESOIN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VOIR POUR CROIRE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TOI J’AI LA VICTOIRE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CHRIST, LE TRIOMPHE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CHRIST, NOUS AVONS LA VICTOIRE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 MA VICTOIRE EST ASSURÉE ET ELLE NE DÉPEND PAS DE CE QUE JE PEUX VOIR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 PROCLAMATION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MA DESTINATION</a:t>
            </a: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QU’IL DIT, 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DIT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LE VERRAI S’ACCOMPLIR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VICTOIRE, EST À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CET ESPOIR, EN LUI J’AI LA VICTOIRE</a:t>
            </a: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VICTOIRE, EST À MOI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QU’IL DIT, 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DIT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LE VERRAI S’ACCOMPLIR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4126</Words>
  <Application>Microsoft Office PowerPoint</Application>
  <PresentationFormat>On-screen Show (4:3)</PresentationFormat>
  <Paragraphs>1274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55</cp:revision>
  <dcterms:created xsi:type="dcterms:W3CDTF">2002-08-17T13:12:10Z</dcterms:created>
  <dcterms:modified xsi:type="dcterms:W3CDTF">2015-04-18T15:43:46Z</dcterms:modified>
</cp:coreProperties>
</file>