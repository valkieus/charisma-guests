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39" autoAdjust="0"/>
    <p:restoredTop sz="46252" autoAdjust="0"/>
  </p:normalViewPr>
  <p:slideViewPr>
    <p:cSldViewPr>
      <p:cViewPr>
        <p:scale>
          <a:sx n="46" d="100"/>
          <a:sy n="46" d="100"/>
        </p:scale>
        <p:origin x="-558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8D082B1-9CE5-4A41-9626-AD3F27446E3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21356BF-3A84-415D-9F91-56D055FCFE0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TA PAROLE À JAMAIS  EST ÉTABLIE SUR TERRE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Word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</a:t>
            </a:r>
            <a:r>
              <a:rPr lang="fr-FR" dirty="0" err="1" smtClean="0"/>
              <a:t>settled</a:t>
            </a:r>
            <a:r>
              <a:rPr lang="fr-FR" dirty="0" smtClean="0"/>
              <a:t> on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TON PLAN POUR MOI EST ENTIÈREMENT PARFAIT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plan for 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perfect</a:t>
            </a:r>
            <a:r>
              <a:rPr lang="fr-FR" dirty="0" smtClean="0"/>
              <a:t> and </a:t>
            </a:r>
            <a:r>
              <a:rPr lang="fr-FR" dirty="0" err="1" smtClean="0"/>
              <a:t>complete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PRE-REFRAIN:</a:t>
            </a:r>
          </a:p>
          <a:p>
            <a:pPr>
              <a:defRPr/>
            </a:pPr>
            <a:r>
              <a:rPr lang="fr-FR" dirty="0" smtClean="0"/>
              <a:t>	3-  EN TOI JE PEUX ME CONFIER TU ES MA SÉCURITÉ</a:t>
            </a:r>
          </a:p>
          <a:p>
            <a:pPr>
              <a:defRPr/>
            </a:pPr>
            <a:r>
              <a:rPr lang="fr-FR" dirty="0" smtClean="0"/>
              <a:t>	     I know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trust You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secure</a:t>
            </a:r>
            <a:r>
              <a:rPr lang="fr-FR" dirty="0" smtClean="0"/>
              <a:t> in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dirty="0" smtClean="0"/>
              <a:t>	     I </a:t>
            </a:r>
            <a:r>
              <a:rPr lang="fr-FR" dirty="0" err="1" smtClean="0"/>
              <a:t>never</a:t>
            </a:r>
            <a:r>
              <a:rPr lang="fr-FR" dirty="0" smtClean="0"/>
              <a:t> have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afraid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trust You,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5-  EN TOI SOUVERAIN DIEU FACE À TOUTES MES CIRCONSTANCES</a:t>
            </a:r>
          </a:p>
          <a:p>
            <a:pPr>
              <a:defRPr/>
            </a:pPr>
            <a:r>
              <a:rPr lang="fr-FR" dirty="0" smtClean="0"/>
              <a:t>	    Trust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No </a:t>
            </a:r>
            <a:r>
              <a:rPr lang="fr-FR" dirty="0" err="1" smtClean="0"/>
              <a:t>matter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may</a:t>
            </a:r>
            <a:r>
              <a:rPr lang="fr-FR" dirty="0" smtClean="0"/>
              <a:t> come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  J’AI CONFIANCE EN DIEU EN TOI SOUVERAIN DIEU</a:t>
            </a:r>
          </a:p>
          <a:p>
            <a:pPr>
              <a:defRPr/>
            </a:pPr>
            <a:r>
              <a:rPr lang="fr-FR" dirty="0" smtClean="0"/>
              <a:t>                        I </a:t>
            </a:r>
            <a:r>
              <a:rPr lang="fr-FR" dirty="0" err="1" smtClean="0"/>
              <a:t>can</a:t>
            </a:r>
            <a:r>
              <a:rPr lang="fr-FR" dirty="0" smtClean="0"/>
              <a:t> trust You, </a:t>
            </a:r>
            <a:r>
              <a:rPr lang="fr-FR" dirty="0" err="1" smtClean="0"/>
              <a:t>God</a:t>
            </a:r>
            <a:r>
              <a:rPr lang="fr-FR" dirty="0" smtClean="0"/>
              <a:t> Trust You,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7-  JE SUIS DANS TES VOIES JE SUIS DANS TES MAINS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I’m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world </a:t>
            </a:r>
            <a:r>
              <a:rPr lang="fr-FR" dirty="0" err="1" smtClean="0"/>
              <a:t>I’m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8-  J’AI CONFIANCE EN TON PLAN DIVIN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trust </a:t>
            </a:r>
            <a:r>
              <a:rPr lang="fr-FR" dirty="0" err="1" smtClean="0"/>
              <a:t>Your</a:t>
            </a:r>
            <a:r>
              <a:rPr lang="fr-FR" dirty="0" smtClean="0"/>
              <a:t> plan</a:t>
            </a:r>
          </a:p>
          <a:p>
            <a:pPr>
              <a:defRPr/>
            </a:pPr>
            <a:r>
              <a:rPr lang="fr-FR" dirty="0" smtClean="0"/>
              <a:t>9-  SOUVERAIN DIEU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POUR TOUJOURS À JAMAIS  J’AI CONFIANCE EN TOI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trust You,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TA PAROLE À JAMAIS  EST ÉTABLIE SUR TERRE</a:t>
            </a:r>
          </a:p>
          <a:p>
            <a:pPr>
              <a:defRPr/>
            </a:pPr>
            <a:r>
              <a:rPr lang="fr-FR" smtClean="0"/>
              <a:t>     Your Word is forever settled on the Earth</a:t>
            </a:r>
          </a:p>
          <a:p>
            <a:pPr>
              <a:defRPr/>
            </a:pPr>
            <a:r>
              <a:rPr lang="fr-FR" smtClean="0"/>
              <a:t>2-  TON PLAN POUR MOI EST ENTIÈREMENT PARFAIT</a:t>
            </a:r>
          </a:p>
          <a:p>
            <a:pPr>
              <a:defRPr/>
            </a:pPr>
            <a:r>
              <a:rPr lang="fr-FR" smtClean="0"/>
              <a:t>     Your plan for me is perfect and complete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PRE-REFRAIN:</a:t>
            </a:r>
          </a:p>
          <a:p>
            <a:pPr>
              <a:defRPr/>
            </a:pPr>
            <a:r>
              <a:rPr lang="fr-FR" smtClean="0"/>
              <a:t>	3-  EN TOI JE PEUX ME CONFIER TU ES MA SÉCURITÉ</a:t>
            </a:r>
          </a:p>
          <a:p>
            <a:pPr>
              <a:defRPr/>
            </a:pPr>
            <a:r>
              <a:rPr lang="fr-FR" smtClean="0"/>
              <a:t>	     I know that I can trust You I am secure in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4-  JE N’AURAI PAS PEUR EN TA PRÉSENCE J’AI CONFIANCE EN DIEU</a:t>
            </a:r>
          </a:p>
          <a:p>
            <a:pPr>
              <a:defRPr/>
            </a:pPr>
            <a:r>
              <a:rPr lang="fr-FR" smtClean="0"/>
              <a:t>	     I never have to be afraid I can trust You, God</a:t>
            </a:r>
          </a:p>
          <a:p>
            <a:pPr>
              <a:defRPr/>
            </a:pPr>
            <a:r>
              <a:rPr lang="fr-FR" smtClean="0"/>
              <a:t>	5-  EN TOI SOUVERAIN DIEU FACE À TOUTES MES CIRCONSTANCES</a:t>
            </a:r>
          </a:p>
          <a:p>
            <a:pPr>
              <a:defRPr/>
            </a:pPr>
            <a:r>
              <a:rPr lang="fr-FR" smtClean="0"/>
              <a:t>	    Trust you, Sovereign God No matter what may come my way</a:t>
            </a:r>
          </a:p>
          <a:p>
            <a:pPr>
              <a:defRPr/>
            </a:pPr>
            <a:r>
              <a:rPr lang="fr-FR" smtClean="0"/>
              <a:t>	6-  J’AI CONFIANCE EN DIEU EN TOI SOUVERAIN DIEU</a:t>
            </a:r>
          </a:p>
          <a:p>
            <a:pPr>
              <a:defRPr/>
            </a:pPr>
            <a:r>
              <a:rPr lang="fr-FR" smtClean="0"/>
              <a:t>                        I can trust You, God Trust You, Sovereign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7-  JE SUIS DANS TES VOIES JE SUIS DANS TES MAINS</a:t>
            </a:r>
          </a:p>
          <a:p>
            <a:pPr>
              <a:defRPr/>
            </a:pPr>
            <a:r>
              <a:rPr lang="fr-FR" smtClean="0"/>
              <a:t>     I’m in Your world I’m in Your hand</a:t>
            </a:r>
          </a:p>
          <a:p>
            <a:pPr>
              <a:defRPr/>
            </a:pPr>
            <a:r>
              <a:rPr lang="fr-FR" smtClean="0"/>
              <a:t>8-  J’AI CONFIANCE EN TON PLAN DIVIN</a:t>
            </a:r>
          </a:p>
          <a:p>
            <a:pPr>
              <a:defRPr/>
            </a:pPr>
            <a:r>
              <a:rPr lang="fr-FR" smtClean="0"/>
              <a:t>     I can forever trust Your plan</a:t>
            </a:r>
          </a:p>
          <a:p>
            <a:pPr>
              <a:defRPr/>
            </a:pPr>
            <a:r>
              <a:rPr lang="fr-FR" smtClean="0"/>
              <a:t>9-  SOUVERAIN DIEU</a:t>
            </a:r>
          </a:p>
          <a:p>
            <a:pPr>
              <a:defRPr/>
            </a:pPr>
            <a:r>
              <a:rPr lang="fr-FR" smtClean="0"/>
              <a:t>     Sovereign God</a:t>
            </a:r>
          </a:p>
          <a:p>
            <a:pPr>
              <a:defRPr/>
            </a:pPr>
            <a:r>
              <a:rPr lang="fr-FR" smtClean="0"/>
              <a:t>10-  POUR TOUJOURS À JAMAIS  J’AI CONFIANCE EN TOI</a:t>
            </a:r>
          </a:p>
          <a:p>
            <a:pPr>
              <a:defRPr/>
            </a:pPr>
            <a:r>
              <a:rPr lang="fr-FR" smtClean="0"/>
              <a:t>       Forever and ever I can trust You, God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À JAMAIS  EST ÉTABLIE SUR TERRE</a:t>
            </a:r>
          </a:p>
          <a:p>
            <a:r>
              <a:rPr lang="fr-FR" smtClean="0"/>
              <a:t>     Your Word is forever settled on the Earth</a:t>
            </a:r>
          </a:p>
          <a:p>
            <a:r>
              <a:rPr lang="fr-FR" smtClean="0"/>
              <a:t>2-  TON PLAN POUR MOI EST ENTIÈREMENT PARFAIT</a:t>
            </a:r>
          </a:p>
          <a:p>
            <a:r>
              <a:rPr lang="fr-FR" smtClean="0"/>
              <a:t>     Your plan for me is perfect and complete</a:t>
            </a:r>
          </a:p>
          <a:p>
            <a:endParaRPr lang="fr-FR" smtClean="0"/>
          </a:p>
          <a:p>
            <a:r>
              <a:rPr lang="fr-FR" smtClean="0"/>
              <a:t>	PRE-REFRAIN:</a:t>
            </a:r>
          </a:p>
          <a:p>
            <a:r>
              <a:rPr lang="fr-FR" smtClean="0"/>
              <a:t>	3-  EN TOI JE PEUX ME CONFIER TU ES MA SÉCURITÉ</a:t>
            </a:r>
          </a:p>
          <a:p>
            <a:r>
              <a:rPr lang="fr-FR" smtClean="0"/>
              <a:t>	     I know that I can trust You I am secure in You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JE N’AURAI PAS PEUR EN TA PRÉSENCE J’AI CONFIANCE EN DIEU</a:t>
            </a:r>
          </a:p>
          <a:p>
            <a:r>
              <a:rPr lang="fr-FR" smtClean="0"/>
              <a:t>	     I never have to be afraid I can trust You, God</a:t>
            </a:r>
          </a:p>
          <a:p>
            <a:r>
              <a:rPr lang="fr-FR" smtClean="0"/>
              <a:t>	5-  EN TOI SOUVERAIN DIEU FACE À TOUTES MES CIRCONSTANCES</a:t>
            </a:r>
          </a:p>
          <a:p>
            <a:r>
              <a:rPr lang="fr-FR" smtClean="0"/>
              <a:t>	    Trust you, Sovereign God No matter what may come my way</a:t>
            </a:r>
          </a:p>
          <a:p>
            <a:r>
              <a:rPr lang="fr-FR" smtClean="0"/>
              <a:t>	6-  J’AI CONFIANCE EN DIEU EN TOI SOUVERAIN DIEU</a:t>
            </a:r>
          </a:p>
          <a:p>
            <a:r>
              <a:rPr lang="fr-FR" smtClean="0"/>
              <a:t>                        I can trust You, God Trust You, Sovereign God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7-  JE SUIS DANS TES VOIES JE SUIS DANS TES MAINS</a:t>
            </a:r>
          </a:p>
          <a:p>
            <a:r>
              <a:rPr lang="fr-FR" smtClean="0"/>
              <a:t>     I’m in Your world I’m in Your hand</a:t>
            </a:r>
          </a:p>
          <a:p>
            <a:r>
              <a:rPr lang="fr-FR" smtClean="0"/>
              <a:t>8-  J’AI CONFIANCE EN TON PLAN DIVIN</a:t>
            </a:r>
          </a:p>
          <a:p>
            <a:r>
              <a:rPr lang="fr-FR" smtClean="0"/>
              <a:t>     I can forever trust Your plan</a:t>
            </a:r>
          </a:p>
          <a:p>
            <a:r>
              <a:rPr lang="fr-FR" smtClean="0"/>
              <a:t>9-  SOUVERAIN DIEU</a:t>
            </a:r>
          </a:p>
          <a:p>
            <a:r>
              <a:rPr lang="fr-FR" smtClean="0"/>
              <a:t>     Sovereign God</a:t>
            </a:r>
          </a:p>
          <a:p>
            <a:r>
              <a:rPr lang="fr-FR" smtClean="0"/>
              <a:t>10-  POUR TOUJOURS À JAMAIS  J’AI CONFIANCE EN TOI</a:t>
            </a:r>
          </a:p>
          <a:p>
            <a:r>
              <a:rPr lang="fr-FR" smtClean="0"/>
              <a:t>       Forever and ever I can trust You, God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D114-EA26-48ED-BAFC-A82E324A96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0C13C4-8BF3-473B-A53C-D7E3B33800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C9312-7217-4A64-88F4-8D1118A3EA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92ECE-5386-46F6-9F39-3852AD183B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A57BB-3B80-4336-9FCC-3A61C0827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11986-8357-427F-B5A1-EED72C878F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6AB7D-44B6-4968-B094-320BDC3533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65E02-17A8-4555-9BEF-17F7ACD5B9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6FA58-C3F6-4311-8B8D-6F3FB67753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B303E-6B0A-4D4F-8EEA-3D0F8B7D6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24F1C-6A51-485C-8984-EBDC4B8E15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E0CCA86-B810-4244-985C-F0018C8F00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TA PAROLE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ÉTABLIE SUR TERRE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 PLAN POUR 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ENTIÈREMENT PARFAIT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PEUX ME CONFIER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MA SÉCURITÉ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N’AURAI PAS PEUR EN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CONFIANCE EN DIEU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TOI SOUVERAIN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FACE À TOUTES MES CIRCONSTANCES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CONFIANCE EN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TOI SOUVERAIN DIEU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DANS TES VOIES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DANS TES MAINS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CONFIANCE EN TON PLAN DIVIN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SOUVERAIN DIEU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CONFIANCE EN TOI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780</Words>
  <Application>Microsoft Office PowerPoint</Application>
  <PresentationFormat>On-screen Show (4:3)</PresentationFormat>
  <Paragraphs>538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2015-04-18T15:29:14Z</dcterms:modified>
</cp:coreProperties>
</file>