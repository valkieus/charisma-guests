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 autoAdjust="0"/>
    <p:restoredTop sz="42008" autoAdjust="0"/>
  </p:normalViewPr>
  <p:slideViewPr>
    <p:cSldViewPr>
      <p:cViewPr>
        <p:scale>
          <a:sx n="40" d="100"/>
          <a:sy n="40" d="100"/>
        </p:scale>
        <p:origin x="-90" y="-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ACDD539-A5A5-45CE-AF22-BC001BF308E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C782D91-CD28-419D-886E-EB8ECC0FC5D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ENTRE TES BRAS JE VIENS ENCORE SEIGNEUR</a:t>
            </a:r>
          </a:p>
          <a:p>
            <a:pPr>
              <a:defRPr/>
            </a:pP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drawing</a:t>
            </a:r>
            <a:r>
              <a:rPr lang="fr-FR" dirty="0" smtClean="0"/>
              <a:t> </a:t>
            </a:r>
            <a:r>
              <a:rPr lang="fr-FR" dirty="0" err="1" smtClean="0"/>
              <a:t>near</a:t>
            </a:r>
            <a:r>
              <a:rPr lang="fr-FR" dirty="0" smtClean="0"/>
              <a:t> </a:t>
            </a:r>
            <a:r>
              <a:rPr lang="fr-FR" dirty="0" err="1" smtClean="0"/>
              <a:t>again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ÊTRE AVEC TOI C'EST LE DÉSIR DE MON CŒUR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dwell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heart's</a:t>
            </a:r>
            <a:r>
              <a:rPr lang="fr-FR" dirty="0" smtClean="0"/>
              <a:t> </a:t>
            </a:r>
            <a:r>
              <a:rPr lang="fr-FR" dirty="0" err="1" smtClean="0"/>
              <a:t>desire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ET À GENOUX JE SUIS DEVANT TOI EN PLEURS</a:t>
            </a:r>
          </a:p>
          <a:p>
            <a:pPr>
              <a:defRPr/>
            </a:pPr>
            <a:r>
              <a:rPr lang="fr-FR" dirty="0" smtClean="0"/>
              <a:t>All I </a:t>
            </a:r>
            <a:r>
              <a:rPr lang="fr-FR" dirty="0" err="1" smtClean="0"/>
              <a:t>can</a:t>
            </a:r>
            <a:r>
              <a:rPr lang="fr-FR" dirty="0" smtClean="0"/>
              <a:t> do Is </a:t>
            </a:r>
            <a:r>
              <a:rPr lang="fr-FR" dirty="0" err="1" smtClean="0"/>
              <a:t>fall</a:t>
            </a:r>
            <a:r>
              <a:rPr lang="fr-FR" dirty="0" smtClean="0"/>
              <a:t> on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knees</a:t>
            </a:r>
            <a:r>
              <a:rPr lang="fr-FR" dirty="0" smtClean="0"/>
              <a:t> and </a:t>
            </a:r>
            <a:r>
              <a:rPr lang="fr-FR" dirty="0" err="1" smtClean="0"/>
              <a:t>cry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AVEC TON FEU PURIFIE MON CŒUR</a:t>
            </a:r>
          </a:p>
          <a:p>
            <a:pPr>
              <a:defRPr/>
            </a:pPr>
            <a:r>
              <a:rPr lang="fr-FR" dirty="0" err="1" smtClean="0"/>
              <a:t>Cleanse</a:t>
            </a:r>
            <a:r>
              <a:rPr lang="fr-FR" dirty="0" smtClean="0"/>
              <a:t> me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fire</a:t>
            </a:r>
            <a:r>
              <a:rPr lang="fr-FR" dirty="0" smtClean="0"/>
              <a:t> And </a:t>
            </a:r>
            <a:r>
              <a:rPr lang="fr-FR" dirty="0" err="1" smtClean="0"/>
              <a:t>purify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SAISI MOI CONDUITS MOI PLUS PRÈS</a:t>
            </a:r>
          </a:p>
          <a:p>
            <a:pPr>
              <a:defRPr/>
            </a:pPr>
            <a:r>
              <a:rPr lang="fr-FR" dirty="0" err="1" smtClean="0"/>
              <a:t>Draw</a:t>
            </a:r>
            <a:r>
              <a:rPr lang="fr-FR" dirty="0" smtClean="0"/>
              <a:t> me close </a:t>
            </a:r>
            <a:r>
              <a:rPr lang="fr-FR" dirty="0" err="1" smtClean="0"/>
              <a:t>Closer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before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OÙ JE N'AI JAMAIS ÉTÉ</a:t>
            </a:r>
          </a:p>
          <a:p>
            <a:pPr>
              <a:defRPr/>
            </a:pPr>
            <a:r>
              <a:rPr lang="fr-FR" dirty="0" err="1" smtClean="0"/>
              <a:t>Closer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ever</a:t>
            </a:r>
            <a:r>
              <a:rPr lang="fr-FR" dirty="0" smtClean="0"/>
              <a:t> been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7-  PRENDS MOI DANS TES BRAS, OH DIEU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Wrap</a:t>
            </a:r>
            <a:r>
              <a:rPr lang="fr-FR" dirty="0" smtClean="0"/>
              <a:t> me in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r>
              <a:rPr lang="fr-FR" dirty="0" smtClean="0"/>
              <a:t>, oh </a:t>
            </a:r>
            <a:r>
              <a:rPr lang="fr-FR" dirty="0" err="1" smtClean="0"/>
              <a:t>God</a:t>
            </a:r>
            <a:r>
              <a:rPr lang="fr-FR" dirty="0" smtClean="0"/>
              <a:t>.		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8-  CONDUIS MOI S'IL TE PLAIT JUSQU'À CE LIEU SECRET</a:t>
            </a:r>
          </a:p>
          <a:p>
            <a:pPr>
              <a:defRPr/>
            </a:pPr>
            <a:r>
              <a:rPr lang="fr-FR" dirty="0" smtClean="0"/>
              <a:t>So </a:t>
            </a:r>
            <a:r>
              <a:rPr lang="fr-FR" dirty="0" err="1" smtClean="0"/>
              <a:t>take</a:t>
            </a:r>
            <a:r>
              <a:rPr lang="fr-FR" dirty="0" smtClean="0"/>
              <a:t> me to </a:t>
            </a:r>
            <a:r>
              <a:rPr lang="fr-FR" dirty="0" err="1" smtClean="0"/>
              <a:t>that</a:t>
            </a:r>
            <a:r>
              <a:rPr lang="fr-FR" dirty="0" smtClean="0"/>
              <a:t> place Lord, To </a:t>
            </a:r>
            <a:r>
              <a:rPr lang="fr-FR" dirty="0" err="1" smtClean="0"/>
              <a:t>that</a:t>
            </a:r>
            <a:r>
              <a:rPr lang="fr-FR" dirty="0" smtClean="0"/>
              <a:t> secret place </a:t>
            </a:r>
            <a:r>
              <a:rPr lang="fr-FR" dirty="0" err="1" smtClean="0"/>
              <a:t>where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JE SERAI AVEC TOI ET TU ME RENDRAS COMME TOI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You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make</a:t>
            </a:r>
            <a:r>
              <a:rPr lang="fr-FR" dirty="0" smtClean="0"/>
              <a:t> me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PRENDS MOI DANS TES BRAS PRENDS MOI DANS TES BRAS</a:t>
            </a:r>
          </a:p>
          <a:p>
            <a:pPr>
              <a:defRPr/>
            </a:pPr>
            <a:r>
              <a:rPr lang="fr-FR" dirty="0" err="1" smtClean="0"/>
              <a:t>Wrap</a:t>
            </a:r>
            <a:r>
              <a:rPr lang="fr-FR" dirty="0" smtClean="0"/>
              <a:t> me in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r>
              <a:rPr lang="fr-FR" dirty="0" smtClean="0"/>
              <a:t> </a:t>
            </a:r>
            <a:r>
              <a:rPr lang="fr-FR" dirty="0" err="1" smtClean="0"/>
              <a:t>Wrap</a:t>
            </a:r>
            <a:r>
              <a:rPr lang="fr-FR" dirty="0" smtClean="0"/>
              <a:t> me in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ENTRE TES BRAS JE VIENS ENCORE SEIGNEUR</a:t>
            </a:r>
          </a:p>
          <a:p>
            <a:r>
              <a:rPr lang="fr-FR" smtClean="0"/>
              <a:t>Into your arms I'm drawing near again</a:t>
            </a:r>
          </a:p>
          <a:p>
            <a:endParaRPr lang="fr-FR" smtClean="0"/>
          </a:p>
          <a:p>
            <a:r>
              <a:rPr lang="fr-FR" smtClean="0"/>
              <a:t>2-  ÊTRE AVEC TOI C'EST LE DÉSIR DE MON CŒUR</a:t>
            </a:r>
          </a:p>
          <a:p>
            <a:r>
              <a:rPr lang="fr-FR" smtClean="0"/>
              <a:t>To dwell with you It's my only heart's desire</a:t>
            </a:r>
          </a:p>
          <a:p>
            <a:endParaRPr lang="fr-FR" smtClean="0"/>
          </a:p>
          <a:p>
            <a:r>
              <a:rPr lang="fr-FR" smtClean="0"/>
              <a:t>3-  ET À GENOUX JE SUIS DEVANT TOI EN PLEURS</a:t>
            </a:r>
          </a:p>
          <a:p>
            <a:r>
              <a:rPr lang="fr-FR" smtClean="0"/>
              <a:t>All I can do Is fall on my knees and cry</a:t>
            </a:r>
          </a:p>
          <a:p>
            <a:endParaRPr lang="fr-FR" smtClean="0"/>
          </a:p>
          <a:p>
            <a:r>
              <a:rPr lang="fr-FR" smtClean="0"/>
              <a:t>4-  AVEC TON FEU PURIFIE MON CŒUR</a:t>
            </a:r>
          </a:p>
          <a:p>
            <a:r>
              <a:rPr lang="fr-FR" smtClean="0"/>
              <a:t>Cleanse me with fire And purify my heart</a:t>
            </a:r>
          </a:p>
          <a:p>
            <a:endParaRPr lang="fr-FR" smtClean="0"/>
          </a:p>
          <a:p>
            <a:r>
              <a:rPr lang="fr-FR" smtClean="0"/>
              <a:t>5-  SAISI MOI CONDUITS MOI PLUS PRÈS</a:t>
            </a:r>
          </a:p>
          <a:p>
            <a:r>
              <a:rPr lang="fr-FR" smtClean="0"/>
              <a:t>Draw me close Closer than before</a:t>
            </a:r>
          </a:p>
          <a:p>
            <a:endParaRPr lang="fr-FR" smtClean="0"/>
          </a:p>
          <a:p>
            <a:r>
              <a:rPr lang="fr-FR" smtClean="0"/>
              <a:t>6-  OÙ JE N'AI JAMAIS ÉTÉ</a:t>
            </a:r>
          </a:p>
          <a:p>
            <a:r>
              <a:rPr lang="fr-FR" smtClean="0"/>
              <a:t>Closer than I've ever been</a:t>
            </a:r>
          </a:p>
          <a:p>
            <a:endParaRPr lang="fr-FR" smtClean="0"/>
          </a:p>
          <a:p>
            <a:r>
              <a:rPr lang="fr-FR" smtClean="0"/>
              <a:t>	7-  PRENDS MOI DANS TES BRAS, OH DIEU</a:t>
            </a:r>
          </a:p>
          <a:p>
            <a:r>
              <a:rPr lang="fr-FR" smtClean="0"/>
              <a:t>	Wrap me in your arms, oh God.		x2</a:t>
            </a:r>
          </a:p>
          <a:p>
            <a:endParaRPr lang="fr-FR" smtClean="0"/>
          </a:p>
          <a:p>
            <a:r>
              <a:rPr lang="fr-FR" smtClean="0"/>
              <a:t>8-  CONDUIS MOI S'IL TE PLAIT JUSQU'À CE LIEU SECRET</a:t>
            </a:r>
          </a:p>
          <a:p>
            <a:r>
              <a:rPr lang="fr-FR" smtClean="0"/>
              <a:t>So take me to that place Lord, To that secret place where</a:t>
            </a:r>
          </a:p>
          <a:p>
            <a:endParaRPr lang="fr-FR" smtClean="0"/>
          </a:p>
          <a:p>
            <a:r>
              <a:rPr lang="fr-FR" smtClean="0"/>
              <a:t>9-  JE SERAI AVEC TOI ET TU ME RENDRAS COMME TOI</a:t>
            </a:r>
          </a:p>
          <a:p>
            <a:r>
              <a:rPr lang="fr-FR" smtClean="0"/>
              <a:t>I can be with you You can make me like you</a:t>
            </a:r>
          </a:p>
          <a:p>
            <a:endParaRPr lang="fr-FR" smtClean="0"/>
          </a:p>
          <a:p>
            <a:r>
              <a:rPr lang="fr-FR" smtClean="0"/>
              <a:t>10-  PRENDS MOI DANS TES BRAS PRENDS MOI DANS TES BRAS</a:t>
            </a:r>
          </a:p>
          <a:p>
            <a:r>
              <a:rPr lang="fr-FR" smtClean="0"/>
              <a:t>Wrap me in your arms Wrap me in your arms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ENTRE TES BRAS JE VIENS ENCORE SEIGNEUR</a:t>
            </a:r>
          </a:p>
          <a:p>
            <a:pPr>
              <a:defRPr/>
            </a:pPr>
            <a:r>
              <a:rPr lang="fr-FR" smtClean="0"/>
              <a:t>Into your arms I'm drawing near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ÊTRE AVEC TOI C'EST LE DÉSIR DE MON CŒUR</a:t>
            </a:r>
          </a:p>
          <a:p>
            <a:pPr>
              <a:defRPr/>
            </a:pPr>
            <a:r>
              <a:rPr lang="fr-FR" smtClean="0"/>
              <a:t>To dwell with you It's my only heart's desire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À GENOUX JE SUIS DEVANT TOI EN PLEURS</a:t>
            </a:r>
          </a:p>
          <a:p>
            <a:pPr>
              <a:defRPr/>
            </a:pPr>
            <a:r>
              <a:rPr lang="fr-FR" smtClean="0"/>
              <a:t>All I can do Is fall on my knees and cry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AVEC TON FEU PURIFIE MON CŒUR</a:t>
            </a:r>
          </a:p>
          <a:p>
            <a:pPr>
              <a:defRPr/>
            </a:pPr>
            <a:r>
              <a:rPr lang="fr-FR" smtClean="0"/>
              <a:t>Cleanse me with fire And purify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SAISI MOI CONDUITS MOI PLUS PRÈS</a:t>
            </a:r>
          </a:p>
          <a:p>
            <a:pPr>
              <a:defRPr/>
            </a:pPr>
            <a:r>
              <a:rPr lang="fr-FR" smtClean="0"/>
              <a:t>Draw me close Closer than before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OÙ JE N'AI JAMAIS ÉTÉ</a:t>
            </a:r>
          </a:p>
          <a:p>
            <a:pPr>
              <a:defRPr/>
            </a:pPr>
            <a:r>
              <a:rPr lang="fr-FR" smtClean="0"/>
              <a:t>Closer than I've ever been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PRENDS MOI DANS TES BRAS, OH DIEU</a:t>
            </a:r>
          </a:p>
          <a:p>
            <a:pPr>
              <a:defRPr/>
            </a:pPr>
            <a:r>
              <a:rPr lang="fr-FR" smtClean="0"/>
              <a:t>	Wrap me in your arms, oh God.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CONDUIS MOI S'IL TE PLAIT JUSQU'À CE LIEU SECRET</a:t>
            </a:r>
          </a:p>
          <a:p>
            <a:pPr>
              <a:defRPr/>
            </a:pPr>
            <a:r>
              <a:rPr lang="fr-FR" smtClean="0"/>
              <a:t>So take me to that place Lord, To that secret place where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SERAI AVEC TOI ET TU ME RENDRAS COMME TOI</a:t>
            </a:r>
          </a:p>
          <a:p>
            <a:pPr>
              <a:defRPr/>
            </a:pPr>
            <a:r>
              <a:rPr lang="fr-FR" smtClean="0"/>
              <a:t>I can be with you You can make me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PRENDS MOI DANS TES BRAS PRENDS MOI DANS TES BRAS</a:t>
            </a:r>
          </a:p>
          <a:p>
            <a:pPr>
              <a:defRPr/>
            </a:pPr>
            <a:r>
              <a:rPr lang="fr-FR" smtClean="0"/>
              <a:t>Wrap me in your arms Wrap me in your arms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ENTRE TES BRAS JE VIENS ENCORE SEIGNEUR</a:t>
            </a:r>
          </a:p>
          <a:p>
            <a:r>
              <a:rPr lang="fr-FR" smtClean="0"/>
              <a:t>Into your arms I'm drawing near again</a:t>
            </a:r>
          </a:p>
          <a:p>
            <a:endParaRPr lang="fr-FR" smtClean="0"/>
          </a:p>
          <a:p>
            <a:r>
              <a:rPr lang="fr-FR" smtClean="0"/>
              <a:t>2-  ÊTRE AVEC TOI C'EST LE DÉSIR DE MON CŒUR</a:t>
            </a:r>
          </a:p>
          <a:p>
            <a:r>
              <a:rPr lang="fr-FR" smtClean="0"/>
              <a:t>To dwell with you It's my only heart's desire</a:t>
            </a:r>
          </a:p>
          <a:p>
            <a:endParaRPr lang="fr-FR" smtClean="0"/>
          </a:p>
          <a:p>
            <a:r>
              <a:rPr lang="fr-FR" smtClean="0"/>
              <a:t>3-  ET À GENOUX JE SUIS DEVANT TOI EN PLEURS</a:t>
            </a:r>
          </a:p>
          <a:p>
            <a:r>
              <a:rPr lang="fr-FR" smtClean="0"/>
              <a:t>All I can do Is fall on my knees and cry</a:t>
            </a:r>
          </a:p>
          <a:p>
            <a:endParaRPr lang="fr-FR" smtClean="0"/>
          </a:p>
          <a:p>
            <a:r>
              <a:rPr lang="fr-FR" smtClean="0"/>
              <a:t>4-  AVEC TON FEU PURIFIE MON CŒUR</a:t>
            </a:r>
          </a:p>
          <a:p>
            <a:r>
              <a:rPr lang="fr-FR" smtClean="0"/>
              <a:t>Cleanse me with fire And purify my heart</a:t>
            </a:r>
          </a:p>
          <a:p>
            <a:endParaRPr lang="fr-FR" smtClean="0"/>
          </a:p>
          <a:p>
            <a:r>
              <a:rPr lang="fr-FR" smtClean="0"/>
              <a:t>5-  SAISI MOI CONDUITS MOI PLUS PRÈS</a:t>
            </a:r>
          </a:p>
          <a:p>
            <a:r>
              <a:rPr lang="fr-FR" smtClean="0"/>
              <a:t>Draw me close Closer than before</a:t>
            </a:r>
          </a:p>
          <a:p>
            <a:endParaRPr lang="fr-FR" smtClean="0"/>
          </a:p>
          <a:p>
            <a:r>
              <a:rPr lang="fr-FR" smtClean="0"/>
              <a:t>6-  OÙ JE N'AI JAMAIS ÉTÉ</a:t>
            </a:r>
          </a:p>
          <a:p>
            <a:r>
              <a:rPr lang="fr-FR" smtClean="0"/>
              <a:t>Closer than I've ever been</a:t>
            </a:r>
          </a:p>
          <a:p>
            <a:endParaRPr lang="fr-FR" smtClean="0"/>
          </a:p>
          <a:p>
            <a:r>
              <a:rPr lang="fr-FR" smtClean="0"/>
              <a:t>	7-  PRENDS MOI DANS TES BRAS, OH DIEU</a:t>
            </a:r>
          </a:p>
          <a:p>
            <a:r>
              <a:rPr lang="fr-FR" smtClean="0"/>
              <a:t>	Wrap me in your arms, oh God.		x2</a:t>
            </a:r>
          </a:p>
          <a:p>
            <a:endParaRPr lang="fr-FR" smtClean="0"/>
          </a:p>
          <a:p>
            <a:r>
              <a:rPr lang="fr-FR" smtClean="0"/>
              <a:t>8-  CONDUIS MOI S'IL TE PLAIT JUSQU'À CE LIEU SECRET</a:t>
            </a:r>
          </a:p>
          <a:p>
            <a:r>
              <a:rPr lang="fr-FR" smtClean="0"/>
              <a:t>So take me to that place Lord, To that secret place where</a:t>
            </a:r>
          </a:p>
          <a:p>
            <a:endParaRPr lang="fr-FR" smtClean="0"/>
          </a:p>
          <a:p>
            <a:r>
              <a:rPr lang="fr-FR" smtClean="0"/>
              <a:t>9-  JE SERAI AVEC TOI ET TU ME RENDRAS COMME TOI</a:t>
            </a:r>
          </a:p>
          <a:p>
            <a:r>
              <a:rPr lang="fr-FR" smtClean="0"/>
              <a:t>I can be with you You can make me like you</a:t>
            </a:r>
          </a:p>
          <a:p>
            <a:endParaRPr lang="fr-FR" smtClean="0"/>
          </a:p>
          <a:p>
            <a:r>
              <a:rPr lang="fr-FR" smtClean="0"/>
              <a:t>10-  PRENDS MOI DANS TES BRAS PRENDS MOI DANS TES BRAS</a:t>
            </a:r>
          </a:p>
          <a:p>
            <a:r>
              <a:rPr lang="fr-FR" smtClean="0"/>
              <a:t>Wrap me in your arms Wrap me in your arms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ENTRE TES BRAS JE VIENS ENCORE SEIGNEUR</a:t>
            </a:r>
          </a:p>
          <a:p>
            <a:pPr>
              <a:defRPr/>
            </a:pPr>
            <a:r>
              <a:rPr lang="fr-FR" smtClean="0"/>
              <a:t>Into your arms I'm drawing near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ÊTRE AVEC TOI C'EST LE DÉSIR DE MON CŒUR</a:t>
            </a:r>
          </a:p>
          <a:p>
            <a:pPr>
              <a:defRPr/>
            </a:pPr>
            <a:r>
              <a:rPr lang="fr-FR" smtClean="0"/>
              <a:t>To dwell with you It's my only heart's desire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À GENOUX JE SUIS DEVANT TOI EN PLEURS</a:t>
            </a:r>
          </a:p>
          <a:p>
            <a:pPr>
              <a:defRPr/>
            </a:pPr>
            <a:r>
              <a:rPr lang="fr-FR" smtClean="0"/>
              <a:t>All I can do Is fall on my knees and cry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AVEC TON FEU PURIFIE MON CŒUR</a:t>
            </a:r>
          </a:p>
          <a:p>
            <a:pPr>
              <a:defRPr/>
            </a:pPr>
            <a:r>
              <a:rPr lang="fr-FR" smtClean="0"/>
              <a:t>Cleanse me with fire And purify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SAISI MOI CONDUITS MOI PLUS PRÈS</a:t>
            </a:r>
          </a:p>
          <a:p>
            <a:pPr>
              <a:defRPr/>
            </a:pPr>
            <a:r>
              <a:rPr lang="fr-FR" smtClean="0"/>
              <a:t>Draw me close Closer than before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OÙ JE N'AI JAMAIS ÉTÉ</a:t>
            </a:r>
          </a:p>
          <a:p>
            <a:pPr>
              <a:defRPr/>
            </a:pPr>
            <a:r>
              <a:rPr lang="fr-FR" smtClean="0"/>
              <a:t>Closer than I've ever been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PRENDS MOI DANS TES BRAS, OH DIEU</a:t>
            </a:r>
          </a:p>
          <a:p>
            <a:pPr>
              <a:defRPr/>
            </a:pPr>
            <a:r>
              <a:rPr lang="fr-FR" smtClean="0"/>
              <a:t>	Wrap me in your arms, oh God.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CONDUIS MOI S'IL TE PLAIT JUSQU'À CE LIEU SECRET</a:t>
            </a:r>
          </a:p>
          <a:p>
            <a:pPr>
              <a:defRPr/>
            </a:pPr>
            <a:r>
              <a:rPr lang="fr-FR" smtClean="0"/>
              <a:t>So take me to that place Lord, To that secret place where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SERAI AVEC TOI ET TU ME RENDRAS COMME TOI</a:t>
            </a:r>
          </a:p>
          <a:p>
            <a:pPr>
              <a:defRPr/>
            </a:pPr>
            <a:r>
              <a:rPr lang="fr-FR" smtClean="0"/>
              <a:t>I can be with you You can make me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PRENDS MOI DANS TES BRAS PRENDS MOI DANS TES BRAS</a:t>
            </a:r>
          </a:p>
          <a:p>
            <a:pPr>
              <a:defRPr/>
            </a:pPr>
            <a:r>
              <a:rPr lang="fr-FR" smtClean="0"/>
              <a:t>Wrap me in your arms Wrap me in your arms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ENTRE TES BRAS JE VIENS ENCORE SEIGNEUR</a:t>
            </a:r>
          </a:p>
          <a:p>
            <a:r>
              <a:rPr lang="fr-FR" smtClean="0"/>
              <a:t>Into your arms I'm drawing near again</a:t>
            </a:r>
          </a:p>
          <a:p>
            <a:endParaRPr lang="fr-FR" smtClean="0"/>
          </a:p>
          <a:p>
            <a:r>
              <a:rPr lang="fr-FR" smtClean="0"/>
              <a:t>2-  ÊTRE AVEC TOI C'EST LE DÉSIR DE MON CŒUR</a:t>
            </a:r>
          </a:p>
          <a:p>
            <a:r>
              <a:rPr lang="fr-FR" smtClean="0"/>
              <a:t>To dwell with you It's my only heart's desire</a:t>
            </a:r>
          </a:p>
          <a:p>
            <a:endParaRPr lang="fr-FR" smtClean="0"/>
          </a:p>
          <a:p>
            <a:r>
              <a:rPr lang="fr-FR" smtClean="0"/>
              <a:t>3-  ET À GENOUX JE SUIS DEVANT TOI EN PLEURS</a:t>
            </a:r>
          </a:p>
          <a:p>
            <a:r>
              <a:rPr lang="fr-FR" smtClean="0"/>
              <a:t>All I can do Is fall on my knees and cry</a:t>
            </a:r>
          </a:p>
          <a:p>
            <a:endParaRPr lang="fr-FR" smtClean="0"/>
          </a:p>
          <a:p>
            <a:r>
              <a:rPr lang="fr-FR" smtClean="0"/>
              <a:t>4-  AVEC TON FEU PURIFIE MON CŒUR</a:t>
            </a:r>
          </a:p>
          <a:p>
            <a:r>
              <a:rPr lang="fr-FR" smtClean="0"/>
              <a:t>Cleanse me with fire And purify my heart</a:t>
            </a:r>
          </a:p>
          <a:p>
            <a:endParaRPr lang="fr-FR" smtClean="0"/>
          </a:p>
          <a:p>
            <a:r>
              <a:rPr lang="fr-FR" smtClean="0"/>
              <a:t>5-  SAISI MOI CONDUITS MOI PLUS PRÈS</a:t>
            </a:r>
          </a:p>
          <a:p>
            <a:r>
              <a:rPr lang="fr-FR" smtClean="0"/>
              <a:t>Draw me close Closer than before</a:t>
            </a:r>
          </a:p>
          <a:p>
            <a:endParaRPr lang="fr-FR" smtClean="0"/>
          </a:p>
          <a:p>
            <a:r>
              <a:rPr lang="fr-FR" smtClean="0"/>
              <a:t>6-  OÙ JE N'AI JAMAIS ÉTÉ</a:t>
            </a:r>
          </a:p>
          <a:p>
            <a:r>
              <a:rPr lang="fr-FR" smtClean="0"/>
              <a:t>Closer than I've ever been</a:t>
            </a:r>
          </a:p>
          <a:p>
            <a:endParaRPr lang="fr-FR" smtClean="0"/>
          </a:p>
          <a:p>
            <a:r>
              <a:rPr lang="fr-FR" smtClean="0"/>
              <a:t>	7-  PRENDS MOI DANS TES BRAS, OH DIEU</a:t>
            </a:r>
          </a:p>
          <a:p>
            <a:r>
              <a:rPr lang="fr-FR" smtClean="0"/>
              <a:t>	Wrap me in your arms, oh God.		x2</a:t>
            </a:r>
          </a:p>
          <a:p>
            <a:endParaRPr lang="fr-FR" smtClean="0"/>
          </a:p>
          <a:p>
            <a:r>
              <a:rPr lang="fr-FR" smtClean="0"/>
              <a:t>8-  CONDUIS MOI S'IL TE PLAIT JUSQU'À CE LIEU SECRET</a:t>
            </a:r>
          </a:p>
          <a:p>
            <a:r>
              <a:rPr lang="fr-FR" smtClean="0"/>
              <a:t>So take me to that place Lord, To that secret place where</a:t>
            </a:r>
          </a:p>
          <a:p>
            <a:endParaRPr lang="fr-FR" smtClean="0"/>
          </a:p>
          <a:p>
            <a:r>
              <a:rPr lang="fr-FR" smtClean="0"/>
              <a:t>9-  JE SERAI AVEC TOI ET TU ME RENDRAS COMME TOI</a:t>
            </a:r>
          </a:p>
          <a:p>
            <a:r>
              <a:rPr lang="fr-FR" smtClean="0"/>
              <a:t>I can be with you You can make me like you</a:t>
            </a:r>
          </a:p>
          <a:p>
            <a:endParaRPr lang="fr-FR" smtClean="0"/>
          </a:p>
          <a:p>
            <a:r>
              <a:rPr lang="fr-FR" smtClean="0"/>
              <a:t>10-  PRENDS MOI DANS TES BRAS PRENDS MOI DANS TES BRAS</a:t>
            </a:r>
          </a:p>
          <a:p>
            <a:r>
              <a:rPr lang="fr-FR" smtClean="0"/>
              <a:t>Wrap me in your arms Wrap me in your arms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ENTRE TES BRAS JE VIENS ENCORE SEIGNEUR</a:t>
            </a:r>
          </a:p>
          <a:p>
            <a:pPr>
              <a:defRPr/>
            </a:pPr>
            <a:r>
              <a:rPr lang="fr-FR" smtClean="0"/>
              <a:t>Into your arms I'm drawing near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ÊTRE AVEC TOI C'EST LE DÉSIR DE MON CŒUR</a:t>
            </a:r>
          </a:p>
          <a:p>
            <a:pPr>
              <a:defRPr/>
            </a:pPr>
            <a:r>
              <a:rPr lang="fr-FR" smtClean="0"/>
              <a:t>To dwell with you It's my only heart's desire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À GENOUX JE SUIS DEVANT TOI EN PLEURS</a:t>
            </a:r>
          </a:p>
          <a:p>
            <a:pPr>
              <a:defRPr/>
            </a:pPr>
            <a:r>
              <a:rPr lang="fr-FR" smtClean="0"/>
              <a:t>All I can do Is fall on my knees and cry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AVEC TON FEU PURIFIE MON CŒUR</a:t>
            </a:r>
          </a:p>
          <a:p>
            <a:pPr>
              <a:defRPr/>
            </a:pPr>
            <a:r>
              <a:rPr lang="fr-FR" smtClean="0"/>
              <a:t>Cleanse me with fire And purify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SAISI MOI CONDUITS MOI PLUS PRÈS</a:t>
            </a:r>
          </a:p>
          <a:p>
            <a:pPr>
              <a:defRPr/>
            </a:pPr>
            <a:r>
              <a:rPr lang="fr-FR" smtClean="0"/>
              <a:t>Draw me close Closer than before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OÙ JE N'AI JAMAIS ÉTÉ</a:t>
            </a:r>
          </a:p>
          <a:p>
            <a:pPr>
              <a:defRPr/>
            </a:pPr>
            <a:r>
              <a:rPr lang="fr-FR" smtClean="0"/>
              <a:t>Closer than I've ever been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PRENDS MOI DANS TES BRAS, OH DIEU</a:t>
            </a:r>
          </a:p>
          <a:p>
            <a:pPr>
              <a:defRPr/>
            </a:pPr>
            <a:r>
              <a:rPr lang="fr-FR" smtClean="0"/>
              <a:t>	Wrap me in your arms, oh God.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CONDUIS MOI S'IL TE PLAIT JUSQU'À CE LIEU SECRET</a:t>
            </a:r>
          </a:p>
          <a:p>
            <a:pPr>
              <a:defRPr/>
            </a:pPr>
            <a:r>
              <a:rPr lang="fr-FR" smtClean="0"/>
              <a:t>So take me to that place Lord, To that secret place where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SERAI AVEC TOI ET TU ME RENDRAS COMME TOI</a:t>
            </a:r>
          </a:p>
          <a:p>
            <a:pPr>
              <a:defRPr/>
            </a:pPr>
            <a:r>
              <a:rPr lang="fr-FR" smtClean="0"/>
              <a:t>I can be with you You can make me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PRENDS MOI DANS TES BRAS PRENDS MOI DANS TES BRAS</a:t>
            </a:r>
          </a:p>
          <a:p>
            <a:pPr>
              <a:defRPr/>
            </a:pPr>
            <a:r>
              <a:rPr lang="fr-FR" smtClean="0"/>
              <a:t>Wrap me in your arms Wrap me in your arms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ENTRE TES BRAS JE VIENS ENCORE SEIGNEUR</a:t>
            </a:r>
          </a:p>
          <a:p>
            <a:r>
              <a:rPr lang="fr-FR" smtClean="0"/>
              <a:t>Into your arms I'm drawing near again</a:t>
            </a:r>
          </a:p>
          <a:p>
            <a:endParaRPr lang="fr-FR" smtClean="0"/>
          </a:p>
          <a:p>
            <a:r>
              <a:rPr lang="fr-FR" smtClean="0"/>
              <a:t>2-  ÊTRE AVEC TOI C'EST LE DÉSIR DE MON CŒUR</a:t>
            </a:r>
          </a:p>
          <a:p>
            <a:r>
              <a:rPr lang="fr-FR" smtClean="0"/>
              <a:t>To dwell with you It's my only heart's desire</a:t>
            </a:r>
          </a:p>
          <a:p>
            <a:endParaRPr lang="fr-FR" smtClean="0"/>
          </a:p>
          <a:p>
            <a:r>
              <a:rPr lang="fr-FR" smtClean="0"/>
              <a:t>3-  ET À GENOUX JE SUIS DEVANT TOI EN PLEURS</a:t>
            </a:r>
          </a:p>
          <a:p>
            <a:r>
              <a:rPr lang="fr-FR" smtClean="0"/>
              <a:t>All I can do Is fall on my knees and cry</a:t>
            </a:r>
          </a:p>
          <a:p>
            <a:endParaRPr lang="fr-FR" smtClean="0"/>
          </a:p>
          <a:p>
            <a:r>
              <a:rPr lang="fr-FR" smtClean="0"/>
              <a:t>4-  AVEC TON FEU PURIFIE MON CŒUR</a:t>
            </a:r>
          </a:p>
          <a:p>
            <a:r>
              <a:rPr lang="fr-FR" smtClean="0"/>
              <a:t>Cleanse me with fire And purify my heart</a:t>
            </a:r>
          </a:p>
          <a:p>
            <a:endParaRPr lang="fr-FR" smtClean="0"/>
          </a:p>
          <a:p>
            <a:r>
              <a:rPr lang="fr-FR" smtClean="0"/>
              <a:t>5-  SAISI MOI CONDUITS MOI PLUS PRÈS</a:t>
            </a:r>
          </a:p>
          <a:p>
            <a:r>
              <a:rPr lang="fr-FR" smtClean="0"/>
              <a:t>Draw me close Closer than before</a:t>
            </a:r>
          </a:p>
          <a:p>
            <a:endParaRPr lang="fr-FR" smtClean="0"/>
          </a:p>
          <a:p>
            <a:r>
              <a:rPr lang="fr-FR" smtClean="0"/>
              <a:t>6-  OÙ JE N'AI JAMAIS ÉTÉ</a:t>
            </a:r>
          </a:p>
          <a:p>
            <a:r>
              <a:rPr lang="fr-FR" smtClean="0"/>
              <a:t>Closer than I've ever been</a:t>
            </a:r>
          </a:p>
          <a:p>
            <a:endParaRPr lang="fr-FR" smtClean="0"/>
          </a:p>
          <a:p>
            <a:r>
              <a:rPr lang="fr-FR" smtClean="0"/>
              <a:t>	7-  PRENDS MOI DANS TES BRAS, OH DIEU</a:t>
            </a:r>
          </a:p>
          <a:p>
            <a:r>
              <a:rPr lang="fr-FR" smtClean="0"/>
              <a:t>	Wrap me in your arms, oh God.		x2</a:t>
            </a:r>
          </a:p>
          <a:p>
            <a:endParaRPr lang="fr-FR" smtClean="0"/>
          </a:p>
          <a:p>
            <a:r>
              <a:rPr lang="fr-FR" smtClean="0"/>
              <a:t>8-  CONDUIS MOI S'IL TE PLAIT JUSQU'À CE LIEU SECRET</a:t>
            </a:r>
          </a:p>
          <a:p>
            <a:r>
              <a:rPr lang="fr-FR" smtClean="0"/>
              <a:t>So take me to that place Lord, To that secret place where</a:t>
            </a:r>
          </a:p>
          <a:p>
            <a:endParaRPr lang="fr-FR" smtClean="0"/>
          </a:p>
          <a:p>
            <a:r>
              <a:rPr lang="fr-FR" smtClean="0"/>
              <a:t>9-  JE SERAI AVEC TOI ET TU ME RENDRAS COMME TOI</a:t>
            </a:r>
          </a:p>
          <a:p>
            <a:r>
              <a:rPr lang="fr-FR" smtClean="0"/>
              <a:t>I can be with you You can make me like you</a:t>
            </a:r>
          </a:p>
          <a:p>
            <a:endParaRPr lang="fr-FR" smtClean="0"/>
          </a:p>
          <a:p>
            <a:r>
              <a:rPr lang="fr-FR" smtClean="0"/>
              <a:t>10-  PRENDS MOI DANS TES BRAS PRENDS MOI DANS TES BRAS</a:t>
            </a:r>
          </a:p>
          <a:p>
            <a:r>
              <a:rPr lang="fr-FR" smtClean="0"/>
              <a:t>Wrap me in your arms Wrap me in your arms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ENTRE TES BRAS JE VIENS ENCORE SEIGNEUR</a:t>
            </a:r>
          </a:p>
          <a:p>
            <a:pPr>
              <a:defRPr/>
            </a:pPr>
            <a:r>
              <a:rPr lang="fr-FR" smtClean="0"/>
              <a:t>Into your arms I'm drawing near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ÊTRE AVEC TOI C'EST LE DÉSIR DE MON CŒUR</a:t>
            </a:r>
          </a:p>
          <a:p>
            <a:pPr>
              <a:defRPr/>
            </a:pPr>
            <a:r>
              <a:rPr lang="fr-FR" smtClean="0"/>
              <a:t>To dwell with you It's my only heart's desire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À GENOUX JE SUIS DEVANT TOI EN PLEURS</a:t>
            </a:r>
          </a:p>
          <a:p>
            <a:pPr>
              <a:defRPr/>
            </a:pPr>
            <a:r>
              <a:rPr lang="fr-FR" smtClean="0"/>
              <a:t>All I can do Is fall on my knees and cry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AVEC TON FEU PURIFIE MON CŒUR</a:t>
            </a:r>
          </a:p>
          <a:p>
            <a:pPr>
              <a:defRPr/>
            </a:pPr>
            <a:r>
              <a:rPr lang="fr-FR" smtClean="0"/>
              <a:t>Cleanse me with fire And purify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SAISI MOI CONDUITS MOI PLUS PRÈS</a:t>
            </a:r>
          </a:p>
          <a:p>
            <a:pPr>
              <a:defRPr/>
            </a:pPr>
            <a:r>
              <a:rPr lang="fr-FR" smtClean="0"/>
              <a:t>Draw me close Closer than before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OÙ JE N'AI JAMAIS ÉTÉ</a:t>
            </a:r>
          </a:p>
          <a:p>
            <a:pPr>
              <a:defRPr/>
            </a:pPr>
            <a:r>
              <a:rPr lang="fr-FR" smtClean="0"/>
              <a:t>Closer than I've ever been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PRENDS MOI DANS TES BRAS, OH DIEU</a:t>
            </a:r>
          </a:p>
          <a:p>
            <a:pPr>
              <a:defRPr/>
            </a:pPr>
            <a:r>
              <a:rPr lang="fr-FR" smtClean="0"/>
              <a:t>	Wrap me in your arms, oh God.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CONDUIS MOI S'IL TE PLAIT JUSQU'À CE LIEU SECRET</a:t>
            </a:r>
          </a:p>
          <a:p>
            <a:pPr>
              <a:defRPr/>
            </a:pPr>
            <a:r>
              <a:rPr lang="fr-FR" smtClean="0"/>
              <a:t>So take me to that place Lord, To that secret place where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SERAI AVEC TOI ET TU ME RENDRAS COMME TOI</a:t>
            </a:r>
          </a:p>
          <a:p>
            <a:pPr>
              <a:defRPr/>
            </a:pPr>
            <a:r>
              <a:rPr lang="fr-FR" smtClean="0"/>
              <a:t>I can be with you You can make me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PRENDS MOI DANS TES BRAS PRENDS MOI DANS TES BRAS</a:t>
            </a:r>
          </a:p>
          <a:p>
            <a:pPr>
              <a:defRPr/>
            </a:pPr>
            <a:r>
              <a:rPr lang="fr-FR" smtClean="0"/>
              <a:t>Wrap me in your arms Wrap me in your arms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ENTRE TES BRAS JE VIENS ENCORE SEIGNEUR</a:t>
            </a:r>
          </a:p>
          <a:p>
            <a:r>
              <a:rPr lang="fr-FR" smtClean="0"/>
              <a:t>Into your arms I'm drawing near again</a:t>
            </a:r>
          </a:p>
          <a:p>
            <a:endParaRPr lang="fr-FR" smtClean="0"/>
          </a:p>
          <a:p>
            <a:r>
              <a:rPr lang="fr-FR" smtClean="0"/>
              <a:t>2-  ÊTRE AVEC TOI C'EST LE DÉSIR DE MON CŒUR</a:t>
            </a:r>
          </a:p>
          <a:p>
            <a:r>
              <a:rPr lang="fr-FR" smtClean="0"/>
              <a:t>To dwell with you It's my only heart's desire</a:t>
            </a:r>
          </a:p>
          <a:p>
            <a:endParaRPr lang="fr-FR" smtClean="0"/>
          </a:p>
          <a:p>
            <a:r>
              <a:rPr lang="fr-FR" smtClean="0"/>
              <a:t>3-  ET À GENOUX JE SUIS DEVANT TOI EN PLEURS</a:t>
            </a:r>
          </a:p>
          <a:p>
            <a:r>
              <a:rPr lang="fr-FR" smtClean="0"/>
              <a:t>All I can do Is fall on my knees and cry</a:t>
            </a:r>
          </a:p>
          <a:p>
            <a:endParaRPr lang="fr-FR" smtClean="0"/>
          </a:p>
          <a:p>
            <a:r>
              <a:rPr lang="fr-FR" smtClean="0"/>
              <a:t>4-  AVEC TON FEU PURIFIE MON CŒUR</a:t>
            </a:r>
          </a:p>
          <a:p>
            <a:r>
              <a:rPr lang="fr-FR" smtClean="0"/>
              <a:t>Cleanse me with fire And purify my heart</a:t>
            </a:r>
          </a:p>
          <a:p>
            <a:endParaRPr lang="fr-FR" smtClean="0"/>
          </a:p>
          <a:p>
            <a:r>
              <a:rPr lang="fr-FR" smtClean="0"/>
              <a:t>5-  SAISI MOI CONDUITS MOI PLUS PRÈS</a:t>
            </a:r>
          </a:p>
          <a:p>
            <a:r>
              <a:rPr lang="fr-FR" smtClean="0"/>
              <a:t>Draw me close Closer than before</a:t>
            </a:r>
          </a:p>
          <a:p>
            <a:endParaRPr lang="fr-FR" smtClean="0"/>
          </a:p>
          <a:p>
            <a:r>
              <a:rPr lang="fr-FR" smtClean="0"/>
              <a:t>6-  OÙ JE N'AI JAMAIS ÉTÉ</a:t>
            </a:r>
          </a:p>
          <a:p>
            <a:r>
              <a:rPr lang="fr-FR" smtClean="0"/>
              <a:t>Closer than I've ever been</a:t>
            </a:r>
          </a:p>
          <a:p>
            <a:endParaRPr lang="fr-FR" smtClean="0"/>
          </a:p>
          <a:p>
            <a:r>
              <a:rPr lang="fr-FR" smtClean="0"/>
              <a:t>	7-  PRENDS MOI DANS TES BRAS, OH DIEU</a:t>
            </a:r>
          </a:p>
          <a:p>
            <a:r>
              <a:rPr lang="fr-FR" smtClean="0"/>
              <a:t>	Wrap me in your arms, oh God.		x2</a:t>
            </a:r>
          </a:p>
          <a:p>
            <a:endParaRPr lang="fr-FR" smtClean="0"/>
          </a:p>
          <a:p>
            <a:r>
              <a:rPr lang="fr-FR" smtClean="0"/>
              <a:t>8-  CONDUIS MOI S'IL TE PLAIT JUSQU'À CE LIEU SECRET</a:t>
            </a:r>
          </a:p>
          <a:p>
            <a:r>
              <a:rPr lang="fr-FR" smtClean="0"/>
              <a:t>So take me to that place Lord, To that secret place where</a:t>
            </a:r>
          </a:p>
          <a:p>
            <a:endParaRPr lang="fr-FR" smtClean="0"/>
          </a:p>
          <a:p>
            <a:r>
              <a:rPr lang="fr-FR" smtClean="0"/>
              <a:t>9-  JE SERAI AVEC TOI ET TU ME RENDRAS COMME TOI</a:t>
            </a:r>
          </a:p>
          <a:p>
            <a:r>
              <a:rPr lang="fr-FR" smtClean="0"/>
              <a:t>I can be with you You can make me like you</a:t>
            </a:r>
          </a:p>
          <a:p>
            <a:endParaRPr lang="fr-FR" smtClean="0"/>
          </a:p>
          <a:p>
            <a:r>
              <a:rPr lang="fr-FR" smtClean="0"/>
              <a:t>10-  PRENDS MOI DANS TES BRAS PRENDS MOI DANS TES BRAS</a:t>
            </a:r>
          </a:p>
          <a:p>
            <a:r>
              <a:rPr lang="fr-FR" smtClean="0"/>
              <a:t>Wrap me in your arms Wrap me in your arms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ENTRE TES BRAS JE VIENS ENCORE SEIGNEUR</a:t>
            </a:r>
          </a:p>
          <a:p>
            <a:pPr>
              <a:defRPr/>
            </a:pPr>
            <a:r>
              <a:rPr lang="fr-FR" smtClean="0"/>
              <a:t>Into your arms I'm drawing near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ÊTRE AVEC TOI C'EST LE DÉSIR DE MON CŒUR</a:t>
            </a:r>
          </a:p>
          <a:p>
            <a:pPr>
              <a:defRPr/>
            </a:pPr>
            <a:r>
              <a:rPr lang="fr-FR" smtClean="0"/>
              <a:t>To dwell with you It's my only heart's desire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À GENOUX JE SUIS DEVANT TOI EN PLEURS</a:t>
            </a:r>
          </a:p>
          <a:p>
            <a:pPr>
              <a:defRPr/>
            </a:pPr>
            <a:r>
              <a:rPr lang="fr-FR" smtClean="0"/>
              <a:t>All I can do Is fall on my knees and cry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AVEC TON FEU PURIFIE MON CŒUR</a:t>
            </a:r>
          </a:p>
          <a:p>
            <a:pPr>
              <a:defRPr/>
            </a:pPr>
            <a:r>
              <a:rPr lang="fr-FR" smtClean="0"/>
              <a:t>Cleanse me with fire And purify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SAISI MOI CONDUITS MOI PLUS PRÈS</a:t>
            </a:r>
          </a:p>
          <a:p>
            <a:pPr>
              <a:defRPr/>
            </a:pPr>
            <a:r>
              <a:rPr lang="fr-FR" smtClean="0"/>
              <a:t>Draw me close Closer than before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OÙ JE N'AI JAMAIS ÉTÉ</a:t>
            </a:r>
          </a:p>
          <a:p>
            <a:pPr>
              <a:defRPr/>
            </a:pPr>
            <a:r>
              <a:rPr lang="fr-FR" smtClean="0"/>
              <a:t>Closer than I've ever been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PRENDS MOI DANS TES BRAS, OH DIEU</a:t>
            </a:r>
          </a:p>
          <a:p>
            <a:pPr>
              <a:defRPr/>
            </a:pPr>
            <a:r>
              <a:rPr lang="fr-FR" smtClean="0"/>
              <a:t>	Wrap me in your arms, oh God.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CONDUIS MOI S'IL TE PLAIT JUSQU'À CE LIEU SECRET</a:t>
            </a:r>
          </a:p>
          <a:p>
            <a:pPr>
              <a:defRPr/>
            </a:pPr>
            <a:r>
              <a:rPr lang="fr-FR" smtClean="0"/>
              <a:t>So take me to that place Lord, To that secret place where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SERAI AVEC TOI ET TU ME RENDRAS COMME TOI</a:t>
            </a:r>
          </a:p>
          <a:p>
            <a:pPr>
              <a:defRPr/>
            </a:pPr>
            <a:r>
              <a:rPr lang="fr-FR" smtClean="0"/>
              <a:t>I can be with you You can make me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PRENDS MOI DANS TES BRAS PRENDS MOI DANS TES BRAS</a:t>
            </a:r>
          </a:p>
          <a:p>
            <a:pPr>
              <a:defRPr/>
            </a:pPr>
            <a:r>
              <a:rPr lang="fr-FR" smtClean="0"/>
              <a:t>Wrap me in your arms Wrap me in your arms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ENTRE TES BRAS JE VIENS ENCORE SEIGNEUR</a:t>
            </a:r>
          </a:p>
          <a:p>
            <a:r>
              <a:rPr lang="fr-FR" smtClean="0"/>
              <a:t>Into your arms I'm drawing near again</a:t>
            </a:r>
          </a:p>
          <a:p>
            <a:endParaRPr lang="fr-FR" smtClean="0"/>
          </a:p>
          <a:p>
            <a:r>
              <a:rPr lang="fr-FR" smtClean="0"/>
              <a:t>2-  ÊTRE AVEC TOI C'EST LE DÉSIR DE MON CŒUR</a:t>
            </a:r>
          </a:p>
          <a:p>
            <a:r>
              <a:rPr lang="fr-FR" smtClean="0"/>
              <a:t>To dwell with you It's my only heart's desire</a:t>
            </a:r>
          </a:p>
          <a:p>
            <a:endParaRPr lang="fr-FR" smtClean="0"/>
          </a:p>
          <a:p>
            <a:r>
              <a:rPr lang="fr-FR" smtClean="0"/>
              <a:t>3-  ET À GENOUX JE SUIS DEVANT TOI EN PLEURS</a:t>
            </a:r>
          </a:p>
          <a:p>
            <a:r>
              <a:rPr lang="fr-FR" smtClean="0"/>
              <a:t>All I can do Is fall on my knees and cry</a:t>
            </a:r>
          </a:p>
          <a:p>
            <a:endParaRPr lang="fr-FR" smtClean="0"/>
          </a:p>
          <a:p>
            <a:r>
              <a:rPr lang="fr-FR" smtClean="0"/>
              <a:t>4-  AVEC TON FEU PURIFIE MON CŒUR</a:t>
            </a:r>
          </a:p>
          <a:p>
            <a:r>
              <a:rPr lang="fr-FR" smtClean="0"/>
              <a:t>Cleanse me with fire And purify my heart</a:t>
            </a:r>
          </a:p>
          <a:p>
            <a:endParaRPr lang="fr-FR" smtClean="0"/>
          </a:p>
          <a:p>
            <a:r>
              <a:rPr lang="fr-FR" smtClean="0"/>
              <a:t>5-  SAISI MOI CONDUITS MOI PLUS PRÈS</a:t>
            </a:r>
          </a:p>
          <a:p>
            <a:r>
              <a:rPr lang="fr-FR" smtClean="0"/>
              <a:t>Draw me close Closer than before</a:t>
            </a:r>
          </a:p>
          <a:p>
            <a:endParaRPr lang="fr-FR" smtClean="0"/>
          </a:p>
          <a:p>
            <a:r>
              <a:rPr lang="fr-FR" smtClean="0"/>
              <a:t>6-  OÙ JE N'AI JAMAIS ÉTÉ</a:t>
            </a:r>
          </a:p>
          <a:p>
            <a:r>
              <a:rPr lang="fr-FR" smtClean="0"/>
              <a:t>Closer than I've ever been</a:t>
            </a:r>
          </a:p>
          <a:p>
            <a:endParaRPr lang="fr-FR" smtClean="0"/>
          </a:p>
          <a:p>
            <a:r>
              <a:rPr lang="fr-FR" smtClean="0"/>
              <a:t>	7-  PRENDS MOI DANS TES BRAS, OH DIEU</a:t>
            </a:r>
          </a:p>
          <a:p>
            <a:r>
              <a:rPr lang="fr-FR" smtClean="0"/>
              <a:t>	Wrap me in your arms, oh God.		x2</a:t>
            </a:r>
          </a:p>
          <a:p>
            <a:endParaRPr lang="fr-FR" smtClean="0"/>
          </a:p>
          <a:p>
            <a:r>
              <a:rPr lang="fr-FR" smtClean="0"/>
              <a:t>8-  CONDUIS MOI S'IL TE PLAIT JUSQU'À CE LIEU SECRET</a:t>
            </a:r>
          </a:p>
          <a:p>
            <a:r>
              <a:rPr lang="fr-FR" smtClean="0"/>
              <a:t>So take me to that place Lord, To that secret place where</a:t>
            </a:r>
          </a:p>
          <a:p>
            <a:endParaRPr lang="fr-FR" smtClean="0"/>
          </a:p>
          <a:p>
            <a:r>
              <a:rPr lang="fr-FR" smtClean="0"/>
              <a:t>9-  JE SERAI AVEC TOI ET TU ME RENDRAS COMME TOI</a:t>
            </a:r>
          </a:p>
          <a:p>
            <a:r>
              <a:rPr lang="fr-FR" smtClean="0"/>
              <a:t>I can be with you You can make me like you</a:t>
            </a:r>
          </a:p>
          <a:p>
            <a:endParaRPr lang="fr-FR" smtClean="0"/>
          </a:p>
          <a:p>
            <a:r>
              <a:rPr lang="fr-FR" smtClean="0"/>
              <a:t>10-  PRENDS MOI DANS TES BRAS PRENDS MOI DANS TES BRAS</a:t>
            </a:r>
          </a:p>
          <a:p>
            <a:r>
              <a:rPr lang="fr-FR" smtClean="0"/>
              <a:t>Wrap me in your arms Wrap me in your arms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ENTRE TES BRAS JE VIENS ENCORE SEIGNEUR</a:t>
            </a:r>
          </a:p>
          <a:p>
            <a:pPr>
              <a:defRPr/>
            </a:pPr>
            <a:r>
              <a:rPr lang="fr-FR" smtClean="0"/>
              <a:t>Into your arms I'm drawing near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ÊTRE AVEC TOI C'EST LE DÉSIR DE MON CŒUR</a:t>
            </a:r>
          </a:p>
          <a:p>
            <a:pPr>
              <a:defRPr/>
            </a:pPr>
            <a:r>
              <a:rPr lang="fr-FR" smtClean="0"/>
              <a:t>To dwell with you It's my only heart's desire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À GENOUX JE SUIS DEVANT TOI EN PLEURS</a:t>
            </a:r>
          </a:p>
          <a:p>
            <a:pPr>
              <a:defRPr/>
            </a:pPr>
            <a:r>
              <a:rPr lang="fr-FR" smtClean="0"/>
              <a:t>All I can do Is fall on my knees and cry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AVEC TON FEU PURIFIE MON CŒUR</a:t>
            </a:r>
          </a:p>
          <a:p>
            <a:pPr>
              <a:defRPr/>
            </a:pPr>
            <a:r>
              <a:rPr lang="fr-FR" smtClean="0"/>
              <a:t>Cleanse me with fire And purify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SAISI MOI CONDUITS MOI PLUS PRÈS</a:t>
            </a:r>
          </a:p>
          <a:p>
            <a:pPr>
              <a:defRPr/>
            </a:pPr>
            <a:r>
              <a:rPr lang="fr-FR" smtClean="0"/>
              <a:t>Draw me close Closer than before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OÙ JE N'AI JAMAIS ÉTÉ</a:t>
            </a:r>
          </a:p>
          <a:p>
            <a:pPr>
              <a:defRPr/>
            </a:pPr>
            <a:r>
              <a:rPr lang="fr-FR" smtClean="0"/>
              <a:t>Closer than I've ever been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PRENDS MOI DANS TES BRAS, OH DIEU</a:t>
            </a:r>
          </a:p>
          <a:p>
            <a:pPr>
              <a:defRPr/>
            </a:pPr>
            <a:r>
              <a:rPr lang="fr-FR" smtClean="0"/>
              <a:t>	Wrap me in your arms, oh God.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CONDUIS MOI S'IL TE PLAIT JUSQU'À CE LIEU SECRET</a:t>
            </a:r>
          </a:p>
          <a:p>
            <a:pPr>
              <a:defRPr/>
            </a:pPr>
            <a:r>
              <a:rPr lang="fr-FR" smtClean="0"/>
              <a:t>So take me to that place Lord, To that secret place where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SERAI AVEC TOI ET TU ME RENDRAS COMME TOI</a:t>
            </a:r>
          </a:p>
          <a:p>
            <a:pPr>
              <a:defRPr/>
            </a:pPr>
            <a:r>
              <a:rPr lang="fr-FR" smtClean="0"/>
              <a:t>I can be with you You can make me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PRENDS MOI DANS TES BRAS PRENDS MOI DANS TES BRAS</a:t>
            </a:r>
          </a:p>
          <a:p>
            <a:pPr>
              <a:defRPr/>
            </a:pPr>
            <a:r>
              <a:rPr lang="fr-FR" smtClean="0"/>
              <a:t>Wrap me in your arms Wrap me in your arms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ENTRE TES BRAS JE VIENS ENCORE SEIGNEUR</a:t>
            </a:r>
          </a:p>
          <a:p>
            <a:r>
              <a:rPr lang="fr-FR" smtClean="0"/>
              <a:t>Into your arms I'm drawing near again</a:t>
            </a:r>
          </a:p>
          <a:p>
            <a:endParaRPr lang="fr-FR" smtClean="0"/>
          </a:p>
          <a:p>
            <a:r>
              <a:rPr lang="fr-FR" smtClean="0"/>
              <a:t>2-  ÊTRE AVEC TOI C'EST LE DÉSIR DE MON CŒUR</a:t>
            </a:r>
          </a:p>
          <a:p>
            <a:r>
              <a:rPr lang="fr-FR" smtClean="0"/>
              <a:t>To dwell with you It's my only heart's desire</a:t>
            </a:r>
          </a:p>
          <a:p>
            <a:endParaRPr lang="fr-FR" smtClean="0"/>
          </a:p>
          <a:p>
            <a:r>
              <a:rPr lang="fr-FR" smtClean="0"/>
              <a:t>3-  ET À GENOUX JE SUIS DEVANT TOI EN PLEURS</a:t>
            </a:r>
          </a:p>
          <a:p>
            <a:r>
              <a:rPr lang="fr-FR" smtClean="0"/>
              <a:t>All I can do Is fall on my knees and cry</a:t>
            </a:r>
          </a:p>
          <a:p>
            <a:endParaRPr lang="fr-FR" smtClean="0"/>
          </a:p>
          <a:p>
            <a:r>
              <a:rPr lang="fr-FR" smtClean="0"/>
              <a:t>4-  AVEC TON FEU PURIFIE MON CŒUR</a:t>
            </a:r>
          </a:p>
          <a:p>
            <a:r>
              <a:rPr lang="fr-FR" smtClean="0"/>
              <a:t>Cleanse me with fire And purify my heart</a:t>
            </a:r>
          </a:p>
          <a:p>
            <a:endParaRPr lang="fr-FR" smtClean="0"/>
          </a:p>
          <a:p>
            <a:r>
              <a:rPr lang="fr-FR" smtClean="0"/>
              <a:t>5-  SAISI MOI CONDUITS MOI PLUS PRÈS</a:t>
            </a:r>
          </a:p>
          <a:p>
            <a:r>
              <a:rPr lang="fr-FR" smtClean="0"/>
              <a:t>Draw me close Closer than before</a:t>
            </a:r>
          </a:p>
          <a:p>
            <a:endParaRPr lang="fr-FR" smtClean="0"/>
          </a:p>
          <a:p>
            <a:r>
              <a:rPr lang="fr-FR" smtClean="0"/>
              <a:t>6-  OÙ JE N'AI JAMAIS ÉTÉ</a:t>
            </a:r>
          </a:p>
          <a:p>
            <a:r>
              <a:rPr lang="fr-FR" smtClean="0"/>
              <a:t>Closer than I've ever been</a:t>
            </a:r>
          </a:p>
          <a:p>
            <a:endParaRPr lang="fr-FR" smtClean="0"/>
          </a:p>
          <a:p>
            <a:r>
              <a:rPr lang="fr-FR" smtClean="0"/>
              <a:t>	7-  PRENDS MOI DANS TES BRAS, OH DIEU</a:t>
            </a:r>
          </a:p>
          <a:p>
            <a:r>
              <a:rPr lang="fr-FR" smtClean="0"/>
              <a:t>	Wrap me in your arms, oh God.		x2</a:t>
            </a:r>
          </a:p>
          <a:p>
            <a:endParaRPr lang="fr-FR" smtClean="0"/>
          </a:p>
          <a:p>
            <a:r>
              <a:rPr lang="fr-FR" smtClean="0"/>
              <a:t>8-  CONDUIS MOI S'IL TE PLAIT JUSQU'À CE LIEU SECRET</a:t>
            </a:r>
          </a:p>
          <a:p>
            <a:r>
              <a:rPr lang="fr-FR" smtClean="0"/>
              <a:t>So take me to that place Lord, To that secret place where</a:t>
            </a:r>
          </a:p>
          <a:p>
            <a:endParaRPr lang="fr-FR" smtClean="0"/>
          </a:p>
          <a:p>
            <a:r>
              <a:rPr lang="fr-FR" smtClean="0"/>
              <a:t>9-  JE SERAI AVEC TOI ET TU ME RENDRAS COMME TOI</a:t>
            </a:r>
          </a:p>
          <a:p>
            <a:r>
              <a:rPr lang="fr-FR" smtClean="0"/>
              <a:t>I can be with you You can make me like you</a:t>
            </a:r>
          </a:p>
          <a:p>
            <a:endParaRPr lang="fr-FR" smtClean="0"/>
          </a:p>
          <a:p>
            <a:r>
              <a:rPr lang="fr-FR" smtClean="0"/>
              <a:t>10-  PRENDS MOI DANS TES BRAS PRENDS MOI DANS TES BRAS</a:t>
            </a:r>
          </a:p>
          <a:p>
            <a:r>
              <a:rPr lang="fr-FR" smtClean="0"/>
              <a:t>Wrap me in your arms Wrap me in your arms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ENTRE TES BRAS JE VIENS ENCORE SEIGNEUR</a:t>
            </a:r>
          </a:p>
          <a:p>
            <a:pPr>
              <a:defRPr/>
            </a:pPr>
            <a:r>
              <a:rPr lang="fr-FR" smtClean="0"/>
              <a:t>Into your arms I'm drawing near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ÊTRE AVEC TOI C'EST LE DÉSIR DE MON CŒUR</a:t>
            </a:r>
          </a:p>
          <a:p>
            <a:pPr>
              <a:defRPr/>
            </a:pPr>
            <a:r>
              <a:rPr lang="fr-FR" smtClean="0"/>
              <a:t>To dwell with you It's my only heart's desire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À GENOUX JE SUIS DEVANT TOI EN PLEURS</a:t>
            </a:r>
          </a:p>
          <a:p>
            <a:pPr>
              <a:defRPr/>
            </a:pPr>
            <a:r>
              <a:rPr lang="fr-FR" smtClean="0"/>
              <a:t>All I can do Is fall on my knees and cry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AVEC TON FEU PURIFIE MON CŒUR</a:t>
            </a:r>
          </a:p>
          <a:p>
            <a:pPr>
              <a:defRPr/>
            </a:pPr>
            <a:r>
              <a:rPr lang="fr-FR" smtClean="0"/>
              <a:t>Cleanse me with fire And purify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SAISI MOI CONDUITS MOI PLUS PRÈS</a:t>
            </a:r>
          </a:p>
          <a:p>
            <a:pPr>
              <a:defRPr/>
            </a:pPr>
            <a:r>
              <a:rPr lang="fr-FR" smtClean="0"/>
              <a:t>Draw me close Closer than before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OÙ JE N'AI JAMAIS ÉTÉ</a:t>
            </a:r>
          </a:p>
          <a:p>
            <a:pPr>
              <a:defRPr/>
            </a:pPr>
            <a:r>
              <a:rPr lang="fr-FR" smtClean="0"/>
              <a:t>Closer than I've ever been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PRENDS MOI DANS TES BRAS, OH DIEU</a:t>
            </a:r>
          </a:p>
          <a:p>
            <a:pPr>
              <a:defRPr/>
            </a:pPr>
            <a:r>
              <a:rPr lang="fr-FR" smtClean="0"/>
              <a:t>	Wrap me in your arms, oh God.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CONDUIS MOI S'IL TE PLAIT JUSQU'À CE LIEU SECRET</a:t>
            </a:r>
          </a:p>
          <a:p>
            <a:pPr>
              <a:defRPr/>
            </a:pPr>
            <a:r>
              <a:rPr lang="fr-FR" smtClean="0"/>
              <a:t>So take me to that place Lord, To that secret place where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SERAI AVEC TOI ET TU ME RENDRAS COMME TOI</a:t>
            </a:r>
          </a:p>
          <a:p>
            <a:pPr>
              <a:defRPr/>
            </a:pPr>
            <a:r>
              <a:rPr lang="fr-FR" smtClean="0"/>
              <a:t>I can be with you You can make me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PRENDS MOI DANS TES BRAS PRENDS MOI DANS TES BRAS</a:t>
            </a:r>
          </a:p>
          <a:p>
            <a:pPr>
              <a:defRPr/>
            </a:pPr>
            <a:r>
              <a:rPr lang="fr-FR" smtClean="0"/>
              <a:t>Wrap me in your arms Wrap me in your arms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ENTRE TES BRAS JE VIENS ENCORE SEIGNEUR</a:t>
            </a:r>
          </a:p>
          <a:p>
            <a:r>
              <a:rPr lang="fr-FR" smtClean="0"/>
              <a:t>Into your arms I'm drawing near again</a:t>
            </a:r>
          </a:p>
          <a:p>
            <a:endParaRPr lang="fr-FR" smtClean="0"/>
          </a:p>
          <a:p>
            <a:r>
              <a:rPr lang="fr-FR" smtClean="0"/>
              <a:t>2-  ÊTRE AVEC TOI C'EST LE DÉSIR DE MON CŒUR</a:t>
            </a:r>
          </a:p>
          <a:p>
            <a:r>
              <a:rPr lang="fr-FR" smtClean="0"/>
              <a:t>To dwell with you It's my only heart's desire</a:t>
            </a:r>
          </a:p>
          <a:p>
            <a:endParaRPr lang="fr-FR" smtClean="0"/>
          </a:p>
          <a:p>
            <a:r>
              <a:rPr lang="fr-FR" smtClean="0"/>
              <a:t>3-  ET À GENOUX JE SUIS DEVANT TOI EN PLEURS</a:t>
            </a:r>
          </a:p>
          <a:p>
            <a:r>
              <a:rPr lang="fr-FR" smtClean="0"/>
              <a:t>All I can do Is fall on my knees and cry</a:t>
            </a:r>
          </a:p>
          <a:p>
            <a:endParaRPr lang="fr-FR" smtClean="0"/>
          </a:p>
          <a:p>
            <a:r>
              <a:rPr lang="fr-FR" smtClean="0"/>
              <a:t>4-  AVEC TON FEU PURIFIE MON CŒUR</a:t>
            </a:r>
          </a:p>
          <a:p>
            <a:r>
              <a:rPr lang="fr-FR" smtClean="0"/>
              <a:t>Cleanse me with fire And purify my heart</a:t>
            </a:r>
          </a:p>
          <a:p>
            <a:endParaRPr lang="fr-FR" smtClean="0"/>
          </a:p>
          <a:p>
            <a:r>
              <a:rPr lang="fr-FR" smtClean="0"/>
              <a:t>5-  SAISI MOI CONDUITS MOI PLUS PRÈS</a:t>
            </a:r>
          </a:p>
          <a:p>
            <a:r>
              <a:rPr lang="fr-FR" smtClean="0"/>
              <a:t>Draw me close Closer than before</a:t>
            </a:r>
          </a:p>
          <a:p>
            <a:endParaRPr lang="fr-FR" smtClean="0"/>
          </a:p>
          <a:p>
            <a:r>
              <a:rPr lang="fr-FR" smtClean="0"/>
              <a:t>6-  OÙ JE N'AI JAMAIS ÉTÉ</a:t>
            </a:r>
          </a:p>
          <a:p>
            <a:r>
              <a:rPr lang="fr-FR" smtClean="0"/>
              <a:t>Closer than I've ever been</a:t>
            </a:r>
          </a:p>
          <a:p>
            <a:endParaRPr lang="fr-FR" smtClean="0"/>
          </a:p>
          <a:p>
            <a:r>
              <a:rPr lang="fr-FR" smtClean="0"/>
              <a:t>	7-  PRENDS MOI DANS TES BRAS, OH DIEU</a:t>
            </a:r>
          </a:p>
          <a:p>
            <a:r>
              <a:rPr lang="fr-FR" smtClean="0"/>
              <a:t>	Wrap me in your arms, oh God.		x2</a:t>
            </a:r>
          </a:p>
          <a:p>
            <a:endParaRPr lang="fr-FR" smtClean="0"/>
          </a:p>
          <a:p>
            <a:r>
              <a:rPr lang="fr-FR" smtClean="0"/>
              <a:t>8-  CONDUIS MOI S'IL TE PLAIT JUSQU'À CE LIEU SECRET</a:t>
            </a:r>
          </a:p>
          <a:p>
            <a:r>
              <a:rPr lang="fr-FR" smtClean="0"/>
              <a:t>So take me to that place Lord, To that secret place where</a:t>
            </a:r>
          </a:p>
          <a:p>
            <a:endParaRPr lang="fr-FR" smtClean="0"/>
          </a:p>
          <a:p>
            <a:r>
              <a:rPr lang="fr-FR" smtClean="0"/>
              <a:t>9-  JE SERAI AVEC TOI ET TU ME RENDRAS COMME TOI</a:t>
            </a:r>
          </a:p>
          <a:p>
            <a:r>
              <a:rPr lang="fr-FR" smtClean="0"/>
              <a:t>I can be with you You can make me like you</a:t>
            </a:r>
          </a:p>
          <a:p>
            <a:endParaRPr lang="fr-FR" smtClean="0"/>
          </a:p>
          <a:p>
            <a:r>
              <a:rPr lang="fr-FR" smtClean="0"/>
              <a:t>10-  PRENDS MOI DANS TES BRAS PRENDS MOI DANS TES BRAS</a:t>
            </a:r>
          </a:p>
          <a:p>
            <a:r>
              <a:rPr lang="fr-FR" smtClean="0"/>
              <a:t>Wrap me in your arms Wrap me in your arms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ENTRE TES BRAS JE VIENS ENCORE SEIGNEUR</a:t>
            </a:r>
          </a:p>
          <a:p>
            <a:pPr>
              <a:defRPr/>
            </a:pPr>
            <a:r>
              <a:rPr lang="fr-FR" smtClean="0"/>
              <a:t>Into your arms I'm drawing near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ÊTRE AVEC TOI C'EST LE DÉSIR DE MON CŒUR</a:t>
            </a:r>
          </a:p>
          <a:p>
            <a:pPr>
              <a:defRPr/>
            </a:pPr>
            <a:r>
              <a:rPr lang="fr-FR" smtClean="0"/>
              <a:t>To dwell with you It's my only heart's desire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À GENOUX JE SUIS DEVANT TOI EN PLEURS</a:t>
            </a:r>
          </a:p>
          <a:p>
            <a:pPr>
              <a:defRPr/>
            </a:pPr>
            <a:r>
              <a:rPr lang="fr-FR" smtClean="0"/>
              <a:t>All I can do Is fall on my knees and cry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AVEC TON FEU PURIFIE MON CŒUR</a:t>
            </a:r>
          </a:p>
          <a:p>
            <a:pPr>
              <a:defRPr/>
            </a:pPr>
            <a:r>
              <a:rPr lang="fr-FR" smtClean="0"/>
              <a:t>Cleanse me with fire And purify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SAISI MOI CONDUITS MOI PLUS PRÈS</a:t>
            </a:r>
          </a:p>
          <a:p>
            <a:pPr>
              <a:defRPr/>
            </a:pPr>
            <a:r>
              <a:rPr lang="fr-FR" smtClean="0"/>
              <a:t>Draw me close Closer than before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OÙ JE N'AI JAMAIS ÉTÉ</a:t>
            </a:r>
          </a:p>
          <a:p>
            <a:pPr>
              <a:defRPr/>
            </a:pPr>
            <a:r>
              <a:rPr lang="fr-FR" smtClean="0"/>
              <a:t>Closer than I've ever been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PRENDS MOI DANS TES BRAS, OH DIEU</a:t>
            </a:r>
          </a:p>
          <a:p>
            <a:pPr>
              <a:defRPr/>
            </a:pPr>
            <a:r>
              <a:rPr lang="fr-FR" smtClean="0"/>
              <a:t>	Wrap me in your arms, oh God.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CONDUIS MOI S'IL TE PLAIT JUSQU'À CE LIEU SECRET</a:t>
            </a:r>
          </a:p>
          <a:p>
            <a:pPr>
              <a:defRPr/>
            </a:pPr>
            <a:r>
              <a:rPr lang="fr-FR" smtClean="0"/>
              <a:t>So take me to that place Lord, To that secret place where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SERAI AVEC TOI ET TU ME RENDRAS COMME TOI</a:t>
            </a:r>
          </a:p>
          <a:p>
            <a:pPr>
              <a:defRPr/>
            </a:pPr>
            <a:r>
              <a:rPr lang="fr-FR" smtClean="0"/>
              <a:t>I can be with you You can make me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PRENDS MOI DANS TES BRAS PRENDS MOI DANS TES BRAS</a:t>
            </a:r>
          </a:p>
          <a:p>
            <a:pPr>
              <a:defRPr/>
            </a:pPr>
            <a:r>
              <a:rPr lang="fr-FR" smtClean="0"/>
              <a:t>Wrap me in your arms Wrap me in your arms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ENTRE TES BRAS JE VIENS ENCORE SEIGNEUR</a:t>
            </a:r>
          </a:p>
          <a:p>
            <a:r>
              <a:rPr lang="fr-FR" smtClean="0"/>
              <a:t>Into your arms I'm drawing near again</a:t>
            </a:r>
          </a:p>
          <a:p>
            <a:endParaRPr lang="fr-FR" smtClean="0"/>
          </a:p>
          <a:p>
            <a:r>
              <a:rPr lang="fr-FR" smtClean="0"/>
              <a:t>2-  ÊTRE AVEC TOI C'EST LE DÉSIR DE MON CŒUR</a:t>
            </a:r>
          </a:p>
          <a:p>
            <a:r>
              <a:rPr lang="fr-FR" smtClean="0"/>
              <a:t>To dwell with you It's my only heart's desire</a:t>
            </a:r>
          </a:p>
          <a:p>
            <a:endParaRPr lang="fr-FR" smtClean="0"/>
          </a:p>
          <a:p>
            <a:r>
              <a:rPr lang="fr-FR" smtClean="0"/>
              <a:t>3-  ET À GENOUX JE SUIS DEVANT TOI EN PLEURS</a:t>
            </a:r>
          </a:p>
          <a:p>
            <a:r>
              <a:rPr lang="fr-FR" smtClean="0"/>
              <a:t>All I can do Is fall on my knees and cry</a:t>
            </a:r>
          </a:p>
          <a:p>
            <a:endParaRPr lang="fr-FR" smtClean="0"/>
          </a:p>
          <a:p>
            <a:r>
              <a:rPr lang="fr-FR" smtClean="0"/>
              <a:t>4-  AVEC TON FEU PURIFIE MON CŒUR</a:t>
            </a:r>
          </a:p>
          <a:p>
            <a:r>
              <a:rPr lang="fr-FR" smtClean="0"/>
              <a:t>Cleanse me with fire And purify my heart</a:t>
            </a:r>
          </a:p>
          <a:p>
            <a:endParaRPr lang="fr-FR" smtClean="0"/>
          </a:p>
          <a:p>
            <a:r>
              <a:rPr lang="fr-FR" smtClean="0"/>
              <a:t>5-  SAISI MOI CONDUITS MOI PLUS PRÈS</a:t>
            </a:r>
          </a:p>
          <a:p>
            <a:r>
              <a:rPr lang="fr-FR" smtClean="0"/>
              <a:t>Draw me close Closer than before</a:t>
            </a:r>
          </a:p>
          <a:p>
            <a:endParaRPr lang="fr-FR" smtClean="0"/>
          </a:p>
          <a:p>
            <a:r>
              <a:rPr lang="fr-FR" smtClean="0"/>
              <a:t>6-  OÙ JE N'AI JAMAIS ÉTÉ</a:t>
            </a:r>
          </a:p>
          <a:p>
            <a:r>
              <a:rPr lang="fr-FR" smtClean="0"/>
              <a:t>Closer than I've ever been</a:t>
            </a:r>
          </a:p>
          <a:p>
            <a:endParaRPr lang="fr-FR" smtClean="0"/>
          </a:p>
          <a:p>
            <a:r>
              <a:rPr lang="fr-FR" smtClean="0"/>
              <a:t>	7-  PRENDS MOI DANS TES BRAS, OH DIEU</a:t>
            </a:r>
          </a:p>
          <a:p>
            <a:r>
              <a:rPr lang="fr-FR" smtClean="0"/>
              <a:t>	Wrap me in your arms, oh God.		x2</a:t>
            </a:r>
          </a:p>
          <a:p>
            <a:endParaRPr lang="fr-FR" smtClean="0"/>
          </a:p>
          <a:p>
            <a:r>
              <a:rPr lang="fr-FR" smtClean="0"/>
              <a:t>8-  CONDUIS MOI S'IL TE PLAIT JUSQU'À CE LIEU SECRET</a:t>
            </a:r>
          </a:p>
          <a:p>
            <a:r>
              <a:rPr lang="fr-FR" smtClean="0"/>
              <a:t>So take me to that place Lord, To that secret place where</a:t>
            </a:r>
          </a:p>
          <a:p>
            <a:endParaRPr lang="fr-FR" smtClean="0"/>
          </a:p>
          <a:p>
            <a:r>
              <a:rPr lang="fr-FR" smtClean="0"/>
              <a:t>9-  JE SERAI AVEC TOI ET TU ME RENDRAS COMME TOI</a:t>
            </a:r>
          </a:p>
          <a:p>
            <a:r>
              <a:rPr lang="fr-FR" smtClean="0"/>
              <a:t>I can be with you You can make me like you</a:t>
            </a:r>
          </a:p>
          <a:p>
            <a:endParaRPr lang="fr-FR" smtClean="0"/>
          </a:p>
          <a:p>
            <a:r>
              <a:rPr lang="fr-FR" smtClean="0"/>
              <a:t>10-  PRENDS MOI DANS TES BRAS PRENDS MOI DANS TES BRAS</a:t>
            </a:r>
          </a:p>
          <a:p>
            <a:r>
              <a:rPr lang="fr-FR" smtClean="0"/>
              <a:t>Wrap me in your arms Wrap me in your arms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ENTRE TES BRAS JE VIENS ENCORE SEIGNEUR</a:t>
            </a:r>
          </a:p>
          <a:p>
            <a:pPr>
              <a:defRPr/>
            </a:pP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drawing</a:t>
            </a:r>
            <a:r>
              <a:rPr lang="fr-FR" dirty="0" smtClean="0"/>
              <a:t> </a:t>
            </a:r>
            <a:r>
              <a:rPr lang="fr-FR" dirty="0" err="1" smtClean="0"/>
              <a:t>near</a:t>
            </a:r>
            <a:r>
              <a:rPr lang="fr-FR" dirty="0" smtClean="0"/>
              <a:t> </a:t>
            </a:r>
            <a:r>
              <a:rPr lang="fr-FR" dirty="0" err="1" smtClean="0"/>
              <a:t>again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ÊTRE AVEC TOI C'EST LE DÉSIR DE MON CŒUR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dwell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heart's</a:t>
            </a:r>
            <a:r>
              <a:rPr lang="fr-FR" dirty="0" smtClean="0"/>
              <a:t> </a:t>
            </a:r>
            <a:r>
              <a:rPr lang="fr-FR" dirty="0" err="1" smtClean="0"/>
              <a:t>desire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ET À GENOUX JE SUIS DEVANT TOI EN PLEURS</a:t>
            </a:r>
          </a:p>
          <a:p>
            <a:pPr>
              <a:defRPr/>
            </a:pPr>
            <a:r>
              <a:rPr lang="fr-FR" dirty="0" smtClean="0"/>
              <a:t>All I </a:t>
            </a:r>
            <a:r>
              <a:rPr lang="fr-FR" dirty="0" err="1" smtClean="0"/>
              <a:t>can</a:t>
            </a:r>
            <a:r>
              <a:rPr lang="fr-FR" dirty="0" smtClean="0"/>
              <a:t> do Is </a:t>
            </a:r>
            <a:r>
              <a:rPr lang="fr-FR" dirty="0" err="1" smtClean="0"/>
              <a:t>fall</a:t>
            </a:r>
            <a:r>
              <a:rPr lang="fr-FR" dirty="0" smtClean="0"/>
              <a:t> on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knees</a:t>
            </a:r>
            <a:r>
              <a:rPr lang="fr-FR" dirty="0" smtClean="0"/>
              <a:t> and </a:t>
            </a:r>
            <a:r>
              <a:rPr lang="fr-FR" dirty="0" err="1" smtClean="0"/>
              <a:t>cry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AVEC TON FEU PURIFIE MON CŒUR</a:t>
            </a:r>
          </a:p>
          <a:p>
            <a:pPr>
              <a:defRPr/>
            </a:pPr>
            <a:r>
              <a:rPr lang="fr-FR" dirty="0" err="1" smtClean="0"/>
              <a:t>Cleanse</a:t>
            </a:r>
            <a:r>
              <a:rPr lang="fr-FR" dirty="0" smtClean="0"/>
              <a:t> me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fire</a:t>
            </a:r>
            <a:r>
              <a:rPr lang="fr-FR" dirty="0" smtClean="0"/>
              <a:t> And </a:t>
            </a:r>
            <a:r>
              <a:rPr lang="fr-FR" dirty="0" err="1" smtClean="0"/>
              <a:t>purify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SAISI MOI CONDUITS MOI PLUS PRÈS</a:t>
            </a:r>
          </a:p>
          <a:p>
            <a:pPr>
              <a:defRPr/>
            </a:pPr>
            <a:r>
              <a:rPr lang="fr-FR" dirty="0" err="1" smtClean="0"/>
              <a:t>Draw</a:t>
            </a:r>
            <a:r>
              <a:rPr lang="fr-FR" dirty="0" smtClean="0"/>
              <a:t> me close </a:t>
            </a:r>
            <a:r>
              <a:rPr lang="fr-FR" dirty="0" err="1" smtClean="0"/>
              <a:t>Closer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before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OÙ JE N'AI JAMAIS ÉTÉ</a:t>
            </a:r>
          </a:p>
          <a:p>
            <a:pPr>
              <a:defRPr/>
            </a:pPr>
            <a:r>
              <a:rPr lang="fr-FR" dirty="0" err="1" smtClean="0"/>
              <a:t>Closer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ever</a:t>
            </a:r>
            <a:r>
              <a:rPr lang="fr-FR" dirty="0" smtClean="0"/>
              <a:t> been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7-  PRENDS MOI DANS TES BRAS, OH DIEU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Wrap</a:t>
            </a:r>
            <a:r>
              <a:rPr lang="fr-FR" dirty="0" smtClean="0"/>
              <a:t> me in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r>
              <a:rPr lang="fr-FR" dirty="0" smtClean="0"/>
              <a:t>, oh </a:t>
            </a:r>
            <a:r>
              <a:rPr lang="fr-FR" dirty="0" err="1" smtClean="0"/>
              <a:t>God</a:t>
            </a:r>
            <a:r>
              <a:rPr lang="fr-FR" dirty="0" smtClean="0"/>
              <a:t>.		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8-  CONDUIS MOI S'IL TE PLAIT JUSQU'À CE LIEU SECRET</a:t>
            </a:r>
          </a:p>
          <a:p>
            <a:pPr>
              <a:defRPr/>
            </a:pPr>
            <a:r>
              <a:rPr lang="fr-FR" dirty="0" smtClean="0"/>
              <a:t>So </a:t>
            </a:r>
            <a:r>
              <a:rPr lang="fr-FR" dirty="0" err="1" smtClean="0"/>
              <a:t>take</a:t>
            </a:r>
            <a:r>
              <a:rPr lang="fr-FR" dirty="0" smtClean="0"/>
              <a:t> me to </a:t>
            </a:r>
            <a:r>
              <a:rPr lang="fr-FR" dirty="0" err="1" smtClean="0"/>
              <a:t>that</a:t>
            </a:r>
            <a:r>
              <a:rPr lang="fr-FR" dirty="0" smtClean="0"/>
              <a:t> place Lord, To </a:t>
            </a:r>
            <a:r>
              <a:rPr lang="fr-FR" dirty="0" err="1" smtClean="0"/>
              <a:t>that</a:t>
            </a:r>
            <a:r>
              <a:rPr lang="fr-FR" dirty="0" smtClean="0"/>
              <a:t> secret place </a:t>
            </a:r>
            <a:r>
              <a:rPr lang="fr-FR" dirty="0" err="1" smtClean="0"/>
              <a:t>where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JE SERAI AVEC TOI ET TU ME RENDRAS COMME TOI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You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make</a:t>
            </a:r>
            <a:r>
              <a:rPr lang="fr-FR" dirty="0" smtClean="0"/>
              <a:t> me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PRENDS MOI DANS TES BRAS PRENDS MOI DANS TES BRAS</a:t>
            </a:r>
          </a:p>
          <a:p>
            <a:pPr>
              <a:defRPr/>
            </a:pPr>
            <a:r>
              <a:rPr lang="fr-FR" dirty="0" err="1" smtClean="0"/>
              <a:t>Wrap</a:t>
            </a:r>
            <a:r>
              <a:rPr lang="fr-FR" dirty="0" smtClean="0"/>
              <a:t> me in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r>
              <a:rPr lang="fr-FR" dirty="0" smtClean="0"/>
              <a:t> </a:t>
            </a:r>
            <a:r>
              <a:rPr lang="fr-FR" dirty="0" err="1" smtClean="0"/>
              <a:t>Wrap</a:t>
            </a:r>
            <a:r>
              <a:rPr lang="fr-FR" dirty="0" smtClean="0"/>
              <a:t> me in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ENTRE TES BRAS JE VIENS ENCORE SEIGNEUR</a:t>
            </a:r>
          </a:p>
          <a:p>
            <a:r>
              <a:rPr lang="fr-FR" smtClean="0"/>
              <a:t>Into your arms I'm drawing near again</a:t>
            </a:r>
          </a:p>
          <a:p>
            <a:endParaRPr lang="fr-FR" smtClean="0"/>
          </a:p>
          <a:p>
            <a:r>
              <a:rPr lang="fr-FR" smtClean="0"/>
              <a:t>2-  ÊTRE AVEC TOI C'EST LE DÉSIR DE MON CŒUR</a:t>
            </a:r>
          </a:p>
          <a:p>
            <a:r>
              <a:rPr lang="fr-FR" smtClean="0"/>
              <a:t>To dwell with you It's my only heart's desire</a:t>
            </a:r>
          </a:p>
          <a:p>
            <a:endParaRPr lang="fr-FR" smtClean="0"/>
          </a:p>
          <a:p>
            <a:r>
              <a:rPr lang="fr-FR" smtClean="0"/>
              <a:t>3-  ET À GENOUX JE SUIS DEVANT TOI EN PLEURS</a:t>
            </a:r>
          </a:p>
          <a:p>
            <a:r>
              <a:rPr lang="fr-FR" smtClean="0"/>
              <a:t>All I can do Is fall on my knees and cry</a:t>
            </a:r>
          </a:p>
          <a:p>
            <a:endParaRPr lang="fr-FR" smtClean="0"/>
          </a:p>
          <a:p>
            <a:r>
              <a:rPr lang="fr-FR" smtClean="0"/>
              <a:t>4-  AVEC TON FEU PURIFIE MON CŒUR</a:t>
            </a:r>
          </a:p>
          <a:p>
            <a:r>
              <a:rPr lang="fr-FR" smtClean="0"/>
              <a:t>Cleanse me with fire And purify my heart</a:t>
            </a:r>
          </a:p>
          <a:p>
            <a:endParaRPr lang="fr-FR" smtClean="0"/>
          </a:p>
          <a:p>
            <a:r>
              <a:rPr lang="fr-FR" smtClean="0"/>
              <a:t>5-  SAISI MOI CONDUITS MOI PLUS PRÈS</a:t>
            </a:r>
          </a:p>
          <a:p>
            <a:r>
              <a:rPr lang="fr-FR" smtClean="0"/>
              <a:t>Draw me close Closer than before</a:t>
            </a:r>
          </a:p>
          <a:p>
            <a:endParaRPr lang="fr-FR" smtClean="0"/>
          </a:p>
          <a:p>
            <a:r>
              <a:rPr lang="fr-FR" smtClean="0"/>
              <a:t>6-  OÙ JE N'AI JAMAIS ÉTÉ</a:t>
            </a:r>
          </a:p>
          <a:p>
            <a:r>
              <a:rPr lang="fr-FR" smtClean="0"/>
              <a:t>Closer than I've ever been</a:t>
            </a:r>
          </a:p>
          <a:p>
            <a:endParaRPr lang="fr-FR" smtClean="0"/>
          </a:p>
          <a:p>
            <a:r>
              <a:rPr lang="fr-FR" smtClean="0"/>
              <a:t>	7-  PRENDS MOI DANS TES BRAS, OH DIEU</a:t>
            </a:r>
          </a:p>
          <a:p>
            <a:r>
              <a:rPr lang="fr-FR" smtClean="0"/>
              <a:t>	Wrap me in your arms, oh God.		x2</a:t>
            </a:r>
          </a:p>
          <a:p>
            <a:endParaRPr lang="fr-FR" smtClean="0"/>
          </a:p>
          <a:p>
            <a:r>
              <a:rPr lang="fr-FR" smtClean="0"/>
              <a:t>8-  CONDUIS MOI S'IL TE PLAIT JUSQU'À CE LIEU SECRET</a:t>
            </a:r>
          </a:p>
          <a:p>
            <a:r>
              <a:rPr lang="fr-FR" smtClean="0"/>
              <a:t>So take me to that place Lord, To that secret place where</a:t>
            </a:r>
          </a:p>
          <a:p>
            <a:endParaRPr lang="fr-FR" smtClean="0"/>
          </a:p>
          <a:p>
            <a:r>
              <a:rPr lang="fr-FR" smtClean="0"/>
              <a:t>9-  JE SERAI AVEC TOI ET TU ME RENDRAS COMME TOI</a:t>
            </a:r>
          </a:p>
          <a:p>
            <a:r>
              <a:rPr lang="fr-FR" smtClean="0"/>
              <a:t>I can be with you You can make me like you</a:t>
            </a:r>
          </a:p>
          <a:p>
            <a:endParaRPr lang="fr-FR" smtClean="0"/>
          </a:p>
          <a:p>
            <a:r>
              <a:rPr lang="fr-FR" smtClean="0"/>
              <a:t>10-  PRENDS MOI DANS TES BRAS PRENDS MOI DANS TES BRAS</a:t>
            </a:r>
          </a:p>
          <a:p>
            <a:r>
              <a:rPr lang="fr-FR" smtClean="0"/>
              <a:t>Wrap me in your arms Wrap me in your arms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2E420A-ED2F-458E-8137-2046E084F3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1A7A8F-403D-44BF-B5FD-16B74BBAB5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02DC28-4DAF-4E50-9724-DEF4DCAF66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BCD7C5-B50F-4698-8733-B16D9F7829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DC660-4DBA-4CEC-A9DB-D9482A1844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06363A-9B43-472D-A05E-56F527C10E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2D2D5C-3F86-495D-AEB8-30C5E829AB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09607A-9D7A-41CC-9E35-9F73F95855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8943D9-FF9F-4E3E-B332-064568AB79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61E11C-FC88-4280-8337-EEC7906C02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8958A2-851B-437B-AFAF-2BCC0891C4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EFD9722-96E0-4427-9016-F53D1CA461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ENTRE TES BRAS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VIENS ENCORE SEIGNEUR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ÊTRE AVEC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C’EST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DÉSIR DE MON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À GENOUX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DEVANT TOI EN PLEURS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AVEC TON FEU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PURIFIE MON CŒUR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SAISIS-MOI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CONDUIS-MOI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PLUS PRÈS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OÙ 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N’AI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JAMAIS ÉTÉ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PRENDS-MOI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DANS TES BRAS, OH DIEU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CONDUIS-MOI S’IL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PLAÎT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JUSQU’À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 LIEU SECRET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SERAI AVEC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TU ME RENDRAS COMME TOI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PRENDS-MOI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DANS TES BRAS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PRENDS-MOI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DANS TES BRAS</a:t>
            </a: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1953</Words>
  <Application>Microsoft Office PowerPoint</Application>
  <PresentationFormat>On-screen Show (4:3)</PresentationFormat>
  <Paragraphs>598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56</cp:revision>
  <dcterms:created xsi:type="dcterms:W3CDTF">2002-08-17T13:12:10Z</dcterms:created>
  <dcterms:modified xsi:type="dcterms:W3CDTF">2015-04-19T07:01:52Z</dcterms:modified>
</cp:coreProperties>
</file>