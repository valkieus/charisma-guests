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43" autoAdjust="0"/>
    <p:restoredTop sz="39041" autoAdjust="0"/>
  </p:normalViewPr>
  <p:slideViewPr>
    <p:cSldViewPr>
      <p:cViewPr>
        <p:scale>
          <a:sx n="46" d="100"/>
          <a:sy n="46" d="100"/>
        </p:scale>
        <p:origin x="-516" y="1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E30E6B09-8C4C-48F1-8A34-C158DC25480C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AF8580E-2AB6-4512-B371-8454E06B3830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dirty="0" smtClean="0"/>
              <a:t>1-  IL Y A UN SON IL Y A UN SON</a:t>
            </a:r>
          </a:p>
          <a:p>
            <a:pPr>
              <a:defRPr/>
            </a:pPr>
            <a:r>
              <a:rPr lang="fr-FR" dirty="0" smtClean="0"/>
              <a:t>     There </a:t>
            </a:r>
            <a:r>
              <a:rPr lang="fr-FR" dirty="0" err="1" smtClean="0"/>
              <a:t>is</a:t>
            </a:r>
            <a:r>
              <a:rPr lang="fr-FR" dirty="0" smtClean="0"/>
              <a:t> a </a:t>
            </a:r>
            <a:r>
              <a:rPr lang="fr-FR" dirty="0" err="1" smtClean="0"/>
              <a:t>sound</a:t>
            </a:r>
            <a:r>
              <a:rPr lang="fr-FR" dirty="0" smtClean="0"/>
              <a:t> There </a:t>
            </a:r>
            <a:r>
              <a:rPr lang="fr-FR" dirty="0" err="1" smtClean="0"/>
              <a:t>is</a:t>
            </a:r>
            <a:r>
              <a:rPr lang="fr-FR" dirty="0" smtClean="0"/>
              <a:t> a </a:t>
            </a:r>
            <a:r>
              <a:rPr lang="fr-FR" dirty="0" err="1" smtClean="0"/>
              <a:t>sound</a:t>
            </a:r>
            <a:r>
              <a:rPr lang="fr-FR" dirty="0" smtClean="0"/>
              <a:t>	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2-  LE SON DE LA LIBERTÉ</a:t>
            </a:r>
          </a:p>
          <a:p>
            <a:pPr>
              <a:defRPr/>
            </a:pPr>
            <a:r>
              <a:rPr lang="fr-FR" dirty="0" smtClean="0"/>
              <a:t>   There </a:t>
            </a:r>
            <a:r>
              <a:rPr lang="fr-FR" dirty="0" err="1" smtClean="0"/>
              <a:t>is</a:t>
            </a:r>
            <a:r>
              <a:rPr lang="fr-FR" dirty="0" smtClean="0"/>
              <a:t> a </a:t>
            </a:r>
            <a:r>
              <a:rPr lang="fr-FR" dirty="0" err="1" smtClean="0"/>
              <a:t>sound</a:t>
            </a:r>
            <a:r>
              <a:rPr lang="fr-FR" dirty="0" smtClean="0"/>
              <a:t> of </a:t>
            </a:r>
            <a:r>
              <a:rPr lang="fr-FR" dirty="0" err="1" smtClean="0"/>
              <a:t>freedom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3-  J’ENTENDS LE SON J’ENTENDS LE SON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hear</a:t>
            </a:r>
            <a:r>
              <a:rPr lang="fr-FR" dirty="0" smtClean="0"/>
              <a:t> the </a:t>
            </a:r>
            <a:r>
              <a:rPr lang="fr-FR" dirty="0" err="1" smtClean="0"/>
              <a:t>sound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4-  LE SON DE LA LIBERTÉ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hear</a:t>
            </a:r>
            <a:r>
              <a:rPr lang="fr-FR" dirty="0" smtClean="0"/>
              <a:t> the </a:t>
            </a:r>
            <a:r>
              <a:rPr lang="fr-FR" dirty="0" err="1" smtClean="0"/>
              <a:t>sound</a:t>
            </a:r>
            <a:r>
              <a:rPr lang="fr-FR" dirty="0" smtClean="0"/>
              <a:t> of </a:t>
            </a:r>
            <a:r>
              <a:rPr lang="fr-FR" dirty="0" err="1" smtClean="0"/>
              <a:t>freedom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5-  LIBÈRE LE SON LIBÈRE LE SON</a:t>
            </a:r>
          </a:p>
          <a:p>
            <a:pPr>
              <a:defRPr/>
            </a:pPr>
            <a:r>
              <a:rPr lang="fr-FR" dirty="0" smtClean="0"/>
              <a:t>Release the </a:t>
            </a:r>
            <a:r>
              <a:rPr lang="fr-FR" dirty="0" err="1" smtClean="0"/>
              <a:t>sound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6-  LE SON DE LA LIBERTÉ</a:t>
            </a:r>
          </a:p>
          <a:p>
            <a:pPr>
              <a:defRPr/>
            </a:pPr>
            <a:r>
              <a:rPr lang="fr-FR" dirty="0" smtClean="0"/>
              <a:t>the </a:t>
            </a:r>
            <a:r>
              <a:rPr lang="fr-FR" dirty="0" err="1" smtClean="0"/>
              <a:t>sound</a:t>
            </a:r>
            <a:r>
              <a:rPr lang="fr-FR" dirty="0" smtClean="0"/>
              <a:t> of </a:t>
            </a:r>
            <a:r>
              <a:rPr lang="fr-FR" dirty="0" err="1" smtClean="0"/>
              <a:t>freedom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2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Y A UN SON IL Y A UN SON</a:t>
            </a:r>
          </a:p>
          <a:p>
            <a:r>
              <a:rPr lang="fr-FR" smtClean="0"/>
              <a:t>     There is a sound There is a sound	</a:t>
            </a:r>
          </a:p>
          <a:p>
            <a:endParaRPr lang="fr-FR" smtClean="0"/>
          </a:p>
          <a:p>
            <a:r>
              <a:rPr lang="fr-FR" smtClean="0"/>
              <a:t>2-  LE SON DE LA LIBERTÉ</a:t>
            </a:r>
          </a:p>
          <a:p>
            <a:r>
              <a:rPr lang="fr-FR" smtClean="0"/>
              <a:t>   There is a sound of freedom</a:t>
            </a:r>
          </a:p>
          <a:p>
            <a:endParaRPr lang="fr-FR" smtClean="0"/>
          </a:p>
          <a:p>
            <a:r>
              <a:rPr lang="fr-FR" smtClean="0"/>
              <a:t>3-  J’ENTENDS LE SON J’ENTENDS LE SON</a:t>
            </a:r>
          </a:p>
          <a:p>
            <a:r>
              <a:rPr lang="fr-FR" smtClean="0"/>
              <a:t>I hear the sound</a:t>
            </a:r>
          </a:p>
          <a:p>
            <a:endParaRPr lang="fr-FR" smtClean="0"/>
          </a:p>
          <a:p>
            <a:r>
              <a:rPr lang="fr-FR" smtClean="0"/>
              <a:t>4-  LE SON DE LA LIBERTÉ</a:t>
            </a:r>
          </a:p>
          <a:p>
            <a:r>
              <a:rPr lang="fr-FR" smtClean="0"/>
              <a:t>I hear the sound of freedom</a:t>
            </a:r>
          </a:p>
          <a:p>
            <a:endParaRPr lang="fr-FR" smtClean="0"/>
          </a:p>
          <a:p>
            <a:r>
              <a:rPr lang="fr-FR" smtClean="0"/>
              <a:t>5-  LIBÈRE LE SON LIBÈRE LE SON</a:t>
            </a:r>
          </a:p>
          <a:p>
            <a:r>
              <a:rPr lang="fr-FR" smtClean="0"/>
              <a:t>Release the sound</a:t>
            </a:r>
          </a:p>
          <a:p>
            <a:endParaRPr lang="fr-FR" smtClean="0"/>
          </a:p>
          <a:p>
            <a:r>
              <a:rPr lang="fr-FR" smtClean="0"/>
              <a:t>6-  LE SON DE LA LIBERTÉ</a:t>
            </a:r>
          </a:p>
          <a:p>
            <a:r>
              <a:rPr lang="fr-FR" smtClean="0"/>
              <a:t>the sound of freedom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IL Y A UN SON IL Y A UN SON</a:t>
            </a:r>
          </a:p>
          <a:p>
            <a:pPr>
              <a:defRPr/>
            </a:pPr>
            <a:r>
              <a:rPr lang="fr-FR" smtClean="0"/>
              <a:t>     There is a sound There is a sound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LE SON DE LA LIBERTÉ</a:t>
            </a:r>
          </a:p>
          <a:p>
            <a:pPr>
              <a:defRPr/>
            </a:pPr>
            <a:r>
              <a:rPr lang="fr-FR" smtClean="0"/>
              <a:t>   There is a sound of freedom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J’ENTENDS LE SON J’ENTENDS LE SON</a:t>
            </a:r>
          </a:p>
          <a:p>
            <a:pPr>
              <a:defRPr/>
            </a:pPr>
            <a:r>
              <a:rPr lang="fr-FR" smtClean="0"/>
              <a:t>I hear the sound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 SON DE LA LIBERTÉ</a:t>
            </a:r>
          </a:p>
          <a:p>
            <a:pPr>
              <a:defRPr/>
            </a:pPr>
            <a:r>
              <a:rPr lang="fr-FR" smtClean="0"/>
              <a:t>I hear the sound of freedom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LIBÈRE LE SON LIBÈRE LE SON</a:t>
            </a:r>
          </a:p>
          <a:p>
            <a:pPr>
              <a:defRPr/>
            </a:pPr>
            <a:r>
              <a:rPr lang="fr-FR" smtClean="0"/>
              <a:t>Release the sound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LE SON DE LA LIBERTÉ</a:t>
            </a:r>
          </a:p>
          <a:p>
            <a:pPr>
              <a:defRPr/>
            </a:pPr>
            <a:r>
              <a:rPr lang="fr-FR" smtClean="0"/>
              <a:t>the sound of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Y A UN SON IL Y A UN SON</a:t>
            </a:r>
          </a:p>
          <a:p>
            <a:r>
              <a:rPr lang="fr-FR" smtClean="0"/>
              <a:t>     There is a sound There is a sound	</a:t>
            </a:r>
          </a:p>
          <a:p>
            <a:endParaRPr lang="fr-FR" smtClean="0"/>
          </a:p>
          <a:p>
            <a:r>
              <a:rPr lang="fr-FR" smtClean="0"/>
              <a:t>2-  LE SON DE LA LIBERTÉ</a:t>
            </a:r>
          </a:p>
          <a:p>
            <a:r>
              <a:rPr lang="fr-FR" smtClean="0"/>
              <a:t>   There is a sound of freedom</a:t>
            </a:r>
          </a:p>
          <a:p>
            <a:endParaRPr lang="fr-FR" smtClean="0"/>
          </a:p>
          <a:p>
            <a:r>
              <a:rPr lang="fr-FR" smtClean="0"/>
              <a:t>3-  J’ENTENDS LE SON J’ENTENDS LE SON</a:t>
            </a:r>
          </a:p>
          <a:p>
            <a:r>
              <a:rPr lang="fr-FR" smtClean="0"/>
              <a:t>I hear the sound</a:t>
            </a:r>
          </a:p>
          <a:p>
            <a:endParaRPr lang="fr-FR" smtClean="0"/>
          </a:p>
          <a:p>
            <a:r>
              <a:rPr lang="fr-FR" smtClean="0"/>
              <a:t>4-  LE SON DE LA LIBERTÉ</a:t>
            </a:r>
          </a:p>
          <a:p>
            <a:r>
              <a:rPr lang="fr-FR" smtClean="0"/>
              <a:t>I hear the sound of freedom</a:t>
            </a:r>
          </a:p>
          <a:p>
            <a:endParaRPr lang="fr-FR" smtClean="0"/>
          </a:p>
          <a:p>
            <a:r>
              <a:rPr lang="fr-FR" smtClean="0"/>
              <a:t>5-  LIBÈRE LE SON LIBÈRE LE SON</a:t>
            </a:r>
          </a:p>
          <a:p>
            <a:r>
              <a:rPr lang="fr-FR" smtClean="0"/>
              <a:t>Release the sound</a:t>
            </a:r>
          </a:p>
          <a:p>
            <a:endParaRPr lang="fr-FR" smtClean="0"/>
          </a:p>
          <a:p>
            <a:r>
              <a:rPr lang="fr-FR" smtClean="0"/>
              <a:t>6-  LE SON DE LA LIBERTÉ</a:t>
            </a:r>
          </a:p>
          <a:p>
            <a:r>
              <a:rPr lang="fr-FR" smtClean="0"/>
              <a:t>the sound of freedom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IL Y A UN SON IL Y A UN SON</a:t>
            </a:r>
          </a:p>
          <a:p>
            <a:pPr>
              <a:defRPr/>
            </a:pPr>
            <a:r>
              <a:rPr lang="fr-FR" smtClean="0"/>
              <a:t>     There is a sound There is a sound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LE SON DE LA LIBERTÉ</a:t>
            </a:r>
          </a:p>
          <a:p>
            <a:pPr>
              <a:defRPr/>
            </a:pPr>
            <a:r>
              <a:rPr lang="fr-FR" smtClean="0"/>
              <a:t>   There is a sound of freedom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J’ENTENDS LE SON J’ENTENDS LE SON</a:t>
            </a:r>
          </a:p>
          <a:p>
            <a:pPr>
              <a:defRPr/>
            </a:pPr>
            <a:r>
              <a:rPr lang="fr-FR" smtClean="0"/>
              <a:t>I hear the sound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 SON DE LA LIBERTÉ</a:t>
            </a:r>
          </a:p>
          <a:p>
            <a:pPr>
              <a:defRPr/>
            </a:pPr>
            <a:r>
              <a:rPr lang="fr-FR" smtClean="0"/>
              <a:t>I hear the sound of freedom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LIBÈRE LE SON LIBÈRE LE SON</a:t>
            </a:r>
          </a:p>
          <a:p>
            <a:pPr>
              <a:defRPr/>
            </a:pPr>
            <a:r>
              <a:rPr lang="fr-FR" smtClean="0"/>
              <a:t>Release the sound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LE SON DE LA LIBERTÉ</a:t>
            </a:r>
          </a:p>
          <a:p>
            <a:pPr>
              <a:defRPr/>
            </a:pPr>
            <a:r>
              <a:rPr lang="fr-FR" smtClean="0"/>
              <a:t>the sound of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12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Y A UN SON IL Y A UN SON</a:t>
            </a:r>
          </a:p>
          <a:p>
            <a:r>
              <a:rPr lang="fr-FR" smtClean="0"/>
              <a:t>     There is a sound There is a sound	</a:t>
            </a:r>
          </a:p>
          <a:p>
            <a:endParaRPr lang="fr-FR" smtClean="0"/>
          </a:p>
          <a:p>
            <a:r>
              <a:rPr lang="fr-FR" smtClean="0"/>
              <a:t>2-  LE SON DE LA LIBERTÉ</a:t>
            </a:r>
          </a:p>
          <a:p>
            <a:r>
              <a:rPr lang="fr-FR" smtClean="0"/>
              <a:t>   There is a sound of freedom</a:t>
            </a:r>
          </a:p>
          <a:p>
            <a:endParaRPr lang="fr-FR" smtClean="0"/>
          </a:p>
          <a:p>
            <a:r>
              <a:rPr lang="fr-FR" smtClean="0"/>
              <a:t>3-  J’ENTENDS LE SON J’ENTENDS LE SON</a:t>
            </a:r>
          </a:p>
          <a:p>
            <a:r>
              <a:rPr lang="fr-FR" smtClean="0"/>
              <a:t>I hear the sound</a:t>
            </a:r>
          </a:p>
          <a:p>
            <a:endParaRPr lang="fr-FR" smtClean="0"/>
          </a:p>
          <a:p>
            <a:r>
              <a:rPr lang="fr-FR" smtClean="0"/>
              <a:t>4-  LE SON DE LA LIBERTÉ</a:t>
            </a:r>
          </a:p>
          <a:p>
            <a:r>
              <a:rPr lang="fr-FR" smtClean="0"/>
              <a:t>I hear the sound of freedom</a:t>
            </a:r>
          </a:p>
          <a:p>
            <a:endParaRPr lang="fr-FR" smtClean="0"/>
          </a:p>
          <a:p>
            <a:r>
              <a:rPr lang="fr-FR" smtClean="0"/>
              <a:t>5-  LIBÈRE LE SON LIBÈRE LE SON</a:t>
            </a:r>
          </a:p>
          <a:p>
            <a:r>
              <a:rPr lang="fr-FR" smtClean="0"/>
              <a:t>Release the sound</a:t>
            </a:r>
          </a:p>
          <a:p>
            <a:endParaRPr lang="fr-FR" smtClean="0"/>
          </a:p>
          <a:p>
            <a:r>
              <a:rPr lang="fr-FR" smtClean="0"/>
              <a:t>6-  LE SON DE LA LIBERTÉ</a:t>
            </a:r>
          </a:p>
          <a:p>
            <a:r>
              <a:rPr lang="fr-FR" smtClean="0"/>
              <a:t>the sound of freedom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IL Y A UN SON IL Y A UN SON</a:t>
            </a:r>
          </a:p>
          <a:p>
            <a:pPr>
              <a:defRPr/>
            </a:pPr>
            <a:r>
              <a:rPr lang="fr-FR" smtClean="0"/>
              <a:t>     There is a sound There is a sound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LE SON DE LA LIBERTÉ</a:t>
            </a:r>
          </a:p>
          <a:p>
            <a:pPr>
              <a:defRPr/>
            </a:pPr>
            <a:r>
              <a:rPr lang="fr-FR" smtClean="0"/>
              <a:t>   There is a sound of freedom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J’ENTENDS LE SON J’ENTENDS LE SON</a:t>
            </a:r>
          </a:p>
          <a:p>
            <a:pPr>
              <a:defRPr/>
            </a:pPr>
            <a:r>
              <a:rPr lang="fr-FR" smtClean="0"/>
              <a:t>I hear the sound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 SON DE LA LIBERTÉ</a:t>
            </a:r>
          </a:p>
          <a:p>
            <a:pPr>
              <a:defRPr/>
            </a:pPr>
            <a:r>
              <a:rPr lang="fr-FR" smtClean="0"/>
              <a:t>I hear the sound of freedom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LIBÈRE LE SON LIBÈRE LE SON</a:t>
            </a:r>
          </a:p>
          <a:p>
            <a:pPr>
              <a:defRPr/>
            </a:pPr>
            <a:r>
              <a:rPr lang="fr-FR" smtClean="0"/>
              <a:t>Release the sound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LE SON DE LA LIBERTÉ</a:t>
            </a:r>
          </a:p>
          <a:p>
            <a:pPr>
              <a:defRPr/>
            </a:pPr>
            <a:r>
              <a:rPr lang="fr-FR" smtClean="0"/>
              <a:t>the sound of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Y A UN SON IL Y A UN SON</a:t>
            </a:r>
          </a:p>
          <a:p>
            <a:r>
              <a:rPr lang="fr-FR" smtClean="0"/>
              <a:t>     There is a sound There is a sound	</a:t>
            </a:r>
          </a:p>
          <a:p>
            <a:endParaRPr lang="fr-FR" smtClean="0"/>
          </a:p>
          <a:p>
            <a:r>
              <a:rPr lang="fr-FR" smtClean="0"/>
              <a:t>2-  LE SON DE LA LIBERTÉ</a:t>
            </a:r>
          </a:p>
          <a:p>
            <a:r>
              <a:rPr lang="fr-FR" smtClean="0"/>
              <a:t>   There is a sound of freedom</a:t>
            </a:r>
          </a:p>
          <a:p>
            <a:endParaRPr lang="fr-FR" smtClean="0"/>
          </a:p>
          <a:p>
            <a:r>
              <a:rPr lang="fr-FR" smtClean="0"/>
              <a:t>3-  J’ENTENDS LE SON J’ENTENDS LE SON</a:t>
            </a:r>
          </a:p>
          <a:p>
            <a:r>
              <a:rPr lang="fr-FR" smtClean="0"/>
              <a:t>I hear the sound</a:t>
            </a:r>
          </a:p>
          <a:p>
            <a:endParaRPr lang="fr-FR" smtClean="0"/>
          </a:p>
          <a:p>
            <a:r>
              <a:rPr lang="fr-FR" smtClean="0"/>
              <a:t>4-  LE SON DE LA LIBERTÉ</a:t>
            </a:r>
          </a:p>
          <a:p>
            <a:r>
              <a:rPr lang="fr-FR" smtClean="0"/>
              <a:t>I hear the sound of freedom</a:t>
            </a:r>
          </a:p>
          <a:p>
            <a:endParaRPr lang="fr-FR" smtClean="0"/>
          </a:p>
          <a:p>
            <a:r>
              <a:rPr lang="fr-FR" smtClean="0"/>
              <a:t>5-  LIBÈRE LE SON LIBÈRE LE SON</a:t>
            </a:r>
          </a:p>
          <a:p>
            <a:r>
              <a:rPr lang="fr-FR" smtClean="0"/>
              <a:t>Release the sound</a:t>
            </a:r>
          </a:p>
          <a:p>
            <a:endParaRPr lang="fr-FR" smtClean="0"/>
          </a:p>
          <a:p>
            <a:r>
              <a:rPr lang="fr-FR" smtClean="0"/>
              <a:t>6-  LE SON DE LA LIBERTÉ</a:t>
            </a:r>
          </a:p>
          <a:p>
            <a:r>
              <a:rPr lang="fr-FR" smtClean="0"/>
              <a:t>the sound of freedom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IL Y A UN SON IL Y A UN SON</a:t>
            </a:r>
          </a:p>
          <a:p>
            <a:pPr>
              <a:defRPr/>
            </a:pPr>
            <a:r>
              <a:rPr lang="fr-FR" smtClean="0"/>
              <a:t>     There is a sound There is a sound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LE SON DE LA LIBERTÉ</a:t>
            </a:r>
          </a:p>
          <a:p>
            <a:pPr>
              <a:defRPr/>
            </a:pPr>
            <a:r>
              <a:rPr lang="fr-FR" smtClean="0"/>
              <a:t>   There is a sound of freedom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J’ENTENDS LE SON J’ENTENDS LE SON</a:t>
            </a:r>
          </a:p>
          <a:p>
            <a:pPr>
              <a:defRPr/>
            </a:pPr>
            <a:r>
              <a:rPr lang="fr-FR" smtClean="0"/>
              <a:t>I hear the sound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 SON DE LA LIBERTÉ</a:t>
            </a:r>
          </a:p>
          <a:p>
            <a:pPr>
              <a:defRPr/>
            </a:pPr>
            <a:r>
              <a:rPr lang="fr-FR" smtClean="0"/>
              <a:t>I hear the sound of freedom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LIBÈRE LE SON LIBÈRE LE SON</a:t>
            </a:r>
          </a:p>
          <a:p>
            <a:pPr>
              <a:defRPr/>
            </a:pPr>
            <a:r>
              <a:rPr lang="fr-FR" smtClean="0"/>
              <a:t>Release the sound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LE SON DE LA LIBERTÉ</a:t>
            </a:r>
          </a:p>
          <a:p>
            <a:pPr>
              <a:defRPr/>
            </a:pPr>
            <a:r>
              <a:rPr lang="fr-FR" smtClean="0"/>
              <a:t>the sound of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Y A UN SON IL Y A UN SON</a:t>
            </a:r>
          </a:p>
          <a:p>
            <a:r>
              <a:rPr lang="fr-FR" smtClean="0"/>
              <a:t>     There is a sound There is a sound	</a:t>
            </a:r>
          </a:p>
          <a:p>
            <a:endParaRPr lang="fr-FR" smtClean="0"/>
          </a:p>
          <a:p>
            <a:r>
              <a:rPr lang="fr-FR" smtClean="0"/>
              <a:t>2-  LE SON DE LA LIBERTÉ</a:t>
            </a:r>
          </a:p>
          <a:p>
            <a:r>
              <a:rPr lang="fr-FR" smtClean="0"/>
              <a:t>   There is a sound of freedom</a:t>
            </a:r>
          </a:p>
          <a:p>
            <a:endParaRPr lang="fr-FR" smtClean="0"/>
          </a:p>
          <a:p>
            <a:r>
              <a:rPr lang="fr-FR" smtClean="0"/>
              <a:t>3-  J’ENTENDS LE SON J’ENTENDS LE SON</a:t>
            </a:r>
          </a:p>
          <a:p>
            <a:r>
              <a:rPr lang="fr-FR" smtClean="0"/>
              <a:t>I hear the sound</a:t>
            </a:r>
          </a:p>
          <a:p>
            <a:endParaRPr lang="fr-FR" smtClean="0"/>
          </a:p>
          <a:p>
            <a:r>
              <a:rPr lang="fr-FR" smtClean="0"/>
              <a:t>4-  LE SON DE LA LIBERTÉ</a:t>
            </a:r>
          </a:p>
          <a:p>
            <a:r>
              <a:rPr lang="fr-FR" smtClean="0"/>
              <a:t>I hear the sound of freedom</a:t>
            </a:r>
          </a:p>
          <a:p>
            <a:endParaRPr lang="fr-FR" smtClean="0"/>
          </a:p>
          <a:p>
            <a:r>
              <a:rPr lang="fr-FR" smtClean="0"/>
              <a:t>5-  LIBÈRE LE SON LIBÈRE LE SON</a:t>
            </a:r>
          </a:p>
          <a:p>
            <a:r>
              <a:rPr lang="fr-FR" smtClean="0"/>
              <a:t>Release the sound</a:t>
            </a:r>
          </a:p>
          <a:p>
            <a:endParaRPr lang="fr-FR" smtClean="0"/>
          </a:p>
          <a:p>
            <a:r>
              <a:rPr lang="fr-FR" smtClean="0"/>
              <a:t>6-  LE SON DE LA LIBERTÉ</a:t>
            </a:r>
          </a:p>
          <a:p>
            <a:r>
              <a:rPr lang="fr-FR" smtClean="0"/>
              <a:t>the sound of freedom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IL Y A UN SON IL Y A UN SON</a:t>
            </a:r>
          </a:p>
          <a:p>
            <a:pPr>
              <a:defRPr/>
            </a:pPr>
            <a:r>
              <a:rPr lang="fr-FR" smtClean="0"/>
              <a:t>     There is a sound There is a sound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LE SON DE LA LIBERTÉ</a:t>
            </a:r>
          </a:p>
          <a:p>
            <a:pPr>
              <a:defRPr/>
            </a:pPr>
            <a:r>
              <a:rPr lang="fr-FR" smtClean="0"/>
              <a:t>   There is a sound of freedom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J’ENTENDS LE SON J’ENTENDS LE SON</a:t>
            </a:r>
          </a:p>
          <a:p>
            <a:pPr>
              <a:defRPr/>
            </a:pPr>
            <a:r>
              <a:rPr lang="fr-FR" smtClean="0"/>
              <a:t>I hear the sound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 SON DE LA LIBERTÉ</a:t>
            </a:r>
          </a:p>
          <a:p>
            <a:pPr>
              <a:defRPr/>
            </a:pPr>
            <a:r>
              <a:rPr lang="fr-FR" smtClean="0"/>
              <a:t>I hear the sound of freedom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LIBÈRE LE SON LIBÈRE LE SON</a:t>
            </a:r>
          </a:p>
          <a:p>
            <a:pPr>
              <a:defRPr/>
            </a:pPr>
            <a:r>
              <a:rPr lang="fr-FR" smtClean="0"/>
              <a:t>Release the sound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LE SON DE LA LIBERTÉ</a:t>
            </a:r>
          </a:p>
          <a:p>
            <a:pPr>
              <a:defRPr/>
            </a:pPr>
            <a:r>
              <a:rPr lang="fr-FR" smtClean="0"/>
              <a:t>the sound of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Y A UN SON IL Y A UN SON</a:t>
            </a:r>
          </a:p>
          <a:p>
            <a:r>
              <a:rPr lang="fr-FR" smtClean="0"/>
              <a:t>     There is a sound There is a sound	</a:t>
            </a:r>
          </a:p>
          <a:p>
            <a:endParaRPr lang="fr-FR" smtClean="0"/>
          </a:p>
          <a:p>
            <a:r>
              <a:rPr lang="fr-FR" smtClean="0"/>
              <a:t>2-  LE SON DE LA LIBERTÉ</a:t>
            </a:r>
          </a:p>
          <a:p>
            <a:r>
              <a:rPr lang="fr-FR" smtClean="0"/>
              <a:t>   There is a sound of freedom</a:t>
            </a:r>
          </a:p>
          <a:p>
            <a:endParaRPr lang="fr-FR" smtClean="0"/>
          </a:p>
          <a:p>
            <a:r>
              <a:rPr lang="fr-FR" smtClean="0"/>
              <a:t>3-  J’ENTENDS LE SON J’ENTENDS LE SON</a:t>
            </a:r>
          </a:p>
          <a:p>
            <a:r>
              <a:rPr lang="fr-FR" smtClean="0"/>
              <a:t>I hear the sound</a:t>
            </a:r>
          </a:p>
          <a:p>
            <a:endParaRPr lang="fr-FR" smtClean="0"/>
          </a:p>
          <a:p>
            <a:r>
              <a:rPr lang="fr-FR" smtClean="0"/>
              <a:t>4-  LE SON DE LA LIBERTÉ</a:t>
            </a:r>
          </a:p>
          <a:p>
            <a:r>
              <a:rPr lang="fr-FR" smtClean="0"/>
              <a:t>I hear the sound of freedom</a:t>
            </a:r>
          </a:p>
          <a:p>
            <a:endParaRPr lang="fr-FR" smtClean="0"/>
          </a:p>
          <a:p>
            <a:r>
              <a:rPr lang="fr-FR" smtClean="0"/>
              <a:t>5-  LIBÈRE LE SON LIBÈRE LE SON</a:t>
            </a:r>
          </a:p>
          <a:p>
            <a:r>
              <a:rPr lang="fr-FR" smtClean="0"/>
              <a:t>Release the sound</a:t>
            </a:r>
          </a:p>
          <a:p>
            <a:endParaRPr lang="fr-FR" smtClean="0"/>
          </a:p>
          <a:p>
            <a:r>
              <a:rPr lang="fr-FR" smtClean="0"/>
              <a:t>6-  LE SON DE LA LIBERTÉ</a:t>
            </a:r>
          </a:p>
          <a:p>
            <a:r>
              <a:rPr lang="fr-FR" smtClean="0"/>
              <a:t>the sound of freedom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F7F247-FCAA-4FCB-BC00-84277B8380E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FA1BB0-BE6B-43EB-B107-0F02BD4387E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C98C33-7E29-440E-B4A4-AD8EF87A994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5808B1-2B2D-4FDA-9A62-A123FD8130A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216FFE-54AB-4859-A14C-94721F9F3ED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D9E3F0-5852-4722-9CB5-4EAE78E0C62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EB6A5F-DDFA-4AF9-8480-3AA84B97AC4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AB90C7-D3C9-4A01-BF41-4DDB18DEC70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754007-6A26-4900-B094-9C8508BDACA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85DD-80E3-4327-AFC1-A44CC254EB7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0AE680-14DA-4AE9-AC39-487A58D6328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61E222CE-503D-44E5-A55D-F12F022502D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IL Y A UN SON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IL Y A UN SON</a:t>
            </a:r>
          </a:p>
        </p:txBody>
      </p:sp>
      <p:sp>
        <p:nvSpPr>
          <p:cNvPr id="2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 SON DE LA LIBERTÉ</a:t>
            </a:r>
          </a:p>
        </p:txBody>
      </p:sp>
      <p:sp>
        <p:nvSpPr>
          <p:cNvPr id="307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J’ENTENDS LE SON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J’ENTENDS LE SON</a:t>
            </a:r>
          </a:p>
        </p:txBody>
      </p:sp>
      <p:sp>
        <p:nvSpPr>
          <p:cNvPr id="409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 SON DE LA LIBERTÉ</a:t>
            </a:r>
          </a:p>
        </p:txBody>
      </p:sp>
      <p:sp>
        <p:nvSpPr>
          <p:cNvPr id="512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LIBÈRE LE SON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LIBÈRE LE SON</a:t>
            </a:r>
          </a:p>
        </p:txBody>
      </p:sp>
      <p:sp>
        <p:nvSpPr>
          <p:cNvPr id="614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 SON DE LA LIBERTÉ</a:t>
            </a:r>
          </a:p>
        </p:txBody>
      </p:sp>
      <p:sp>
        <p:nvSpPr>
          <p:cNvPr id="717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277</Words>
  <Application>Microsoft Office PowerPoint</Application>
  <PresentationFormat>On-screen Show (4:3)</PresentationFormat>
  <Paragraphs>213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Yeah-man</cp:lastModifiedBy>
  <cp:revision>53</cp:revision>
  <dcterms:created xsi:type="dcterms:W3CDTF">2002-08-17T13:12:10Z</dcterms:created>
  <dcterms:modified xsi:type="dcterms:W3CDTF">2015-04-18T15:33:03Z</dcterms:modified>
</cp:coreProperties>
</file>