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4" autoAdjust="0"/>
    <p:restoredTop sz="57284" autoAdjust="0"/>
  </p:normalViewPr>
  <p:slideViewPr>
    <p:cSldViewPr>
      <p:cViewPr>
        <p:scale>
          <a:sx n="46" d="100"/>
          <a:sy n="46" d="100"/>
        </p:scale>
        <p:origin x="-594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801AFBA-80A4-4A53-873B-C2AFF409567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8DD18F-766A-46A8-B26A-A827F631ADD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L’AMOUR M’A SAISI  ET JE NE PEUX L’EXPLIQUER</a:t>
            </a:r>
          </a:p>
          <a:p>
            <a:pPr>
              <a:defRPr/>
            </a:pPr>
            <a:r>
              <a:rPr lang="fr-FR" smtClean="0"/>
              <a:t>I’ve been captured by a love I can’t explain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À TOI JE SUIS, CHANGÉ À TOUT JAMAIS J’AI DÉLAISSÉ TOUT CE QUE J’AI CONNU </a:t>
            </a:r>
          </a:p>
          <a:p>
            <a:pPr>
              <a:defRPr/>
            </a:pPr>
            <a:r>
              <a:rPr lang="fr-FR" smtClean="0"/>
              <a:t>Now You have me and I’m forever changed I’ve abandoned everything I’ve ever known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M’ABANDONNE MA VIE NE M’APPARTIENT PLUS</a:t>
            </a:r>
          </a:p>
          <a:p>
            <a:pPr>
              <a:defRPr/>
            </a:pPr>
            <a:r>
              <a:rPr lang="fr-FR" smtClean="0"/>
              <a:t>Now I surrender my life is not my 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SUIS TOUT À TOI </a:t>
            </a:r>
          </a:p>
          <a:p>
            <a:pPr>
              <a:defRPr/>
            </a:pPr>
            <a:r>
              <a:rPr lang="fr-FR" smtClean="0"/>
              <a:t>I belong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MA VIE N’EST PLUS À MOI JE SUIS TOUT À TOI</a:t>
            </a:r>
          </a:p>
          <a:p>
            <a:pPr>
              <a:defRPr/>
            </a:pPr>
            <a:r>
              <a:rPr lang="fr-FR" smtClean="0"/>
              <a:t>My life is not my own To you I belong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TE DONNE TOUT JE TE DONNE TOUT DE MOI</a:t>
            </a:r>
          </a:p>
          <a:p>
            <a:pPr>
              <a:defRPr/>
            </a:pPr>
            <a:r>
              <a:rPr lang="fr-FR" smtClean="0"/>
              <a:t>I give myself I give myself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M’A SAISI  ET JE NE PEUX L’EXPLIQUER</a:t>
            </a:r>
          </a:p>
          <a:p>
            <a:r>
              <a:rPr lang="fr-FR" smtClean="0"/>
              <a:t>I’ve been captured by a love I can’t explain</a:t>
            </a:r>
          </a:p>
          <a:p>
            <a:endParaRPr lang="fr-FR" smtClean="0"/>
          </a:p>
          <a:p>
            <a:r>
              <a:rPr lang="fr-FR" smtClean="0"/>
              <a:t>2-  À TOI JE SUIS, CHANGÉ À TOUT JAMAIS J’AI DÉLAISSÉ TOUT CE QUE J’AI CONNU </a:t>
            </a:r>
          </a:p>
          <a:p>
            <a:r>
              <a:rPr lang="fr-FR" smtClean="0"/>
              <a:t>Now You have me and I’m forever changed I’ve abandoned everything I’ve ever known</a:t>
            </a:r>
          </a:p>
          <a:p>
            <a:endParaRPr lang="fr-FR" smtClean="0"/>
          </a:p>
          <a:p>
            <a:r>
              <a:rPr lang="fr-FR" smtClean="0"/>
              <a:t>3-  JE M’ABANDONNE MA VIE NE M’APPARTIENT PLUS</a:t>
            </a:r>
          </a:p>
          <a:p>
            <a:r>
              <a:rPr lang="fr-FR" smtClean="0"/>
              <a:t>Now I surrender my life is not my own</a:t>
            </a:r>
          </a:p>
          <a:p>
            <a:endParaRPr lang="fr-FR" smtClean="0"/>
          </a:p>
          <a:p>
            <a:r>
              <a:rPr lang="fr-FR" smtClean="0"/>
              <a:t>4-  JE SUIS TOUT À TOI </a:t>
            </a:r>
          </a:p>
          <a:p>
            <a:r>
              <a:rPr lang="fr-FR" smtClean="0"/>
              <a:t>I belong to You</a:t>
            </a:r>
          </a:p>
          <a:p>
            <a:endParaRPr lang="fr-FR" smtClean="0"/>
          </a:p>
          <a:p>
            <a:r>
              <a:rPr lang="fr-FR" smtClean="0"/>
              <a:t>5-  MA VIE N’EST PLUS À MOI JE SUIS TOUT À TOI</a:t>
            </a:r>
          </a:p>
          <a:p>
            <a:r>
              <a:rPr lang="fr-FR" smtClean="0"/>
              <a:t>My life is not my own To you I belong</a:t>
            </a:r>
          </a:p>
          <a:p>
            <a:endParaRPr lang="fr-FR" smtClean="0"/>
          </a:p>
          <a:p>
            <a:r>
              <a:rPr lang="fr-FR" smtClean="0"/>
              <a:t>6-  JE TE DONNE TOUT JE TE DONNE TOUT DE MOI</a:t>
            </a:r>
          </a:p>
          <a:p>
            <a:r>
              <a:rPr lang="fr-FR" smtClean="0"/>
              <a:t>I give myself I give myself to You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16D9C-FCCF-41D3-9784-3E353EE05E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DF95A-2ECC-4C55-98B3-415B3781D1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8B9B6-60C6-4D26-9D8F-797836ED2A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E4720-3E0A-4508-99DA-B3B980A67E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73CE0-1B49-407B-88AD-18AEEBD944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1774B-5A5B-46FC-9BD7-E299889955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00DA4-3C7E-4142-A17F-5D7B57A19E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FBF1D-A64B-4956-AC91-AD8351230B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9255B-F5DB-4CE9-9110-75AD325107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7981E-84FC-42A6-ACC2-9BE593B0CC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4A3A1-2400-418A-B1B8-318FB4F3E7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AD8111-B069-451E-8179-A606479B7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L’AMOUR M’A SAISI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NE PEUX L’EXPLIQUER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TOI JE SUIS, CHANGÉ À TOUT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DÉLAISSÉ TOUT CE QUE 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CONNU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M’ABANDONNE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NE M’APPARTIENT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TOUT À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N’EST PLUS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TOUT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1461</Words>
  <Application>Microsoft Office PowerPoint</Application>
  <PresentationFormat>On-screen Show (4:3)</PresentationFormat>
  <Paragraphs>227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51</cp:revision>
  <dcterms:created xsi:type="dcterms:W3CDTF">2002-08-17T13:12:10Z</dcterms:created>
  <dcterms:modified xsi:type="dcterms:W3CDTF">2015-04-18T12:23:50Z</dcterms:modified>
</cp:coreProperties>
</file>