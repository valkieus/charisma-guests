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1627" autoAdjust="0"/>
  </p:normalViewPr>
  <p:slideViewPr>
    <p:cSldViewPr>
      <p:cViewPr>
        <p:scale>
          <a:sx n="40" d="100"/>
          <a:sy n="40" d="100"/>
        </p:scale>
        <p:origin x="-660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D923E88-E551-4B38-AFA6-852E8A69488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B3A038C-199A-4EF5-A061-431975B2F39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DÉCIDÉ DE SUIVRE JÉSUSI </a:t>
            </a:r>
          </a:p>
          <a:p>
            <a:pPr>
              <a:defRPr/>
            </a:pPr>
            <a:r>
              <a:rPr lang="fr-FR" smtClean="0"/>
              <a:t>have decided to follow Jesus	 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QU’IMPORTE LE PRIX</a:t>
            </a:r>
          </a:p>
          <a:p>
            <a:pPr>
              <a:defRPr/>
            </a:pPr>
            <a:r>
              <a:rPr lang="fr-FR" smtClean="0"/>
              <a:t>Though none go with	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MOI JE LE SUIVRAI</a:t>
            </a:r>
          </a:p>
          <a:p>
            <a:pPr>
              <a:defRPr/>
            </a:pPr>
            <a:r>
              <a:rPr lang="fr-FR" smtClean="0"/>
              <a:t>me Still I will follow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DÉCIDÉ DE SUIVRE JÉSUSI </a:t>
            </a:r>
          </a:p>
          <a:p>
            <a:r>
              <a:rPr lang="fr-FR" smtClean="0"/>
              <a:t>have decided to follow Jesus	   x3</a:t>
            </a:r>
          </a:p>
          <a:p>
            <a:endParaRPr lang="fr-FR" smtClean="0"/>
          </a:p>
          <a:p>
            <a:r>
              <a:rPr lang="fr-FR" smtClean="0"/>
              <a:t>2-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r>
              <a:rPr lang="fr-FR" smtClean="0"/>
              <a:t>3-  QU’IMPORTE LE PRIX</a:t>
            </a:r>
          </a:p>
          <a:p>
            <a:r>
              <a:rPr lang="fr-FR" smtClean="0"/>
              <a:t>Though none go with	X3</a:t>
            </a:r>
          </a:p>
          <a:p>
            <a:endParaRPr lang="fr-FR" smtClean="0"/>
          </a:p>
          <a:p>
            <a:r>
              <a:rPr lang="fr-FR" smtClean="0"/>
              <a:t>4-  MOI JE LE SUIVRAI</a:t>
            </a:r>
          </a:p>
          <a:p>
            <a:r>
              <a:rPr lang="fr-FR" smtClean="0"/>
              <a:t>me Still I will follow</a:t>
            </a:r>
          </a:p>
          <a:p>
            <a:endParaRPr lang="fr-FR" smtClean="0"/>
          </a:p>
          <a:p>
            <a:r>
              <a:rPr lang="fr-FR" smtClean="0"/>
              <a:t>5-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DÉCIDÉ DE SUIVRE JÉSUSI </a:t>
            </a:r>
          </a:p>
          <a:p>
            <a:pPr>
              <a:defRPr/>
            </a:pPr>
            <a:r>
              <a:rPr lang="fr-FR" smtClean="0"/>
              <a:t>have decided to follow Jesus	 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QU’IMPORTE LE PRIX</a:t>
            </a:r>
          </a:p>
          <a:p>
            <a:pPr>
              <a:defRPr/>
            </a:pPr>
            <a:r>
              <a:rPr lang="fr-FR" smtClean="0"/>
              <a:t>Though none go with	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MOI JE LE SUIVRAI</a:t>
            </a:r>
          </a:p>
          <a:p>
            <a:pPr>
              <a:defRPr/>
            </a:pPr>
            <a:r>
              <a:rPr lang="fr-FR" smtClean="0"/>
              <a:t>me Still I will follow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DÉCIDÉ DE SUIVRE JÉSUSI </a:t>
            </a:r>
          </a:p>
          <a:p>
            <a:r>
              <a:rPr lang="fr-FR" smtClean="0"/>
              <a:t>have decided to follow Jesus	   x3</a:t>
            </a:r>
          </a:p>
          <a:p>
            <a:endParaRPr lang="fr-FR" smtClean="0"/>
          </a:p>
          <a:p>
            <a:r>
              <a:rPr lang="fr-FR" smtClean="0"/>
              <a:t>2-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r>
              <a:rPr lang="fr-FR" smtClean="0"/>
              <a:t>3-  QU’IMPORTE LE PRIX</a:t>
            </a:r>
          </a:p>
          <a:p>
            <a:r>
              <a:rPr lang="fr-FR" smtClean="0"/>
              <a:t>Though none go with	X3</a:t>
            </a:r>
          </a:p>
          <a:p>
            <a:endParaRPr lang="fr-FR" smtClean="0"/>
          </a:p>
          <a:p>
            <a:r>
              <a:rPr lang="fr-FR" smtClean="0"/>
              <a:t>4-  MOI JE LE SUIVRAI</a:t>
            </a:r>
          </a:p>
          <a:p>
            <a:r>
              <a:rPr lang="fr-FR" smtClean="0"/>
              <a:t>me Still I will follow</a:t>
            </a:r>
          </a:p>
          <a:p>
            <a:endParaRPr lang="fr-FR" smtClean="0"/>
          </a:p>
          <a:p>
            <a:r>
              <a:rPr lang="fr-FR" smtClean="0"/>
              <a:t>5-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DÉCIDÉ DE SUIVRE JÉSUSI </a:t>
            </a:r>
          </a:p>
          <a:p>
            <a:pPr>
              <a:defRPr/>
            </a:pPr>
            <a:r>
              <a:rPr lang="fr-FR" smtClean="0"/>
              <a:t>have decided to follow Jesus	 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QU’IMPORTE LE PRIX</a:t>
            </a:r>
          </a:p>
          <a:p>
            <a:pPr>
              <a:defRPr/>
            </a:pPr>
            <a:r>
              <a:rPr lang="fr-FR" smtClean="0"/>
              <a:t>Though none go with	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MOI JE LE SUIVRAI</a:t>
            </a:r>
          </a:p>
          <a:p>
            <a:pPr>
              <a:defRPr/>
            </a:pPr>
            <a:r>
              <a:rPr lang="fr-FR" smtClean="0"/>
              <a:t>me Still I will follow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DÉCIDÉ DE SUIVRE JÉSUSI </a:t>
            </a:r>
          </a:p>
          <a:p>
            <a:r>
              <a:rPr lang="fr-FR" smtClean="0"/>
              <a:t>have decided to follow Jesus	   x3</a:t>
            </a:r>
          </a:p>
          <a:p>
            <a:endParaRPr lang="fr-FR" smtClean="0"/>
          </a:p>
          <a:p>
            <a:r>
              <a:rPr lang="fr-FR" smtClean="0"/>
              <a:t>2-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r>
              <a:rPr lang="fr-FR" smtClean="0"/>
              <a:t>3-  QU’IMPORTE LE PRIX</a:t>
            </a:r>
          </a:p>
          <a:p>
            <a:r>
              <a:rPr lang="fr-FR" smtClean="0"/>
              <a:t>Though none go with	X3</a:t>
            </a:r>
          </a:p>
          <a:p>
            <a:endParaRPr lang="fr-FR" smtClean="0"/>
          </a:p>
          <a:p>
            <a:r>
              <a:rPr lang="fr-FR" smtClean="0"/>
              <a:t>4-  MOI JE LE SUIVRAI</a:t>
            </a:r>
          </a:p>
          <a:p>
            <a:r>
              <a:rPr lang="fr-FR" smtClean="0"/>
              <a:t>me Still I will follow</a:t>
            </a:r>
          </a:p>
          <a:p>
            <a:endParaRPr lang="fr-FR" smtClean="0"/>
          </a:p>
          <a:p>
            <a:r>
              <a:rPr lang="fr-FR" smtClean="0"/>
              <a:t>5-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DÉCIDÉ DE SUIVRE JÉSUSI </a:t>
            </a:r>
          </a:p>
          <a:p>
            <a:pPr>
              <a:defRPr/>
            </a:pPr>
            <a:r>
              <a:rPr lang="fr-FR" smtClean="0"/>
              <a:t>have decided to follow Jesus	 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QU’IMPORTE LE PRIX</a:t>
            </a:r>
          </a:p>
          <a:p>
            <a:pPr>
              <a:defRPr/>
            </a:pPr>
            <a:r>
              <a:rPr lang="fr-FR" smtClean="0"/>
              <a:t>Though none go with	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MOI JE LE SUIVRAI</a:t>
            </a:r>
          </a:p>
          <a:p>
            <a:pPr>
              <a:defRPr/>
            </a:pPr>
            <a:r>
              <a:rPr lang="fr-FR" smtClean="0"/>
              <a:t>me Still I will follow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DÉCIDÉ DE SUIVRE JÉSUSI </a:t>
            </a:r>
          </a:p>
          <a:p>
            <a:r>
              <a:rPr lang="fr-FR" smtClean="0"/>
              <a:t>have decided to follow Jesus	   x3</a:t>
            </a:r>
          </a:p>
          <a:p>
            <a:endParaRPr lang="fr-FR" smtClean="0"/>
          </a:p>
          <a:p>
            <a:r>
              <a:rPr lang="fr-FR" smtClean="0"/>
              <a:t>2-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r>
              <a:rPr lang="fr-FR" smtClean="0"/>
              <a:t>3-  QU’IMPORTE LE PRIX</a:t>
            </a:r>
          </a:p>
          <a:p>
            <a:r>
              <a:rPr lang="fr-FR" smtClean="0"/>
              <a:t>Though none go with	X3</a:t>
            </a:r>
          </a:p>
          <a:p>
            <a:endParaRPr lang="fr-FR" smtClean="0"/>
          </a:p>
          <a:p>
            <a:r>
              <a:rPr lang="fr-FR" smtClean="0"/>
              <a:t>4-  MOI JE LE SUIVRAI</a:t>
            </a:r>
          </a:p>
          <a:p>
            <a:r>
              <a:rPr lang="fr-FR" smtClean="0"/>
              <a:t>me Still I will follow</a:t>
            </a:r>
          </a:p>
          <a:p>
            <a:endParaRPr lang="fr-FR" smtClean="0"/>
          </a:p>
          <a:p>
            <a:r>
              <a:rPr lang="fr-FR" smtClean="0"/>
              <a:t>5-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DÉCIDÉ DE SUIVRE JÉSUSI </a:t>
            </a:r>
          </a:p>
          <a:p>
            <a:pPr>
              <a:defRPr/>
            </a:pPr>
            <a:r>
              <a:rPr lang="fr-FR" smtClean="0"/>
              <a:t>have decided to follow Jesus	 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QU’IMPORTE LE PRIX</a:t>
            </a:r>
          </a:p>
          <a:p>
            <a:pPr>
              <a:defRPr/>
            </a:pPr>
            <a:r>
              <a:rPr lang="fr-FR" smtClean="0"/>
              <a:t>Though none go with	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MOI JE LE SUIVRAI</a:t>
            </a:r>
          </a:p>
          <a:p>
            <a:pPr>
              <a:defRPr/>
            </a:pPr>
            <a:r>
              <a:rPr lang="fr-FR" smtClean="0"/>
              <a:t>me Still I will follow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ME RETOURNE PAS JE NE ME RETOURNE PAS</a:t>
            </a:r>
          </a:p>
          <a:p>
            <a:pPr>
              <a:defRPr/>
            </a:pPr>
            <a:r>
              <a:rPr lang="fr-FR" smtClean="0"/>
              <a:t>No turning back, no turning back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DÉCIDÉ DE SUIVRE JÉSUSI </a:t>
            </a:r>
          </a:p>
          <a:p>
            <a:r>
              <a:rPr lang="fr-FR" smtClean="0"/>
              <a:t>have decided to follow Jesus	   x3</a:t>
            </a:r>
          </a:p>
          <a:p>
            <a:endParaRPr lang="fr-FR" smtClean="0"/>
          </a:p>
          <a:p>
            <a:r>
              <a:rPr lang="fr-FR" smtClean="0"/>
              <a:t>2-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r>
              <a:rPr lang="fr-FR" smtClean="0"/>
              <a:t>3-  QU’IMPORTE LE PRIX</a:t>
            </a:r>
          </a:p>
          <a:p>
            <a:r>
              <a:rPr lang="fr-FR" smtClean="0"/>
              <a:t>Though none go with	X3</a:t>
            </a:r>
          </a:p>
          <a:p>
            <a:endParaRPr lang="fr-FR" smtClean="0"/>
          </a:p>
          <a:p>
            <a:r>
              <a:rPr lang="fr-FR" smtClean="0"/>
              <a:t>4-  MOI JE LE SUIVRAI</a:t>
            </a:r>
          </a:p>
          <a:p>
            <a:r>
              <a:rPr lang="fr-FR" smtClean="0"/>
              <a:t>me Still I will follow</a:t>
            </a:r>
          </a:p>
          <a:p>
            <a:endParaRPr lang="fr-FR" smtClean="0"/>
          </a:p>
          <a:p>
            <a:r>
              <a:rPr lang="fr-FR" smtClean="0"/>
              <a:t>5-  JE NE ME RETOURNE PAS JE NE ME RETOURNE PAS</a:t>
            </a:r>
          </a:p>
          <a:p>
            <a:r>
              <a:rPr lang="fr-FR" smtClean="0"/>
              <a:t>No turning back, no turning back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357D9-B8BF-452D-8882-EF95BC878B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EBAA8-D1C8-40EE-8680-B95CA91F51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2D6E7-8EA6-457A-B242-C29D3F5C79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022C3-4859-49C9-B792-97A3DD0FDC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83948-4954-42CB-B34A-2CB91A3E15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E5DFA-E785-4EC7-AC72-6707794745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48E67-9901-492B-BA1F-7D0560C226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36207-84ED-449F-95BA-5BCC1E43F9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136BB-B8EA-4B7B-8AB6-44E3A7FB82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10CC6-AEA2-41C9-8F6B-B3AD9B4020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DAFA0-12AE-4E35-A066-7B65AB5437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FA6467E-CFBD-4DC6-A66D-69943161E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	DÉCIDÉ DE SUIVRE JÉSUS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ME RETOURNE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ME RETOURNE PAS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QU’IMPORTE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PRIX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 JE LE SUIVRAI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ME RETOURNE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ME RETOURNE PAS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138</Words>
  <Application>Microsoft Office PowerPoint</Application>
  <PresentationFormat>On-screen Show (4:3)</PresentationFormat>
  <Paragraphs>147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2015-04-18T14:21:24Z</dcterms:modified>
</cp:coreProperties>
</file>