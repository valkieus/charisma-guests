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0" r:id="rId4"/>
    <p:sldId id="262" r:id="rId5"/>
    <p:sldId id="261" r:id="rId6"/>
    <p:sldId id="263" r:id="rId7"/>
    <p:sldId id="264" r:id="rId8"/>
    <p:sldId id="266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39041" autoAdjust="0"/>
  </p:normalViewPr>
  <p:slideViewPr>
    <p:cSldViewPr>
      <p:cViewPr>
        <p:scale>
          <a:sx n="46" d="100"/>
          <a:sy n="46" d="100"/>
        </p:scale>
        <p:origin x="-51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AE215D7-AA98-41BE-B7AA-D2C92AD1C31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0C70FC-B8D3-4B71-9E6F-50AE37BC6C0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 IL Y A LA GUÉRISON EN TON NOM</a:t>
            </a:r>
          </a:p>
          <a:p>
            <a:pPr>
              <a:defRPr/>
            </a:pPr>
            <a:r>
              <a:rPr lang="fr-FR" smtClean="0"/>
              <a:t>Jésus, Jésus, There is healing when I call Your name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JÉSUS J’AIME INVOQUER TON SAINT NOM</a:t>
            </a:r>
          </a:p>
          <a:p>
            <a:pPr>
              <a:defRPr/>
            </a:pPr>
            <a:r>
              <a:rPr lang="fr-FR" smtClean="0"/>
              <a:t>Jésus, How I love to call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OH, JÉSUS</a:t>
            </a:r>
          </a:p>
          <a:p>
            <a:pPr>
              <a:defRPr/>
            </a:pPr>
            <a:r>
              <a:rPr lang="fr-FR" smtClean="0"/>
              <a:t>Oh,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JÉSUS  COMBIEN J’AIME T’INVOQUER</a:t>
            </a:r>
          </a:p>
          <a:p>
            <a:pPr>
              <a:defRPr/>
            </a:pPr>
            <a:r>
              <a:rPr lang="fr-FR" smtClean="0"/>
              <a:t>Jésus, How I love to call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JÉSUS, JÉSUS COMBIEN J’AIME TE LOUER</a:t>
            </a:r>
          </a:p>
          <a:p>
            <a:pPr>
              <a:defRPr/>
            </a:pPr>
            <a:r>
              <a:rPr lang="fr-FR" smtClean="0"/>
              <a:t>Jésus, Jésus, How I love to sing Your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OH, JÉSUS, JÉSUS IL Y A LA GUÉRISON EN TON NOM</a:t>
            </a:r>
          </a:p>
          <a:p>
            <a:pPr>
              <a:defRPr/>
            </a:pPr>
            <a:r>
              <a:rPr lang="fr-FR" smtClean="0"/>
              <a:t>Oh, Jesus, Jesus There is healing when I call Your name	x2</a:t>
            </a:r>
          </a:p>
          <a:p>
            <a:pPr>
              <a:defRPr/>
            </a:pPr>
            <a:r>
              <a:rPr lang="fr-FR" smtClean="0"/>
              <a:t>    </a:t>
            </a:r>
          </a:p>
          <a:p>
            <a:pPr>
              <a:defRPr/>
            </a:pPr>
            <a:r>
              <a:rPr lang="fr-FR" smtClean="0"/>
              <a:t>8-  TOUT EST CHANGÉ AU SON DE TON NOM</a:t>
            </a:r>
          </a:p>
          <a:p>
            <a:pPr>
              <a:defRPr/>
            </a:pPr>
            <a:r>
              <a:rPr lang="fr-FR" smtClean="0"/>
              <a:t>Something happens when I call Your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IL Y A LA GUÉRISON EN TON NOM</a:t>
            </a:r>
          </a:p>
          <a:p>
            <a:r>
              <a:rPr lang="fr-FR" smtClean="0"/>
              <a:t>Jésus, Jésus, There is healing when I call Your name	x2</a:t>
            </a:r>
          </a:p>
          <a:p>
            <a:endParaRPr lang="fr-FR" smtClean="0"/>
          </a:p>
          <a:p>
            <a:r>
              <a:rPr lang="fr-FR" smtClean="0"/>
              <a:t>2-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3-  JÉSUS J’AIME INVOQUER TON SAINT NOM</a:t>
            </a:r>
          </a:p>
          <a:p>
            <a:r>
              <a:rPr lang="fr-FR" smtClean="0"/>
              <a:t>Jésus, How I love to call Your name</a:t>
            </a:r>
          </a:p>
          <a:p>
            <a:endParaRPr lang="fr-FR" smtClean="0"/>
          </a:p>
          <a:p>
            <a:r>
              <a:rPr lang="fr-FR" smtClean="0"/>
              <a:t>4-  OH, JÉSUS</a:t>
            </a:r>
          </a:p>
          <a:p>
            <a:r>
              <a:rPr lang="fr-FR" smtClean="0"/>
              <a:t>Oh, Jesus</a:t>
            </a:r>
          </a:p>
          <a:p>
            <a:endParaRPr lang="fr-FR" smtClean="0"/>
          </a:p>
          <a:p>
            <a:r>
              <a:rPr lang="fr-FR" smtClean="0"/>
              <a:t>5-  JÉSUS  COMBIEN J’AIME T’INVOQUER</a:t>
            </a:r>
          </a:p>
          <a:p>
            <a:r>
              <a:rPr lang="fr-FR" smtClean="0"/>
              <a:t>Jésus, How I love to call You</a:t>
            </a:r>
          </a:p>
          <a:p>
            <a:endParaRPr lang="fr-FR" smtClean="0"/>
          </a:p>
          <a:p>
            <a:r>
              <a:rPr lang="fr-FR" smtClean="0"/>
              <a:t>6-  JÉSUS, JÉSUS COMBIEN J’AIME TE LOUER</a:t>
            </a:r>
          </a:p>
          <a:p>
            <a:r>
              <a:rPr lang="fr-FR" smtClean="0"/>
              <a:t>Jésus, Jésus, How I love to sing Your praise</a:t>
            </a:r>
          </a:p>
          <a:p>
            <a:endParaRPr lang="fr-FR" smtClean="0"/>
          </a:p>
          <a:p>
            <a:r>
              <a:rPr lang="fr-FR" smtClean="0"/>
              <a:t>7-  OH, JÉSUS, JÉSUS IL Y A LA GUÉRISON EN TON NOM</a:t>
            </a:r>
          </a:p>
          <a:p>
            <a:r>
              <a:rPr lang="fr-FR" smtClean="0"/>
              <a:t>Oh, Jesus, Jesus There is healing when I call Your name	x2</a:t>
            </a:r>
          </a:p>
          <a:p>
            <a:r>
              <a:rPr lang="fr-FR" smtClean="0"/>
              <a:t>    </a:t>
            </a:r>
          </a:p>
          <a:p>
            <a:r>
              <a:rPr lang="fr-FR" smtClean="0"/>
              <a:t>8-  TOUT EST CHANGÉ AU SON DE TON NOM</a:t>
            </a:r>
          </a:p>
          <a:p>
            <a:r>
              <a:rPr lang="fr-FR" smtClean="0"/>
              <a:t>Something happens when I call Your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A6D4E-3469-4478-9FFB-D69DCE09F2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C1E35-3CB5-4B63-A60B-43B23B9721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1013B-993C-4193-A175-7DF0F0C14F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55CAD-4F63-41D5-9B9C-3F2BA5C431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093DA-D729-4922-9372-2A530A6F92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ED420-B85D-4CA3-9DC6-153D211998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DA016-48D8-479F-9B95-966F357C89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A4DC-6D02-49E2-9FDE-C41D887A03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7F38E-2E03-451F-B0B9-DD566895D6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C8902-7A94-4257-A4FC-64ACDB00A2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09626-FAC5-43F4-99B1-E126AAC7E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223AB1D-E1E2-4950-80DE-7B195695BE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 LA GUÉRISON EN TON NOM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 JÉSUS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J’AIME INVOQUER TON SAINT NOM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 JÉSUS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COMBIEN J’AIME T’INVOQUER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COMBIEN J’AIME TE LOUER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 JÉSUS,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Y A LA GUÉRISON EN TON NOM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EST CHANGÉ AU SON DE TON NOM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439</Words>
  <Application>Microsoft Office PowerPoint</Application>
  <PresentationFormat>On-screen Show (4:3)</PresentationFormat>
  <Paragraphs>381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2015-04-18T15:51:36Z</dcterms:modified>
</cp:coreProperties>
</file>