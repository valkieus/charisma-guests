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4" r:id="rId15"/>
    <p:sldId id="28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2486" autoAdjust="0"/>
  </p:normalViewPr>
  <p:slideViewPr>
    <p:cSldViewPr>
      <p:cViewPr>
        <p:scale>
          <a:sx n="30" d="100"/>
          <a:sy n="30" d="100"/>
        </p:scale>
        <p:origin x="-648" y="-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5DF5629-9AE8-48CC-BCD6-AC3B6E8CEF8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F32866-321C-4035-A749-96CE08D3D2D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N’ES PAS UN DIEU CRÉÉ PAR UNE MAIN HUMAINE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You are not a God Created by human hands</a:t>
            </a:r>
            <a:r>
              <a:rPr lang="fr-FR" dirty="0" smtClean="0"/>
              <a:t>
2-  TU N’ES PAS UN DIEU  QUI DÉPEND D’UN HOMME MORTEL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You are not a God  Dependant on any mortal man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ET TU N’AS BESOIN DE RIEN  QUE NOUS PUISSIONS TE DONNER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You are not a God  In need of anything we can give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en-US" dirty="0" smtClean="0"/>
              <a:t>By Your plan, that’s just the way it is  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CAR TOI SEUL ES DIEU AVANT L’ÉTERNITÉ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</a:t>
            </a:r>
            <a:r>
              <a:rPr lang="en-US" dirty="0" smtClean="0"/>
              <a:t>You are God alone  From before time began</a:t>
            </a:r>
            <a:r>
              <a:rPr lang="fr-FR" dirty="0" smtClean="0"/>
              <a:t>
	6-  TU RÉGNES DANS LES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</a:t>
            </a:r>
            <a:r>
              <a:rPr lang="en-US" dirty="0" smtClean="0"/>
              <a:t>You were on Your throne You are God alone</a:t>
            </a:r>
            <a:r>
              <a:rPr lang="fr-FR" dirty="0" smtClean="0"/>
              <a:t>
	7-  DANS LES BONS DANS LES MAUVAIS MOMENTS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</a:t>
            </a:r>
            <a:r>
              <a:rPr lang="en-US" dirty="0" smtClean="0"/>
              <a:t>And right now In the good times and bad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TON TRÔNE EST AUX CIEUX CAR TOI SEUL ES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</a:t>
            </a:r>
            <a:r>
              <a:rPr lang="en-US" dirty="0" smtClean="0"/>
              <a:t>You are on Your throne You are God alone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ES LE SEUL DIEU SI PUISSANT QUE RIEN NE LE CONTIENT </a:t>
            </a:r>
          </a:p>
          <a:p>
            <a:pPr>
              <a:defRPr/>
            </a:pPr>
            <a:r>
              <a:rPr lang="en-US" dirty="0" smtClean="0"/>
              <a:t>You’re the only God  whose power none can contend</a:t>
            </a:r>
            <a:r>
              <a:rPr lang="fr-FR" dirty="0" smtClean="0"/>
              <a:t>
10-  TU ES LE SEUL DIEU, LE SEUL NOM QUE NOUS LOUERONS SANS FIN </a:t>
            </a:r>
          </a:p>
          <a:p>
            <a:pPr>
              <a:defRPr/>
            </a:pPr>
            <a:r>
              <a:rPr lang="en-US" dirty="0" smtClean="0"/>
              <a:t>You’re the only God  whose name and praise will never end </a:t>
            </a:r>
            <a:r>
              <a:rPr lang="fr-FR" dirty="0" smtClean="0"/>
              <a:t>
11-  ET TU ES LE SEUL DIEU DIGNE À QUI TOUT DONNER </a:t>
            </a:r>
          </a:p>
          <a:p>
            <a:pPr>
              <a:defRPr/>
            </a:pPr>
            <a:r>
              <a:rPr lang="en-US" dirty="0" smtClean="0"/>
              <a:t>You’re the only God   who’s worthy of everything we can give </a:t>
            </a:r>
            <a:r>
              <a:rPr lang="fr-FR" dirty="0" smtClean="0"/>
              <a:t>
12-  TU ES DIEU, TOUT SIMPLEMENT TU ES </a:t>
            </a:r>
          </a:p>
          <a:p>
            <a:pPr>
              <a:defRPr/>
            </a:pPr>
            <a:r>
              <a:rPr lang="en-US" dirty="0" smtClean="0"/>
              <a:t>You are God and that’s just the way it is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13-  DIEU INCHANGEABLE  INÉBRANLABLE </a:t>
            </a:r>
          </a:p>
          <a:p>
            <a:pPr>
              <a:defRPr/>
            </a:pPr>
            <a:r>
              <a:rPr lang="en-US" dirty="0" smtClean="0"/>
              <a:t>Unchangeable   Unshakable </a:t>
            </a:r>
            <a:r>
              <a:rPr lang="fr-FR" dirty="0" smtClean="0"/>
              <a:t>
14-  INARRÊTABLE VOICI QUI TU ES </a:t>
            </a:r>
          </a:p>
          <a:p>
            <a:pPr>
              <a:defRPr/>
            </a:pPr>
            <a:r>
              <a:rPr lang="fr-FR" dirty="0" err="1" smtClean="0"/>
              <a:t>Unstoppable</a:t>
            </a:r>
            <a:r>
              <a:rPr lang="en-US" dirty="0" smtClean="0"/>
              <a:t>  </a:t>
            </a: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</a:t>
            </a:r>
            <a:r>
              <a:rPr lang="fr-FR" dirty="0" smtClean="0"/>
              <a:t>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13-  DIEU INCHANGEABLE  INÉBRANLABLE 
14-  INARRÊTABLE VOICI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VOICI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 
2-  TU N’ES PAS UN DIEU  QUI DÉPEND D’UN HOMME MORTEL 
3-  ET TU N’AS BESOIN DE RIEN  QUE NOUS PUISSIONS TE DONNER 
4-  CAR TOI SEUL, TU AS TOUT ORDONNÉ 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5-  CAR TOI SEUL ES DIEU AVANT L’ÉTERNITÉ 
	6-  TU RÉGNES DANS LES CIEUX CAR TOI SEUL ES DIEU 
	7-  DANS LES BONS DANS LES MAUVAIS MOMENTS 
	8-  TON TRÔNE EST AUX CIEUX CAR TOI SEUL ES DIEU </a:t>
            </a:r>
          </a:p>
          <a:p>
            <a:endParaRPr lang="fr-FR" smtClean="0"/>
          </a:p>
          <a:p>
            <a:r>
              <a:rPr lang="fr-FR" smtClean="0"/>
              <a:t>9-  TU ES LE SEUL DIEU SI PUISSANT QUE RIEN NE LE CONTIENT 
10-  TU ES LE SEUL DIEU, LE SEUL NOM QUE NOUS LOUERONS SANS FIN 
11-  ET TU ES LE SEUL DIEU DIGNE À QUI TOUT DONNER 
12-  TU ES DIEU, TOUT SIMPLEMENT TU ES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
13-  DIEU INCHANGEABLE  INÉBRANLABLE 
14-  INARRÊTABLE VOICI QUI TU ES </a:t>
            </a:r>
          </a:p>
          <a:p>
            <a:r>
              <a:rPr lang="fr-FR" smtClean="0"/>
              <a:t>15-  VOICI QUI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FF344-A187-4E99-9490-8308DBEBC8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C6C8C-5104-401D-8389-CF8642799C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B3C01-D70B-467C-A5AA-28C6952865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B5F79-B771-4C43-B620-3EBC54183E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05D31-F2DF-4096-A041-49C1900F18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FA700-1EF0-40AD-B88C-BEB450E1F2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99103-5787-4EEB-8F0B-7007778BB0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DF4DE-43E5-40FC-8C17-6A23FBCEC2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2E8DD-6889-4C92-AAD1-68445C409D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64B22-2F2C-429D-8792-884FD69146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9D86B-8FE8-44C9-8134-4C2B355507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3CBB15D-0833-47FC-9C52-56A177314A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PAS UN DIEU CRÉÉ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UNE MAIN HUMAINE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N’ES PAS UN DIEU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DÉPENDANT D’UN HOMME MORTEL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N’AS AUCUN BESOIN 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PUISSIONS COMBLER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TOI SEUL, TU AS TOUT ORDONNÉ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TOI SEUL ES DIEU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L’ÉTERNITÉ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RÉGNES DANS LES CIEUX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TOI SEUL ES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BONS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MAUVAIS MOMENTS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TRÔNE EST AUX CIEUX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TOI SEUL ES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DIEU SI PUISSANT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TE CONTIENT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DIEU, LE SEUL NOM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LOUERONS SANS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ES LE SEUL DIEU DIGNE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QUI TOUT DONNER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DIEU, TOUT SIMPLEMENT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INCHANGEABLE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INÉBRANLABLE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INARRÊTABLE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QUI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QUI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456</Words>
  <Application>Microsoft Office PowerPoint</Application>
  <PresentationFormat>On-screen Show (4:3)</PresentationFormat>
  <Paragraphs>376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142</cp:revision>
  <dcterms:created xsi:type="dcterms:W3CDTF">2002-08-17T10:50:50Z</dcterms:created>
  <dcterms:modified xsi:type="dcterms:W3CDTF">2015-11-20T19:16:21Z</dcterms:modified>
</cp:coreProperties>
</file>