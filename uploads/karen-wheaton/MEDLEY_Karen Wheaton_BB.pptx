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72" r:id="rId6"/>
    <p:sldId id="271" r:id="rId7"/>
    <p:sldId id="270" r:id="rId8"/>
    <p:sldId id="269" r:id="rId9"/>
    <p:sldId id="268" r:id="rId10"/>
    <p:sldId id="267" r:id="rId11"/>
    <p:sldId id="273" r:id="rId12"/>
    <p:sldId id="266" r:id="rId13"/>
    <p:sldId id="265" r:id="rId14"/>
    <p:sldId id="264" r:id="rId15"/>
    <p:sldId id="274" r:id="rId16"/>
    <p:sldId id="263" r:id="rId17"/>
    <p:sldId id="275" r:id="rId18"/>
    <p:sldId id="262" r:id="rId19"/>
    <p:sldId id="276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46057" autoAdjust="0"/>
  </p:normalViewPr>
  <p:slideViewPr>
    <p:cSldViewPr>
      <p:cViewPr varScale="1">
        <p:scale>
          <a:sx n="41" d="100"/>
          <a:sy n="41" d="100"/>
        </p:scale>
        <p:origin x="-114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6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F930824-3452-41A7-9752-007475CB46F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23CC0B5-E039-4805-AD70-C379E2AD8A48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>
              <a:defRPr/>
            </a:pPr>
            <a:endParaRPr lang="fr-FR" alt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hope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built</a:t>
            </a:r>
            <a:r>
              <a:rPr lang="fr-FR" altLang="fr-FR" dirty="0" smtClean="0"/>
              <a:t> on </a:t>
            </a:r>
            <a:r>
              <a:rPr lang="fr-FR" altLang="fr-FR" dirty="0" err="1" smtClean="0"/>
              <a:t>nothing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less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' </a:t>
            </a:r>
            <a:r>
              <a:rPr lang="fr-FR" altLang="fr-FR" dirty="0" err="1" smtClean="0"/>
              <a:t>blood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righteousness</a:t>
            </a:r>
            <a:r>
              <a:rPr lang="fr-FR" altLang="fr-FR" dirty="0" smtClean="0"/>
              <a:t>;</a:t>
            </a:r>
          </a:p>
          <a:p>
            <a:pPr>
              <a:defRPr/>
            </a:pPr>
            <a:r>
              <a:rPr lang="fr-FR" altLang="fr-FR" dirty="0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dare</a:t>
            </a:r>
            <a:r>
              <a:rPr lang="fr-FR" altLang="fr-FR" dirty="0" smtClean="0"/>
              <a:t> not trust the </a:t>
            </a:r>
            <a:r>
              <a:rPr lang="fr-FR" altLang="fr-FR" dirty="0" err="1" smtClean="0"/>
              <a:t>sweetest</a:t>
            </a:r>
            <a:r>
              <a:rPr lang="fr-FR" altLang="fr-FR" dirty="0" smtClean="0"/>
              <a:t> frame, But </a:t>
            </a:r>
            <a:r>
              <a:rPr lang="fr-FR" altLang="fr-FR" dirty="0" err="1" smtClean="0"/>
              <a:t>wholly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lean</a:t>
            </a:r>
            <a:r>
              <a:rPr lang="fr-FR" altLang="fr-FR" dirty="0" smtClean="0"/>
              <a:t> on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'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.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dirty="0" err="1" smtClean="0"/>
              <a:t>When</a:t>
            </a:r>
            <a:r>
              <a:rPr lang="fr-FR" altLang="fr-FR" dirty="0" smtClean="0"/>
              <a:t> He </a:t>
            </a:r>
            <a:r>
              <a:rPr lang="fr-FR" altLang="fr-FR" dirty="0" err="1" smtClean="0"/>
              <a:t>shall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trumpet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sound</a:t>
            </a:r>
            <a:r>
              <a:rPr lang="fr-FR" altLang="fr-FR" dirty="0" smtClean="0"/>
              <a:t>, Oh, </a:t>
            </a:r>
            <a:r>
              <a:rPr lang="fr-FR" altLang="fr-FR" dirty="0" err="1" smtClean="0"/>
              <a:t>may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,</a:t>
            </a:r>
          </a:p>
          <a:p>
            <a:pPr>
              <a:defRPr/>
            </a:pPr>
            <a:r>
              <a:rPr lang="fr-FR" altLang="fr-FR" dirty="0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dirty="0" err="1" smtClean="0"/>
              <a:t>Clothed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righteousness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Faultless</a:t>
            </a:r>
            <a:r>
              <a:rPr lang="fr-FR" altLang="fr-FR" dirty="0" smtClean="0"/>
              <a:t> to stand </a:t>
            </a:r>
            <a:r>
              <a:rPr lang="fr-FR" altLang="fr-FR" dirty="0" err="1" smtClean="0"/>
              <a:t>before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throne</a:t>
            </a:r>
            <a:r>
              <a:rPr lang="fr-FR" altLang="fr-FR" dirty="0" smtClean="0"/>
              <a:t>!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dirty="0" smtClean="0"/>
              <a:t>On Christ, the </a:t>
            </a:r>
            <a:r>
              <a:rPr lang="fr-FR" altLang="fr-FR" dirty="0" err="1" smtClean="0"/>
              <a:t>solid</a:t>
            </a:r>
            <a:r>
              <a:rPr lang="fr-FR" altLang="fr-FR" dirty="0" smtClean="0"/>
              <a:t> Rock, I stand; All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ground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sinking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sand</a:t>
            </a:r>
            <a:r>
              <a:rPr lang="fr-FR" altLang="fr-FR" dirty="0" smtClean="0"/>
              <a:t>.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            xxx TIS SO </a:t>
            </a:r>
            <a:r>
              <a:rPr lang="fr-FR" altLang="fr-FR" dirty="0" err="1" smtClean="0"/>
              <a:t>SWEETxxx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dirty="0" err="1" smtClean="0"/>
              <a:t>Tis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sweet</a:t>
            </a:r>
            <a:r>
              <a:rPr lang="fr-FR" altLang="fr-FR" dirty="0" smtClean="0"/>
              <a:t> to trust in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, Just to </a:t>
            </a:r>
            <a:r>
              <a:rPr lang="fr-FR" altLang="fr-FR" dirty="0" err="1" smtClean="0"/>
              <a:t>take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Word;</a:t>
            </a:r>
          </a:p>
          <a:p>
            <a:pPr>
              <a:defRPr/>
            </a:pPr>
            <a:r>
              <a:rPr lang="fr-FR" altLang="fr-FR" dirty="0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dirty="0" smtClean="0"/>
              <a:t>Just to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upon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promise, And to know, “</a:t>
            </a:r>
            <a:r>
              <a:rPr lang="fr-FR" altLang="fr-FR" dirty="0" err="1" smtClean="0"/>
              <a:t>Thus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says</a:t>
            </a:r>
            <a:r>
              <a:rPr lang="fr-FR" altLang="fr-FR" dirty="0" smtClean="0"/>
              <a:t> the Lord!”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 </a:t>
            </a:r>
          </a:p>
          <a:p>
            <a:pPr>
              <a:defRPr/>
            </a:pPr>
            <a:r>
              <a:rPr lang="fr-FR" altLang="fr-FR" dirty="0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dirty="0" err="1" smtClean="0"/>
              <a:t>Jesus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, how I trust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! How </a:t>
            </a:r>
            <a:r>
              <a:rPr lang="fr-FR" altLang="fr-FR" dirty="0" err="1" smtClean="0"/>
              <a:t>I’ve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proved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o’er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o’er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dirty="0" err="1" smtClean="0"/>
              <a:t>Jesus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precious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O for </a:t>
            </a:r>
            <a:r>
              <a:rPr lang="fr-FR" altLang="fr-FR" dirty="0" err="1" smtClean="0"/>
              <a:t>grace</a:t>
            </a:r>
            <a:r>
              <a:rPr lang="fr-FR" altLang="fr-FR" dirty="0" smtClean="0"/>
              <a:t> to trust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more!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xxx BLESSED ASSURANCE xxx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 J’AI L’ASSURANCE D’ÊTRE EN JÉSUS</a:t>
            </a:r>
          </a:p>
          <a:p>
            <a:pPr>
              <a:defRPr/>
            </a:pPr>
            <a:r>
              <a:rPr lang="fr-FR" altLang="fr-FR" dirty="0" err="1" smtClean="0"/>
              <a:t>Blessed</a:t>
            </a:r>
            <a:r>
              <a:rPr lang="fr-FR" altLang="fr-FR" dirty="0" smtClean="0"/>
              <a:t> assurance,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mine!</a:t>
            </a:r>
          </a:p>
          <a:p>
            <a:pPr>
              <a:defRPr/>
            </a:pPr>
            <a:r>
              <a:rPr lang="fr-FR" altLang="fr-FR" dirty="0" smtClean="0"/>
              <a:t>11-  QUELLE ESPÉRANCE DE SA GLOIRE VENUE</a:t>
            </a:r>
          </a:p>
          <a:p>
            <a:pPr>
              <a:defRPr/>
            </a:pPr>
            <a:r>
              <a:rPr lang="fr-FR" altLang="fr-FR" dirty="0" smtClean="0"/>
              <a:t>O </a:t>
            </a:r>
            <a:r>
              <a:rPr lang="fr-FR" altLang="fr-FR" dirty="0" err="1" smtClean="0"/>
              <a:t>what</a:t>
            </a:r>
            <a:r>
              <a:rPr lang="fr-FR" altLang="fr-FR" dirty="0" smtClean="0"/>
              <a:t> a </a:t>
            </a:r>
            <a:r>
              <a:rPr lang="fr-FR" altLang="fr-FR" dirty="0" err="1" smtClean="0"/>
              <a:t>foretaste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glory</a:t>
            </a:r>
            <a:r>
              <a:rPr lang="fr-FR" altLang="fr-FR" dirty="0" smtClean="0"/>
              <a:t> divine!</a:t>
            </a:r>
          </a:p>
          <a:p>
            <a:pPr>
              <a:defRPr/>
            </a:pPr>
            <a:r>
              <a:rPr lang="fr-FR" altLang="fr-FR" dirty="0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dirty="0" err="1" smtClean="0"/>
              <a:t>Heir</a:t>
            </a:r>
            <a:r>
              <a:rPr lang="fr-FR" altLang="fr-FR" dirty="0" smtClean="0"/>
              <a:t> of salvation, </a:t>
            </a:r>
            <a:r>
              <a:rPr lang="fr-FR" altLang="fr-FR" dirty="0" err="1" smtClean="0"/>
              <a:t>purchase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, Born of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Spirit, and </a:t>
            </a:r>
            <a:r>
              <a:rPr lang="fr-FR" altLang="fr-FR" dirty="0" err="1" smtClean="0"/>
              <a:t>washed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blood</a:t>
            </a:r>
            <a:r>
              <a:rPr lang="fr-FR" altLang="fr-FR" dirty="0" smtClean="0"/>
              <a:t>.</a:t>
            </a:r>
          </a:p>
          <a:p>
            <a:pPr>
              <a:defRPr/>
            </a:pPr>
            <a:r>
              <a:rPr lang="fr-FR" altLang="fr-FR" dirty="0" smtClean="0"/>
              <a:t> 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story,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Savior</a:t>
            </a:r>
            <a:r>
              <a:rPr lang="fr-FR" altLang="fr-FR" dirty="0" smtClean="0"/>
              <a:t>, all the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long</a:t>
            </a:r>
          </a:p>
          <a:p>
            <a:pPr>
              <a:defRPr/>
            </a:pPr>
            <a:r>
              <a:rPr lang="fr-FR" altLang="fr-FR" dirty="0" smtClean="0"/>
              <a:t>14-  C’EST MON HISTOIRE, C’EST MON CHANT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story,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15-  LOUER MON SAUVEUR À CHAQUE INSTANT</a:t>
            </a:r>
          </a:p>
          <a:p>
            <a:pPr>
              <a:defRPr/>
            </a:pPr>
            <a:r>
              <a:rPr lang="fr-FR" altLang="fr-FR" dirty="0" err="1" smtClean="0"/>
              <a:t>Praising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Savior</a:t>
            </a:r>
            <a:r>
              <a:rPr lang="fr-FR" altLang="fr-FR" dirty="0" smtClean="0"/>
              <a:t>, all the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long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16-  PARFAITE SOUMISSION PARFAIT BONHEUR</a:t>
            </a:r>
          </a:p>
          <a:p>
            <a:pPr>
              <a:defRPr/>
            </a:pPr>
            <a:r>
              <a:rPr lang="fr-FR" altLang="fr-FR" dirty="0" err="1" smtClean="0"/>
              <a:t>Perfect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submission</a:t>
            </a:r>
            <a:r>
              <a:rPr lang="fr-FR" altLang="fr-FR" dirty="0" smtClean="0"/>
              <a:t>, all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</a:t>
            </a:r>
          </a:p>
          <a:p>
            <a:pPr>
              <a:defRPr/>
            </a:pPr>
            <a:r>
              <a:rPr lang="fr-FR" altLang="fr-FR" dirty="0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dirty="0" smtClean="0"/>
              <a:t>I in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Savior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am</a:t>
            </a:r>
            <a:r>
              <a:rPr lang="fr-FR" altLang="fr-FR" dirty="0" smtClean="0"/>
              <a:t> happy and </a:t>
            </a:r>
            <a:r>
              <a:rPr lang="fr-FR" altLang="fr-FR" dirty="0" err="1" smtClean="0"/>
              <a:t>blest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18-  L’ÉCHO DES ANGES QUI CLAMENT FORT</a:t>
            </a:r>
          </a:p>
          <a:p>
            <a:pPr>
              <a:defRPr/>
            </a:pPr>
            <a:r>
              <a:rPr lang="fr-FR" altLang="fr-FR" dirty="0" err="1" smtClean="0"/>
              <a:t>Watching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waiting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looking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above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19-  SON GRAND AMOUR ET SA MISÉRICORDE</a:t>
            </a:r>
          </a:p>
          <a:p>
            <a:pPr>
              <a:defRPr/>
            </a:pP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goodness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love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xxxxxxxxxx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dirty="0" smtClean="0"/>
              <a:t>21-  JE SUIS DANS L’ATTENTE PLEIN DE CONFIANCE</a:t>
            </a:r>
          </a:p>
          <a:p>
            <a:pPr>
              <a:defRPr/>
            </a:pPr>
            <a:r>
              <a:rPr lang="fr-FR" altLang="fr-FR" dirty="0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dirty="0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hope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built</a:t>
            </a:r>
            <a:r>
              <a:rPr lang="fr-FR" altLang="fr-FR" dirty="0" smtClean="0"/>
              <a:t> on </a:t>
            </a:r>
            <a:r>
              <a:rPr lang="fr-FR" altLang="fr-FR" dirty="0" err="1" smtClean="0"/>
              <a:t>nothing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less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' </a:t>
            </a:r>
            <a:r>
              <a:rPr lang="fr-FR" altLang="fr-FR" dirty="0" err="1" smtClean="0"/>
              <a:t>blood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righteousness</a:t>
            </a:r>
            <a:r>
              <a:rPr lang="fr-FR" altLang="fr-FR" dirty="0" smtClean="0"/>
              <a:t>;</a:t>
            </a:r>
          </a:p>
          <a:p>
            <a:pPr>
              <a:defRPr/>
            </a:pPr>
            <a:r>
              <a:rPr lang="fr-FR" altLang="fr-FR" dirty="0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dirty="0" smtClean="0"/>
              <a:t>I </a:t>
            </a:r>
            <a:r>
              <a:rPr lang="fr-FR" altLang="fr-FR" dirty="0" err="1" smtClean="0"/>
              <a:t>dare</a:t>
            </a:r>
            <a:r>
              <a:rPr lang="fr-FR" altLang="fr-FR" dirty="0" smtClean="0"/>
              <a:t> not trust the </a:t>
            </a:r>
            <a:r>
              <a:rPr lang="fr-FR" altLang="fr-FR" dirty="0" err="1" smtClean="0"/>
              <a:t>sweetest</a:t>
            </a:r>
            <a:r>
              <a:rPr lang="fr-FR" altLang="fr-FR" dirty="0" smtClean="0"/>
              <a:t> frame, But </a:t>
            </a:r>
            <a:r>
              <a:rPr lang="fr-FR" altLang="fr-FR" dirty="0" err="1" smtClean="0"/>
              <a:t>wholly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lean</a:t>
            </a:r>
            <a:r>
              <a:rPr lang="fr-FR" altLang="fr-FR" dirty="0" smtClean="0"/>
              <a:t> on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' </a:t>
            </a:r>
            <a:r>
              <a:rPr lang="fr-FR" altLang="fr-FR" dirty="0" err="1" smtClean="0"/>
              <a:t>name</a:t>
            </a:r>
            <a:r>
              <a:rPr lang="fr-FR" altLang="fr-FR" dirty="0" smtClean="0"/>
              <a:t>.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dirty="0" err="1" smtClean="0"/>
              <a:t>When</a:t>
            </a:r>
            <a:r>
              <a:rPr lang="fr-FR" altLang="fr-FR" dirty="0" smtClean="0"/>
              <a:t> He </a:t>
            </a:r>
            <a:r>
              <a:rPr lang="fr-FR" altLang="fr-FR" dirty="0" err="1" smtClean="0"/>
              <a:t>shall</a:t>
            </a:r>
            <a:r>
              <a:rPr lang="fr-FR" altLang="fr-FR" dirty="0" smtClean="0"/>
              <a:t> come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trumpet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sound</a:t>
            </a:r>
            <a:r>
              <a:rPr lang="fr-FR" altLang="fr-FR" dirty="0" smtClean="0"/>
              <a:t>, Oh, </a:t>
            </a:r>
            <a:r>
              <a:rPr lang="fr-FR" altLang="fr-FR" dirty="0" err="1" smtClean="0"/>
              <a:t>may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then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found</a:t>
            </a:r>
            <a:r>
              <a:rPr lang="fr-FR" altLang="fr-FR" dirty="0" smtClean="0"/>
              <a:t>,</a:t>
            </a:r>
          </a:p>
          <a:p>
            <a:pPr>
              <a:defRPr/>
            </a:pPr>
            <a:r>
              <a:rPr lang="fr-FR" altLang="fr-FR" dirty="0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dirty="0" err="1" smtClean="0"/>
              <a:t>Clothed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righteousness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Faultless</a:t>
            </a:r>
            <a:r>
              <a:rPr lang="fr-FR" altLang="fr-FR" dirty="0" smtClean="0"/>
              <a:t> to stand </a:t>
            </a:r>
            <a:r>
              <a:rPr lang="fr-FR" altLang="fr-FR" dirty="0" err="1" smtClean="0"/>
              <a:t>before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throne</a:t>
            </a:r>
            <a:r>
              <a:rPr lang="fr-FR" altLang="fr-FR" dirty="0" smtClean="0"/>
              <a:t>!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dirty="0" smtClean="0"/>
              <a:t>On Christ, the </a:t>
            </a:r>
            <a:r>
              <a:rPr lang="fr-FR" altLang="fr-FR" dirty="0" err="1" smtClean="0"/>
              <a:t>solid</a:t>
            </a:r>
            <a:r>
              <a:rPr lang="fr-FR" altLang="fr-FR" dirty="0" smtClean="0"/>
              <a:t> Rock, I stand; All </a:t>
            </a:r>
            <a:r>
              <a:rPr lang="fr-FR" altLang="fr-FR" dirty="0" err="1" smtClean="0"/>
              <a:t>other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ground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sinking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sand</a:t>
            </a:r>
            <a:r>
              <a:rPr lang="fr-FR" altLang="fr-FR" dirty="0" smtClean="0"/>
              <a:t>.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            xxx TIS SO </a:t>
            </a:r>
            <a:r>
              <a:rPr lang="fr-FR" altLang="fr-FR" dirty="0" err="1" smtClean="0"/>
              <a:t>SWEETxxx</a:t>
            </a: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dirty="0" err="1" smtClean="0"/>
              <a:t>Tis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sweet</a:t>
            </a:r>
            <a:r>
              <a:rPr lang="fr-FR" altLang="fr-FR" dirty="0" smtClean="0"/>
              <a:t> to trust in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, Just to </a:t>
            </a:r>
            <a:r>
              <a:rPr lang="fr-FR" altLang="fr-FR" dirty="0" err="1" smtClean="0"/>
              <a:t>take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Word;</a:t>
            </a:r>
          </a:p>
          <a:p>
            <a:pPr>
              <a:defRPr/>
            </a:pPr>
            <a:r>
              <a:rPr lang="fr-FR" altLang="fr-FR" dirty="0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dirty="0" smtClean="0"/>
              <a:t>Just to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upon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promise, And to know, “</a:t>
            </a:r>
            <a:r>
              <a:rPr lang="fr-FR" altLang="fr-FR" dirty="0" err="1" smtClean="0"/>
              <a:t>Thus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says</a:t>
            </a:r>
            <a:r>
              <a:rPr lang="fr-FR" altLang="fr-FR" dirty="0" smtClean="0"/>
              <a:t> the Lord!”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Refrain: </a:t>
            </a:r>
          </a:p>
          <a:p>
            <a:pPr>
              <a:defRPr/>
            </a:pPr>
            <a:r>
              <a:rPr lang="fr-FR" altLang="fr-FR" dirty="0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dirty="0" err="1" smtClean="0"/>
              <a:t>Jesus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, how I trust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! How </a:t>
            </a:r>
            <a:r>
              <a:rPr lang="fr-FR" altLang="fr-FR" dirty="0" err="1" smtClean="0"/>
              <a:t>I’ve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proved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o’er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o’er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dirty="0" err="1" smtClean="0"/>
              <a:t>Jesus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precious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O for </a:t>
            </a:r>
            <a:r>
              <a:rPr lang="fr-FR" altLang="fr-FR" dirty="0" err="1" smtClean="0"/>
              <a:t>grace</a:t>
            </a:r>
            <a:r>
              <a:rPr lang="fr-FR" altLang="fr-FR" dirty="0" smtClean="0"/>
              <a:t> to trust </a:t>
            </a:r>
            <a:r>
              <a:rPr lang="fr-FR" altLang="fr-FR" dirty="0" err="1" smtClean="0"/>
              <a:t>Him</a:t>
            </a:r>
            <a:r>
              <a:rPr lang="fr-FR" altLang="fr-FR" dirty="0" smtClean="0"/>
              <a:t> more!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xxx BLESSED ASSURANCE xxx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10-  J’AI L’ASSURANCE D’ÊTRE EN JÉSUS</a:t>
            </a:r>
          </a:p>
          <a:p>
            <a:pPr>
              <a:defRPr/>
            </a:pPr>
            <a:r>
              <a:rPr lang="fr-FR" altLang="fr-FR" dirty="0" err="1" smtClean="0"/>
              <a:t>Blessed</a:t>
            </a:r>
            <a:r>
              <a:rPr lang="fr-FR" altLang="fr-FR" dirty="0" smtClean="0"/>
              <a:t> assurance, </a:t>
            </a:r>
            <a:r>
              <a:rPr lang="fr-FR" altLang="fr-FR" dirty="0" err="1" smtClean="0"/>
              <a:t>Jesus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mine!</a:t>
            </a:r>
          </a:p>
          <a:p>
            <a:pPr>
              <a:defRPr/>
            </a:pPr>
            <a:r>
              <a:rPr lang="fr-FR" altLang="fr-FR" dirty="0" smtClean="0"/>
              <a:t>11-  QUELLE ESPÉRANCE DE SA GLOIRE VENUE</a:t>
            </a:r>
          </a:p>
          <a:p>
            <a:pPr>
              <a:defRPr/>
            </a:pPr>
            <a:r>
              <a:rPr lang="fr-FR" altLang="fr-FR" dirty="0" smtClean="0"/>
              <a:t>O </a:t>
            </a:r>
            <a:r>
              <a:rPr lang="fr-FR" altLang="fr-FR" dirty="0" err="1" smtClean="0"/>
              <a:t>what</a:t>
            </a:r>
            <a:r>
              <a:rPr lang="fr-FR" altLang="fr-FR" dirty="0" smtClean="0"/>
              <a:t> a </a:t>
            </a:r>
            <a:r>
              <a:rPr lang="fr-FR" altLang="fr-FR" dirty="0" err="1" smtClean="0"/>
              <a:t>foretaste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glory</a:t>
            </a:r>
            <a:r>
              <a:rPr lang="fr-FR" altLang="fr-FR" dirty="0" smtClean="0"/>
              <a:t> divine!</a:t>
            </a:r>
          </a:p>
          <a:p>
            <a:pPr>
              <a:defRPr/>
            </a:pPr>
            <a:r>
              <a:rPr lang="fr-FR" altLang="fr-FR" dirty="0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dirty="0" err="1" smtClean="0"/>
              <a:t>Heir</a:t>
            </a:r>
            <a:r>
              <a:rPr lang="fr-FR" altLang="fr-FR" dirty="0" smtClean="0"/>
              <a:t> of salvation, </a:t>
            </a:r>
            <a:r>
              <a:rPr lang="fr-FR" altLang="fr-FR" dirty="0" err="1" smtClean="0"/>
              <a:t>purchase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, Born of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Spirit, and </a:t>
            </a:r>
            <a:r>
              <a:rPr lang="fr-FR" altLang="fr-FR" dirty="0" err="1" smtClean="0"/>
              <a:t>washed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blood</a:t>
            </a:r>
            <a:r>
              <a:rPr lang="fr-FR" altLang="fr-FR" dirty="0" smtClean="0"/>
              <a:t>.</a:t>
            </a:r>
          </a:p>
          <a:p>
            <a:pPr>
              <a:defRPr/>
            </a:pPr>
            <a:r>
              <a:rPr lang="fr-FR" altLang="fr-FR" dirty="0" smtClean="0"/>
              <a:t> 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story,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Praising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Savior</a:t>
            </a:r>
            <a:r>
              <a:rPr lang="fr-FR" altLang="fr-FR" dirty="0" smtClean="0"/>
              <a:t>, all the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long</a:t>
            </a:r>
          </a:p>
          <a:p>
            <a:pPr>
              <a:defRPr/>
            </a:pPr>
            <a:r>
              <a:rPr lang="fr-FR" altLang="fr-FR" dirty="0" smtClean="0"/>
              <a:t>14-  C’EST MON HISTOIRE, C’EST MON CHANT</a:t>
            </a:r>
          </a:p>
          <a:p>
            <a:pPr>
              <a:defRPr/>
            </a:pPr>
            <a:r>
              <a:rPr lang="fr-FR" altLang="fr-FR" dirty="0" smtClean="0"/>
              <a:t>This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story,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song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15-  LOUER MON SAUVEUR À CHAQUE INSTANT</a:t>
            </a:r>
          </a:p>
          <a:p>
            <a:pPr>
              <a:defRPr/>
            </a:pPr>
            <a:r>
              <a:rPr lang="fr-FR" altLang="fr-FR" dirty="0" err="1" smtClean="0"/>
              <a:t>Praising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Savior</a:t>
            </a:r>
            <a:r>
              <a:rPr lang="fr-FR" altLang="fr-FR" dirty="0" smtClean="0"/>
              <a:t>, all the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long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16-  PARFAITE SOUMISSION PARFAIT BONHEUR</a:t>
            </a:r>
          </a:p>
          <a:p>
            <a:pPr>
              <a:defRPr/>
            </a:pPr>
            <a:r>
              <a:rPr lang="fr-FR" altLang="fr-FR" dirty="0" err="1" smtClean="0"/>
              <a:t>Perfect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submission</a:t>
            </a:r>
            <a:r>
              <a:rPr lang="fr-FR" altLang="fr-FR" dirty="0" smtClean="0"/>
              <a:t>, all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rest</a:t>
            </a:r>
            <a:r>
              <a:rPr lang="fr-FR" altLang="fr-FR" dirty="0" smtClean="0"/>
              <a:t> </a:t>
            </a:r>
          </a:p>
          <a:p>
            <a:pPr>
              <a:defRPr/>
            </a:pPr>
            <a:r>
              <a:rPr lang="fr-FR" altLang="fr-FR" dirty="0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dirty="0" smtClean="0"/>
              <a:t>I in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Savior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am</a:t>
            </a:r>
            <a:r>
              <a:rPr lang="fr-FR" altLang="fr-FR" dirty="0" smtClean="0"/>
              <a:t> happy and </a:t>
            </a:r>
            <a:r>
              <a:rPr lang="fr-FR" altLang="fr-FR" dirty="0" err="1" smtClean="0"/>
              <a:t>blest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18-  L’ÉCHO DES ANGES QUI CLAMENT FORT</a:t>
            </a:r>
          </a:p>
          <a:p>
            <a:pPr>
              <a:defRPr/>
            </a:pPr>
            <a:r>
              <a:rPr lang="fr-FR" altLang="fr-FR" dirty="0" err="1" smtClean="0"/>
              <a:t>Watching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waiting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looking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above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19-  SON GRAND AMOUR ET SA MISÉRICORDE</a:t>
            </a:r>
          </a:p>
          <a:p>
            <a:pPr>
              <a:defRPr/>
            </a:pPr>
            <a:r>
              <a:rPr lang="fr-FR" altLang="fr-FR" dirty="0" err="1" smtClean="0"/>
              <a:t>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goodness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love</a:t>
            </a:r>
          </a:p>
          <a:p>
            <a:pPr>
              <a:defRPr/>
            </a:pP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xxxxxxxxxx</a:t>
            </a:r>
            <a:endParaRPr lang="fr-FR" altLang="fr-FR" dirty="0" smtClean="0"/>
          </a:p>
          <a:p>
            <a:pPr>
              <a:defRPr/>
            </a:pPr>
            <a:r>
              <a:rPr lang="fr-FR" altLang="fr-FR" dirty="0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dirty="0" smtClean="0"/>
              <a:t>21-  JE SUIS DANS L’ATTENTE PLEIN DE CONFIANCE</a:t>
            </a:r>
          </a:p>
          <a:p>
            <a:pPr>
              <a:defRPr/>
            </a:pPr>
            <a:r>
              <a:rPr lang="fr-FR" altLang="fr-FR" dirty="0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>
              <a:defRPr/>
            </a:pPr>
            <a:r>
              <a:rPr lang="fr-FR" altLang="fr-FR" smtClean="0"/>
              <a:t>1-  MON ESPÉRANCE ET MON SALUT FONDÉS SUR LE SANG DE JÉSUS </a:t>
            </a:r>
          </a:p>
          <a:p>
            <a:pPr>
              <a:defRPr/>
            </a:pPr>
            <a:r>
              <a:rPr lang="fr-FR" altLang="fr-FR" smtClean="0"/>
              <a:t>My hope is built on nothing less Than Jesus' blood and righteousness;</a:t>
            </a:r>
          </a:p>
          <a:p>
            <a:pPr>
              <a:defRPr/>
            </a:pPr>
            <a:r>
              <a:rPr lang="fr-FR" altLang="fr-FR" smtClean="0"/>
              <a:t>2-  CAR EN NUL AUTRE N’EST MON ABRI ET EN SON NOM EST MON APPUI</a:t>
            </a:r>
          </a:p>
          <a:p>
            <a:pPr>
              <a:defRPr/>
            </a:pPr>
            <a:r>
              <a:rPr lang="fr-FR" altLang="fr-FR" smtClean="0"/>
              <a:t>I dare not trust the sweetest frame, But wholly lean on Jesus' name.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3-  QUAND IL REVIENDRA NOUS CHERCHER JE PRIE EN LUI D’ÊTRE TROUVÉ</a:t>
            </a:r>
          </a:p>
          <a:p>
            <a:pPr>
              <a:defRPr/>
            </a:pPr>
            <a:r>
              <a:rPr lang="fr-FR" altLang="fr-FR" smtClean="0"/>
              <a:t>When He shall come with trumpet sound, Oh, may I then in Him be found,</a:t>
            </a:r>
          </a:p>
          <a:p>
            <a:pPr>
              <a:defRPr/>
            </a:pPr>
            <a:r>
              <a:rPr lang="fr-FR" altLang="fr-FR" smtClean="0"/>
              <a:t>4-  QUE SA JUSTICE SOIT MON HABIT DEVANT SON TRÔNE LAVÉ EN LUI</a:t>
            </a:r>
          </a:p>
          <a:p>
            <a:pPr>
              <a:defRPr/>
            </a:pPr>
            <a:r>
              <a:rPr lang="fr-FR" altLang="fr-FR" smtClean="0"/>
              <a:t>Clothed in His righteousness alone, Faultless to stand before the throne!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SUR CHRIST LE ROCHER JE ME TIENS, IL EST LE SEUL APPUI CERTAIN</a:t>
            </a:r>
          </a:p>
          <a:p>
            <a:pPr>
              <a:defRPr/>
            </a:pPr>
            <a:r>
              <a:rPr lang="fr-FR" altLang="fr-FR" smtClean="0"/>
              <a:t>On Christ, the solid Rock, I stand; All other ground is sinking sand.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            xxx TIS SO SWEETxxx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C’EST SI BON DE CROIRE EN JÉSUS CROIRE SES PAROLES DE TOUT CŒUR</a:t>
            </a:r>
          </a:p>
          <a:p>
            <a:pPr>
              <a:defRPr/>
            </a:pPr>
            <a:r>
              <a:rPr lang="fr-FR" altLang="fr-FR" smtClean="0"/>
              <a:t>Tis so sweet to trust in Jesus, Just to take Him at His Word;</a:t>
            </a:r>
          </a:p>
          <a:p>
            <a:pPr>
              <a:defRPr/>
            </a:pPr>
            <a:r>
              <a:rPr lang="fr-FR" altLang="fr-FR" smtClean="0"/>
              <a:t>7-  SE REPOSER SUR SES PROMESSES CAR AINSI DIT LE SEIGNEUR</a:t>
            </a:r>
          </a:p>
          <a:p>
            <a:pPr>
              <a:defRPr/>
            </a:pPr>
            <a:r>
              <a:rPr lang="fr-FR" altLang="fr-FR" smtClean="0"/>
              <a:t>Just to rest upon His promise, And to know, “Thus says the Lord!”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 </a:t>
            </a:r>
          </a:p>
          <a:p>
            <a:pPr>
              <a:defRPr/>
            </a:pPr>
            <a:r>
              <a:rPr lang="fr-FR" altLang="fr-FR" smtClean="0"/>
              <a:t>	8-  JÉSUS, JE ME CONFIE EN LUI FIDÈLE ENCORE ET ENCORE</a:t>
            </a:r>
          </a:p>
          <a:p>
            <a:pPr>
              <a:defRPr/>
            </a:pPr>
            <a:r>
              <a:rPr lang="fr-FR" altLang="fr-FR" smtClean="0"/>
              <a:t>Jesus, Jesus, how I trust Him! How I’ve proved Him o’er and o’er</a:t>
            </a:r>
          </a:p>
          <a:p>
            <a:pPr>
              <a:defRPr/>
            </a:pPr>
            <a:r>
              <a:rPr lang="fr-FR" altLang="fr-FR" smtClean="0"/>
              <a:t>	9-  JÉSUS, JÉSUS, PRÉCIEUX JÉSUS FAIS-MOI GRÂCE DE CROIRE PLUS FORT</a:t>
            </a:r>
          </a:p>
          <a:p>
            <a:pPr>
              <a:defRPr/>
            </a:pPr>
            <a:r>
              <a:rPr lang="fr-FR" altLang="fr-FR" smtClean="0"/>
              <a:t>Jesus, Jesus, precious Jesus O for grace to trust Him more!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 BLESSED ASSURANCE xxx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10-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mine!</a:t>
            </a:r>
          </a:p>
          <a:p>
            <a:pPr>
              <a:defRPr/>
            </a:pPr>
            <a:r>
              <a:rPr lang="fr-FR" altLang="fr-FR" smtClean="0"/>
              <a:t>11-  QUELLE ESPÉRANCE DE SA GLOIRE VENUE</a:t>
            </a:r>
          </a:p>
          <a:p>
            <a:pPr>
              <a:defRPr/>
            </a:pPr>
            <a:r>
              <a:rPr lang="fr-FR" altLang="fr-FR" smtClean="0"/>
              <a:t>O what a foretaste of glory divine!</a:t>
            </a:r>
          </a:p>
          <a:p>
            <a:pPr>
              <a:defRPr/>
            </a:pPr>
            <a:r>
              <a:rPr lang="fr-FR" altLang="fr-FR" smtClean="0"/>
              <a:t>12-  ENFANT DU SALUT, DIEU M’A RACHETÉ NÉ DE SON ESPRIT, SON SANG M’A LAVÉ</a:t>
            </a:r>
          </a:p>
          <a:p>
            <a:pPr>
              <a:defRPr/>
            </a:pPr>
            <a:r>
              <a:rPr lang="fr-FR" altLang="fr-FR" smtClean="0"/>
              <a:t>Heir of salvation, purchase of God, Born of His Spirit, and washed in His blood.</a:t>
            </a:r>
          </a:p>
          <a:p>
            <a:pPr>
              <a:defRPr/>
            </a:pPr>
            <a:r>
              <a:rPr lang="fr-FR" altLang="fr-FR" smtClean="0"/>
              <a:t> 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C’EST MON HISTOIRE, C’EST MON CHANT LOUER MON SAUVEUR, LE JOUR DURANT</a:t>
            </a:r>
          </a:p>
          <a:p>
            <a:pPr>
              <a:defRPr/>
            </a:pPr>
            <a:r>
              <a:rPr lang="fr-FR" altLang="fr-FR" smtClean="0"/>
              <a:t>This is my story, this is my song Praising my Savior, all the day long</a:t>
            </a:r>
          </a:p>
          <a:p>
            <a:pPr>
              <a:defRPr/>
            </a:pPr>
            <a:r>
              <a:rPr lang="fr-FR" altLang="fr-FR" smtClean="0"/>
              <a:t>14-  C’EST MON HISTOIRE, C’EST MON CHANT</a:t>
            </a:r>
          </a:p>
          <a:p>
            <a:pPr>
              <a:defRPr/>
            </a:pPr>
            <a:r>
              <a:rPr lang="fr-FR" altLang="fr-FR" smtClean="0"/>
              <a:t>This is my story, this is my song</a:t>
            </a:r>
          </a:p>
          <a:p>
            <a:pPr>
              <a:defRPr/>
            </a:pPr>
            <a:r>
              <a:rPr lang="fr-FR" altLang="fr-FR" smtClean="0"/>
              <a:t>15-  LOUER MON SAUVEUR À CHAQUE INSTANT</a:t>
            </a:r>
          </a:p>
          <a:p>
            <a:pPr>
              <a:defRPr/>
            </a:pPr>
            <a:r>
              <a:rPr lang="fr-FR" altLang="fr-FR" smtClean="0"/>
              <a:t>Praising my Savior, all the day long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16-  PARFAITE SOUMISSION PARFAIT BONHEUR</a:t>
            </a:r>
          </a:p>
          <a:p>
            <a:pPr>
              <a:defRPr/>
            </a:pPr>
            <a:r>
              <a:rPr lang="fr-FR" altLang="fr-FR" smtClean="0"/>
              <a:t>Perfect submission, all is at rest </a:t>
            </a:r>
          </a:p>
          <a:p>
            <a:pPr>
              <a:defRPr/>
            </a:pPr>
            <a:r>
              <a:rPr lang="fr-FR" altLang="fr-FR" smtClean="0"/>
              <a:t>17-  L’HEURE DE SON RETOUR BRILLE DANS MON CŒUR </a:t>
            </a:r>
          </a:p>
          <a:p>
            <a:pPr>
              <a:defRPr/>
            </a:pPr>
            <a:r>
              <a:rPr lang="fr-FR" altLang="fr-FR" smtClean="0"/>
              <a:t>I in my Savior am happy and blest</a:t>
            </a:r>
          </a:p>
          <a:p>
            <a:pPr>
              <a:defRPr/>
            </a:pPr>
            <a:r>
              <a:rPr lang="fr-FR" altLang="fr-FR" smtClean="0"/>
              <a:t>18-  L’ÉCHO DES ANGES QUI CLAMENT FORT</a:t>
            </a:r>
          </a:p>
          <a:p>
            <a:pPr>
              <a:defRPr/>
            </a:pPr>
            <a:r>
              <a:rPr lang="fr-FR" altLang="fr-FR" smtClean="0"/>
              <a:t>Watching and waiting, looking above</a:t>
            </a:r>
          </a:p>
          <a:p>
            <a:pPr>
              <a:defRPr/>
            </a:pPr>
            <a:r>
              <a:rPr lang="fr-FR" altLang="fr-FR" smtClean="0"/>
              <a:t>19-  SON GRAND AMOUR ET SA MISÉRICORDE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xxxxxxxxxx</a:t>
            </a:r>
          </a:p>
          <a:p>
            <a:pPr>
              <a:defRPr/>
            </a:pPr>
            <a:r>
              <a:rPr lang="fr-FR" altLang="fr-FR" smtClean="0"/>
              <a:t>20-  PARFAITE SOUMISSION J’AI TOUT EN LUI AVEC MON SAUVEUR JE SUIS BÉNI</a:t>
            </a:r>
          </a:p>
          <a:p>
            <a:pPr>
              <a:defRPr/>
            </a:pPr>
            <a:r>
              <a:rPr lang="fr-FR" altLang="fr-FR" smtClean="0"/>
              <a:t>21-  JE SUIS DANS L’ATTENTE PLEIN DE CONFIANCE</a:t>
            </a:r>
          </a:p>
          <a:p>
            <a:pPr>
              <a:defRPr/>
            </a:pPr>
            <a:r>
              <a:rPr lang="fr-FR" altLang="fr-FR" smtClean="0"/>
              <a:t>22-  REMPLI DE BONTÉ DE SA TOUTE PUISSANCE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MON ESPÉRANCE ET MON SALUT FONDÉS SUR LE SANG DE JÉSUS </a:t>
            </a:r>
          </a:p>
          <a:p>
            <a:r>
              <a:rPr lang="fr-FR" altLang="fr-FR" smtClean="0"/>
              <a:t>My hope is built on nothing less Than Jesus' blood and righteousness;</a:t>
            </a:r>
          </a:p>
          <a:p>
            <a:r>
              <a:rPr lang="fr-FR" altLang="fr-FR" smtClean="0"/>
              <a:t>2-  CAR EN NUL AUTRE N’EST MON ABRI ET EN SON NOM EST MON APPUI</a:t>
            </a:r>
          </a:p>
          <a:p>
            <a:r>
              <a:rPr lang="fr-FR" altLang="fr-FR" smtClean="0"/>
              <a:t>I dare not trust the sweetest frame, But wholly lean on Jesus' name.</a:t>
            </a:r>
          </a:p>
          <a:p>
            <a:endParaRPr lang="fr-FR" altLang="fr-FR" smtClean="0"/>
          </a:p>
          <a:p>
            <a:r>
              <a:rPr lang="fr-FR" altLang="fr-FR" smtClean="0"/>
              <a:t>3-  QUAND IL REVIENDRA NOUS CHERCHER JE PRIE EN LUI D’ÊTRE TROUVÉ</a:t>
            </a:r>
          </a:p>
          <a:p>
            <a:r>
              <a:rPr lang="fr-FR" altLang="fr-FR" smtClean="0"/>
              <a:t>When He shall come with trumpet sound, Oh, may I then in Him be found,</a:t>
            </a:r>
          </a:p>
          <a:p>
            <a:r>
              <a:rPr lang="fr-FR" altLang="fr-FR" smtClean="0"/>
              <a:t>4-  QUE SA JUSTICE SOIT MON HABIT DEVANT SON TRÔNE LAVÉ EN LUI</a:t>
            </a:r>
          </a:p>
          <a:p>
            <a:r>
              <a:rPr lang="fr-FR" altLang="fr-FR" smtClean="0"/>
              <a:t>Clothed in His righteousness alone, Faultless to stand before the throne!</a:t>
            </a:r>
          </a:p>
          <a:p>
            <a:endParaRPr lang="fr-FR" altLang="fr-FR" smtClean="0"/>
          </a:p>
          <a:p>
            <a:r>
              <a:rPr lang="fr-FR" altLang="fr-FR" smtClean="0"/>
              <a:t>5-  SUR CHRIST LE ROCHER JE ME TIENS, IL EST LE SEUL APPUI CERTAIN</a:t>
            </a:r>
          </a:p>
          <a:p>
            <a:r>
              <a:rPr lang="fr-FR" altLang="fr-FR" smtClean="0"/>
              <a:t>On Christ, the solid Rock, I stand; All other ground is sinking sand.</a:t>
            </a:r>
          </a:p>
          <a:p>
            <a:endParaRPr lang="fr-FR" altLang="fr-FR" smtClean="0"/>
          </a:p>
          <a:p>
            <a:r>
              <a:rPr lang="fr-FR" altLang="fr-FR" smtClean="0"/>
              <a:t>            xxx TIS SO SWEETxxx</a:t>
            </a:r>
          </a:p>
          <a:p>
            <a:endParaRPr lang="fr-FR" altLang="fr-FR" smtClean="0"/>
          </a:p>
          <a:p>
            <a:r>
              <a:rPr lang="fr-FR" altLang="fr-FR" smtClean="0"/>
              <a:t>6-  C’EST SI BON DE CROIRE EN JÉSUS CROIRE SES PAROLES DE TOUT CŒUR</a:t>
            </a:r>
          </a:p>
          <a:p>
            <a:r>
              <a:rPr lang="fr-FR" altLang="fr-FR" smtClean="0"/>
              <a:t>Tis so sweet to trust in Jesus, Just to take Him at His Word;</a:t>
            </a:r>
          </a:p>
          <a:p>
            <a:r>
              <a:rPr lang="fr-FR" altLang="fr-FR" smtClean="0"/>
              <a:t>7-  SE REPOSER SUR SES PROMESSES CAR AINSI DIT LE SEIGNEUR</a:t>
            </a:r>
          </a:p>
          <a:p>
            <a:r>
              <a:rPr lang="fr-FR" altLang="fr-FR" smtClean="0"/>
              <a:t>Just to rest upon His promise, And to know, “Thus says the Lord!”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r>
              <a:rPr lang="fr-FR" altLang="fr-FR" smtClean="0"/>
              <a:t>	8-  JÉSUS, JE ME CONFIE EN LUI FIDÈLE ENCORE ET ENCORE</a:t>
            </a:r>
          </a:p>
          <a:p>
            <a:r>
              <a:rPr lang="fr-FR" altLang="fr-FR" smtClean="0"/>
              <a:t>Jesus, Jesus, how I trust Him! How I’ve proved Him o’er and o’er</a:t>
            </a:r>
          </a:p>
          <a:p>
            <a:r>
              <a:rPr lang="fr-FR" altLang="fr-FR" smtClean="0"/>
              <a:t>	9-  JÉSUS, JÉSUS, PRÉCIEUX JÉSUS FAIS-MOI GRÂCE DE CROIRE PLUS FORT</a:t>
            </a:r>
          </a:p>
          <a:p>
            <a:r>
              <a:rPr lang="fr-FR" altLang="fr-FR" smtClean="0"/>
              <a:t>Jesus, Jesus, precious Jesus O for grace to trust Him more!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xxx BLESSED ASSURANCE xxx</a:t>
            </a:r>
          </a:p>
          <a:p>
            <a:endParaRPr lang="fr-FR" altLang="fr-FR" smtClean="0"/>
          </a:p>
          <a:p>
            <a:r>
              <a:rPr lang="fr-FR" altLang="fr-FR" smtClean="0"/>
              <a:t>10-  J’AI L’ASSURANCE D’ÊTRE EN JÉSUS</a:t>
            </a:r>
          </a:p>
          <a:p>
            <a:r>
              <a:rPr lang="fr-FR" altLang="fr-FR" smtClean="0"/>
              <a:t>Blessed assurance, Jesus is mine!</a:t>
            </a:r>
          </a:p>
          <a:p>
            <a:r>
              <a:rPr lang="fr-FR" altLang="fr-FR" smtClean="0"/>
              <a:t>11-  QUELLE ESPÉRANCE DE SA GLOIRE VENUE</a:t>
            </a:r>
          </a:p>
          <a:p>
            <a:r>
              <a:rPr lang="fr-FR" altLang="fr-FR" smtClean="0"/>
              <a:t>O what a foretaste of glory divine!</a:t>
            </a:r>
          </a:p>
          <a:p>
            <a:r>
              <a:rPr lang="fr-FR" altLang="fr-FR" smtClean="0"/>
              <a:t>12-  ENFANT DU SALUT, DIEU M’A RACHETÉ NÉ DE SON ESPRIT, SON SANG M’A LAVÉ</a:t>
            </a:r>
          </a:p>
          <a:p>
            <a:r>
              <a:rPr lang="fr-FR" altLang="fr-FR" smtClean="0"/>
              <a:t>Heir of salvation, purchase of God, Born of His Spirit, and washed in His blood.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r>
              <a:rPr lang="fr-FR" altLang="fr-FR" smtClean="0"/>
              <a:t>13-  C’EST MON HISTOIRE, C’EST MON CHANT LOUER MON SAUVEUR, LE JOUR DURANT</a:t>
            </a:r>
          </a:p>
          <a:p>
            <a:r>
              <a:rPr lang="fr-FR" altLang="fr-FR" smtClean="0"/>
              <a:t>This is my story, this is my song Praising my Savior, all the day long</a:t>
            </a:r>
          </a:p>
          <a:p>
            <a:r>
              <a:rPr lang="fr-FR" altLang="fr-FR" smtClean="0"/>
              <a:t>14-  C’EST MON HISTOIRE, C’EST MON CHANT</a:t>
            </a:r>
          </a:p>
          <a:p>
            <a:r>
              <a:rPr lang="fr-FR" altLang="fr-FR" smtClean="0"/>
              <a:t>This is my story, this is my song</a:t>
            </a:r>
          </a:p>
          <a:p>
            <a:r>
              <a:rPr lang="fr-FR" altLang="fr-FR" smtClean="0"/>
              <a:t>15-  LOUER MON SAUVEUR À CHAQUE INSTANT</a:t>
            </a:r>
          </a:p>
          <a:p>
            <a:r>
              <a:rPr lang="fr-FR" altLang="fr-FR" smtClean="0"/>
              <a:t>Praising my Savior, all the day long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16-  PARFAITE SOUMISSION PARFAIT BONHEUR</a:t>
            </a:r>
          </a:p>
          <a:p>
            <a:r>
              <a:rPr lang="fr-FR" altLang="fr-FR" smtClean="0"/>
              <a:t>Perfect submission, all is at rest </a:t>
            </a:r>
          </a:p>
          <a:p>
            <a:r>
              <a:rPr lang="fr-FR" altLang="fr-FR" smtClean="0"/>
              <a:t>17-  L’HEURE DE SON RETOUR BRILLE DANS MON CŒUR </a:t>
            </a:r>
          </a:p>
          <a:p>
            <a:r>
              <a:rPr lang="fr-FR" altLang="fr-FR" smtClean="0"/>
              <a:t>I in my Savior am happy and blest</a:t>
            </a:r>
          </a:p>
          <a:p>
            <a:r>
              <a:rPr lang="fr-FR" altLang="fr-FR" smtClean="0"/>
              <a:t>18-  L’ÉCHO DES ANGES QUI CLAMENT FORT</a:t>
            </a:r>
          </a:p>
          <a:p>
            <a:r>
              <a:rPr lang="fr-FR" altLang="fr-FR" smtClean="0"/>
              <a:t>Watching and waiting, looking above</a:t>
            </a:r>
          </a:p>
          <a:p>
            <a:r>
              <a:rPr lang="fr-FR" altLang="fr-FR" smtClean="0"/>
              <a:t>19-  SON GRAND AMOUR ET SA MISÉRICORDE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xxxxxxxxxx</a:t>
            </a:r>
          </a:p>
          <a:p>
            <a:r>
              <a:rPr lang="fr-FR" altLang="fr-FR" smtClean="0"/>
              <a:t>20-  PARFAITE SOUMISSION J’AI TOUT EN LUI AVEC MON SAUVEUR JE SUIS BÉNI</a:t>
            </a:r>
          </a:p>
          <a:p>
            <a:r>
              <a:rPr lang="fr-FR" altLang="fr-FR" smtClean="0"/>
              <a:t>21-  JE SUIS DANS L’ATTENTE PLEIN DE CONFIANCE</a:t>
            </a:r>
          </a:p>
          <a:p>
            <a:r>
              <a:rPr lang="fr-FR" altLang="fr-FR" smtClean="0"/>
              <a:t>22-  REMPLI DE BONTÉ DE SA TOUTE PUISSANCE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3FB19-0C42-4291-94D3-BEE34BC4E36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3C0619-F798-4593-B4AF-EE290CC1650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1AB00-9375-47CF-A9A8-5C03DE2E4DC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0CCE3-B46B-4527-821A-4303A205309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C40A8-E557-44B4-B0FC-95BE30B5798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4512B-0DEC-4DB5-8E07-36912A10A5E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62000-22DC-4264-B2D4-AB1B2DD76D2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94B3D-9EFB-45C3-8B8B-9F89F2453C3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08823-3685-47D3-A9B8-FEC1430B7F1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709CE-4F5F-414B-869F-C070DA4CCC4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BCC80-B74D-4C01-A1CB-EDBFA6ED485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33815D0-CB68-4D14-ABEF-790D0C20E8C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ESPÉRANCE ET MON SALUT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FONDÉS SUR LE SANG DE JÉSUS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EN NUL AUTRE N’EST MON ABRI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EN SON NOM EST MON APPUI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IL REVIENDRA NOUS CHERCHER 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PRIE EN LUI D’ÊTRE TROUVÉ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SA JUSTICE SOIT MON HABIT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DEVANT SON TRÔNE LAVÉ EN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CHRIST LE ROCHER JE ME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TIENS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LE SEUL APPUI CERTAIN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SI BON DE CROIRE EN JÉSUS </a:t>
            </a:r>
          </a:p>
          <a:p>
            <a:pPr algn="ctr" eaLnBrk="1" hangingPunct="1">
              <a:lnSpc>
                <a:spcPct val="11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CROIRE SES PAROLES DE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 REPOSER SUR SES PROMESSES 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AINSI DIT 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JÉSUS, JE ME CONFIE EN LUI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FIDÈLE ENCORE ET ENCORE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JÉSUS, JÉSUS, PRÉCIEUX JÉSUS 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FAIS-MOI GRÂCE DE CROIRE PLUS FORT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L’ASSURANCE D’ÊTRE EN JÉSUS</a:t>
            </a:r>
          </a:p>
          <a:p>
            <a:pPr algn="ctr" eaLnBrk="1" hangingPunct="1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QUELLE ESPÉRANCE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SA GLOIRE VENUE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ENFANT DU SALUT, DIEU M’A RACHETÉ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NÉ DE SON ESPRIT, SON SANG M’A LAVÉ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HISTOIRE, C’EST MON CHANT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LOUER MON SAUVEUR, LE JOUR DURANT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HISTOIRE, C’EST MON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LOUER MON SAUVEUR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PARFAITE SOUMISSION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 BONHEUR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L’HEURE DE SON RETOUR BRILLE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L’ÉCHO DES ANGES QUI CLAMENT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 GRAND AMOUR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SA MISÉRICORDE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PARFAITE SOUMISSION J’AI TOUT EN LUI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MON SAUVEUR JE SUIS BÉNI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DANS L’ATTENTE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PLEIN DE CONFIANCE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REMPLI DE BONTÉ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SA TOUTE 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716</Words>
  <Application>Microsoft Office PowerPoint</Application>
  <PresentationFormat>On-screen Show (4:3)</PresentationFormat>
  <Paragraphs>2681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66</cp:revision>
  <dcterms:created xsi:type="dcterms:W3CDTF">2002-08-17T13:12:10Z</dcterms:created>
  <dcterms:modified xsi:type="dcterms:W3CDTF">2017-12-10T09:15:55Z</dcterms:modified>
</cp:coreProperties>
</file>