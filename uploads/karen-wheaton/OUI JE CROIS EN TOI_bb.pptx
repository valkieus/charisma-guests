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2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39041" autoAdjust="0"/>
  </p:normalViewPr>
  <p:slideViewPr>
    <p:cSldViewPr>
      <p:cViewPr varScale="1">
        <p:scale>
          <a:sx n="38" d="100"/>
          <a:sy n="38" d="100"/>
        </p:scale>
        <p:origin x="-20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882125D-A009-4333-9A25-A45FFD9F0EE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84AA529-08DD-486E-A46A-97B5437BFC83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Refrain:</a:t>
            </a:r>
          </a:p>
          <a:p>
            <a:r>
              <a:rPr lang="fr-FR" smtClean="0"/>
              <a:t>1-  OUI JE CROIS EN TOI, OUI JE CROIS EN TOI</a:t>
            </a:r>
          </a:p>
          <a:p>
            <a:r>
              <a:rPr lang="fr-FR" smtClean="0"/>
              <a:t>I believe in You, I believe in You </a:t>
            </a:r>
            <a:br>
              <a:rPr lang="fr-FR" smtClean="0"/>
            </a:br>
            <a:r>
              <a:rPr lang="fr-FR" smtClean="0"/>
              <a:t>2-  TU ES LE DIEU DES MIRACLES            x2
You're the God of miracles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3-  CELUI QUI EST, SERA ENCORE</a:t>
            </a:r>
          </a:p>
          <a:p>
            <a:r>
              <a:rPr lang="fr-FR" smtClean="0"/>
              <a:t>The God who was and is to come</a:t>
            </a:r>
            <a:br>
              <a:rPr lang="fr-FR" smtClean="0"/>
            </a:br>
            <a:r>
              <a:rPr lang="fr-FR" smtClean="0"/>
              <a:t>4-  CELUI QUI A VAINCU LA MORT</a:t>
            </a:r>
          </a:p>
          <a:p>
            <a:r>
              <a:rPr lang="fr-FR" smtClean="0"/>
              <a:t>The power of the Risen One</a:t>
            </a:r>
            <a:br>
              <a:rPr lang="fr-FR" smtClean="0"/>
            </a:br>
            <a:r>
              <a:rPr lang="fr-FR" smtClean="0"/>
              <a:t>5-  LE DIEU QUI VAINC  TOUS LES OBSTACLES </a:t>
            </a:r>
          </a:p>
          <a:p>
            <a:r>
              <a:rPr lang="fr-FR" smtClean="0"/>
              <a:t>The God who brings the dead to life</a:t>
            </a:r>
            <a:br>
              <a:rPr lang="fr-FR" smtClean="0"/>
            </a:br>
            <a:r>
              <a:rPr lang="fr-FR" smtClean="0"/>
              <a:t>6-  TU ES LE DIEU DES MIRACLES, TU ES LE DIEU DES MIRACLES  
You're the God of miracles! You're the God of miracles!</a:t>
            </a:r>
            <a:br>
              <a:rPr lang="fr-FR" smtClean="0"/>
            </a:b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Refrain:</a:t>
            </a:r>
          </a:p>
          <a:p>
            <a:r>
              <a:rPr lang="fr-FR" altLang="fr-FR"/>
              <a:t>1-  OUI JE CROIS EN TOI, OUI JE CROIS EN TOI</a:t>
            </a:r>
          </a:p>
          <a:p>
            <a:r>
              <a:rPr lang="fr-FR" altLang="fr-FR"/>
              <a:t>I believe in You, I believe in You </a:t>
            </a:r>
            <a:br>
              <a:rPr lang="fr-FR" altLang="fr-FR"/>
            </a:br>
            <a:r>
              <a:rPr lang="fr-FR" altLang="fr-FR"/>
              <a:t>2-  TU ES LE DIEU DES MIRACLES            x2
You're the God of miracles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Pont:</a:t>
            </a:r>
          </a:p>
          <a:p>
            <a:r>
              <a:rPr lang="fr-FR" altLang="fr-FR"/>
              <a:t>3-  CELUI QUI EST, SERA ENCORE</a:t>
            </a:r>
          </a:p>
          <a:p>
            <a:r>
              <a:rPr lang="fr-FR" altLang="fr-FR"/>
              <a:t>The God who was and is to come</a:t>
            </a:r>
            <a:br>
              <a:rPr lang="fr-FR" altLang="fr-FR"/>
            </a:br>
            <a:r>
              <a:rPr lang="fr-FR" altLang="fr-FR"/>
              <a:t>4-  CELUI QUI A VAINCU LA MORT</a:t>
            </a:r>
          </a:p>
          <a:p>
            <a:r>
              <a:rPr lang="fr-FR" altLang="fr-FR"/>
              <a:t>The power of the Risen One</a:t>
            </a:r>
            <a:br>
              <a:rPr lang="fr-FR" altLang="fr-FR"/>
            </a:br>
            <a:r>
              <a:rPr lang="fr-FR" altLang="fr-FR"/>
              <a:t>5-  LE DIEU QUI VAINC  TOUS LES OBSTACLES </a:t>
            </a:r>
          </a:p>
          <a:p>
            <a:r>
              <a:rPr lang="fr-FR" altLang="fr-FR"/>
              <a:t>The God who brings the dead to life</a:t>
            </a:r>
            <a:br>
              <a:rPr lang="fr-FR" altLang="fr-FR"/>
            </a:br>
            <a:r>
              <a:rPr lang="fr-FR" altLang="fr-FR"/>
              <a:t>6-  TU ES LE DIEU DES MIRACLES, TU ES LE DIEU DES MIRACLES  
You're the God of miracles! You're the God of miracles!</a:t>
            </a:r>
            <a:br>
              <a:rPr lang="fr-FR" altLang="fr-FR"/>
            </a:br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89A59-E428-4EE9-A5AA-BCC234C35C9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2035C-2A72-4707-8605-00205725987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75A45-B858-4772-B304-DE905CB574C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91A3A-38C2-4997-99B7-66705E9E2FC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49C34-CCF0-4DA8-9AC6-BBE6031BFDC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02B26-9CB6-40C1-AE45-A1C4BC5060D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8D5B1-4CB0-4E49-A72F-4B0ED166546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160F3-E464-4120-BF1F-6F6BF91BCC9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51AB0-2BF2-4B45-8F0D-B0376D3125E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044EA-EB5E-4BEF-A657-6B4E4C40BCF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83828-5D08-4711-89A5-0FDF145016B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FB876C0-A324-49C0-A579-A31C5733494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JE CROIS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JE CROIS EN TOI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 LE DIEU DES MIRACLES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EST, SERA ENCORE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A VAINCU LA MORT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DIEU QUI VAINC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OBSTACLES 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DIEU 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MIRACLES!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DIEU 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MIRACLES!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 eaLnBrk="1" hangingPunct="1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325</Words>
  <Application>Microsoft Office PowerPoint</Application>
  <PresentationFormat>On-screen Show (4:3)</PresentationFormat>
  <Paragraphs>105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53</cp:revision>
  <dcterms:created xsi:type="dcterms:W3CDTF">2002-08-17T13:12:10Z</dcterms:created>
  <dcterms:modified xsi:type="dcterms:W3CDTF">2017-12-10T09:10:12Z</dcterms:modified>
</cp:coreProperties>
</file>