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61" r:id="rId4"/>
    <p:sldId id="262" r:id="rId5"/>
    <p:sldId id="264" r:id="rId6"/>
    <p:sldId id="275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593" autoAdjust="0"/>
    <p:restoredTop sz="38371" autoAdjust="0"/>
  </p:normalViewPr>
  <p:slideViewPr>
    <p:cSldViewPr>
      <p:cViewPr varScale="1">
        <p:scale>
          <a:sx n="32" d="100"/>
          <a:sy n="32" d="100"/>
        </p:scale>
        <p:origin x="-24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A5E4123-8759-4B61-ACF9-2D9A17614C5C}" type="datetimeFigureOut">
              <a:rPr lang="fr-FR"/>
              <a:pPr>
                <a:defRPr/>
              </a:pPr>
              <a:t>09/02/2019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46D91E8-71BE-49F8-865D-707FABB7BBB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1-  CET AIR QUE JE RESPIRE  X4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3-  CE PAIN QUI ME NOURRIT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4-  PAROLE VIVANTE QUI VIENT DE TOI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                  6 - OH</a:t>
            </a:r>
            <a:r>
              <a:rPr lang="fr-FR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OH, OH</a:t>
            </a:r>
            <a:r>
              <a:rPr lang="fr-FR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OH JE </a:t>
            </a:r>
            <a:r>
              <a:rPr lang="fr-FR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T’AIME MON SEIGNEUR</a:t>
            </a:r>
            <a:endParaRPr lang="en-GB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CET AIR QUE JE RESPIRE  X4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TA SAINTE PRÉSENCE QUI EST EN MOI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 PAIN QUI ME NOURRIT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PAROLE VIVANTE QUI VIENT DE TOI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5-  OH, OH, OH, OH JE SUIS FOU DE TOI, SEIGNEUR  (BOUCLE)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     	6-  OH, OH, OH, OH J’AI BESOIN DE TOI,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OH, OH, OH, OH JE SUIS AMOUREUX DE TOI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CET AIR QUE JE RESPIRE  X4</a:t>
            </a:r>
          </a:p>
          <a:p>
            <a:r>
              <a:rPr lang="fr-FR" smtClean="0"/>
              <a:t>2-  TA SAINTE PRÉSENCE QUI EST EN MOI </a:t>
            </a:r>
          </a:p>
          <a:p>
            <a:endParaRPr lang="fr-FR" smtClean="0"/>
          </a:p>
          <a:p>
            <a:r>
              <a:rPr lang="fr-FR" smtClean="0"/>
              <a:t>3-  CE PAIN QUI ME NOURRIT  X2</a:t>
            </a:r>
          </a:p>
          <a:p>
            <a:r>
              <a:rPr lang="fr-FR" smtClean="0"/>
              <a:t>4-  PAROLE VIVANTE QUI VIENT DE TOI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5-  OH, OH, OH, OH JE SUIS FOU DE TOI, SEIGNEUR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     	6-  OH, OH, OH, OH J’AI BESOIN DE TOI, SEIGNEUR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7- OH, OH, OH, OH JE SUIS AMOUREUX DE TOI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974A6-4EAA-4BC2-A5AB-2E57237EA5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6E05E-6487-4F23-A376-60C71AE030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A07EE-D683-4D27-9CF3-3DD7C2B031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A7101-B9B1-40D0-BFEE-4A3F23156B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CBFA2-8C8D-47B9-B02F-2391D9FC93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3BB66-E7F1-4FCC-A1F3-FFA20484A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D88F8-4F04-4271-A8AF-D0AE8BFFB76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64DA5-5E56-40A5-9058-1D68EC48F1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8E154-21AB-40D3-A794-3ECEABE754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67CD7-10E7-4FFF-BACE-1C883A859C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20149-18EA-4422-BA62-982EDBF09E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BA7EBB-7A5C-490B-8259-695F9A42E6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AIR QUE JE RESPIRE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SAINTE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EN MOI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PAIN QUI ME NOURRIT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PAROLE VIVANTE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VIENT DE TOI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FOU DE TOI, SEIGNEUR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T’AIME MON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TOI, SEIGNEUR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AMOUREUX DE TOI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THIS IS THE AIR I BREATHE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THIS IS THE AIR I BREATHE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HOLY PRESENCE LIVING IN ME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THIS IS MY DAILY BREAD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THIS IS MY DAILY BREAD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VERY WORD SPOKEN TO ME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I'M DESPERATE FOR YOU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I'M I'M LOST WITHOUT YOU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882</Words>
  <Application>Microsoft Office PowerPoint</Application>
  <PresentationFormat>Affichage à l'écran (4:3)</PresentationFormat>
  <Paragraphs>359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86</cp:revision>
  <dcterms:created xsi:type="dcterms:W3CDTF">2002-08-17T10:50:50Z</dcterms:created>
  <dcterms:modified xsi:type="dcterms:W3CDTF">2019-02-09T00:00:20Z</dcterms:modified>
</cp:coreProperties>
</file>