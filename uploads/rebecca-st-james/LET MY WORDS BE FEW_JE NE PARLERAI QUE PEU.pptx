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44964" autoAdjust="0"/>
  </p:normalViewPr>
  <p:slideViewPr>
    <p:cSldViewPr>
      <p:cViewPr varScale="1">
        <p:scale>
          <a:sx n="39" d="100"/>
          <a:sy n="39" d="100"/>
        </p:scale>
        <p:origin x="-229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20/07/2019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JE SUIS ÉMERVEILLÉE PAR TOI, JÉSUS JE SUIS ÉMERVEILLÉE PAR TOI</a:t>
            </a:r>
          </a:p>
          <a:p>
            <a:r>
              <a:rPr lang="fr-FR" b="0" dirty="0" smtClean="0"/>
              <a:t>And </a:t>
            </a:r>
            <a:r>
              <a:rPr lang="fr-FR" b="0" dirty="0" err="1" smtClean="0"/>
              <a:t>I'll</a:t>
            </a:r>
            <a:r>
              <a:rPr lang="fr-FR" b="0" dirty="0" smtClean="0"/>
              <a:t> stand in </a:t>
            </a:r>
            <a:r>
              <a:rPr lang="fr-FR" b="0" dirty="0" err="1" smtClean="0"/>
              <a:t>awe</a:t>
            </a:r>
            <a:r>
              <a:rPr lang="fr-FR" b="0" dirty="0" smtClean="0"/>
              <a:t> of </a:t>
            </a:r>
            <a:r>
              <a:rPr lang="fr-FR" b="0" dirty="0" err="1" smtClean="0"/>
              <a:t>you</a:t>
            </a:r>
            <a:r>
              <a:rPr lang="fr-FR" b="0" dirty="0" smtClean="0"/>
              <a:t>, </a:t>
            </a:r>
            <a:r>
              <a:rPr lang="fr-FR" b="0" dirty="0" err="1" smtClean="0"/>
              <a:t>Jesus</a:t>
            </a:r>
            <a:r>
              <a:rPr lang="fr-FR" b="0" dirty="0" smtClean="0"/>
              <a:t> </a:t>
            </a:r>
            <a:r>
              <a:rPr lang="fr-FR" b="0" dirty="0" err="1" smtClean="0"/>
              <a:t>Yes</a:t>
            </a:r>
            <a:r>
              <a:rPr lang="fr-FR" b="0" dirty="0" smtClean="0"/>
              <a:t>, </a:t>
            </a:r>
            <a:r>
              <a:rPr lang="fr-FR" b="0" dirty="0" err="1" smtClean="0"/>
              <a:t>I'll</a:t>
            </a:r>
            <a:r>
              <a:rPr lang="fr-FR" b="0" dirty="0" smtClean="0"/>
              <a:t> stand in </a:t>
            </a:r>
            <a:r>
              <a:rPr lang="fr-FR" b="0" dirty="0" err="1" smtClean="0"/>
              <a:t>awe</a:t>
            </a:r>
            <a:r>
              <a:rPr lang="fr-FR" b="0" dirty="0" smtClean="0"/>
              <a:t> of </a:t>
            </a:r>
            <a:r>
              <a:rPr lang="fr-FR" b="0" dirty="0" err="1" smtClean="0"/>
              <a:t>you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2-  TU ES DIEU DANS LES CIEUX ET JE SUIS ICI SUR TERRE</a:t>
            </a:r>
          </a:p>
          <a:p>
            <a:r>
              <a:rPr lang="fr-FR" b="0" dirty="0" smtClean="0"/>
              <a:t>You are </a:t>
            </a:r>
            <a:r>
              <a:rPr lang="fr-FR" b="0" dirty="0" err="1" smtClean="0"/>
              <a:t>God</a:t>
            </a:r>
            <a:r>
              <a:rPr lang="fr-FR" b="0" dirty="0" smtClean="0"/>
              <a:t> in </a:t>
            </a:r>
            <a:r>
              <a:rPr lang="fr-FR" b="0" dirty="0" err="1" smtClean="0"/>
              <a:t>Heaven</a:t>
            </a:r>
            <a:r>
              <a:rPr lang="fr-FR" b="0" dirty="0" smtClean="0"/>
              <a:t> And </a:t>
            </a:r>
            <a:r>
              <a:rPr lang="fr-FR" b="0" dirty="0" err="1" smtClean="0"/>
              <a:t>here</a:t>
            </a:r>
            <a:r>
              <a:rPr lang="fr-FR" b="0" dirty="0" smtClean="0"/>
              <a:t> </a:t>
            </a:r>
            <a:r>
              <a:rPr lang="fr-FR" b="0" dirty="0" err="1" smtClean="0"/>
              <a:t>am</a:t>
            </a:r>
            <a:r>
              <a:rPr lang="fr-FR" b="0" dirty="0" smtClean="0"/>
              <a:t> I on </a:t>
            </a:r>
            <a:r>
              <a:rPr lang="fr-FR" b="0" dirty="0" err="1" smtClean="0"/>
              <a:t>earth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3-  JE NE PARLERAI QUE PEU JÉSUS JE SUIS AMOUREUX DE TOI</a:t>
            </a:r>
          </a:p>
          <a:p>
            <a:r>
              <a:rPr lang="fr-FR" b="0" dirty="0" smtClean="0"/>
              <a:t>So </a:t>
            </a:r>
            <a:r>
              <a:rPr lang="fr-FR" b="0" dirty="0" err="1" smtClean="0"/>
              <a:t>I'll</a:t>
            </a:r>
            <a:r>
              <a:rPr lang="fr-FR" b="0" dirty="0" smtClean="0"/>
              <a:t> let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few </a:t>
            </a:r>
            <a:r>
              <a:rPr lang="fr-FR" b="0" dirty="0" err="1" smtClean="0"/>
              <a:t>Jesus</a:t>
            </a:r>
            <a:r>
              <a:rPr lang="fr-FR" b="0" dirty="0" smtClean="0"/>
              <a:t>,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so</a:t>
            </a:r>
            <a:r>
              <a:rPr lang="fr-FR" b="0" dirty="0" smtClean="0"/>
              <a:t> in love </a:t>
            </a:r>
            <a:r>
              <a:rPr lang="fr-FR" b="0" dirty="0" err="1" smtClean="0"/>
              <a:t>with</a:t>
            </a:r>
            <a:r>
              <a:rPr lang="fr-FR" b="0" dirty="0" smtClean="0"/>
              <a:t> You</a:t>
            </a:r>
          </a:p>
          <a:p>
            <a:endParaRPr lang="fr-FR" b="0" dirty="0" smtClean="0"/>
          </a:p>
          <a:p>
            <a:r>
              <a:rPr lang="fr-FR" b="0" dirty="0" smtClean="0"/>
              <a:t>	REFRAIN:  
            	4- JE SUIS ÉMERVEILLÉE PAR TOI JE SUIS ÉMERVEILLÉE PAR TOI</a:t>
            </a:r>
          </a:p>
          <a:p>
            <a:r>
              <a:rPr lang="fr-FR" b="0" dirty="0" smtClean="0"/>
              <a:t>	And </a:t>
            </a:r>
            <a:r>
              <a:rPr lang="fr-FR" b="0" dirty="0" err="1" smtClean="0"/>
              <a:t>I'll</a:t>
            </a:r>
            <a:r>
              <a:rPr lang="fr-FR" b="0" dirty="0" smtClean="0"/>
              <a:t> stand in </a:t>
            </a:r>
            <a:r>
              <a:rPr lang="fr-FR" b="0" dirty="0" err="1" smtClean="0"/>
              <a:t>awe</a:t>
            </a:r>
            <a:r>
              <a:rPr lang="fr-FR" b="0" dirty="0" smtClean="0"/>
              <a:t> of </a:t>
            </a:r>
            <a:r>
              <a:rPr lang="fr-FR" b="0" dirty="0" err="1" smtClean="0"/>
              <a:t>you</a:t>
            </a:r>
            <a:r>
              <a:rPr lang="fr-FR" b="0" dirty="0" smtClean="0"/>
              <a:t> </a:t>
            </a:r>
            <a:r>
              <a:rPr lang="fr-FR" b="0" dirty="0" err="1" smtClean="0"/>
              <a:t>Yes</a:t>
            </a:r>
            <a:r>
              <a:rPr lang="fr-FR" b="0" dirty="0" smtClean="0"/>
              <a:t>, </a:t>
            </a:r>
            <a:r>
              <a:rPr lang="fr-FR" b="0" dirty="0" err="1" smtClean="0"/>
              <a:t>I'll</a:t>
            </a:r>
            <a:r>
              <a:rPr lang="fr-FR" b="0" dirty="0" smtClean="0"/>
              <a:t> stand in </a:t>
            </a:r>
            <a:r>
              <a:rPr lang="fr-FR" b="0" dirty="0" err="1" smtClean="0"/>
              <a:t>awe</a:t>
            </a:r>
            <a:r>
              <a:rPr lang="fr-FR" b="0" dirty="0" smtClean="0"/>
              <a:t> of </a:t>
            </a:r>
            <a:r>
              <a:rPr lang="fr-FR" b="0" dirty="0" err="1" smtClean="0"/>
              <a:t>you</a:t>
            </a:r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           	5- JE NE PARLERAI QUE PEU JÉSUS JE SUIS AMOUREUX DE TOI</a:t>
            </a:r>
          </a:p>
          <a:p>
            <a:r>
              <a:rPr lang="fr-FR" b="0" dirty="0" smtClean="0"/>
              <a:t>	And </a:t>
            </a:r>
            <a:r>
              <a:rPr lang="fr-FR" b="0" dirty="0" err="1" smtClean="0"/>
              <a:t>I'll</a:t>
            </a:r>
            <a:r>
              <a:rPr lang="fr-FR" b="0" dirty="0" smtClean="0"/>
              <a:t> let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few </a:t>
            </a:r>
            <a:r>
              <a:rPr lang="fr-FR" b="0" dirty="0" err="1" smtClean="0"/>
              <a:t>Jesus</a:t>
            </a:r>
            <a:r>
              <a:rPr lang="fr-FR" b="0" dirty="0" smtClean="0"/>
              <a:t>,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so</a:t>
            </a:r>
            <a:r>
              <a:rPr lang="fr-FR" b="0" dirty="0" smtClean="0"/>
              <a:t> in love </a:t>
            </a:r>
            <a:r>
              <a:rPr lang="fr-FR" b="0" dirty="0" err="1" smtClean="0"/>
              <a:t>with</a:t>
            </a:r>
            <a:r>
              <a:rPr lang="fr-FR" b="0" dirty="0" smtClean="0"/>
              <a:t> You</a:t>
            </a:r>
          </a:p>
          <a:p>
            <a:r>
              <a:rPr lang="fr-FR" b="0" dirty="0" smtClean="0"/>
              <a:t/>
            </a:r>
            <a:br>
              <a:rPr lang="fr-FR" b="0" dirty="0" smtClean="0"/>
            </a:br>
            <a:r>
              <a:rPr lang="fr-FR" b="0" dirty="0" smtClean="0"/>
              <a:t>6- LE PLUS SIMPLE DES CHANTS D'AMOUR JE VEUX TE DONNER</a:t>
            </a:r>
          </a:p>
          <a:p>
            <a:r>
              <a:rPr lang="fr-FR" b="0" dirty="0" smtClean="0"/>
              <a:t>The </a:t>
            </a:r>
            <a:r>
              <a:rPr lang="fr-FR" b="0" dirty="0" err="1" smtClean="0"/>
              <a:t>simplest</a:t>
            </a:r>
            <a:r>
              <a:rPr lang="fr-FR" b="0" dirty="0" smtClean="0"/>
              <a:t> of all love </a:t>
            </a:r>
            <a:r>
              <a:rPr lang="fr-FR" b="0" dirty="0" err="1" smtClean="0"/>
              <a:t>songs</a:t>
            </a:r>
            <a:r>
              <a:rPr lang="fr-FR" b="0" dirty="0" smtClean="0"/>
              <a:t> I </a:t>
            </a:r>
            <a:r>
              <a:rPr lang="fr-FR" b="0" dirty="0" err="1" smtClean="0"/>
              <a:t>want</a:t>
            </a:r>
            <a:r>
              <a:rPr lang="fr-FR" b="0" dirty="0" smtClean="0"/>
              <a:t> to </a:t>
            </a:r>
            <a:r>
              <a:rPr lang="fr-FR" b="0" dirty="0" err="1" smtClean="0"/>
              <a:t>bring</a:t>
            </a:r>
            <a:r>
              <a:rPr lang="fr-FR" b="0" dirty="0" smtClean="0"/>
              <a:t> to </a:t>
            </a:r>
            <a:r>
              <a:rPr lang="fr-FR" b="0" dirty="0" err="1" smtClean="0"/>
              <a:t>you</a:t>
            </a:r>
            <a:endParaRPr lang="fr-FR" b="0" dirty="0" smtClean="0"/>
          </a:p>
          <a:p>
            <a:r>
              <a:rPr lang="fr-FR" b="0" dirty="0" smtClean="0"/>
              <a:t>7- JE NE PARLERAI QUE PEU JÉSUS JE SUIS AMOUREUX DE TOI </a:t>
            </a:r>
          </a:p>
          <a:p>
            <a:r>
              <a:rPr lang="fr-FR" b="0" dirty="0" smtClean="0"/>
              <a:t>So </a:t>
            </a:r>
            <a:r>
              <a:rPr lang="fr-FR" b="0" dirty="0" err="1" smtClean="0"/>
              <a:t>I'll</a:t>
            </a:r>
            <a:r>
              <a:rPr lang="fr-FR" b="0" dirty="0" smtClean="0"/>
              <a:t> let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words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few Cause </a:t>
            </a:r>
            <a:r>
              <a:rPr lang="fr-FR" b="0" dirty="0" err="1" smtClean="0"/>
              <a:t>Jesus</a:t>
            </a:r>
            <a:r>
              <a:rPr lang="fr-FR" b="0" dirty="0" smtClean="0"/>
              <a:t>, I </a:t>
            </a:r>
            <a:r>
              <a:rPr lang="fr-FR" b="0" dirty="0" err="1" smtClean="0"/>
              <a:t>am</a:t>
            </a:r>
            <a:r>
              <a:rPr lang="fr-FR" b="0" dirty="0" smtClean="0"/>
              <a:t> </a:t>
            </a:r>
            <a:r>
              <a:rPr lang="fr-FR" b="0" dirty="0" err="1" smtClean="0"/>
              <a:t>so</a:t>
            </a:r>
            <a:r>
              <a:rPr lang="fr-FR" b="0" dirty="0" smtClean="0"/>
              <a:t> in love </a:t>
            </a:r>
            <a:r>
              <a:rPr lang="fr-FR" b="0" dirty="0" err="1" smtClean="0"/>
              <a:t>with</a:t>
            </a:r>
            <a:r>
              <a:rPr lang="fr-FR" b="0" dirty="0" smtClean="0"/>
              <a:t> You</a:t>
            </a:r>
          </a:p>
          <a:p>
            <a:r>
              <a:rPr lang="fr-FR" b="0" dirty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SUIS ÉMERVEILLÉE PAR TOI, JÉSUS JE SUIS ÉMERVEILLÉE PAR TOI</a:t>
            </a:r>
          </a:p>
          <a:p>
            <a:r>
              <a:rPr lang="fr-FR" b="0" smtClean="0"/>
              <a:t>And I'll stand in awe of you, Jesus Yes, I'll stand in awe of you</a:t>
            </a:r>
            <a:br>
              <a:rPr lang="fr-FR" b="0" smtClean="0"/>
            </a:br>
            <a:r>
              <a:rPr lang="fr-FR" b="0" smtClean="0"/>
              <a:t>2-  TU ES DIEU DANS LES CIEUX ET JE SUIS ICI SUR TERRE</a:t>
            </a:r>
          </a:p>
          <a:p>
            <a:r>
              <a:rPr lang="fr-FR" b="0" smtClean="0"/>
              <a:t>You are God in Heaven And here am I on earth</a:t>
            </a:r>
            <a:br>
              <a:rPr lang="fr-FR" b="0" smtClean="0"/>
            </a:br>
            <a:r>
              <a:rPr lang="fr-FR" b="0" smtClean="0"/>
              <a:t>3-  JE NE PARLERAI QUE PEU JÉSUS JE SUIS AMOUREUX DE TOI</a:t>
            </a:r>
          </a:p>
          <a:p>
            <a:r>
              <a:rPr lang="fr-FR" b="0" smtClean="0"/>
              <a:t>So I'll let my words be few Jesus, I am so in love with You</a:t>
            </a:r>
          </a:p>
          <a:p>
            <a:endParaRPr lang="fr-FR" b="0" smtClean="0"/>
          </a:p>
          <a:p>
            <a:r>
              <a:rPr lang="fr-FR" b="0" smtClean="0"/>
              <a:t>	REFRAIN:  
            	4- JE SUIS ÉMERVEILLÉE PAR TOI JE SUIS ÉMERVEILLÉE PAR TOI</a:t>
            </a:r>
          </a:p>
          <a:p>
            <a:r>
              <a:rPr lang="fr-FR" b="0" smtClean="0"/>
              <a:t>	And I'll stand in awe of you Yes, I'll stand in awe of you</a:t>
            </a:r>
            <a:br>
              <a:rPr lang="fr-FR" b="0" smtClean="0"/>
            </a:br>
            <a:r>
              <a:rPr lang="fr-FR" b="0" smtClean="0"/>
              <a:t>           	5- JE NE PARLERAI QUE PEU JÉSUS JE SUIS AMOUREUX DE TOI</a:t>
            </a:r>
          </a:p>
          <a:p>
            <a:r>
              <a:rPr lang="fr-FR" b="0" smtClean="0"/>
              <a:t>	And I'll let my words be few Jesus, I am so in love with You</a:t>
            </a:r>
          </a:p>
          <a:p>
            <a:r>
              <a:rPr lang="fr-FR" b="0" smtClean="0"/>
              <a:t/>
            </a:r>
            <a:br>
              <a:rPr lang="fr-FR" b="0" smtClean="0"/>
            </a:br>
            <a:r>
              <a:rPr lang="fr-FR" b="0" smtClean="0"/>
              <a:t>6- LE PLUS SIMPLE DES CHANTS D'AMOUR JE VEUX TE DONNER</a:t>
            </a:r>
          </a:p>
          <a:p>
            <a:r>
              <a:rPr lang="fr-FR" b="0" smtClean="0"/>
              <a:t>The simplest of all love songs I want to bring to you</a:t>
            </a:r>
          </a:p>
          <a:p>
            <a:r>
              <a:rPr lang="fr-FR" b="0" smtClean="0"/>
              <a:t>7- JE NE PARLERAI QUE PEU JÉSUS JE SUIS AMOUREUX DE TOI </a:t>
            </a:r>
          </a:p>
          <a:p>
            <a:r>
              <a:rPr lang="fr-FR" b="0" smtClean="0"/>
              <a:t>So I'll let my words be few Cause Jesus, I am so in love with You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SUIS ÉMERVEILLÉE PAR TOI, JÉSUS JE SUIS ÉMERVEILLÉE PAR TOI</a:t>
            </a:r>
          </a:p>
          <a:p>
            <a:r>
              <a:rPr lang="fr-FR" b="0" smtClean="0"/>
              <a:t>And I'll stand in awe of you, Jesus Yes, I'll stand in awe of you</a:t>
            </a:r>
            <a:br>
              <a:rPr lang="fr-FR" b="0" smtClean="0"/>
            </a:br>
            <a:r>
              <a:rPr lang="fr-FR" b="0" smtClean="0"/>
              <a:t>2-  TU ES DIEU DANS LES CIEUX ET JE SUIS ICI SUR TERRE</a:t>
            </a:r>
          </a:p>
          <a:p>
            <a:r>
              <a:rPr lang="fr-FR" b="0" smtClean="0"/>
              <a:t>You are God in Heaven And here am I on earth</a:t>
            </a:r>
            <a:br>
              <a:rPr lang="fr-FR" b="0" smtClean="0"/>
            </a:br>
            <a:r>
              <a:rPr lang="fr-FR" b="0" smtClean="0"/>
              <a:t>3-  JE NE PARLERAI QUE PEU JÉSUS JE SUIS AMOUREUX DE TOI</a:t>
            </a:r>
          </a:p>
          <a:p>
            <a:r>
              <a:rPr lang="fr-FR" b="0" smtClean="0"/>
              <a:t>So I'll let my words be few Jesus, I am so in love with You</a:t>
            </a:r>
          </a:p>
          <a:p>
            <a:endParaRPr lang="fr-FR" b="0" smtClean="0"/>
          </a:p>
          <a:p>
            <a:r>
              <a:rPr lang="fr-FR" b="0" smtClean="0"/>
              <a:t>	REFRAIN:  
            	4- JE SUIS ÉMERVEILLÉE PAR TOI JE SUIS ÉMERVEILLÉE PAR TOI</a:t>
            </a:r>
          </a:p>
          <a:p>
            <a:r>
              <a:rPr lang="fr-FR" b="0" smtClean="0"/>
              <a:t>	And I'll stand in awe of you Yes, I'll stand in awe of you</a:t>
            </a:r>
            <a:br>
              <a:rPr lang="fr-FR" b="0" smtClean="0"/>
            </a:br>
            <a:r>
              <a:rPr lang="fr-FR" b="0" smtClean="0"/>
              <a:t>           	5- JE NE PARLERAI QUE PEU JÉSUS JE SUIS AMOUREUX DE TOI</a:t>
            </a:r>
          </a:p>
          <a:p>
            <a:r>
              <a:rPr lang="fr-FR" b="0" smtClean="0"/>
              <a:t>	And I'll let my words be few Jesus, I am so in love with You</a:t>
            </a:r>
          </a:p>
          <a:p>
            <a:r>
              <a:rPr lang="fr-FR" b="0" smtClean="0"/>
              <a:t/>
            </a:r>
            <a:br>
              <a:rPr lang="fr-FR" b="0" smtClean="0"/>
            </a:br>
            <a:r>
              <a:rPr lang="fr-FR" b="0" smtClean="0"/>
              <a:t>6- LE PLUS SIMPLE DES CHANTS D'AMOUR JE VEUX TE DONNER</a:t>
            </a:r>
          </a:p>
          <a:p>
            <a:r>
              <a:rPr lang="fr-FR" b="0" smtClean="0"/>
              <a:t>The simplest of all love songs I want to bring to you</a:t>
            </a:r>
          </a:p>
          <a:p>
            <a:r>
              <a:rPr lang="fr-FR" b="0" smtClean="0"/>
              <a:t>7- JE NE PARLERAI QUE PEU JÉSUS JE SUIS AMOUREUX DE TOI </a:t>
            </a:r>
          </a:p>
          <a:p>
            <a:r>
              <a:rPr lang="fr-FR" b="0" smtClean="0"/>
              <a:t>So I'll let my words be few Cause Jesus, I am so in love with You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SUIS ÉMERVEILLÉE PAR TOI, JÉSUS JE SUIS ÉMERVEILLÉE PAR TOI</a:t>
            </a:r>
          </a:p>
          <a:p>
            <a:r>
              <a:rPr lang="fr-FR" b="0" smtClean="0"/>
              <a:t>And I'll stand in awe of you, Jesus Yes, I'll stand in awe of you</a:t>
            </a:r>
            <a:br>
              <a:rPr lang="fr-FR" b="0" smtClean="0"/>
            </a:br>
            <a:r>
              <a:rPr lang="fr-FR" b="0" smtClean="0"/>
              <a:t>2-  TU ES DIEU DANS LES CIEUX ET JE SUIS ICI SUR TERRE</a:t>
            </a:r>
          </a:p>
          <a:p>
            <a:r>
              <a:rPr lang="fr-FR" b="0" smtClean="0"/>
              <a:t>You are God in Heaven And here am I on earth</a:t>
            </a:r>
            <a:br>
              <a:rPr lang="fr-FR" b="0" smtClean="0"/>
            </a:br>
            <a:r>
              <a:rPr lang="fr-FR" b="0" smtClean="0"/>
              <a:t>3-  JE NE PARLERAI QUE PEU JÉSUS JE SUIS AMOUREUX DE TOI</a:t>
            </a:r>
          </a:p>
          <a:p>
            <a:r>
              <a:rPr lang="fr-FR" b="0" smtClean="0"/>
              <a:t>So I'll let my words be few Jesus, I am so in love with You</a:t>
            </a:r>
          </a:p>
          <a:p>
            <a:endParaRPr lang="fr-FR" b="0" smtClean="0"/>
          </a:p>
          <a:p>
            <a:r>
              <a:rPr lang="fr-FR" b="0" smtClean="0"/>
              <a:t>	REFRAIN:  
            	4- JE SUIS ÉMERVEILLÉE PAR TOI JE SUIS ÉMERVEILLÉE PAR TOI</a:t>
            </a:r>
          </a:p>
          <a:p>
            <a:r>
              <a:rPr lang="fr-FR" b="0" smtClean="0"/>
              <a:t>	And I'll stand in awe of you Yes, I'll stand in awe of you</a:t>
            </a:r>
            <a:br>
              <a:rPr lang="fr-FR" b="0" smtClean="0"/>
            </a:br>
            <a:r>
              <a:rPr lang="fr-FR" b="0" smtClean="0"/>
              <a:t>           	5- JE NE PARLERAI QUE PEU JÉSUS JE SUIS AMOUREUX DE TOI</a:t>
            </a:r>
          </a:p>
          <a:p>
            <a:r>
              <a:rPr lang="fr-FR" b="0" smtClean="0"/>
              <a:t>	And I'll let my words be few Jesus, I am so in love with You</a:t>
            </a:r>
          </a:p>
          <a:p>
            <a:r>
              <a:rPr lang="fr-FR" b="0" smtClean="0"/>
              <a:t/>
            </a:r>
            <a:br>
              <a:rPr lang="fr-FR" b="0" smtClean="0"/>
            </a:br>
            <a:r>
              <a:rPr lang="fr-FR" b="0" smtClean="0"/>
              <a:t>6- LE PLUS SIMPLE DES CHANTS D'AMOUR JE VEUX TE DONNER</a:t>
            </a:r>
          </a:p>
          <a:p>
            <a:r>
              <a:rPr lang="fr-FR" b="0" smtClean="0"/>
              <a:t>The simplest of all love songs I want to bring to you</a:t>
            </a:r>
          </a:p>
          <a:p>
            <a:r>
              <a:rPr lang="fr-FR" b="0" smtClean="0"/>
              <a:t>7- JE NE PARLERAI QUE PEU JÉSUS JE SUIS AMOUREUX DE TOI </a:t>
            </a:r>
          </a:p>
          <a:p>
            <a:r>
              <a:rPr lang="fr-FR" b="0" smtClean="0"/>
              <a:t>So I'll let my words be few Cause Jesus, I am so in love with You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SUIS ÉMERVEILLÉE PAR TOI, JÉSUS JE SUIS ÉMERVEILLÉE PAR TOI</a:t>
            </a:r>
          </a:p>
          <a:p>
            <a:r>
              <a:rPr lang="fr-FR" b="0" smtClean="0"/>
              <a:t>And I'll stand in awe of you, Jesus Yes, I'll stand in awe of you</a:t>
            </a:r>
            <a:br>
              <a:rPr lang="fr-FR" b="0" smtClean="0"/>
            </a:br>
            <a:r>
              <a:rPr lang="fr-FR" b="0" smtClean="0"/>
              <a:t>2-  TU ES DIEU DANS LES CIEUX ET JE SUIS ICI SUR TERRE</a:t>
            </a:r>
          </a:p>
          <a:p>
            <a:r>
              <a:rPr lang="fr-FR" b="0" smtClean="0"/>
              <a:t>You are God in Heaven And here am I on earth</a:t>
            </a:r>
            <a:br>
              <a:rPr lang="fr-FR" b="0" smtClean="0"/>
            </a:br>
            <a:r>
              <a:rPr lang="fr-FR" b="0" smtClean="0"/>
              <a:t>3-  JE NE PARLERAI QUE PEU JÉSUS JE SUIS AMOUREUX DE TOI</a:t>
            </a:r>
          </a:p>
          <a:p>
            <a:r>
              <a:rPr lang="fr-FR" b="0" smtClean="0"/>
              <a:t>So I'll let my words be few Jesus, I am so in love with You</a:t>
            </a:r>
          </a:p>
          <a:p>
            <a:endParaRPr lang="fr-FR" b="0" smtClean="0"/>
          </a:p>
          <a:p>
            <a:r>
              <a:rPr lang="fr-FR" b="0" smtClean="0"/>
              <a:t>	REFRAIN:  
            	4- JE SUIS ÉMERVEILLÉE PAR TOI JE SUIS ÉMERVEILLÉE PAR TOI</a:t>
            </a:r>
          </a:p>
          <a:p>
            <a:r>
              <a:rPr lang="fr-FR" b="0" smtClean="0"/>
              <a:t>	And I'll stand in awe of you Yes, I'll stand in awe of you</a:t>
            </a:r>
            <a:br>
              <a:rPr lang="fr-FR" b="0" smtClean="0"/>
            </a:br>
            <a:r>
              <a:rPr lang="fr-FR" b="0" smtClean="0"/>
              <a:t>           	5- JE NE PARLERAI QUE PEU JÉSUS JE SUIS AMOUREUX DE TOI</a:t>
            </a:r>
          </a:p>
          <a:p>
            <a:r>
              <a:rPr lang="fr-FR" b="0" smtClean="0"/>
              <a:t>	And I'll let my words be few Jesus, I am so in love with You</a:t>
            </a:r>
          </a:p>
          <a:p>
            <a:r>
              <a:rPr lang="fr-FR" b="0" smtClean="0"/>
              <a:t/>
            </a:r>
            <a:br>
              <a:rPr lang="fr-FR" b="0" smtClean="0"/>
            </a:br>
            <a:r>
              <a:rPr lang="fr-FR" b="0" smtClean="0"/>
              <a:t>6- LE PLUS SIMPLE DES CHANTS D'AMOUR JE VEUX TE DONNER</a:t>
            </a:r>
          </a:p>
          <a:p>
            <a:r>
              <a:rPr lang="fr-FR" b="0" smtClean="0"/>
              <a:t>The simplest of all love songs I want to bring to you</a:t>
            </a:r>
          </a:p>
          <a:p>
            <a:r>
              <a:rPr lang="fr-FR" b="0" smtClean="0"/>
              <a:t>7- JE NE PARLERAI QUE PEU JÉSUS JE SUIS AMOUREUX DE TOI </a:t>
            </a:r>
          </a:p>
          <a:p>
            <a:r>
              <a:rPr lang="fr-FR" b="0" smtClean="0"/>
              <a:t>So I'll let my words be few Cause Jesus, I am so in love with You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SUIS ÉMERVEILLÉE PAR TOI, JÉSUS JE SUIS ÉMERVEILLÉE PAR TOI</a:t>
            </a:r>
          </a:p>
          <a:p>
            <a:r>
              <a:rPr lang="fr-FR" b="0" smtClean="0"/>
              <a:t>And I'll stand in awe of you, Jesus Yes, I'll stand in awe of you</a:t>
            </a:r>
            <a:br>
              <a:rPr lang="fr-FR" b="0" smtClean="0"/>
            </a:br>
            <a:r>
              <a:rPr lang="fr-FR" b="0" smtClean="0"/>
              <a:t>2-  TU ES DIEU DANS LES CIEUX ET JE SUIS ICI SUR TERRE</a:t>
            </a:r>
          </a:p>
          <a:p>
            <a:r>
              <a:rPr lang="fr-FR" b="0" smtClean="0"/>
              <a:t>You are God in Heaven And here am I on earth</a:t>
            </a:r>
            <a:br>
              <a:rPr lang="fr-FR" b="0" smtClean="0"/>
            </a:br>
            <a:r>
              <a:rPr lang="fr-FR" b="0" smtClean="0"/>
              <a:t>3-  JE NE PARLERAI QUE PEU JÉSUS JE SUIS AMOUREUX DE TOI</a:t>
            </a:r>
          </a:p>
          <a:p>
            <a:r>
              <a:rPr lang="fr-FR" b="0" smtClean="0"/>
              <a:t>So I'll let my words be few Jesus, I am so in love with You</a:t>
            </a:r>
          </a:p>
          <a:p>
            <a:endParaRPr lang="fr-FR" b="0" smtClean="0"/>
          </a:p>
          <a:p>
            <a:r>
              <a:rPr lang="fr-FR" b="0" smtClean="0"/>
              <a:t>	REFRAIN:  
            	4- JE SUIS ÉMERVEILLÉE PAR TOI JE SUIS ÉMERVEILLÉE PAR TOI</a:t>
            </a:r>
          </a:p>
          <a:p>
            <a:r>
              <a:rPr lang="fr-FR" b="0" smtClean="0"/>
              <a:t>	And I'll stand in awe of you Yes, I'll stand in awe of you</a:t>
            </a:r>
            <a:br>
              <a:rPr lang="fr-FR" b="0" smtClean="0"/>
            </a:br>
            <a:r>
              <a:rPr lang="fr-FR" b="0" smtClean="0"/>
              <a:t>           	5- JE NE PARLERAI QUE PEU JÉSUS JE SUIS AMOUREUX DE TOI</a:t>
            </a:r>
          </a:p>
          <a:p>
            <a:r>
              <a:rPr lang="fr-FR" b="0" smtClean="0"/>
              <a:t>	And I'll let my words be few Jesus, I am so in love with You</a:t>
            </a:r>
          </a:p>
          <a:p>
            <a:r>
              <a:rPr lang="fr-FR" b="0" smtClean="0"/>
              <a:t/>
            </a:r>
            <a:br>
              <a:rPr lang="fr-FR" b="0" smtClean="0"/>
            </a:br>
            <a:r>
              <a:rPr lang="fr-FR" b="0" smtClean="0"/>
              <a:t>6- LE PLUS SIMPLE DES CHANTS D'AMOUR JE VEUX TE DONNER</a:t>
            </a:r>
          </a:p>
          <a:p>
            <a:r>
              <a:rPr lang="fr-FR" b="0" smtClean="0"/>
              <a:t>The simplest of all love songs I want to bring to you</a:t>
            </a:r>
          </a:p>
          <a:p>
            <a:r>
              <a:rPr lang="fr-FR" b="0" smtClean="0"/>
              <a:t>7- JE NE PARLERAI QUE PEU JÉSUS JE SUIS AMOUREUX DE TOI </a:t>
            </a:r>
          </a:p>
          <a:p>
            <a:r>
              <a:rPr lang="fr-FR" b="0" smtClean="0"/>
              <a:t>So I'll let my words be few Cause Jesus, I am so in love with You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JE SUIS ÉMERVEILLÉE PAR TOI, JÉSUS JE SUIS ÉMERVEILLÉE PAR TOI</a:t>
            </a:r>
          </a:p>
          <a:p>
            <a:r>
              <a:rPr lang="fr-FR" b="0" smtClean="0"/>
              <a:t>And I'll stand in awe of you, Jesus Yes, I'll stand in awe of you</a:t>
            </a:r>
            <a:br>
              <a:rPr lang="fr-FR" b="0" smtClean="0"/>
            </a:br>
            <a:r>
              <a:rPr lang="fr-FR" b="0" smtClean="0"/>
              <a:t>2-  TU ES DIEU DANS LES CIEUX ET JE SUIS ICI SUR TERRE</a:t>
            </a:r>
          </a:p>
          <a:p>
            <a:r>
              <a:rPr lang="fr-FR" b="0" smtClean="0"/>
              <a:t>You are God in Heaven And here am I on earth</a:t>
            </a:r>
            <a:br>
              <a:rPr lang="fr-FR" b="0" smtClean="0"/>
            </a:br>
            <a:r>
              <a:rPr lang="fr-FR" b="0" smtClean="0"/>
              <a:t>3-  JE NE PARLERAI QUE PEU JÉSUS JE SUIS AMOUREUX DE TOI</a:t>
            </a:r>
          </a:p>
          <a:p>
            <a:r>
              <a:rPr lang="fr-FR" b="0" smtClean="0"/>
              <a:t>So I'll let my words be few Jesus, I am so in love with You</a:t>
            </a:r>
          </a:p>
          <a:p>
            <a:endParaRPr lang="fr-FR" b="0" smtClean="0"/>
          </a:p>
          <a:p>
            <a:r>
              <a:rPr lang="fr-FR" b="0" smtClean="0"/>
              <a:t>	REFRAIN:  
            	4- JE SUIS ÉMERVEILLÉE PAR TOI JE SUIS ÉMERVEILLÉE PAR TOI</a:t>
            </a:r>
          </a:p>
          <a:p>
            <a:r>
              <a:rPr lang="fr-FR" b="0" smtClean="0"/>
              <a:t>	And I'll stand in awe of you Yes, I'll stand in awe of you</a:t>
            </a:r>
            <a:br>
              <a:rPr lang="fr-FR" b="0" smtClean="0"/>
            </a:br>
            <a:r>
              <a:rPr lang="fr-FR" b="0" smtClean="0"/>
              <a:t>           	5- JE NE PARLERAI QUE PEU JÉSUS JE SUIS AMOUREUX DE TOI</a:t>
            </a:r>
          </a:p>
          <a:p>
            <a:r>
              <a:rPr lang="fr-FR" b="0" smtClean="0"/>
              <a:t>	And I'll let my words be few Jesus, I am so in love with You</a:t>
            </a:r>
          </a:p>
          <a:p>
            <a:r>
              <a:rPr lang="fr-FR" b="0" smtClean="0"/>
              <a:t/>
            </a:r>
            <a:br>
              <a:rPr lang="fr-FR" b="0" smtClean="0"/>
            </a:br>
            <a:r>
              <a:rPr lang="fr-FR" b="0" smtClean="0"/>
              <a:t>6- LE PLUS SIMPLE DES CHANTS D'AMOUR JE VEUX TE DONNER</a:t>
            </a:r>
          </a:p>
          <a:p>
            <a:r>
              <a:rPr lang="fr-FR" b="0" smtClean="0"/>
              <a:t>The simplest of all love songs I want to bring to you</a:t>
            </a:r>
          </a:p>
          <a:p>
            <a:r>
              <a:rPr lang="fr-FR" b="0" smtClean="0"/>
              <a:t>7- JE NE PARLERAI QUE PEU JÉSUS JE SUIS AMOUREUX DE TOI </a:t>
            </a:r>
          </a:p>
          <a:p>
            <a:r>
              <a:rPr lang="fr-FR" b="0" smtClean="0"/>
              <a:t>So I'll let my words be few Cause Jesus, I am so in love with You</a:t>
            </a:r>
          </a:p>
          <a:p>
            <a:r>
              <a:rPr lang="fr-FR" b="0" smtClean="0"/>
              <a:t>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ÉMERVEILLÉE PAR TOI, JÉSUS JE SUIS ÉMERVEILLÉE PAR TOI</a:t>
            </a:r>
          </a:p>
          <a:p>
            <a:r>
              <a:rPr lang="fr-FR" smtClean="0"/>
              <a:t>And I'll stand in awe of you, Jesus Yes, I'll stand in awe of you</a:t>
            </a:r>
            <a:br>
              <a:rPr lang="fr-FR" smtClean="0"/>
            </a:br>
            <a:r>
              <a:rPr lang="fr-FR" smtClean="0"/>
              <a:t>2-  TU ES DIEU DANS LES CIEUX ET JE SUIS ICI SUR TERRE</a:t>
            </a:r>
          </a:p>
          <a:p>
            <a:r>
              <a:rPr lang="fr-FR" smtClean="0"/>
              <a:t>You are God in Heaven And here am I on earth</a:t>
            </a:r>
            <a:br>
              <a:rPr lang="fr-FR" smtClean="0"/>
            </a:br>
            <a:r>
              <a:rPr lang="fr-FR" smtClean="0"/>
              <a:t>3-  JE NE PARLERAI QUE PEU JÉSUS JE SUIS AMOUREUX DE TOI</a:t>
            </a:r>
          </a:p>
          <a:p>
            <a:r>
              <a:rPr lang="fr-FR" smtClean="0"/>
              <a:t>So I'll let my words be few Jesus, I am so in love with You</a:t>
            </a:r>
          </a:p>
          <a:p>
            <a:endParaRPr lang="fr-FR" smtClean="0"/>
          </a:p>
          <a:p>
            <a:r>
              <a:rPr lang="fr-FR" smtClean="0"/>
              <a:t>	REFRAIN:  
            	4- JE SUIS ÉMERVEILLÉE PAR TOI JE SUIS ÉMERVEILLÉE PAR TOI</a:t>
            </a:r>
          </a:p>
          <a:p>
            <a:r>
              <a:rPr lang="fr-FR" smtClean="0"/>
              <a:t>	And I'll stand in awe of you Yes, I'll stand in awe of you</a:t>
            </a:r>
            <a:br>
              <a:rPr lang="fr-FR" smtClean="0"/>
            </a:br>
            <a:r>
              <a:rPr lang="fr-FR" smtClean="0"/>
              <a:t>           	5- JE NE PARLERAI QUE PEU JÉSUS JE SUIS AMOUREUX DE TOI</a:t>
            </a:r>
          </a:p>
          <a:p>
            <a:r>
              <a:rPr lang="fr-FR" smtClean="0"/>
              <a:t>	And I'll let my words be few Jesus, I am so in love with You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LE PLUS SIMPLE DES CHANTS D'AMOUR JE VEUX TE DONNER</a:t>
            </a:r>
          </a:p>
          <a:p>
            <a:r>
              <a:rPr lang="fr-FR" smtClean="0"/>
              <a:t>The simplest of all love songs I want to bring to you</a:t>
            </a:r>
          </a:p>
          <a:p>
            <a:r>
              <a:rPr lang="fr-FR" smtClean="0"/>
              <a:t>7- JE NE PARLERAI QUE PEU JÉSUS JE SUIS AMOUREUX DE TOI </a:t>
            </a:r>
          </a:p>
          <a:p>
            <a:r>
              <a:rPr lang="fr-FR" smtClean="0"/>
              <a:t>So I'll let my words be few Cause Jesus, I am so in love with You</a:t>
            </a:r>
          </a:p>
          <a:p>
            <a:r>
              <a:rPr lang="fr-FR" smtClean="0"/>
              <a:t>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ÉMERVEILLÉE PAR TOI, JÉSUS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ÉMERVEILLÉE PAR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DIEU DANS LES CIEUX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SUIS ICI SUR TERRE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PARLERAI QUE PEU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JE SUIS AMOUREUX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4291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ÉMERVEILLÉE PAR TOI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ÉMERVEILLÉE PAR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PARLERAI QUE PEU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JE SUIS AMOUREUX DE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PLUS SIMPLE DES CHANTS D'AMOUR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TE DONNER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PARLERAI QUE PEU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JE SUIS AMOUREUX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151</Words>
  <Application>Microsoft Office PowerPoint</Application>
  <PresentationFormat>Affichage à l'écran (4:3)</PresentationFormat>
  <Paragraphs>189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177</cp:revision>
  <dcterms:created xsi:type="dcterms:W3CDTF">2002-08-17T10:50:50Z</dcterms:created>
  <dcterms:modified xsi:type="dcterms:W3CDTF">2019-07-20T15:29:51Z</dcterms:modified>
</cp:coreProperties>
</file>