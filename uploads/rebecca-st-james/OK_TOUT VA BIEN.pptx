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2" r:id="rId2"/>
    <p:sldId id="273" r:id="rId3"/>
    <p:sldId id="271" r:id="rId4"/>
    <p:sldId id="274" r:id="rId5"/>
    <p:sldId id="275" r:id="rId6"/>
    <p:sldId id="276" r:id="rId7"/>
    <p:sldId id="277" r:id="rId8"/>
    <p:sldId id="278" r:id="rId9"/>
    <p:sldId id="280" r:id="rId10"/>
    <p:sldId id="281" r:id="rId11"/>
    <p:sldId id="282" r:id="rId12"/>
    <p:sldId id="285" r:id="rId13"/>
    <p:sldId id="284" r:id="rId14"/>
    <p:sldId id="287" r:id="rId15"/>
    <p:sldId id="291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0" autoAdjust="0"/>
    <p:restoredTop sz="43622" autoAdjust="0"/>
  </p:normalViewPr>
  <p:slideViewPr>
    <p:cSldViewPr>
      <p:cViewPr varScale="1">
        <p:scale>
          <a:sx n="34" d="100"/>
          <a:sy n="34" d="100"/>
        </p:scale>
        <p:origin x="-59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19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E54A443-1D0B-4CD9-AE49-759A5DE7180C}" type="datetimeFigureOut">
              <a:rPr lang="fr-FR"/>
              <a:pPr>
                <a:defRPr/>
              </a:pPr>
              <a:t>20/07/2019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2223DC-63BB-491C-88C6-ED4E36DA3FA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DANS MON CŒUR JE PEUX VOIR TON SOURIRE   </a:t>
            </a:r>
          </a:p>
          <a:p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Inwardly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smile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2-  JE LE POURSUIS, JE LE POURSUIS 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for, I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JE SAIS QUE TOUT IRA, TRÈS BIEN  TRÈS BIEN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gonna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okay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okay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</a:p>
          <a:p>
            <a:endParaRPr lang="fr-FR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REFRAIN1:
	4-  TOUT SE PASSERA TRÈS BIEN, TRÈS BIEN, TRÈS BIEN 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gonna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okay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okay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O.K.
	5-  ET POUR TOUJOURS, JE LE DIRAI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endParaRPr lang="fr-FR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TOUT SE PASSERA TRÈS BIEN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gonna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O.K.</a:t>
            </a:r>
          </a:p>
          <a:p>
            <a:endParaRPr lang="fr-FR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COUPLET2: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J'AIMERAIS TE COUVRIR DE PRÉSENTS 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to,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MAIS MON AMOUR EST TOUT CE QUE J'AI ALORS PRENDS MOI, MAINTENANT 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love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I have So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me,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JE LE SAIS, TU NE ME LAISSERAS PAS  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 abandon me 
10-  TU FINIRAS, TON OEUVRE EN MOI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what's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begun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me</a:t>
            </a:r>
          </a:p>
          <a:p>
            <a:endParaRPr lang="fr-FR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REPRISE REFRAIN1:</a:t>
            </a:r>
          </a:p>
          <a:p>
            <a:endParaRPr lang="fr-FR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JE M'APPROCHE MAINTENANT  GARDE MOI  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I, Come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closer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
12-  ET SÈCHE TOUTES MES LARMES GARDE MOI    
And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wipe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tears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me... Oh</a:t>
            </a:r>
          </a:p>
          <a:p>
            <a:endParaRPr lang="fr-FR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REFRAIN2:	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TOUT SE PASSERA TRÈS BIEN, TRÈS BIEN, TRÈS BIEN 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gonna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okay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okay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O.K.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ET POUR TOUJOURS, JE LE DIRAI                                  x2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TOUT VA BIEN 
	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O.K. 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DANS MON CŒUR JE PEUX VOIR TON SOURIRE   </a:t>
            </a:r>
          </a:p>
          <a:p>
            <a:r>
              <a:rPr lang="fr-FR" smtClean="0"/>
              <a:t>Inwardly I, See Your smile  
2-  JE LE POURSUIS, JE LE POURSUIS  </a:t>
            </a:r>
          </a:p>
          <a:p>
            <a:r>
              <a:rPr lang="fr-FR" smtClean="0"/>
              <a:t>And I reach for, I reach for it
3-  CAR JE SAIS QUE TOUT IRA, TRÈS BIEN  TRÈS BIEN</a:t>
            </a:r>
          </a:p>
          <a:p>
            <a:r>
              <a:rPr lang="fr-FR" smtClean="0"/>
              <a:t>'Cause I know it's all gonna be okay okay...</a:t>
            </a:r>
          </a:p>
          <a:p>
            <a:endParaRPr lang="fr-FR" smtClean="0"/>
          </a:p>
          <a:p>
            <a:r>
              <a:rPr lang="fr-FR" smtClean="0"/>
              <a:t>	REFRAIN1:
	4-  TOUT SE PASSERA TRÈS BIEN, TRÈS BIEN, TRÈS BIEN  </a:t>
            </a:r>
          </a:p>
          <a:p>
            <a:r>
              <a:rPr lang="fr-FR" smtClean="0"/>
              <a:t>	It's all gonna be okay, okay, O.K.
	5-  ET POUR TOUJOURS, JE LE DIRAI </a:t>
            </a:r>
          </a:p>
          <a:p>
            <a:r>
              <a:rPr lang="fr-FR" smtClean="0"/>
              <a:t>	That is why I always say</a:t>
            </a:r>
          </a:p>
          <a:p>
            <a:r>
              <a:rPr lang="fr-FR" smtClean="0"/>
              <a:t>	6-  TOUT SE PASSERA TRÈS BIEN </a:t>
            </a:r>
          </a:p>
          <a:p>
            <a:r>
              <a:rPr lang="fr-FR" smtClean="0"/>
              <a:t>	It's all gonna be O.K.</a:t>
            </a:r>
          </a:p>
          <a:p>
            <a:endParaRPr lang="fr-FR" smtClean="0"/>
          </a:p>
          <a:p>
            <a:r>
              <a:rPr lang="fr-FR" smtClean="0"/>
              <a:t>COUPLET2:</a:t>
            </a:r>
          </a:p>
          <a:p>
            <a:r>
              <a:rPr lang="fr-FR" smtClean="0"/>
              <a:t>7-  J'AIMERAIS TE COUVRIR DE PRÉSENTS  </a:t>
            </a:r>
          </a:p>
          <a:p>
            <a:r>
              <a:rPr lang="fr-FR" smtClean="0"/>
              <a:t>I want to, Cover You with presents
8-  MAIS MON AMOUR EST TOUT CE QUE J'AI ALORS PRENDS MOI, MAINTENANT  </a:t>
            </a:r>
          </a:p>
          <a:p>
            <a:r>
              <a:rPr lang="fr-FR" smtClean="0"/>
              <a:t>But my love is all I have So take me, take me now
9-  JE LE SAIS, TU NE ME LAISSERAS PAS   </a:t>
            </a:r>
          </a:p>
          <a:p>
            <a:r>
              <a:rPr lang="fr-FR" smtClean="0"/>
              <a:t>'Cause I know You'll not abandon me 
10-  TU FINIRAS, TON OEUVRE EN MOI </a:t>
            </a:r>
          </a:p>
          <a:p>
            <a:r>
              <a:rPr lang="fr-FR" smtClean="0"/>
              <a:t>You will complete what's begun in me</a:t>
            </a:r>
          </a:p>
          <a:p>
            <a:endParaRPr lang="fr-FR" smtClean="0"/>
          </a:p>
          <a:p>
            <a:r>
              <a:rPr lang="fr-FR" smtClean="0"/>
              <a:t>	REPRISE REFRAIN1: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11-  JE M'APPROCHE MAINTENANT  GARDE MOI   </a:t>
            </a:r>
          </a:p>
          <a:p>
            <a:r>
              <a:rPr lang="fr-FR" smtClean="0"/>
              <a:t>As I, Come closer now Hold me
12-  ET SÈCHE TOUTES MES LARMES GARDE MOI    
And wipe away my tears Hold me... Oh</a:t>
            </a:r>
          </a:p>
          <a:p>
            <a:endParaRPr lang="fr-FR" smtClean="0"/>
          </a:p>
          <a:p>
            <a:r>
              <a:rPr lang="fr-FR" smtClean="0"/>
              <a:t>	REFRAIN2:	</a:t>
            </a:r>
          </a:p>
          <a:p>
            <a:r>
              <a:rPr lang="fr-FR" smtClean="0"/>
              <a:t>	13-  TOUT SE PASSERA TRÈS BIEN, TRÈS BIEN, TRÈS BIEN  </a:t>
            </a:r>
          </a:p>
          <a:p>
            <a:r>
              <a:rPr lang="fr-FR" smtClean="0"/>
              <a:t>	It's all gonna be okay, okay, O.K.</a:t>
            </a:r>
          </a:p>
          <a:p>
            <a:r>
              <a:rPr lang="fr-FR" smtClean="0"/>
              <a:t>	14-  ET POUR TOUJOURS, JE LE DIRAI                                  x2</a:t>
            </a:r>
          </a:p>
          <a:p>
            <a:r>
              <a:rPr lang="fr-FR" smtClean="0"/>
              <a:t>	That is why I always say
	15-  TOUT VA BIEN 
	It's O.K. </a:t>
            </a:r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621612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DANS MON CŒUR JE PEUX VOIR TON SOURIRE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Inwardly I, See Your smile  
2-  JE LE POURSUIS, JE LE POURSUIS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reach for, I reach for it
3-  CAR JE SAIS QUE TOUT IRA, TRÈS BIEN  TRÈS BIEN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it's all gonna be okay okay...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REFRAIN1:
	4-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
	5-  ET POUR TOUJOURS, JE LE DIRAI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TOUT SE PASSERA TRÈS BIEN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O.K.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COUPLET2: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J'AIMERAIS TE COUVRIR DE PRÉSENTS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to, Cover You with presents
8-  MAIS MON AMOUR EST TOUT CE QUE J'AI ALORS PRENDS MOI, MAINTENANT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my love is all I have So take me, take me now
9-  JE LE SAIS, TU NE ME LAISSERAS PAS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You'll not abandon me 
10-  TU FINIRAS, TON OEUVRE EN MOI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will complete what's begun in me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REPRISE REFRAIN1: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JE M'APPROCHE MAINTENANT  GARDE MOI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I, Come closer now Hold me
12-  ET SÈCHE TOUTES MES LARMES GARDE MOI    
And wipe away my tears Hold me... Oh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REFRAIN2:	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ET POUR TOUJOURS, JE LE DIRAI                                  x2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
	15-  TOUT VA BIEN 
	It's O.K. 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DANS MON CŒUR JE PEUX VOIR TON SOURIRE   </a:t>
            </a:r>
          </a:p>
          <a:p>
            <a:r>
              <a:rPr lang="fr-FR" smtClean="0"/>
              <a:t>Inwardly I, See Your smile  
2-  JE LE POURSUIS, JE LE POURSUIS  </a:t>
            </a:r>
          </a:p>
          <a:p>
            <a:r>
              <a:rPr lang="fr-FR" smtClean="0"/>
              <a:t>And I reach for, I reach for it
3-  CAR JE SAIS QUE TOUT IRA, TRÈS BIEN  TRÈS BIEN</a:t>
            </a:r>
          </a:p>
          <a:p>
            <a:r>
              <a:rPr lang="fr-FR" smtClean="0"/>
              <a:t>'Cause I know it's all gonna be okay okay...</a:t>
            </a:r>
          </a:p>
          <a:p>
            <a:endParaRPr lang="fr-FR" smtClean="0"/>
          </a:p>
          <a:p>
            <a:r>
              <a:rPr lang="fr-FR" smtClean="0"/>
              <a:t>	REFRAIN1:
	4-  TOUT SE PASSERA TRÈS BIEN, TRÈS BIEN, TRÈS BIEN  </a:t>
            </a:r>
          </a:p>
          <a:p>
            <a:r>
              <a:rPr lang="fr-FR" smtClean="0"/>
              <a:t>	It's all gonna be okay, okay, O.K.
	5-  ET POUR TOUJOURS, JE LE DIRAI </a:t>
            </a:r>
          </a:p>
          <a:p>
            <a:r>
              <a:rPr lang="fr-FR" smtClean="0"/>
              <a:t>	That is why I always say</a:t>
            </a:r>
          </a:p>
          <a:p>
            <a:r>
              <a:rPr lang="fr-FR" smtClean="0"/>
              <a:t>	6-  TOUT SE PASSERA TRÈS BIEN </a:t>
            </a:r>
          </a:p>
          <a:p>
            <a:r>
              <a:rPr lang="fr-FR" smtClean="0"/>
              <a:t>	It's all gonna be O.K.</a:t>
            </a:r>
          </a:p>
          <a:p>
            <a:endParaRPr lang="fr-FR" smtClean="0"/>
          </a:p>
          <a:p>
            <a:r>
              <a:rPr lang="fr-FR" smtClean="0"/>
              <a:t>COUPLET2:</a:t>
            </a:r>
          </a:p>
          <a:p>
            <a:r>
              <a:rPr lang="fr-FR" smtClean="0"/>
              <a:t>7-  J'AIMERAIS TE COUVRIR DE PRÉSENTS  </a:t>
            </a:r>
          </a:p>
          <a:p>
            <a:r>
              <a:rPr lang="fr-FR" smtClean="0"/>
              <a:t>I want to, Cover You with presents
8-  MAIS MON AMOUR EST TOUT CE QUE J'AI ALORS PRENDS MOI, MAINTENANT  </a:t>
            </a:r>
          </a:p>
          <a:p>
            <a:r>
              <a:rPr lang="fr-FR" smtClean="0"/>
              <a:t>But my love is all I have So take me, take me now
9-  JE LE SAIS, TU NE ME LAISSERAS PAS   </a:t>
            </a:r>
          </a:p>
          <a:p>
            <a:r>
              <a:rPr lang="fr-FR" smtClean="0"/>
              <a:t>'Cause I know You'll not abandon me 
10-  TU FINIRAS, TON OEUVRE EN MOI </a:t>
            </a:r>
          </a:p>
          <a:p>
            <a:r>
              <a:rPr lang="fr-FR" smtClean="0"/>
              <a:t>You will complete what's begun in me</a:t>
            </a:r>
          </a:p>
          <a:p>
            <a:endParaRPr lang="fr-FR" smtClean="0"/>
          </a:p>
          <a:p>
            <a:r>
              <a:rPr lang="fr-FR" smtClean="0"/>
              <a:t>	REPRISE REFRAIN1: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11-  JE M'APPROCHE MAINTENANT  GARDE MOI   </a:t>
            </a:r>
          </a:p>
          <a:p>
            <a:r>
              <a:rPr lang="fr-FR" smtClean="0"/>
              <a:t>As I, Come closer now Hold me
12-  ET SÈCHE TOUTES MES LARMES GARDE MOI    
And wipe away my tears Hold me... Oh</a:t>
            </a:r>
          </a:p>
          <a:p>
            <a:endParaRPr lang="fr-FR" smtClean="0"/>
          </a:p>
          <a:p>
            <a:r>
              <a:rPr lang="fr-FR" smtClean="0"/>
              <a:t>	REFRAIN2:	</a:t>
            </a:r>
          </a:p>
          <a:p>
            <a:r>
              <a:rPr lang="fr-FR" smtClean="0"/>
              <a:t>	13-  TOUT SE PASSERA TRÈS BIEN, TRÈS BIEN, TRÈS BIEN  </a:t>
            </a:r>
          </a:p>
          <a:p>
            <a:r>
              <a:rPr lang="fr-FR" smtClean="0"/>
              <a:t>	It's all gonna be okay, okay, O.K.</a:t>
            </a:r>
          </a:p>
          <a:p>
            <a:r>
              <a:rPr lang="fr-FR" smtClean="0"/>
              <a:t>	14-  ET POUR TOUJOURS, JE LE DIRAI                                  x2</a:t>
            </a:r>
          </a:p>
          <a:p>
            <a:r>
              <a:rPr lang="fr-FR" smtClean="0"/>
              <a:t>	That is why I always say
	15-  TOUT VA BIEN 
	It's O.K. </a:t>
            </a:r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555643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DANS MON CŒUR JE PEUX VOIR TON SOURIRE   </a:t>
            </a:r>
          </a:p>
          <a:p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Inwardly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smile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2-  JE LE POURSUIS, JE LE POURSUIS 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for, I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JE SAIS QUE TOUT IRA, TRÈS BIEN  TRÈS BIEN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gonna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okay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okay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</a:p>
          <a:p>
            <a:endParaRPr lang="fr-FR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REFRAIN1:
	4-  TOUT SE PASSERA TRÈS BIEN, TRÈS BIEN, TRÈS BIEN 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gonna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okay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okay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O.K.
	5-  ET POUR TOUJOURS, JE LE DIRAI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endParaRPr lang="fr-FR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TOUT SE PASSERA TRÈS BIEN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gonna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O.K.</a:t>
            </a:r>
          </a:p>
          <a:p>
            <a:endParaRPr lang="fr-FR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COUPLET2: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J'AIMERAIS TE COUVRIR DE PRÉSENTS 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to,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MAIS MON AMOUR EST TOUT CE QUE J'AI ALORS PRENDS MOI, MAINTENANT 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love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I have So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me,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JE LE SAIS, TU NE ME LAISSERAS PAS  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 abandon me 
10-  TU FINIRAS, TON OEUVRE EN MOI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what's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begun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me</a:t>
            </a:r>
          </a:p>
          <a:p>
            <a:endParaRPr lang="fr-FR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REPRISE REFRAIN1:</a:t>
            </a:r>
          </a:p>
          <a:p>
            <a:endParaRPr lang="fr-FR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JE M'APPROCHE MAINTENANT  GARDE MOI  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I, Come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closer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
12-  ET SÈCHE TOUTES MES LARMES GARDE MOI    
And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wipe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tears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me... Oh</a:t>
            </a:r>
          </a:p>
          <a:p>
            <a:endParaRPr lang="fr-FR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REFRAIN2:	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TOUT SE PASSERA TRÈS BIEN, TRÈS BIEN, TRÈS BIEN  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gonna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okay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okay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O.K.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ET POUR TOUJOURS, JE LE DIRAI                                  x2</a:t>
            </a:r>
          </a:p>
          <a:p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TOUT VA BIEN 
	</a:t>
            </a:r>
            <a:r>
              <a:rPr lang="fr-F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O.K. 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DANS MON CŒUR JE PEUX VOIR TON SOURIRE   </a:t>
            </a:r>
          </a:p>
          <a:p>
            <a:r>
              <a:rPr lang="fr-FR" smtClean="0"/>
              <a:t>Inwardly I, See Your smile  
2-  JE LE POURSUIS, JE LE POURSUIS  </a:t>
            </a:r>
          </a:p>
          <a:p>
            <a:r>
              <a:rPr lang="fr-FR" smtClean="0"/>
              <a:t>And I reach for, I reach for it
3-  CAR JE SAIS QUE TOUT IRA, TRÈS BIEN  TRÈS BIEN</a:t>
            </a:r>
          </a:p>
          <a:p>
            <a:r>
              <a:rPr lang="fr-FR" smtClean="0"/>
              <a:t>'Cause I know it's all gonna be okay okay...</a:t>
            </a:r>
          </a:p>
          <a:p>
            <a:endParaRPr lang="fr-FR" smtClean="0"/>
          </a:p>
          <a:p>
            <a:r>
              <a:rPr lang="fr-FR" smtClean="0"/>
              <a:t>	REFRAIN1:
	4-  TOUT SE PASSERA TRÈS BIEN, TRÈS BIEN, TRÈS BIEN  </a:t>
            </a:r>
          </a:p>
          <a:p>
            <a:r>
              <a:rPr lang="fr-FR" smtClean="0"/>
              <a:t>	It's all gonna be okay, okay, O.K.
	5-  ET POUR TOUJOURS, JE LE DIRAI </a:t>
            </a:r>
          </a:p>
          <a:p>
            <a:r>
              <a:rPr lang="fr-FR" smtClean="0"/>
              <a:t>	That is why I always say</a:t>
            </a:r>
          </a:p>
          <a:p>
            <a:r>
              <a:rPr lang="fr-FR" smtClean="0"/>
              <a:t>	6-  TOUT SE PASSERA TRÈS BIEN </a:t>
            </a:r>
          </a:p>
          <a:p>
            <a:r>
              <a:rPr lang="fr-FR" smtClean="0"/>
              <a:t>	It's all gonna be O.K.</a:t>
            </a:r>
          </a:p>
          <a:p>
            <a:endParaRPr lang="fr-FR" smtClean="0"/>
          </a:p>
          <a:p>
            <a:r>
              <a:rPr lang="fr-FR" smtClean="0"/>
              <a:t>COUPLET2:</a:t>
            </a:r>
          </a:p>
          <a:p>
            <a:r>
              <a:rPr lang="fr-FR" smtClean="0"/>
              <a:t>7-  J'AIMERAIS TE COUVRIR DE PRÉSENTS  </a:t>
            </a:r>
          </a:p>
          <a:p>
            <a:r>
              <a:rPr lang="fr-FR" smtClean="0"/>
              <a:t>I want to, Cover You with presents
8-  MAIS MON AMOUR EST TOUT CE QUE J'AI ALORS PRENDS MOI, MAINTENANT  </a:t>
            </a:r>
          </a:p>
          <a:p>
            <a:r>
              <a:rPr lang="fr-FR" smtClean="0"/>
              <a:t>But my love is all I have So take me, take me now
9-  JE LE SAIS, TU NE ME LAISSERAS PAS   </a:t>
            </a:r>
          </a:p>
          <a:p>
            <a:r>
              <a:rPr lang="fr-FR" smtClean="0"/>
              <a:t>'Cause I know You'll not abandon me 
10-  TU FINIRAS, TON OEUVRE EN MOI </a:t>
            </a:r>
          </a:p>
          <a:p>
            <a:r>
              <a:rPr lang="fr-FR" smtClean="0"/>
              <a:t>You will complete what's begun in me</a:t>
            </a:r>
          </a:p>
          <a:p>
            <a:endParaRPr lang="fr-FR" smtClean="0"/>
          </a:p>
          <a:p>
            <a:r>
              <a:rPr lang="fr-FR" smtClean="0"/>
              <a:t>	REPRISE REFRAIN1: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11-  JE M'APPROCHE MAINTENANT  GARDE MOI   </a:t>
            </a:r>
          </a:p>
          <a:p>
            <a:r>
              <a:rPr lang="fr-FR" smtClean="0"/>
              <a:t>As I, Come closer now Hold me
12-  ET SÈCHE TOUTES MES LARMES GARDE MOI    
And wipe away my tears Hold me... Oh</a:t>
            </a:r>
          </a:p>
          <a:p>
            <a:endParaRPr lang="fr-FR" smtClean="0"/>
          </a:p>
          <a:p>
            <a:r>
              <a:rPr lang="fr-FR" smtClean="0"/>
              <a:t>	REFRAIN2:	</a:t>
            </a:r>
          </a:p>
          <a:p>
            <a:r>
              <a:rPr lang="fr-FR" smtClean="0"/>
              <a:t>	13-  TOUT SE PASSERA TRÈS BIEN, TRÈS BIEN, TRÈS BIEN  </a:t>
            </a:r>
          </a:p>
          <a:p>
            <a:r>
              <a:rPr lang="fr-FR" smtClean="0"/>
              <a:t>	It's all gonna be okay, okay, O.K.</a:t>
            </a:r>
          </a:p>
          <a:p>
            <a:r>
              <a:rPr lang="fr-FR" smtClean="0"/>
              <a:t>	14-  ET POUR TOUJOURS, JE LE DIRAI                                  x2</a:t>
            </a:r>
          </a:p>
          <a:p>
            <a:r>
              <a:rPr lang="fr-FR" smtClean="0"/>
              <a:t>	That is why I always say
	15-  TOUT VA BIEN 
	It's O.K. </a:t>
            </a:r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DANS MON CŒUR JE PEUX VOIR TON SOURIRE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Inwardly I, See Your smile  
2-  JE LE POURSUIS, JE LE POURSUIS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reach for, I reach for it
3-  CAR JE SAIS QUE TOUT IRA, TRÈS BIEN  TRÈS BIEN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it's all gonna be okay okay...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REFRAIN1:
	4-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
	5-  ET POUR TOUJOURS, JE LE DIRAI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TOUT SE PASSERA TRÈS BIEN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O.K.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COUPLET2: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J'AIMERAIS TE COUVRIR DE PRÉSENTS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to, Cover You with presents
8-  MAIS MON AMOUR EST TOUT CE QUE J'AI ALORS PRENDS MOI, MAINTENANT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my love is all I have So take me, take me now
9-  JE LE SAIS, TU NE ME LAISSERAS PAS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You'll not abandon me 
10-  TU FINIRAS, TON OEUVRE EN MOI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will complete what's begun in me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REPRISE REFRAIN1: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JE M'APPROCHE MAINTENANT  GARDE MOI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I, Come closer now Hold me
12-  ET SÈCHE TOUTES MES LARMES GARDE MOI    
And wipe away my tears Hold me... Oh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REFRAIN2:	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ET POUR TOUJOURS, JE LE DIRAI                                  x2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
	15-  TOUT VA BIEN 
	It's O.K. 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DANS MON CŒUR JE PEUX VOIR TON SOURIRE   </a:t>
            </a:r>
          </a:p>
          <a:p>
            <a:r>
              <a:rPr lang="fr-FR" smtClean="0"/>
              <a:t>Inwardly I, See Your smile  
2-  JE LE POURSUIS, JE LE POURSUIS  </a:t>
            </a:r>
          </a:p>
          <a:p>
            <a:r>
              <a:rPr lang="fr-FR" smtClean="0"/>
              <a:t>And I reach for, I reach for it
3-  CAR JE SAIS QUE TOUT IRA, TRÈS BIEN  TRÈS BIEN</a:t>
            </a:r>
          </a:p>
          <a:p>
            <a:r>
              <a:rPr lang="fr-FR" smtClean="0"/>
              <a:t>'Cause I know it's all gonna be okay okay...</a:t>
            </a:r>
          </a:p>
          <a:p>
            <a:endParaRPr lang="fr-FR" smtClean="0"/>
          </a:p>
          <a:p>
            <a:r>
              <a:rPr lang="fr-FR" smtClean="0"/>
              <a:t>	REFRAIN1:
	4-  TOUT SE PASSERA TRÈS BIEN, TRÈS BIEN, TRÈS BIEN  </a:t>
            </a:r>
          </a:p>
          <a:p>
            <a:r>
              <a:rPr lang="fr-FR" smtClean="0"/>
              <a:t>	It's all gonna be okay, okay, O.K.
	5-  ET POUR TOUJOURS, JE LE DIRAI </a:t>
            </a:r>
          </a:p>
          <a:p>
            <a:r>
              <a:rPr lang="fr-FR" smtClean="0"/>
              <a:t>	That is why I always say</a:t>
            </a:r>
          </a:p>
          <a:p>
            <a:r>
              <a:rPr lang="fr-FR" smtClean="0"/>
              <a:t>	6-  TOUT SE PASSERA TRÈS BIEN </a:t>
            </a:r>
          </a:p>
          <a:p>
            <a:r>
              <a:rPr lang="fr-FR" smtClean="0"/>
              <a:t>	It's all gonna be O.K.</a:t>
            </a:r>
          </a:p>
          <a:p>
            <a:endParaRPr lang="fr-FR" smtClean="0"/>
          </a:p>
          <a:p>
            <a:r>
              <a:rPr lang="fr-FR" smtClean="0"/>
              <a:t>COUPLET2:</a:t>
            </a:r>
          </a:p>
          <a:p>
            <a:r>
              <a:rPr lang="fr-FR" smtClean="0"/>
              <a:t>7-  J'AIMERAIS TE COUVRIR DE PRÉSENTS  </a:t>
            </a:r>
          </a:p>
          <a:p>
            <a:r>
              <a:rPr lang="fr-FR" smtClean="0"/>
              <a:t>I want to, Cover You with presents
8-  MAIS MON AMOUR EST TOUT CE QUE J'AI ALORS PRENDS MOI, MAINTENANT  </a:t>
            </a:r>
          </a:p>
          <a:p>
            <a:r>
              <a:rPr lang="fr-FR" smtClean="0"/>
              <a:t>But my love is all I have So take me, take me now
9-  JE LE SAIS, TU NE ME LAISSERAS PAS   </a:t>
            </a:r>
          </a:p>
          <a:p>
            <a:r>
              <a:rPr lang="fr-FR" smtClean="0"/>
              <a:t>'Cause I know You'll not abandon me 
10-  TU FINIRAS, TON OEUVRE EN MOI </a:t>
            </a:r>
          </a:p>
          <a:p>
            <a:r>
              <a:rPr lang="fr-FR" smtClean="0"/>
              <a:t>You will complete what's begun in me</a:t>
            </a:r>
          </a:p>
          <a:p>
            <a:endParaRPr lang="fr-FR" smtClean="0"/>
          </a:p>
          <a:p>
            <a:r>
              <a:rPr lang="fr-FR" smtClean="0"/>
              <a:t>	REPRISE REFRAIN1: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11-  JE M'APPROCHE MAINTENANT  GARDE MOI   </a:t>
            </a:r>
          </a:p>
          <a:p>
            <a:r>
              <a:rPr lang="fr-FR" smtClean="0"/>
              <a:t>As I, Come closer now Hold me
12-  ET SÈCHE TOUTES MES LARMES GARDE MOI    
And wipe away my tears Hold me... Oh</a:t>
            </a:r>
          </a:p>
          <a:p>
            <a:endParaRPr lang="fr-FR" smtClean="0"/>
          </a:p>
          <a:p>
            <a:r>
              <a:rPr lang="fr-FR" smtClean="0"/>
              <a:t>	REFRAIN2:	</a:t>
            </a:r>
          </a:p>
          <a:p>
            <a:r>
              <a:rPr lang="fr-FR" smtClean="0"/>
              <a:t>	13-  TOUT SE PASSERA TRÈS BIEN, TRÈS BIEN, TRÈS BIEN  </a:t>
            </a:r>
          </a:p>
          <a:p>
            <a:r>
              <a:rPr lang="fr-FR" smtClean="0"/>
              <a:t>	It's all gonna be okay, okay, O.K.</a:t>
            </a:r>
          </a:p>
          <a:p>
            <a:r>
              <a:rPr lang="fr-FR" smtClean="0"/>
              <a:t>	14-  ET POUR TOUJOURS, JE LE DIRAI                                  x2</a:t>
            </a:r>
          </a:p>
          <a:p>
            <a:r>
              <a:rPr lang="fr-FR" smtClean="0"/>
              <a:t>	That is why I always say
	15-  TOUT VA BIEN 
	It's O.K. </a:t>
            </a:r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284764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DANS MON CŒUR JE PEUX VOIR TON SOURIRE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Inwardly I, See Your smile  
2-  JE LE POURSUIS, JE LE POURSUIS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reach for, I reach for it
3-  CAR JE SAIS QUE TOUT IRA, TRÈS BIEN  TRÈS BIEN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it's all gonna be okay okay...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REFRAIN1:
	4-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
	5-  ET POUR TOUJOURS, JE LE DIRAI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TOUT SE PASSERA TRÈS BIEN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O.K.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COUPLET2: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J'AIMERAIS TE COUVRIR DE PRÉSENTS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to, Cover You with presents
8-  MAIS MON AMOUR EST TOUT CE QUE J'AI ALORS PRENDS MOI, MAINTENANT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my love is all I have So take me, take me now
9-  JE LE SAIS, TU NE ME LAISSERAS PAS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You'll not abandon me 
10-  TU FINIRAS, TON OEUVRE EN MOI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will complete what's begun in me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REPRISE REFRAIN1: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JE M'APPROCHE MAINTENANT  GARDE MOI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I, Come closer now Hold me
12-  ET SÈCHE TOUTES MES LARMES GARDE MOI    
And wipe away my tears Hold me... Oh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REFRAIN2:	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ET POUR TOUJOURS, JE LE DIRAI                                  x2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
	15-  TOUT VA BIEN 
	It's O.K. 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DANS MON CŒUR JE PEUX VOIR TON SOURIRE   </a:t>
            </a:r>
          </a:p>
          <a:p>
            <a:r>
              <a:rPr lang="fr-FR" smtClean="0"/>
              <a:t>Inwardly I, See Your smile  
2-  JE LE POURSUIS, JE LE POURSUIS  </a:t>
            </a:r>
          </a:p>
          <a:p>
            <a:r>
              <a:rPr lang="fr-FR" smtClean="0"/>
              <a:t>And I reach for, I reach for it
3-  CAR JE SAIS QUE TOUT IRA, TRÈS BIEN  TRÈS BIEN</a:t>
            </a:r>
          </a:p>
          <a:p>
            <a:r>
              <a:rPr lang="fr-FR" smtClean="0"/>
              <a:t>'Cause I know it's all gonna be okay okay...</a:t>
            </a:r>
          </a:p>
          <a:p>
            <a:endParaRPr lang="fr-FR" smtClean="0"/>
          </a:p>
          <a:p>
            <a:r>
              <a:rPr lang="fr-FR" smtClean="0"/>
              <a:t>	REFRAIN1:
	4-  TOUT SE PASSERA TRÈS BIEN, TRÈS BIEN, TRÈS BIEN  </a:t>
            </a:r>
          </a:p>
          <a:p>
            <a:r>
              <a:rPr lang="fr-FR" smtClean="0"/>
              <a:t>	It's all gonna be okay, okay, O.K.
	5-  ET POUR TOUJOURS, JE LE DIRAI </a:t>
            </a:r>
          </a:p>
          <a:p>
            <a:r>
              <a:rPr lang="fr-FR" smtClean="0"/>
              <a:t>	That is why I always say</a:t>
            </a:r>
          </a:p>
          <a:p>
            <a:r>
              <a:rPr lang="fr-FR" smtClean="0"/>
              <a:t>	6-  TOUT SE PASSERA TRÈS BIEN </a:t>
            </a:r>
          </a:p>
          <a:p>
            <a:r>
              <a:rPr lang="fr-FR" smtClean="0"/>
              <a:t>	It's all gonna be O.K.</a:t>
            </a:r>
          </a:p>
          <a:p>
            <a:endParaRPr lang="fr-FR" smtClean="0"/>
          </a:p>
          <a:p>
            <a:r>
              <a:rPr lang="fr-FR" smtClean="0"/>
              <a:t>COUPLET2:</a:t>
            </a:r>
          </a:p>
          <a:p>
            <a:r>
              <a:rPr lang="fr-FR" smtClean="0"/>
              <a:t>7-  J'AIMERAIS TE COUVRIR DE PRÉSENTS  </a:t>
            </a:r>
          </a:p>
          <a:p>
            <a:r>
              <a:rPr lang="fr-FR" smtClean="0"/>
              <a:t>I want to, Cover You with presents
8-  MAIS MON AMOUR EST TOUT CE QUE J'AI ALORS PRENDS MOI, MAINTENANT  </a:t>
            </a:r>
          </a:p>
          <a:p>
            <a:r>
              <a:rPr lang="fr-FR" smtClean="0"/>
              <a:t>But my love is all I have So take me, take me now
9-  JE LE SAIS, TU NE ME LAISSERAS PAS   </a:t>
            </a:r>
          </a:p>
          <a:p>
            <a:r>
              <a:rPr lang="fr-FR" smtClean="0"/>
              <a:t>'Cause I know You'll not abandon me 
10-  TU FINIRAS, TON OEUVRE EN MOI </a:t>
            </a:r>
          </a:p>
          <a:p>
            <a:r>
              <a:rPr lang="fr-FR" smtClean="0"/>
              <a:t>You will complete what's begun in me</a:t>
            </a:r>
          </a:p>
          <a:p>
            <a:endParaRPr lang="fr-FR" smtClean="0"/>
          </a:p>
          <a:p>
            <a:r>
              <a:rPr lang="fr-FR" smtClean="0"/>
              <a:t>	REPRISE REFRAIN1: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11-  JE M'APPROCHE MAINTENANT  GARDE MOI   </a:t>
            </a:r>
          </a:p>
          <a:p>
            <a:r>
              <a:rPr lang="fr-FR" smtClean="0"/>
              <a:t>As I, Come closer now Hold me
12-  ET SÈCHE TOUTES MES LARMES GARDE MOI    
And wipe away my tears Hold me... Oh</a:t>
            </a:r>
          </a:p>
          <a:p>
            <a:endParaRPr lang="fr-FR" smtClean="0"/>
          </a:p>
          <a:p>
            <a:r>
              <a:rPr lang="fr-FR" smtClean="0"/>
              <a:t>	REFRAIN2:	</a:t>
            </a:r>
          </a:p>
          <a:p>
            <a:r>
              <a:rPr lang="fr-FR" smtClean="0"/>
              <a:t>	13-  TOUT SE PASSERA TRÈS BIEN, TRÈS BIEN, TRÈS BIEN  </a:t>
            </a:r>
          </a:p>
          <a:p>
            <a:r>
              <a:rPr lang="fr-FR" smtClean="0"/>
              <a:t>	It's all gonna be okay, okay, O.K.</a:t>
            </a:r>
          </a:p>
          <a:p>
            <a:r>
              <a:rPr lang="fr-FR" smtClean="0"/>
              <a:t>	14-  ET POUR TOUJOURS, JE LE DIRAI                                  x2</a:t>
            </a:r>
          </a:p>
          <a:p>
            <a:r>
              <a:rPr lang="fr-FR" smtClean="0"/>
              <a:t>	That is why I always say
	15-  TOUT VA BIEN 
	It's O.K. </a:t>
            </a:r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871092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DANS MON CŒUR JE PEUX VOIR TON SOURIRE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Inwardly I, See Your smile  
2-  JE LE POURSUIS, JE LE POURSUIS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reach for, I reach for it
3-  CAR JE SAIS QUE TOUT IRA, TRÈS BIEN  TRÈS BIEN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it's all gonna be okay okay...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REFRAIN1:
	4-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
	5-  ET POUR TOUJOURS, JE LE DIRAI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TOUT SE PASSERA TRÈS BIEN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O.K.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COUPLET2: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J'AIMERAIS TE COUVRIR DE PRÉSENTS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to, Cover You with presents
8-  MAIS MON AMOUR EST TOUT CE QUE J'AI ALORS PRENDS MOI, MAINTENANT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my love is all I have So take me, take me now
9-  JE LE SAIS, TU NE ME LAISSERAS PAS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You'll not abandon me 
10-  TU FINIRAS, TON OEUVRE EN MOI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will complete what's begun in me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REPRISE REFRAIN1: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JE M'APPROCHE MAINTENANT  GARDE MOI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I, Come closer now Hold me
12-  ET SÈCHE TOUTES MES LARMES GARDE MOI    
And wipe away my tears Hold me... Oh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REFRAIN2:	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ET POUR TOUJOURS, JE LE DIRAI                                  x2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
	15-  TOUT VA BIEN 
	It's O.K. 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DANS MON CŒUR JE PEUX VOIR TON SOURIRE   </a:t>
            </a:r>
          </a:p>
          <a:p>
            <a:r>
              <a:rPr lang="fr-FR" smtClean="0"/>
              <a:t>Inwardly I, See Your smile  
2-  JE LE POURSUIS, JE LE POURSUIS  </a:t>
            </a:r>
          </a:p>
          <a:p>
            <a:r>
              <a:rPr lang="fr-FR" smtClean="0"/>
              <a:t>And I reach for, I reach for it
3-  CAR JE SAIS QUE TOUT IRA, TRÈS BIEN  TRÈS BIEN</a:t>
            </a:r>
          </a:p>
          <a:p>
            <a:r>
              <a:rPr lang="fr-FR" smtClean="0"/>
              <a:t>'Cause I know it's all gonna be okay okay...</a:t>
            </a:r>
          </a:p>
          <a:p>
            <a:endParaRPr lang="fr-FR" smtClean="0"/>
          </a:p>
          <a:p>
            <a:r>
              <a:rPr lang="fr-FR" smtClean="0"/>
              <a:t>	REFRAIN1:
	4-  TOUT SE PASSERA TRÈS BIEN, TRÈS BIEN, TRÈS BIEN  </a:t>
            </a:r>
          </a:p>
          <a:p>
            <a:r>
              <a:rPr lang="fr-FR" smtClean="0"/>
              <a:t>	It's all gonna be okay, okay, O.K.
	5-  ET POUR TOUJOURS, JE LE DIRAI </a:t>
            </a:r>
          </a:p>
          <a:p>
            <a:r>
              <a:rPr lang="fr-FR" smtClean="0"/>
              <a:t>	That is why I always say</a:t>
            </a:r>
          </a:p>
          <a:p>
            <a:r>
              <a:rPr lang="fr-FR" smtClean="0"/>
              <a:t>	6-  TOUT SE PASSERA TRÈS BIEN </a:t>
            </a:r>
          </a:p>
          <a:p>
            <a:r>
              <a:rPr lang="fr-FR" smtClean="0"/>
              <a:t>	It's all gonna be O.K.</a:t>
            </a:r>
          </a:p>
          <a:p>
            <a:endParaRPr lang="fr-FR" smtClean="0"/>
          </a:p>
          <a:p>
            <a:r>
              <a:rPr lang="fr-FR" smtClean="0"/>
              <a:t>COUPLET2:</a:t>
            </a:r>
          </a:p>
          <a:p>
            <a:r>
              <a:rPr lang="fr-FR" smtClean="0"/>
              <a:t>7-  J'AIMERAIS TE COUVRIR DE PRÉSENTS  </a:t>
            </a:r>
          </a:p>
          <a:p>
            <a:r>
              <a:rPr lang="fr-FR" smtClean="0"/>
              <a:t>I want to, Cover You with presents
8-  MAIS MON AMOUR EST TOUT CE QUE J'AI ALORS PRENDS MOI, MAINTENANT  </a:t>
            </a:r>
          </a:p>
          <a:p>
            <a:r>
              <a:rPr lang="fr-FR" smtClean="0"/>
              <a:t>But my love is all I have So take me, take me now
9-  JE LE SAIS, TU NE ME LAISSERAS PAS   </a:t>
            </a:r>
          </a:p>
          <a:p>
            <a:r>
              <a:rPr lang="fr-FR" smtClean="0"/>
              <a:t>'Cause I know You'll not abandon me 
10-  TU FINIRAS, TON OEUVRE EN MOI </a:t>
            </a:r>
          </a:p>
          <a:p>
            <a:r>
              <a:rPr lang="fr-FR" smtClean="0"/>
              <a:t>You will complete what's begun in me</a:t>
            </a:r>
          </a:p>
          <a:p>
            <a:endParaRPr lang="fr-FR" smtClean="0"/>
          </a:p>
          <a:p>
            <a:r>
              <a:rPr lang="fr-FR" smtClean="0"/>
              <a:t>	REPRISE REFRAIN1: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11-  JE M'APPROCHE MAINTENANT  GARDE MOI   </a:t>
            </a:r>
          </a:p>
          <a:p>
            <a:r>
              <a:rPr lang="fr-FR" smtClean="0"/>
              <a:t>As I, Come closer now Hold me
12-  ET SÈCHE TOUTES MES LARMES GARDE MOI    
And wipe away my tears Hold me... Oh</a:t>
            </a:r>
          </a:p>
          <a:p>
            <a:endParaRPr lang="fr-FR" smtClean="0"/>
          </a:p>
          <a:p>
            <a:r>
              <a:rPr lang="fr-FR" smtClean="0"/>
              <a:t>	REFRAIN2:	</a:t>
            </a:r>
          </a:p>
          <a:p>
            <a:r>
              <a:rPr lang="fr-FR" smtClean="0"/>
              <a:t>	13-  TOUT SE PASSERA TRÈS BIEN, TRÈS BIEN, TRÈS BIEN  </a:t>
            </a:r>
          </a:p>
          <a:p>
            <a:r>
              <a:rPr lang="fr-FR" smtClean="0"/>
              <a:t>	It's all gonna be okay, okay, O.K.</a:t>
            </a:r>
          </a:p>
          <a:p>
            <a:r>
              <a:rPr lang="fr-FR" smtClean="0"/>
              <a:t>	14-  ET POUR TOUJOURS, JE LE DIRAI                                  x2</a:t>
            </a:r>
          </a:p>
          <a:p>
            <a:r>
              <a:rPr lang="fr-FR" smtClean="0"/>
              <a:t>	That is why I always say
	15-  TOUT VA BIEN 
	It's O.K. </a:t>
            </a:r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121040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DANS MON CŒUR JE PEUX VOIR TON SOURIRE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Inwardly I, See Your smile  
2-  JE LE POURSUIS, JE LE POURSUIS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reach for, I reach for it
3-  CAR JE SAIS QUE TOUT IRA, TRÈS BIEN  TRÈS BIEN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it's all gonna be okay okay...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REFRAIN1:
	4-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
	5-  ET POUR TOUJOURS, JE LE DIRAI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TOUT SE PASSERA TRÈS BIEN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O.K.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COUPLET2: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J'AIMERAIS TE COUVRIR DE PRÉSENTS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to, Cover You with presents
8-  MAIS MON AMOUR EST TOUT CE QUE J'AI ALORS PRENDS MOI, MAINTENANT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my love is all I have So take me, take me now
9-  JE LE SAIS, TU NE ME LAISSERAS PAS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You'll not abandon me 
10-  TU FINIRAS, TON OEUVRE EN MOI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will complete what's begun in me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REPRISE REFRAIN1: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JE M'APPROCHE MAINTENANT  GARDE MOI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I, Come closer now Hold me
12-  ET SÈCHE TOUTES MES LARMES GARDE MOI    
And wipe away my tears Hold me... Oh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REFRAIN2:	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ET POUR TOUJOURS, JE LE DIRAI                                  x2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
	15-  TOUT VA BIEN 
	It's O.K. 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DANS MON CŒUR JE PEUX VOIR TON SOURIRE   </a:t>
            </a:r>
          </a:p>
          <a:p>
            <a:r>
              <a:rPr lang="fr-FR" smtClean="0"/>
              <a:t>Inwardly I, See Your smile  
2-  JE LE POURSUIS, JE LE POURSUIS  </a:t>
            </a:r>
          </a:p>
          <a:p>
            <a:r>
              <a:rPr lang="fr-FR" smtClean="0"/>
              <a:t>And I reach for, I reach for it
3-  CAR JE SAIS QUE TOUT IRA, TRÈS BIEN  TRÈS BIEN</a:t>
            </a:r>
          </a:p>
          <a:p>
            <a:r>
              <a:rPr lang="fr-FR" smtClean="0"/>
              <a:t>'Cause I know it's all gonna be okay okay...</a:t>
            </a:r>
          </a:p>
          <a:p>
            <a:endParaRPr lang="fr-FR" smtClean="0"/>
          </a:p>
          <a:p>
            <a:r>
              <a:rPr lang="fr-FR" smtClean="0"/>
              <a:t>	REFRAIN1:
	4-  TOUT SE PASSERA TRÈS BIEN, TRÈS BIEN, TRÈS BIEN  </a:t>
            </a:r>
          </a:p>
          <a:p>
            <a:r>
              <a:rPr lang="fr-FR" smtClean="0"/>
              <a:t>	It's all gonna be okay, okay, O.K.
	5-  ET POUR TOUJOURS, JE LE DIRAI </a:t>
            </a:r>
          </a:p>
          <a:p>
            <a:r>
              <a:rPr lang="fr-FR" smtClean="0"/>
              <a:t>	That is why I always say</a:t>
            </a:r>
          </a:p>
          <a:p>
            <a:r>
              <a:rPr lang="fr-FR" smtClean="0"/>
              <a:t>	6-  TOUT SE PASSERA TRÈS BIEN </a:t>
            </a:r>
          </a:p>
          <a:p>
            <a:r>
              <a:rPr lang="fr-FR" smtClean="0"/>
              <a:t>	It's all gonna be O.K.</a:t>
            </a:r>
          </a:p>
          <a:p>
            <a:endParaRPr lang="fr-FR" smtClean="0"/>
          </a:p>
          <a:p>
            <a:r>
              <a:rPr lang="fr-FR" smtClean="0"/>
              <a:t>COUPLET2:</a:t>
            </a:r>
          </a:p>
          <a:p>
            <a:r>
              <a:rPr lang="fr-FR" smtClean="0"/>
              <a:t>7-  J'AIMERAIS TE COUVRIR DE PRÉSENTS  </a:t>
            </a:r>
          </a:p>
          <a:p>
            <a:r>
              <a:rPr lang="fr-FR" smtClean="0"/>
              <a:t>I want to, Cover You with presents
8-  MAIS MON AMOUR EST TOUT CE QUE J'AI ALORS PRENDS MOI, MAINTENANT  </a:t>
            </a:r>
          </a:p>
          <a:p>
            <a:r>
              <a:rPr lang="fr-FR" smtClean="0"/>
              <a:t>But my love is all I have So take me, take me now
9-  JE LE SAIS, TU NE ME LAISSERAS PAS   </a:t>
            </a:r>
          </a:p>
          <a:p>
            <a:r>
              <a:rPr lang="fr-FR" smtClean="0"/>
              <a:t>'Cause I know You'll not abandon me 
10-  TU FINIRAS, TON OEUVRE EN MOI </a:t>
            </a:r>
          </a:p>
          <a:p>
            <a:r>
              <a:rPr lang="fr-FR" smtClean="0"/>
              <a:t>You will complete what's begun in me</a:t>
            </a:r>
          </a:p>
          <a:p>
            <a:endParaRPr lang="fr-FR" smtClean="0"/>
          </a:p>
          <a:p>
            <a:r>
              <a:rPr lang="fr-FR" smtClean="0"/>
              <a:t>	REPRISE REFRAIN1: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11-  JE M'APPROCHE MAINTENANT  GARDE MOI   </a:t>
            </a:r>
          </a:p>
          <a:p>
            <a:r>
              <a:rPr lang="fr-FR" smtClean="0"/>
              <a:t>As I, Come closer now Hold me
12-  ET SÈCHE TOUTES MES LARMES GARDE MOI    
And wipe away my tears Hold me... Oh</a:t>
            </a:r>
          </a:p>
          <a:p>
            <a:endParaRPr lang="fr-FR" smtClean="0"/>
          </a:p>
          <a:p>
            <a:r>
              <a:rPr lang="fr-FR" smtClean="0"/>
              <a:t>	REFRAIN2:	</a:t>
            </a:r>
          </a:p>
          <a:p>
            <a:r>
              <a:rPr lang="fr-FR" smtClean="0"/>
              <a:t>	13-  TOUT SE PASSERA TRÈS BIEN, TRÈS BIEN, TRÈS BIEN  </a:t>
            </a:r>
          </a:p>
          <a:p>
            <a:r>
              <a:rPr lang="fr-FR" smtClean="0"/>
              <a:t>	It's all gonna be okay, okay, O.K.</a:t>
            </a:r>
          </a:p>
          <a:p>
            <a:r>
              <a:rPr lang="fr-FR" smtClean="0"/>
              <a:t>	14-  ET POUR TOUJOURS, JE LE DIRAI                                  x2</a:t>
            </a:r>
          </a:p>
          <a:p>
            <a:r>
              <a:rPr lang="fr-FR" smtClean="0"/>
              <a:t>	That is why I always say
	15-  TOUT VA BIEN 
	It's O.K. </a:t>
            </a:r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502358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DANS MON CŒUR JE PEUX VOIR TON SOURIRE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Inwardly I, See Your smile  
2-  JE LE POURSUIS, JE LE POURSUIS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reach for, I reach for it
3-  CAR JE SAIS QUE TOUT IRA, TRÈS BIEN  TRÈS BIEN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it's all gonna be okay okay...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REFRAIN1:
	4-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
	5-  ET POUR TOUJOURS, JE LE DIRAI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TOUT SE PASSERA TRÈS BIEN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O.K.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COUPLET2: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J'AIMERAIS TE COUVRIR DE PRÉSENTS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to, Cover You with presents
8-  MAIS MON AMOUR EST TOUT CE QUE J'AI ALORS PRENDS MOI, MAINTENANT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my love is all I have So take me, take me now
9-  JE LE SAIS, TU NE ME LAISSERAS PAS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You'll not abandon me 
10-  TU FINIRAS, TON OEUVRE EN MOI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will complete what's begun in me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REPRISE REFRAIN1: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JE M'APPROCHE MAINTENANT  GARDE MOI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I, Come closer now Hold me
12-  ET SÈCHE TOUTES MES LARMES GARDE MOI    
And wipe away my tears Hold me... Oh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REFRAIN2:	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ET POUR TOUJOURS, JE LE DIRAI                                  x2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
	15-  TOUT VA BIEN 
	It's O.K. 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DANS MON CŒUR JE PEUX VOIR TON SOURIRE   </a:t>
            </a:r>
          </a:p>
          <a:p>
            <a:r>
              <a:rPr lang="fr-FR" smtClean="0"/>
              <a:t>Inwardly I, See Your smile  
2-  JE LE POURSUIS, JE LE POURSUIS  </a:t>
            </a:r>
          </a:p>
          <a:p>
            <a:r>
              <a:rPr lang="fr-FR" smtClean="0"/>
              <a:t>And I reach for, I reach for it
3-  CAR JE SAIS QUE TOUT IRA, TRÈS BIEN  TRÈS BIEN</a:t>
            </a:r>
          </a:p>
          <a:p>
            <a:r>
              <a:rPr lang="fr-FR" smtClean="0"/>
              <a:t>'Cause I know it's all gonna be okay okay...</a:t>
            </a:r>
          </a:p>
          <a:p>
            <a:endParaRPr lang="fr-FR" smtClean="0"/>
          </a:p>
          <a:p>
            <a:r>
              <a:rPr lang="fr-FR" smtClean="0"/>
              <a:t>	REFRAIN1:
	4-  TOUT SE PASSERA TRÈS BIEN, TRÈS BIEN, TRÈS BIEN  </a:t>
            </a:r>
          </a:p>
          <a:p>
            <a:r>
              <a:rPr lang="fr-FR" smtClean="0"/>
              <a:t>	It's all gonna be okay, okay, O.K.
	5-  ET POUR TOUJOURS, JE LE DIRAI </a:t>
            </a:r>
          </a:p>
          <a:p>
            <a:r>
              <a:rPr lang="fr-FR" smtClean="0"/>
              <a:t>	That is why I always say</a:t>
            </a:r>
          </a:p>
          <a:p>
            <a:r>
              <a:rPr lang="fr-FR" smtClean="0"/>
              <a:t>	6-  TOUT SE PASSERA TRÈS BIEN </a:t>
            </a:r>
          </a:p>
          <a:p>
            <a:r>
              <a:rPr lang="fr-FR" smtClean="0"/>
              <a:t>	It's all gonna be O.K.</a:t>
            </a:r>
          </a:p>
          <a:p>
            <a:endParaRPr lang="fr-FR" smtClean="0"/>
          </a:p>
          <a:p>
            <a:r>
              <a:rPr lang="fr-FR" smtClean="0"/>
              <a:t>COUPLET2:</a:t>
            </a:r>
          </a:p>
          <a:p>
            <a:r>
              <a:rPr lang="fr-FR" smtClean="0"/>
              <a:t>7-  J'AIMERAIS TE COUVRIR DE PRÉSENTS  </a:t>
            </a:r>
          </a:p>
          <a:p>
            <a:r>
              <a:rPr lang="fr-FR" smtClean="0"/>
              <a:t>I want to, Cover You with presents
8-  MAIS MON AMOUR EST TOUT CE QUE J'AI ALORS PRENDS MOI, MAINTENANT  </a:t>
            </a:r>
          </a:p>
          <a:p>
            <a:r>
              <a:rPr lang="fr-FR" smtClean="0"/>
              <a:t>But my love is all I have So take me, take me now
9-  JE LE SAIS, TU NE ME LAISSERAS PAS   </a:t>
            </a:r>
          </a:p>
          <a:p>
            <a:r>
              <a:rPr lang="fr-FR" smtClean="0"/>
              <a:t>'Cause I know You'll not abandon me 
10-  TU FINIRAS, TON OEUVRE EN MOI </a:t>
            </a:r>
          </a:p>
          <a:p>
            <a:r>
              <a:rPr lang="fr-FR" smtClean="0"/>
              <a:t>You will complete what's begun in me</a:t>
            </a:r>
          </a:p>
          <a:p>
            <a:endParaRPr lang="fr-FR" smtClean="0"/>
          </a:p>
          <a:p>
            <a:r>
              <a:rPr lang="fr-FR" smtClean="0"/>
              <a:t>	REPRISE REFRAIN1: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11-  JE M'APPROCHE MAINTENANT  GARDE MOI   </a:t>
            </a:r>
          </a:p>
          <a:p>
            <a:r>
              <a:rPr lang="fr-FR" smtClean="0"/>
              <a:t>As I, Come closer now Hold me
12-  ET SÈCHE TOUTES MES LARMES GARDE MOI    
And wipe away my tears Hold me... Oh</a:t>
            </a:r>
          </a:p>
          <a:p>
            <a:endParaRPr lang="fr-FR" smtClean="0"/>
          </a:p>
          <a:p>
            <a:r>
              <a:rPr lang="fr-FR" smtClean="0"/>
              <a:t>	REFRAIN2:	</a:t>
            </a:r>
          </a:p>
          <a:p>
            <a:r>
              <a:rPr lang="fr-FR" smtClean="0"/>
              <a:t>	13-  TOUT SE PASSERA TRÈS BIEN, TRÈS BIEN, TRÈS BIEN  </a:t>
            </a:r>
          </a:p>
          <a:p>
            <a:r>
              <a:rPr lang="fr-FR" smtClean="0"/>
              <a:t>	It's all gonna be okay, okay, O.K.</a:t>
            </a:r>
          </a:p>
          <a:p>
            <a:r>
              <a:rPr lang="fr-FR" smtClean="0"/>
              <a:t>	14-  ET POUR TOUJOURS, JE LE DIRAI                                  x2</a:t>
            </a:r>
          </a:p>
          <a:p>
            <a:r>
              <a:rPr lang="fr-FR" smtClean="0"/>
              <a:t>	That is why I always say
	15-  TOUT VA BIEN 
	It's O.K. </a:t>
            </a:r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780614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DANS MON CŒUR JE PEUX VOIR TON SOURIRE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Inwardly I, See Your smile  
2-  JE LE POURSUIS, JE LE POURSUIS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reach for, I reach for it
3-  CAR JE SAIS QUE TOUT IRA, TRÈS BIEN  TRÈS BIEN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it's all gonna be okay okay...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REFRAIN1:
	4-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
	5-  ET POUR TOUJOURS, JE LE DIRAI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TOUT SE PASSERA TRÈS BIEN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O.K.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COUPLET2: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J'AIMERAIS TE COUVRIR DE PRÉSENTS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to, Cover You with presents
8-  MAIS MON AMOUR EST TOUT CE QUE J'AI ALORS PRENDS MOI, MAINTENANT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my love is all I have So take me, take me now
9-  JE LE SAIS, TU NE ME LAISSERAS PAS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You'll not abandon me 
10-  TU FINIRAS, TON OEUVRE EN MOI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will complete what's begun in me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REPRISE REFRAIN1: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JE M'APPROCHE MAINTENANT  GARDE MOI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I, Come closer now Hold me
12-  ET SÈCHE TOUTES MES LARMES GARDE MOI    
And wipe away my tears Hold me... Oh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REFRAIN2:	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ET POUR TOUJOURS, JE LE DIRAI                                  x2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
	15-  TOUT VA BIEN 
	It's O.K. 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DANS MON CŒUR JE PEUX VOIR TON SOURIRE   </a:t>
            </a:r>
          </a:p>
          <a:p>
            <a:r>
              <a:rPr lang="fr-FR" smtClean="0"/>
              <a:t>Inwardly I, See Your smile  
2-  JE LE POURSUIS, JE LE POURSUIS  </a:t>
            </a:r>
          </a:p>
          <a:p>
            <a:r>
              <a:rPr lang="fr-FR" smtClean="0"/>
              <a:t>And I reach for, I reach for it
3-  CAR JE SAIS QUE TOUT IRA, TRÈS BIEN  TRÈS BIEN</a:t>
            </a:r>
          </a:p>
          <a:p>
            <a:r>
              <a:rPr lang="fr-FR" smtClean="0"/>
              <a:t>'Cause I know it's all gonna be okay okay...</a:t>
            </a:r>
          </a:p>
          <a:p>
            <a:endParaRPr lang="fr-FR" smtClean="0"/>
          </a:p>
          <a:p>
            <a:r>
              <a:rPr lang="fr-FR" smtClean="0"/>
              <a:t>	REFRAIN1:
	4-  TOUT SE PASSERA TRÈS BIEN, TRÈS BIEN, TRÈS BIEN  </a:t>
            </a:r>
          </a:p>
          <a:p>
            <a:r>
              <a:rPr lang="fr-FR" smtClean="0"/>
              <a:t>	It's all gonna be okay, okay, O.K.
	5-  ET POUR TOUJOURS, JE LE DIRAI </a:t>
            </a:r>
          </a:p>
          <a:p>
            <a:r>
              <a:rPr lang="fr-FR" smtClean="0"/>
              <a:t>	That is why I always say</a:t>
            </a:r>
          </a:p>
          <a:p>
            <a:r>
              <a:rPr lang="fr-FR" smtClean="0"/>
              <a:t>	6-  TOUT SE PASSERA TRÈS BIEN </a:t>
            </a:r>
          </a:p>
          <a:p>
            <a:r>
              <a:rPr lang="fr-FR" smtClean="0"/>
              <a:t>	It's all gonna be O.K.</a:t>
            </a:r>
          </a:p>
          <a:p>
            <a:endParaRPr lang="fr-FR" smtClean="0"/>
          </a:p>
          <a:p>
            <a:r>
              <a:rPr lang="fr-FR" smtClean="0"/>
              <a:t>COUPLET2:</a:t>
            </a:r>
          </a:p>
          <a:p>
            <a:r>
              <a:rPr lang="fr-FR" smtClean="0"/>
              <a:t>7-  J'AIMERAIS TE COUVRIR DE PRÉSENTS  </a:t>
            </a:r>
          </a:p>
          <a:p>
            <a:r>
              <a:rPr lang="fr-FR" smtClean="0"/>
              <a:t>I want to, Cover You with presents
8-  MAIS MON AMOUR EST TOUT CE QUE J'AI ALORS PRENDS MOI, MAINTENANT  </a:t>
            </a:r>
          </a:p>
          <a:p>
            <a:r>
              <a:rPr lang="fr-FR" smtClean="0"/>
              <a:t>But my love is all I have So take me, take me now
9-  JE LE SAIS, TU NE ME LAISSERAS PAS   </a:t>
            </a:r>
          </a:p>
          <a:p>
            <a:r>
              <a:rPr lang="fr-FR" smtClean="0"/>
              <a:t>'Cause I know You'll not abandon me 
10-  TU FINIRAS, TON OEUVRE EN MOI </a:t>
            </a:r>
          </a:p>
          <a:p>
            <a:r>
              <a:rPr lang="fr-FR" smtClean="0"/>
              <a:t>You will complete what's begun in me</a:t>
            </a:r>
          </a:p>
          <a:p>
            <a:endParaRPr lang="fr-FR" smtClean="0"/>
          </a:p>
          <a:p>
            <a:r>
              <a:rPr lang="fr-FR" smtClean="0"/>
              <a:t>	REPRISE REFRAIN1: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11-  JE M'APPROCHE MAINTENANT  GARDE MOI   </a:t>
            </a:r>
          </a:p>
          <a:p>
            <a:r>
              <a:rPr lang="fr-FR" smtClean="0"/>
              <a:t>As I, Come closer now Hold me
12-  ET SÈCHE TOUTES MES LARMES GARDE MOI    
And wipe away my tears Hold me... Oh</a:t>
            </a:r>
          </a:p>
          <a:p>
            <a:endParaRPr lang="fr-FR" smtClean="0"/>
          </a:p>
          <a:p>
            <a:r>
              <a:rPr lang="fr-FR" smtClean="0"/>
              <a:t>	REFRAIN2:	</a:t>
            </a:r>
          </a:p>
          <a:p>
            <a:r>
              <a:rPr lang="fr-FR" smtClean="0"/>
              <a:t>	13-  TOUT SE PASSERA TRÈS BIEN, TRÈS BIEN, TRÈS BIEN  </a:t>
            </a:r>
          </a:p>
          <a:p>
            <a:r>
              <a:rPr lang="fr-FR" smtClean="0"/>
              <a:t>	It's all gonna be okay, okay, O.K.</a:t>
            </a:r>
          </a:p>
          <a:p>
            <a:r>
              <a:rPr lang="fr-FR" smtClean="0"/>
              <a:t>	14-  ET POUR TOUJOURS, JE LE DIRAI                                  x2</a:t>
            </a:r>
          </a:p>
          <a:p>
            <a:r>
              <a:rPr lang="fr-FR" smtClean="0"/>
              <a:t>	That is why I always say
	15-  TOUT VA BIEN 
	It's O.K. </a:t>
            </a:r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7262097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DANS MON CŒUR JE PEUX VOIR TON SOURIRE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Inwardly I, See Your smile  
2-  JE LE POURSUIS, JE LE POURSUIS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reach for, I reach for it
3-  CAR JE SAIS QUE TOUT IRA, TRÈS BIEN  TRÈS BIEN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it's all gonna be okay okay...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REFRAIN1:
	4-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
	5-  ET POUR TOUJOURS, JE LE DIRAI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TOUT SE PASSERA TRÈS BIEN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O.K.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COUPLET2: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J'AIMERAIS TE COUVRIR DE PRÉSENTS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to, Cover You with presents
8-  MAIS MON AMOUR EST TOUT CE QUE J'AI ALORS PRENDS MOI, MAINTENANT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my love is all I have So take me, take me now
9-  JE LE SAIS, TU NE ME LAISSERAS PAS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You'll not abandon me 
10-  TU FINIRAS, TON OEUVRE EN MOI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will complete what's begun in me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REPRISE REFRAIN1: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JE M'APPROCHE MAINTENANT  GARDE MOI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I, Come closer now Hold me
12-  ET SÈCHE TOUTES MES LARMES GARDE MOI    
And wipe away my tears Hold me... Oh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REFRAIN2:	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ET POUR TOUJOURS, JE LE DIRAI                                  x2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
	15-  TOUT VA BIEN 
	It's O.K. 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DANS MON CŒUR JE PEUX VOIR TON SOURIRE   </a:t>
            </a:r>
          </a:p>
          <a:p>
            <a:r>
              <a:rPr lang="fr-FR" smtClean="0"/>
              <a:t>Inwardly I, See Your smile  
2-  JE LE POURSUIS, JE LE POURSUIS  </a:t>
            </a:r>
          </a:p>
          <a:p>
            <a:r>
              <a:rPr lang="fr-FR" smtClean="0"/>
              <a:t>And I reach for, I reach for it
3-  CAR JE SAIS QUE TOUT IRA, TRÈS BIEN  TRÈS BIEN</a:t>
            </a:r>
          </a:p>
          <a:p>
            <a:r>
              <a:rPr lang="fr-FR" smtClean="0"/>
              <a:t>'Cause I know it's all gonna be okay okay...</a:t>
            </a:r>
          </a:p>
          <a:p>
            <a:endParaRPr lang="fr-FR" smtClean="0"/>
          </a:p>
          <a:p>
            <a:r>
              <a:rPr lang="fr-FR" smtClean="0"/>
              <a:t>	REFRAIN1:
	4-  TOUT SE PASSERA TRÈS BIEN, TRÈS BIEN, TRÈS BIEN  </a:t>
            </a:r>
          </a:p>
          <a:p>
            <a:r>
              <a:rPr lang="fr-FR" smtClean="0"/>
              <a:t>	It's all gonna be okay, okay, O.K.
	5-  ET POUR TOUJOURS, JE LE DIRAI </a:t>
            </a:r>
          </a:p>
          <a:p>
            <a:r>
              <a:rPr lang="fr-FR" smtClean="0"/>
              <a:t>	That is why I always say</a:t>
            </a:r>
          </a:p>
          <a:p>
            <a:r>
              <a:rPr lang="fr-FR" smtClean="0"/>
              <a:t>	6-  TOUT SE PASSERA TRÈS BIEN </a:t>
            </a:r>
          </a:p>
          <a:p>
            <a:r>
              <a:rPr lang="fr-FR" smtClean="0"/>
              <a:t>	It's all gonna be O.K.</a:t>
            </a:r>
          </a:p>
          <a:p>
            <a:endParaRPr lang="fr-FR" smtClean="0"/>
          </a:p>
          <a:p>
            <a:r>
              <a:rPr lang="fr-FR" smtClean="0"/>
              <a:t>COUPLET2:</a:t>
            </a:r>
          </a:p>
          <a:p>
            <a:r>
              <a:rPr lang="fr-FR" smtClean="0"/>
              <a:t>7-  J'AIMERAIS TE COUVRIR DE PRÉSENTS  </a:t>
            </a:r>
          </a:p>
          <a:p>
            <a:r>
              <a:rPr lang="fr-FR" smtClean="0"/>
              <a:t>I want to, Cover You with presents
8-  MAIS MON AMOUR EST TOUT CE QUE J'AI ALORS PRENDS MOI, MAINTENANT  </a:t>
            </a:r>
          </a:p>
          <a:p>
            <a:r>
              <a:rPr lang="fr-FR" smtClean="0"/>
              <a:t>But my love is all I have So take me, take me now
9-  JE LE SAIS, TU NE ME LAISSERAS PAS   </a:t>
            </a:r>
          </a:p>
          <a:p>
            <a:r>
              <a:rPr lang="fr-FR" smtClean="0"/>
              <a:t>'Cause I know You'll not abandon me 
10-  TU FINIRAS, TON OEUVRE EN MOI </a:t>
            </a:r>
          </a:p>
          <a:p>
            <a:r>
              <a:rPr lang="fr-FR" smtClean="0"/>
              <a:t>You will complete what's begun in me</a:t>
            </a:r>
          </a:p>
          <a:p>
            <a:endParaRPr lang="fr-FR" smtClean="0"/>
          </a:p>
          <a:p>
            <a:r>
              <a:rPr lang="fr-FR" smtClean="0"/>
              <a:t>	REPRISE REFRAIN1: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11-  JE M'APPROCHE MAINTENANT  GARDE MOI   </a:t>
            </a:r>
          </a:p>
          <a:p>
            <a:r>
              <a:rPr lang="fr-FR" smtClean="0"/>
              <a:t>As I, Come closer now Hold me
12-  ET SÈCHE TOUTES MES LARMES GARDE MOI    
And wipe away my tears Hold me... Oh</a:t>
            </a:r>
          </a:p>
          <a:p>
            <a:endParaRPr lang="fr-FR" smtClean="0"/>
          </a:p>
          <a:p>
            <a:r>
              <a:rPr lang="fr-FR" smtClean="0"/>
              <a:t>	REFRAIN2:	</a:t>
            </a:r>
          </a:p>
          <a:p>
            <a:r>
              <a:rPr lang="fr-FR" smtClean="0"/>
              <a:t>	13-  TOUT SE PASSERA TRÈS BIEN, TRÈS BIEN, TRÈS BIEN  </a:t>
            </a:r>
          </a:p>
          <a:p>
            <a:r>
              <a:rPr lang="fr-FR" smtClean="0"/>
              <a:t>	It's all gonna be okay, okay, O.K.</a:t>
            </a:r>
          </a:p>
          <a:p>
            <a:r>
              <a:rPr lang="fr-FR" smtClean="0"/>
              <a:t>	14-  ET POUR TOUJOURS, JE LE DIRAI                                  x2</a:t>
            </a:r>
          </a:p>
          <a:p>
            <a:r>
              <a:rPr lang="fr-FR" smtClean="0"/>
              <a:t>	That is why I always say
	15-  TOUT VA BIEN 
	It's O.K. </a:t>
            </a:r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954507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DANS MON CŒUR JE PEUX VOIR TON SOURIRE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Inwardly I, See Your smile  
2-  JE LE POURSUIS, JE LE POURSUIS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reach for, I reach for it
3-  CAR JE SAIS QUE TOUT IRA, TRÈS BIEN  TRÈS BIEN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it's all gonna be okay okay...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REFRAIN1:
	4-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
	5-  ET POUR TOUJOURS, JE LE DIRAI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TOUT SE PASSERA TRÈS BIEN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O.K.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COUPLET2: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J'AIMERAIS TE COUVRIR DE PRÉSENTS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to, Cover You with presents
8-  MAIS MON AMOUR EST TOUT CE QUE J'AI ALORS PRENDS MOI, MAINTENANT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my love is all I have So take me, take me now
9-  JE LE SAIS, TU NE ME LAISSERAS PAS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You'll not abandon me 
10-  TU FINIRAS, TON OEUVRE EN MOI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will complete what's begun in me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REPRISE REFRAIN1: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JE M'APPROCHE MAINTENANT  GARDE MOI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I, Come closer now Hold me
12-  ET SÈCHE TOUTES MES LARMES GARDE MOI    
And wipe away my tears Hold me... Oh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REFRAIN2:	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ET POUR TOUJOURS, JE LE DIRAI                                  x2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
	15-  TOUT VA BIEN 
	It's O.K. 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DANS MON CŒUR JE PEUX VOIR TON SOURIRE   </a:t>
            </a:r>
          </a:p>
          <a:p>
            <a:r>
              <a:rPr lang="fr-FR" smtClean="0"/>
              <a:t>Inwardly I, See Your smile  
2-  JE LE POURSUIS, JE LE POURSUIS  </a:t>
            </a:r>
          </a:p>
          <a:p>
            <a:r>
              <a:rPr lang="fr-FR" smtClean="0"/>
              <a:t>And I reach for, I reach for it
3-  CAR JE SAIS QUE TOUT IRA, TRÈS BIEN  TRÈS BIEN</a:t>
            </a:r>
          </a:p>
          <a:p>
            <a:r>
              <a:rPr lang="fr-FR" smtClean="0"/>
              <a:t>'Cause I know it's all gonna be okay okay...</a:t>
            </a:r>
          </a:p>
          <a:p>
            <a:endParaRPr lang="fr-FR" smtClean="0"/>
          </a:p>
          <a:p>
            <a:r>
              <a:rPr lang="fr-FR" smtClean="0"/>
              <a:t>	REFRAIN1:
	4-  TOUT SE PASSERA TRÈS BIEN, TRÈS BIEN, TRÈS BIEN  </a:t>
            </a:r>
          </a:p>
          <a:p>
            <a:r>
              <a:rPr lang="fr-FR" smtClean="0"/>
              <a:t>	It's all gonna be okay, okay, O.K.
	5-  ET POUR TOUJOURS, JE LE DIRAI </a:t>
            </a:r>
          </a:p>
          <a:p>
            <a:r>
              <a:rPr lang="fr-FR" smtClean="0"/>
              <a:t>	That is why I always say</a:t>
            </a:r>
          </a:p>
          <a:p>
            <a:r>
              <a:rPr lang="fr-FR" smtClean="0"/>
              <a:t>	6-  TOUT SE PASSERA TRÈS BIEN </a:t>
            </a:r>
          </a:p>
          <a:p>
            <a:r>
              <a:rPr lang="fr-FR" smtClean="0"/>
              <a:t>	It's all gonna be O.K.</a:t>
            </a:r>
          </a:p>
          <a:p>
            <a:endParaRPr lang="fr-FR" smtClean="0"/>
          </a:p>
          <a:p>
            <a:r>
              <a:rPr lang="fr-FR" smtClean="0"/>
              <a:t>COUPLET2:</a:t>
            </a:r>
          </a:p>
          <a:p>
            <a:r>
              <a:rPr lang="fr-FR" smtClean="0"/>
              <a:t>7-  J'AIMERAIS TE COUVRIR DE PRÉSENTS  </a:t>
            </a:r>
          </a:p>
          <a:p>
            <a:r>
              <a:rPr lang="fr-FR" smtClean="0"/>
              <a:t>I want to, Cover You with presents
8-  MAIS MON AMOUR EST TOUT CE QUE J'AI ALORS PRENDS MOI, MAINTENANT  </a:t>
            </a:r>
          </a:p>
          <a:p>
            <a:r>
              <a:rPr lang="fr-FR" smtClean="0"/>
              <a:t>But my love is all I have So take me, take me now
9-  JE LE SAIS, TU NE ME LAISSERAS PAS   </a:t>
            </a:r>
          </a:p>
          <a:p>
            <a:r>
              <a:rPr lang="fr-FR" smtClean="0"/>
              <a:t>'Cause I know You'll not abandon me 
10-  TU FINIRAS, TON OEUVRE EN MOI </a:t>
            </a:r>
          </a:p>
          <a:p>
            <a:r>
              <a:rPr lang="fr-FR" smtClean="0"/>
              <a:t>You will complete what's begun in me</a:t>
            </a:r>
          </a:p>
          <a:p>
            <a:endParaRPr lang="fr-FR" smtClean="0"/>
          </a:p>
          <a:p>
            <a:r>
              <a:rPr lang="fr-FR" smtClean="0"/>
              <a:t>	REPRISE REFRAIN1: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11-  JE M'APPROCHE MAINTENANT  GARDE MOI   </a:t>
            </a:r>
          </a:p>
          <a:p>
            <a:r>
              <a:rPr lang="fr-FR" smtClean="0"/>
              <a:t>As I, Come closer now Hold me
12-  ET SÈCHE TOUTES MES LARMES GARDE MOI    
And wipe away my tears Hold me... Oh</a:t>
            </a:r>
          </a:p>
          <a:p>
            <a:endParaRPr lang="fr-FR" smtClean="0"/>
          </a:p>
          <a:p>
            <a:r>
              <a:rPr lang="fr-FR" smtClean="0"/>
              <a:t>	REFRAIN2:	</a:t>
            </a:r>
          </a:p>
          <a:p>
            <a:r>
              <a:rPr lang="fr-FR" smtClean="0"/>
              <a:t>	13-  TOUT SE PASSERA TRÈS BIEN, TRÈS BIEN, TRÈS BIEN  </a:t>
            </a:r>
          </a:p>
          <a:p>
            <a:r>
              <a:rPr lang="fr-FR" smtClean="0"/>
              <a:t>	It's all gonna be okay, okay, O.K.</a:t>
            </a:r>
          </a:p>
          <a:p>
            <a:r>
              <a:rPr lang="fr-FR" smtClean="0"/>
              <a:t>	14-  ET POUR TOUJOURS, JE LE DIRAI                                  x2</a:t>
            </a:r>
          </a:p>
          <a:p>
            <a:r>
              <a:rPr lang="fr-FR" smtClean="0"/>
              <a:t>	That is why I always say
	15-  TOUT VA BIEN 
	It's O.K. </a:t>
            </a:r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620849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DANS MON CŒUR JE PEUX VOIR TON SOURIRE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Inwardly I, See Your smile  
2-  JE LE POURSUIS, JE LE POURSUIS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reach for, I reach for it
3-  CAR JE SAIS QUE TOUT IRA, TRÈS BIEN  TRÈS BIEN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it's all gonna be okay okay...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REFRAIN1:
	4-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
	5-  ET POUR TOUJOURS, JE LE DIRAI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TOUT SE PASSERA TRÈS BIEN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O.K.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COUPLET2: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J'AIMERAIS TE COUVRIR DE PRÉSENTS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to, Cover You with presents
8-  MAIS MON AMOUR EST TOUT CE QUE J'AI ALORS PRENDS MOI, MAINTENANT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my love is all I have So take me, take me now
9-  JE LE SAIS, TU NE ME LAISSERAS PAS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You'll not abandon me 
10-  TU FINIRAS, TON OEUVRE EN MOI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will complete what's begun in me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REPRISE REFRAIN1: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JE M'APPROCHE MAINTENANT  GARDE MOI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I, Come closer now Hold me
12-  ET SÈCHE TOUTES MES LARMES GARDE MOI    
And wipe away my tears Hold me... Oh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REFRAIN2:	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ET POUR TOUJOURS, JE LE DIRAI                                  x2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
	15-  TOUT VA BIEN 
	It's O.K. 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DANS MON CŒUR JE PEUX VOIR TON SOURIRE   </a:t>
            </a:r>
          </a:p>
          <a:p>
            <a:r>
              <a:rPr lang="fr-FR" smtClean="0"/>
              <a:t>Inwardly I, See Your smile  
2-  JE LE POURSUIS, JE LE POURSUIS  </a:t>
            </a:r>
          </a:p>
          <a:p>
            <a:r>
              <a:rPr lang="fr-FR" smtClean="0"/>
              <a:t>And I reach for, I reach for it
3-  CAR JE SAIS QUE TOUT IRA, TRÈS BIEN  TRÈS BIEN</a:t>
            </a:r>
          </a:p>
          <a:p>
            <a:r>
              <a:rPr lang="fr-FR" smtClean="0"/>
              <a:t>'Cause I know it's all gonna be okay okay...</a:t>
            </a:r>
          </a:p>
          <a:p>
            <a:endParaRPr lang="fr-FR" smtClean="0"/>
          </a:p>
          <a:p>
            <a:r>
              <a:rPr lang="fr-FR" smtClean="0"/>
              <a:t>	REFRAIN1:
	4-  TOUT SE PASSERA TRÈS BIEN, TRÈS BIEN, TRÈS BIEN  </a:t>
            </a:r>
          </a:p>
          <a:p>
            <a:r>
              <a:rPr lang="fr-FR" smtClean="0"/>
              <a:t>	It's all gonna be okay, okay, O.K.
	5-  ET POUR TOUJOURS, JE LE DIRAI </a:t>
            </a:r>
          </a:p>
          <a:p>
            <a:r>
              <a:rPr lang="fr-FR" smtClean="0"/>
              <a:t>	That is why I always say</a:t>
            </a:r>
          </a:p>
          <a:p>
            <a:r>
              <a:rPr lang="fr-FR" smtClean="0"/>
              <a:t>	6-  TOUT SE PASSERA TRÈS BIEN </a:t>
            </a:r>
          </a:p>
          <a:p>
            <a:r>
              <a:rPr lang="fr-FR" smtClean="0"/>
              <a:t>	It's all gonna be O.K.</a:t>
            </a:r>
          </a:p>
          <a:p>
            <a:endParaRPr lang="fr-FR" smtClean="0"/>
          </a:p>
          <a:p>
            <a:r>
              <a:rPr lang="fr-FR" smtClean="0"/>
              <a:t>COUPLET2:</a:t>
            </a:r>
          </a:p>
          <a:p>
            <a:r>
              <a:rPr lang="fr-FR" smtClean="0"/>
              <a:t>7-  J'AIMERAIS TE COUVRIR DE PRÉSENTS  </a:t>
            </a:r>
          </a:p>
          <a:p>
            <a:r>
              <a:rPr lang="fr-FR" smtClean="0"/>
              <a:t>I want to, Cover You with presents
8-  MAIS MON AMOUR EST TOUT CE QUE J'AI ALORS PRENDS MOI, MAINTENANT  </a:t>
            </a:r>
          </a:p>
          <a:p>
            <a:r>
              <a:rPr lang="fr-FR" smtClean="0"/>
              <a:t>But my love is all I have So take me, take me now
9-  JE LE SAIS, TU NE ME LAISSERAS PAS   </a:t>
            </a:r>
          </a:p>
          <a:p>
            <a:r>
              <a:rPr lang="fr-FR" smtClean="0"/>
              <a:t>'Cause I know You'll not abandon me 
10-  TU FINIRAS, TON OEUVRE EN MOI </a:t>
            </a:r>
          </a:p>
          <a:p>
            <a:r>
              <a:rPr lang="fr-FR" smtClean="0"/>
              <a:t>You will complete what's begun in me</a:t>
            </a:r>
          </a:p>
          <a:p>
            <a:endParaRPr lang="fr-FR" smtClean="0"/>
          </a:p>
          <a:p>
            <a:r>
              <a:rPr lang="fr-FR" smtClean="0"/>
              <a:t>	REPRISE REFRAIN1: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11-  JE M'APPROCHE MAINTENANT  GARDE MOI   </a:t>
            </a:r>
          </a:p>
          <a:p>
            <a:r>
              <a:rPr lang="fr-FR" smtClean="0"/>
              <a:t>As I, Come closer now Hold me
12-  ET SÈCHE TOUTES MES LARMES GARDE MOI    
And wipe away my tears Hold me... Oh</a:t>
            </a:r>
          </a:p>
          <a:p>
            <a:endParaRPr lang="fr-FR" smtClean="0"/>
          </a:p>
          <a:p>
            <a:r>
              <a:rPr lang="fr-FR" smtClean="0"/>
              <a:t>	REFRAIN2:	</a:t>
            </a:r>
          </a:p>
          <a:p>
            <a:r>
              <a:rPr lang="fr-FR" smtClean="0"/>
              <a:t>	13-  TOUT SE PASSERA TRÈS BIEN, TRÈS BIEN, TRÈS BIEN  </a:t>
            </a:r>
          </a:p>
          <a:p>
            <a:r>
              <a:rPr lang="fr-FR" smtClean="0"/>
              <a:t>	It's all gonna be okay, okay, O.K.</a:t>
            </a:r>
          </a:p>
          <a:p>
            <a:r>
              <a:rPr lang="fr-FR" smtClean="0"/>
              <a:t>	14-  ET POUR TOUJOURS, JE LE DIRAI                                  x2</a:t>
            </a:r>
          </a:p>
          <a:p>
            <a:r>
              <a:rPr lang="fr-FR" smtClean="0"/>
              <a:t>	That is why I always say
	15-  TOUT VA BIEN 
	It's O.K. </a:t>
            </a:r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960263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DANS MON CŒUR JE PEUX VOIR TON SOURIRE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Inwardly I, See Your smile  
2-  JE LE POURSUIS, JE LE POURSUIS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reach for, I reach for it
3-  CAR JE SAIS QUE TOUT IRA, TRÈS BIEN  TRÈS BIEN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it's all gonna be okay okay...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REFRAIN1:
	4-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
	5-  ET POUR TOUJOURS, JE LE DIRAI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TOUT SE PASSERA TRÈS BIEN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O.K.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COUPLET2: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J'AIMERAIS TE COUVRIR DE PRÉSENTS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to, Cover You with presents
8-  MAIS MON AMOUR EST TOUT CE QUE J'AI ALORS PRENDS MOI, MAINTENANT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my love is all I have So take me, take me now
9-  JE LE SAIS, TU NE ME LAISSERAS PAS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You'll not abandon me 
10-  TU FINIRAS, TON OEUVRE EN MOI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will complete what's begun in me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REPRISE REFRAIN1: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JE M'APPROCHE MAINTENANT  GARDE MOI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I, Come closer now Hold me
12-  ET SÈCHE TOUTES MES LARMES GARDE MOI    
And wipe away my tears Hold me... Oh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REFRAIN2:	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ET POUR TOUJOURS, JE LE DIRAI                                  x2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
	15-  TOUT VA BIEN 
	It's O.K. 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DANS MON CŒUR JE PEUX VOIR TON SOURIRE   </a:t>
            </a:r>
          </a:p>
          <a:p>
            <a:r>
              <a:rPr lang="fr-FR" smtClean="0"/>
              <a:t>Inwardly I, See Your smile  
2-  JE LE POURSUIS, JE LE POURSUIS  </a:t>
            </a:r>
          </a:p>
          <a:p>
            <a:r>
              <a:rPr lang="fr-FR" smtClean="0"/>
              <a:t>And I reach for, I reach for it
3-  CAR JE SAIS QUE TOUT IRA, TRÈS BIEN  TRÈS BIEN</a:t>
            </a:r>
          </a:p>
          <a:p>
            <a:r>
              <a:rPr lang="fr-FR" smtClean="0"/>
              <a:t>'Cause I know it's all gonna be okay okay...</a:t>
            </a:r>
          </a:p>
          <a:p>
            <a:endParaRPr lang="fr-FR" smtClean="0"/>
          </a:p>
          <a:p>
            <a:r>
              <a:rPr lang="fr-FR" smtClean="0"/>
              <a:t>	REFRAIN1:
	4-  TOUT SE PASSERA TRÈS BIEN, TRÈS BIEN, TRÈS BIEN  </a:t>
            </a:r>
          </a:p>
          <a:p>
            <a:r>
              <a:rPr lang="fr-FR" smtClean="0"/>
              <a:t>	It's all gonna be okay, okay, O.K.
	5-  ET POUR TOUJOURS, JE LE DIRAI </a:t>
            </a:r>
          </a:p>
          <a:p>
            <a:r>
              <a:rPr lang="fr-FR" smtClean="0"/>
              <a:t>	That is why I always say</a:t>
            </a:r>
          </a:p>
          <a:p>
            <a:r>
              <a:rPr lang="fr-FR" smtClean="0"/>
              <a:t>	6-  TOUT SE PASSERA TRÈS BIEN </a:t>
            </a:r>
          </a:p>
          <a:p>
            <a:r>
              <a:rPr lang="fr-FR" smtClean="0"/>
              <a:t>	It's all gonna be O.K.</a:t>
            </a:r>
          </a:p>
          <a:p>
            <a:endParaRPr lang="fr-FR" smtClean="0"/>
          </a:p>
          <a:p>
            <a:r>
              <a:rPr lang="fr-FR" smtClean="0"/>
              <a:t>COUPLET2:</a:t>
            </a:r>
          </a:p>
          <a:p>
            <a:r>
              <a:rPr lang="fr-FR" smtClean="0"/>
              <a:t>7-  J'AIMERAIS TE COUVRIR DE PRÉSENTS  </a:t>
            </a:r>
          </a:p>
          <a:p>
            <a:r>
              <a:rPr lang="fr-FR" smtClean="0"/>
              <a:t>I want to, Cover You with presents
8-  MAIS MON AMOUR EST TOUT CE QUE J'AI ALORS PRENDS MOI, MAINTENANT  </a:t>
            </a:r>
          </a:p>
          <a:p>
            <a:r>
              <a:rPr lang="fr-FR" smtClean="0"/>
              <a:t>But my love is all I have So take me, take me now
9-  JE LE SAIS, TU NE ME LAISSERAS PAS   </a:t>
            </a:r>
          </a:p>
          <a:p>
            <a:r>
              <a:rPr lang="fr-FR" smtClean="0"/>
              <a:t>'Cause I know You'll not abandon me 
10-  TU FINIRAS, TON OEUVRE EN MOI </a:t>
            </a:r>
          </a:p>
          <a:p>
            <a:r>
              <a:rPr lang="fr-FR" smtClean="0"/>
              <a:t>You will complete what's begun in me</a:t>
            </a:r>
          </a:p>
          <a:p>
            <a:endParaRPr lang="fr-FR" smtClean="0"/>
          </a:p>
          <a:p>
            <a:r>
              <a:rPr lang="fr-FR" smtClean="0"/>
              <a:t>	REPRISE REFRAIN1: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11-  JE M'APPROCHE MAINTENANT  GARDE MOI   </a:t>
            </a:r>
          </a:p>
          <a:p>
            <a:r>
              <a:rPr lang="fr-FR" smtClean="0"/>
              <a:t>As I, Come closer now Hold me
12-  ET SÈCHE TOUTES MES LARMES GARDE MOI    
And wipe away my tears Hold me... Oh</a:t>
            </a:r>
          </a:p>
          <a:p>
            <a:endParaRPr lang="fr-FR" smtClean="0"/>
          </a:p>
          <a:p>
            <a:r>
              <a:rPr lang="fr-FR" smtClean="0"/>
              <a:t>	REFRAIN2:	</a:t>
            </a:r>
          </a:p>
          <a:p>
            <a:r>
              <a:rPr lang="fr-FR" smtClean="0"/>
              <a:t>	13-  TOUT SE PASSERA TRÈS BIEN, TRÈS BIEN, TRÈS BIEN  </a:t>
            </a:r>
          </a:p>
          <a:p>
            <a:r>
              <a:rPr lang="fr-FR" smtClean="0"/>
              <a:t>	It's all gonna be okay, okay, O.K.</a:t>
            </a:r>
          </a:p>
          <a:p>
            <a:r>
              <a:rPr lang="fr-FR" smtClean="0"/>
              <a:t>	14-  ET POUR TOUJOURS, JE LE DIRAI                                  x2</a:t>
            </a:r>
          </a:p>
          <a:p>
            <a:r>
              <a:rPr lang="fr-FR" smtClean="0"/>
              <a:t>	That is why I always say
	15-  TOUT VA BIEN 
	It's O.K. </a:t>
            </a:r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028248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DANS MON CŒUR JE PEUX VOIR TON SOURIRE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Inwardly I, See Your smile  
2-  JE LE POURSUIS, JE LE POURSUIS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reach for, I reach for it
3-  CAR JE SAIS QUE TOUT IRA, TRÈS BIEN  TRÈS BIEN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it's all gonna be okay okay...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REFRAIN1:
	4-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
	5-  ET POUR TOUJOURS, JE LE DIRAI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TOUT SE PASSERA TRÈS BIEN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O.K.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COUPLET2: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J'AIMERAIS TE COUVRIR DE PRÉSENTS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to, Cover You with presents
8-  MAIS MON AMOUR EST TOUT CE QUE J'AI ALORS PRENDS MOI, MAINTENANT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my love is all I have So take me, take me now
9-  JE LE SAIS, TU NE ME LAISSERAS PAS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You'll not abandon me 
10-  TU FINIRAS, TON OEUVRE EN MOI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will complete what's begun in me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REPRISE REFRAIN1: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JE M'APPROCHE MAINTENANT  GARDE MOI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I, Come closer now Hold me
12-  ET SÈCHE TOUTES MES LARMES GARDE MOI    
And wipe away my tears Hold me... Oh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REFRAIN2:	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ET POUR TOUJOURS, JE LE DIRAI                                  x2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
	15-  TOUT VA BIEN 
	It's O.K. 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DANS MON CŒUR JE PEUX VOIR TON SOURIRE   </a:t>
            </a:r>
          </a:p>
          <a:p>
            <a:r>
              <a:rPr lang="fr-FR" smtClean="0"/>
              <a:t>Inwardly I, See Your smile  
2-  JE LE POURSUIS, JE LE POURSUIS  </a:t>
            </a:r>
          </a:p>
          <a:p>
            <a:r>
              <a:rPr lang="fr-FR" smtClean="0"/>
              <a:t>And I reach for, I reach for it
3-  CAR JE SAIS QUE TOUT IRA, TRÈS BIEN  TRÈS BIEN</a:t>
            </a:r>
          </a:p>
          <a:p>
            <a:r>
              <a:rPr lang="fr-FR" smtClean="0"/>
              <a:t>'Cause I know it's all gonna be okay okay...</a:t>
            </a:r>
          </a:p>
          <a:p>
            <a:endParaRPr lang="fr-FR" smtClean="0"/>
          </a:p>
          <a:p>
            <a:r>
              <a:rPr lang="fr-FR" smtClean="0"/>
              <a:t>	REFRAIN1:
	4-  TOUT SE PASSERA TRÈS BIEN, TRÈS BIEN, TRÈS BIEN  </a:t>
            </a:r>
          </a:p>
          <a:p>
            <a:r>
              <a:rPr lang="fr-FR" smtClean="0"/>
              <a:t>	It's all gonna be okay, okay, O.K.
	5-  ET POUR TOUJOURS, JE LE DIRAI </a:t>
            </a:r>
          </a:p>
          <a:p>
            <a:r>
              <a:rPr lang="fr-FR" smtClean="0"/>
              <a:t>	That is why I always say</a:t>
            </a:r>
          </a:p>
          <a:p>
            <a:r>
              <a:rPr lang="fr-FR" smtClean="0"/>
              <a:t>	6-  TOUT SE PASSERA TRÈS BIEN </a:t>
            </a:r>
          </a:p>
          <a:p>
            <a:r>
              <a:rPr lang="fr-FR" smtClean="0"/>
              <a:t>	It's all gonna be O.K.</a:t>
            </a:r>
          </a:p>
          <a:p>
            <a:endParaRPr lang="fr-FR" smtClean="0"/>
          </a:p>
          <a:p>
            <a:r>
              <a:rPr lang="fr-FR" smtClean="0"/>
              <a:t>COUPLET2:</a:t>
            </a:r>
          </a:p>
          <a:p>
            <a:r>
              <a:rPr lang="fr-FR" smtClean="0"/>
              <a:t>7-  J'AIMERAIS TE COUVRIR DE PRÉSENTS  </a:t>
            </a:r>
          </a:p>
          <a:p>
            <a:r>
              <a:rPr lang="fr-FR" smtClean="0"/>
              <a:t>I want to, Cover You with presents
8-  MAIS MON AMOUR EST TOUT CE QUE J'AI ALORS PRENDS MOI, MAINTENANT  </a:t>
            </a:r>
          </a:p>
          <a:p>
            <a:r>
              <a:rPr lang="fr-FR" smtClean="0"/>
              <a:t>But my love is all I have So take me, take me now
9-  JE LE SAIS, TU NE ME LAISSERAS PAS   </a:t>
            </a:r>
          </a:p>
          <a:p>
            <a:r>
              <a:rPr lang="fr-FR" smtClean="0"/>
              <a:t>'Cause I know You'll not abandon me 
10-  TU FINIRAS, TON OEUVRE EN MOI </a:t>
            </a:r>
          </a:p>
          <a:p>
            <a:r>
              <a:rPr lang="fr-FR" smtClean="0"/>
              <a:t>You will complete what's begun in me</a:t>
            </a:r>
          </a:p>
          <a:p>
            <a:endParaRPr lang="fr-FR" smtClean="0"/>
          </a:p>
          <a:p>
            <a:r>
              <a:rPr lang="fr-FR" smtClean="0"/>
              <a:t>	REPRISE REFRAIN1: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11-  JE M'APPROCHE MAINTENANT  GARDE MOI   </a:t>
            </a:r>
          </a:p>
          <a:p>
            <a:r>
              <a:rPr lang="fr-FR" smtClean="0"/>
              <a:t>As I, Come closer now Hold me
12-  ET SÈCHE TOUTES MES LARMES GARDE MOI    
And wipe away my tears Hold me... Oh</a:t>
            </a:r>
          </a:p>
          <a:p>
            <a:endParaRPr lang="fr-FR" smtClean="0"/>
          </a:p>
          <a:p>
            <a:r>
              <a:rPr lang="fr-FR" smtClean="0"/>
              <a:t>	REFRAIN2:	</a:t>
            </a:r>
          </a:p>
          <a:p>
            <a:r>
              <a:rPr lang="fr-FR" smtClean="0"/>
              <a:t>	13-  TOUT SE PASSERA TRÈS BIEN, TRÈS BIEN, TRÈS BIEN  </a:t>
            </a:r>
          </a:p>
          <a:p>
            <a:r>
              <a:rPr lang="fr-FR" smtClean="0"/>
              <a:t>	It's all gonna be okay, okay, O.K.</a:t>
            </a:r>
          </a:p>
          <a:p>
            <a:r>
              <a:rPr lang="fr-FR" smtClean="0"/>
              <a:t>	14-  ET POUR TOUJOURS, JE LE DIRAI                                  x2</a:t>
            </a:r>
          </a:p>
          <a:p>
            <a:r>
              <a:rPr lang="fr-FR" smtClean="0"/>
              <a:t>	That is why I always say
	15-  TOUT VA BIEN 
	It's O.K. </a:t>
            </a:r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5953299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DANS MON CŒUR JE PEUX VOIR TON SOURIRE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Inwardly I, See Your smile  
2-  JE LE POURSUIS, JE LE POURSUIS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reach for, I reach for it
3-  CAR JE SAIS QUE TOUT IRA, TRÈS BIEN  TRÈS BIEN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it's all gonna be okay okay...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REFRAIN1:
	4-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
	5-  ET POUR TOUJOURS, JE LE DIRAI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TOUT SE PASSERA TRÈS BIEN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O.K.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COUPLET2: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J'AIMERAIS TE COUVRIR DE PRÉSENTS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to, Cover You with presents
8-  MAIS MON AMOUR EST TOUT CE QUE J'AI ALORS PRENDS MOI, MAINTENANT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my love is all I have So take me, take me now
9-  JE LE SAIS, TU NE ME LAISSERAS PAS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I know You'll not abandon me 
10-  TU FINIRAS, TON OEUVRE EN MOI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will complete what's begun in me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REPRISE REFRAIN1: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JE M'APPROCHE MAINTENANT  GARDE MOI 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I, Come closer now Hold me
12-  ET SÈCHE TOUTES MES LARMES GARDE MOI    
And wipe away my tears Hold me... Oh</a:t>
            </a:r>
          </a:p>
          <a:p>
            <a:endParaRPr lang="fr-FR" sz="1200" b="0" i="0" u="none" strike="noStrike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REFRAIN2:	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13-  TOUT SE PASSERA TRÈS BIEN, TRÈS BIEN, TRÈS BIEN  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all gonna be okay, okay, O.K.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ET POUR TOUJOURS, JE LE DIRAI                                  x2</a:t>
            </a:r>
          </a:p>
          <a:p>
            <a:r>
              <a:rPr lang="fr-FR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That is why I always say
	15-  TOUT VA BIEN 
	It's O.K. 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DANS MON CŒUR JE PEUX VOIR TON SOURIRE   </a:t>
            </a:r>
          </a:p>
          <a:p>
            <a:r>
              <a:rPr lang="fr-FR" smtClean="0"/>
              <a:t>Inwardly I, See Your smile  
2-  JE LE POURSUIS, JE LE POURSUIS  </a:t>
            </a:r>
          </a:p>
          <a:p>
            <a:r>
              <a:rPr lang="fr-FR" smtClean="0"/>
              <a:t>And I reach for, I reach for it
3-  CAR JE SAIS QUE TOUT IRA, TRÈS BIEN  TRÈS BIEN</a:t>
            </a:r>
          </a:p>
          <a:p>
            <a:r>
              <a:rPr lang="fr-FR" smtClean="0"/>
              <a:t>'Cause I know it's all gonna be okay okay...</a:t>
            </a:r>
          </a:p>
          <a:p>
            <a:endParaRPr lang="fr-FR" smtClean="0"/>
          </a:p>
          <a:p>
            <a:r>
              <a:rPr lang="fr-FR" smtClean="0"/>
              <a:t>	REFRAIN1:
	4-  TOUT SE PASSERA TRÈS BIEN, TRÈS BIEN, TRÈS BIEN  </a:t>
            </a:r>
          </a:p>
          <a:p>
            <a:r>
              <a:rPr lang="fr-FR" smtClean="0"/>
              <a:t>	It's all gonna be okay, okay, O.K.
	5-  ET POUR TOUJOURS, JE LE DIRAI </a:t>
            </a:r>
          </a:p>
          <a:p>
            <a:r>
              <a:rPr lang="fr-FR" smtClean="0"/>
              <a:t>	That is why I always say</a:t>
            </a:r>
          </a:p>
          <a:p>
            <a:r>
              <a:rPr lang="fr-FR" smtClean="0"/>
              <a:t>	6-  TOUT SE PASSERA TRÈS BIEN </a:t>
            </a:r>
          </a:p>
          <a:p>
            <a:r>
              <a:rPr lang="fr-FR" smtClean="0"/>
              <a:t>	It's all gonna be O.K.</a:t>
            </a:r>
          </a:p>
          <a:p>
            <a:endParaRPr lang="fr-FR" smtClean="0"/>
          </a:p>
          <a:p>
            <a:r>
              <a:rPr lang="fr-FR" smtClean="0"/>
              <a:t>COUPLET2:</a:t>
            </a:r>
          </a:p>
          <a:p>
            <a:r>
              <a:rPr lang="fr-FR" smtClean="0"/>
              <a:t>7-  J'AIMERAIS TE COUVRIR DE PRÉSENTS  </a:t>
            </a:r>
          </a:p>
          <a:p>
            <a:r>
              <a:rPr lang="fr-FR" smtClean="0"/>
              <a:t>I want to, Cover You with presents
8-  MAIS MON AMOUR EST TOUT CE QUE J'AI ALORS PRENDS MOI, MAINTENANT  </a:t>
            </a:r>
          </a:p>
          <a:p>
            <a:r>
              <a:rPr lang="fr-FR" smtClean="0"/>
              <a:t>But my love is all I have So take me, take me now
9-  JE LE SAIS, TU NE ME LAISSERAS PAS   </a:t>
            </a:r>
          </a:p>
          <a:p>
            <a:r>
              <a:rPr lang="fr-FR" smtClean="0"/>
              <a:t>'Cause I know You'll not abandon me 
10-  TU FINIRAS, TON OEUVRE EN MOI </a:t>
            </a:r>
          </a:p>
          <a:p>
            <a:r>
              <a:rPr lang="fr-FR" smtClean="0"/>
              <a:t>You will complete what's begun in me</a:t>
            </a:r>
          </a:p>
          <a:p>
            <a:endParaRPr lang="fr-FR" smtClean="0"/>
          </a:p>
          <a:p>
            <a:r>
              <a:rPr lang="fr-FR" smtClean="0"/>
              <a:t>	REPRISE REFRAIN1: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11-  JE M'APPROCHE MAINTENANT  GARDE MOI   </a:t>
            </a:r>
          </a:p>
          <a:p>
            <a:r>
              <a:rPr lang="fr-FR" smtClean="0"/>
              <a:t>As I, Come closer now Hold me
12-  ET SÈCHE TOUTES MES LARMES GARDE MOI    
And wipe away my tears Hold me... Oh</a:t>
            </a:r>
          </a:p>
          <a:p>
            <a:endParaRPr lang="fr-FR" smtClean="0"/>
          </a:p>
          <a:p>
            <a:r>
              <a:rPr lang="fr-FR" smtClean="0"/>
              <a:t>	REFRAIN2:	</a:t>
            </a:r>
          </a:p>
          <a:p>
            <a:r>
              <a:rPr lang="fr-FR" smtClean="0"/>
              <a:t>	13-  TOUT SE PASSERA TRÈS BIEN, TRÈS BIEN, TRÈS BIEN  </a:t>
            </a:r>
          </a:p>
          <a:p>
            <a:r>
              <a:rPr lang="fr-FR" smtClean="0"/>
              <a:t>	It's all gonna be okay, okay, O.K.</a:t>
            </a:r>
          </a:p>
          <a:p>
            <a:r>
              <a:rPr lang="fr-FR" smtClean="0"/>
              <a:t>	14-  ET POUR TOUJOURS, JE LE DIRAI                                  x2</a:t>
            </a:r>
          </a:p>
          <a:p>
            <a:r>
              <a:rPr lang="fr-FR" smtClean="0"/>
              <a:t>	That is why I always say
	15-  TOUT VA BIEN 
	It's O.K. </a:t>
            </a:r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4259274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011ED-D1C1-4A0D-A45A-2B077908E6D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116585-AF6B-42AF-98ED-CE852955C40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FDC754-A162-42F3-93E7-AC88D1C6009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6BC03F-479E-42F3-8163-D21692D9539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335835-63D8-4390-BCA8-03B03CF83E5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253145-D233-46F3-98A6-FE9009D8D5E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2CEA25-48C3-43D7-965F-24512EDDC00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078A87-9DF5-4709-A2F9-97113491548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9BE4B-333F-4929-A5FB-631407CFA6E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41C284-9921-4A81-A802-D5F75E04C9B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F38119-51D2-4BB9-8476-0B176CCCAD8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1924BA7-4C20-48A9-9AD7-E6A80FA2D95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MON CŒUR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PEUX VOIR TON SOURIRE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95864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LE POURSUIS, JE LE POURSUIS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23564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JE SAIS 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IRA TRÈS BIEN, TRÈS BIEN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SE PASSERA TRÈS BIEN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TRÈS BIEN, TRÈS BIEN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16009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POUR TOUJOURS, JE LE DIRAI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32654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SE PASSERA TRÈS BIEN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48656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J'AIMERAIS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 COUVRIR DE PRÉSENTS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50363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MON AMOUR EST TOUT CE QUE J'AI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ALORS PRENDS-MOI, MAINTENANT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49894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LE SAIS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NE ME LAISSERAS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50316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FINIRAS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ŒUVRE EN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32381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M'APPROCHE MAINTENANT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GARDE-MOI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88919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SÈCHE TOUTES MES LARMES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GARDE-MOI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78283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SE PASSERA TRÈS BIEN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TRÈS BIEN, TRÈS BIEN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50776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POUR TOUJOURS, JE LE DIRAI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47537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VA BIEN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6501257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1759</TotalTime>
  <Words>622</Words>
  <Application>Microsoft Office PowerPoint</Application>
  <PresentationFormat>Affichage à l'écran (4:3)</PresentationFormat>
  <Paragraphs>928</Paragraphs>
  <Slides>15</Slides>
  <Notes>15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189</cp:revision>
  <dcterms:created xsi:type="dcterms:W3CDTF">2002-08-17T10:50:50Z</dcterms:created>
  <dcterms:modified xsi:type="dcterms:W3CDTF">2019-07-20T15:25:40Z</dcterms:modified>
</cp:coreProperties>
</file>