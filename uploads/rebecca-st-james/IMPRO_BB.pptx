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3" r:id="rId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inimized">
    <p:restoredLeft sz="13600" autoAdjust="0"/>
    <p:restoredTop sz="38698" autoAdjust="0"/>
  </p:normalViewPr>
  <p:slideViewPr>
    <p:cSldViewPr>
      <p:cViewPr varScale="1">
        <p:scale>
          <a:sx n="19" d="100"/>
          <a:sy n="19" d="100"/>
        </p:scale>
        <p:origin x="-113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06/04/2019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NOUS PRIONS POUR TA PAIX POUR ÊTRE BÉNIS 
2-  NOUS PRIONS POUR NOS FAMILLES TA PROTECTION SUR NOS VIES  
3-  POUR LA GUÉRISON ET LA PROSPÉRITÉ NOUS PRIONS QUE TA MAIN PUISSANTE 
4-  NOS PEINES VIENNENT  EFFACER TOUT CE TEMPS  
5-  TU ENTENDS NOS BESOINS  TON SI GRAND AMOUR NE NOUS 
6-  DONNERA JAMAIS MOINS  
7-  ET SI LA PLUIE VENAIT POUR BÉNIR ? 
8-  ET TOUTES CES LARMES POUR GUÉRIR ? S’IL FALLAIT CES NUITS DE DOULEUR 
9-  POUR CROIRE EN TA  MAIN SUR NOS VIES ? 
10-  ET SI NOS LUTTES, NOS ANGOISSES CACHAIENT SIMPLEMENT TA GRÂCE ? 
11-  NOUS PRIONS POUR TA SAGESSE POUR ENTENDRE TA VOIX  
12-  NOS CŒURS SONT SI LOURDS QUAND NOUS NE TE RESSENTONS PAS  
13-  NOUS DOUTONS DE TOI DE TA BONTÉ 
14-  COMME SI TOUTES TES PROMESSES N’ÉTAIENT PAS ASSEZ  
15-  TU ÉCOUTES LES CŒURS DÉSESPÉRÉS 
16-  ET VEUX VOIR NOTRE FOI SE LEVER   
17-  ET SI LA PLUIE VENAIT POUR BÉNIR ? 
18-  ET TOUTES CES LARMES POUR GUÉRIR ? S’IL FALLAIT CES NUITS DE DOULEUR 
19-  POUR CROIRE EN TA MAIN  SUR NOS VIES ? 
20-  ET SI NOS LUTTES, NOS ANGOISSES CACHAIENT SIMPLEMENT TA GRÂCE ? 
21-  ET MÊME TRAHIS QUAND TOUT SEMBLE PERDU DÉJÀ 
22-  UN CRI NAÎT DANS NOS CŒURS JE QUITTERAI CE POINT 
23-  DE DOULEURS, DE DOULEURS... ET SI LA PLUIE VENAIT POUR BÉNIR ? 
24-  ET TOUTES CES LARMES POUR GUÉRIR ? S’IL FALLAIT CES NUITS DE DOULEURS 
25-  POUR CROIRE EN TA MAIN SUR NOS VIES ?  
26-  ET SI MES PLUS GRANDES DÉCEPTIONS LES BLESSURES DE CETTE VIE 
27-  NE VENAIENT QUE POUR ÉVEILLER  MA FAIM ET SOIF DE L’ESPRIT ? 
28-  ET SI LES LUTTES, LES ANGOISSES 
29-  LES TEMPÊTES ET TEMPS DE MENACE CACHAIENT SIMPLEMENT TA GRÂCE ?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IMPRO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10</Words>
  <Application>Microsoft Office PowerPoint</Application>
  <PresentationFormat>Affichage à l'écran (4:3)</PresentationFormat>
  <Paragraphs>2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Default Design</vt:lpstr>
      <vt:lpstr>Diapositive 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175</cp:revision>
  <dcterms:created xsi:type="dcterms:W3CDTF">2002-08-17T10:50:50Z</dcterms:created>
  <dcterms:modified xsi:type="dcterms:W3CDTF">2019-04-06T13:03:24Z</dcterms:modified>
</cp:coreProperties>
</file>