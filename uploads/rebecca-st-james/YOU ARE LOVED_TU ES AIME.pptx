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73" r:id="rId2"/>
    <p:sldId id="285" r:id="rId3"/>
    <p:sldId id="286" r:id="rId4"/>
    <p:sldId id="284" r:id="rId5"/>
    <p:sldId id="283" r:id="rId6"/>
    <p:sldId id="282" r:id="rId7"/>
    <p:sldId id="281" r:id="rId8"/>
    <p:sldId id="280" r:id="rId9"/>
    <p:sldId id="289" r:id="rId10"/>
    <p:sldId id="279" r:id="rId11"/>
    <p:sldId id="287" r:id="rId12"/>
    <p:sldId id="278" r:id="rId13"/>
    <p:sldId id="288" r:id="rId14"/>
    <p:sldId id="277" r:id="rId15"/>
    <p:sldId id="276" r:id="rId16"/>
    <p:sldId id="275" r:id="rId17"/>
    <p:sldId id="290" r:id="rId18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3651" autoAdjust="0"/>
    <p:restoredTop sz="36220" autoAdjust="0"/>
  </p:normalViewPr>
  <p:slideViewPr>
    <p:cSldViewPr>
      <p:cViewPr varScale="1">
        <p:scale>
          <a:sx n="30" d="100"/>
          <a:sy n="30" d="100"/>
        </p:scale>
        <p:origin x="-37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5568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CF637-A6AD-4758-8371-19EDEFB4AAE6}" type="datetimeFigureOut">
              <a:rPr lang="fr-FR"/>
              <a:pPr>
                <a:defRPr/>
              </a:pPr>
              <a:t>21/07/2019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B516598-CD51-4708-99B5-B31EE015290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NOUS ÉTIONS PLUS JEUNES, TOI ET MOI PLEINS DE RÊVES, N'EST-CE PAS ?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younger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and me, full of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dreams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weren't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?
2-  J'AI PRIS MON CHEMIN, TOI LE TIEN OÙ ÉTAIS-TU ?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went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went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go,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dear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? 
3-  ON M'A DIT QUE TU QUITTAIS NOTRE VIE ENSEMBLE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Someone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said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left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life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lived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together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4-  C'EST MA FAÇON DE T'ATTEINDRE CAR JE ME SOUVIENS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reaching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out ‘cause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remember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…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
	5-  VOICI CE QUE JE VOUDRAIS TE DIRE SI JE POUVAIS PARLER À TON CŒUR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want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If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one chance to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speak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heart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TU ES AIMÉ PLUS QUE TU NE LE SAURAS JAMAIS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loved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More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could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know 
	7-  VOICI CE QUE JE VOUDRAIS TE DIRE SI JE POUVAIS JUSTE TE PARLER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want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If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one chance to tell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something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8-  TU ES AIMÉ PLUS QUE TU NE L'IMAGINES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loved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More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imagine
	9-  IMAGINE 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
10-  SI JE TE DISAIS, LE CROIRAIS-TU SUR LA VOIE ÉTROITE JE SUIS RESTÉE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told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would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believe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narrow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road,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not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leave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SI JE TE DISAIS, LE COMPRENDRAIS-TU QUE J'AI TROUVÉ LA VÉRITÉ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told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would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understand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I’ve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found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truth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ES-TU BLASÉ OU ES-TU BLESSÉ ? J'AIMERAIS POUVOIR TE RETROUVER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jaded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? Are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hurting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now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? How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wish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could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tell 
13-  OÙ EST TON CŒUR ? CAR VOIS-TU J'AI TROUVÉ UN CHEZ MOI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heart’s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…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? Mine has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found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– home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
14-  PAS SÛR D'AVOIR ÉTÉ ASSEZ CLAIRE JE NE PARLE PAS DE MON AMOUR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 sure if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I’ve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made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clear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enough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It’s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not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love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about 
15-  CHACUN SE DEMANDE SI DIEU EST BON MOI JE CROIS QU'IL L'EST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asks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“Is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good?”</a:t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believe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EN FAIT, JE SAIS QU'IL L'EST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 know, 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17-TU ES AIMÉ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loved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NOUS ÉTIONS PLUS JEUNES, TOI ET MOI PLEINS DE RÊVES, N'EST-CE PAS ? </a:t>
            </a:r>
          </a:p>
          <a:p>
            <a:r>
              <a:rPr lang="fr-FR" smtClean="0"/>
              <a:t>We were younger then, you and me, full of dreams, weren't we?
2-  J'AI PRIS MON CHEMIN, TOI LE TIEN OÙ ÉTAIS-TU ?</a:t>
            </a:r>
          </a:p>
          <a:p>
            <a:r>
              <a:rPr lang="fr-FR" smtClean="0"/>
              <a:t>I went my way, you went yours, where did you go, dear? 
3-  ON M'A DIT QUE TU QUITTAIS NOTRE VIE ENSEMBLE</a:t>
            </a:r>
          </a:p>
          <a:p>
            <a:r>
              <a:rPr lang="fr-FR" smtClean="0"/>
              <a:t>Someone said you had left the life we lived together then 
4-  C'EST MA FAÇON DE T'ATTEINDRE CAR JE ME SOUVIENS </a:t>
            </a:r>
          </a:p>
          <a:p>
            <a:r>
              <a:rPr lang="fr-FR" smtClean="0"/>
              <a:t>This is my way of reaching out ‘cause I remember…</a:t>
            </a:r>
          </a:p>
          <a:p>
            <a:endParaRPr lang="fr-FR" smtClean="0"/>
          </a:p>
          <a:p>
            <a:r>
              <a:rPr lang="fr-FR" smtClean="0"/>
              <a:t>	REFRAIN
	5-  VOICI CE QUE JE VOUDRAIS TE DIRE SI JE POUVAIS PARLER À TON CŒUR </a:t>
            </a:r>
          </a:p>
          <a:p>
            <a:r>
              <a:rPr lang="fr-FR" smtClean="0"/>
              <a:t>	This is what I want to say to you If I had one chance to speak to your heart</a:t>
            </a:r>
          </a:p>
          <a:p>
            <a:r>
              <a:rPr lang="fr-FR" smtClean="0"/>
              <a:t>	6-  TU ES AIMÉ PLUS QUE TU NE LE SAURAS JAMAIS</a:t>
            </a:r>
          </a:p>
          <a:p>
            <a:r>
              <a:rPr lang="fr-FR" smtClean="0"/>
              <a:t>	You are loved More than you could ever know 
	7-  VOICI CE QUE JE VOUDRAIS TE DIRE SI JE POUVAIS JUSTE TE PARLER </a:t>
            </a:r>
          </a:p>
          <a:p>
            <a:r>
              <a:rPr lang="fr-FR" smtClean="0"/>
              <a:t>	This is what I want to say to you If I had one chance to tell you something
	8-  TU ES AIMÉ PLUS QUE TU NE L'IMAGINES </a:t>
            </a:r>
          </a:p>
          <a:p>
            <a:r>
              <a:rPr lang="fr-FR" smtClean="0"/>
              <a:t>	You are loved More than you can imagine
	9-  IMAGINE </a:t>
            </a:r>
          </a:p>
          <a:p>
            <a:endParaRPr lang="fr-FR" smtClean="0"/>
          </a:p>
          <a:p>
            <a:r>
              <a:rPr lang="fr-FR" smtClean="0"/>
              <a:t>COUPLET 2
10-  SI JE TE DISAIS, LE CROIRAIS-TU SUR LA VOIE ÉTROITE JE SUIS RESTÉE </a:t>
            </a:r>
          </a:p>
          <a:p>
            <a:r>
              <a:rPr lang="fr-FR" smtClean="0"/>
              <a:t>If I told you would you believe, the narrow road, I did not leave
11-  SI JE TE DISAIS, LE COMPRENDRAIS-TU QUE J'AI TROUVÉ LA VÉRITÉ</a:t>
            </a:r>
          </a:p>
          <a:p>
            <a:r>
              <a:rPr lang="fr-FR" smtClean="0"/>
              <a:t>If I told you would you understand that I’ve found truth
12-  ES-TU BLASÉ OU ES-TU BLESSÉ ? J'AIMERAIS POUVOIR TE RETROUVER</a:t>
            </a:r>
          </a:p>
          <a:p>
            <a:r>
              <a:rPr lang="fr-FR" smtClean="0"/>
              <a:t>Are you jaded? Are you hurting now? How I wish that I could tell 
13-  OÙ EST TON CŒUR ? CAR VOIS-TU J'AI TROUVÉ UN CHEZ MOI</a:t>
            </a:r>
          </a:p>
          <a:p>
            <a:r>
              <a:rPr lang="fr-FR" smtClean="0"/>
              <a:t>Where your heart’s at…can you see? Mine has found – home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 
14-  PAS SÛR D'AVOIR ÉTÉ ASSEZ CLAIRE JE NE PARLE PAS DE MON AMOUR</a:t>
            </a:r>
          </a:p>
          <a:p>
            <a:r>
              <a:rPr lang="fr-FR" smtClean="0"/>
              <a:t>Not sure if I’ve, made it clear enough</a:t>
            </a:r>
            <a:br>
              <a:rPr lang="fr-FR" smtClean="0"/>
            </a:br>
            <a:r>
              <a:rPr lang="fr-FR" smtClean="0"/>
              <a:t>It’s not my love I sing about 
15-  CHACUN SE DEMANDE SI DIEU EST BON MOI JE CROIS QU'IL L'EST </a:t>
            </a:r>
          </a:p>
          <a:p>
            <a:r>
              <a:rPr lang="fr-FR" smtClean="0"/>
              <a:t>Everybody asks, “Is God good?”</a:t>
            </a:r>
            <a:br>
              <a:rPr lang="fr-FR" smtClean="0"/>
            </a:br>
            <a:r>
              <a:rPr lang="fr-FR" smtClean="0"/>
              <a:t>I believe, He is
16-  EN FAIT, JE SAIS QU'IL L'EST </a:t>
            </a:r>
          </a:p>
          <a:p>
            <a:r>
              <a:rPr lang="fr-FR" smtClean="0"/>
              <a:t>In fact I know, He is</a:t>
            </a:r>
          </a:p>
          <a:p>
            <a:endParaRPr lang="fr-FR" smtClean="0"/>
          </a:p>
          <a:p>
            <a:r>
              <a:rPr lang="fr-FR" smtClean="0"/>
              <a:t>	REFRAIN </a:t>
            </a:r>
          </a:p>
          <a:p>
            <a:r>
              <a:rPr lang="fr-FR" smtClean="0"/>
              <a:t>
17-TU ES AIMÉ</a:t>
            </a:r>
          </a:p>
          <a:p>
            <a:r>
              <a:rPr lang="fr-FR" smtClean="0"/>
              <a:t>You are loved</a:t>
            </a:r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NOUS ÉTIONS PLUS JEUNES, TOI ET MOI PLEINS DE RÊVES, N'EST-CE PAS ?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younger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and me, full of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dreams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weren't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?
2-  J'AI PRIS MON CHEMIN, TOI LE TIEN OÙ ÉTAIS-TU ?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went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went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go,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dear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? 
3-  ON M'A DIT QUE TU QUITTAIS NOTRE VIE ENSEMBLE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Someone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said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left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life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lived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together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4-  C'EST MA FAÇON DE T'ATTEINDRE CAR JE ME SOUVIENS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reaching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out ‘cause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remember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…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
	5-  VOICI CE QUE JE VOUDRAIS TE DIRE SI JE POUVAIS PARLER À TON CŒUR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want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If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one chance to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speak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heart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TU ES AIMÉ PLUS QUE TU NE LE SAURAS JAMAIS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loved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More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could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know 
	7-  VOICI CE QUE JE VOUDRAIS TE DIRE SI JE POUVAIS JUSTE TE PARLER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want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If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one chance to tell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something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8-  TU ES AIMÉ PLUS QUE TU NE L'IMAGINES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loved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More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imagine
	9-  IMAGINE 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
10-  SI JE TE DISAIS, LE CROIRAIS-TU SUR LA VOIE ÉTROITE JE SUIS RESTÉE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told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would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believe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narrow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road,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not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leave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SI JE TE DISAIS, LE COMPRENDRAIS-TU QUE J'AI TROUVÉ LA VÉRITÉ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told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would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understand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I’ve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found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truth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ES-TU BLASÉ OU ES-TU BLESSÉ ? J'AIMERAIS POUVOIR TE RETROUVER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jaded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? Are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hurting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now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? How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wish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could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tell 
13-  OÙ EST TON CŒUR ? CAR VOIS-TU J'AI TROUVÉ UN CHEZ MOI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heart’s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…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? Mine has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found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– home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
14-  PAS SÛR D'AVOIR ÉTÉ ASSEZ CLAIRE JE NE PARLE PAS DE MON AMOUR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 sure if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I’ve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made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clear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enough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It’s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not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love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about 
15-  CHACUN SE DEMANDE SI DIEU EST BON MOI JE CROIS QU'IL L'EST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asks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“Is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good?”</a:t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believe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EN FAIT, JE SAIS QU'IL L'EST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 know, 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17-TU ES AIMÉ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loved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NOUS ÉTIONS PLUS JEUNES, TOI ET MOI PLEINS DE RÊVES, N'EST-CE PAS ? </a:t>
            </a:r>
          </a:p>
          <a:p>
            <a:r>
              <a:rPr lang="fr-FR" smtClean="0"/>
              <a:t>We were younger then, you and me, full of dreams, weren't we?
2-  J'AI PRIS MON CHEMIN, TOI LE TIEN OÙ ÉTAIS-TU ?</a:t>
            </a:r>
          </a:p>
          <a:p>
            <a:r>
              <a:rPr lang="fr-FR" smtClean="0"/>
              <a:t>I went my way, you went yours, where did you go, dear? 
3-  ON M'A DIT QUE TU QUITTAIS NOTRE VIE ENSEMBLE</a:t>
            </a:r>
          </a:p>
          <a:p>
            <a:r>
              <a:rPr lang="fr-FR" smtClean="0"/>
              <a:t>Someone said you had left the life we lived together then 
4-  C'EST MA FAÇON DE T'ATTEINDRE CAR JE ME SOUVIENS </a:t>
            </a:r>
          </a:p>
          <a:p>
            <a:r>
              <a:rPr lang="fr-FR" smtClean="0"/>
              <a:t>This is my way of reaching out ‘cause I remember…</a:t>
            </a:r>
          </a:p>
          <a:p>
            <a:endParaRPr lang="fr-FR" smtClean="0"/>
          </a:p>
          <a:p>
            <a:r>
              <a:rPr lang="fr-FR" smtClean="0"/>
              <a:t>	REFRAIN
	5-  VOICI CE QUE JE VOUDRAIS TE DIRE SI JE POUVAIS PARLER À TON CŒUR </a:t>
            </a:r>
          </a:p>
          <a:p>
            <a:r>
              <a:rPr lang="fr-FR" smtClean="0"/>
              <a:t>	This is what I want to say to you If I had one chance to speak to your heart</a:t>
            </a:r>
          </a:p>
          <a:p>
            <a:r>
              <a:rPr lang="fr-FR" smtClean="0"/>
              <a:t>	6-  TU ES AIMÉ PLUS QUE TU NE LE SAURAS JAMAIS</a:t>
            </a:r>
          </a:p>
          <a:p>
            <a:r>
              <a:rPr lang="fr-FR" smtClean="0"/>
              <a:t>	You are loved More than you could ever know 
	7-  VOICI CE QUE JE VOUDRAIS TE DIRE SI JE POUVAIS JUSTE TE PARLER </a:t>
            </a:r>
          </a:p>
          <a:p>
            <a:r>
              <a:rPr lang="fr-FR" smtClean="0"/>
              <a:t>	This is what I want to say to you If I had one chance to tell you something
	8-  TU ES AIMÉ PLUS QUE TU NE L'IMAGINES </a:t>
            </a:r>
          </a:p>
          <a:p>
            <a:r>
              <a:rPr lang="fr-FR" smtClean="0"/>
              <a:t>	You are loved More than you can imagine
	9-  IMAGINE </a:t>
            </a:r>
          </a:p>
          <a:p>
            <a:endParaRPr lang="fr-FR" smtClean="0"/>
          </a:p>
          <a:p>
            <a:r>
              <a:rPr lang="fr-FR" smtClean="0"/>
              <a:t>COUPLET 2
10-  SI JE TE DISAIS, LE CROIRAIS-TU SUR LA VOIE ÉTROITE JE SUIS RESTÉE </a:t>
            </a:r>
          </a:p>
          <a:p>
            <a:r>
              <a:rPr lang="fr-FR" smtClean="0"/>
              <a:t>If I told you would you believe, the narrow road, I did not leave
11-  SI JE TE DISAIS, LE COMPRENDRAIS-TU QUE J'AI TROUVÉ LA VÉRITÉ</a:t>
            </a:r>
          </a:p>
          <a:p>
            <a:r>
              <a:rPr lang="fr-FR" smtClean="0"/>
              <a:t>If I told you would you understand that I’ve found truth
12-  ES-TU BLASÉ OU ES-TU BLESSÉ ? J'AIMERAIS POUVOIR TE RETROUVER</a:t>
            </a:r>
          </a:p>
          <a:p>
            <a:r>
              <a:rPr lang="fr-FR" smtClean="0"/>
              <a:t>Are you jaded? Are you hurting now? How I wish that I could tell 
13-  OÙ EST TON CŒUR ? CAR VOIS-TU J'AI TROUVÉ UN CHEZ MOI</a:t>
            </a:r>
          </a:p>
          <a:p>
            <a:r>
              <a:rPr lang="fr-FR" smtClean="0"/>
              <a:t>Where your heart’s at…can you see? Mine has found – home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 
14-  PAS SÛR D'AVOIR ÉTÉ ASSEZ CLAIRE JE NE PARLE PAS DE MON AMOUR</a:t>
            </a:r>
          </a:p>
          <a:p>
            <a:r>
              <a:rPr lang="fr-FR" smtClean="0"/>
              <a:t>Not sure if I’ve, made it clear enough</a:t>
            </a:r>
            <a:br>
              <a:rPr lang="fr-FR" smtClean="0"/>
            </a:br>
            <a:r>
              <a:rPr lang="fr-FR" smtClean="0"/>
              <a:t>It’s not my love I sing about 
15-  CHACUN SE DEMANDE SI DIEU EST BON MOI JE CROIS QU'IL L'EST </a:t>
            </a:r>
          </a:p>
          <a:p>
            <a:r>
              <a:rPr lang="fr-FR" smtClean="0"/>
              <a:t>Everybody asks, “Is God good?”</a:t>
            </a:r>
            <a:br>
              <a:rPr lang="fr-FR" smtClean="0"/>
            </a:br>
            <a:r>
              <a:rPr lang="fr-FR" smtClean="0"/>
              <a:t>I believe, He is
16-  EN FAIT, JE SAIS QU'IL L'EST </a:t>
            </a:r>
          </a:p>
          <a:p>
            <a:r>
              <a:rPr lang="fr-FR" smtClean="0"/>
              <a:t>In fact I know, He is</a:t>
            </a:r>
          </a:p>
          <a:p>
            <a:endParaRPr lang="fr-FR" smtClean="0"/>
          </a:p>
          <a:p>
            <a:r>
              <a:rPr lang="fr-FR" smtClean="0"/>
              <a:t>	REFRAIN </a:t>
            </a:r>
          </a:p>
          <a:p>
            <a:r>
              <a:rPr lang="fr-FR" smtClean="0"/>
              <a:t>
17-TU ES AIMÉ</a:t>
            </a:r>
          </a:p>
          <a:p>
            <a:r>
              <a:rPr lang="fr-FR" smtClean="0"/>
              <a:t>You are loved</a:t>
            </a:r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NOUS ÉTIONS PLUS JEUNES, TOI ET MOI PLEINS DE RÊVES, N'EST-CE PAS ?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were younger then, you and me, full of dreams, weren't we?
2-  J'AI PRIS MON CHEMIN, TOI LE TIEN OÙ ÉTAIS-TU ?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went my way, you went yours, where did you go, dear? 
3-  ON M'A DIT QUE TU QUITTAIS NOTRE VIE ENSEMBLE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Someone said you had left the life we lived together then 
4-  C'EST MA FAÇON DE T'ATTEINDRE CAR JE ME SOUVIENS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my way of reaching out ‘cause I remember…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
	5-  VOICI CE QUE JE VOUDRAIS TE DIRE SI JE POUVAIS PARLER À TON CŒUR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is what I want to say to you If I had one chance to speak to your heart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TU ES AIMÉ PLUS QUE TU NE LE SAURAS JAMAIS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loved More than you could ever know 
	7-  VOICI CE QUE JE VOUDRAIS TE DIRE SI JE POUVAIS JUSTE TE PARLER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is what I want to say to you If I had one chance to tell you something
	8-  TU ES AIMÉ PLUS QUE TU NE L'IMAGINES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loved More than you can imagine
	9-  IMAGINE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
10-  SI JE TE DISAIS, LE CROIRAIS-TU SUR LA VOIE ÉTROITE JE SUIS RESTÉE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I told you would you believe, the narrow road, I did not leave
11-  SI JE TE DISAIS, LE COMPRENDRAIS-TU QUE J'AI TROUVÉ LA VÉRITÉ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I told you would you understand that I’ve found truth
12-  ES-TU BLASÉ OU ES-TU BLESSÉ ? J'AIMERAIS POUVOIR TE RETROUVER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 you jaded? Are you hurting now? How I wish that I could tell 
13-  OÙ EST TON CŒUR ? CAR VOIS-TU J'AI TROUVÉ UN CHEZ MOI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Where your heart’s at…can you see? Mine has found – home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
14-  PAS SÛR D'AVOIR ÉTÉ ASSEZ CLAIRE JE NE PARLE PAS DE MON AMOUR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 sure if I’ve, made it clear enough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It’s not my love I sing about 
15-  CHACUN SE DEMANDE SI DIEU EST BON MOI JE CROIS QU'IL L'EST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asks, “Is God good?”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believe, He is
16-  EN FAIT, JE SAIS QU'IL L'EST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fact I know, He is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17-TU ES AIMÉ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loved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NOUS ÉTIONS PLUS JEUNES, TOI ET MOI PLEINS DE RÊVES, N'EST-CE PAS ? </a:t>
            </a:r>
          </a:p>
          <a:p>
            <a:r>
              <a:rPr lang="fr-FR" smtClean="0"/>
              <a:t>We were younger then, you and me, full of dreams, weren't we?
2-  J'AI PRIS MON CHEMIN, TOI LE TIEN OÙ ÉTAIS-TU ?</a:t>
            </a:r>
          </a:p>
          <a:p>
            <a:r>
              <a:rPr lang="fr-FR" smtClean="0"/>
              <a:t>I went my way, you went yours, where did you go, dear? 
3-  ON M'A DIT QUE TU QUITTAIS NOTRE VIE ENSEMBLE</a:t>
            </a:r>
          </a:p>
          <a:p>
            <a:r>
              <a:rPr lang="fr-FR" smtClean="0"/>
              <a:t>Someone said you had left the life we lived together then 
4-  C'EST MA FAÇON DE T'ATTEINDRE CAR JE ME SOUVIENS </a:t>
            </a:r>
          </a:p>
          <a:p>
            <a:r>
              <a:rPr lang="fr-FR" smtClean="0"/>
              <a:t>This is my way of reaching out ‘cause I remember…</a:t>
            </a:r>
          </a:p>
          <a:p>
            <a:endParaRPr lang="fr-FR" smtClean="0"/>
          </a:p>
          <a:p>
            <a:r>
              <a:rPr lang="fr-FR" smtClean="0"/>
              <a:t>	REFRAIN
	5-  VOICI CE QUE JE VOUDRAIS TE DIRE SI JE POUVAIS PARLER À TON CŒUR </a:t>
            </a:r>
          </a:p>
          <a:p>
            <a:r>
              <a:rPr lang="fr-FR" smtClean="0"/>
              <a:t>	This is what I want to say to you If I had one chance to speak to your heart</a:t>
            </a:r>
          </a:p>
          <a:p>
            <a:r>
              <a:rPr lang="fr-FR" smtClean="0"/>
              <a:t>	6-  TU ES AIMÉ PLUS QUE TU NE LE SAURAS JAMAIS</a:t>
            </a:r>
          </a:p>
          <a:p>
            <a:r>
              <a:rPr lang="fr-FR" smtClean="0"/>
              <a:t>	You are loved More than you could ever know 
	7-  VOICI CE QUE JE VOUDRAIS TE DIRE SI JE POUVAIS JUSTE TE PARLER </a:t>
            </a:r>
          </a:p>
          <a:p>
            <a:r>
              <a:rPr lang="fr-FR" smtClean="0"/>
              <a:t>	This is what I want to say to you If I had one chance to tell you something
	8-  TU ES AIMÉ PLUS QUE TU NE L'IMAGINES </a:t>
            </a:r>
          </a:p>
          <a:p>
            <a:r>
              <a:rPr lang="fr-FR" smtClean="0"/>
              <a:t>	You are loved More than you can imagine
	9-  IMAGINE </a:t>
            </a:r>
          </a:p>
          <a:p>
            <a:endParaRPr lang="fr-FR" smtClean="0"/>
          </a:p>
          <a:p>
            <a:r>
              <a:rPr lang="fr-FR" smtClean="0"/>
              <a:t>COUPLET 2
10-  SI JE TE DISAIS, LE CROIRAIS-TU SUR LA VOIE ÉTROITE JE SUIS RESTÉE </a:t>
            </a:r>
          </a:p>
          <a:p>
            <a:r>
              <a:rPr lang="fr-FR" smtClean="0"/>
              <a:t>If I told you would you believe, the narrow road, I did not leave
11-  SI JE TE DISAIS, LE COMPRENDRAIS-TU QUE J'AI TROUVÉ LA VÉRITÉ</a:t>
            </a:r>
          </a:p>
          <a:p>
            <a:r>
              <a:rPr lang="fr-FR" smtClean="0"/>
              <a:t>If I told you would you understand that I’ve found truth
12-  ES-TU BLASÉ OU ES-TU BLESSÉ ? J'AIMERAIS POUVOIR TE RETROUVER</a:t>
            </a:r>
          </a:p>
          <a:p>
            <a:r>
              <a:rPr lang="fr-FR" smtClean="0"/>
              <a:t>Are you jaded? Are you hurting now? How I wish that I could tell 
13-  OÙ EST TON CŒUR ? CAR VOIS-TU J'AI TROUVÉ UN CHEZ MOI</a:t>
            </a:r>
          </a:p>
          <a:p>
            <a:r>
              <a:rPr lang="fr-FR" smtClean="0"/>
              <a:t>Where your heart’s at…can you see? Mine has found – home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 
14-  PAS SÛR D'AVOIR ÉTÉ ASSEZ CLAIRE JE NE PARLE PAS DE MON AMOUR</a:t>
            </a:r>
          </a:p>
          <a:p>
            <a:r>
              <a:rPr lang="fr-FR" smtClean="0"/>
              <a:t>Not sure if I’ve, made it clear enough</a:t>
            </a:r>
            <a:br>
              <a:rPr lang="fr-FR" smtClean="0"/>
            </a:br>
            <a:r>
              <a:rPr lang="fr-FR" smtClean="0"/>
              <a:t>It’s not my love I sing about 
15-  CHACUN SE DEMANDE SI DIEU EST BON MOI JE CROIS QU'IL L'EST </a:t>
            </a:r>
          </a:p>
          <a:p>
            <a:r>
              <a:rPr lang="fr-FR" smtClean="0"/>
              <a:t>Everybody asks, “Is God good?”</a:t>
            </a:r>
            <a:br>
              <a:rPr lang="fr-FR" smtClean="0"/>
            </a:br>
            <a:r>
              <a:rPr lang="fr-FR" smtClean="0"/>
              <a:t>I believe, He is
16-  EN FAIT, JE SAIS QU'IL L'EST </a:t>
            </a:r>
          </a:p>
          <a:p>
            <a:r>
              <a:rPr lang="fr-FR" smtClean="0"/>
              <a:t>In fact I know, He is</a:t>
            </a:r>
          </a:p>
          <a:p>
            <a:endParaRPr lang="fr-FR" smtClean="0"/>
          </a:p>
          <a:p>
            <a:r>
              <a:rPr lang="fr-FR" smtClean="0"/>
              <a:t>	REFRAIN </a:t>
            </a:r>
          </a:p>
          <a:p>
            <a:r>
              <a:rPr lang="fr-FR" smtClean="0"/>
              <a:t>
17-TU ES AIMÉ</a:t>
            </a:r>
          </a:p>
          <a:p>
            <a:r>
              <a:rPr lang="fr-FR" smtClean="0"/>
              <a:t>You are loved</a:t>
            </a:r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NOUS ÉTIONS PLUS JEUNES, TOI ET MOI PLEINS DE RÊVES, N'EST-CE PAS ?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were younger then, you and me, full of dreams, weren't we?
2-  J'AI PRIS MON CHEMIN, TOI LE TIEN OÙ ÉTAIS-TU ?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went my way, you went yours, where did you go, dear? 
3-  ON M'A DIT QUE TU QUITTAIS NOTRE VIE ENSEMBLE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Someone said you had left the life we lived together then 
4-  C'EST MA FAÇON DE T'ATTEINDRE CAR JE ME SOUVIENS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my way of reaching out ‘cause I remember…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
	5-  VOICI CE QUE JE VOUDRAIS TE DIRE SI JE POUVAIS PARLER À TON CŒUR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is what I want to say to you If I had one chance to speak to your heart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TU ES AIMÉ PLUS QUE TU NE LE SAURAS JAMAIS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loved More than you could ever know 
	7-  VOICI CE QUE JE VOUDRAIS TE DIRE SI JE POUVAIS JUSTE TE PARLER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is what I want to say to you If I had one chance to tell you something
	8-  TU ES AIMÉ PLUS QUE TU NE L'IMAGINES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loved More than you can imagine
	9-  IMAGINE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
10-  SI JE TE DISAIS, LE CROIRAIS-TU SUR LA VOIE ÉTROITE JE SUIS RESTÉE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I told you would you believe, the narrow road, I did not leave
11-  SI JE TE DISAIS, LE COMPRENDRAIS-TU QUE J'AI TROUVÉ LA VÉRITÉ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I told you would you understand that I’ve found truth
12-  ES-TU BLASÉ OU ES-TU BLESSÉ ? J'AIMERAIS POUVOIR TE RETROUVER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 you jaded? Are you hurting now? How I wish that I could tell 
13-  OÙ EST TON CŒUR ? CAR VOIS-TU J'AI TROUVÉ UN CHEZ MOI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Where your heart’s at…can you see? Mine has found – home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
14-  PAS SÛR D'AVOIR ÉTÉ ASSEZ CLAIRE JE NE PARLE PAS DE MON AMOUR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 sure if I’ve, made it clear enough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It’s not my love I sing about 
15-  CHACUN SE DEMANDE SI DIEU EST BON MOI JE CROIS QU'IL L'EST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asks, “Is God good?”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believe, He is
16-  EN FAIT, JE SAIS QU'IL L'EST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fact I know, He is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17-TU ES AIMÉ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loved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NOUS ÉTIONS PLUS JEUNES, TOI ET MOI PLEINS DE RÊVES, N'EST-CE PAS ? </a:t>
            </a:r>
          </a:p>
          <a:p>
            <a:r>
              <a:rPr lang="fr-FR" smtClean="0"/>
              <a:t>We were younger then, you and me, full of dreams, weren't we?
2-  J'AI PRIS MON CHEMIN, TOI LE TIEN OÙ ÉTAIS-TU ?</a:t>
            </a:r>
          </a:p>
          <a:p>
            <a:r>
              <a:rPr lang="fr-FR" smtClean="0"/>
              <a:t>I went my way, you went yours, where did you go, dear? 
3-  ON M'A DIT QUE TU QUITTAIS NOTRE VIE ENSEMBLE</a:t>
            </a:r>
          </a:p>
          <a:p>
            <a:r>
              <a:rPr lang="fr-FR" smtClean="0"/>
              <a:t>Someone said you had left the life we lived together then 
4-  C'EST MA FAÇON DE T'ATTEINDRE CAR JE ME SOUVIENS </a:t>
            </a:r>
          </a:p>
          <a:p>
            <a:r>
              <a:rPr lang="fr-FR" smtClean="0"/>
              <a:t>This is my way of reaching out ‘cause I remember…</a:t>
            </a:r>
          </a:p>
          <a:p>
            <a:endParaRPr lang="fr-FR" smtClean="0"/>
          </a:p>
          <a:p>
            <a:r>
              <a:rPr lang="fr-FR" smtClean="0"/>
              <a:t>	REFRAIN
	5-  VOICI CE QUE JE VOUDRAIS TE DIRE SI JE POUVAIS PARLER À TON CŒUR </a:t>
            </a:r>
          </a:p>
          <a:p>
            <a:r>
              <a:rPr lang="fr-FR" smtClean="0"/>
              <a:t>	This is what I want to say to you If I had one chance to speak to your heart</a:t>
            </a:r>
          </a:p>
          <a:p>
            <a:r>
              <a:rPr lang="fr-FR" smtClean="0"/>
              <a:t>	6-  TU ES AIMÉ PLUS QUE TU NE LE SAURAS JAMAIS</a:t>
            </a:r>
          </a:p>
          <a:p>
            <a:r>
              <a:rPr lang="fr-FR" smtClean="0"/>
              <a:t>	You are loved More than you could ever know 
	7-  VOICI CE QUE JE VOUDRAIS TE DIRE SI JE POUVAIS JUSTE TE PARLER </a:t>
            </a:r>
          </a:p>
          <a:p>
            <a:r>
              <a:rPr lang="fr-FR" smtClean="0"/>
              <a:t>	This is what I want to say to you If I had one chance to tell you something
	8-  TU ES AIMÉ PLUS QUE TU NE L'IMAGINES </a:t>
            </a:r>
          </a:p>
          <a:p>
            <a:r>
              <a:rPr lang="fr-FR" smtClean="0"/>
              <a:t>	You are loved More than you can imagine
	9-  IMAGINE </a:t>
            </a:r>
          </a:p>
          <a:p>
            <a:endParaRPr lang="fr-FR" smtClean="0"/>
          </a:p>
          <a:p>
            <a:r>
              <a:rPr lang="fr-FR" smtClean="0"/>
              <a:t>COUPLET 2
10-  SI JE TE DISAIS, LE CROIRAIS-TU SUR LA VOIE ÉTROITE JE SUIS RESTÉE </a:t>
            </a:r>
          </a:p>
          <a:p>
            <a:r>
              <a:rPr lang="fr-FR" smtClean="0"/>
              <a:t>If I told you would you believe, the narrow road, I did not leave
11-  SI JE TE DISAIS, LE COMPRENDRAIS-TU QUE J'AI TROUVÉ LA VÉRITÉ</a:t>
            </a:r>
          </a:p>
          <a:p>
            <a:r>
              <a:rPr lang="fr-FR" smtClean="0"/>
              <a:t>If I told you would you understand that I’ve found truth
12-  ES-TU BLASÉ OU ES-TU BLESSÉ ? J'AIMERAIS POUVOIR TE RETROUVER</a:t>
            </a:r>
          </a:p>
          <a:p>
            <a:r>
              <a:rPr lang="fr-FR" smtClean="0"/>
              <a:t>Are you jaded? Are you hurting now? How I wish that I could tell 
13-  OÙ EST TON CŒUR ? CAR VOIS-TU J'AI TROUVÉ UN CHEZ MOI</a:t>
            </a:r>
          </a:p>
          <a:p>
            <a:r>
              <a:rPr lang="fr-FR" smtClean="0"/>
              <a:t>Where your heart’s at…can you see? Mine has found – home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 
14-  PAS SÛR D'AVOIR ÉTÉ ASSEZ CLAIRE JE NE PARLE PAS DE MON AMOUR</a:t>
            </a:r>
          </a:p>
          <a:p>
            <a:r>
              <a:rPr lang="fr-FR" smtClean="0"/>
              <a:t>Not sure if I’ve, made it clear enough</a:t>
            </a:r>
            <a:br>
              <a:rPr lang="fr-FR" smtClean="0"/>
            </a:br>
            <a:r>
              <a:rPr lang="fr-FR" smtClean="0"/>
              <a:t>It’s not my love I sing about 
15-  CHACUN SE DEMANDE SI DIEU EST BON MOI JE CROIS QU'IL L'EST </a:t>
            </a:r>
          </a:p>
          <a:p>
            <a:r>
              <a:rPr lang="fr-FR" smtClean="0"/>
              <a:t>Everybody asks, “Is God good?”</a:t>
            </a:r>
            <a:br>
              <a:rPr lang="fr-FR" smtClean="0"/>
            </a:br>
            <a:r>
              <a:rPr lang="fr-FR" smtClean="0"/>
              <a:t>I believe, He is
16-  EN FAIT, JE SAIS QU'IL L'EST </a:t>
            </a:r>
          </a:p>
          <a:p>
            <a:r>
              <a:rPr lang="fr-FR" smtClean="0"/>
              <a:t>In fact I know, He is</a:t>
            </a:r>
          </a:p>
          <a:p>
            <a:endParaRPr lang="fr-FR" smtClean="0"/>
          </a:p>
          <a:p>
            <a:r>
              <a:rPr lang="fr-FR" smtClean="0"/>
              <a:t>	REFRAIN </a:t>
            </a:r>
          </a:p>
          <a:p>
            <a:r>
              <a:rPr lang="fr-FR" smtClean="0"/>
              <a:t>
17-TU ES AIMÉ</a:t>
            </a:r>
          </a:p>
          <a:p>
            <a:r>
              <a:rPr lang="fr-FR" smtClean="0"/>
              <a:t>You are loved</a:t>
            </a:r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NOUS ÉTIONS PLUS JEUNES, TOI ET MOI PLEINS DE RÊVES, N'EST-CE PAS ?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were younger then, you and me, full of dreams, weren't we?
2-  J'AI PRIS MON CHEMIN, TOI LE TIEN OÙ ÉTAIS-TU ?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went my way, you went yours, where did you go, dear? 
3-  ON M'A DIT QUE TU QUITTAIS NOTRE VIE ENSEMBLE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Someone said you had left the life we lived together then 
4-  C'EST MA FAÇON DE T'ATTEINDRE CAR JE ME SOUVIENS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my way of reaching out ‘cause I remember…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
	5-  VOICI CE QUE JE VOUDRAIS TE DIRE SI JE POUVAIS PARLER À TON CŒUR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is what I want to say to you If I had one chance to speak to your heart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TU ES AIMÉ PLUS QUE TU NE LE SAURAS JAMAIS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loved More than you could ever know 
	7-  VOICI CE QUE JE VOUDRAIS TE DIRE SI JE POUVAIS JUSTE TE PARLER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is what I want to say to you If I had one chance to tell you something
	8-  TU ES AIMÉ PLUS QUE TU NE L'IMAGINES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loved More than you can imagine
	9-  IMAGINE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
10-  SI JE TE DISAIS, LE CROIRAIS-TU SUR LA VOIE ÉTROITE JE SUIS RESTÉE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I told you would you believe, the narrow road, I did not leave
11-  SI JE TE DISAIS, LE COMPRENDRAIS-TU QUE J'AI TROUVÉ LA VÉRITÉ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I told you would you understand that I’ve found truth
12-  ES-TU BLASÉ OU ES-TU BLESSÉ ? J'AIMERAIS POUVOIR TE RETROUVER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 you jaded? Are you hurting now? How I wish that I could tell 
13-  OÙ EST TON CŒUR ? CAR VOIS-TU J'AI TROUVÉ UN CHEZ MOI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Where your heart’s at…can you see? Mine has found – home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
14-  PAS SÛR D'AVOIR ÉTÉ ASSEZ CLAIRE JE NE PARLE PAS DE MON AMOUR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 sure if I’ve, made it clear enough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It’s not my love I sing about 
15-  CHACUN SE DEMANDE SI DIEU EST BON MOI JE CROIS QU'IL L'EST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asks, “Is God good?”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believe, He is
16-  EN FAIT, JE SAIS QU'IL L'EST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fact I know, He is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17-TU ES AIMÉ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loved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NOUS ÉTIONS PLUS JEUNES, TOI ET MOI PLEINS DE RÊVES, N'EST-CE PAS ? </a:t>
            </a:r>
          </a:p>
          <a:p>
            <a:r>
              <a:rPr lang="fr-FR" smtClean="0"/>
              <a:t>We were younger then, you and me, full of dreams, weren't we?
2-  J'AI PRIS MON CHEMIN, TOI LE TIEN OÙ ÉTAIS-TU ?</a:t>
            </a:r>
          </a:p>
          <a:p>
            <a:r>
              <a:rPr lang="fr-FR" smtClean="0"/>
              <a:t>I went my way, you went yours, where did you go, dear? 
3-  ON M'A DIT QUE TU QUITTAIS NOTRE VIE ENSEMBLE</a:t>
            </a:r>
          </a:p>
          <a:p>
            <a:r>
              <a:rPr lang="fr-FR" smtClean="0"/>
              <a:t>Someone said you had left the life we lived together then 
4-  C'EST MA FAÇON DE T'ATTEINDRE CAR JE ME SOUVIENS </a:t>
            </a:r>
          </a:p>
          <a:p>
            <a:r>
              <a:rPr lang="fr-FR" smtClean="0"/>
              <a:t>This is my way of reaching out ‘cause I remember…</a:t>
            </a:r>
          </a:p>
          <a:p>
            <a:endParaRPr lang="fr-FR" smtClean="0"/>
          </a:p>
          <a:p>
            <a:r>
              <a:rPr lang="fr-FR" smtClean="0"/>
              <a:t>	REFRAIN
	5-  VOICI CE QUE JE VOUDRAIS TE DIRE SI JE POUVAIS PARLER À TON CŒUR </a:t>
            </a:r>
          </a:p>
          <a:p>
            <a:r>
              <a:rPr lang="fr-FR" smtClean="0"/>
              <a:t>	This is what I want to say to you If I had one chance to speak to your heart</a:t>
            </a:r>
          </a:p>
          <a:p>
            <a:r>
              <a:rPr lang="fr-FR" smtClean="0"/>
              <a:t>	6-  TU ES AIMÉ PLUS QUE TU NE LE SAURAS JAMAIS</a:t>
            </a:r>
          </a:p>
          <a:p>
            <a:r>
              <a:rPr lang="fr-FR" smtClean="0"/>
              <a:t>	You are loved More than you could ever know 
	7-  VOICI CE QUE JE VOUDRAIS TE DIRE SI JE POUVAIS JUSTE TE PARLER </a:t>
            </a:r>
          </a:p>
          <a:p>
            <a:r>
              <a:rPr lang="fr-FR" smtClean="0"/>
              <a:t>	This is what I want to say to you If I had one chance to tell you something
	8-  TU ES AIMÉ PLUS QUE TU NE L'IMAGINES </a:t>
            </a:r>
          </a:p>
          <a:p>
            <a:r>
              <a:rPr lang="fr-FR" smtClean="0"/>
              <a:t>	You are loved More than you can imagine
	9-  IMAGINE </a:t>
            </a:r>
          </a:p>
          <a:p>
            <a:endParaRPr lang="fr-FR" smtClean="0"/>
          </a:p>
          <a:p>
            <a:r>
              <a:rPr lang="fr-FR" smtClean="0"/>
              <a:t>COUPLET 2
10-  SI JE TE DISAIS, LE CROIRAIS-TU SUR LA VOIE ÉTROITE JE SUIS RESTÉE </a:t>
            </a:r>
          </a:p>
          <a:p>
            <a:r>
              <a:rPr lang="fr-FR" smtClean="0"/>
              <a:t>If I told you would you believe, the narrow road, I did not leave
11-  SI JE TE DISAIS, LE COMPRENDRAIS-TU QUE J'AI TROUVÉ LA VÉRITÉ</a:t>
            </a:r>
          </a:p>
          <a:p>
            <a:r>
              <a:rPr lang="fr-FR" smtClean="0"/>
              <a:t>If I told you would you understand that I’ve found truth
12-  ES-TU BLASÉ OU ES-TU BLESSÉ ? J'AIMERAIS POUVOIR TE RETROUVER</a:t>
            </a:r>
          </a:p>
          <a:p>
            <a:r>
              <a:rPr lang="fr-FR" smtClean="0"/>
              <a:t>Are you jaded? Are you hurting now? How I wish that I could tell 
13-  OÙ EST TON CŒUR ? CAR VOIS-TU J'AI TROUVÉ UN CHEZ MOI</a:t>
            </a:r>
          </a:p>
          <a:p>
            <a:r>
              <a:rPr lang="fr-FR" smtClean="0"/>
              <a:t>Where your heart’s at…can you see? Mine has found – home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 
14-  PAS SÛR D'AVOIR ÉTÉ ASSEZ CLAIRE JE NE PARLE PAS DE MON AMOUR</a:t>
            </a:r>
          </a:p>
          <a:p>
            <a:r>
              <a:rPr lang="fr-FR" smtClean="0"/>
              <a:t>Not sure if I’ve, made it clear enough</a:t>
            </a:r>
            <a:br>
              <a:rPr lang="fr-FR" smtClean="0"/>
            </a:br>
            <a:r>
              <a:rPr lang="fr-FR" smtClean="0"/>
              <a:t>It’s not my love I sing about 
15-  CHACUN SE DEMANDE SI DIEU EST BON MOI JE CROIS QU'IL L'EST </a:t>
            </a:r>
          </a:p>
          <a:p>
            <a:r>
              <a:rPr lang="fr-FR" smtClean="0"/>
              <a:t>Everybody asks, “Is God good?”</a:t>
            </a:r>
            <a:br>
              <a:rPr lang="fr-FR" smtClean="0"/>
            </a:br>
            <a:r>
              <a:rPr lang="fr-FR" smtClean="0"/>
              <a:t>I believe, He is
16-  EN FAIT, JE SAIS QU'IL L'EST </a:t>
            </a:r>
          </a:p>
          <a:p>
            <a:r>
              <a:rPr lang="fr-FR" smtClean="0"/>
              <a:t>In fact I know, He is</a:t>
            </a:r>
          </a:p>
          <a:p>
            <a:endParaRPr lang="fr-FR" smtClean="0"/>
          </a:p>
          <a:p>
            <a:r>
              <a:rPr lang="fr-FR" smtClean="0"/>
              <a:t>	REFRAIN </a:t>
            </a:r>
          </a:p>
          <a:p>
            <a:r>
              <a:rPr lang="fr-FR" smtClean="0"/>
              <a:t>
17-TU ES AIMÉ</a:t>
            </a:r>
          </a:p>
          <a:p>
            <a:r>
              <a:rPr lang="fr-FR" smtClean="0"/>
              <a:t>You are loved</a:t>
            </a:r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NOUS ÉTIONS PLUS JEUNES, TOI ET MOI PLEINS DE RÊVES, N'EST-CE PAS ?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were younger then, you and me, full of dreams, weren't we?
2-  J'AI PRIS MON CHEMIN, TOI LE TIEN OÙ ÉTAIS-TU ?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went my way, you went yours, where did you go, dear? 
3-  ON M'A DIT QUE TU QUITTAIS NOTRE VIE ENSEMBLE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Someone said you had left the life we lived together then 
4-  C'EST MA FAÇON DE T'ATTEINDRE CAR JE ME SOUVIENS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my way of reaching out ‘cause I remember…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
	5-  VOICI CE QUE JE VOUDRAIS TE DIRE SI JE POUVAIS PARLER À TON CŒUR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is what I want to say to you If I had one chance to speak to your heart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TU ES AIMÉ PLUS QUE TU NE LE SAURAS JAMAIS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loved More than you could ever know 
	7-  VOICI CE QUE JE VOUDRAIS TE DIRE SI JE POUVAIS JUSTE TE PARLER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is what I want to say to you If I had one chance to tell you something
	8-  TU ES AIMÉ PLUS QUE TU NE L'IMAGINES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loved More than you can imagine
	9-  IMAGINE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
10-  SI JE TE DISAIS, LE CROIRAIS-TU SUR LA VOIE ÉTROITE JE SUIS RESTÉE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I told you would you believe, the narrow road, I did not leave
11-  SI JE TE DISAIS, LE COMPRENDRAIS-TU QUE J'AI TROUVÉ LA VÉRITÉ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I told you would you understand that I’ve found truth
12-  ES-TU BLASÉ OU ES-TU BLESSÉ ? J'AIMERAIS POUVOIR TE RETROUVER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 you jaded? Are you hurting now? How I wish that I could tell 
13-  OÙ EST TON CŒUR ? CAR VOIS-TU J'AI TROUVÉ UN CHEZ MOI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Where your heart’s at…can you see? Mine has found – home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
14-  PAS SÛR D'AVOIR ÉTÉ ASSEZ CLAIRE JE NE PARLE PAS DE MON AMOUR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 sure if I’ve, made it clear enough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It’s not my love I sing about 
15-  CHACUN SE DEMANDE SI DIEU EST BON MOI JE CROIS QU'IL L'EST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asks, “Is God good?”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believe, He is
16-  EN FAIT, JE SAIS QU'IL L'EST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fact I know, He is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17-TU ES AIMÉ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loved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NOUS ÉTIONS PLUS JEUNES, TOI ET MOI PLEINS DE RÊVES, N'EST-CE PAS ? </a:t>
            </a:r>
          </a:p>
          <a:p>
            <a:r>
              <a:rPr lang="fr-FR" smtClean="0"/>
              <a:t>We were younger then, you and me, full of dreams, weren't we?
2-  J'AI PRIS MON CHEMIN, TOI LE TIEN OÙ ÉTAIS-TU ?</a:t>
            </a:r>
          </a:p>
          <a:p>
            <a:r>
              <a:rPr lang="fr-FR" smtClean="0"/>
              <a:t>I went my way, you went yours, where did you go, dear? 
3-  ON M'A DIT QUE TU QUITTAIS NOTRE VIE ENSEMBLE</a:t>
            </a:r>
          </a:p>
          <a:p>
            <a:r>
              <a:rPr lang="fr-FR" smtClean="0"/>
              <a:t>Someone said you had left the life we lived together then 
4-  C'EST MA FAÇON DE T'ATTEINDRE CAR JE ME SOUVIENS </a:t>
            </a:r>
          </a:p>
          <a:p>
            <a:r>
              <a:rPr lang="fr-FR" smtClean="0"/>
              <a:t>This is my way of reaching out ‘cause I remember…</a:t>
            </a:r>
          </a:p>
          <a:p>
            <a:endParaRPr lang="fr-FR" smtClean="0"/>
          </a:p>
          <a:p>
            <a:r>
              <a:rPr lang="fr-FR" smtClean="0"/>
              <a:t>	REFRAIN
	5-  VOICI CE QUE JE VOUDRAIS TE DIRE SI JE POUVAIS PARLER À TON CŒUR </a:t>
            </a:r>
          </a:p>
          <a:p>
            <a:r>
              <a:rPr lang="fr-FR" smtClean="0"/>
              <a:t>	This is what I want to say to you If I had one chance to speak to your heart</a:t>
            </a:r>
          </a:p>
          <a:p>
            <a:r>
              <a:rPr lang="fr-FR" smtClean="0"/>
              <a:t>	6-  TU ES AIMÉ PLUS QUE TU NE LE SAURAS JAMAIS</a:t>
            </a:r>
          </a:p>
          <a:p>
            <a:r>
              <a:rPr lang="fr-FR" smtClean="0"/>
              <a:t>	You are loved More than you could ever know 
	7-  VOICI CE QUE JE VOUDRAIS TE DIRE SI JE POUVAIS JUSTE TE PARLER </a:t>
            </a:r>
          </a:p>
          <a:p>
            <a:r>
              <a:rPr lang="fr-FR" smtClean="0"/>
              <a:t>	This is what I want to say to you If I had one chance to tell you something
	8-  TU ES AIMÉ PLUS QUE TU NE L'IMAGINES </a:t>
            </a:r>
          </a:p>
          <a:p>
            <a:r>
              <a:rPr lang="fr-FR" smtClean="0"/>
              <a:t>	You are loved More than you can imagine
	9-  IMAGINE </a:t>
            </a:r>
          </a:p>
          <a:p>
            <a:endParaRPr lang="fr-FR" smtClean="0"/>
          </a:p>
          <a:p>
            <a:r>
              <a:rPr lang="fr-FR" smtClean="0"/>
              <a:t>COUPLET 2
10-  SI JE TE DISAIS, LE CROIRAIS-TU SUR LA VOIE ÉTROITE JE SUIS RESTÉE </a:t>
            </a:r>
          </a:p>
          <a:p>
            <a:r>
              <a:rPr lang="fr-FR" smtClean="0"/>
              <a:t>If I told you would you believe, the narrow road, I did not leave
11-  SI JE TE DISAIS, LE COMPRENDRAIS-TU QUE J'AI TROUVÉ LA VÉRITÉ</a:t>
            </a:r>
          </a:p>
          <a:p>
            <a:r>
              <a:rPr lang="fr-FR" smtClean="0"/>
              <a:t>If I told you would you understand that I’ve found truth
12-  ES-TU BLASÉ OU ES-TU BLESSÉ ? J'AIMERAIS POUVOIR TE RETROUVER</a:t>
            </a:r>
          </a:p>
          <a:p>
            <a:r>
              <a:rPr lang="fr-FR" smtClean="0"/>
              <a:t>Are you jaded? Are you hurting now? How I wish that I could tell 
13-  OÙ EST TON CŒUR ? CAR VOIS-TU J'AI TROUVÉ UN CHEZ MOI</a:t>
            </a:r>
          </a:p>
          <a:p>
            <a:r>
              <a:rPr lang="fr-FR" smtClean="0"/>
              <a:t>Where your heart’s at…can you see? Mine has found – home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 
14-  PAS SÛR D'AVOIR ÉTÉ ASSEZ CLAIRE JE NE PARLE PAS DE MON AMOUR</a:t>
            </a:r>
          </a:p>
          <a:p>
            <a:r>
              <a:rPr lang="fr-FR" smtClean="0"/>
              <a:t>Not sure if I’ve, made it clear enough</a:t>
            </a:r>
            <a:br>
              <a:rPr lang="fr-FR" smtClean="0"/>
            </a:br>
            <a:r>
              <a:rPr lang="fr-FR" smtClean="0"/>
              <a:t>It’s not my love I sing about 
15-  CHACUN SE DEMANDE SI DIEU EST BON MOI JE CROIS QU'IL L'EST </a:t>
            </a:r>
          </a:p>
          <a:p>
            <a:r>
              <a:rPr lang="fr-FR" smtClean="0"/>
              <a:t>Everybody asks, “Is God good?”</a:t>
            </a:r>
            <a:br>
              <a:rPr lang="fr-FR" smtClean="0"/>
            </a:br>
            <a:r>
              <a:rPr lang="fr-FR" smtClean="0"/>
              <a:t>I believe, He is
16-  EN FAIT, JE SAIS QU'IL L'EST </a:t>
            </a:r>
          </a:p>
          <a:p>
            <a:r>
              <a:rPr lang="fr-FR" smtClean="0"/>
              <a:t>In fact I know, He is</a:t>
            </a:r>
          </a:p>
          <a:p>
            <a:endParaRPr lang="fr-FR" smtClean="0"/>
          </a:p>
          <a:p>
            <a:r>
              <a:rPr lang="fr-FR" smtClean="0"/>
              <a:t>	REFRAIN </a:t>
            </a:r>
          </a:p>
          <a:p>
            <a:r>
              <a:rPr lang="fr-FR" smtClean="0"/>
              <a:t>
17-TU ES AIMÉ</a:t>
            </a:r>
          </a:p>
          <a:p>
            <a:r>
              <a:rPr lang="fr-FR" smtClean="0"/>
              <a:t>You are loved</a:t>
            </a:r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NOUS ÉTIONS PLUS JEUNES, TOI ET MOI PLEINS DE RÊVES, N'EST-CE PAS ?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were younger then, you and me, full of dreams, weren't we?
2-  J'AI PRIS MON CHEMIN, TOI LE TIEN OÙ ÉTAIS-TU ?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went my way, you went yours, where did you go, dear? 
3-  ON M'A DIT QUE TU QUITTAIS NOTRE VIE ENSEMBLE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Someone said you had left the life we lived together then 
4-  C'EST MA FAÇON DE T'ATTEINDRE CAR JE ME SOUVIENS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my way of reaching out ‘cause I remember…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
	5-  VOICI CE QUE JE VOUDRAIS TE DIRE SI JE POUVAIS PARLER À TON CŒUR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is what I want to say to you If I had one chance to speak to your heart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TU ES AIMÉ PLUS QUE TU NE LE SAURAS JAMAIS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loved More than you could ever know 
	7-  VOICI CE QUE JE VOUDRAIS TE DIRE SI JE POUVAIS JUSTE TE PARLER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is what I want to say to you If I had one chance to tell you something
	8-  TU ES AIMÉ PLUS QUE TU NE L'IMAGINES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loved More than you can imagine
	9-  IMAGINE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
10-  SI JE TE DISAIS, LE CROIRAIS-TU SUR LA VOIE ÉTROITE JE SUIS RESTÉE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I told you would you believe, the narrow road, I did not leave
11-  SI JE TE DISAIS, LE COMPRENDRAIS-TU QUE J'AI TROUVÉ LA VÉRITÉ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I told you would you understand that I’ve found truth
12-  ES-TU BLASÉ OU ES-TU BLESSÉ ? J'AIMERAIS POUVOIR TE RETROUVER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 you jaded? Are you hurting now? How I wish that I could tell 
13-  OÙ EST TON CŒUR ? CAR VOIS-TU J'AI TROUVÉ UN CHEZ MOI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Where your heart’s at…can you see? Mine has found – home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
14-  PAS SÛR D'AVOIR ÉTÉ ASSEZ CLAIRE JE NE PARLE PAS DE MON AMOUR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 sure if I’ve, made it clear enough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It’s not my love I sing about 
15-  CHACUN SE DEMANDE SI DIEU EST BON MOI JE CROIS QU'IL L'EST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asks, “Is God good?”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believe, He is
16-  EN FAIT, JE SAIS QU'IL L'EST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fact I know, He is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17-TU ES AIMÉ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loved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NOUS ÉTIONS PLUS JEUNES, TOI ET MOI PLEINS DE RÊVES, N'EST-CE PAS ? </a:t>
            </a:r>
          </a:p>
          <a:p>
            <a:r>
              <a:rPr lang="fr-FR" smtClean="0"/>
              <a:t>We were younger then, you and me, full of dreams, weren't we?
2-  J'AI PRIS MON CHEMIN, TOI LE TIEN OÙ ÉTAIS-TU ?</a:t>
            </a:r>
          </a:p>
          <a:p>
            <a:r>
              <a:rPr lang="fr-FR" smtClean="0"/>
              <a:t>I went my way, you went yours, where did you go, dear? 
3-  ON M'A DIT QUE TU QUITTAIS NOTRE VIE ENSEMBLE</a:t>
            </a:r>
          </a:p>
          <a:p>
            <a:r>
              <a:rPr lang="fr-FR" smtClean="0"/>
              <a:t>Someone said you had left the life we lived together then 
4-  C'EST MA FAÇON DE T'ATTEINDRE CAR JE ME SOUVIENS </a:t>
            </a:r>
          </a:p>
          <a:p>
            <a:r>
              <a:rPr lang="fr-FR" smtClean="0"/>
              <a:t>This is my way of reaching out ‘cause I remember…</a:t>
            </a:r>
          </a:p>
          <a:p>
            <a:endParaRPr lang="fr-FR" smtClean="0"/>
          </a:p>
          <a:p>
            <a:r>
              <a:rPr lang="fr-FR" smtClean="0"/>
              <a:t>	REFRAIN
	5-  VOICI CE QUE JE VOUDRAIS TE DIRE SI JE POUVAIS PARLER À TON CŒUR </a:t>
            </a:r>
          </a:p>
          <a:p>
            <a:r>
              <a:rPr lang="fr-FR" smtClean="0"/>
              <a:t>	This is what I want to say to you If I had one chance to speak to your heart</a:t>
            </a:r>
          </a:p>
          <a:p>
            <a:r>
              <a:rPr lang="fr-FR" smtClean="0"/>
              <a:t>	6-  TU ES AIMÉ PLUS QUE TU NE LE SAURAS JAMAIS</a:t>
            </a:r>
          </a:p>
          <a:p>
            <a:r>
              <a:rPr lang="fr-FR" smtClean="0"/>
              <a:t>	You are loved More than you could ever know 
	7-  VOICI CE QUE JE VOUDRAIS TE DIRE SI JE POUVAIS JUSTE TE PARLER </a:t>
            </a:r>
          </a:p>
          <a:p>
            <a:r>
              <a:rPr lang="fr-FR" smtClean="0"/>
              <a:t>	This is what I want to say to you If I had one chance to tell you something
	8-  TU ES AIMÉ PLUS QUE TU NE L'IMAGINES </a:t>
            </a:r>
          </a:p>
          <a:p>
            <a:r>
              <a:rPr lang="fr-FR" smtClean="0"/>
              <a:t>	You are loved More than you can imagine
	9-  IMAGINE </a:t>
            </a:r>
          </a:p>
          <a:p>
            <a:endParaRPr lang="fr-FR" smtClean="0"/>
          </a:p>
          <a:p>
            <a:r>
              <a:rPr lang="fr-FR" smtClean="0"/>
              <a:t>COUPLET 2
10-  SI JE TE DISAIS, LE CROIRAIS-TU SUR LA VOIE ÉTROITE JE SUIS RESTÉE </a:t>
            </a:r>
          </a:p>
          <a:p>
            <a:r>
              <a:rPr lang="fr-FR" smtClean="0"/>
              <a:t>If I told you would you believe, the narrow road, I did not leave
11-  SI JE TE DISAIS, LE COMPRENDRAIS-TU QUE J'AI TROUVÉ LA VÉRITÉ</a:t>
            </a:r>
          </a:p>
          <a:p>
            <a:r>
              <a:rPr lang="fr-FR" smtClean="0"/>
              <a:t>If I told you would you understand that I’ve found truth
12-  ES-TU BLASÉ OU ES-TU BLESSÉ ? J'AIMERAIS POUVOIR TE RETROUVER</a:t>
            </a:r>
          </a:p>
          <a:p>
            <a:r>
              <a:rPr lang="fr-FR" smtClean="0"/>
              <a:t>Are you jaded? Are you hurting now? How I wish that I could tell 
13-  OÙ EST TON CŒUR ? CAR VOIS-TU J'AI TROUVÉ UN CHEZ MOI</a:t>
            </a:r>
          </a:p>
          <a:p>
            <a:r>
              <a:rPr lang="fr-FR" smtClean="0"/>
              <a:t>Where your heart’s at…can you see? Mine has found – home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 
14-  PAS SÛR D'AVOIR ÉTÉ ASSEZ CLAIRE JE NE PARLE PAS DE MON AMOUR</a:t>
            </a:r>
          </a:p>
          <a:p>
            <a:r>
              <a:rPr lang="fr-FR" smtClean="0"/>
              <a:t>Not sure if I’ve, made it clear enough</a:t>
            </a:r>
            <a:br>
              <a:rPr lang="fr-FR" smtClean="0"/>
            </a:br>
            <a:r>
              <a:rPr lang="fr-FR" smtClean="0"/>
              <a:t>It’s not my love I sing about 
15-  CHACUN SE DEMANDE SI DIEU EST BON MOI JE CROIS QU'IL L'EST </a:t>
            </a:r>
          </a:p>
          <a:p>
            <a:r>
              <a:rPr lang="fr-FR" smtClean="0"/>
              <a:t>Everybody asks, “Is God good?”</a:t>
            </a:r>
            <a:br>
              <a:rPr lang="fr-FR" smtClean="0"/>
            </a:br>
            <a:r>
              <a:rPr lang="fr-FR" smtClean="0"/>
              <a:t>I believe, He is
16-  EN FAIT, JE SAIS QU'IL L'EST </a:t>
            </a:r>
          </a:p>
          <a:p>
            <a:r>
              <a:rPr lang="fr-FR" smtClean="0"/>
              <a:t>In fact I know, He is</a:t>
            </a:r>
          </a:p>
          <a:p>
            <a:endParaRPr lang="fr-FR" smtClean="0"/>
          </a:p>
          <a:p>
            <a:r>
              <a:rPr lang="fr-FR" smtClean="0"/>
              <a:t>	REFRAIN </a:t>
            </a:r>
          </a:p>
          <a:p>
            <a:r>
              <a:rPr lang="fr-FR" smtClean="0"/>
              <a:t>
17-TU ES AIMÉ</a:t>
            </a:r>
          </a:p>
          <a:p>
            <a:r>
              <a:rPr lang="fr-FR" smtClean="0"/>
              <a:t>You are loved</a:t>
            </a:r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NOUS ÉTIONS PLUS JEUNES, TOI ET MOI PLEINS DE RÊVES, N'EST-CE PAS ?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were younger then, you and me, full of dreams, weren't we?
2-  J'AI PRIS MON CHEMIN, TOI LE TIEN OÙ ÉTAIS-TU ?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went my way, you went yours, where did you go, dear? 
3-  ON M'A DIT QUE TU QUITTAIS NOTRE VIE ENSEMBLE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Someone said you had left the life we lived together then 
4-  C'EST MA FAÇON DE T'ATTEINDRE CAR JE ME SOUVIENS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my way of reaching out ‘cause I remember…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
	5-  VOICI CE QUE JE VOUDRAIS TE DIRE SI JE POUVAIS PARLER À TON CŒUR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is what I want to say to you If I had one chance to speak to your heart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TU ES AIMÉ PLUS QUE TU NE LE SAURAS JAMAIS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loved More than you could ever know 
	7-  VOICI CE QUE JE VOUDRAIS TE DIRE SI JE POUVAIS JUSTE TE PARLER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is what I want to say to you If I had one chance to tell you something
	8-  TU ES AIMÉ PLUS QUE TU NE L'IMAGINES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loved More than you can imagine
	9-  IMAGINE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
10-  SI JE TE DISAIS, LE CROIRAIS-TU SUR LA VOIE ÉTROITE JE SUIS RESTÉE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I told you would you believe, the narrow road, I did not leave
11-  SI JE TE DISAIS, LE COMPRENDRAIS-TU QUE J'AI TROUVÉ LA VÉRITÉ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I told you would you understand that I’ve found truth
12-  ES-TU BLASÉ OU ES-TU BLESSÉ ? J'AIMERAIS POUVOIR TE RETROUVER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 you jaded? Are you hurting now? How I wish that I could tell 
13-  OÙ EST TON CŒUR ? CAR VOIS-TU J'AI TROUVÉ UN CHEZ MOI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Where your heart’s at…can you see? Mine has found – home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
14-  PAS SÛR D'AVOIR ÉTÉ ASSEZ CLAIRE JE NE PARLE PAS DE MON AMOUR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 sure if I’ve, made it clear enough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It’s not my love I sing about 
15-  CHACUN SE DEMANDE SI DIEU EST BON MOI JE CROIS QU'IL L'EST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asks, “Is God good?”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believe, He is
16-  EN FAIT, JE SAIS QU'IL L'EST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fact I know, He is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17-TU ES AIMÉ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loved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NOUS ÉTIONS PLUS JEUNES, TOI ET MOI PLEINS DE RÊVES, N'EST-CE PAS ? </a:t>
            </a:r>
          </a:p>
          <a:p>
            <a:r>
              <a:rPr lang="fr-FR" smtClean="0"/>
              <a:t>We were younger then, you and me, full of dreams, weren't we?
2-  J'AI PRIS MON CHEMIN, TOI LE TIEN OÙ ÉTAIS-TU ?</a:t>
            </a:r>
          </a:p>
          <a:p>
            <a:r>
              <a:rPr lang="fr-FR" smtClean="0"/>
              <a:t>I went my way, you went yours, where did you go, dear? 
3-  ON M'A DIT QUE TU QUITTAIS NOTRE VIE ENSEMBLE</a:t>
            </a:r>
          </a:p>
          <a:p>
            <a:r>
              <a:rPr lang="fr-FR" smtClean="0"/>
              <a:t>Someone said you had left the life we lived together then 
4-  C'EST MA FAÇON DE T'ATTEINDRE CAR JE ME SOUVIENS </a:t>
            </a:r>
          </a:p>
          <a:p>
            <a:r>
              <a:rPr lang="fr-FR" smtClean="0"/>
              <a:t>This is my way of reaching out ‘cause I remember…</a:t>
            </a:r>
          </a:p>
          <a:p>
            <a:endParaRPr lang="fr-FR" smtClean="0"/>
          </a:p>
          <a:p>
            <a:r>
              <a:rPr lang="fr-FR" smtClean="0"/>
              <a:t>	REFRAIN
	5-  VOICI CE QUE JE VOUDRAIS TE DIRE SI JE POUVAIS PARLER À TON CŒUR </a:t>
            </a:r>
          </a:p>
          <a:p>
            <a:r>
              <a:rPr lang="fr-FR" smtClean="0"/>
              <a:t>	This is what I want to say to you If I had one chance to speak to your heart</a:t>
            </a:r>
          </a:p>
          <a:p>
            <a:r>
              <a:rPr lang="fr-FR" smtClean="0"/>
              <a:t>	6-  TU ES AIMÉ PLUS QUE TU NE LE SAURAS JAMAIS</a:t>
            </a:r>
          </a:p>
          <a:p>
            <a:r>
              <a:rPr lang="fr-FR" smtClean="0"/>
              <a:t>	You are loved More than you could ever know 
	7-  VOICI CE QUE JE VOUDRAIS TE DIRE SI JE POUVAIS JUSTE TE PARLER </a:t>
            </a:r>
          </a:p>
          <a:p>
            <a:r>
              <a:rPr lang="fr-FR" smtClean="0"/>
              <a:t>	This is what I want to say to you If I had one chance to tell you something
	8-  TU ES AIMÉ PLUS QUE TU NE L'IMAGINES </a:t>
            </a:r>
          </a:p>
          <a:p>
            <a:r>
              <a:rPr lang="fr-FR" smtClean="0"/>
              <a:t>	You are loved More than you can imagine
	9-  IMAGINE </a:t>
            </a:r>
          </a:p>
          <a:p>
            <a:endParaRPr lang="fr-FR" smtClean="0"/>
          </a:p>
          <a:p>
            <a:r>
              <a:rPr lang="fr-FR" smtClean="0"/>
              <a:t>COUPLET 2
10-  SI JE TE DISAIS, LE CROIRAIS-TU SUR LA VOIE ÉTROITE JE SUIS RESTÉE </a:t>
            </a:r>
          </a:p>
          <a:p>
            <a:r>
              <a:rPr lang="fr-FR" smtClean="0"/>
              <a:t>If I told you would you believe, the narrow road, I did not leave
11-  SI JE TE DISAIS, LE COMPRENDRAIS-TU QUE J'AI TROUVÉ LA VÉRITÉ</a:t>
            </a:r>
          </a:p>
          <a:p>
            <a:r>
              <a:rPr lang="fr-FR" smtClean="0"/>
              <a:t>If I told you would you understand that I’ve found truth
12-  ES-TU BLASÉ OU ES-TU BLESSÉ ? J'AIMERAIS POUVOIR TE RETROUVER</a:t>
            </a:r>
          </a:p>
          <a:p>
            <a:r>
              <a:rPr lang="fr-FR" smtClean="0"/>
              <a:t>Are you jaded? Are you hurting now? How I wish that I could tell 
13-  OÙ EST TON CŒUR ? CAR VOIS-TU J'AI TROUVÉ UN CHEZ MOI</a:t>
            </a:r>
          </a:p>
          <a:p>
            <a:r>
              <a:rPr lang="fr-FR" smtClean="0"/>
              <a:t>Where your heart’s at…can you see? Mine has found – home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 
14-  PAS SÛR D'AVOIR ÉTÉ ASSEZ CLAIRE JE NE PARLE PAS DE MON AMOUR</a:t>
            </a:r>
          </a:p>
          <a:p>
            <a:r>
              <a:rPr lang="fr-FR" smtClean="0"/>
              <a:t>Not sure if I’ve, made it clear enough</a:t>
            </a:r>
            <a:br>
              <a:rPr lang="fr-FR" smtClean="0"/>
            </a:br>
            <a:r>
              <a:rPr lang="fr-FR" smtClean="0"/>
              <a:t>It’s not my love I sing about 
15-  CHACUN SE DEMANDE SI DIEU EST BON MOI JE CROIS QU'IL L'EST </a:t>
            </a:r>
          </a:p>
          <a:p>
            <a:r>
              <a:rPr lang="fr-FR" smtClean="0"/>
              <a:t>Everybody asks, “Is God good?”</a:t>
            </a:r>
            <a:br>
              <a:rPr lang="fr-FR" smtClean="0"/>
            </a:br>
            <a:r>
              <a:rPr lang="fr-FR" smtClean="0"/>
              <a:t>I believe, He is
16-  EN FAIT, JE SAIS QU'IL L'EST </a:t>
            </a:r>
          </a:p>
          <a:p>
            <a:r>
              <a:rPr lang="fr-FR" smtClean="0"/>
              <a:t>In fact I know, He is</a:t>
            </a:r>
          </a:p>
          <a:p>
            <a:endParaRPr lang="fr-FR" smtClean="0"/>
          </a:p>
          <a:p>
            <a:r>
              <a:rPr lang="fr-FR" smtClean="0"/>
              <a:t>	REFRAIN </a:t>
            </a:r>
          </a:p>
          <a:p>
            <a:r>
              <a:rPr lang="fr-FR" smtClean="0"/>
              <a:t>
17-TU ES AIMÉ</a:t>
            </a:r>
          </a:p>
          <a:p>
            <a:r>
              <a:rPr lang="fr-FR" smtClean="0"/>
              <a:t>You are loved</a:t>
            </a:r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NOUS ÉTIONS PLUS JEUNES, TOI ET MOI PLEINS DE RÊVES, N'EST-CE PAS ?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were younger then, you and me, full of dreams, weren't we?
2-  J'AI PRIS MON CHEMIN, TOI LE TIEN OÙ ÉTAIS-TU ?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went my way, you went yours, where did you go, dear? 
3-  ON M'A DIT QUE TU QUITTAIS NOTRE VIE ENSEMBLE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Someone said you had left the life we lived together then 
4-  C'EST MA FAÇON DE T'ATTEINDRE CAR JE ME SOUVIENS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my way of reaching out ‘cause I remember…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
	5-  VOICI CE QUE JE VOUDRAIS TE DIRE SI JE POUVAIS PARLER À TON CŒUR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is what I want to say to you If I had one chance to speak to your heart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TU ES AIMÉ PLUS QUE TU NE LE SAURAS JAMAIS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loved More than you could ever know 
	7-  VOICI CE QUE JE VOUDRAIS TE DIRE SI JE POUVAIS JUSTE TE PARLER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is what I want to say to you If I had one chance to tell you something
	8-  TU ES AIMÉ PLUS QUE TU NE L'IMAGINES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loved More than you can imagine
	9-  IMAGINE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
10-  SI JE TE DISAIS, LE CROIRAIS-TU SUR LA VOIE ÉTROITE JE SUIS RESTÉE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I told you would you believe, the narrow road, I did not leave
11-  SI JE TE DISAIS, LE COMPRENDRAIS-TU QUE J'AI TROUVÉ LA VÉRITÉ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I told you would you understand that I’ve found truth
12-  ES-TU BLASÉ OU ES-TU BLESSÉ ? J'AIMERAIS POUVOIR TE RETROUVER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 you jaded? Are you hurting now? How I wish that I could tell 
13-  OÙ EST TON CŒUR ? CAR VOIS-TU J'AI TROUVÉ UN CHEZ MOI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Where your heart’s at…can you see? Mine has found – home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
14-  PAS SÛR D'AVOIR ÉTÉ ASSEZ CLAIRE JE NE PARLE PAS DE MON AMOUR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 sure if I’ve, made it clear enough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It’s not my love I sing about 
15-  CHACUN SE DEMANDE SI DIEU EST BON MOI JE CROIS QU'IL L'EST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asks, “Is God good?”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believe, He is
16-  EN FAIT, JE SAIS QU'IL L'EST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fact I know, He is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17-TU ES AIMÉ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loved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NOUS ÉTIONS PLUS JEUNES, TOI ET MOI PLEINS DE RÊVES, N'EST-CE PAS ? </a:t>
            </a:r>
          </a:p>
          <a:p>
            <a:r>
              <a:rPr lang="fr-FR" smtClean="0"/>
              <a:t>We were younger then, you and me, full of dreams, weren't we?
2-  J'AI PRIS MON CHEMIN, TOI LE TIEN OÙ ÉTAIS-TU ?</a:t>
            </a:r>
          </a:p>
          <a:p>
            <a:r>
              <a:rPr lang="fr-FR" smtClean="0"/>
              <a:t>I went my way, you went yours, where did you go, dear? 
3-  ON M'A DIT QUE TU QUITTAIS NOTRE VIE ENSEMBLE</a:t>
            </a:r>
          </a:p>
          <a:p>
            <a:r>
              <a:rPr lang="fr-FR" smtClean="0"/>
              <a:t>Someone said you had left the life we lived together then 
4-  C'EST MA FAÇON DE T'ATTEINDRE CAR JE ME SOUVIENS </a:t>
            </a:r>
          </a:p>
          <a:p>
            <a:r>
              <a:rPr lang="fr-FR" smtClean="0"/>
              <a:t>This is my way of reaching out ‘cause I remember…</a:t>
            </a:r>
          </a:p>
          <a:p>
            <a:endParaRPr lang="fr-FR" smtClean="0"/>
          </a:p>
          <a:p>
            <a:r>
              <a:rPr lang="fr-FR" smtClean="0"/>
              <a:t>	REFRAIN
	5-  VOICI CE QUE JE VOUDRAIS TE DIRE SI JE POUVAIS PARLER À TON CŒUR </a:t>
            </a:r>
          </a:p>
          <a:p>
            <a:r>
              <a:rPr lang="fr-FR" smtClean="0"/>
              <a:t>	This is what I want to say to you If I had one chance to speak to your heart</a:t>
            </a:r>
          </a:p>
          <a:p>
            <a:r>
              <a:rPr lang="fr-FR" smtClean="0"/>
              <a:t>	6-  TU ES AIMÉ PLUS QUE TU NE LE SAURAS JAMAIS</a:t>
            </a:r>
          </a:p>
          <a:p>
            <a:r>
              <a:rPr lang="fr-FR" smtClean="0"/>
              <a:t>	You are loved More than you could ever know 
	7-  VOICI CE QUE JE VOUDRAIS TE DIRE SI JE POUVAIS JUSTE TE PARLER </a:t>
            </a:r>
          </a:p>
          <a:p>
            <a:r>
              <a:rPr lang="fr-FR" smtClean="0"/>
              <a:t>	This is what I want to say to you If I had one chance to tell you something
	8-  TU ES AIMÉ PLUS QUE TU NE L'IMAGINES </a:t>
            </a:r>
          </a:p>
          <a:p>
            <a:r>
              <a:rPr lang="fr-FR" smtClean="0"/>
              <a:t>	You are loved More than you can imagine
	9-  IMAGINE </a:t>
            </a:r>
          </a:p>
          <a:p>
            <a:endParaRPr lang="fr-FR" smtClean="0"/>
          </a:p>
          <a:p>
            <a:r>
              <a:rPr lang="fr-FR" smtClean="0"/>
              <a:t>COUPLET 2
10-  SI JE TE DISAIS, LE CROIRAIS-TU SUR LA VOIE ÉTROITE JE SUIS RESTÉE </a:t>
            </a:r>
          </a:p>
          <a:p>
            <a:r>
              <a:rPr lang="fr-FR" smtClean="0"/>
              <a:t>If I told you would you believe, the narrow road, I did not leave
11-  SI JE TE DISAIS, LE COMPRENDRAIS-TU QUE J'AI TROUVÉ LA VÉRITÉ</a:t>
            </a:r>
          </a:p>
          <a:p>
            <a:r>
              <a:rPr lang="fr-FR" smtClean="0"/>
              <a:t>If I told you would you understand that I’ve found truth
12-  ES-TU BLASÉ OU ES-TU BLESSÉ ? J'AIMERAIS POUVOIR TE RETROUVER</a:t>
            </a:r>
          </a:p>
          <a:p>
            <a:r>
              <a:rPr lang="fr-FR" smtClean="0"/>
              <a:t>Are you jaded? Are you hurting now? How I wish that I could tell 
13-  OÙ EST TON CŒUR ? CAR VOIS-TU J'AI TROUVÉ UN CHEZ MOI</a:t>
            </a:r>
          </a:p>
          <a:p>
            <a:r>
              <a:rPr lang="fr-FR" smtClean="0"/>
              <a:t>Where your heart’s at…can you see? Mine has found – home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 
14-  PAS SÛR D'AVOIR ÉTÉ ASSEZ CLAIRE JE NE PARLE PAS DE MON AMOUR</a:t>
            </a:r>
          </a:p>
          <a:p>
            <a:r>
              <a:rPr lang="fr-FR" smtClean="0"/>
              <a:t>Not sure if I’ve, made it clear enough</a:t>
            </a:r>
            <a:br>
              <a:rPr lang="fr-FR" smtClean="0"/>
            </a:br>
            <a:r>
              <a:rPr lang="fr-FR" smtClean="0"/>
              <a:t>It’s not my love I sing about 
15-  CHACUN SE DEMANDE SI DIEU EST BON MOI JE CROIS QU'IL L'EST </a:t>
            </a:r>
          </a:p>
          <a:p>
            <a:r>
              <a:rPr lang="fr-FR" smtClean="0"/>
              <a:t>Everybody asks, “Is God good?”</a:t>
            </a:r>
            <a:br>
              <a:rPr lang="fr-FR" smtClean="0"/>
            </a:br>
            <a:r>
              <a:rPr lang="fr-FR" smtClean="0"/>
              <a:t>I believe, He is
16-  EN FAIT, JE SAIS QU'IL L'EST </a:t>
            </a:r>
          </a:p>
          <a:p>
            <a:r>
              <a:rPr lang="fr-FR" smtClean="0"/>
              <a:t>In fact I know, He is</a:t>
            </a:r>
          </a:p>
          <a:p>
            <a:endParaRPr lang="fr-FR" smtClean="0"/>
          </a:p>
          <a:p>
            <a:r>
              <a:rPr lang="fr-FR" smtClean="0"/>
              <a:t>	REFRAIN </a:t>
            </a:r>
          </a:p>
          <a:p>
            <a:r>
              <a:rPr lang="fr-FR" smtClean="0"/>
              <a:t>
17-TU ES AIMÉ</a:t>
            </a:r>
          </a:p>
          <a:p>
            <a:r>
              <a:rPr lang="fr-FR" smtClean="0"/>
              <a:t>You are loved</a:t>
            </a:r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NOUS ÉTIONS PLUS JEUNES, TOI ET MOI PLEINS DE RÊVES, N'EST-CE PAS ?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were younger then, you and me, full of dreams, weren't we?
2-  J'AI PRIS MON CHEMIN, TOI LE TIEN OÙ ÉTAIS-TU ?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went my way, you went yours, where did you go, dear? 
3-  ON M'A DIT QUE TU QUITTAIS NOTRE VIE ENSEMBLE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Someone said you had left the life we lived together then 
4-  C'EST MA FAÇON DE T'ATTEINDRE CAR JE ME SOUVIENS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my way of reaching out ‘cause I remember…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
	5-  VOICI CE QUE JE VOUDRAIS TE DIRE SI JE POUVAIS PARLER À TON CŒUR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is what I want to say to you If I had one chance to speak to your heart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TU ES AIMÉ PLUS QUE TU NE LE SAURAS JAMAIS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loved More than you could ever know 
	7-  VOICI CE QUE JE VOUDRAIS TE DIRE SI JE POUVAIS JUSTE TE PARLER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is what I want to say to you If I had one chance to tell you something
	8-  TU ES AIMÉ PLUS QUE TU NE L'IMAGINES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loved More than you can imagine
	9-  IMAGINE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
10-  SI JE TE DISAIS, LE CROIRAIS-TU SUR LA VOIE ÉTROITE JE SUIS RESTÉE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I told you would you believe, the narrow road, I did not leave
11-  SI JE TE DISAIS, LE COMPRENDRAIS-TU QUE J'AI TROUVÉ LA VÉRITÉ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I told you would you understand that I’ve found truth
12-  ES-TU BLASÉ OU ES-TU BLESSÉ ? J'AIMERAIS POUVOIR TE RETROUVER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 you jaded? Are you hurting now? How I wish that I could tell 
13-  OÙ EST TON CŒUR ? CAR VOIS-TU J'AI TROUVÉ UN CHEZ MOI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Where your heart’s at…can you see? Mine has found – home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
14-  PAS SÛR D'AVOIR ÉTÉ ASSEZ CLAIRE JE NE PARLE PAS DE MON AMOUR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 sure if I’ve, made it clear enough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It’s not my love I sing about 
15-  CHACUN SE DEMANDE SI DIEU EST BON MOI JE CROIS QU'IL L'EST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asks, “Is God good?”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believe, He is
16-  EN FAIT, JE SAIS QU'IL L'EST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fact I know, He is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17-TU ES AIMÉ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loved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NOUS ÉTIONS PLUS JEUNES, TOI ET MOI PLEINS DE RÊVES, N'EST-CE PAS ? </a:t>
            </a:r>
          </a:p>
          <a:p>
            <a:r>
              <a:rPr lang="fr-FR" smtClean="0"/>
              <a:t>We were younger then, you and me, full of dreams, weren't we?
2-  J'AI PRIS MON CHEMIN, TOI LE TIEN OÙ ÉTAIS-TU ?</a:t>
            </a:r>
          </a:p>
          <a:p>
            <a:r>
              <a:rPr lang="fr-FR" smtClean="0"/>
              <a:t>I went my way, you went yours, where did you go, dear? 
3-  ON M'A DIT QUE TU QUITTAIS NOTRE VIE ENSEMBLE</a:t>
            </a:r>
          </a:p>
          <a:p>
            <a:r>
              <a:rPr lang="fr-FR" smtClean="0"/>
              <a:t>Someone said you had left the life we lived together then 
4-  C'EST MA FAÇON DE T'ATTEINDRE CAR JE ME SOUVIENS </a:t>
            </a:r>
          </a:p>
          <a:p>
            <a:r>
              <a:rPr lang="fr-FR" smtClean="0"/>
              <a:t>This is my way of reaching out ‘cause I remember…</a:t>
            </a:r>
          </a:p>
          <a:p>
            <a:endParaRPr lang="fr-FR" smtClean="0"/>
          </a:p>
          <a:p>
            <a:r>
              <a:rPr lang="fr-FR" smtClean="0"/>
              <a:t>	REFRAIN
	5-  VOICI CE QUE JE VOUDRAIS TE DIRE SI JE POUVAIS PARLER À TON CŒUR </a:t>
            </a:r>
          </a:p>
          <a:p>
            <a:r>
              <a:rPr lang="fr-FR" smtClean="0"/>
              <a:t>	This is what I want to say to you If I had one chance to speak to your heart</a:t>
            </a:r>
          </a:p>
          <a:p>
            <a:r>
              <a:rPr lang="fr-FR" smtClean="0"/>
              <a:t>	6-  TU ES AIMÉ PLUS QUE TU NE LE SAURAS JAMAIS</a:t>
            </a:r>
          </a:p>
          <a:p>
            <a:r>
              <a:rPr lang="fr-FR" smtClean="0"/>
              <a:t>	You are loved More than you could ever know 
	7-  VOICI CE QUE JE VOUDRAIS TE DIRE SI JE POUVAIS JUSTE TE PARLER </a:t>
            </a:r>
          </a:p>
          <a:p>
            <a:r>
              <a:rPr lang="fr-FR" smtClean="0"/>
              <a:t>	This is what I want to say to you If I had one chance to tell you something
	8-  TU ES AIMÉ PLUS QUE TU NE L'IMAGINES </a:t>
            </a:r>
          </a:p>
          <a:p>
            <a:r>
              <a:rPr lang="fr-FR" smtClean="0"/>
              <a:t>	You are loved More than you can imagine
	9-  IMAGINE </a:t>
            </a:r>
          </a:p>
          <a:p>
            <a:endParaRPr lang="fr-FR" smtClean="0"/>
          </a:p>
          <a:p>
            <a:r>
              <a:rPr lang="fr-FR" smtClean="0"/>
              <a:t>COUPLET 2
10-  SI JE TE DISAIS, LE CROIRAIS-TU SUR LA VOIE ÉTROITE JE SUIS RESTÉE </a:t>
            </a:r>
          </a:p>
          <a:p>
            <a:r>
              <a:rPr lang="fr-FR" smtClean="0"/>
              <a:t>If I told you would you believe, the narrow road, I did not leave
11-  SI JE TE DISAIS, LE COMPRENDRAIS-TU QUE J'AI TROUVÉ LA VÉRITÉ</a:t>
            </a:r>
          </a:p>
          <a:p>
            <a:r>
              <a:rPr lang="fr-FR" smtClean="0"/>
              <a:t>If I told you would you understand that I’ve found truth
12-  ES-TU BLASÉ OU ES-TU BLESSÉ ? J'AIMERAIS POUVOIR TE RETROUVER</a:t>
            </a:r>
          </a:p>
          <a:p>
            <a:r>
              <a:rPr lang="fr-FR" smtClean="0"/>
              <a:t>Are you jaded? Are you hurting now? How I wish that I could tell 
13-  OÙ EST TON CŒUR ? CAR VOIS-TU J'AI TROUVÉ UN CHEZ MOI</a:t>
            </a:r>
          </a:p>
          <a:p>
            <a:r>
              <a:rPr lang="fr-FR" smtClean="0"/>
              <a:t>Where your heart’s at…can you see? Mine has found – home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 
14-  PAS SÛR D'AVOIR ÉTÉ ASSEZ CLAIRE JE NE PARLE PAS DE MON AMOUR</a:t>
            </a:r>
          </a:p>
          <a:p>
            <a:r>
              <a:rPr lang="fr-FR" smtClean="0"/>
              <a:t>Not sure if I’ve, made it clear enough</a:t>
            </a:r>
            <a:br>
              <a:rPr lang="fr-FR" smtClean="0"/>
            </a:br>
            <a:r>
              <a:rPr lang="fr-FR" smtClean="0"/>
              <a:t>It’s not my love I sing about 
15-  CHACUN SE DEMANDE SI DIEU EST BON MOI JE CROIS QU'IL L'EST </a:t>
            </a:r>
          </a:p>
          <a:p>
            <a:r>
              <a:rPr lang="fr-FR" smtClean="0"/>
              <a:t>Everybody asks, “Is God good?”</a:t>
            </a:r>
            <a:br>
              <a:rPr lang="fr-FR" smtClean="0"/>
            </a:br>
            <a:r>
              <a:rPr lang="fr-FR" smtClean="0"/>
              <a:t>I believe, He is
16-  EN FAIT, JE SAIS QU'IL L'EST </a:t>
            </a:r>
          </a:p>
          <a:p>
            <a:r>
              <a:rPr lang="fr-FR" smtClean="0"/>
              <a:t>In fact I know, He is</a:t>
            </a:r>
          </a:p>
          <a:p>
            <a:endParaRPr lang="fr-FR" smtClean="0"/>
          </a:p>
          <a:p>
            <a:r>
              <a:rPr lang="fr-FR" smtClean="0"/>
              <a:t>	REFRAIN </a:t>
            </a:r>
          </a:p>
          <a:p>
            <a:r>
              <a:rPr lang="fr-FR" smtClean="0"/>
              <a:t>
17-TU ES AIMÉ</a:t>
            </a:r>
          </a:p>
          <a:p>
            <a:r>
              <a:rPr lang="fr-FR" smtClean="0"/>
              <a:t>You are loved</a:t>
            </a:r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NOUS ÉTIONS PLUS JEUNES, TOI ET MOI PLEINS DE RÊVES, N'EST-CE PAS ?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were younger then, you and me, full of dreams, weren't we?
2-  J'AI PRIS MON CHEMIN, TOI LE TIEN OÙ ÉTAIS-TU ?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went my way, you went yours, where did you go, dear? 
3-  ON M'A DIT QUE TU QUITTAIS NOTRE VIE ENSEMBLE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Someone said you had left the life we lived together then 
4-  C'EST MA FAÇON DE T'ATTEINDRE CAR JE ME SOUVIENS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my way of reaching out ‘cause I remember…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
	5-  VOICI CE QUE JE VOUDRAIS TE DIRE SI JE POUVAIS PARLER À TON CŒUR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is what I want to say to you If I had one chance to speak to your heart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TU ES AIMÉ PLUS QUE TU NE LE SAURAS JAMAIS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loved More than you could ever know 
	7-  VOICI CE QUE JE VOUDRAIS TE DIRE SI JE POUVAIS JUSTE TE PARLER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is what I want to say to you If I had one chance to tell you something
	8-  TU ES AIMÉ PLUS QUE TU NE L'IMAGINES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loved More than you can imagine
	9-  IMAGINE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
10-  SI JE TE DISAIS, LE CROIRAIS-TU SUR LA VOIE ÉTROITE JE SUIS RESTÉE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I told you would you believe, the narrow road, I did not leave
11-  SI JE TE DISAIS, LE COMPRENDRAIS-TU QUE J'AI TROUVÉ LA VÉRITÉ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I told you would you understand that I’ve found truth
12-  ES-TU BLASÉ OU ES-TU BLESSÉ ? J'AIMERAIS POUVOIR TE RETROUVER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 you jaded? Are you hurting now? How I wish that I could tell 
13-  OÙ EST TON CŒUR ? CAR VOIS-TU J'AI TROUVÉ UN CHEZ MOI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Where your heart’s at…can you see? Mine has found – home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
14-  PAS SÛR D'AVOIR ÉTÉ ASSEZ CLAIRE JE NE PARLE PAS DE MON AMOUR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 sure if I’ve, made it clear enough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It’s not my love I sing about 
15-  CHACUN SE DEMANDE SI DIEU EST BON MOI JE CROIS QU'IL L'EST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asks, “Is God good?”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believe, He is
16-  EN FAIT, JE SAIS QU'IL L'EST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fact I know, He is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17-TU ES AIMÉ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loved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NOUS ÉTIONS PLUS JEUNES, TOI ET MOI PLEINS DE RÊVES, N'EST-CE PAS ? </a:t>
            </a:r>
          </a:p>
          <a:p>
            <a:r>
              <a:rPr lang="fr-FR" smtClean="0"/>
              <a:t>We were younger then, you and me, full of dreams, weren't we?
2-  J'AI PRIS MON CHEMIN, TOI LE TIEN OÙ ÉTAIS-TU ?</a:t>
            </a:r>
          </a:p>
          <a:p>
            <a:r>
              <a:rPr lang="fr-FR" smtClean="0"/>
              <a:t>I went my way, you went yours, where did you go, dear? 
3-  ON M'A DIT QUE TU QUITTAIS NOTRE VIE ENSEMBLE</a:t>
            </a:r>
          </a:p>
          <a:p>
            <a:r>
              <a:rPr lang="fr-FR" smtClean="0"/>
              <a:t>Someone said you had left the life we lived together then 
4-  C'EST MA FAÇON DE T'ATTEINDRE CAR JE ME SOUVIENS </a:t>
            </a:r>
          </a:p>
          <a:p>
            <a:r>
              <a:rPr lang="fr-FR" smtClean="0"/>
              <a:t>This is my way of reaching out ‘cause I remember…</a:t>
            </a:r>
          </a:p>
          <a:p>
            <a:endParaRPr lang="fr-FR" smtClean="0"/>
          </a:p>
          <a:p>
            <a:r>
              <a:rPr lang="fr-FR" smtClean="0"/>
              <a:t>	REFRAIN
	5-  VOICI CE QUE JE VOUDRAIS TE DIRE SI JE POUVAIS PARLER À TON CŒUR </a:t>
            </a:r>
          </a:p>
          <a:p>
            <a:r>
              <a:rPr lang="fr-FR" smtClean="0"/>
              <a:t>	This is what I want to say to you If I had one chance to speak to your heart</a:t>
            </a:r>
          </a:p>
          <a:p>
            <a:r>
              <a:rPr lang="fr-FR" smtClean="0"/>
              <a:t>	6-  TU ES AIMÉ PLUS QUE TU NE LE SAURAS JAMAIS</a:t>
            </a:r>
          </a:p>
          <a:p>
            <a:r>
              <a:rPr lang="fr-FR" smtClean="0"/>
              <a:t>	You are loved More than you could ever know 
	7-  VOICI CE QUE JE VOUDRAIS TE DIRE SI JE POUVAIS JUSTE TE PARLER </a:t>
            </a:r>
          </a:p>
          <a:p>
            <a:r>
              <a:rPr lang="fr-FR" smtClean="0"/>
              <a:t>	This is what I want to say to you If I had one chance to tell you something
	8-  TU ES AIMÉ PLUS QUE TU NE L'IMAGINES </a:t>
            </a:r>
          </a:p>
          <a:p>
            <a:r>
              <a:rPr lang="fr-FR" smtClean="0"/>
              <a:t>	You are loved More than you can imagine
	9-  IMAGINE </a:t>
            </a:r>
          </a:p>
          <a:p>
            <a:endParaRPr lang="fr-FR" smtClean="0"/>
          </a:p>
          <a:p>
            <a:r>
              <a:rPr lang="fr-FR" smtClean="0"/>
              <a:t>COUPLET 2
10-  SI JE TE DISAIS, LE CROIRAIS-TU SUR LA VOIE ÉTROITE JE SUIS RESTÉE </a:t>
            </a:r>
          </a:p>
          <a:p>
            <a:r>
              <a:rPr lang="fr-FR" smtClean="0"/>
              <a:t>If I told you would you believe, the narrow road, I did not leave
11-  SI JE TE DISAIS, LE COMPRENDRAIS-TU QUE J'AI TROUVÉ LA VÉRITÉ</a:t>
            </a:r>
          </a:p>
          <a:p>
            <a:r>
              <a:rPr lang="fr-FR" smtClean="0"/>
              <a:t>If I told you would you understand that I’ve found truth
12-  ES-TU BLASÉ OU ES-TU BLESSÉ ? J'AIMERAIS POUVOIR TE RETROUVER</a:t>
            </a:r>
          </a:p>
          <a:p>
            <a:r>
              <a:rPr lang="fr-FR" smtClean="0"/>
              <a:t>Are you jaded? Are you hurting now? How I wish that I could tell 
13-  OÙ EST TON CŒUR ? CAR VOIS-TU J'AI TROUVÉ UN CHEZ MOI</a:t>
            </a:r>
          </a:p>
          <a:p>
            <a:r>
              <a:rPr lang="fr-FR" smtClean="0"/>
              <a:t>Where your heart’s at…can you see? Mine has found – home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 
14-  PAS SÛR D'AVOIR ÉTÉ ASSEZ CLAIRE JE NE PARLE PAS DE MON AMOUR</a:t>
            </a:r>
          </a:p>
          <a:p>
            <a:r>
              <a:rPr lang="fr-FR" smtClean="0"/>
              <a:t>Not sure if I’ve, made it clear enough</a:t>
            </a:r>
            <a:br>
              <a:rPr lang="fr-FR" smtClean="0"/>
            </a:br>
            <a:r>
              <a:rPr lang="fr-FR" smtClean="0"/>
              <a:t>It’s not my love I sing about 
15-  CHACUN SE DEMANDE SI DIEU EST BON MOI JE CROIS QU'IL L'EST </a:t>
            </a:r>
          </a:p>
          <a:p>
            <a:r>
              <a:rPr lang="fr-FR" smtClean="0"/>
              <a:t>Everybody asks, “Is God good?”</a:t>
            </a:r>
            <a:br>
              <a:rPr lang="fr-FR" smtClean="0"/>
            </a:br>
            <a:r>
              <a:rPr lang="fr-FR" smtClean="0"/>
              <a:t>I believe, He is
16-  EN FAIT, JE SAIS QU'IL L'EST </a:t>
            </a:r>
          </a:p>
          <a:p>
            <a:r>
              <a:rPr lang="fr-FR" smtClean="0"/>
              <a:t>In fact I know, He is</a:t>
            </a:r>
          </a:p>
          <a:p>
            <a:endParaRPr lang="fr-FR" smtClean="0"/>
          </a:p>
          <a:p>
            <a:r>
              <a:rPr lang="fr-FR" smtClean="0"/>
              <a:t>	REFRAIN </a:t>
            </a:r>
          </a:p>
          <a:p>
            <a:r>
              <a:rPr lang="fr-FR" smtClean="0"/>
              <a:t>
17-TU ES AIMÉ</a:t>
            </a:r>
          </a:p>
          <a:p>
            <a:r>
              <a:rPr lang="fr-FR" smtClean="0"/>
              <a:t>You are loved</a:t>
            </a:r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NOUS ÉTIONS PLUS JEUNES, TOI ET MOI PLEINS DE RÊVES, N'EST-CE PAS ?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were younger then, you and me, full of dreams, weren't we?
2-  J'AI PRIS MON CHEMIN, TOI LE TIEN OÙ ÉTAIS-TU ?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went my way, you went yours, where did you go, dear? 
3-  ON M'A DIT QUE TU QUITTAIS NOTRE VIE ENSEMBLE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Someone said you had left the life we lived together then 
4-  C'EST MA FAÇON DE T'ATTEINDRE CAR JE ME SOUVIENS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my way of reaching out ‘cause I remember…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
	5-  VOICI CE QUE JE VOUDRAIS TE DIRE SI JE POUVAIS PARLER À TON CŒUR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is what I want to say to you If I had one chance to speak to your heart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TU ES AIMÉ PLUS QUE TU NE LE SAURAS JAMAIS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loved More than you could ever know 
	7-  VOICI CE QUE JE VOUDRAIS TE DIRE SI JE POUVAIS JUSTE TE PARLER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is what I want to say to you If I had one chance to tell you something
	8-  TU ES AIMÉ PLUS QUE TU NE L'IMAGINES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loved More than you can imagine
	9-  IMAGINE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
10-  SI JE TE DISAIS, LE CROIRAIS-TU SUR LA VOIE ÉTROITE JE SUIS RESTÉE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I told you would you believe, the narrow road, I did not leave
11-  SI JE TE DISAIS, LE COMPRENDRAIS-TU QUE J'AI TROUVÉ LA VÉRITÉ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I told you would you understand that I’ve found truth
12-  ES-TU BLASÉ OU ES-TU BLESSÉ ? J'AIMERAIS POUVOIR TE RETROUVER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 you jaded? Are you hurting now? How I wish that I could tell 
13-  OÙ EST TON CŒUR ? CAR VOIS-TU J'AI TROUVÉ UN CHEZ MOI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Where your heart’s at…can you see? Mine has found – home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
14-  PAS SÛR D'AVOIR ÉTÉ ASSEZ CLAIRE JE NE PARLE PAS DE MON AMOUR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 sure if I’ve, made it clear enough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It’s not my love I sing about 
15-  CHACUN SE DEMANDE SI DIEU EST BON MOI JE CROIS QU'IL L'EST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asks, “Is God good?”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believe, He is
16-  EN FAIT, JE SAIS QU'IL L'EST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fact I know, He is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17-TU ES AIMÉ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loved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NOUS ÉTIONS PLUS JEUNES, TOI ET MOI PLEINS DE RÊVES, N'EST-CE PAS ? </a:t>
            </a:r>
          </a:p>
          <a:p>
            <a:r>
              <a:rPr lang="fr-FR" smtClean="0"/>
              <a:t>We were younger then, you and me, full of dreams, weren't we?
2-  J'AI PRIS MON CHEMIN, TOI LE TIEN OÙ ÉTAIS-TU ?</a:t>
            </a:r>
          </a:p>
          <a:p>
            <a:r>
              <a:rPr lang="fr-FR" smtClean="0"/>
              <a:t>I went my way, you went yours, where did you go, dear? 
3-  ON M'A DIT QUE TU QUITTAIS NOTRE VIE ENSEMBLE</a:t>
            </a:r>
          </a:p>
          <a:p>
            <a:r>
              <a:rPr lang="fr-FR" smtClean="0"/>
              <a:t>Someone said you had left the life we lived together then 
4-  C'EST MA FAÇON DE T'ATTEINDRE CAR JE ME SOUVIENS </a:t>
            </a:r>
          </a:p>
          <a:p>
            <a:r>
              <a:rPr lang="fr-FR" smtClean="0"/>
              <a:t>This is my way of reaching out ‘cause I remember…</a:t>
            </a:r>
          </a:p>
          <a:p>
            <a:endParaRPr lang="fr-FR" smtClean="0"/>
          </a:p>
          <a:p>
            <a:r>
              <a:rPr lang="fr-FR" smtClean="0"/>
              <a:t>	REFRAIN
	5-  VOICI CE QUE JE VOUDRAIS TE DIRE SI JE POUVAIS PARLER À TON CŒUR </a:t>
            </a:r>
          </a:p>
          <a:p>
            <a:r>
              <a:rPr lang="fr-FR" smtClean="0"/>
              <a:t>	This is what I want to say to you If I had one chance to speak to your heart</a:t>
            </a:r>
          </a:p>
          <a:p>
            <a:r>
              <a:rPr lang="fr-FR" smtClean="0"/>
              <a:t>	6-  TU ES AIMÉ PLUS QUE TU NE LE SAURAS JAMAIS</a:t>
            </a:r>
          </a:p>
          <a:p>
            <a:r>
              <a:rPr lang="fr-FR" smtClean="0"/>
              <a:t>	You are loved More than you could ever know 
	7-  VOICI CE QUE JE VOUDRAIS TE DIRE SI JE POUVAIS JUSTE TE PARLER </a:t>
            </a:r>
          </a:p>
          <a:p>
            <a:r>
              <a:rPr lang="fr-FR" smtClean="0"/>
              <a:t>	This is what I want to say to you If I had one chance to tell you something
	8-  TU ES AIMÉ PLUS QUE TU NE L'IMAGINES </a:t>
            </a:r>
          </a:p>
          <a:p>
            <a:r>
              <a:rPr lang="fr-FR" smtClean="0"/>
              <a:t>	You are loved More than you can imagine
	9-  IMAGINE </a:t>
            </a:r>
          </a:p>
          <a:p>
            <a:endParaRPr lang="fr-FR" smtClean="0"/>
          </a:p>
          <a:p>
            <a:r>
              <a:rPr lang="fr-FR" smtClean="0"/>
              <a:t>COUPLET 2
10-  SI JE TE DISAIS, LE CROIRAIS-TU SUR LA VOIE ÉTROITE JE SUIS RESTÉE </a:t>
            </a:r>
          </a:p>
          <a:p>
            <a:r>
              <a:rPr lang="fr-FR" smtClean="0"/>
              <a:t>If I told you would you believe, the narrow road, I did not leave
11-  SI JE TE DISAIS, LE COMPRENDRAIS-TU QUE J'AI TROUVÉ LA VÉRITÉ</a:t>
            </a:r>
          </a:p>
          <a:p>
            <a:r>
              <a:rPr lang="fr-FR" smtClean="0"/>
              <a:t>If I told you would you understand that I’ve found truth
12-  ES-TU BLASÉ OU ES-TU BLESSÉ ? J'AIMERAIS POUVOIR TE RETROUVER</a:t>
            </a:r>
          </a:p>
          <a:p>
            <a:r>
              <a:rPr lang="fr-FR" smtClean="0"/>
              <a:t>Are you jaded? Are you hurting now? How I wish that I could tell 
13-  OÙ EST TON CŒUR ? CAR VOIS-TU J'AI TROUVÉ UN CHEZ MOI</a:t>
            </a:r>
          </a:p>
          <a:p>
            <a:r>
              <a:rPr lang="fr-FR" smtClean="0"/>
              <a:t>Where your heart’s at…can you see? Mine has found – home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 
14-  PAS SÛR D'AVOIR ÉTÉ ASSEZ CLAIRE JE NE PARLE PAS DE MON AMOUR</a:t>
            </a:r>
          </a:p>
          <a:p>
            <a:r>
              <a:rPr lang="fr-FR" smtClean="0"/>
              <a:t>Not sure if I’ve, made it clear enough</a:t>
            </a:r>
            <a:br>
              <a:rPr lang="fr-FR" smtClean="0"/>
            </a:br>
            <a:r>
              <a:rPr lang="fr-FR" smtClean="0"/>
              <a:t>It’s not my love I sing about 
15-  CHACUN SE DEMANDE SI DIEU EST BON MOI JE CROIS QU'IL L'EST </a:t>
            </a:r>
          </a:p>
          <a:p>
            <a:r>
              <a:rPr lang="fr-FR" smtClean="0"/>
              <a:t>Everybody asks, “Is God good?”</a:t>
            </a:r>
            <a:br>
              <a:rPr lang="fr-FR" smtClean="0"/>
            </a:br>
            <a:r>
              <a:rPr lang="fr-FR" smtClean="0"/>
              <a:t>I believe, He is
16-  EN FAIT, JE SAIS QU'IL L'EST </a:t>
            </a:r>
          </a:p>
          <a:p>
            <a:r>
              <a:rPr lang="fr-FR" smtClean="0"/>
              <a:t>In fact I know, He is</a:t>
            </a:r>
          </a:p>
          <a:p>
            <a:endParaRPr lang="fr-FR" smtClean="0"/>
          </a:p>
          <a:p>
            <a:r>
              <a:rPr lang="fr-FR" smtClean="0"/>
              <a:t>	REFRAIN </a:t>
            </a:r>
          </a:p>
          <a:p>
            <a:r>
              <a:rPr lang="fr-FR" smtClean="0"/>
              <a:t>
17-TU ES AIMÉ</a:t>
            </a:r>
          </a:p>
          <a:p>
            <a:r>
              <a:rPr lang="fr-FR" smtClean="0"/>
              <a:t>You are loved</a:t>
            </a:r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NOUS ÉTIONS PLUS JEUNES, TOI ET MOI PLEINS DE RÊVES, N'EST-CE PAS ?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were younger then, you and me, full of dreams, weren't we?
2-  J'AI PRIS MON CHEMIN, TOI LE TIEN OÙ ÉTAIS-TU ?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went my way, you went yours, where did you go, dear? 
3-  ON M'A DIT QUE TU QUITTAIS NOTRE VIE ENSEMBLE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Someone said you had left the life we lived together then 
4-  C'EST MA FAÇON DE T'ATTEINDRE CAR JE ME SOUVIENS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my way of reaching out ‘cause I remember…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
	5-  VOICI CE QUE JE VOUDRAIS TE DIRE SI JE POUVAIS PARLER À TON CŒUR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is what I want to say to you If I had one chance to speak to your heart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TU ES AIMÉ PLUS QUE TU NE LE SAURAS JAMAIS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loved More than you could ever know 
	7-  VOICI CE QUE JE VOUDRAIS TE DIRE SI JE POUVAIS JUSTE TE PARLER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is what I want to say to you If I had one chance to tell you something
	8-  TU ES AIMÉ PLUS QUE TU NE L'IMAGINES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loved More than you can imagine
	9-  IMAGINE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
10-  SI JE TE DISAIS, LE CROIRAIS-TU SUR LA VOIE ÉTROITE JE SUIS RESTÉE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I told you would you believe, the narrow road, I did not leave
11-  SI JE TE DISAIS, LE COMPRENDRAIS-TU QUE J'AI TROUVÉ LA VÉRITÉ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I told you would you understand that I’ve found truth
12-  ES-TU BLASÉ OU ES-TU BLESSÉ ? J'AIMERAIS POUVOIR TE RETROUVER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 you jaded? Are you hurting now? How I wish that I could tell 
13-  OÙ EST TON CŒUR ? CAR VOIS-TU J'AI TROUVÉ UN CHEZ MOI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Where your heart’s at…can you see? Mine has found – home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
14-  PAS SÛR D'AVOIR ÉTÉ ASSEZ CLAIRE JE NE PARLE PAS DE MON AMOUR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 sure if I’ve, made it clear enough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It’s not my love I sing about 
15-  CHACUN SE DEMANDE SI DIEU EST BON MOI JE CROIS QU'IL L'EST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asks, “Is God good?”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believe, He is
16-  EN FAIT, JE SAIS QU'IL L'EST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fact I know, He is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17-TU ES AIMÉ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loved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NOUS ÉTIONS PLUS JEUNES, TOI ET MOI PLEINS DE RÊVES, N'EST-CE PAS ? </a:t>
            </a:r>
          </a:p>
          <a:p>
            <a:r>
              <a:rPr lang="fr-FR" smtClean="0"/>
              <a:t>We were younger then, you and me, full of dreams, weren't we?
2-  J'AI PRIS MON CHEMIN, TOI LE TIEN OÙ ÉTAIS-TU ?</a:t>
            </a:r>
          </a:p>
          <a:p>
            <a:r>
              <a:rPr lang="fr-FR" smtClean="0"/>
              <a:t>I went my way, you went yours, where did you go, dear? 
3-  ON M'A DIT QUE TU QUITTAIS NOTRE VIE ENSEMBLE</a:t>
            </a:r>
          </a:p>
          <a:p>
            <a:r>
              <a:rPr lang="fr-FR" smtClean="0"/>
              <a:t>Someone said you had left the life we lived together then 
4-  C'EST MA FAÇON DE T'ATTEINDRE CAR JE ME SOUVIENS </a:t>
            </a:r>
          </a:p>
          <a:p>
            <a:r>
              <a:rPr lang="fr-FR" smtClean="0"/>
              <a:t>This is my way of reaching out ‘cause I remember…</a:t>
            </a:r>
          </a:p>
          <a:p>
            <a:endParaRPr lang="fr-FR" smtClean="0"/>
          </a:p>
          <a:p>
            <a:r>
              <a:rPr lang="fr-FR" smtClean="0"/>
              <a:t>	REFRAIN
	5-  VOICI CE QUE JE VOUDRAIS TE DIRE SI JE POUVAIS PARLER À TON CŒUR </a:t>
            </a:r>
          </a:p>
          <a:p>
            <a:r>
              <a:rPr lang="fr-FR" smtClean="0"/>
              <a:t>	This is what I want to say to you If I had one chance to speak to your heart</a:t>
            </a:r>
          </a:p>
          <a:p>
            <a:r>
              <a:rPr lang="fr-FR" smtClean="0"/>
              <a:t>	6-  TU ES AIMÉ PLUS QUE TU NE LE SAURAS JAMAIS</a:t>
            </a:r>
          </a:p>
          <a:p>
            <a:r>
              <a:rPr lang="fr-FR" smtClean="0"/>
              <a:t>	You are loved More than you could ever know 
	7-  VOICI CE QUE JE VOUDRAIS TE DIRE SI JE POUVAIS JUSTE TE PARLER </a:t>
            </a:r>
          </a:p>
          <a:p>
            <a:r>
              <a:rPr lang="fr-FR" smtClean="0"/>
              <a:t>	This is what I want to say to you If I had one chance to tell you something
	8-  TU ES AIMÉ PLUS QUE TU NE L'IMAGINES </a:t>
            </a:r>
          </a:p>
          <a:p>
            <a:r>
              <a:rPr lang="fr-FR" smtClean="0"/>
              <a:t>	You are loved More than you can imagine
	9-  IMAGINE </a:t>
            </a:r>
          </a:p>
          <a:p>
            <a:endParaRPr lang="fr-FR" smtClean="0"/>
          </a:p>
          <a:p>
            <a:r>
              <a:rPr lang="fr-FR" smtClean="0"/>
              <a:t>COUPLET 2
10-  SI JE TE DISAIS, LE CROIRAIS-TU SUR LA VOIE ÉTROITE JE SUIS RESTÉE </a:t>
            </a:r>
          </a:p>
          <a:p>
            <a:r>
              <a:rPr lang="fr-FR" smtClean="0"/>
              <a:t>If I told you would you believe, the narrow road, I did not leave
11-  SI JE TE DISAIS, LE COMPRENDRAIS-TU QUE J'AI TROUVÉ LA VÉRITÉ</a:t>
            </a:r>
          </a:p>
          <a:p>
            <a:r>
              <a:rPr lang="fr-FR" smtClean="0"/>
              <a:t>If I told you would you understand that I’ve found truth
12-  ES-TU BLASÉ OU ES-TU BLESSÉ ? J'AIMERAIS POUVOIR TE RETROUVER</a:t>
            </a:r>
          </a:p>
          <a:p>
            <a:r>
              <a:rPr lang="fr-FR" smtClean="0"/>
              <a:t>Are you jaded? Are you hurting now? How I wish that I could tell 
13-  OÙ EST TON CŒUR ? CAR VOIS-TU J'AI TROUVÉ UN CHEZ MOI</a:t>
            </a:r>
          </a:p>
          <a:p>
            <a:r>
              <a:rPr lang="fr-FR" smtClean="0"/>
              <a:t>Where your heart’s at…can you see? Mine has found – home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 
14-  PAS SÛR D'AVOIR ÉTÉ ASSEZ CLAIRE JE NE PARLE PAS DE MON AMOUR</a:t>
            </a:r>
          </a:p>
          <a:p>
            <a:r>
              <a:rPr lang="fr-FR" smtClean="0"/>
              <a:t>Not sure if I’ve, made it clear enough</a:t>
            </a:r>
            <a:br>
              <a:rPr lang="fr-FR" smtClean="0"/>
            </a:br>
            <a:r>
              <a:rPr lang="fr-FR" smtClean="0"/>
              <a:t>It’s not my love I sing about 
15-  CHACUN SE DEMANDE SI DIEU EST BON MOI JE CROIS QU'IL L'EST </a:t>
            </a:r>
          </a:p>
          <a:p>
            <a:r>
              <a:rPr lang="fr-FR" smtClean="0"/>
              <a:t>Everybody asks, “Is God good?”</a:t>
            </a:r>
            <a:br>
              <a:rPr lang="fr-FR" smtClean="0"/>
            </a:br>
            <a:r>
              <a:rPr lang="fr-FR" smtClean="0"/>
              <a:t>I believe, He is
16-  EN FAIT, JE SAIS QU'IL L'EST </a:t>
            </a:r>
          </a:p>
          <a:p>
            <a:r>
              <a:rPr lang="fr-FR" smtClean="0"/>
              <a:t>In fact I know, He is</a:t>
            </a:r>
          </a:p>
          <a:p>
            <a:endParaRPr lang="fr-FR" smtClean="0"/>
          </a:p>
          <a:p>
            <a:r>
              <a:rPr lang="fr-FR" smtClean="0"/>
              <a:t>	REFRAIN </a:t>
            </a:r>
          </a:p>
          <a:p>
            <a:r>
              <a:rPr lang="fr-FR" smtClean="0"/>
              <a:t>
17-TU ES AIMÉ</a:t>
            </a:r>
          </a:p>
          <a:p>
            <a:r>
              <a:rPr lang="fr-FR" smtClean="0"/>
              <a:t>You are loved</a:t>
            </a:r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NOUS ÉTIONS PLUS JEUNES, TOI ET MOI PLEINS DE RÊVES, N'EST-CE PAS ?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were younger then, you and me, full of dreams, weren't we?
2-  J'AI PRIS MON CHEMIN, TOI LE TIEN OÙ ÉTAIS-TU ?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went my way, you went yours, where did you go, dear? 
3-  ON M'A DIT QUE TU QUITTAIS NOTRE VIE ENSEMBLE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Someone said you had left the life we lived together then 
4-  C'EST MA FAÇON DE T'ATTEINDRE CAR JE ME SOUVIENS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my way of reaching out ‘cause I remember…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
	5-  VOICI CE QUE JE VOUDRAIS TE DIRE SI JE POUVAIS PARLER À TON CŒUR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is what I want to say to you If I had one chance to speak to your heart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TU ES AIMÉ PLUS QUE TU NE LE SAURAS JAMAIS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loved More than you could ever know 
	7-  VOICI CE QUE JE VOUDRAIS TE DIRE SI JE POUVAIS JUSTE TE PARLER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is what I want to say to you If I had one chance to tell you something
	8-  TU ES AIMÉ PLUS QUE TU NE L'IMAGINES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loved More than you can imagine
	9-  IMAGINE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
10-  SI JE TE DISAIS, LE CROIRAIS-TU SUR LA VOIE ÉTROITE JE SUIS RESTÉE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I told you would you believe, the narrow road, I did not leave
11-  SI JE TE DISAIS, LE COMPRENDRAIS-TU QUE J'AI TROUVÉ LA VÉRITÉ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I told you would you understand that I’ve found truth
12-  ES-TU BLASÉ OU ES-TU BLESSÉ ? J'AIMERAIS POUVOIR TE RETROUVER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 you jaded? Are you hurting now? How I wish that I could tell 
13-  OÙ EST TON CŒUR ? CAR VOIS-TU J'AI TROUVÉ UN CHEZ MOI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Where your heart’s at…can you see? Mine has found – home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
14-  PAS SÛR D'AVOIR ÉTÉ ASSEZ CLAIRE JE NE PARLE PAS DE MON AMOUR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 sure if I’ve, made it clear enough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It’s not my love I sing about 
15-  CHACUN SE DEMANDE SI DIEU EST BON MOI JE CROIS QU'IL L'EST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asks, “Is God good?”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believe, He is
16-  EN FAIT, JE SAIS QU'IL L'EST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fact I know, He is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17-TU ES AIMÉ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loved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NOUS ÉTIONS PLUS JEUNES, TOI ET MOI PLEINS DE RÊVES, N'EST-CE PAS ? </a:t>
            </a:r>
          </a:p>
          <a:p>
            <a:r>
              <a:rPr lang="fr-FR" smtClean="0"/>
              <a:t>We were younger then, you and me, full of dreams, weren't we?
2-  J'AI PRIS MON CHEMIN, TOI LE TIEN OÙ ÉTAIS-TU ?</a:t>
            </a:r>
          </a:p>
          <a:p>
            <a:r>
              <a:rPr lang="fr-FR" smtClean="0"/>
              <a:t>I went my way, you went yours, where did you go, dear? 
3-  ON M'A DIT QUE TU QUITTAIS NOTRE VIE ENSEMBLE</a:t>
            </a:r>
          </a:p>
          <a:p>
            <a:r>
              <a:rPr lang="fr-FR" smtClean="0"/>
              <a:t>Someone said you had left the life we lived together then 
4-  C'EST MA FAÇON DE T'ATTEINDRE CAR JE ME SOUVIENS </a:t>
            </a:r>
          </a:p>
          <a:p>
            <a:r>
              <a:rPr lang="fr-FR" smtClean="0"/>
              <a:t>This is my way of reaching out ‘cause I remember…</a:t>
            </a:r>
          </a:p>
          <a:p>
            <a:endParaRPr lang="fr-FR" smtClean="0"/>
          </a:p>
          <a:p>
            <a:r>
              <a:rPr lang="fr-FR" smtClean="0"/>
              <a:t>	REFRAIN
	5-  VOICI CE QUE JE VOUDRAIS TE DIRE SI JE POUVAIS PARLER À TON CŒUR </a:t>
            </a:r>
          </a:p>
          <a:p>
            <a:r>
              <a:rPr lang="fr-FR" smtClean="0"/>
              <a:t>	This is what I want to say to you If I had one chance to speak to your heart</a:t>
            </a:r>
          </a:p>
          <a:p>
            <a:r>
              <a:rPr lang="fr-FR" smtClean="0"/>
              <a:t>	6-  TU ES AIMÉ PLUS QUE TU NE LE SAURAS JAMAIS</a:t>
            </a:r>
          </a:p>
          <a:p>
            <a:r>
              <a:rPr lang="fr-FR" smtClean="0"/>
              <a:t>	You are loved More than you could ever know 
	7-  VOICI CE QUE JE VOUDRAIS TE DIRE SI JE POUVAIS JUSTE TE PARLER </a:t>
            </a:r>
          </a:p>
          <a:p>
            <a:r>
              <a:rPr lang="fr-FR" smtClean="0"/>
              <a:t>	This is what I want to say to you If I had one chance to tell you something
	8-  TU ES AIMÉ PLUS QUE TU NE L'IMAGINES </a:t>
            </a:r>
          </a:p>
          <a:p>
            <a:r>
              <a:rPr lang="fr-FR" smtClean="0"/>
              <a:t>	You are loved More than you can imagine
	9-  IMAGINE </a:t>
            </a:r>
          </a:p>
          <a:p>
            <a:endParaRPr lang="fr-FR" smtClean="0"/>
          </a:p>
          <a:p>
            <a:r>
              <a:rPr lang="fr-FR" smtClean="0"/>
              <a:t>COUPLET 2
10-  SI JE TE DISAIS, LE CROIRAIS-TU SUR LA VOIE ÉTROITE JE SUIS RESTÉE </a:t>
            </a:r>
          </a:p>
          <a:p>
            <a:r>
              <a:rPr lang="fr-FR" smtClean="0"/>
              <a:t>If I told you would you believe, the narrow road, I did not leave
11-  SI JE TE DISAIS, LE COMPRENDRAIS-TU QUE J'AI TROUVÉ LA VÉRITÉ</a:t>
            </a:r>
          </a:p>
          <a:p>
            <a:r>
              <a:rPr lang="fr-FR" smtClean="0"/>
              <a:t>If I told you would you understand that I’ve found truth
12-  ES-TU BLASÉ OU ES-TU BLESSÉ ? J'AIMERAIS POUVOIR TE RETROUVER</a:t>
            </a:r>
          </a:p>
          <a:p>
            <a:r>
              <a:rPr lang="fr-FR" smtClean="0"/>
              <a:t>Are you jaded? Are you hurting now? How I wish that I could tell 
13-  OÙ EST TON CŒUR ? CAR VOIS-TU J'AI TROUVÉ UN CHEZ MOI</a:t>
            </a:r>
          </a:p>
          <a:p>
            <a:r>
              <a:rPr lang="fr-FR" smtClean="0"/>
              <a:t>Where your heart’s at…can you see? Mine has found – home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 
14-  PAS SÛR D'AVOIR ÉTÉ ASSEZ CLAIRE JE NE PARLE PAS DE MON AMOUR</a:t>
            </a:r>
          </a:p>
          <a:p>
            <a:r>
              <a:rPr lang="fr-FR" smtClean="0"/>
              <a:t>Not sure if I’ve, made it clear enough</a:t>
            </a:r>
            <a:br>
              <a:rPr lang="fr-FR" smtClean="0"/>
            </a:br>
            <a:r>
              <a:rPr lang="fr-FR" smtClean="0"/>
              <a:t>It’s not my love I sing about 
15-  CHACUN SE DEMANDE SI DIEU EST BON MOI JE CROIS QU'IL L'EST </a:t>
            </a:r>
          </a:p>
          <a:p>
            <a:r>
              <a:rPr lang="fr-FR" smtClean="0"/>
              <a:t>Everybody asks, “Is God good?”</a:t>
            </a:r>
            <a:br>
              <a:rPr lang="fr-FR" smtClean="0"/>
            </a:br>
            <a:r>
              <a:rPr lang="fr-FR" smtClean="0"/>
              <a:t>I believe, He is
16-  EN FAIT, JE SAIS QU'IL L'EST </a:t>
            </a:r>
          </a:p>
          <a:p>
            <a:r>
              <a:rPr lang="fr-FR" smtClean="0"/>
              <a:t>In fact I know, He is</a:t>
            </a:r>
          </a:p>
          <a:p>
            <a:endParaRPr lang="fr-FR" smtClean="0"/>
          </a:p>
          <a:p>
            <a:r>
              <a:rPr lang="fr-FR" smtClean="0"/>
              <a:t>	REFRAIN </a:t>
            </a:r>
          </a:p>
          <a:p>
            <a:r>
              <a:rPr lang="fr-FR" smtClean="0"/>
              <a:t>
17-TU ES AIMÉ</a:t>
            </a:r>
          </a:p>
          <a:p>
            <a:r>
              <a:rPr lang="fr-FR" smtClean="0"/>
              <a:t>You are loved</a:t>
            </a:r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NOUS ÉTIONS PLUS JEUNES, TOI ET MOI PLEINS DE RÊVES, N'EST-CE PAS ?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were younger then, you and me, full of dreams, weren't we?
2-  J'AI PRIS MON CHEMIN, TOI LE TIEN OÙ ÉTAIS-TU ?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went my way, you went yours, where did you go, dear? 
3-  ON M'A DIT QUE TU QUITTAIS NOTRE VIE ENSEMBLE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Someone said you had left the life we lived together then 
4-  C'EST MA FAÇON DE T'ATTEINDRE CAR JE ME SOUVIENS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my way of reaching out ‘cause I remember…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
	5-  VOICI CE QUE JE VOUDRAIS TE DIRE SI JE POUVAIS PARLER À TON CŒUR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is what I want to say to you If I had one chance to speak to your heart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TU ES AIMÉ PLUS QUE TU NE LE SAURAS JAMAIS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loved More than you could ever know 
	7-  VOICI CE QUE JE VOUDRAIS TE DIRE SI JE POUVAIS JUSTE TE PARLER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is what I want to say to you If I had one chance to tell you something
	8-  TU ES AIMÉ PLUS QUE TU NE L'IMAGINES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loved More than you can imagine
	9-  IMAGINE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
10-  SI JE TE DISAIS, LE CROIRAIS-TU SUR LA VOIE ÉTROITE JE SUIS RESTÉE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I told you would you believe, the narrow road, I did not leave
11-  SI JE TE DISAIS, LE COMPRENDRAIS-TU QUE J'AI TROUVÉ LA VÉRITÉ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I told you would you understand that I’ve found truth
12-  ES-TU BLASÉ OU ES-TU BLESSÉ ? J'AIMERAIS POUVOIR TE RETROUVER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 you jaded? Are you hurting now? How I wish that I could tell 
13-  OÙ EST TON CŒUR ? CAR VOIS-TU J'AI TROUVÉ UN CHEZ MOI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Where your heart’s at…can you see? Mine has found – home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
14-  PAS SÛR D'AVOIR ÉTÉ ASSEZ CLAIRE JE NE PARLE PAS DE MON AMOUR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 sure if I’ve, made it clear enough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It’s not my love I sing about 
15-  CHACUN SE DEMANDE SI DIEU EST BON MOI JE CROIS QU'IL L'EST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asks, “Is God good?”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believe, He is
16-  EN FAIT, JE SAIS QU'IL L'EST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fact I know, He is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17-TU ES AIMÉ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loved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NOUS ÉTIONS PLUS JEUNES, TOI ET MOI PLEINS DE RÊVES, N'EST-CE PAS ? </a:t>
            </a:r>
          </a:p>
          <a:p>
            <a:r>
              <a:rPr lang="fr-FR" smtClean="0"/>
              <a:t>We were younger then, you and me, full of dreams, weren't we?
2-  J'AI PRIS MON CHEMIN, TOI LE TIEN OÙ ÉTAIS-TU ?</a:t>
            </a:r>
          </a:p>
          <a:p>
            <a:r>
              <a:rPr lang="fr-FR" smtClean="0"/>
              <a:t>I went my way, you went yours, where did you go, dear? 
3-  ON M'A DIT QUE TU QUITTAIS NOTRE VIE ENSEMBLE</a:t>
            </a:r>
          </a:p>
          <a:p>
            <a:r>
              <a:rPr lang="fr-FR" smtClean="0"/>
              <a:t>Someone said you had left the life we lived together then 
4-  C'EST MA FAÇON DE T'ATTEINDRE CAR JE ME SOUVIENS </a:t>
            </a:r>
          </a:p>
          <a:p>
            <a:r>
              <a:rPr lang="fr-FR" smtClean="0"/>
              <a:t>This is my way of reaching out ‘cause I remember…</a:t>
            </a:r>
          </a:p>
          <a:p>
            <a:endParaRPr lang="fr-FR" smtClean="0"/>
          </a:p>
          <a:p>
            <a:r>
              <a:rPr lang="fr-FR" smtClean="0"/>
              <a:t>	REFRAIN
	5-  VOICI CE QUE JE VOUDRAIS TE DIRE SI JE POUVAIS PARLER À TON CŒUR </a:t>
            </a:r>
          </a:p>
          <a:p>
            <a:r>
              <a:rPr lang="fr-FR" smtClean="0"/>
              <a:t>	This is what I want to say to you If I had one chance to speak to your heart</a:t>
            </a:r>
          </a:p>
          <a:p>
            <a:r>
              <a:rPr lang="fr-FR" smtClean="0"/>
              <a:t>	6-  TU ES AIMÉ PLUS QUE TU NE LE SAURAS JAMAIS</a:t>
            </a:r>
          </a:p>
          <a:p>
            <a:r>
              <a:rPr lang="fr-FR" smtClean="0"/>
              <a:t>	You are loved More than you could ever know 
	7-  VOICI CE QUE JE VOUDRAIS TE DIRE SI JE POUVAIS JUSTE TE PARLER </a:t>
            </a:r>
          </a:p>
          <a:p>
            <a:r>
              <a:rPr lang="fr-FR" smtClean="0"/>
              <a:t>	This is what I want to say to you If I had one chance to tell you something
	8-  TU ES AIMÉ PLUS QUE TU NE L'IMAGINES </a:t>
            </a:r>
          </a:p>
          <a:p>
            <a:r>
              <a:rPr lang="fr-FR" smtClean="0"/>
              <a:t>	You are loved More than you can imagine
	9-  IMAGINE </a:t>
            </a:r>
          </a:p>
          <a:p>
            <a:endParaRPr lang="fr-FR" smtClean="0"/>
          </a:p>
          <a:p>
            <a:r>
              <a:rPr lang="fr-FR" smtClean="0"/>
              <a:t>COUPLET 2
10-  SI JE TE DISAIS, LE CROIRAIS-TU SUR LA VOIE ÉTROITE JE SUIS RESTÉE </a:t>
            </a:r>
          </a:p>
          <a:p>
            <a:r>
              <a:rPr lang="fr-FR" smtClean="0"/>
              <a:t>If I told you would you believe, the narrow road, I did not leave
11-  SI JE TE DISAIS, LE COMPRENDRAIS-TU QUE J'AI TROUVÉ LA VÉRITÉ</a:t>
            </a:r>
          </a:p>
          <a:p>
            <a:r>
              <a:rPr lang="fr-FR" smtClean="0"/>
              <a:t>If I told you would you understand that I’ve found truth
12-  ES-TU BLASÉ OU ES-TU BLESSÉ ? J'AIMERAIS POUVOIR TE RETROUVER</a:t>
            </a:r>
          </a:p>
          <a:p>
            <a:r>
              <a:rPr lang="fr-FR" smtClean="0"/>
              <a:t>Are you jaded? Are you hurting now? How I wish that I could tell 
13-  OÙ EST TON CŒUR ? CAR VOIS-TU J'AI TROUVÉ UN CHEZ MOI</a:t>
            </a:r>
          </a:p>
          <a:p>
            <a:r>
              <a:rPr lang="fr-FR" smtClean="0"/>
              <a:t>Where your heart’s at…can you see? Mine has found – home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 
14-  PAS SÛR D'AVOIR ÉTÉ ASSEZ CLAIRE JE NE PARLE PAS DE MON AMOUR</a:t>
            </a:r>
          </a:p>
          <a:p>
            <a:r>
              <a:rPr lang="fr-FR" smtClean="0"/>
              <a:t>Not sure if I’ve, made it clear enough</a:t>
            </a:r>
            <a:br>
              <a:rPr lang="fr-FR" smtClean="0"/>
            </a:br>
            <a:r>
              <a:rPr lang="fr-FR" smtClean="0"/>
              <a:t>It’s not my love I sing about 
15-  CHACUN SE DEMANDE SI DIEU EST BON MOI JE CROIS QU'IL L'EST </a:t>
            </a:r>
          </a:p>
          <a:p>
            <a:r>
              <a:rPr lang="fr-FR" smtClean="0"/>
              <a:t>Everybody asks, “Is God good?”</a:t>
            </a:r>
            <a:br>
              <a:rPr lang="fr-FR" smtClean="0"/>
            </a:br>
            <a:r>
              <a:rPr lang="fr-FR" smtClean="0"/>
              <a:t>I believe, He is
16-  EN FAIT, JE SAIS QU'IL L'EST </a:t>
            </a:r>
          </a:p>
          <a:p>
            <a:r>
              <a:rPr lang="fr-FR" smtClean="0"/>
              <a:t>In fact I know, He is</a:t>
            </a:r>
          </a:p>
          <a:p>
            <a:endParaRPr lang="fr-FR" smtClean="0"/>
          </a:p>
          <a:p>
            <a:r>
              <a:rPr lang="fr-FR" smtClean="0"/>
              <a:t>	REFRAIN </a:t>
            </a:r>
          </a:p>
          <a:p>
            <a:r>
              <a:rPr lang="fr-FR" smtClean="0"/>
              <a:t>
17-TU ES AIMÉ</a:t>
            </a:r>
          </a:p>
          <a:p>
            <a:r>
              <a:rPr lang="fr-FR" smtClean="0"/>
              <a:t>You are loved</a:t>
            </a:r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NOUS ÉTIONS PLUS JEUNES, TOI ET MOI PLEINS DE RÊVES, N'EST-CE PAS ?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were younger then, you and me, full of dreams, weren't we?
2-  J'AI PRIS MON CHEMIN, TOI LE TIEN OÙ ÉTAIS-TU ?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went my way, you went yours, where did you go, dear? 
3-  ON M'A DIT QUE TU QUITTAIS NOTRE VIE ENSEMBLE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Someone said you had left the life we lived together then 
4-  C'EST MA FAÇON DE T'ATTEINDRE CAR JE ME SOUVIENS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my way of reaching out ‘cause I remember…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
	5-  VOICI CE QUE JE VOUDRAIS TE DIRE SI JE POUVAIS PARLER À TON CŒUR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is what I want to say to you If I had one chance to speak to your heart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TU ES AIMÉ PLUS QUE TU NE LE SAURAS JAMAIS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loved More than you could ever know 
	7-  VOICI CE QUE JE VOUDRAIS TE DIRE SI JE POUVAIS JUSTE TE PARLER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is what I want to say to you If I had one chance to tell you something
	8-  TU ES AIMÉ PLUS QUE TU NE L'IMAGINES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loved More than you can imagine
	9-  IMAGINE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
10-  SI JE TE DISAIS, LE CROIRAIS-TU SUR LA VOIE ÉTROITE JE SUIS RESTÉE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I told you would you believe, the narrow road, I did not leave
11-  SI JE TE DISAIS, LE COMPRENDRAIS-TU QUE J'AI TROUVÉ LA VÉRITÉ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I told you would you understand that I’ve found truth
12-  ES-TU BLASÉ OU ES-TU BLESSÉ ? J'AIMERAIS POUVOIR TE RETROUVER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 you jaded? Are you hurting now? How I wish that I could tell 
13-  OÙ EST TON CŒUR ? CAR VOIS-TU J'AI TROUVÉ UN CHEZ MOI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Where your heart’s at…can you see? Mine has found – home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
14-  PAS SÛR D'AVOIR ÉTÉ ASSEZ CLAIRE JE NE PARLE PAS DE MON AMOUR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 sure if I’ve, made it clear enough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It’s not my love I sing about 
15-  CHACUN SE DEMANDE SI DIEU EST BON MOI JE CROIS QU'IL L'EST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asks, “Is God good?”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believe, He is
16-  EN FAIT, JE SAIS QU'IL L'EST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fact I know, He is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17-TU ES AIMÉ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loved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NOUS ÉTIONS PLUS JEUNES, TOI ET MOI PLEINS DE RÊVES, N'EST-CE PAS ? </a:t>
            </a:r>
          </a:p>
          <a:p>
            <a:r>
              <a:rPr lang="fr-FR" smtClean="0"/>
              <a:t>We were younger then, you and me, full of dreams, weren't we?
2-  J'AI PRIS MON CHEMIN, TOI LE TIEN OÙ ÉTAIS-TU ?</a:t>
            </a:r>
          </a:p>
          <a:p>
            <a:r>
              <a:rPr lang="fr-FR" smtClean="0"/>
              <a:t>I went my way, you went yours, where did you go, dear? 
3-  ON M'A DIT QUE TU QUITTAIS NOTRE VIE ENSEMBLE</a:t>
            </a:r>
          </a:p>
          <a:p>
            <a:r>
              <a:rPr lang="fr-FR" smtClean="0"/>
              <a:t>Someone said you had left the life we lived together then 
4-  C'EST MA FAÇON DE T'ATTEINDRE CAR JE ME SOUVIENS </a:t>
            </a:r>
          </a:p>
          <a:p>
            <a:r>
              <a:rPr lang="fr-FR" smtClean="0"/>
              <a:t>This is my way of reaching out ‘cause I remember…</a:t>
            </a:r>
          </a:p>
          <a:p>
            <a:endParaRPr lang="fr-FR" smtClean="0"/>
          </a:p>
          <a:p>
            <a:r>
              <a:rPr lang="fr-FR" smtClean="0"/>
              <a:t>	REFRAIN
	5-  VOICI CE QUE JE VOUDRAIS TE DIRE SI JE POUVAIS PARLER À TON CŒUR </a:t>
            </a:r>
          </a:p>
          <a:p>
            <a:r>
              <a:rPr lang="fr-FR" smtClean="0"/>
              <a:t>	This is what I want to say to you If I had one chance to speak to your heart</a:t>
            </a:r>
          </a:p>
          <a:p>
            <a:r>
              <a:rPr lang="fr-FR" smtClean="0"/>
              <a:t>	6-  TU ES AIMÉ PLUS QUE TU NE LE SAURAS JAMAIS</a:t>
            </a:r>
          </a:p>
          <a:p>
            <a:r>
              <a:rPr lang="fr-FR" smtClean="0"/>
              <a:t>	You are loved More than you could ever know 
	7-  VOICI CE QUE JE VOUDRAIS TE DIRE SI JE POUVAIS JUSTE TE PARLER </a:t>
            </a:r>
          </a:p>
          <a:p>
            <a:r>
              <a:rPr lang="fr-FR" smtClean="0"/>
              <a:t>	This is what I want to say to you If I had one chance to tell you something
	8-  TU ES AIMÉ PLUS QUE TU NE L'IMAGINES </a:t>
            </a:r>
          </a:p>
          <a:p>
            <a:r>
              <a:rPr lang="fr-FR" smtClean="0"/>
              <a:t>	You are loved More than you can imagine
	9-  IMAGINE </a:t>
            </a:r>
          </a:p>
          <a:p>
            <a:endParaRPr lang="fr-FR" smtClean="0"/>
          </a:p>
          <a:p>
            <a:r>
              <a:rPr lang="fr-FR" smtClean="0"/>
              <a:t>COUPLET 2
10-  SI JE TE DISAIS, LE CROIRAIS-TU SUR LA VOIE ÉTROITE JE SUIS RESTÉE </a:t>
            </a:r>
          </a:p>
          <a:p>
            <a:r>
              <a:rPr lang="fr-FR" smtClean="0"/>
              <a:t>If I told you would you believe, the narrow road, I did not leave
11-  SI JE TE DISAIS, LE COMPRENDRAIS-TU QUE J'AI TROUVÉ LA VÉRITÉ</a:t>
            </a:r>
          </a:p>
          <a:p>
            <a:r>
              <a:rPr lang="fr-FR" smtClean="0"/>
              <a:t>If I told you would you understand that I’ve found truth
12-  ES-TU BLASÉ OU ES-TU BLESSÉ ? J'AIMERAIS POUVOIR TE RETROUVER</a:t>
            </a:r>
          </a:p>
          <a:p>
            <a:r>
              <a:rPr lang="fr-FR" smtClean="0"/>
              <a:t>Are you jaded? Are you hurting now? How I wish that I could tell 
13-  OÙ EST TON CŒUR ? CAR VOIS-TU J'AI TROUVÉ UN CHEZ MOI</a:t>
            </a:r>
          </a:p>
          <a:p>
            <a:r>
              <a:rPr lang="fr-FR" smtClean="0"/>
              <a:t>Where your heart’s at…can you see? Mine has found – home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 
14-  PAS SÛR D'AVOIR ÉTÉ ASSEZ CLAIRE JE NE PARLE PAS DE MON AMOUR</a:t>
            </a:r>
          </a:p>
          <a:p>
            <a:r>
              <a:rPr lang="fr-FR" smtClean="0"/>
              <a:t>Not sure if I’ve, made it clear enough</a:t>
            </a:r>
            <a:br>
              <a:rPr lang="fr-FR" smtClean="0"/>
            </a:br>
            <a:r>
              <a:rPr lang="fr-FR" smtClean="0"/>
              <a:t>It’s not my love I sing about 
15-  CHACUN SE DEMANDE SI DIEU EST BON MOI JE CROIS QU'IL L'EST </a:t>
            </a:r>
          </a:p>
          <a:p>
            <a:r>
              <a:rPr lang="fr-FR" smtClean="0"/>
              <a:t>Everybody asks, “Is God good?”</a:t>
            </a:r>
            <a:br>
              <a:rPr lang="fr-FR" smtClean="0"/>
            </a:br>
            <a:r>
              <a:rPr lang="fr-FR" smtClean="0"/>
              <a:t>I believe, He is
16-  EN FAIT, JE SAIS QU'IL L'EST </a:t>
            </a:r>
          </a:p>
          <a:p>
            <a:r>
              <a:rPr lang="fr-FR" smtClean="0"/>
              <a:t>In fact I know, He is</a:t>
            </a:r>
          </a:p>
          <a:p>
            <a:endParaRPr lang="fr-FR" smtClean="0"/>
          </a:p>
          <a:p>
            <a:r>
              <a:rPr lang="fr-FR" smtClean="0"/>
              <a:t>	REFRAIN </a:t>
            </a:r>
          </a:p>
          <a:p>
            <a:r>
              <a:rPr lang="fr-FR" smtClean="0"/>
              <a:t>
17-TU ES AIMÉ</a:t>
            </a:r>
          </a:p>
          <a:p>
            <a:r>
              <a:rPr lang="fr-FR" smtClean="0"/>
              <a:t>You are loved</a:t>
            </a:r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NOUS ÉTIONS PLUS JEUNES, TOI ET MOI PLEINS DE RÊVES, N'EST-CE PAS ?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were younger then, you and me, full of dreams, weren't we?
2-  J'AI PRIS MON CHEMIN, TOI LE TIEN OÙ ÉTAIS-TU ?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went my way, you went yours, where did you go, dear? 
3-  ON M'A DIT QUE TU QUITTAIS NOTRE VIE ENSEMBLE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Someone said you had left the life we lived together then 
4-  C'EST MA FAÇON DE T'ATTEINDRE CAR JE ME SOUVIENS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my way of reaching out ‘cause I remember…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
	5-  VOICI CE QUE JE VOUDRAIS TE DIRE SI JE POUVAIS PARLER À TON CŒUR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is what I want to say to you If I had one chance to speak to your heart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TU ES AIMÉ PLUS QUE TU NE LE SAURAS JAMAIS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loved More than you could ever know 
	7-  VOICI CE QUE JE VOUDRAIS TE DIRE SI JE POUVAIS JUSTE TE PARLER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is what I want to say to you If I had one chance to tell you something
	8-  TU ES AIMÉ PLUS QUE TU NE L'IMAGINES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You are loved More than you can imagine
	9-  IMAGINE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
10-  SI JE TE DISAIS, LE CROIRAIS-TU SUR LA VOIE ÉTROITE JE SUIS RESTÉE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I told you would you believe, the narrow road, I did not leave
11-  SI JE TE DISAIS, LE COMPRENDRAIS-TU QUE J'AI TROUVÉ LA VÉRITÉ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I told you would you understand that I’ve found truth
12-  ES-TU BLASÉ OU ES-TU BLESSÉ ? J'AIMERAIS POUVOIR TE RETROUVER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 you jaded? Are you hurting now? How I wish that I could tell 
13-  OÙ EST TON CŒUR ? CAR VOIS-TU J'AI TROUVÉ UN CHEZ MOI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Where your heart’s at…can you see? Mine has found – home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
14-  PAS SÛR D'AVOIR ÉTÉ ASSEZ CLAIRE JE NE PARLE PAS DE MON AMOUR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 sure if I’ve, made it clear enough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It’s not my love I sing about 
15-  CHACUN SE DEMANDE SI DIEU EST BON MOI JE CROIS QU'IL L'EST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asks, “Is God good?”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believe, He is
16-  EN FAIT, JE SAIS QU'IL L'EST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fact I know, He is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17-TU ES AIMÉ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loved</a:t>
            </a: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NOUS ÉTIONS PLUS JEUNES, TOI ET MOI PLEINS DE RÊVES, N'EST-CE PAS ? </a:t>
            </a:r>
          </a:p>
          <a:p>
            <a:r>
              <a:rPr lang="fr-FR" smtClean="0"/>
              <a:t>We were younger then, you and me, full of dreams, weren't we?
2-  J'AI PRIS MON CHEMIN, TOI LE TIEN OÙ ÉTAIS-TU ?</a:t>
            </a:r>
          </a:p>
          <a:p>
            <a:r>
              <a:rPr lang="fr-FR" smtClean="0"/>
              <a:t>I went my way, you went yours, where did you go, dear? 
3-  ON M'A DIT QUE TU QUITTAIS NOTRE VIE ENSEMBLE</a:t>
            </a:r>
          </a:p>
          <a:p>
            <a:r>
              <a:rPr lang="fr-FR" smtClean="0"/>
              <a:t>Someone said you had left the life we lived together then 
4-  C'EST MA FAÇON DE T'ATTEINDRE CAR JE ME SOUVIENS </a:t>
            </a:r>
          </a:p>
          <a:p>
            <a:r>
              <a:rPr lang="fr-FR" smtClean="0"/>
              <a:t>This is my way of reaching out ‘cause I remember…</a:t>
            </a:r>
          </a:p>
          <a:p>
            <a:endParaRPr lang="fr-FR" smtClean="0"/>
          </a:p>
          <a:p>
            <a:r>
              <a:rPr lang="fr-FR" smtClean="0"/>
              <a:t>	REFRAIN
	5-  VOICI CE QUE JE VOUDRAIS TE DIRE SI JE POUVAIS PARLER À TON CŒUR </a:t>
            </a:r>
          </a:p>
          <a:p>
            <a:r>
              <a:rPr lang="fr-FR" smtClean="0"/>
              <a:t>	This is what I want to say to you If I had one chance to speak to your heart</a:t>
            </a:r>
          </a:p>
          <a:p>
            <a:r>
              <a:rPr lang="fr-FR" smtClean="0"/>
              <a:t>	6-  TU ES AIMÉ PLUS QUE TU NE LE SAURAS JAMAIS</a:t>
            </a:r>
          </a:p>
          <a:p>
            <a:r>
              <a:rPr lang="fr-FR" smtClean="0"/>
              <a:t>	You are loved More than you could ever know 
	7-  VOICI CE QUE JE VOUDRAIS TE DIRE SI JE POUVAIS JUSTE TE PARLER </a:t>
            </a:r>
          </a:p>
          <a:p>
            <a:r>
              <a:rPr lang="fr-FR" smtClean="0"/>
              <a:t>	This is what I want to say to you If I had one chance to tell you something
	8-  TU ES AIMÉ PLUS QUE TU NE L'IMAGINES </a:t>
            </a:r>
          </a:p>
          <a:p>
            <a:r>
              <a:rPr lang="fr-FR" smtClean="0"/>
              <a:t>	You are loved More than you can imagine
	9-  IMAGINE </a:t>
            </a:r>
          </a:p>
          <a:p>
            <a:endParaRPr lang="fr-FR" smtClean="0"/>
          </a:p>
          <a:p>
            <a:r>
              <a:rPr lang="fr-FR" smtClean="0"/>
              <a:t>COUPLET 2
10-  SI JE TE DISAIS, LE CROIRAIS-TU SUR LA VOIE ÉTROITE JE SUIS RESTÉE </a:t>
            </a:r>
          </a:p>
          <a:p>
            <a:r>
              <a:rPr lang="fr-FR" smtClean="0"/>
              <a:t>If I told you would you believe, the narrow road, I did not leave
11-  SI JE TE DISAIS, LE COMPRENDRAIS-TU QUE J'AI TROUVÉ LA VÉRITÉ</a:t>
            </a:r>
          </a:p>
          <a:p>
            <a:r>
              <a:rPr lang="fr-FR" smtClean="0"/>
              <a:t>If I told you would you understand that I’ve found truth
12-  ES-TU BLASÉ OU ES-TU BLESSÉ ? J'AIMERAIS POUVOIR TE RETROUVER</a:t>
            </a:r>
          </a:p>
          <a:p>
            <a:r>
              <a:rPr lang="fr-FR" smtClean="0"/>
              <a:t>Are you jaded? Are you hurting now? How I wish that I could tell 
13-  OÙ EST TON CŒUR ? CAR VOIS-TU J'AI TROUVÉ UN CHEZ MOI</a:t>
            </a:r>
          </a:p>
          <a:p>
            <a:r>
              <a:rPr lang="fr-FR" smtClean="0"/>
              <a:t>Where your heart’s at…can you see? Mine has found – home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 
14-  PAS SÛR D'AVOIR ÉTÉ ASSEZ CLAIRE JE NE PARLE PAS DE MON AMOUR</a:t>
            </a:r>
          </a:p>
          <a:p>
            <a:r>
              <a:rPr lang="fr-FR" smtClean="0"/>
              <a:t>Not sure if I’ve, made it clear enough</a:t>
            </a:r>
            <a:br>
              <a:rPr lang="fr-FR" smtClean="0"/>
            </a:br>
            <a:r>
              <a:rPr lang="fr-FR" smtClean="0"/>
              <a:t>It’s not my love I sing about 
15-  CHACUN SE DEMANDE SI DIEU EST BON MOI JE CROIS QU'IL L'EST </a:t>
            </a:r>
          </a:p>
          <a:p>
            <a:r>
              <a:rPr lang="fr-FR" smtClean="0"/>
              <a:t>Everybody asks, “Is God good?”</a:t>
            </a:r>
            <a:br>
              <a:rPr lang="fr-FR" smtClean="0"/>
            </a:br>
            <a:r>
              <a:rPr lang="fr-FR" smtClean="0"/>
              <a:t>I believe, He is
16-  EN FAIT, JE SAIS QU'IL L'EST </a:t>
            </a:r>
          </a:p>
          <a:p>
            <a:r>
              <a:rPr lang="fr-FR" smtClean="0"/>
              <a:t>In fact I know, He is</a:t>
            </a:r>
          </a:p>
          <a:p>
            <a:endParaRPr lang="fr-FR" smtClean="0"/>
          </a:p>
          <a:p>
            <a:r>
              <a:rPr lang="fr-FR" smtClean="0"/>
              <a:t>	REFRAIN </a:t>
            </a:r>
          </a:p>
          <a:p>
            <a:r>
              <a:rPr lang="fr-FR" smtClean="0"/>
              <a:t>
17-TU ES AIMÉ</a:t>
            </a:r>
          </a:p>
          <a:p>
            <a:r>
              <a:rPr lang="fr-FR" smtClean="0"/>
              <a:t>You are loved</a:t>
            </a:r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CC59E-7D1E-4F01-9F56-5E381E9D62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21F4-FCF3-4E59-99F6-41BA84B2C0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40ECE-20E6-4946-A7EF-79E7396C5C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BC1BB-849D-43A7-B866-1CB92D567A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C5B45-4095-4228-BDBC-2A56430323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1DA2-E99B-4B4C-9271-FCE4A8903E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BA51E-E4AE-4097-89B8-F79FBA162A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32D6D-9D18-4971-9E34-6BC0833C02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728AC-FBA5-4A8B-8058-AB296DE2A77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B35A-6AB0-4873-B73C-8E6E224E5D0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231ED-B4C7-4F0B-A493-3E9A104EEE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AEA990-3CAF-4C04-AF86-A9B781D94F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ÉTIONS PLUS JEUNES, TOI ET MOI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PLEINS DE RÊVES, N'EST-CE PAS ?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J'AI PRIS MON CHEMIN, TOI LE TIEN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OÙ ÉTAIS-TU ?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ON M'A DIT QUE TU QUITTAIS NOTRE VIE ENSEMBLE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C'EST MA FAÇON DE T'ATTEINDRE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JE ME SOUVIENS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VOICI CE QUE JE VOUDRAIS TE DIRE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SI JE POUVAIS PARLER À TON CŒUR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AIMÉ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PLUS QUE TU NE LE SAURAS JAMAIS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VOICI CE QUE JE VOUDRAIS TE DIRE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SI JE POUVAIS JUSTE TE PARLER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AIMÉ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PLUS QUE TU NE L'IMAGINES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IMAGINE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SI JE TE DISAIS, LE CROIRAIS-TU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SUR LA VOIE ÉTROITE JE SUIS RESTÉE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SI JE TE DISAIS, LE COMPRENDRAIS-TU QUE J'AI TROUVÉ LA VÉRITÉ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ES-TU BLASÉ OU ES-TU BLESSÉ ? J'AIMERAIS POUVOIR TE RETROUVER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OÙ EST TON CŒUR ? CAR VOIS-TU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J'AI TROUVÉ UN CHEZ MOI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PAS SÛR D'AVOIR ÉTÉ ASSEZ CLAIRE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NE PARLE PAS DE MON AMOUR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CHACUN SE DEMANDE SI DIEU EST BON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MOI JE CROIS QU'IL L'EST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FAIT, JE SAIS QU'IL L'EST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AIMÉ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1658</TotalTime>
  <Words>736</Words>
  <Application>Microsoft Office PowerPoint</Application>
  <PresentationFormat>Affichage à l'écran (4:3)</PresentationFormat>
  <Paragraphs>1048</Paragraphs>
  <Slides>17</Slides>
  <Notes>17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18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194</cp:revision>
  <dcterms:created xsi:type="dcterms:W3CDTF">2002-08-17T10:50:50Z</dcterms:created>
  <dcterms:modified xsi:type="dcterms:W3CDTF">2019-07-21T07:45:28Z</dcterms:modified>
</cp:coreProperties>
</file>