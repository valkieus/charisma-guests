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73" r:id="rId2"/>
    <p:sldId id="274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9" r:id="rId16"/>
    <p:sldId id="287" r:id="rId17"/>
    <p:sldId id="288" r:id="rId1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3600" autoAdjust="0"/>
    <p:restoredTop sz="43768" autoAdjust="0"/>
  </p:normalViewPr>
  <p:slideViewPr>
    <p:cSldViewPr>
      <p:cViewPr varScale="1">
        <p:scale>
          <a:sx n="38" d="100"/>
          <a:sy n="38" d="100"/>
        </p:scale>
        <p:origin x="-2586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19/07/2019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altLang="fr-FR" dirty="0" smtClean="0"/>
              <a:t>1-  QUAND LA NUIT TOMBÉE  LA PEUR S’INSTALLAIT 
2-  TU M’AS APPELÉ QUAND JE NE CROYAIS PLUS 
3-  ET JE N’ESPÉRAI PLUS  TU M’AS RELEVÉ  </a:t>
            </a:r>
          </a:p>
          <a:p>
            <a:r>
              <a:rPr lang="fr-FR" altLang="fr-FR" dirty="0" smtClean="0"/>
              <a:t>
	</a:t>
            </a:r>
            <a:r>
              <a:rPr lang="fr-FR" altLang="fr-FR" dirty="0" err="1" smtClean="0"/>
              <a:t>Prérefrain</a:t>
            </a:r>
            <a:endParaRPr lang="fr-FR" altLang="fr-FR" dirty="0" smtClean="0"/>
          </a:p>
          <a:p>
            <a:r>
              <a:rPr lang="fr-FR" altLang="fr-FR" dirty="0" smtClean="0"/>
              <a:t>	4-  LORSQUE MES FORCES NE SUFFISENT PAS, TU ES SUFFISANT POUR MOI  
	5-  JE DÉCIDE DE NE PAS ABANDONNER  CAR TU N’ABANDONNERAS PAS 
	6-  TU NE M’ABANDONNERAS PAS </a:t>
            </a:r>
          </a:p>
          <a:p>
            <a:endParaRPr lang="fr-FR" altLang="fr-FR" dirty="0" smtClean="0"/>
          </a:p>
          <a:p>
            <a:r>
              <a:rPr lang="fr-FR" altLang="fr-FR" dirty="0" smtClean="0"/>
              <a:t>	Refrain:
	7-  TON AMOUR QUI RÉSONNE  COMME UN ÉCHO 
	8-  JE L’ENTENDS M’APPELER  DE PLUS EN PLUS HAUT  
	9-  TON AMOUR QUI RÉSONNE  COMME UN ÉCHO 
	10-  JE L’ENTENDS S’EXPRIMER  COMME UN ÉCHO </a:t>
            </a:r>
            <a:r>
              <a:rPr lang="fr-FR" altLang="fr-FR" dirty="0" err="1" smtClean="0"/>
              <a:t>ÉCHO</a:t>
            </a:r>
            <a:r>
              <a:rPr lang="fr-FR" altLang="fr-FR" dirty="0" smtClean="0"/>
              <a:t>  
	11-  DANS MON ÂME OH </a:t>
            </a:r>
            <a:r>
              <a:rPr lang="fr-FR" altLang="fr-FR" dirty="0" err="1" smtClean="0"/>
              <a:t>OH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OH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OH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OH</a:t>
            </a:r>
            <a:r>
              <a:rPr lang="fr-FR" altLang="fr-FR" dirty="0" smtClean="0"/>
              <a:t> </a:t>
            </a:r>
          </a:p>
          <a:p>
            <a:r>
              <a:rPr lang="fr-FR" altLang="fr-FR" dirty="0" smtClean="0"/>
              <a:t>
12-  EN CHAQUE SAISON TA VOIX  ME RAPPELLE TOUTES TES PROMESSES 
13-  RIEN NE PEUT STOPPER C’QUE TU AS COMMENCÉ TU ME RENDRAS COMPLET </a:t>
            </a:r>
          </a:p>
          <a:p>
            <a:endParaRPr lang="fr-FR" altLang="fr-FR" dirty="0" smtClean="0"/>
          </a:p>
          <a:p>
            <a:r>
              <a:rPr lang="fr-FR" altLang="fr-FR" dirty="0" smtClean="0"/>
              <a:t>	Pré-refrain</a:t>
            </a:r>
          </a:p>
          <a:p>
            <a:r>
              <a:rPr lang="fr-FR" altLang="fr-FR" dirty="0" smtClean="0"/>
              <a:t>	Refrain</a:t>
            </a:r>
          </a:p>
          <a:p>
            <a:r>
              <a:rPr lang="fr-FR" altLang="fr-FR" dirty="0" smtClean="0"/>
              <a:t>
Pont:</a:t>
            </a:r>
          </a:p>
          <a:p>
            <a:r>
              <a:rPr lang="fr-FR" altLang="fr-FR" dirty="0" smtClean="0"/>
              <a:t>14-  LORSQUE MES FORCES  NE SUFFISENT PAS 
15-  TU ES SUFFISANT POUR MOI  
16-  JE DÉCIDE DE NE PAS ABANDONNER  CAR TU N’ABANDONNERAS PAS  
17-  TU NE M’ABANDONNERAS PAS 
</a:t>
            </a:r>
          </a:p>
          <a:p>
            <a:r>
              <a:rPr lang="fr-FR" altLang="fr-FR" dirty="0" smtClean="0"/>
              <a:t>	Refrain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LA NUIT TOMBÉE  LA PEUR S’INSTALLAIT 
2-  TU M’AS APPELÉ QUAND JE NE CROYAIS PLUS 
3-  ET JE N’ESPÉRAI PLUS  TU M’AS RELEVÉ  </a:t>
            </a:r>
          </a:p>
          <a:p>
            <a:r>
              <a:rPr lang="fr-FR" smtClean="0"/>
              <a:t>
	Prérefrain</a:t>
            </a:r>
          </a:p>
          <a:p>
            <a:r>
              <a:rPr lang="fr-FR" smtClean="0"/>
              <a:t>	4-  LORSQUE MES FORCES NE SUFFISENT PAS, TU ES SUFFISANT POUR MOI  
	5-  JE DÉCIDE DE NE PAS ABANDONNER  CAR TU N’ABANDONNERAS PAS 
	6-  TU NE M’ABANDONNERAS PAS </a:t>
            </a:r>
          </a:p>
          <a:p>
            <a:endParaRPr lang="fr-FR" smtClean="0"/>
          </a:p>
          <a:p>
            <a:r>
              <a:rPr lang="fr-FR" smtClean="0"/>
              <a:t>	Refrain:
	7-  TON AMOUR QUI RÉSONNE  COMME UN ÉCHO 
	8-  JE L’ENTENDS M’APPELER  DE PLUS EN PLUS HAUT  
	9-  TON AMOUR QUI RÉSONNE  COMME UN ÉCHO 
	10-  JE L’ENTENDS S’EXPRIMER  COMME UN ÉCHO ÉCHO  
	11-  DANS MON ÂME OH OH OH OH OH </a:t>
            </a:r>
          </a:p>
          <a:p>
            <a:r>
              <a:rPr lang="fr-FR" smtClean="0"/>
              <a:t>
12-  EN CHAQUE SAISON TA VOIX  ME RAPPELLE TOUTES TES PROMESSES 
13-  RIEN NE PEUT STOPPER C’QUE TU AS COMMENCÉ TU ME RENDRAS COMPLET </a:t>
            </a:r>
          </a:p>
          <a:p>
            <a:endParaRPr lang="fr-FR" smtClean="0"/>
          </a:p>
          <a:p>
            <a:r>
              <a:rPr lang="fr-FR" smtClean="0"/>
              <a:t>	Pré-refrain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14-  LORSQUE MES FORCES  NE SUFFISENT PAS 
15-  TU ES SUFFISANT POUR MOI  
16-  JE DÉCIDE DE NE PAS ABANDONNER  CAR TU N’ABANDONNERAS PAS  
17-  TU NE M’ABANDONNERAS PAS 
</a:t>
            </a:r>
          </a:p>
          <a:p>
            <a:r>
              <a:rPr lang="fr-FR" smtClean="0"/>
              <a:t>	Refrain</a:t>
            </a: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altLang="fr-FR" smtClean="0"/>
              <a:t>1-  QUAND LA NUIT TOMBÉE  LA PEUR S’INSTALLAIT 
2-  TU M’AS APPELÉ QUAND JE NE CROYAIS PLUS 
3-  ET JE N’ESPÉRAI PLUS  TU M’AS RELEVÉ  </a:t>
            </a:r>
          </a:p>
          <a:p>
            <a:r>
              <a:rPr lang="fr-FR" altLang="fr-FR" smtClean="0"/>
              <a:t>
	Prérefrain</a:t>
            </a:r>
          </a:p>
          <a:p>
            <a:r>
              <a:rPr lang="fr-FR" altLang="fr-FR" smtClean="0"/>
              <a:t>	4-  LORSQUE MES FORCES NE SUFFISENT PAS, TU ES SUFFISANT POUR MOI  
	5-  JE DÉCIDE DE NE PAS ABANDONNER  CAR TU N’ABANDONNERAS PAS 
	6-  TU NE M’ABANDONNERAS PAS </a:t>
            </a:r>
          </a:p>
          <a:p>
            <a:endParaRPr lang="fr-FR" altLang="fr-FR" smtClean="0"/>
          </a:p>
          <a:p>
            <a:r>
              <a:rPr lang="fr-FR" altLang="fr-FR" smtClean="0"/>
              <a:t>	Refrain:
	7-  TON AMOUR QUI RÉSONNE  COMME UN ÉCHO 
	8-  JE L’ENTENDS M’APPELER  DE PLUS EN PLUS HAUT  
	9-  TON AMOUR QUI RÉSONNE  COMME UN ÉCHO 
	10-  JE L’ENTENDS S’EXPRIMER  COMME UN ÉCHO ÉCHO  
	11-  DANS MON ÂME OH OH OH OH OH </a:t>
            </a:r>
          </a:p>
          <a:p>
            <a:r>
              <a:rPr lang="fr-FR" altLang="fr-FR" smtClean="0"/>
              <a:t>
12-  EN CHAQUE SAISON TA VOIX  ME RAPPELLE TOUTES TES PROMESSES 
13-  RIEN NE PEUT STOPPER C’QUE TU AS COMMENCÉ TU ME RENDRAS COMPLET </a:t>
            </a:r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
Pont:</a:t>
            </a:r>
          </a:p>
          <a:p>
            <a:r>
              <a:rPr lang="fr-FR" altLang="fr-FR" smtClean="0"/>
              <a:t>14-  LORSQUE MES FORCES  NE SUFFISENT PAS 
15-  TU ES SUFFISANT POUR MOI  
16-  JE DÉCIDE DE NE PAS ABANDONNER  CAR TU N’ABANDONNERAS PAS  
17-  TU NE M’ABANDONNERAS PAS 
</a:t>
            </a:r>
          </a:p>
          <a:p>
            <a:r>
              <a:rPr lang="fr-FR" altLang="fr-FR" smtClean="0"/>
              <a:t>	Refrain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LA NUIT TOMBÉE  LA PEUR S’INSTALLAIT 
2-  TU M’AS APPELÉ QUAND JE NE CROYAIS PLUS 
3-  ET JE N’ESPÉRAI PLUS  TU M’AS RELEVÉ  </a:t>
            </a:r>
          </a:p>
          <a:p>
            <a:r>
              <a:rPr lang="fr-FR" smtClean="0"/>
              <a:t>
	Prérefrain</a:t>
            </a:r>
          </a:p>
          <a:p>
            <a:r>
              <a:rPr lang="fr-FR" smtClean="0"/>
              <a:t>	4-  LORSQUE MES FORCES NE SUFFISENT PAS, TU ES SUFFISANT POUR MOI  
	5-  JE DÉCIDE DE NE PAS ABANDONNER  CAR TU N’ABANDONNERAS PAS 
	6-  TU NE M’ABANDONNERAS PAS </a:t>
            </a:r>
          </a:p>
          <a:p>
            <a:endParaRPr lang="fr-FR" smtClean="0"/>
          </a:p>
          <a:p>
            <a:r>
              <a:rPr lang="fr-FR" smtClean="0"/>
              <a:t>	Refrain:
	7-  TON AMOUR QUI RÉSONNE  COMME UN ÉCHO 
	8-  JE L’ENTENDS M’APPELER  DE PLUS EN PLUS HAUT  
	9-  TON AMOUR QUI RÉSONNE  COMME UN ÉCHO 
	10-  JE L’ENTENDS S’EXPRIMER  COMME UN ÉCHO ÉCHO  
	11-  DANS MON ÂME OH OH OH OH OH </a:t>
            </a:r>
          </a:p>
          <a:p>
            <a:r>
              <a:rPr lang="fr-FR" smtClean="0"/>
              <a:t>
12-  EN CHAQUE SAISON TA VOIX  ME RAPPELLE TOUTES TES PROMESSES 
13-  RIEN NE PEUT STOPPER C’QUE TU AS COMMENCÉ TU ME RENDRAS COMPLET </a:t>
            </a:r>
          </a:p>
          <a:p>
            <a:endParaRPr lang="fr-FR" smtClean="0"/>
          </a:p>
          <a:p>
            <a:r>
              <a:rPr lang="fr-FR" smtClean="0"/>
              <a:t>	Pré-refrain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14-  LORSQUE MES FORCES  NE SUFFISENT PAS 
15-  TU ES SUFFISANT POUR MOI  
16-  JE DÉCIDE DE NE PAS ABANDONNER  CAR TU N’ABANDONNERAS PAS  
17-  TU NE M’ABANDONNERAS PAS 
</a:t>
            </a:r>
          </a:p>
          <a:p>
            <a:r>
              <a:rPr lang="fr-FR" smtClean="0"/>
              <a:t>	Refrain</a:t>
            </a:r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altLang="fr-FR" smtClean="0"/>
              <a:t>1-  QUAND LA NUIT TOMBÉE  LA PEUR S’INSTALLAIT 
2-  TU M’AS APPELÉ QUAND JE NE CROYAIS PLUS 
3-  ET JE N’ESPÉRAI PLUS  TU M’AS RELEVÉ  </a:t>
            </a:r>
          </a:p>
          <a:p>
            <a:r>
              <a:rPr lang="fr-FR" altLang="fr-FR" smtClean="0"/>
              <a:t>
	Prérefrain</a:t>
            </a:r>
          </a:p>
          <a:p>
            <a:r>
              <a:rPr lang="fr-FR" altLang="fr-FR" smtClean="0"/>
              <a:t>	4-  LORSQUE MES FORCES NE SUFFISENT PAS, TU ES SUFFISANT POUR MOI  
	5-  JE DÉCIDE DE NE PAS ABANDONNER  CAR TU N’ABANDONNERAS PAS 
	6-  TU NE M’ABANDONNERAS PAS </a:t>
            </a:r>
          </a:p>
          <a:p>
            <a:endParaRPr lang="fr-FR" altLang="fr-FR" smtClean="0"/>
          </a:p>
          <a:p>
            <a:r>
              <a:rPr lang="fr-FR" altLang="fr-FR" smtClean="0"/>
              <a:t>	Refrain:
	7-  TON AMOUR QUI RÉSONNE  COMME UN ÉCHO 
	8-  JE L’ENTENDS M’APPELER  DE PLUS EN PLUS HAUT  
	9-  TON AMOUR QUI RÉSONNE  COMME UN ÉCHO 
	10-  JE L’ENTENDS S’EXPRIMER  COMME UN ÉCHO ÉCHO  
	11-  DANS MON ÂME OH OH OH OH OH </a:t>
            </a:r>
          </a:p>
          <a:p>
            <a:r>
              <a:rPr lang="fr-FR" altLang="fr-FR" smtClean="0"/>
              <a:t>
12-  EN CHAQUE SAISON TA VOIX  ME RAPPELLE TOUTES TES PROMESSES 
13-  RIEN NE PEUT STOPPER C’QUE TU AS COMMENCÉ TU ME RENDRAS COMPLET </a:t>
            </a:r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
Pont:</a:t>
            </a:r>
          </a:p>
          <a:p>
            <a:r>
              <a:rPr lang="fr-FR" altLang="fr-FR" smtClean="0"/>
              <a:t>14-  LORSQUE MES FORCES  NE SUFFISENT PAS 
15-  TU ES SUFFISANT POUR MOI  
16-  JE DÉCIDE DE NE PAS ABANDONNER  CAR TU N’ABANDONNERAS PAS  
17-  TU NE M’ABANDONNERAS PAS 
</a:t>
            </a:r>
          </a:p>
          <a:p>
            <a:r>
              <a:rPr lang="fr-FR" altLang="fr-FR" smtClean="0"/>
              <a:t>	Refrain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LA NUIT TOMBÉE  LA PEUR S’INSTALLAIT 
2-  TU M’AS APPELÉ QUAND JE NE CROYAIS PLUS 
3-  ET JE N’ESPÉRAI PLUS  TU M’AS RELEVÉ  </a:t>
            </a:r>
          </a:p>
          <a:p>
            <a:r>
              <a:rPr lang="fr-FR" smtClean="0"/>
              <a:t>
	Prérefrain</a:t>
            </a:r>
          </a:p>
          <a:p>
            <a:r>
              <a:rPr lang="fr-FR" smtClean="0"/>
              <a:t>	4-  LORSQUE MES FORCES NE SUFFISENT PAS, TU ES SUFFISANT POUR MOI  
	5-  JE DÉCIDE DE NE PAS ABANDONNER  CAR TU N’ABANDONNERAS PAS 
	6-  TU NE M’ABANDONNERAS PAS </a:t>
            </a:r>
          </a:p>
          <a:p>
            <a:endParaRPr lang="fr-FR" smtClean="0"/>
          </a:p>
          <a:p>
            <a:r>
              <a:rPr lang="fr-FR" smtClean="0"/>
              <a:t>	Refrain:
	7-  TON AMOUR QUI RÉSONNE  COMME UN ÉCHO 
	8-  JE L’ENTENDS M’APPELER  DE PLUS EN PLUS HAUT  
	9-  TON AMOUR QUI RÉSONNE  COMME UN ÉCHO 
	10-  JE L’ENTENDS S’EXPRIMER  COMME UN ÉCHO ÉCHO  
	11-  DANS MON ÂME OH OH OH OH OH </a:t>
            </a:r>
          </a:p>
          <a:p>
            <a:r>
              <a:rPr lang="fr-FR" smtClean="0"/>
              <a:t>
12-  EN CHAQUE SAISON TA VOIX  ME RAPPELLE TOUTES TES PROMESSES 
13-  RIEN NE PEUT STOPPER C’QUE TU AS COMMENCÉ TU ME RENDRAS COMPLET </a:t>
            </a:r>
          </a:p>
          <a:p>
            <a:endParaRPr lang="fr-FR" smtClean="0"/>
          </a:p>
          <a:p>
            <a:r>
              <a:rPr lang="fr-FR" smtClean="0"/>
              <a:t>	Pré-refrain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14-  LORSQUE MES FORCES  NE SUFFISENT PAS 
15-  TU ES SUFFISANT POUR MOI  
16-  JE DÉCIDE DE NE PAS ABANDONNER  CAR TU N’ABANDONNERAS PAS  
17-  TU NE M’ABANDONNERAS PAS 
</a:t>
            </a:r>
          </a:p>
          <a:p>
            <a:r>
              <a:rPr lang="fr-FR" smtClean="0"/>
              <a:t>	Refrain</a:t>
            </a:r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altLang="fr-FR" smtClean="0"/>
              <a:t>1-  QUAND LA NUIT TOMBÉE  LA PEUR S’INSTALLAIT 
2-  TU M’AS APPELÉ QUAND JE NE CROYAIS PLUS 
3-  ET JE N’ESPÉRAI PLUS  TU M’AS RELEVÉ  </a:t>
            </a:r>
          </a:p>
          <a:p>
            <a:r>
              <a:rPr lang="fr-FR" altLang="fr-FR" smtClean="0"/>
              <a:t>
	Prérefrain</a:t>
            </a:r>
          </a:p>
          <a:p>
            <a:r>
              <a:rPr lang="fr-FR" altLang="fr-FR" smtClean="0"/>
              <a:t>	4-  LORSQUE MES FORCES NE SUFFISENT PAS, TU ES SUFFISANT POUR MOI  
	5-  JE DÉCIDE DE NE PAS ABANDONNER  CAR TU N’ABANDONNERAS PAS 
	6-  TU NE M’ABANDONNERAS PAS </a:t>
            </a:r>
          </a:p>
          <a:p>
            <a:endParaRPr lang="fr-FR" altLang="fr-FR" smtClean="0"/>
          </a:p>
          <a:p>
            <a:r>
              <a:rPr lang="fr-FR" altLang="fr-FR" smtClean="0"/>
              <a:t>	Refrain:
	7-  TON AMOUR QUI RÉSONNE  COMME UN ÉCHO 
	8-  JE L’ENTENDS M’APPELER  DE PLUS EN PLUS HAUT  
	9-  TON AMOUR QUI RÉSONNE  COMME UN ÉCHO 
	10-  JE L’ENTENDS S’EXPRIMER  COMME UN ÉCHO ÉCHO  
	11-  DANS MON ÂME OH OH OH OH OH </a:t>
            </a:r>
          </a:p>
          <a:p>
            <a:r>
              <a:rPr lang="fr-FR" altLang="fr-FR" smtClean="0"/>
              <a:t>
12-  EN CHAQUE SAISON TA VOIX  ME RAPPELLE TOUTES TES PROMESSES 
13-  RIEN NE PEUT STOPPER C’QUE TU AS COMMENCÉ TU ME RENDRAS COMPLET </a:t>
            </a:r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
Pont:</a:t>
            </a:r>
          </a:p>
          <a:p>
            <a:r>
              <a:rPr lang="fr-FR" altLang="fr-FR" smtClean="0"/>
              <a:t>14-  LORSQUE MES FORCES  NE SUFFISENT PAS 
15-  TU ES SUFFISANT POUR MOI  
16-  JE DÉCIDE DE NE PAS ABANDONNER  CAR TU N’ABANDONNERAS PAS  
17-  TU NE M’ABANDONNERAS PAS 
</a:t>
            </a:r>
          </a:p>
          <a:p>
            <a:r>
              <a:rPr lang="fr-FR" altLang="fr-FR" smtClean="0"/>
              <a:t>	Refrain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LA NUIT TOMBÉE  LA PEUR S’INSTALLAIT 
2-  TU M’AS APPELÉ QUAND JE NE CROYAIS PLUS 
3-  ET JE N’ESPÉRAI PLUS  TU M’AS RELEVÉ  </a:t>
            </a:r>
          </a:p>
          <a:p>
            <a:r>
              <a:rPr lang="fr-FR" smtClean="0"/>
              <a:t>
	Prérefrain</a:t>
            </a:r>
          </a:p>
          <a:p>
            <a:r>
              <a:rPr lang="fr-FR" smtClean="0"/>
              <a:t>	4-  LORSQUE MES FORCES NE SUFFISENT PAS, TU ES SUFFISANT POUR MOI  
	5-  JE DÉCIDE DE NE PAS ABANDONNER  CAR TU N’ABANDONNERAS PAS 
	6-  TU NE M’ABANDONNERAS PAS </a:t>
            </a:r>
          </a:p>
          <a:p>
            <a:endParaRPr lang="fr-FR" smtClean="0"/>
          </a:p>
          <a:p>
            <a:r>
              <a:rPr lang="fr-FR" smtClean="0"/>
              <a:t>	Refrain:
	7-  TON AMOUR QUI RÉSONNE  COMME UN ÉCHO 
	8-  JE L’ENTENDS M’APPELER  DE PLUS EN PLUS HAUT  
	9-  TON AMOUR QUI RÉSONNE  COMME UN ÉCHO 
	10-  JE L’ENTENDS S’EXPRIMER  COMME UN ÉCHO ÉCHO  
	11-  DANS MON ÂME OH OH OH OH OH </a:t>
            </a:r>
          </a:p>
          <a:p>
            <a:r>
              <a:rPr lang="fr-FR" smtClean="0"/>
              <a:t>
12-  EN CHAQUE SAISON TA VOIX  ME RAPPELLE TOUTES TES PROMESSES 
13-  RIEN NE PEUT STOPPER C’QUE TU AS COMMENCÉ TU ME RENDRAS COMPLET </a:t>
            </a:r>
          </a:p>
          <a:p>
            <a:endParaRPr lang="fr-FR" smtClean="0"/>
          </a:p>
          <a:p>
            <a:r>
              <a:rPr lang="fr-FR" smtClean="0"/>
              <a:t>	Pré-refrain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14-  LORSQUE MES FORCES  NE SUFFISENT PAS 
15-  TU ES SUFFISANT POUR MOI  
16-  JE DÉCIDE DE NE PAS ABANDONNER  CAR TU N’ABANDONNERAS PAS  
17-  TU NE M’ABANDONNERAS PAS 
</a:t>
            </a:r>
          </a:p>
          <a:p>
            <a:r>
              <a:rPr lang="fr-FR" smtClean="0"/>
              <a:t>	Refrain</a:t>
            </a:r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altLang="fr-FR" smtClean="0"/>
              <a:t>1-  QUAND LA NUIT TOMBÉE  LA PEUR S’INSTALLAIT 
2-  TU M’AS APPELÉ QUAND JE NE CROYAIS PLUS 
3-  ET JE N’ESPÉRAI PLUS  TU M’AS RELEVÉ  </a:t>
            </a:r>
          </a:p>
          <a:p>
            <a:r>
              <a:rPr lang="fr-FR" altLang="fr-FR" smtClean="0"/>
              <a:t>
	Prérefrain</a:t>
            </a:r>
          </a:p>
          <a:p>
            <a:r>
              <a:rPr lang="fr-FR" altLang="fr-FR" smtClean="0"/>
              <a:t>	4-  LORSQUE MES FORCES NE SUFFISENT PAS, TU ES SUFFISANT POUR MOI  
	5-  JE DÉCIDE DE NE PAS ABANDONNER  CAR TU N’ABANDONNERAS PAS 
	6-  TU NE M’ABANDONNERAS PAS </a:t>
            </a:r>
          </a:p>
          <a:p>
            <a:endParaRPr lang="fr-FR" altLang="fr-FR" smtClean="0"/>
          </a:p>
          <a:p>
            <a:r>
              <a:rPr lang="fr-FR" altLang="fr-FR" smtClean="0"/>
              <a:t>	Refrain:
	7-  TON AMOUR QUI RÉSONNE  COMME UN ÉCHO 
	8-  JE L’ENTENDS M’APPELER  DE PLUS EN PLUS HAUT  
	9-  TON AMOUR QUI RÉSONNE  COMME UN ÉCHO 
	10-  JE L’ENTENDS S’EXPRIMER  COMME UN ÉCHO ÉCHO  
	11-  DANS MON ÂME OH OH OH OH OH </a:t>
            </a:r>
          </a:p>
          <a:p>
            <a:r>
              <a:rPr lang="fr-FR" altLang="fr-FR" smtClean="0"/>
              <a:t>
12-  EN CHAQUE SAISON TA VOIX  ME RAPPELLE TOUTES TES PROMESSES 
13-  RIEN NE PEUT STOPPER C’QUE TU AS COMMENCÉ TU ME RENDRAS COMPLET </a:t>
            </a:r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
Pont:</a:t>
            </a:r>
          </a:p>
          <a:p>
            <a:r>
              <a:rPr lang="fr-FR" altLang="fr-FR" smtClean="0"/>
              <a:t>14-  LORSQUE MES FORCES  NE SUFFISENT PAS 
15-  TU ES SUFFISANT POUR MOI  
16-  JE DÉCIDE DE NE PAS ABANDONNER  CAR TU N’ABANDONNERAS PAS  
17-  TU NE M’ABANDONNERAS PAS 
</a:t>
            </a:r>
          </a:p>
          <a:p>
            <a:r>
              <a:rPr lang="fr-FR" altLang="fr-FR" smtClean="0"/>
              <a:t>	Refrain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LA NUIT TOMBÉE  LA PEUR S’INSTALLAIT 
2-  TU M’AS APPELÉ QUAND JE NE CROYAIS PLUS 
3-  ET JE N’ESPÉRAI PLUS  TU M’AS RELEVÉ  </a:t>
            </a:r>
          </a:p>
          <a:p>
            <a:r>
              <a:rPr lang="fr-FR" smtClean="0"/>
              <a:t>
	Prérefrain</a:t>
            </a:r>
          </a:p>
          <a:p>
            <a:r>
              <a:rPr lang="fr-FR" smtClean="0"/>
              <a:t>	4-  LORSQUE MES FORCES NE SUFFISENT PAS, TU ES SUFFISANT POUR MOI  
	5-  JE DÉCIDE DE NE PAS ABANDONNER  CAR TU N’ABANDONNERAS PAS 
	6-  TU NE M’ABANDONNERAS PAS </a:t>
            </a:r>
          </a:p>
          <a:p>
            <a:endParaRPr lang="fr-FR" smtClean="0"/>
          </a:p>
          <a:p>
            <a:r>
              <a:rPr lang="fr-FR" smtClean="0"/>
              <a:t>	Refrain:
	7-  TON AMOUR QUI RÉSONNE  COMME UN ÉCHO 
	8-  JE L’ENTENDS M’APPELER  DE PLUS EN PLUS HAUT  
	9-  TON AMOUR QUI RÉSONNE  COMME UN ÉCHO 
	10-  JE L’ENTENDS S’EXPRIMER  COMME UN ÉCHO ÉCHO  
	11-  DANS MON ÂME OH OH OH OH OH </a:t>
            </a:r>
          </a:p>
          <a:p>
            <a:r>
              <a:rPr lang="fr-FR" smtClean="0"/>
              <a:t>
12-  EN CHAQUE SAISON TA VOIX  ME RAPPELLE TOUTES TES PROMESSES 
13-  RIEN NE PEUT STOPPER C’QUE TU AS COMMENCÉ TU ME RENDRAS COMPLET </a:t>
            </a:r>
          </a:p>
          <a:p>
            <a:endParaRPr lang="fr-FR" smtClean="0"/>
          </a:p>
          <a:p>
            <a:r>
              <a:rPr lang="fr-FR" smtClean="0"/>
              <a:t>	Pré-refrain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14-  LORSQUE MES FORCES  NE SUFFISENT PAS 
15-  TU ES SUFFISANT POUR MOI  
16-  JE DÉCIDE DE NE PAS ABANDONNER  CAR TU N’ABANDONNERAS PAS  
17-  TU NE M’ABANDONNERAS PAS 
</a:t>
            </a:r>
          </a:p>
          <a:p>
            <a:r>
              <a:rPr lang="fr-FR" smtClean="0"/>
              <a:t>	Refrain</a:t>
            </a:r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altLang="fr-FR" smtClean="0"/>
              <a:t>1-  QUAND LA NUIT TOMBÉE  LA PEUR S’INSTALLAIT 
2-  TU M’AS APPELÉ QUAND JE NE CROYAIS PLUS 
3-  ET JE N’ESPÉRAI PLUS  TU M’AS RELEVÉ  </a:t>
            </a:r>
          </a:p>
          <a:p>
            <a:r>
              <a:rPr lang="fr-FR" altLang="fr-FR" smtClean="0"/>
              <a:t>
	Prérefrain</a:t>
            </a:r>
          </a:p>
          <a:p>
            <a:r>
              <a:rPr lang="fr-FR" altLang="fr-FR" smtClean="0"/>
              <a:t>	4-  LORSQUE MES FORCES NE SUFFISENT PAS, TU ES SUFFISANT POUR MOI  
	5-  JE DÉCIDE DE NE PAS ABANDONNER  CAR TU N’ABANDONNERAS PAS 
	6-  TU NE M’ABANDONNERAS PAS </a:t>
            </a:r>
          </a:p>
          <a:p>
            <a:endParaRPr lang="fr-FR" altLang="fr-FR" smtClean="0"/>
          </a:p>
          <a:p>
            <a:r>
              <a:rPr lang="fr-FR" altLang="fr-FR" smtClean="0"/>
              <a:t>	Refrain:
	7-  TON AMOUR QUI RÉSONNE  COMME UN ÉCHO 
	8-  JE L’ENTENDS M’APPELER  DE PLUS EN PLUS HAUT  
	9-  TON AMOUR QUI RÉSONNE  COMME UN ÉCHO 
	10-  JE L’ENTENDS S’EXPRIMER  COMME UN ÉCHO ÉCHO  
	11-  DANS MON ÂME OH OH OH OH OH </a:t>
            </a:r>
          </a:p>
          <a:p>
            <a:r>
              <a:rPr lang="fr-FR" altLang="fr-FR" smtClean="0"/>
              <a:t>
12-  EN CHAQUE SAISON TA VOIX  ME RAPPELLE TOUTES TES PROMESSES 
13-  RIEN NE PEUT STOPPER C’QUE TU AS COMMENCÉ TU ME RENDRAS COMPLET </a:t>
            </a:r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
Pont:</a:t>
            </a:r>
          </a:p>
          <a:p>
            <a:r>
              <a:rPr lang="fr-FR" altLang="fr-FR" smtClean="0"/>
              <a:t>14-  LORSQUE MES FORCES  NE SUFFISENT PAS 
15-  TU ES SUFFISANT POUR MOI  
16-  JE DÉCIDE DE NE PAS ABANDONNER  CAR TU N’ABANDONNERAS PAS  
17-  TU NE M’ABANDONNERAS PAS 
</a:t>
            </a:r>
          </a:p>
          <a:p>
            <a:r>
              <a:rPr lang="fr-FR" altLang="fr-FR" smtClean="0"/>
              <a:t>	Refrain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LA NUIT TOMBÉE  LA PEUR S’INSTALLAIT 
2-  TU M’AS APPELÉ QUAND JE NE CROYAIS PLUS 
3-  ET JE N’ESPÉRAI PLUS  TU M’AS RELEVÉ  </a:t>
            </a:r>
          </a:p>
          <a:p>
            <a:r>
              <a:rPr lang="fr-FR" smtClean="0"/>
              <a:t>
	Prérefrain</a:t>
            </a:r>
          </a:p>
          <a:p>
            <a:r>
              <a:rPr lang="fr-FR" smtClean="0"/>
              <a:t>	4-  LORSQUE MES FORCES NE SUFFISENT PAS, TU ES SUFFISANT POUR MOI  
	5-  JE DÉCIDE DE NE PAS ABANDONNER  CAR TU N’ABANDONNERAS PAS 
	6-  TU NE M’ABANDONNERAS PAS </a:t>
            </a:r>
          </a:p>
          <a:p>
            <a:endParaRPr lang="fr-FR" smtClean="0"/>
          </a:p>
          <a:p>
            <a:r>
              <a:rPr lang="fr-FR" smtClean="0"/>
              <a:t>	Refrain:
	7-  TON AMOUR QUI RÉSONNE  COMME UN ÉCHO 
	8-  JE L’ENTENDS M’APPELER  DE PLUS EN PLUS HAUT  
	9-  TON AMOUR QUI RÉSONNE  COMME UN ÉCHO 
	10-  JE L’ENTENDS S’EXPRIMER  COMME UN ÉCHO ÉCHO  
	11-  DANS MON ÂME OH OH OH OH OH </a:t>
            </a:r>
          </a:p>
          <a:p>
            <a:r>
              <a:rPr lang="fr-FR" smtClean="0"/>
              <a:t>
12-  EN CHAQUE SAISON TA VOIX  ME RAPPELLE TOUTES TES PROMESSES 
13-  RIEN NE PEUT STOPPER C’QUE TU AS COMMENCÉ TU ME RENDRAS COMPLET </a:t>
            </a:r>
          </a:p>
          <a:p>
            <a:endParaRPr lang="fr-FR" smtClean="0"/>
          </a:p>
          <a:p>
            <a:r>
              <a:rPr lang="fr-FR" smtClean="0"/>
              <a:t>	Pré-refrain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14-  LORSQUE MES FORCES  NE SUFFISENT PAS 
15-  TU ES SUFFISANT POUR MOI  
16-  JE DÉCIDE DE NE PAS ABANDONNER  CAR TU N’ABANDONNERAS PAS  
17-  TU NE M’ABANDONNERAS PAS 
</a:t>
            </a:r>
          </a:p>
          <a:p>
            <a:r>
              <a:rPr lang="fr-FR" smtClean="0"/>
              <a:t>	Refrain</a:t>
            </a:r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altLang="fr-FR" smtClean="0"/>
              <a:t>1-  QUAND LA NUIT TOMBÉE  LA PEUR S’INSTALLAIT 
2-  TU M’AS APPELÉ QUAND JE NE CROYAIS PLUS 
3-  ET JE N’ESPÉRAI PLUS  TU M’AS RELEVÉ  </a:t>
            </a:r>
          </a:p>
          <a:p>
            <a:r>
              <a:rPr lang="fr-FR" altLang="fr-FR" smtClean="0"/>
              <a:t>
	Prérefrain</a:t>
            </a:r>
          </a:p>
          <a:p>
            <a:r>
              <a:rPr lang="fr-FR" altLang="fr-FR" smtClean="0"/>
              <a:t>	4-  LORSQUE MES FORCES NE SUFFISENT PAS, TU ES SUFFISANT POUR MOI  
	5-  JE DÉCIDE DE NE PAS ABANDONNER  CAR TU N’ABANDONNERAS PAS 
	6-  TU NE M’ABANDONNERAS PAS </a:t>
            </a:r>
          </a:p>
          <a:p>
            <a:endParaRPr lang="fr-FR" altLang="fr-FR" smtClean="0"/>
          </a:p>
          <a:p>
            <a:r>
              <a:rPr lang="fr-FR" altLang="fr-FR" smtClean="0"/>
              <a:t>	Refrain:
	7-  TON AMOUR QUI RÉSONNE  COMME UN ÉCHO 
	8-  JE L’ENTENDS M’APPELER  DE PLUS EN PLUS HAUT  
	9-  TON AMOUR QUI RÉSONNE  COMME UN ÉCHO 
	10-  JE L’ENTENDS S’EXPRIMER  COMME UN ÉCHO ÉCHO  
	11-  DANS MON ÂME OH OH OH OH OH </a:t>
            </a:r>
          </a:p>
          <a:p>
            <a:r>
              <a:rPr lang="fr-FR" altLang="fr-FR" smtClean="0"/>
              <a:t>
12-  EN CHAQUE SAISON TA VOIX  ME RAPPELLE TOUTES TES PROMESSES 
13-  RIEN NE PEUT STOPPER C’QUE TU AS COMMENCÉ TU ME RENDRAS COMPLET </a:t>
            </a:r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
Pont:</a:t>
            </a:r>
          </a:p>
          <a:p>
            <a:r>
              <a:rPr lang="fr-FR" altLang="fr-FR" smtClean="0"/>
              <a:t>14-  LORSQUE MES FORCES  NE SUFFISENT PAS 
15-  TU ES SUFFISANT POUR MOI  
16-  JE DÉCIDE DE NE PAS ABANDONNER  CAR TU N’ABANDONNERAS PAS  
17-  TU NE M’ABANDONNERAS PAS 
</a:t>
            </a:r>
          </a:p>
          <a:p>
            <a:r>
              <a:rPr lang="fr-FR" altLang="fr-FR" smtClean="0"/>
              <a:t>	Refrain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LA NUIT TOMBÉE  LA PEUR S’INSTALLAIT 
2-  TU M’AS APPELÉ QUAND JE NE CROYAIS PLUS 
3-  ET JE N’ESPÉRAI PLUS  TU M’AS RELEVÉ  </a:t>
            </a:r>
          </a:p>
          <a:p>
            <a:r>
              <a:rPr lang="fr-FR" smtClean="0"/>
              <a:t>
	Prérefrain</a:t>
            </a:r>
          </a:p>
          <a:p>
            <a:r>
              <a:rPr lang="fr-FR" smtClean="0"/>
              <a:t>	4-  LORSQUE MES FORCES NE SUFFISENT PAS, TU ES SUFFISANT POUR MOI  
	5-  JE DÉCIDE DE NE PAS ABANDONNER  CAR TU N’ABANDONNERAS PAS 
	6-  TU NE M’ABANDONNERAS PAS </a:t>
            </a:r>
          </a:p>
          <a:p>
            <a:endParaRPr lang="fr-FR" smtClean="0"/>
          </a:p>
          <a:p>
            <a:r>
              <a:rPr lang="fr-FR" smtClean="0"/>
              <a:t>	Refrain:
	7-  TON AMOUR QUI RÉSONNE  COMME UN ÉCHO 
	8-  JE L’ENTENDS M’APPELER  DE PLUS EN PLUS HAUT  
	9-  TON AMOUR QUI RÉSONNE  COMME UN ÉCHO 
	10-  JE L’ENTENDS S’EXPRIMER  COMME UN ÉCHO ÉCHO  
	11-  DANS MON ÂME OH OH OH OH OH </a:t>
            </a:r>
          </a:p>
          <a:p>
            <a:r>
              <a:rPr lang="fr-FR" smtClean="0"/>
              <a:t>
12-  EN CHAQUE SAISON TA VOIX  ME RAPPELLE TOUTES TES PROMESSES 
13-  RIEN NE PEUT STOPPER C’QUE TU AS COMMENCÉ TU ME RENDRAS COMPLET </a:t>
            </a:r>
          </a:p>
          <a:p>
            <a:endParaRPr lang="fr-FR" smtClean="0"/>
          </a:p>
          <a:p>
            <a:r>
              <a:rPr lang="fr-FR" smtClean="0"/>
              <a:t>	Pré-refrain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14-  LORSQUE MES FORCES  NE SUFFISENT PAS 
15-  TU ES SUFFISANT POUR MOI  
16-  JE DÉCIDE DE NE PAS ABANDONNER  CAR TU N’ABANDONNERAS PAS  
17-  TU NE M’ABANDONNERAS PAS 
</a:t>
            </a:r>
          </a:p>
          <a:p>
            <a:r>
              <a:rPr lang="fr-FR" smtClean="0"/>
              <a:t>	Refrain</a:t>
            </a:r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altLang="fr-FR" smtClean="0"/>
              <a:t>1-  QUAND LA NUIT TOMBÉE  LA PEUR S’INSTALLAIT 
2-  TU M’AS APPELÉ QUAND JE NE CROYAIS PLUS 
3-  ET JE N’ESPÉRAI PLUS  TU M’AS RELEVÉ  </a:t>
            </a:r>
          </a:p>
          <a:p>
            <a:r>
              <a:rPr lang="fr-FR" altLang="fr-FR" smtClean="0"/>
              <a:t>
	Prérefrain</a:t>
            </a:r>
          </a:p>
          <a:p>
            <a:r>
              <a:rPr lang="fr-FR" altLang="fr-FR" smtClean="0"/>
              <a:t>	4-  LORSQUE MES FORCES NE SUFFISENT PAS, TU ES SUFFISANT POUR MOI  
	5-  JE DÉCIDE DE NE PAS ABANDONNER  CAR TU N’ABANDONNERAS PAS 
	6-  TU NE M’ABANDONNERAS PAS </a:t>
            </a:r>
          </a:p>
          <a:p>
            <a:endParaRPr lang="fr-FR" altLang="fr-FR" smtClean="0"/>
          </a:p>
          <a:p>
            <a:r>
              <a:rPr lang="fr-FR" altLang="fr-FR" smtClean="0"/>
              <a:t>	Refrain:
	7-  TON AMOUR QUI RÉSONNE  COMME UN ÉCHO 
	8-  JE L’ENTENDS M’APPELER  DE PLUS EN PLUS HAUT  
	9-  TON AMOUR QUI RÉSONNE  COMME UN ÉCHO 
	10-  JE L’ENTENDS S’EXPRIMER  COMME UN ÉCHO ÉCHO  
	11-  DANS MON ÂME OH OH OH OH OH </a:t>
            </a:r>
          </a:p>
          <a:p>
            <a:r>
              <a:rPr lang="fr-FR" altLang="fr-FR" smtClean="0"/>
              <a:t>
12-  EN CHAQUE SAISON TA VOIX  ME RAPPELLE TOUTES TES PROMESSES 
13-  RIEN NE PEUT STOPPER C’QUE TU AS COMMENCÉ TU ME RENDRAS COMPLET </a:t>
            </a:r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
Pont:</a:t>
            </a:r>
          </a:p>
          <a:p>
            <a:r>
              <a:rPr lang="fr-FR" altLang="fr-FR" smtClean="0"/>
              <a:t>14-  LORSQUE MES FORCES  NE SUFFISENT PAS 
15-  TU ES SUFFISANT POUR MOI  
16-  JE DÉCIDE DE NE PAS ABANDONNER  CAR TU N’ABANDONNERAS PAS  
17-  TU NE M’ABANDONNERAS PAS 
</a:t>
            </a:r>
          </a:p>
          <a:p>
            <a:r>
              <a:rPr lang="fr-FR" altLang="fr-FR" smtClean="0"/>
              <a:t>	Refrain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LA NUIT TOMBÉE  LA PEUR S’INSTALLAIT 
2-  TU M’AS APPELÉ QUAND JE NE CROYAIS PLUS 
3-  ET JE N’ESPÉRAI PLUS  TU M’AS RELEVÉ  </a:t>
            </a:r>
          </a:p>
          <a:p>
            <a:r>
              <a:rPr lang="fr-FR" smtClean="0"/>
              <a:t>
	Prérefrain</a:t>
            </a:r>
          </a:p>
          <a:p>
            <a:r>
              <a:rPr lang="fr-FR" smtClean="0"/>
              <a:t>	4-  LORSQUE MES FORCES NE SUFFISENT PAS, TU ES SUFFISANT POUR MOI  
	5-  JE DÉCIDE DE NE PAS ABANDONNER  CAR TU N’ABANDONNERAS PAS 
	6-  TU NE M’ABANDONNERAS PAS </a:t>
            </a:r>
          </a:p>
          <a:p>
            <a:endParaRPr lang="fr-FR" smtClean="0"/>
          </a:p>
          <a:p>
            <a:r>
              <a:rPr lang="fr-FR" smtClean="0"/>
              <a:t>	Refrain:
	7-  TON AMOUR QUI RÉSONNE  COMME UN ÉCHO 
	8-  JE L’ENTENDS M’APPELER  DE PLUS EN PLUS HAUT  
	9-  TON AMOUR QUI RÉSONNE  COMME UN ÉCHO 
	10-  JE L’ENTENDS S’EXPRIMER  COMME UN ÉCHO ÉCHO  
	11-  DANS MON ÂME OH OH OH OH OH </a:t>
            </a:r>
          </a:p>
          <a:p>
            <a:r>
              <a:rPr lang="fr-FR" smtClean="0"/>
              <a:t>
12-  EN CHAQUE SAISON TA VOIX  ME RAPPELLE TOUTES TES PROMESSES 
13-  RIEN NE PEUT STOPPER C’QUE TU AS COMMENCÉ TU ME RENDRAS COMPLET </a:t>
            </a:r>
          </a:p>
          <a:p>
            <a:endParaRPr lang="fr-FR" smtClean="0"/>
          </a:p>
          <a:p>
            <a:r>
              <a:rPr lang="fr-FR" smtClean="0"/>
              <a:t>	Pré-refrain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14-  LORSQUE MES FORCES  NE SUFFISENT PAS 
15-  TU ES SUFFISANT POUR MOI  
16-  JE DÉCIDE DE NE PAS ABANDONNER  CAR TU N’ABANDONNERAS PAS  
17-  TU NE M’ABANDONNERAS PAS 
</a:t>
            </a:r>
          </a:p>
          <a:p>
            <a:r>
              <a:rPr lang="fr-FR" smtClean="0"/>
              <a:t>	Refrain</a:t>
            </a:r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altLang="fr-FR" smtClean="0"/>
              <a:t>1-  QUAND LA NUIT TOMBÉE  LA PEUR S’INSTALLAIT 
2-  TU M’AS APPELÉ QUAND JE NE CROYAIS PLUS 
3-  ET JE N’ESPÉRAI PLUS  TU M’AS RELEVÉ  </a:t>
            </a:r>
          </a:p>
          <a:p>
            <a:r>
              <a:rPr lang="fr-FR" altLang="fr-FR" smtClean="0"/>
              <a:t>
	Prérefrain</a:t>
            </a:r>
          </a:p>
          <a:p>
            <a:r>
              <a:rPr lang="fr-FR" altLang="fr-FR" smtClean="0"/>
              <a:t>	4-  LORSQUE MES FORCES NE SUFFISENT PAS, TU ES SUFFISANT POUR MOI  
	5-  JE DÉCIDE DE NE PAS ABANDONNER  CAR TU N’ABANDONNERAS PAS 
	6-  TU NE M’ABANDONNERAS PAS </a:t>
            </a:r>
          </a:p>
          <a:p>
            <a:endParaRPr lang="fr-FR" altLang="fr-FR" smtClean="0"/>
          </a:p>
          <a:p>
            <a:r>
              <a:rPr lang="fr-FR" altLang="fr-FR" smtClean="0"/>
              <a:t>	Refrain:
	7-  TON AMOUR QUI RÉSONNE  COMME UN ÉCHO 
	8-  JE L’ENTENDS M’APPELER  DE PLUS EN PLUS HAUT  
	9-  TON AMOUR QUI RÉSONNE  COMME UN ÉCHO 
	10-  JE L’ENTENDS S’EXPRIMER  COMME UN ÉCHO ÉCHO  
	11-  DANS MON ÂME OH OH OH OH OH </a:t>
            </a:r>
          </a:p>
          <a:p>
            <a:r>
              <a:rPr lang="fr-FR" altLang="fr-FR" smtClean="0"/>
              <a:t>
12-  EN CHAQUE SAISON TA VOIX  ME RAPPELLE TOUTES TES PROMESSES 
13-  RIEN NE PEUT STOPPER C’QUE TU AS COMMENCÉ TU ME RENDRAS COMPLET </a:t>
            </a:r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
Pont:</a:t>
            </a:r>
          </a:p>
          <a:p>
            <a:r>
              <a:rPr lang="fr-FR" altLang="fr-FR" smtClean="0"/>
              <a:t>14-  LORSQUE MES FORCES  NE SUFFISENT PAS 
15-  TU ES SUFFISANT POUR MOI  
16-  JE DÉCIDE DE NE PAS ABANDONNER  CAR TU N’ABANDONNERAS PAS  
17-  TU NE M’ABANDONNERAS PAS 
</a:t>
            </a:r>
          </a:p>
          <a:p>
            <a:r>
              <a:rPr lang="fr-FR" altLang="fr-FR" smtClean="0"/>
              <a:t>	Refrain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LA NUIT TOMBÉE  LA PEUR S’INSTALLAIT 
2-  TU M’AS APPELÉ QUAND JE NE CROYAIS PLUS 
3-  ET JE N’ESPÉRAI PLUS  TU M’AS RELEVÉ  </a:t>
            </a:r>
          </a:p>
          <a:p>
            <a:r>
              <a:rPr lang="fr-FR" smtClean="0"/>
              <a:t>
	Prérefrain</a:t>
            </a:r>
          </a:p>
          <a:p>
            <a:r>
              <a:rPr lang="fr-FR" smtClean="0"/>
              <a:t>	4-  LORSQUE MES FORCES NE SUFFISENT PAS, TU ES SUFFISANT POUR MOI  
	5-  JE DÉCIDE DE NE PAS ABANDONNER  CAR TU N’ABANDONNERAS PAS 
	6-  TU NE M’ABANDONNERAS PAS </a:t>
            </a:r>
          </a:p>
          <a:p>
            <a:endParaRPr lang="fr-FR" smtClean="0"/>
          </a:p>
          <a:p>
            <a:r>
              <a:rPr lang="fr-FR" smtClean="0"/>
              <a:t>	Refrain:
	7-  TON AMOUR QUI RÉSONNE  COMME UN ÉCHO 
	8-  JE L’ENTENDS M’APPELER  DE PLUS EN PLUS HAUT  
	9-  TON AMOUR QUI RÉSONNE  COMME UN ÉCHO 
	10-  JE L’ENTENDS S’EXPRIMER  COMME UN ÉCHO ÉCHO  
	11-  DANS MON ÂME OH OH OH OH OH </a:t>
            </a:r>
          </a:p>
          <a:p>
            <a:r>
              <a:rPr lang="fr-FR" smtClean="0"/>
              <a:t>
12-  EN CHAQUE SAISON TA VOIX  ME RAPPELLE TOUTES TES PROMESSES 
13-  RIEN NE PEUT STOPPER C’QUE TU AS COMMENCÉ TU ME RENDRAS COMPLET </a:t>
            </a:r>
          </a:p>
          <a:p>
            <a:endParaRPr lang="fr-FR" smtClean="0"/>
          </a:p>
          <a:p>
            <a:r>
              <a:rPr lang="fr-FR" smtClean="0"/>
              <a:t>	Pré-refrain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14-  LORSQUE MES FORCES  NE SUFFISENT PAS 
15-  TU ES SUFFISANT POUR MOI  
16-  JE DÉCIDE DE NE PAS ABANDONNER  CAR TU N’ABANDONNERAS PAS  
17-  TU NE M’ABANDONNERAS PAS 
</a:t>
            </a:r>
          </a:p>
          <a:p>
            <a:r>
              <a:rPr lang="fr-FR" smtClean="0"/>
              <a:t>	Refrain</a:t>
            </a:r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altLang="fr-FR" smtClean="0"/>
              <a:t>1-  QUAND LA NUIT TOMBÉE  LA PEUR S’INSTALLAIT 
2-  TU M’AS APPELÉ QUAND JE NE CROYAIS PLUS 
3-  ET JE N’ESPÉRAI PLUS  TU M’AS RELEVÉ  </a:t>
            </a:r>
          </a:p>
          <a:p>
            <a:r>
              <a:rPr lang="fr-FR" altLang="fr-FR" smtClean="0"/>
              <a:t>
	Prérefrain</a:t>
            </a:r>
          </a:p>
          <a:p>
            <a:r>
              <a:rPr lang="fr-FR" altLang="fr-FR" smtClean="0"/>
              <a:t>	4-  LORSQUE MES FORCES NE SUFFISENT PAS, TU ES SUFFISANT POUR MOI  
	5-  JE DÉCIDE DE NE PAS ABANDONNER  CAR TU N’ABANDONNERAS PAS 
	6-  TU NE M’ABANDONNERAS PAS </a:t>
            </a:r>
          </a:p>
          <a:p>
            <a:endParaRPr lang="fr-FR" altLang="fr-FR" smtClean="0"/>
          </a:p>
          <a:p>
            <a:r>
              <a:rPr lang="fr-FR" altLang="fr-FR" smtClean="0"/>
              <a:t>	Refrain:
	7-  TON AMOUR QUI RÉSONNE  COMME UN ÉCHO 
	8-  JE L’ENTENDS M’APPELER  DE PLUS EN PLUS HAUT  
	9-  TON AMOUR QUI RÉSONNE  COMME UN ÉCHO 
	10-  JE L’ENTENDS S’EXPRIMER  COMME UN ÉCHO ÉCHO  
	11-  DANS MON ÂME OH OH OH OH OH </a:t>
            </a:r>
          </a:p>
          <a:p>
            <a:r>
              <a:rPr lang="fr-FR" altLang="fr-FR" smtClean="0"/>
              <a:t>
12-  EN CHAQUE SAISON TA VOIX  ME RAPPELLE TOUTES TES PROMESSES 
13-  RIEN NE PEUT STOPPER C’QUE TU AS COMMENCÉ TU ME RENDRAS COMPLET </a:t>
            </a:r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
Pont:</a:t>
            </a:r>
          </a:p>
          <a:p>
            <a:r>
              <a:rPr lang="fr-FR" altLang="fr-FR" smtClean="0"/>
              <a:t>14-  LORSQUE MES FORCES  NE SUFFISENT PAS 
15-  TU ES SUFFISANT POUR MOI  
16-  JE DÉCIDE DE NE PAS ABANDONNER  CAR TU N’ABANDONNERAS PAS  
17-  TU NE M’ABANDONNERAS PAS 
</a:t>
            </a:r>
          </a:p>
          <a:p>
            <a:r>
              <a:rPr lang="fr-FR" altLang="fr-FR" smtClean="0"/>
              <a:t>	Refrain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LA NUIT TOMBÉE  LA PEUR S’INSTALLAIT 
2-  TU M’AS APPELÉ QUAND JE NE CROYAIS PLUS 
3-  ET JE N’ESPÉRAI PLUS  TU M’AS RELEVÉ  </a:t>
            </a:r>
          </a:p>
          <a:p>
            <a:r>
              <a:rPr lang="fr-FR" smtClean="0"/>
              <a:t>
	Prérefrain</a:t>
            </a:r>
          </a:p>
          <a:p>
            <a:r>
              <a:rPr lang="fr-FR" smtClean="0"/>
              <a:t>	4-  LORSQUE MES FORCES NE SUFFISENT PAS, TU ES SUFFISANT POUR MOI  
	5-  JE DÉCIDE DE NE PAS ABANDONNER  CAR TU N’ABANDONNERAS PAS 
	6-  TU NE M’ABANDONNERAS PAS </a:t>
            </a:r>
          </a:p>
          <a:p>
            <a:endParaRPr lang="fr-FR" smtClean="0"/>
          </a:p>
          <a:p>
            <a:r>
              <a:rPr lang="fr-FR" smtClean="0"/>
              <a:t>	Refrain:
	7-  TON AMOUR QUI RÉSONNE  COMME UN ÉCHO 
	8-  JE L’ENTENDS M’APPELER  DE PLUS EN PLUS HAUT  
	9-  TON AMOUR QUI RÉSONNE  COMME UN ÉCHO 
	10-  JE L’ENTENDS S’EXPRIMER  COMME UN ÉCHO ÉCHO  
	11-  DANS MON ÂME OH OH OH OH OH </a:t>
            </a:r>
          </a:p>
          <a:p>
            <a:r>
              <a:rPr lang="fr-FR" smtClean="0"/>
              <a:t>
12-  EN CHAQUE SAISON TA VOIX  ME RAPPELLE TOUTES TES PROMESSES 
13-  RIEN NE PEUT STOPPER C’QUE TU AS COMMENCÉ TU ME RENDRAS COMPLET </a:t>
            </a:r>
          </a:p>
          <a:p>
            <a:endParaRPr lang="fr-FR" smtClean="0"/>
          </a:p>
          <a:p>
            <a:r>
              <a:rPr lang="fr-FR" smtClean="0"/>
              <a:t>	Pré-refrain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14-  LORSQUE MES FORCES  NE SUFFISENT PAS 
15-  TU ES SUFFISANT POUR MOI  
16-  JE DÉCIDE DE NE PAS ABANDONNER  CAR TU N’ABANDONNERAS PAS  
17-  TU NE M’ABANDONNERAS PAS 
</a:t>
            </a:r>
          </a:p>
          <a:p>
            <a:r>
              <a:rPr lang="fr-FR" smtClean="0"/>
              <a:t>	Refrain</a:t>
            </a:r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altLang="fr-FR" smtClean="0"/>
              <a:t>1-  QUAND LA NUIT TOMBÉE  LA PEUR S’INSTALLAIT 
2-  TU M’AS APPELÉ QUAND JE NE CROYAIS PLUS 
3-  ET JE N’ESPÉRAI PLUS  TU M’AS RELEVÉ  </a:t>
            </a:r>
          </a:p>
          <a:p>
            <a:r>
              <a:rPr lang="fr-FR" altLang="fr-FR" smtClean="0"/>
              <a:t>
	Prérefrain</a:t>
            </a:r>
          </a:p>
          <a:p>
            <a:r>
              <a:rPr lang="fr-FR" altLang="fr-FR" smtClean="0"/>
              <a:t>	4-  LORSQUE MES FORCES NE SUFFISENT PAS, TU ES SUFFISANT POUR MOI  
	5-  JE DÉCIDE DE NE PAS ABANDONNER  CAR TU N’ABANDONNERAS PAS 
	6-  TU NE M’ABANDONNERAS PAS </a:t>
            </a:r>
          </a:p>
          <a:p>
            <a:endParaRPr lang="fr-FR" altLang="fr-FR" smtClean="0"/>
          </a:p>
          <a:p>
            <a:r>
              <a:rPr lang="fr-FR" altLang="fr-FR" smtClean="0"/>
              <a:t>	Refrain:
	7-  TON AMOUR QUI RÉSONNE  COMME UN ÉCHO 
	8-  JE L’ENTENDS M’APPELER  DE PLUS EN PLUS HAUT  
	9-  TON AMOUR QUI RÉSONNE  COMME UN ÉCHO 
	10-  JE L’ENTENDS S’EXPRIMER  COMME UN ÉCHO ÉCHO  
	11-  DANS MON ÂME OH OH OH OH OH </a:t>
            </a:r>
          </a:p>
          <a:p>
            <a:r>
              <a:rPr lang="fr-FR" altLang="fr-FR" smtClean="0"/>
              <a:t>
12-  EN CHAQUE SAISON TA VOIX  ME RAPPELLE TOUTES TES PROMESSES 
13-  RIEN NE PEUT STOPPER C’QUE TU AS COMMENCÉ TU ME RENDRAS COMPLET </a:t>
            </a:r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
Pont:</a:t>
            </a:r>
          </a:p>
          <a:p>
            <a:r>
              <a:rPr lang="fr-FR" altLang="fr-FR" smtClean="0"/>
              <a:t>14-  LORSQUE MES FORCES  NE SUFFISENT PAS 
15-  TU ES SUFFISANT POUR MOI  
16-  JE DÉCIDE DE NE PAS ABANDONNER  CAR TU N’ABANDONNERAS PAS  
17-  TU NE M’ABANDONNERAS PAS 
</a:t>
            </a:r>
          </a:p>
          <a:p>
            <a:r>
              <a:rPr lang="fr-FR" altLang="fr-FR" smtClean="0"/>
              <a:t>	Refrain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LA NUIT TOMBÉE  LA PEUR S’INSTALLAIT 
2-  TU M’AS APPELÉ QUAND JE NE CROYAIS PLUS 
3-  ET JE N’ESPÉRAI PLUS  TU M’AS RELEVÉ  </a:t>
            </a:r>
          </a:p>
          <a:p>
            <a:r>
              <a:rPr lang="fr-FR" smtClean="0"/>
              <a:t>
	Prérefrain</a:t>
            </a:r>
          </a:p>
          <a:p>
            <a:r>
              <a:rPr lang="fr-FR" smtClean="0"/>
              <a:t>	4-  LORSQUE MES FORCES NE SUFFISENT PAS, TU ES SUFFISANT POUR MOI  
	5-  JE DÉCIDE DE NE PAS ABANDONNER  CAR TU N’ABANDONNERAS PAS 
	6-  TU NE M’ABANDONNERAS PAS </a:t>
            </a:r>
          </a:p>
          <a:p>
            <a:endParaRPr lang="fr-FR" smtClean="0"/>
          </a:p>
          <a:p>
            <a:r>
              <a:rPr lang="fr-FR" smtClean="0"/>
              <a:t>	Refrain:
	7-  TON AMOUR QUI RÉSONNE  COMME UN ÉCHO 
	8-  JE L’ENTENDS M’APPELER  DE PLUS EN PLUS HAUT  
	9-  TON AMOUR QUI RÉSONNE  COMME UN ÉCHO 
	10-  JE L’ENTENDS S’EXPRIMER  COMME UN ÉCHO ÉCHO  
	11-  DANS MON ÂME OH OH OH OH OH </a:t>
            </a:r>
          </a:p>
          <a:p>
            <a:r>
              <a:rPr lang="fr-FR" smtClean="0"/>
              <a:t>
12-  EN CHAQUE SAISON TA VOIX  ME RAPPELLE TOUTES TES PROMESSES 
13-  RIEN NE PEUT STOPPER C’QUE TU AS COMMENCÉ TU ME RENDRAS COMPLET </a:t>
            </a:r>
          </a:p>
          <a:p>
            <a:endParaRPr lang="fr-FR" smtClean="0"/>
          </a:p>
          <a:p>
            <a:r>
              <a:rPr lang="fr-FR" smtClean="0"/>
              <a:t>	Pré-refrain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14-  LORSQUE MES FORCES  NE SUFFISENT PAS 
15-  TU ES SUFFISANT POUR MOI  
16-  JE DÉCIDE DE NE PAS ABANDONNER  CAR TU N’ABANDONNERAS PAS  
17-  TU NE M’ABANDONNERAS PAS 
</a:t>
            </a:r>
          </a:p>
          <a:p>
            <a:r>
              <a:rPr lang="fr-FR" smtClean="0"/>
              <a:t>	Refrain</a:t>
            </a:r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altLang="fr-FR" smtClean="0"/>
              <a:t>1-  QUAND LA NUIT TOMBÉE  LA PEUR S’INSTALLAIT 
2-  TU M’AS APPELÉ QUAND JE NE CROYAIS PLUS 
3-  ET JE N’ESPÉRAI PLUS  TU M’AS RELEVÉ  </a:t>
            </a:r>
          </a:p>
          <a:p>
            <a:r>
              <a:rPr lang="fr-FR" altLang="fr-FR" smtClean="0"/>
              <a:t>
	Prérefrain</a:t>
            </a:r>
          </a:p>
          <a:p>
            <a:r>
              <a:rPr lang="fr-FR" altLang="fr-FR" smtClean="0"/>
              <a:t>	4-  LORSQUE MES FORCES NE SUFFISENT PAS, TU ES SUFFISANT POUR MOI  
	5-  JE DÉCIDE DE NE PAS ABANDONNER  CAR TU N’ABANDONNERAS PAS 
	6-  TU NE M’ABANDONNERAS PAS </a:t>
            </a:r>
          </a:p>
          <a:p>
            <a:endParaRPr lang="fr-FR" altLang="fr-FR" smtClean="0"/>
          </a:p>
          <a:p>
            <a:r>
              <a:rPr lang="fr-FR" altLang="fr-FR" smtClean="0"/>
              <a:t>	Refrain:
	7-  TON AMOUR QUI RÉSONNE  COMME UN ÉCHO 
	8-  JE L’ENTENDS M’APPELER  DE PLUS EN PLUS HAUT  
	9-  TON AMOUR QUI RÉSONNE  COMME UN ÉCHO 
	10-  JE L’ENTENDS S’EXPRIMER  COMME UN ÉCHO ÉCHO  
	11-  DANS MON ÂME OH OH OH OH OH </a:t>
            </a:r>
          </a:p>
          <a:p>
            <a:r>
              <a:rPr lang="fr-FR" altLang="fr-FR" smtClean="0"/>
              <a:t>
12-  EN CHAQUE SAISON TA VOIX  ME RAPPELLE TOUTES TES PROMESSES 
13-  RIEN NE PEUT STOPPER C’QUE TU AS COMMENCÉ TU ME RENDRAS COMPLET </a:t>
            </a:r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
Pont:</a:t>
            </a:r>
          </a:p>
          <a:p>
            <a:r>
              <a:rPr lang="fr-FR" altLang="fr-FR" smtClean="0"/>
              <a:t>14-  LORSQUE MES FORCES  NE SUFFISENT PAS 
15-  TU ES SUFFISANT POUR MOI  
16-  JE DÉCIDE DE NE PAS ABANDONNER  CAR TU N’ABANDONNERAS PAS  
17-  TU NE M’ABANDONNERAS PAS 
</a:t>
            </a:r>
          </a:p>
          <a:p>
            <a:r>
              <a:rPr lang="fr-FR" altLang="fr-FR" smtClean="0"/>
              <a:t>	Refrain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LA NUIT TOMBÉE  LA PEUR S’INSTALLAIT 
2-  TU M’AS APPELÉ QUAND JE NE CROYAIS PLUS 
3-  ET JE N’ESPÉRAI PLUS  TU M’AS RELEVÉ  </a:t>
            </a:r>
          </a:p>
          <a:p>
            <a:r>
              <a:rPr lang="fr-FR" smtClean="0"/>
              <a:t>
	Prérefrain</a:t>
            </a:r>
          </a:p>
          <a:p>
            <a:r>
              <a:rPr lang="fr-FR" smtClean="0"/>
              <a:t>	4-  LORSQUE MES FORCES NE SUFFISENT PAS, TU ES SUFFISANT POUR MOI  
	5-  JE DÉCIDE DE NE PAS ABANDONNER  CAR TU N’ABANDONNERAS PAS 
	6-  TU NE M’ABANDONNERAS PAS </a:t>
            </a:r>
          </a:p>
          <a:p>
            <a:endParaRPr lang="fr-FR" smtClean="0"/>
          </a:p>
          <a:p>
            <a:r>
              <a:rPr lang="fr-FR" smtClean="0"/>
              <a:t>	Refrain:
	7-  TON AMOUR QUI RÉSONNE  COMME UN ÉCHO 
	8-  JE L’ENTENDS M’APPELER  DE PLUS EN PLUS HAUT  
	9-  TON AMOUR QUI RÉSONNE  COMME UN ÉCHO 
	10-  JE L’ENTENDS S’EXPRIMER  COMME UN ÉCHO ÉCHO  
	11-  DANS MON ÂME OH OH OH OH OH </a:t>
            </a:r>
          </a:p>
          <a:p>
            <a:r>
              <a:rPr lang="fr-FR" smtClean="0"/>
              <a:t>
12-  EN CHAQUE SAISON TA VOIX  ME RAPPELLE TOUTES TES PROMESSES 
13-  RIEN NE PEUT STOPPER C’QUE TU AS COMMENCÉ TU ME RENDRAS COMPLET </a:t>
            </a:r>
          </a:p>
          <a:p>
            <a:endParaRPr lang="fr-FR" smtClean="0"/>
          </a:p>
          <a:p>
            <a:r>
              <a:rPr lang="fr-FR" smtClean="0"/>
              <a:t>	Pré-refrain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14-  LORSQUE MES FORCES  NE SUFFISENT PAS 
15-  TU ES SUFFISANT POUR MOI  
16-  JE DÉCIDE DE NE PAS ABANDONNER  CAR TU N’ABANDONNERAS PAS  
17-  TU NE M’ABANDONNERAS PAS 
</a:t>
            </a:r>
          </a:p>
          <a:p>
            <a:r>
              <a:rPr lang="fr-FR" smtClean="0"/>
              <a:t>	Refrain</a:t>
            </a:r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altLang="fr-FR" smtClean="0"/>
              <a:t>1-  QUAND LA NUIT TOMBÉE  LA PEUR S’INSTALLAIT 
2-  TU M’AS APPELÉ QUAND JE NE CROYAIS PLUS 
3-  ET JE N’ESPÉRAI PLUS  TU M’AS RELEVÉ  </a:t>
            </a:r>
          </a:p>
          <a:p>
            <a:r>
              <a:rPr lang="fr-FR" altLang="fr-FR" smtClean="0"/>
              <a:t>
	Prérefrain</a:t>
            </a:r>
          </a:p>
          <a:p>
            <a:r>
              <a:rPr lang="fr-FR" altLang="fr-FR" smtClean="0"/>
              <a:t>	4-  LORSQUE MES FORCES NE SUFFISENT PAS, TU ES SUFFISANT POUR MOI  
	5-  JE DÉCIDE DE NE PAS ABANDONNER  CAR TU N’ABANDONNERAS PAS 
	6-  TU NE M’ABANDONNERAS PAS </a:t>
            </a:r>
          </a:p>
          <a:p>
            <a:endParaRPr lang="fr-FR" altLang="fr-FR" smtClean="0"/>
          </a:p>
          <a:p>
            <a:r>
              <a:rPr lang="fr-FR" altLang="fr-FR" smtClean="0"/>
              <a:t>	Refrain:
	7-  TON AMOUR QUI RÉSONNE  COMME UN ÉCHO 
	8-  JE L’ENTENDS M’APPELER  DE PLUS EN PLUS HAUT  
	9-  TON AMOUR QUI RÉSONNE  COMME UN ÉCHO 
	10-  JE L’ENTENDS S’EXPRIMER  COMME UN ÉCHO ÉCHO  
	11-  DANS MON ÂME OH OH OH OH OH </a:t>
            </a:r>
          </a:p>
          <a:p>
            <a:r>
              <a:rPr lang="fr-FR" altLang="fr-FR" smtClean="0"/>
              <a:t>
12-  EN CHAQUE SAISON TA VOIX  ME RAPPELLE TOUTES TES PROMESSES 
13-  RIEN NE PEUT STOPPER C’QUE TU AS COMMENCÉ TU ME RENDRAS COMPLET </a:t>
            </a:r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
Pont:</a:t>
            </a:r>
          </a:p>
          <a:p>
            <a:r>
              <a:rPr lang="fr-FR" altLang="fr-FR" smtClean="0"/>
              <a:t>14-  LORSQUE MES FORCES  NE SUFFISENT PAS 
15-  TU ES SUFFISANT POUR MOI  
16-  JE DÉCIDE DE NE PAS ABANDONNER  CAR TU N’ABANDONNERAS PAS  
17-  TU NE M’ABANDONNERAS PAS 
</a:t>
            </a:r>
          </a:p>
          <a:p>
            <a:r>
              <a:rPr lang="fr-FR" altLang="fr-FR" smtClean="0"/>
              <a:t>	Refrain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LA NUIT TOMBÉE  LA PEUR S’INSTALLAIT 
2-  TU M’AS APPELÉ QUAND JE NE CROYAIS PLUS 
3-  ET JE N’ESPÉRAI PLUS  TU M’AS RELEVÉ  </a:t>
            </a:r>
          </a:p>
          <a:p>
            <a:r>
              <a:rPr lang="fr-FR" smtClean="0"/>
              <a:t>
	Prérefrain</a:t>
            </a:r>
          </a:p>
          <a:p>
            <a:r>
              <a:rPr lang="fr-FR" smtClean="0"/>
              <a:t>	4-  LORSQUE MES FORCES NE SUFFISENT PAS, TU ES SUFFISANT POUR MOI  
	5-  JE DÉCIDE DE NE PAS ABANDONNER  CAR TU N’ABANDONNERAS PAS 
	6-  TU NE M’ABANDONNERAS PAS </a:t>
            </a:r>
          </a:p>
          <a:p>
            <a:endParaRPr lang="fr-FR" smtClean="0"/>
          </a:p>
          <a:p>
            <a:r>
              <a:rPr lang="fr-FR" smtClean="0"/>
              <a:t>	Refrain:
	7-  TON AMOUR QUI RÉSONNE  COMME UN ÉCHO 
	8-  JE L’ENTENDS M’APPELER  DE PLUS EN PLUS HAUT  
	9-  TON AMOUR QUI RÉSONNE  COMME UN ÉCHO 
	10-  JE L’ENTENDS S’EXPRIMER  COMME UN ÉCHO ÉCHO  
	11-  DANS MON ÂME OH OH OH OH OH </a:t>
            </a:r>
          </a:p>
          <a:p>
            <a:r>
              <a:rPr lang="fr-FR" smtClean="0"/>
              <a:t>
12-  EN CHAQUE SAISON TA VOIX  ME RAPPELLE TOUTES TES PROMESSES 
13-  RIEN NE PEUT STOPPER C’QUE TU AS COMMENCÉ TU ME RENDRAS COMPLET </a:t>
            </a:r>
          </a:p>
          <a:p>
            <a:endParaRPr lang="fr-FR" smtClean="0"/>
          </a:p>
          <a:p>
            <a:r>
              <a:rPr lang="fr-FR" smtClean="0"/>
              <a:t>	Pré-refrain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14-  LORSQUE MES FORCES  NE SUFFISENT PAS 
15-  TU ES SUFFISANT POUR MOI  
16-  JE DÉCIDE DE NE PAS ABANDONNER  CAR TU N’ABANDONNERAS PAS  
17-  TU NE M’ABANDONNERAS PAS 
</a:t>
            </a:r>
          </a:p>
          <a:p>
            <a:r>
              <a:rPr lang="fr-FR" smtClean="0"/>
              <a:t>	Refrain</a:t>
            </a:r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altLang="fr-FR" smtClean="0"/>
              <a:t>1-  QUAND LA NUIT TOMBÉE  LA PEUR S’INSTALLAIT 
2-  TU M’AS APPELÉ QUAND JE NE CROYAIS PLUS 
3-  ET JE N’ESPÉRAI PLUS  TU M’AS RELEVÉ  </a:t>
            </a:r>
          </a:p>
          <a:p>
            <a:r>
              <a:rPr lang="fr-FR" altLang="fr-FR" smtClean="0"/>
              <a:t>
	Prérefrain</a:t>
            </a:r>
          </a:p>
          <a:p>
            <a:r>
              <a:rPr lang="fr-FR" altLang="fr-FR" smtClean="0"/>
              <a:t>	4-  LORSQUE MES FORCES NE SUFFISENT PAS, TU ES SUFFISANT POUR MOI  
	5-  JE DÉCIDE DE NE PAS ABANDONNER  CAR TU N’ABANDONNERAS PAS 
	6-  TU NE M’ABANDONNERAS PAS </a:t>
            </a:r>
          </a:p>
          <a:p>
            <a:endParaRPr lang="fr-FR" altLang="fr-FR" smtClean="0"/>
          </a:p>
          <a:p>
            <a:r>
              <a:rPr lang="fr-FR" altLang="fr-FR" smtClean="0"/>
              <a:t>	Refrain:
	7-  TON AMOUR QUI RÉSONNE  COMME UN ÉCHO 
	8-  JE L’ENTENDS M’APPELER  DE PLUS EN PLUS HAUT  
	9-  TON AMOUR QUI RÉSONNE  COMME UN ÉCHO 
	10-  JE L’ENTENDS S’EXPRIMER  COMME UN ÉCHO ÉCHO  
	11-  DANS MON ÂME OH OH OH OH OH </a:t>
            </a:r>
          </a:p>
          <a:p>
            <a:r>
              <a:rPr lang="fr-FR" altLang="fr-FR" smtClean="0"/>
              <a:t>
12-  EN CHAQUE SAISON TA VOIX  ME RAPPELLE TOUTES TES PROMESSES 
13-  RIEN NE PEUT STOPPER C’QUE TU AS COMMENCÉ TU ME RENDRAS COMPLET </a:t>
            </a:r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
Pont:</a:t>
            </a:r>
          </a:p>
          <a:p>
            <a:r>
              <a:rPr lang="fr-FR" altLang="fr-FR" smtClean="0"/>
              <a:t>14-  LORSQUE MES FORCES  NE SUFFISENT PAS 
15-  TU ES SUFFISANT POUR MOI  
16-  JE DÉCIDE DE NE PAS ABANDONNER  CAR TU N’ABANDONNERAS PAS  
17-  TU NE M’ABANDONNERAS PAS 
</a:t>
            </a:r>
          </a:p>
          <a:p>
            <a:r>
              <a:rPr lang="fr-FR" altLang="fr-FR" smtClean="0"/>
              <a:t>	Refrain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LA NUIT TOMBÉE  LA PEUR S’INSTALLAIT 
2-  TU M’AS APPELÉ QUAND JE NE CROYAIS PLUS 
3-  ET JE N’ESPÉRAI PLUS  TU M’AS RELEVÉ  </a:t>
            </a:r>
          </a:p>
          <a:p>
            <a:r>
              <a:rPr lang="fr-FR" smtClean="0"/>
              <a:t>
	Prérefrain</a:t>
            </a:r>
          </a:p>
          <a:p>
            <a:r>
              <a:rPr lang="fr-FR" smtClean="0"/>
              <a:t>	4-  LORSQUE MES FORCES NE SUFFISENT PAS, TU ES SUFFISANT POUR MOI  
	5-  JE DÉCIDE DE NE PAS ABANDONNER  CAR TU N’ABANDONNERAS PAS 
	6-  TU NE M’ABANDONNERAS PAS </a:t>
            </a:r>
          </a:p>
          <a:p>
            <a:endParaRPr lang="fr-FR" smtClean="0"/>
          </a:p>
          <a:p>
            <a:r>
              <a:rPr lang="fr-FR" smtClean="0"/>
              <a:t>	Refrain:
	7-  TON AMOUR QUI RÉSONNE  COMME UN ÉCHO 
	8-  JE L’ENTENDS M’APPELER  DE PLUS EN PLUS HAUT  
	9-  TON AMOUR QUI RÉSONNE  COMME UN ÉCHO 
	10-  JE L’ENTENDS S’EXPRIMER  COMME UN ÉCHO ÉCHO  
	11-  DANS MON ÂME OH OH OH OH OH </a:t>
            </a:r>
          </a:p>
          <a:p>
            <a:r>
              <a:rPr lang="fr-FR" smtClean="0"/>
              <a:t>
12-  EN CHAQUE SAISON TA VOIX  ME RAPPELLE TOUTES TES PROMESSES 
13-  RIEN NE PEUT STOPPER C’QUE TU AS COMMENCÉ TU ME RENDRAS COMPLET </a:t>
            </a:r>
          </a:p>
          <a:p>
            <a:endParaRPr lang="fr-FR" smtClean="0"/>
          </a:p>
          <a:p>
            <a:r>
              <a:rPr lang="fr-FR" smtClean="0"/>
              <a:t>	Pré-refrain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14-  LORSQUE MES FORCES  NE SUFFISENT PAS 
15-  TU ES SUFFISANT POUR MOI  
16-  JE DÉCIDE DE NE PAS ABANDONNER  CAR TU N’ABANDONNERAS PAS  
17-  TU NE M’ABANDONNERAS PAS 
</a:t>
            </a:r>
          </a:p>
          <a:p>
            <a:r>
              <a:rPr lang="fr-FR" smtClean="0"/>
              <a:t>	Refrain</a:t>
            </a:r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altLang="fr-FR" smtClean="0"/>
              <a:t>1-  QUAND LA NUIT TOMBÉE  LA PEUR S’INSTALLAIT 
2-  TU M’AS APPELÉ QUAND JE NE CROYAIS PLUS 
3-  ET JE N’ESPÉRAI PLUS  TU M’AS RELEVÉ  </a:t>
            </a:r>
          </a:p>
          <a:p>
            <a:r>
              <a:rPr lang="fr-FR" altLang="fr-FR" smtClean="0"/>
              <a:t>
	Prérefrain</a:t>
            </a:r>
          </a:p>
          <a:p>
            <a:r>
              <a:rPr lang="fr-FR" altLang="fr-FR" smtClean="0"/>
              <a:t>	4-  LORSQUE MES FORCES NE SUFFISENT PAS, TU ES SUFFISANT POUR MOI  
	5-  JE DÉCIDE DE NE PAS ABANDONNER  CAR TU N’ABANDONNERAS PAS 
	6-  TU NE M’ABANDONNERAS PAS </a:t>
            </a:r>
          </a:p>
          <a:p>
            <a:endParaRPr lang="fr-FR" altLang="fr-FR" smtClean="0"/>
          </a:p>
          <a:p>
            <a:r>
              <a:rPr lang="fr-FR" altLang="fr-FR" smtClean="0"/>
              <a:t>	Refrain:
	7-  TON AMOUR QUI RÉSONNE  COMME UN ÉCHO 
	8-  JE L’ENTENDS M’APPELER  DE PLUS EN PLUS HAUT  
	9-  TON AMOUR QUI RÉSONNE  COMME UN ÉCHO 
	10-  JE L’ENTENDS S’EXPRIMER  COMME UN ÉCHO ÉCHO  
	11-  DANS MON ÂME OH OH OH OH OH </a:t>
            </a:r>
          </a:p>
          <a:p>
            <a:r>
              <a:rPr lang="fr-FR" altLang="fr-FR" smtClean="0"/>
              <a:t>
12-  EN CHAQUE SAISON TA VOIX  ME RAPPELLE TOUTES TES PROMESSES 
13-  RIEN NE PEUT STOPPER C’QUE TU AS COMMENCÉ TU ME RENDRAS COMPLET </a:t>
            </a:r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
Pont:</a:t>
            </a:r>
          </a:p>
          <a:p>
            <a:r>
              <a:rPr lang="fr-FR" altLang="fr-FR" smtClean="0"/>
              <a:t>14-  LORSQUE MES FORCES  NE SUFFISENT PAS 
15-  TU ES SUFFISANT POUR MOI  
16-  JE DÉCIDE DE NE PAS ABANDONNER  CAR TU N’ABANDONNERAS PAS  
17-  TU NE M’ABANDONNERAS PAS 
</a:t>
            </a:r>
          </a:p>
          <a:p>
            <a:r>
              <a:rPr lang="fr-FR" altLang="fr-FR" smtClean="0"/>
              <a:t>	Refrain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LA NUIT TOMBÉE  LA PEUR S’INSTALLAIT 
2-  TU M’AS APPELÉ QUAND JE NE CROYAIS PLUS 
3-  ET JE N’ESPÉRAI PLUS  TU M’AS RELEVÉ  </a:t>
            </a:r>
          </a:p>
          <a:p>
            <a:r>
              <a:rPr lang="fr-FR" smtClean="0"/>
              <a:t>
	Prérefrain</a:t>
            </a:r>
          </a:p>
          <a:p>
            <a:r>
              <a:rPr lang="fr-FR" smtClean="0"/>
              <a:t>	4-  LORSQUE MES FORCES NE SUFFISENT PAS, TU ES SUFFISANT POUR MOI  
	5-  JE DÉCIDE DE NE PAS ABANDONNER  CAR TU N’ABANDONNERAS PAS 
	6-  TU NE M’ABANDONNERAS PAS </a:t>
            </a:r>
          </a:p>
          <a:p>
            <a:endParaRPr lang="fr-FR" smtClean="0"/>
          </a:p>
          <a:p>
            <a:r>
              <a:rPr lang="fr-FR" smtClean="0"/>
              <a:t>	Refrain:
	7-  TON AMOUR QUI RÉSONNE  COMME UN ÉCHO 
	8-  JE L’ENTENDS M’APPELER  DE PLUS EN PLUS HAUT  
	9-  TON AMOUR QUI RÉSONNE  COMME UN ÉCHO 
	10-  JE L’ENTENDS S’EXPRIMER  COMME UN ÉCHO ÉCHO  
	11-  DANS MON ÂME OH OH OH OH OH </a:t>
            </a:r>
          </a:p>
          <a:p>
            <a:r>
              <a:rPr lang="fr-FR" smtClean="0"/>
              <a:t>
12-  EN CHAQUE SAISON TA VOIX  ME RAPPELLE TOUTES TES PROMESSES 
13-  RIEN NE PEUT STOPPER C’QUE TU AS COMMENCÉ TU ME RENDRAS COMPLET </a:t>
            </a:r>
          </a:p>
          <a:p>
            <a:endParaRPr lang="fr-FR" smtClean="0"/>
          </a:p>
          <a:p>
            <a:r>
              <a:rPr lang="fr-FR" smtClean="0"/>
              <a:t>	Pré-refrain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14-  LORSQUE MES FORCES  NE SUFFISENT PAS 
15-  TU ES SUFFISANT POUR MOI  
16-  JE DÉCIDE DE NE PAS ABANDONNER  CAR TU N’ABANDONNERAS PAS  
17-  TU NE M’ABANDONNERAS PAS 
</a:t>
            </a:r>
          </a:p>
          <a:p>
            <a:r>
              <a:rPr lang="fr-FR" smtClean="0"/>
              <a:t>	Refrain</a:t>
            </a:r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altLang="fr-FR" smtClean="0"/>
              <a:t>1-  QUAND LA NUIT TOMBÉE  LA PEUR S’INSTALLAIT 
2-  TU M’AS APPELÉ QUAND JE NE CROYAIS PLUS 
3-  ET JE N’ESPÉRAI PLUS  TU M’AS RELEVÉ  </a:t>
            </a:r>
          </a:p>
          <a:p>
            <a:r>
              <a:rPr lang="fr-FR" altLang="fr-FR" smtClean="0"/>
              <a:t>
	Prérefrain</a:t>
            </a:r>
          </a:p>
          <a:p>
            <a:r>
              <a:rPr lang="fr-FR" altLang="fr-FR" smtClean="0"/>
              <a:t>	4-  LORSQUE MES FORCES NE SUFFISENT PAS, TU ES SUFFISANT POUR MOI  
	5-  JE DÉCIDE DE NE PAS ABANDONNER  CAR TU N’ABANDONNERAS PAS 
	6-  TU NE M’ABANDONNERAS PAS </a:t>
            </a:r>
          </a:p>
          <a:p>
            <a:endParaRPr lang="fr-FR" altLang="fr-FR" smtClean="0"/>
          </a:p>
          <a:p>
            <a:r>
              <a:rPr lang="fr-FR" altLang="fr-FR" smtClean="0"/>
              <a:t>	Refrain:
	7-  TON AMOUR QUI RÉSONNE  COMME UN ÉCHO 
	8-  JE L’ENTENDS M’APPELER  DE PLUS EN PLUS HAUT  
	9-  TON AMOUR QUI RÉSONNE  COMME UN ÉCHO 
	10-  JE L’ENTENDS S’EXPRIMER  COMME UN ÉCHO ÉCHO  
	11-  DANS MON ÂME OH OH OH OH OH </a:t>
            </a:r>
          </a:p>
          <a:p>
            <a:r>
              <a:rPr lang="fr-FR" altLang="fr-FR" smtClean="0"/>
              <a:t>
12-  EN CHAQUE SAISON TA VOIX  ME RAPPELLE TOUTES TES PROMESSES 
13-  RIEN NE PEUT STOPPER C’QUE TU AS COMMENCÉ TU ME RENDRAS COMPLET </a:t>
            </a:r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
Pont:</a:t>
            </a:r>
          </a:p>
          <a:p>
            <a:r>
              <a:rPr lang="fr-FR" altLang="fr-FR" smtClean="0"/>
              <a:t>14-  LORSQUE MES FORCES  NE SUFFISENT PAS 
15-  TU ES SUFFISANT POUR MOI  
16-  JE DÉCIDE DE NE PAS ABANDONNER  CAR TU N’ABANDONNERAS PAS  
17-  TU NE M’ABANDONNERAS PAS 
</a:t>
            </a:r>
          </a:p>
          <a:p>
            <a:r>
              <a:rPr lang="fr-FR" altLang="fr-FR" smtClean="0"/>
              <a:t>	Refrain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LA NUIT TOMBÉE  LA PEUR S’INSTALLAIT 
2-  TU M’AS APPELÉ QUAND JE NE CROYAIS PLUS 
3-  ET JE N’ESPÉRAI PLUS  TU M’AS RELEVÉ  </a:t>
            </a:r>
          </a:p>
          <a:p>
            <a:r>
              <a:rPr lang="fr-FR" smtClean="0"/>
              <a:t>
	Prérefrain</a:t>
            </a:r>
          </a:p>
          <a:p>
            <a:r>
              <a:rPr lang="fr-FR" smtClean="0"/>
              <a:t>	4-  LORSQUE MES FORCES NE SUFFISENT PAS, TU ES SUFFISANT POUR MOI  
	5-  JE DÉCIDE DE NE PAS ABANDONNER  CAR TU N’ABANDONNERAS PAS 
	6-  TU NE M’ABANDONNERAS PAS </a:t>
            </a:r>
          </a:p>
          <a:p>
            <a:endParaRPr lang="fr-FR" smtClean="0"/>
          </a:p>
          <a:p>
            <a:r>
              <a:rPr lang="fr-FR" smtClean="0"/>
              <a:t>	Refrain:
	7-  TON AMOUR QUI RÉSONNE  COMME UN ÉCHO 
	8-  JE L’ENTENDS M’APPELER  DE PLUS EN PLUS HAUT  
	9-  TON AMOUR QUI RÉSONNE  COMME UN ÉCHO 
	10-  JE L’ENTENDS S’EXPRIMER  COMME UN ÉCHO ÉCHO  
	11-  DANS MON ÂME OH OH OH OH OH </a:t>
            </a:r>
          </a:p>
          <a:p>
            <a:r>
              <a:rPr lang="fr-FR" smtClean="0"/>
              <a:t>
12-  EN CHAQUE SAISON TA VOIX  ME RAPPELLE TOUTES TES PROMESSES 
13-  RIEN NE PEUT STOPPER C’QUE TU AS COMMENCÉ TU ME RENDRAS COMPLET </a:t>
            </a:r>
          </a:p>
          <a:p>
            <a:endParaRPr lang="fr-FR" smtClean="0"/>
          </a:p>
          <a:p>
            <a:r>
              <a:rPr lang="fr-FR" smtClean="0"/>
              <a:t>	Pré-refrain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14-  LORSQUE MES FORCES  NE SUFFISENT PAS 
15-  TU ES SUFFISANT POUR MOI  
16-  JE DÉCIDE DE NE PAS ABANDONNER  CAR TU N’ABANDONNERAS PAS  
17-  TU NE M’ABANDONNERAS PAS 
</a:t>
            </a:r>
          </a:p>
          <a:p>
            <a:r>
              <a:rPr lang="fr-FR" smtClean="0"/>
              <a:t>	Refrain</a:t>
            </a:r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altLang="fr-FR" smtClean="0"/>
              <a:t>1-  QUAND LA NUIT TOMBÉE  LA PEUR S’INSTALLAIT 
2-  TU M’AS APPELÉ QUAND JE NE CROYAIS PLUS 
3-  ET JE N’ESPÉRAI PLUS  TU M’AS RELEVÉ  </a:t>
            </a:r>
          </a:p>
          <a:p>
            <a:r>
              <a:rPr lang="fr-FR" altLang="fr-FR" smtClean="0"/>
              <a:t>
	Prérefrain</a:t>
            </a:r>
          </a:p>
          <a:p>
            <a:r>
              <a:rPr lang="fr-FR" altLang="fr-FR" smtClean="0"/>
              <a:t>	4-  LORSQUE MES FORCES NE SUFFISENT PAS, TU ES SUFFISANT POUR MOI  
	5-  JE DÉCIDE DE NE PAS ABANDONNER  CAR TU N’ABANDONNERAS PAS 
	6-  TU NE M’ABANDONNERAS PAS </a:t>
            </a:r>
          </a:p>
          <a:p>
            <a:endParaRPr lang="fr-FR" altLang="fr-FR" smtClean="0"/>
          </a:p>
          <a:p>
            <a:r>
              <a:rPr lang="fr-FR" altLang="fr-FR" smtClean="0"/>
              <a:t>	Refrain:
	7-  TON AMOUR QUI RÉSONNE  COMME UN ÉCHO 
	8-  JE L’ENTENDS M’APPELER  DE PLUS EN PLUS HAUT  
	9-  TON AMOUR QUI RÉSONNE  COMME UN ÉCHO 
	10-  JE L’ENTENDS S’EXPRIMER  COMME UN ÉCHO ÉCHO  
	11-  DANS MON ÂME OH OH OH OH OH </a:t>
            </a:r>
          </a:p>
          <a:p>
            <a:r>
              <a:rPr lang="fr-FR" altLang="fr-FR" smtClean="0"/>
              <a:t>
12-  EN CHAQUE SAISON TA VOIX  ME RAPPELLE TOUTES TES PROMESSES 
13-  RIEN NE PEUT STOPPER C’QUE TU AS COMMENCÉ TU ME RENDRAS COMPLET </a:t>
            </a:r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
Pont:</a:t>
            </a:r>
          </a:p>
          <a:p>
            <a:r>
              <a:rPr lang="fr-FR" altLang="fr-FR" smtClean="0"/>
              <a:t>14-  LORSQUE MES FORCES  NE SUFFISENT PAS 
15-  TU ES SUFFISANT POUR MOI  
16-  JE DÉCIDE DE NE PAS ABANDONNER  CAR TU N’ABANDONNERAS PAS  
17-  TU NE M’ABANDONNERAS PAS 
</a:t>
            </a:r>
          </a:p>
          <a:p>
            <a:r>
              <a:rPr lang="fr-FR" altLang="fr-FR" smtClean="0"/>
              <a:t>	Refrain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LA NUIT TOMBÉE  LA PEUR S’INSTALLAIT 
2-  TU M’AS APPELÉ QUAND JE NE CROYAIS PLUS 
3-  ET JE N’ESPÉRAI PLUS  TU M’AS RELEVÉ  </a:t>
            </a:r>
          </a:p>
          <a:p>
            <a:r>
              <a:rPr lang="fr-FR" smtClean="0"/>
              <a:t>
	Prérefrain</a:t>
            </a:r>
          </a:p>
          <a:p>
            <a:r>
              <a:rPr lang="fr-FR" smtClean="0"/>
              <a:t>	4-  LORSQUE MES FORCES NE SUFFISENT PAS, TU ES SUFFISANT POUR MOI  
	5-  JE DÉCIDE DE NE PAS ABANDONNER  CAR TU N’ABANDONNERAS PAS 
	6-  TU NE M’ABANDONNERAS PAS </a:t>
            </a:r>
          </a:p>
          <a:p>
            <a:endParaRPr lang="fr-FR" smtClean="0"/>
          </a:p>
          <a:p>
            <a:r>
              <a:rPr lang="fr-FR" smtClean="0"/>
              <a:t>	Refrain:
	7-  TON AMOUR QUI RÉSONNE  COMME UN ÉCHO 
	8-  JE L’ENTENDS M’APPELER  DE PLUS EN PLUS HAUT  
	9-  TON AMOUR QUI RÉSONNE  COMME UN ÉCHO 
	10-  JE L’ENTENDS S’EXPRIMER  COMME UN ÉCHO ÉCHO  
	11-  DANS MON ÂME OH OH OH OH OH </a:t>
            </a:r>
          </a:p>
          <a:p>
            <a:r>
              <a:rPr lang="fr-FR" smtClean="0"/>
              <a:t>
12-  EN CHAQUE SAISON TA VOIX  ME RAPPELLE TOUTES TES PROMESSES 
13-  RIEN NE PEUT STOPPER C’QUE TU AS COMMENCÉ TU ME RENDRAS COMPLET </a:t>
            </a:r>
          </a:p>
          <a:p>
            <a:endParaRPr lang="fr-FR" smtClean="0"/>
          </a:p>
          <a:p>
            <a:r>
              <a:rPr lang="fr-FR" smtClean="0"/>
              <a:t>	Pré-refrain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14-  LORSQUE MES FORCES  NE SUFFISENT PAS 
15-  TU ES SUFFISANT POUR MOI  
16-  JE DÉCIDE DE NE PAS ABANDONNER  CAR TU N’ABANDONNERAS PAS  
17-  TU NE M’ABANDONNERAS PAS 
</a:t>
            </a:r>
          </a:p>
          <a:p>
            <a:r>
              <a:rPr lang="fr-FR" smtClean="0"/>
              <a:t>	Refrain</a:t>
            </a:r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LA NUIT TOMBÉE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PEUR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S’INSTALLAIT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M’AS APPELÉ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JE NE CROYAIS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PLUS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JE N’ESPÉRAI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PLUS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M’AS RELEVÉ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LORSQUE MES FORCES NE SUFFISENT PAS, TU ES SUFFISANT POUR MOI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DÉCIDE DE NE PAS ABANDONNER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TU N’ABANDONNERAS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NE M’ABANDONNERAS PAS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TON AMOUR QUI RÉSONNE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COMME UN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ÉCHO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L’ENTENDS M’APPELER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PLUS EN PLUS HAUT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TON AMOUR QUI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RÉSONNE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COMME UN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ÉCHO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L’ENTENDS S’EXPRIMER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COMME UN ÉCHO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ÉCHO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MON ÂME OH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CHAQUE SAISON TA VOIX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 RAPPELLE TOUTES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TES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PROMESSES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RIEN NE PEUT STOPPER C’QUE TU AS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COMMENCÉ TU ME RENDRAS COMPLET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LORSQUE MES FORCES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SUFFISENT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SUFFISANT POUR MOI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DÉCIDE DE NE PAS ABANDONNER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TU N’ABANDONNERAS PAS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NE M’ABANDONNERAS PAS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1645</TotalTime>
  <Words>405</Words>
  <Application>Microsoft Office PowerPoint</Application>
  <PresentationFormat>Affichage à l'écran (4:3)</PresentationFormat>
  <Paragraphs>437</Paragraphs>
  <Slides>17</Slides>
  <Notes>17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18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177</cp:revision>
  <dcterms:created xsi:type="dcterms:W3CDTF">2002-08-17T10:50:50Z</dcterms:created>
  <dcterms:modified xsi:type="dcterms:W3CDTF">2019-07-19T18:16:43Z</dcterms:modified>
</cp:coreProperties>
</file>