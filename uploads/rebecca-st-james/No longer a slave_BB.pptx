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1732" autoAdjust="0"/>
  </p:normalViewPr>
  <p:slideViewPr>
    <p:cSldViewPr>
      <p:cViewPr varScale="1">
        <p:scale>
          <a:sx n="32" d="100"/>
          <a:sy n="32" d="100"/>
        </p:scale>
        <p:origin x="-6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19/07/2019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alt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altLang="fr-FR" smtClean="0"/>
              <a:t>
	Refrain:</a:t>
            </a:r>
          </a:p>
          <a:p>
            <a:r>
              <a:rPr lang="fr-FR" altLang="fr-FR" smtClean="0"/>
              <a:t>	5-  JE NE SUIS PLUS L’ESCLAVE DE LA PEUR JE SUIS L’ENFANT DE DIEU </a:t>
            </a:r>
          </a:p>
          <a:p>
            <a:r>
              <a:rPr lang="fr-FR" alt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altLang="fr-FR" smtClean="0"/>
          </a:p>
          <a:p>
            <a:r>
              <a:rPr lang="fr-FR" altLang="fr-FR" smtClean="0"/>
              <a:t>	Refrain:
	10-  JE NE SUIS PLUS L’ESCLAVE DE LA PEUR JE SUIS L’ENFANT DE DIEU </a:t>
            </a:r>
          </a:p>
          <a:p>
            <a:r>
              <a:rPr lang="fr-FR" altLang="fr-FR" smtClean="0"/>
              <a:t>
Pont:</a:t>
            </a:r>
          </a:p>
          <a:p>
            <a:r>
              <a:rPr lang="fr-FR" altLang="fr-FR" smtClean="0"/>
              <a:t>11-  TU FENDS LA MER POUR ME FRAYER UN CHEMIN 
12-  MES PEURS SE NOIENT  DANS TON AMOUR 
13-  TU M’AS SAUVÉ, ALORS JE VEUX CRIER :  JE SUIS L’ENFANT DE DIEU !  
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VIENS M’APAISER  AVEC TES MÉLODIES 
2-  TU M’ENTOURES  D’UN CHANT D’AMOUR  
3-  TU VIENS ME DÉLIVRER  DE TOUS MES ENNEMIS  
4-  ET TOUTES MES PEURS S’ENFUIENT 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5-  JE NE SUIS PLUS L’ESCLAVE DE LA PEUR JE SUIS L’ENFANT DE DIEU </a:t>
            </a:r>
          </a:p>
          <a:p>
            <a:r>
              <a:rPr lang="fr-FR" smtClean="0"/>
              <a:t>
6-  DANS LE SEIN DE MA MÈRE  TU M’AVAIS CHOISI 
7-  MON NOM ÉTAIT ÉCRIT  JE RENAIS AVEC TOI 
8-  JE SUIS DE TA FAMILLE ET TON SANG COULE EN MOI  
9-  JE SUIS DE TA FAMILLE ET TON SANG COULE EN MOI  </a:t>
            </a:r>
          </a:p>
          <a:p>
            <a:endParaRPr lang="fr-FR" smtClean="0"/>
          </a:p>
          <a:p>
            <a:r>
              <a:rPr lang="fr-FR" smtClean="0"/>
              <a:t>	Refrain:
	10-  JE NE SUIS PLUS L’ESCLAVE DE LA PEUR JE SUIS L’ENFANT DE DIEU 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11-  TU FENDS LA MER POUR ME FRAYER UN CHEMIN 
12-  MES PEURS SE NOIENT  DANS TON AMOUR 
13-  TU M’AS SAUVÉ, ALORS JE VEUX CRIER :  JE SUIS L’ENFANT DE DIEU ! 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VIENS M’APAISER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MÉLODIES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M’ENTOURES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D’UN CHANT D’AMOUR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VIENS ME DÉLIVRER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TOUS MES ENNEMIS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TOUTES MES PEURS S’ENFUIENT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SUIS PLUS L’ESCLAVE DE LA PEUR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L’ENFANT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SEIN DE MA MÈRE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M’AVAIS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CHOISI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NOM ÉTAIT ÉCRIT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RENAIS AVEC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DE TA FAMILLE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SANG COULE EN MOI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DE TA FAMILLE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SANG COULE EN MOI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SUIS PLUS L’ESCLAVE DE LA PEUR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L’ENFANT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FENDS LA MER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FRAYER 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CHEMIN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PEURS SE NOIENT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SAUVÉ, ALORS JE VEUX CRIER :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L’ENFANT DE DIEU !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295</Words>
  <Application>Microsoft Office PowerPoint</Application>
  <PresentationFormat>Affichage à l'écran (4:3)</PresentationFormat>
  <Paragraphs>233</Paragraphs>
  <Slides>13</Slides>
  <Notes>13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176</cp:revision>
  <dcterms:created xsi:type="dcterms:W3CDTF">2002-08-17T10:50:50Z</dcterms:created>
  <dcterms:modified xsi:type="dcterms:W3CDTF">2019-07-19T18:52:50Z</dcterms:modified>
</cp:coreProperties>
</file>