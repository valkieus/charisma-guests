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91" r:id="rId17"/>
    <p:sldId id="287" r:id="rId18"/>
    <p:sldId id="292" r:id="rId19"/>
    <p:sldId id="288" r:id="rId20"/>
    <p:sldId id="293" r:id="rId21"/>
    <p:sldId id="290" r:id="rId22"/>
    <p:sldId id="289" r:id="rId23"/>
    <p:sldId id="294" r:id="rId24"/>
    <p:sldId id="295" r:id="rId2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3600" autoAdjust="0"/>
    <p:restoredTop sz="39878" autoAdjust="0"/>
  </p:normalViewPr>
  <p:slideViewPr>
    <p:cSldViewPr>
      <p:cViewPr varScale="1">
        <p:scale>
          <a:sx n="39" d="100"/>
          <a:sy n="39" d="100"/>
        </p:scale>
        <p:origin x="-13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1038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21/07/2019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IL M'AIME AVEC JALOUSIE UN OURAGAN D'AMOUR, M'A ENVAHI  </a:t>
            </a:r>
          </a:p>
          <a:p>
            <a:pPr>
              <a:defRPr/>
            </a:pPr>
            <a:r>
              <a:rPr lang="fr-FR" dirty="0" smtClean="0"/>
              <a:t>He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jealous</a:t>
            </a:r>
            <a:r>
              <a:rPr lang="fr-FR" dirty="0" smtClean="0"/>
              <a:t> for me Loves </a:t>
            </a:r>
            <a:r>
              <a:rPr lang="fr-FR" dirty="0" err="1" smtClean="0"/>
              <a:t>like</a:t>
            </a:r>
            <a:r>
              <a:rPr lang="fr-FR" dirty="0" smtClean="0"/>
              <a:t> a hurricane
2-  JE PLIE SOUS LE POIDS LE VENT DE SA GRÂCE INFINIE 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am</a:t>
            </a:r>
            <a:r>
              <a:rPr lang="fr-FR" dirty="0" smtClean="0"/>
              <a:t> a </a:t>
            </a:r>
            <a:r>
              <a:rPr lang="fr-FR" dirty="0" err="1" smtClean="0"/>
              <a:t>tree</a:t>
            </a:r>
            <a:r>
              <a:rPr lang="fr-FR" dirty="0" smtClean="0"/>
              <a:t> </a:t>
            </a:r>
            <a:r>
              <a:rPr lang="fr-FR" dirty="0" err="1" smtClean="0"/>
              <a:t>Bending</a:t>
            </a:r>
            <a:r>
              <a:rPr lang="fr-FR" dirty="0" smtClean="0"/>
              <a:t> </a:t>
            </a:r>
            <a:r>
              <a:rPr lang="fr-FR" dirty="0" err="1" smtClean="0"/>
              <a:t>beneath</a:t>
            </a:r>
            <a:r>
              <a:rPr lang="fr-FR" dirty="0" smtClean="0"/>
              <a:t> the </a:t>
            </a:r>
            <a:r>
              <a:rPr lang="fr-FR" dirty="0" err="1" smtClean="0"/>
              <a:t>weight</a:t>
            </a:r>
            <a:r>
              <a:rPr lang="fr-FR" dirty="0" smtClean="0"/>
              <a:t> of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wind</a:t>
            </a:r>
            <a:r>
              <a:rPr lang="fr-FR" dirty="0" smtClean="0"/>
              <a:t> and </a:t>
            </a:r>
            <a:r>
              <a:rPr lang="fr-FR" dirty="0" err="1" smtClean="0"/>
              <a:t>mercy</a:t>
            </a:r>
            <a:r>
              <a:rPr lang="fr-FR" dirty="0" smtClean="0"/>
              <a:t>
3-  ET LORSQUE SOUDAIN DEVANT TA GLOIRE </a:t>
            </a:r>
          </a:p>
          <a:p>
            <a:pPr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all of a </a:t>
            </a:r>
            <a:r>
              <a:rPr lang="fr-FR" dirty="0" err="1" smtClean="0"/>
              <a:t>sudden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unaware</a:t>
            </a:r>
            <a:r>
              <a:rPr lang="fr-FR" dirty="0" smtClean="0"/>
              <a:t> of </a:t>
            </a:r>
            <a:r>
              <a:rPr lang="fr-FR" dirty="0" err="1" smtClean="0"/>
              <a:t>these</a:t>
            </a:r>
            <a:r>
              <a:rPr lang="fr-FR" dirty="0" smtClean="0"/>
              <a:t>
4-  TOUTE AFFLICTION PÂLIT ET S'ENFUIT JE RÉALISE ALORS TOUTE TA BONTÉ </a:t>
            </a:r>
          </a:p>
          <a:p>
            <a:pPr>
              <a:defRPr/>
            </a:pPr>
            <a:r>
              <a:rPr lang="fr-FR" dirty="0" smtClean="0"/>
              <a:t>Afflictions </a:t>
            </a:r>
            <a:r>
              <a:rPr lang="fr-FR" dirty="0" err="1" smtClean="0"/>
              <a:t>eclipsed</a:t>
            </a:r>
            <a:r>
              <a:rPr lang="fr-FR" dirty="0" smtClean="0"/>
              <a:t> by </a:t>
            </a:r>
            <a:r>
              <a:rPr lang="fr-FR" dirty="0" err="1" smtClean="0"/>
              <a:t>glory</a:t>
            </a:r>
            <a:r>
              <a:rPr lang="fr-FR" dirty="0" smtClean="0"/>
              <a:t> And I </a:t>
            </a:r>
            <a:r>
              <a:rPr lang="fr-FR" dirty="0" err="1" smtClean="0"/>
              <a:t>realize</a:t>
            </a:r>
            <a:r>
              <a:rPr lang="fr-FR" dirty="0" smtClean="0"/>
              <a:t> </a:t>
            </a:r>
            <a:r>
              <a:rPr lang="fr-FR" dirty="0" err="1" smtClean="0"/>
              <a:t>just</a:t>
            </a:r>
            <a:r>
              <a:rPr lang="fr-FR" dirty="0" smtClean="0"/>
              <a:t> how </a:t>
            </a:r>
            <a:r>
              <a:rPr lang="fr-FR" dirty="0" err="1" smtClean="0"/>
              <a:t>beautiful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are and
5-  ET TA GRANDE AFFECTION SUR MA VIE</a:t>
            </a:r>
          </a:p>
          <a:p>
            <a:pPr>
              <a:defRPr/>
            </a:pPr>
            <a:r>
              <a:rPr lang="fr-FR" dirty="0" smtClean="0"/>
              <a:t> How </a:t>
            </a:r>
            <a:r>
              <a:rPr lang="fr-FR" dirty="0" err="1" smtClean="0"/>
              <a:t>great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affections are for me</a:t>
            </a:r>
          </a:p>
          <a:p>
            <a:pPr>
              <a:defRPr/>
            </a:pPr>
            <a:r>
              <a:rPr lang="fr-FR" dirty="0" smtClean="0"/>
              <a:t>
	6-  OH ! IL NOUS AIME TANT OH ! COMME IL NOUS AIME</a:t>
            </a:r>
          </a:p>
          <a:p>
            <a:pPr>
              <a:defRPr/>
            </a:pPr>
            <a:r>
              <a:rPr lang="fr-FR" dirty="0" smtClean="0"/>
              <a:t>	And Oh, How He loves us </a:t>
            </a:r>
            <a:r>
              <a:rPr lang="fr-FR" dirty="0" err="1" smtClean="0"/>
              <a:t>so</a:t>
            </a:r>
            <a:r>
              <a:rPr lang="fr-FR" dirty="0" smtClean="0"/>
              <a:t> Oh, How He loves us
	7- IL NOUS AIME TANT </a:t>
            </a:r>
          </a:p>
          <a:p>
            <a:pPr>
              <a:defRPr/>
            </a:pPr>
            <a:r>
              <a:rPr lang="fr-FR" dirty="0" smtClean="0"/>
              <a:t>	How He loves us </a:t>
            </a:r>
            <a:r>
              <a:rPr lang="fr-FR" dirty="0" err="1" smtClean="0"/>
              <a:t>so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8-  NOUS SOMMES SON PARTAGE  ET IL EST LE PRIX</a:t>
            </a:r>
          </a:p>
          <a:p>
            <a:pPr>
              <a:defRPr/>
            </a:pPr>
            <a:r>
              <a:rPr lang="fr-FR" dirty="0" err="1" smtClean="0"/>
              <a:t>We</a:t>
            </a:r>
            <a:r>
              <a:rPr lang="fr-FR" dirty="0" smtClean="0"/>
              <a:t> are </a:t>
            </a:r>
            <a:r>
              <a:rPr lang="fr-FR" dirty="0" err="1" smtClean="0"/>
              <a:t>His</a:t>
            </a:r>
            <a:r>
              <a:rPr lang="fr-FR" dirty="0" smtClean="0"/>
              <a:t> portion and He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prize</a:t>
            </a:r>
            <a:r>
              <a:rPr lang="fr-FR" dirty="0" smtClean="0"/>
              <a:t>
9-  DANS SES YEUX BRILLANTS  LE SALUT RESPLENDIT </a:t>
            </a:r>
          </a:p>
          <a:p>
            <a:pPr>
              <a:defRPr/>
            </a:pPr>
            <a:r>
              <a:rPr lang="fr-FR" dirty="0" err="1" smtClean="0"/>
              <a:t>Drawn</a:t>
            </a:r>
            <a:r>
              <a:rPr lang="fr-FR" dirty="0" smtClean="0"/>
              <a:t> to </a:t>
            </a:r>
            <a:r>
              <a:rPr lang="fr-FR" dirty="0" err="1" smtClean="0"/>
              <a:t>redemption</a:t>
            </a:r>
            <a:r>
              <a:rPr lang="fr-FR" dirty="0" smtClean="0"/>
              <a:t> by the </a:t>
            </a:r>
            <a:r>
              <a:rPr lang="fr-FR" dirty="0" err="1" smtClean="0"/>
              <a:t>grace</a:t>
            </a:r>
            <a:r>
              <a:rPr lang="fr-FR" dirty="0" smtClean="0"/>
              <a:t> in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eyes</a:t>
            </a:r>
            <a:r>
              <a:rPr lang="fr-FR" dirty="0" smtClean="0"/>
              <a:t>
10-  SA GRÂCE EST L'OCÉAN  QUI NOUS REMPLIT </a:t>
            </a:r>
          </a:p>
          <a:p>
            <a:pPr>
              <a:defRPr/>
            </a:pPr>
            <a:r>
              <a:rPr lang="fr-FR" dirty="0" smtClean="0"/>
              <a:t>If </a:t>
            </a:r>
            <a:r>
              <a:rPr lang="fr-FR" dirty="0" err="1" smtClean="0"/>
              <a:t>grace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an </a:t>
            </a:r>
            <a:r>
              <a:rPr lang="fr-FR" dirty="0" err="1" smtClean="0"/>
              <a:t>ocean</a:t>
            </a:r>
            <a:r>
              <a:rPr lang="fr-FR" dirty="0" smtClean="0"/>
              <a:t> </a:t>
            </a:r>
            <a:r>
              <a:rPr lang="fr-FR" dirty="0" err="1" smtClean="0"/>
              <a:t>we're</a:t>
            </a:r>
            <a:r>
              <a:rPr lang="fr-FR" dirty="0" smtClean="0"/>
              <a:t> all </a:t>
            </a:r>
            <a:r>
              <a:rPr lang="fr-FR" dirty="0" err="1" smtClean="0"/>
              <a:t>sinking</a:t>
            </a:r>
            <a:r>
              <a:rPr lang="fr-FR" dirty="0" smtClean="0"/>
              <a:t>
11-  QUAND LES CIEUX TOUCHENT LA TERRE TEL UN BAISER D'AMOUR </a:t>
            </a:r>
          </a:p>
          <a:p>
            <a:pPr>
              <a:defRPr/>
            </a:pPr>
            <a:r>
              <a:rPr lang="fr-FR" dirty="0" smtClean="0"/>
              <a:t>So </a:t>
            </a:r>
            <a:r>
              <a:rPr lang="fr-FR" dirty="0" err="1" smtClean="0"/>
              <a:t>heaven</a:t>
            </a:r>
            <a:r>
              <a:rPr lang="fr-FR" dirty="0" smtClean="0"/>
              <a:t> </a:t>
            </a:r>
            <a:r>
              <a:rPr lang="fr-FR" dirty="0" err="1" smtClean="0"/>
              <a:t>meets</a:t>
            </a:r>
            <a:r>
              <a:rPr lang="fr-FR" dirty="0" smtClean="0"/>
              <a:t> </a:t>
            </a:r>
            <a:r>
              <a:rPr lang="fr-FR" dirty="0" err="1" smtClean="0"/>
              <a:t>earth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r>
              <a:rPr lang="fr-FR" dirty="0" smtClean="0"/>
              <a:t> a </a:t>
            </a:r>
            <a:r>
              <a:rPr lang="fr-FR" dirty="0" err="1" smtClean="0"/>
              <a:t>sloppy</a:t>
            </a:r>
            <a:r>
              <a:rPr lang="fr-FR" dirty="0" smtClean="0"/>
              <a:t> </a:t>
            </a:r>
            <a:r>
              <a:rPr lang="fr-FR" dirty="0" err="1" smtClean="0"/>
              <a:t>wet</a:t>
            </a:r>
            <a:r>
              <a:rPr lang="fr-FR" dirty="0" smtClean="0"/>
              <a:t> </a:t>
            </a:r>
            <a:r>
              <a:rPr lang="fr-FR" dirty="0" err="1" smtClean="0"/>
              <a:t>kiss</a:t>
            </a:r>
            <a:r>
              <a:rPr lang="fr-FR" dirty="0" smtClean="0"/>
              <a:t>
12-  MON CŒUR EST EMBRASÉ  PAR TOI POUR TOUJOURS </a:t>
            </a:r>
          </a:p>
          <a:p>
            <a:pPr>
              <a:defRPr/>
            </a:pPr>
            <a:r>
              <a:rPr lang="fr-FR" dirty="0" smtClean="0"/>
              <a:t>And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</a:t>
            </a:r>
            <a:r>
              <a:rPr lang="fr-FR" dirty="0" err="1" smtClean="0"/>
              <a:t>turns</a:t>
            </a:r>
            <a:r>
              <a:rPr lang="fr-FR" dirty="0" smtClean="0"/>
              <a:t> </a:t>
            </a:r>
            <a:r>
              <a:rPr lang="fr-FR" dirty="0" err="1" smtClean="0"/>
              <a:t>violently</a:t>
            </a:r>
            <a:r>
              <a:rPr lang="fr-FR" dirty="0" smtClean="0"/>
              <a:t> in </a:t>
            </a:r>
            <a:r>
              <a:rPr lang="fr-FR" dirty="0" err="1" smtClean="0"/>
              <a:t>side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chest</a:t>
            </a:r>
            <a:r>
              <a:rPr lang="fr-FR" dirty="0" smtClean="0"/>
              <a:t>
13-  JE N'AI PLUS LE TEMPS  POUR CE QUI EST PASSÉ 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don't</a:t>
            </a:r>
            <a:r>
              <a:rPr lang="fr-FR" dirty="0" smtClean="0"/>
              <a:t> have time to </a:t>
            </a:r>
            <a:r>
              <a:rPr lang="fr-FR" dirty="0" err="1" smtClean="0"/>
              <a:t>maintain</a:t>
            </a:r>
            <a:r>
              <a:rPr lang="fr-FR" dirty="0" smtClean="0"/>
              <a:t> </a:t>
            </a:r>
            <a:r>
              <a:rPr lang="fr-FR" dirty="0" err="1" smtClean="0"/>
              <a:t>these</a:t>
            </a:r>
            <a:r>
              <a:rPr lang="fr-FR" dirty="0" smtClean="0"/>
              <a:t> regrets
14-  QUAND JE PENSE À SA BONTÉ </a:t>
            </a:r>
          </a:p>
          <a:p>
            <a:pPr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I </a:t>
            </a:r>
            <a:r>
              <a:rPr lang="fr-FR" dirty="0" err="1" smtClean="0"/>
              <a:t>think</a:t>
            </a:r>
            <a:r>
              <a:rPr lang="fr-FR" dirty="0" smtClean="0"/>
              <a:t> about the </a:t>
            </a:r>
            <a:r>
              <a:rPr lang="fr-FR" dirty="0" err="1" smtClean="0"/>
              <a:t>way</a:t>
            </a:r>
            <a:r>
              <a:rPr lang="fr-FR" dirty="0" smtClean="0"/>
              <a:t> He loves us</a:t>
            </a:r>
          </a:p>
          <a:p>
            <a:pPr>
              <a:defRPr/>
            </a:pPr>
            <a:r>
              <a:rPr lang="fr-FR" dirty="0" smtClean="0"/>
              <a:t>
Pont:</a:t>
            </a:r>
          </a:p>
          <a:p>
            <a:pPr>
              <a:defRPr/>
            </a:pPr>
            <a:r>
              <a:rPr lang="fr-FR" dirty="0" smtClean="0"/>
              <a:t>15-  IL NOUS AIME TELLEMENT     X2	 </a:t>
            </a:r>
          </a:p>
          <a:p>
            <a:pPr>
              <a:defRPr/>
            </a:pPr>
            <a:r>
              <a:rPr lang="fr-FR" dirty="0" err="1" smtClean="0"/>
              <a:t>Whoa</a:t>
            </a:r>
            <a:r>
              <a:rPr lang="fr-FR" dirty="0" smtClean="0"/>
              <a:t>, How He loves us </a:t>
            </a:r>
            <a:r>
              <a:rPr lang="fr-FR" dirty="0" err="1" smtClean="0"/>
              <a:t>Whoa</a:t>
            </a:r>
            <a:r>
              <a:rPr lang="fr-FR" dirty="0" smtClean="0"/>
              <a:t>, How He loves us</a:t>
            </a:r>
            <a:br>
              <a:rPr lang="fr-FR" dirty="0" smtClean="0"/>
            </a:br>
            <a:r>
              <a:rPr lang="fr-FR" dirty="0" smtClean="0"/>
              <a:t>16-  IL NOUS AIME TELLEMENT </a:t>
            </a:r>
            <a:r>
              <a:rPr lang="fr-FR" dirty="0" err="1" smtClean="0"/>
              <a:t>TELLEMENT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err="1" smtClean="0"/>
              <a:t>Whoa</a:t>
            </a:r>
            <a:r>
              <a:rPr lang="fr-FR" dirty="0" smtClean="0"/>
              <a:t>, How He loves Yeah He loves us</a:t>
            </a:r>
          </a:p>
          <a:p>
            <a:pPr>
              <a:defRPr/>
            </a:pPr>
            <a:r>
              <a:rPr lang="fr-FR" dirty="0" smtClean="0"/>
              <a:t>
17-  TU NOUS AIMES TELLEMENT    X2
18-  TU NOUS AIMES TELLEMENT </a:t>
            </a:r>
            <a:r>
              <a:rPr lang="fr-FR" dirty="0" err="1" smtClean="0"/>
              <a:t>TELLEMENT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
19-  ET JE T’AIME TELLEMENT       X2	 
20-  ET JE T’AIME TELLEMENT </a:t>
            </a:r>
            <a:r>
              <a:rPr lang="fr-FR" dirty="0" err="1" smtClean="0"/>
              <a:t>TELLEMENT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
	21-  OH ! TU NOUS AIMES TANT 
	22-  OH ! COMME TU NOUS AIMES TU NOUS AIMES TANT </a:t>
            </a:r>
          </a:p>
          <a:p>
            <a:pPr>
              <a:defRPr/>
            </a:pPr>
            <a:r>
              <a:rPr lang="fr-FR" dirty="0" smtClean="0"/>
              <a:t>
23- OH ! OUI TU M’AIMES TANT</a:t>
            </a:r>
          </a:p>
          <a:p>
            <a:pPr>
              <a:defRPr/>
            </a:pPr>
            <a:r>
              <a:rPr lang="fr-FR" dirty="0" smtClean="0"/>
              <a:t>24- COMBIEN TU M’AIMES OUI TU M’AIMES TANT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M'AIME AVEC JALOUSIE UN OURAGAN D'AMOUR, M'A ENVAHI  </a:t>
            </a:r>
          </a:p>
          <a:p>
            <a:r>
              <a:rPr lang="fr-FR" smtClean="0"/>
              <a:t>He is jealous for me Loves like a hurricane
2-  JE PLIE SOUS LE POIDS LE VENT DE SA GRÂCE INFINIE </a:t>
            </a:r>
          </a:p>
          <a:p>
            <a:r>
              <a:rPr lang="fr-FR" smtClean="0"/>
              <a:t>I am a tree Bending beneath the weight of His wind and mercy
3-  ET LORSQUE SOUDAIN DEVANT TA GLOIRE </a:t>
            </a:r>
          </a:p>
          <a:p>
            <a:r>
              <a:rPr lang="fr-FR" smtClean="0"/>
              <a:t>When all of a sudden I am unaware of these
4-  TOUTE AFFLICTION PÂLIT ET S'ENFUIT JE RÉALISE ALORS TOUTE TA BONTÉ </a:t>
            </a:r>
          </a:p>
          <a:p>
            <a:r>
              <a:rPr lang="fr-FR" smtClean="0"/>
              <a:t>Afflictions eclipsed by glory And I realize just how beautiful you are and
5-  ET TA GRANDE AFFECTION SUR MA VIE</a:t>
            </a:r>
          </a:p>
          <a:p>
            <a:r>
              <a:rPr lang="fr-FR" smtClean="0"/>
              <a:t> How great Your affections are for me</a:t>
            </a:r>
          </a:p>
          <a:p>
            <a:r>
              <a:rPr lang="fr-FR" smtClean="0"/>
              <a:t>
	6-  OH ! IL NOUS AIME TANT OH ! COMME IL NOUS AIME</a:t>
            </a:r>
          </a:p>
          <a:p>
            <a:r>
              <a:rPr lang="fr-FR" smtClean="0"/>
              <a:t>	And Oh, How He loves us so Oh, How He loves us
	7- IL NOUS AIME TANT </a:t>
            </a:r>
          </a:p>
          <a:p>
            <a:r>
              <a:rPr lang="fr-FR" smtClean="0"/>
              <a:t>	How He loves us so</a:t>
            </a:r>
          </a:p>
          <a:p>
            <a:r>
              <a:rPr lang="fr-FR" smtClean="0"/>
              <a:t>
8-  NOUS SOMMES SON PARTAGE  ET IL EST LE PRIX</a:t>
            </a:r>
          </a:p>
          <a:p>
            <a:r>
              <a:rPr lang="fr-FR" smtClean="0"/>
              <a:t>We are His portion and He is our prize
9-  DANS SES YEUX BRILLANTS  LE SALUT RESPLENDIT </a:t>
            </a:r>
          </a:p>
          <a:p>
            <a:r>
              <a:rPr lang="fr-FR" smtClean="0"/>
              <a:t>Drawn to redemption by the grace in His eyes
10-  SA GRÂCE EST L'OCÉAN  QUI NOUS REMPLIT </a:t>
            </a:r>
          </a:p>
          <a:p>
            <a:r>
              <a:rPr lang="fr-FR" smtClean="0"/>
              <a:t>If grace is an ocean we're all sinking
11-  QUAND LES CIEUX TOUCHENT LA TERRE TEL UN BAISER D'AMOUR </a:t>
            </a:r>
          </a:p>
          <a:p>
            <a:r>
              <a:rPr lang="fr-FR" smtClean="0"/>
              <a:t>So heaven meets earth like a sloppy wet kiss
12-  MON CŒUR EST EMBRASÉ  PAR TOI POUR TOUJOURS </a:t>
            </a:r>
          </a:p>
          <a:p>
            <a:r>
              <a:rPr lang="fr-FR" smtClean="0"/>
              <a:t>And my heart turns violently in side of my chest
13-  JE N'AI PLUS LE TEMPS  POUR CE QUI EST PASSÉ </a:t>
            </a:r>
          </a:p>
          <a:p>
            <a:r>
              <a:rPr lang="fr-FR" smtClean="0"/>
              <a:t>I don't have time to maintain these regrets
14-  QUAND JE PENSE À SA BONTÉ </a:t>
            </a:r>
          </a:p>
          <a:p>
            <a:r>
              <a:rPr lang="fr-FR" smtClean="0"/>
              <a:t>When I think about the way He loves us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IL NOUS AIME TELLEMENT     X2	 </a:t>
            </a:r>
          </a:p>
          <a:p>
            <a:r>
              <a:rPr lang="fr-FR" smtClean="0"/>
              <a:t>Whoa, How He loves us Whoa, How He loves us</a:t>
            </a:r>
            <a:br>
              <a:rPr lang="fr-FR" smtClean="0"/>
            </a:br>
            <a:r>
              <a:rPr lang="fr-FR" smtClean="0"/>
              <a:t>16-  IL NOUS AIME TELLEMENT TELLEMENT </a:t>
            </a:r>
          </a:p>
          <a:p>
            <a:r>
              <a:rPr lang="fr-FR" smtClean="0"/>
              <a:t>Whoa, How He loves Yeah He loves us</a:t>
            </a:r>
          </a:p>
          <a:p>
            <a:r>
              <a:rPr lang="fr-FR" smtClean="0"/>
              <a:t>
17-  TU NOUS AIMES TELLEMENT    X2
18-  TU NOUS AIMES TELLEMENT TELLEMENT </a:t>
            </a:r>
          </a:p>
          <a:p>
            <a:r>
              <a:rPr lang="fr-FR" smtClean="0"/>
              <a:t>
19-  ET JE T’AIME TELLEMENT       X2	 
20-  ET JE T’AIME TELLEMENT TELLEMENT </a:t>
            </a:r>
          </a:p>
          <a:p>
            <a:r>
              <a:rPr lang="fr-FR" smtClean="0"/>
              <a:t>
	21-  OH ! TU NOUS AIMES TANT 
	22-  OH ! COMME TU NOUS AIMES TU NOUS AIMES TANT </a:t>
            </a:r>
          </a:p>
          <a:p>
            <a:r>
              <a:rPr lang="fr-FR" smtClean="0"/>
              <a:t>
23- OH ! OUI TU M’AIMES TANT</a:t>
            </a:r>
          </a:p>
          <a:p>
            <a:r>
              <a:rPr lang="fr-FR" smtClean="0"/>
              <a:t>24- COMBIEN TU M’AIMES OUI TU M’AIMES TANT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IL M'AIME AVEC JALOUSIE UN OURAGAN D'AMOUR, M'A ENVAHI  </a:t>
            </a:r>
          </a:p>
          <a:p>
            <a:pPr>
              <a:defRPr/>
            </a:pPr>
            <a:r>
              <a:rPr lang="fr-FR" smtClean="0"/>
              <a:t>He is jealous for me Loves like a hurricane
2-  JE PLIE SOUS LE POIDS LE VENT DE SA GRÂCE INFINIE </a:t>
            </a:r>
          </a:p>
          <a:p>
            <a:pPr>
              <a:defRPr/>
            </a:pPr>
            <a:r>
              <a:rPr lang="fr-FR" smtClean="0"/>
              <a:t>I am a tree Bending beneath the weight of His wind and mercy
3-  ET LORSQUE SOUDAIN DEVANT TA GLOIRE </a:t>
            </a:r>
          </a:p>
          <a:p>
            <a:pPr>
              <a:defRPr/>
            </a:pPr>
            <a:r>
              <a:rPr lang="fr-FR" smtClean="0"/>
              <a:t>When all of a sudden I am unaware of these
4-  TOUTE AFFLICTION PÂLIT ET S'ENFUIT JE RÉALISE ALORS TOUTE TA BONTÉ </a:t>
            </a:r>
          </a:p>
          <a:p>
            <a:pPr>
              <a:defRPr/>
            </a:pPr>
            <a:r>
              <a:rPr lang="fr-FR" smtClean="0"/>
              <a:t>Afflictions eclipsed by glory And I realize just how beautiful you are and
5-  ET TA GRANDE AFFECTION SUR MA VIE</a:t>
            </a:r>
          </a:p>
          <a:p>
            <a:pPr>
              <a:defRPr/>
            </a:pPr>
            <a:r>
              <a:rPr lang="fr-FR" smtClean="0"/>
              <a:t> How great Your affections are for me</a:t>
            </a:r>
          </a:p>
          <a:p>
            <a:pPr>
              <a:defRPr/>
            </a:pPr>
            <a:r>
              <a:rPr lang="fr-FR" smtClean="0"/>
              <a:t>
	6-  OH ! IL NOUS AIME TANT OH ! COMME IL NOUS AIME</a:t>
            </a:r>
          </a:p>
          <a:p>
            <a:pPr>
              <a:defRPr/>
            </a:pPr>
            <a:r>
              <a:rPr lang="fr-FR" smtClean="0"/>
              <a:t>	And Oh, How He loves us so Oh, How He loves us
	7- IL NOUS AIME TANT </a:t>
            </a:r>
          </a:p>
          <a:p>
            <a:pPr>
              <a:defRPr/>
            </a:pPr>
            <a:r>
              <a:rPr lang="fr-FR" smtClean="0"/>
              <a:t>	How He loves us so</a:t>
            </a:r>
          </a:p>
          <a:p>
            <a:pPr>
              <a:defRPr/>
            </a:pPr>
            <a:r>
              <a:rPr lang="fr-FR" smtClean="0"/>
              <a:t>
8-  NOUS SOMMES SON PARTAGE  ET IL EST LE PRIX</a:t>
            </a:r>
          </a:p>
          <a:p>
            <a:pPr>
              <a:defRPr/>
            </a:pPr>
            <a:r>
              <a:rPr lang="fr-FR" smtClean="0"/>
              <a:t>We are His portion and He is our prize
9-  DANS SES YEUX BRILLANTS  LE SALUT RESPLENDIT </a:t>
            </a:r>
          </a:p>
          <a:p>
            <a:pPr>
              <a:defRPr/>
            </a:pPr>
            <a:r>
              <a:rPr lang="fr-FR" smtClean="0"/>
              <a:t>Drawn to redemption by the grace in His eyes
10-  SA GRÂCE EST L'OCÉAN  QUI NOUS REMPLIT </a:t>
            </a:r>
          </a:p>
          <a:p>
            <a:pPr>
              <a:defRPr/>
            </a:pPr>
            <a:r>
              <a:rPr lang="fr-FR" smtClean="0"/>
              <a:t>If grace is an ocean we're all sinking
11-  QUAND LES CIEUX TOUCHENT LA TERRE TEL UN BAISER D'AMOUR </a:t>
            </a:r>
          </a:p>
          <a:p>
            <a:pPr>
              <a:defRPr/>
            </a:pPr>
            <a:r>
              <a:rPr lang="fr-FR" smtClean="0"/>
              <a:t>So heaven meets earth like a sloppy wet kiss
12-  MON CŒUR EST EMBRASÉ  PAR TOI POUR TOUJOURS </a:t>
            </a:r>
          </a:p>
          <a:p>
            <a:pPr>
              <a:defRPr/>
            </a:pPr>
            <a:r>
              <a:rPr lang="fr-FR" smtClean="0"/>
              <a:t>And my heart turns violently in side of my chest
13-  JE N'AI PLUS LE TEMPS  POUR CE QUI EST PASSÉ </a:t>
            </a:r>
          </a:p>
          <a:p>
            <a:pPr>
              <a:defRPr/>
            </a:pPr>
            <a:r>
              <a:rPr lang="fr-FR" smtClean="0"/>
              <a:t>I don't have time to maintain these regrets
14-  QUAND JE PENSE À SA BONTÉ </a:t>
            </a:r>
          </a:p>
          <a:p>
            <a:pPr>
              <a:defRPr/>
            </a:pPr>
            <a:r>
              <a:rPr lang="fr-FR" smtClean="0"/>
              <a:t>When I think about the way He loves us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15-  IL NOUS AIME TELLEMENT     X2	 </a:t>
            </a:r>
          </a:p>
          <a:p>
            <a:pPr>
              <a:defRPr/>
            </a:pPr>
            <a:r>
              <a:rPr lang="fr-FR" smtClean="0"/>
              <a:t>Whoa, How He loves us Whoa, How He loves us</a:t>
            </a:r>
            <a:br>
              <a:rPr lang="fr-FR" smtClean="0"/>
            </a:br>
            <a:r>
              <a:rPr lang="fr-FR" smtClean="0"/>
              <a:t>16-  IL NOUS AIME TELLEMENT TELLEMENT </a:t>
            </a:r>
          </a:p>
          <a:p>
            <a:pPr>
              <a:defRPr/>
            </a:pPr>
            <a:r>
              <a:rPr lang="fr-FR" smtClean="0"/>
              <a:t>Whoa, How He loves Yeah He loves us</a:t>
            </a:r>
          </a:p>
          <a:p>
            <a:pPr>
              <a:defRPr/>
            </a:pPr>
            <a:r>
              <a:rPr lang="fr-FR" smtClean="0"/>
              <a:t>
17-  TU NOUS AIMES TELLEMENT    X2
18-  TU NOUS AIMES TELLEMENT TELLEMENT </a:t>
            </a:r>
          </a:p>
          <a:p>
            <a:pPr>
              <a:defRPr/>
            </a:pPr>
            <a:r>
              <a:rPr lang="fr-FR" smtClean="0"/>
              <a:t>
19-  ET JE T’AIME TELLEMENT       X2	 
20-  ET JE T’AIME TELLEMENT TELLEMENT </a:t>
            </a:r>
          </a:p>
          <a:p>
            <a:pPr>
              <a:defRPr/>
            </a:pPr>
            <a:r>
              <a:rPr lang="fr-FR" smtClean="0"/>
              <a:t>
	21-  OH ! TU NOUS AIMES TANT 
	22-  OH ! COMME TU NOUS AIMES TU NOUS AIMES TANT </a:t>
            </a:r>
          </a:p>
          <a:p>
            <a:pPr>
              <a:defRPr/>
            </a:pPr>
            <a:r>
              <a:rPr lang="fr-FR" smtClean="0"/>
              <a:t>
23- OH ! OUI TU M’AIMES TANT</a:t>
            </a:r>
          </a:p>
          <a:p>
            <a:pPr>
              <a:defRPr/>
            </a:pPr>
            <a:r>
              <a:rPr lang="fr-FR" smtClean="0"/>
              <a:t>24- COMBIEN TU M’AIMES OUI TU M’AIMES TANT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M'AIME AVEC JALOUSIE UN OURAGAN D'AMOUR, M'A ENVAHI  </a:t>
            </a:r>
          </a:p>
          <a:p>
            <a:r>
              <a:rPr lang="fr-FR" smtClean="0"/>
              <a:t>He is jealous for me Loves like a hurricane
2-  JE PLIE SOUS LE POIDS LE VENT DE SA GRÂCE INFINIE </a:t>
            </a:r>
          </a:p>
          <a:p>
            <a:r>
              <a:rPr lang="fr-FR" smtClean="0"/>
              <a:t>I am a tree Bending beneath the weight of His wind and mercy
3-  ET LORSQUE SOUDAIN DEVANT TA GLOIRE </a:t>
            </a:r>
          </a:p>
          <a:p>
            <a:r>
              <a:rPr lang="fr-FR" smtClean="0"/>
              <a:t>When all of a sudden I am unaware of these
4-  TOUTE AFFLICTION PÂLIT ET S'ENFUIT JE RÉALISE ALORS TOUTE TA BONTÉ </a:t>
            </a:r>
          </a:p>
          <a:p>
            <a:r>
              <a:rPr lang="fr-FR" smtClean="0"/>
              <a:t>Afflictions eclipsed by glory And I realize just how beautiful you are and
5-  ET TA GRANDE AFFECTION SUR MA VIE</a:t>
            </a:r>
          </a:p>
          <a:p>
            <a:r>
              <a:rPr lang="fr-FR" smtClean="0"/>
              <a:t> How great Your affections are for me</a:t>
            </a:r>
          </a:p>
          <a:p>
            <a:r>
              <a:rPr lang="fr-FR" smtClean="0"/>
              <a:t>
	6-  OH ! IL NOUS AIME TANT OH ! COMME IL NOUS AIME</a:t>
            </a:r>
          </a:p>
          <a:p>
            <a:r>
              <a:rPr lang="fr-FR" smtClean="0"/>
              <a:t>	And Oh, How He loves us so Oh, How He loves us
	7- IL NOUS AIME TANT </a:t>
            </a:r>
          </a:p>
          <a:p>
            <a:r>
              <a:rPr lang="fr-FR" smtClean="0"/>
              <a:t>	How He loves us so</a:t>
            </a:r>
          </a:p>
          <a:p>
            <a:r>
              <a:rPr lang="fr-FR" smtClean="0"/>
              <a:t>
8-  NOUS SOMMES SON PARTAGE  ET IL EST LE PRIX</a:t>
            </a:r>
          </a:p>
          <a:p>
            <a:r>
              <a:rPr lang="fr-FR" smtClean="0"/>
              <a:t>We are His portion and He is our prize
9-  DANS SES YEUX BRILLANTS  LE SALUT RESPLENDIT </a:t>
            </a:r>
          </a:p>
          <a:p>
            <a:r>
              <a:rPr lang="fr-FR" smtClean="0"/>
              <a:t>Drawn to redemption by the grace in His eyes
10-  SA GRÂCE EST L'OCÉAN  QUI NOUS REMPLIT </a:t>
            </a:r>
          </a:p>
          <a:p>
            <a:r>
              <a:rPr lang="fr-FR" smtClean="0"/>
              <a:t>If grace is an ocean we're all sinking
11-  QUAND LES CIEUX TOUCHENT LA TERRE TEL UN BAISER D'AMOUR </a:t>
            </a:r>
          </a:p>
          <a:p>
            <a:r>
              <a:rPr lang="fr-FR" smtClean="0"/>
              <a:t>So heaven meets earth like a sloppy wet kiss
12-  MON CŒUR EST EMBRASÉ  PAR TOI POUR TOUJOURS </a:t>
            </a:r>
          </a:p>
          <a:p>
            <a:r>
              <a:rPr lang="fr-FR" smtClean="0"/>
              <a:t>And my heart turns violently in side of my chest
13-  JE N'AI PLUS LE TEMPS  POUR CE QUI EST PASSÉ </a:t>
            </a:r>
          </a:p>
          <a:p>
            <a:r>
              <a:rPr lang="fr-FR" smtClean="0"/>
              <a:t>I don't have time to maintain these regrets
14-  QUAND JE PENSE À SA BONTÉ </a:t>
            </a:r>
          </a:p>
          <a:p>
            <a:r>
              <a:rPr lang="fr-FR" smtClean="0"/>
              <a:t>When I think about the way He loves us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IL NOUS AIME TELLEMENT     X2	 </a:t>
            </a:r>
          </a:p>
          <a:p>
            <a:r>
              <a:rPr lang="fr-FR" smtClean="0"/>
              <a:t>Whoa, How He loves us Whoa, How He loves us</a:t>
            </a:r>
            <a:br>
              <a:rPr lang="fr-FR" smtClean="0"/>
            </a:br>
            <a:r>
              <a:rPr lang="fr-FR" smtClean="0"/>
              <a:t>16-  IL NOUS AIME TELLEMENT TELLEMENT </a:t>
            </a:r>
          </a:p>
          <a:p>
            <a:r>
              <a:rPr lang="fr-FR" smtClean="0"/>
              <a:t>Whoa, How He loves Yeah He loves us</a:t>
            </a:r>
          </a:p>
          <a:p>
            <a:r>
              <a:rPr lang="fr-FR" smtClean="0"/>
              <a:t>
17-  TU NOUS AIMES TELLEMENT    X2
18-  TU NOUS AIMES TELLEMENT TELLEMENT </a:t>
            </a:r>
          </a:p>
          <a:p>
            <a:r>
              <a:rPr lang="fr-FR" smtClean="0"/>
              <a:t>
19-  ET JE T’AIME TELLEMENT       X2	 
20-  ET JE T’AIME TELLEMENT TELLEMENT </a:t>
            </a:r>
          </a:p>
          <a:p>
            <a:r>
              <a:rPr lang="fr-FR" smtClean="0"/>
              <a:t>
	21-  OH ! TU NOUS AIMES TANT 
	22-  OH ! COMME TU NOUS AIMES TU NOUS AIMES TANT </a:t>
            </a:r>
          </a:p>
          <a:p>
            <a:r>
              <a:rPr lang="fr-FR" smtClean="0"/>
              <a:t>
23- OH ! OUI TU M’AIMES TANT</a:t>
            </a:r>
          </a:p>
          <a:p>
            <a:r>
              <a:rPr lang="fr-FR" smtClean="0"/>
              <a:t>24- COMBIEN TU M’AIMES OUI TU M’AIMES TANT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IL M'AIME AVEC JALOUSIE UN OURAGAN D'AMOUR, M'A ENVAHI  </a:t>
            </a:r>
          </a:p>
          <a:p>
            <a:pPr>
              <a:defRPr/>
            </a:pPr>
            <a:r>
              <a:rPr lang="fr-FR" smtClean="0"/>
              <a:t>He is jealous for me Loves like a hurricane
2-  JE PLIE SOUS LE POIDS LE VENT DE SA GRÂCE INFINIE </a:t>
            </a:r>
          </a:p>
          <a:p>
            <a:pPr>
              <a:defRPr/>
            </a:pPr>
            <a:r>
              <a:rPr lang="fr-FR" smtClean="0"/>
              <a:t>I am a tree Bending beneath the weight of His wind and mercy
3-  ET LORSQUE SOUDAIN DEVANT TA GLOIRE </a:t>
            </a:r>
          </a:p>
          <a:p>
            <a:pPr>
              <a:defRPr/>
            </a:pPr>
            <a:r>
              <a:rPr lang="fr-FR" smtClean="0"/>
              <a:t>When all of a sudden I am unaware of these
4-  TOUTE AFFLICTION PÂLIT ET S'ENFUIT JE RÉALISE ALORS TOUTE TA BONTÉ </a:t>
            </a:r>
          </a:p>
          <a:p>
            <a:pPr>
              <a:defRPr/>
            </a:pPr>
            <a:r>
              <a:rPr lang="fr-FR" smtClean="0"/>
              <a:t>Afflictions eclipsed by glory And I realize just how beautiful you are and
5-  ET TA GRANDE AFFECTION SUR MA VIE</a:t>
            </a:r>
          </a:p>
          <a:p>
            <a:pPr>
              <a:defRPr/>
            </a:pPr>
            <a:r>
              <a:rPr lang="fr-FR" smtClean="0"/>
              <a:t> How great Your affections are for me</a:t>
            </a:r>
          </a:p>
          <a:p>
            <a:pPr>
              <a:defRPr/>
            </a:pPr>
            <a:r>
              <a:rPr lang="fr-FR" smtClean="0"/>
              <a:t>
	6-  OH ! IL NOUS AIME TANT OH ! COMME IL NOUS AIME</a:t>
            </a:r>
          </a:p>
          <a:p>
            <a:pPr>
              <a:defRPr/>
            </a:pPr>
            <a:r>
              <a:rPr lang="fr-FR" smtClean="0"/>
              <a:t>	And Oh, How He loves us so Oh, How He loves us
	7- IL NOUS AIME TANT </a:t>
            </a:r>
          </a:p>
          <a:p>
            <a:pPr>
              <a:defRPr/>
            </a:pPr>
            <a:r>
              <a:rPr lang="fr-FR" smtClean="0"/>
              <a:t>	How He loves us so</a:t>
            </a:r>
          </a:p>
          <a:p>
            <a:pPr>
              <a:defRPr/>
            </a:pPr>
            <a:r>
              <a:rPr lang="fr-FR" smtClean="0"/>
              <a:t>
8-  NOUS SOMMES SON PARTAGE  ET IL EST LE PRIX</a:t>
            </a:r>
          </a:p>
          <a:p>
            <a:pPr>
              <a:defRPr/>
            </a:pPr>
            <a:r>
              <a:rPr lang="fr-FR" smtClean="0"/>
              <a:t>We are His portion and He is our prize
9-  DANS SES YEUX BRILLANTS  LE SALUT RESPLENDIT </a:t>
            </a:r>
          </a:p>
          <a:p>
            <a:pPr>
              <a:defRPr/>
            </a:pPr>
            <a:r>
              <a:rPr lang="fr-FR" smtClean="0"/>
              <a:t>Drawn to redemption by the grace in His eyes
10-  SA GRÂCE EST L'OCÉAN  QUI NOUS REMPLIT </a:t>
            </a:r>
          </a:p>
          <a:p>
            <a:pPr>
              <a:defRPr/>
            </a:pPr>
            <a:r>
              <a:rPr lang="fr-FR" smtClean="0"/>
              <a:t>If grace is an ocean we're all sinking
11-  QUAND LES CIEUX TOUCHENT LA TERRE TEL UN BAISER D'AMOUR </a:t>
            </a:r>
          </a:p>
          <a:p>
            <a:pPr>
              <a:defRPr/>
            </a:pPr>
            <a:r>
              <a:rPr lang="fr-FR" smtClean="0"/>
              <a:t>So heaven meets earth like a sloppy wet kiss
12-  MON CŒUR EST EMBRASÉ  PAR TOI POUR TOUJOURS </a:t>
            </a:r>
          </a:p>
          <a:p>
            <a:pPr>
              <a:defRPr/>
            </a:pPr>
            <a:r>
              <a:rPr lang="fr-FR" smtClean="0"/>
              <a:t>And my heart turns violently in side of my chest
13-  JE N'AI PLUS LE TEMPS  POUR CE QUI EST PASSÉ </a:t>
            </a:r>
          </a:p>
          <a:p>
            <a:pPr>
              <a:defRPr/>
            </a:pPr>
            <a:r>
              <a:rPr lang="fr-FR" smtClean="0"/>
              <a:t>I don't have time to maintain these regrets
14-  QUAND JE PENSE À SA BONTÉ </a:t>
            </a:r>
          </a:p>
          <a:p>
            <a:pPr>
              <a:defRPr/>
            </a:pPr>
            <a:r>
              <a:rPr lang="fr-FR" smtClean="0"/>
              <a:t>When I think about the way He loves us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15-  IL NOUS AIME TELLEMENT     X2	 </a:t>
            </a:r>
          </a:p>
          <a:p>
            <a:pPr>
              <a:defRPr/>
            </a:pPr>
            <a:r>
              <a:rPr lang="fr-FR" smtClean="0"/>
              <a:t>Whoa, How He loves us Whoa, How He loves us</a:t>
            </a:r>
            <a:br>
              <a:rPr lang="fr-FR" smtClean="0"/>
            </a:br>
            <a:r>
              <a:rPr lang="fr-FR" smtClean="0"/>
              <a:t>16-  IL NOUS AIME TELLEMENT TELLEMENT </a:t>
            </a:r>
          </a:p>
          <a:p>
            <a:pPr>
              <a:defRPr/>
            </a:pPr>
            <a:r>
              <a:rPr lang="fr-FR" smtClean="0"/>
              <a:t>Whoa, How He loves Yeah He loves us</a:t>
            </a:r>
          </a:p>
          <a:p>
            <a:pPr>
              <a:defRPr/>
            </a:pPr>
            <a:r>
              <a:rPr lang="fr-FR" smtClean="0"/>
              <a:t>
17-  TU NOUS AIMES TELLEMENT    X2
18-  TU NOUS AIMES TELLEMENT TELLEMENT </a:t>
            </a:r>
          </a:p>
          <a:p>
            <a:pPr>
              <a:defRPr/>
            </a:pPr>
            <a:r>
              <a:rPr lang="fr-FR" smtClean="0"/>
              <a:t>
19-  ET JE T’AIME TELLEMENT       X2	 
20-  ET JE T’AIME TELLEMENT TELLEMENT </a:t>
            </a:r>
          </a:p>
          <a:p>
            <a:pPr>
              <a:defRPr/>
            </a:pPr>
            <a:r>
              <a:rPr lang="fr-FR" smtClean="0"/>
              <a:t>
	21-  OH ! TU NOUS AIMES TANT 
	22-  OH ! COMME TU NOUS AIMES TU NOUS AIMES TANT </a:t>
            </a:r>
          </a:p>
          <a:p>
            <a:pPr>
              <a:defRPr/>
            </a:pPr>
            <a:r>
              <a:rPr lang="fr-FR" smtClean="0"/>
              <a:t>
23- OH ! OUI TU M’AIMES TANT</a:t>
            </a:r>
          </a:p>
          <a:p>
            <a:pPr>
              <a:defRPr/>
            </a:pPr>
            <a:r>
              <a:rPr lang="fr-FR" smtClean="0"/>
              <a:t>24- COMBIEN TU M’AIMES OUI TU M’AIMES TANT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M'AIME AVEC JALOUSIE UN OURAGAN D'AMOUR, M'A ENVAHI  </a:t>
            </a:r>
          </a:p>
          <a:p>
            <a:r>
              <a:rPr lang="fr-FR" smtClean="0"/>
              <a:t>He is jealous for me Loves like a hurricane
2-  JE PLIE SOUS LE POIDS LE VENT DE SA GRÂCE INFINIE </a:t>
            </a:r>
          </a:p>
          <a:p>
            <a:r>
              <a:rPr lang="fr-FR" smtClean="0"/>
              <a:t>I am a tree Bending beneath the weight of His wind and mercy
3-  ET LORSQUE SOUDAIN DEVANT TA GLOIRE </a:t>
            </a:r>
          </a:p>
          <a:p>
            <a:r>
              <a:rPr lang="fr-FR" smtClean="0"/>
              <a:t>When all of a sudden I am unaware of these
4-  TOUTE AFFLICTION PÂLIT ET S'ENFUIT JE RÉALISE ALORS TOUTE TA BONTÉ </a:t>
            </a:r>
          </a:p>
          <a:p>
            <a:r>
              <a:rPr lang="fr-FR" smtClean="0"/>
              <a:t>Afflictions eclipsed by glory And I realize just how beautiful you are and
5-  ET TA GRANDE AFFECTION SUR MA VIE</a:t>
            </a:r>
          </a:p>
          <a:p>
            <a:r>
              <a:rPr lang="fr-FR" smtClean="0"/>
              <a:t> How great Your affections are for me</a:t>
            </a:r>
          </a:p>
          <a:p>
            <a:r>
              <a:rPr lang="fr-FR" smtClean="0"/>
              <a:t>
	6-  OH ! IL NOUS AIME TANT OH ! COMME IL NOUS AIME</a:t>
            </a:r>
          </a:p>
          <a:p>
            <a:r>
              <a:rPr lang="fr-FR" smtClean="0"/>
              <a:t>	And Oh, How He loves us so Oh, How He loves us
	7- IL NOUS AIME TANT </a:t>
            </a:r>
          </a:p>
          <a:p>
            <a:r>
              <a:rPr lang="fr-FR" smtClean="0"/>
              <a:t>	How He loves us so</a:t>
            </a:r>
          </a:p>
          <a:p>
            <a:r>
              <a:rPr lang="fr-FR" smtClean="0"/>
              <a:t>
8-  NOUS SOMMES SON PARTAGE  ET IL EST LE PRIX</a:t>
            </a:r>
          </a:p>
          <a:p>
            <a:r>
              <a:rPr lang="fr-FR" smtClean="0"/>
              <a:t>We are His portion and He is our prize
9-  DANS SES YEUX BRILLANTS  LE SALUT RESPLENDIT </a:t>
            </a:r>
          </a:p>
          <a:p>
            <a:r>
              <a:rPr lang="fr-FR" smtClean="0"/>
              <a:t>Drawn to redemption by the grace in His eyes
10-  SA GRÂCE EST L'OCÉAN  QUI NOUS REMPLIT </a:t>
            </a:r>
          </a:p>
          <a:p>
            <a:r>
              <a:rPr lang="fr-FR" smtClean="0"/>
              <a:t>If grace is an ocean we're all sinking
11-  QUAND LES CIEUX TOUCHENT LA TERRE TEL UN BAISER D'AMOUR </a:t>
            </a:r>
          </a:p>
          <a:p>
            <a:r>
              <a:rPr lang="fr-FR" smtClean="0"/>
              <a:t>So heaven meets earth like a sloppy wet kiss
12-  MON CŒUR EST EMBRASÉ  PAR TOI POUR TOUJOURS </a:t>
            </a:r>
          </a:p>
          <a:p>
            <a:r>
              <a:rPr lang="fr-FR" smtClean="0"/>
              <a:t>And my heart turns violently in side of my chest
13-  JE N'AI PLUS LE TEMPS  POUR CE QUI EST PASSÉ </a:t>
            </a:r>
          </a:p>
          <a:p>
            <a:r>
              <a:rPr lang="fr-FR" smtClean="0"/>
              <a:t>I don't have time to maintain these regrets
14-  QUAND JE PENSE À SA BONTÉ </a:t>
            </a:r>
          </a:p>
          <a:p>
            <a:r>
              <a:rPr lang="fr-FR" smtClean="0"/>
              <a:t>When I think about the way He loves us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IL NOUS AIME TELLEMENT     X2	 </a:t>
            </a:r>
          </a:p>
          <a:p>
            <a:r>
              <a:rPr lang="fr-FR" smtClean="0"/>
              <a:t>Whoa, How He loves us Whoa, How He loves us</a:t>
            </a:r>
            <a:br>
              <a:rPr lang="fr-FR" smtClean="0"/>
            </a:br>
            <a:r>
              <a:rPr lang="fr-FR" smtClean="0"/>
              <a:t>16-  IL NOUS AIME TELLEMENT TELLEMENT </a:t>
            </a:r>
          </a:p>
          <a:p>
            <a:r>
              <a:rPr lang="fr-FR" smtClean="0"/>
              <a:t>Whoa, How He loves Yeah He loves us</a:t>
            </a:r>
          </a:p>
          <a:p>
            <a:r>
              <a:rPr lang="fr-FR" smtClean="0"/>
              <a:t>
17-  TU NOUS AIMES TELLEMENT    X2
18-  TU NOUS AIMES TELLEMENT TELLEMENT </a:t>
            </a:r>
          </a:p>
          <a:p>
            <a:r>
              <a:rPr lang="fr-FR" smtClean="0"/>
              <a:t>
19-  ET JE T’AIME TELLEMENT       X2	 
20-  ET JE T’AIME TELLEMENT TELLEMENT </a:t>
            </a:r>
          </a:p>
          <a:p>
            <a:r>
              <a:rPr lang="fr-FR" smtClean="0"/>
              <a:t>
	21-  OH ! TU NOUS AIMES TANT 
	22-  OH ! COMME TU NOUS AIMES TU NOUS AIMES TANT </a:t>
            </a:r>
          </a:p>
          <a:p>
            <a:r>
              <a:rPr lang="fr-FR" smtClean="0"/>
              <a:t>
23- OH ! OUI TU M’AIMES TANT</a:t>
            </a:r>
          </a:p>
          <a:p>
            <a:r>
              <a:rPr lang="fr-FR" smtClean="0"/>
              <a:t>24- COMBIEN TU M’AIMES OUI TU M’AIMES TANT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IL M'AIME AVEC JALOUSIE UN OURAGAN D'AMOUR, M'A ENVAHI  </a:t>
            </a:r>
          </a:p>
          <a:p>
            <a:pPr>
              <a:defRPr/>
            </a:pPr>
            <a:r>
              <a:rPr lang="fr-FR" smtClean="0"/>
              <a:t>He is jealous for me Loves like a hurricane
2-  JE PLIE SOUS LE POIDS LE VENT DE SA GRÂCE INFINIE </a:t>
            </a:r>
          </a:p>
          <a:p>
            <a:pPr>
              <a:defRPr/>
            </a:pPr>
            <a:r>
              <a:rPr lang="fr-FR" smtClean="0"/>
              <a:t>I am a tree Bending beneath the weight of His wind and mercy
3-  ET LORSQUE SOUDAIN DEVANT TA GLOIRE </a:t>
            </a:r>
          </a:p>
          <a:p>
            <a:pPr>
              <a:defRPr/>
            </a:pPr>
            <a:r>
              <a:rPr lang="fr-FR" smtClean="0"/>
              <a:t>When all of a sudden I am unaware of these
4-  TOUTE AFFLICTION PÂLIT ET S'ENFUIT JE RÉALISE ALORS TOUTE TA BONTÉ </a:t>
            </a:r>
          </a:p>
          <a:p>
            <a:pPr>
              <a:defRPr/>
            </a:pPr>
            <a:r>
              <a:rPr lang="fr-FR" smtClean="0"/>
              <a:t>Afflictions eclipsed by glory And I realize just how beautiful you are and
5-  ET TA GRANDE AFFECTION SUR MA VIE</a:t>
            </a:r>
          </a:p>
          <a:p>
            <a:pPr>
              <a:defRPr/>
            </a:pPr>
            <a:r>
              <a:rPr lang="fr-FR" smtClean="0"/>
              <a:t> How great Your affections are for me</a:t>
            </a:r>
          </a:p>
          <a:p>
            <a:pPr>
              <a:defRPr/>
            </a:pPr>
            <a:r>
              <a:rPr lang="fr-FR" smtClean="0"/>
              <a:t>
	6-  OH ! IL NOUS AIME TANT OH ! COMME IL NOUS AIME</a:t>
            </a:r>
          </a:p>
          <a:p>
            <a:pPr>
              <a:defRPr/>
            </a:pPr>
            <a:r>
              <a:rPr lang="fr-FR" smtClean="0"/>
              <a:t>	And Oh, How He loves us so Oh, How He loves us
	7- IL NOUS AIME TANT </a:t>
            </a:r>
          </a:p>
          <a:p>
            <a:pPr>
              <a:defRPr/>
            </a:pPr>
            <a:r>
              <a:rPr lang="fr-FR" smtClean="0"/>
              <a:t>	How He loves us so</a:t>
            </a:r>
          </a:p>
          <a:p>
            <a:pPr>
              <a:defRPr/>
            </a:pPr>
            <a:r>
              <a:rPr lang="fr-FR" smtClean="0"/>
              <a:t>
8-  NOUS SOMMES SON PARTAGE  ET IL EST LE PRIX</a:t>
            </a:r>
          </a:p>
          <a:p>
            <a:pPr>
              <a:defRPr/>
            </a:pPr>
            <a:r>
              <a:rPr lang="fr-FR" smtClean="0"/>
              <a:t>We are His portion and He is our prize
9-  DANS SES YEUX BRILLANTS  LE SALUT RESPLENDIT </a:t>
            </a:r>
          </a:p>
          <a:p>
            <a:pPr>
              <a:defRPr/>
            </a:pPr>
            <a:r>
              <a:rPr lang="fr-FR" smtClean="0"/>
              <a:t>Drawn to redemption by the grace in His eyes
10-  SA GRÂCE EST L'OCÉAN  QUI NOUS REMPLIT </a:t>
            </a:r>
          </a:p>
          <a:p>
            <a:pPr>
              <a:defRPr/>
            </a:pPr>
            <a:r>
              <a:rPr lang="fr-FR" smtClean="0"/>
              <a:t>If grace is an ocean we're all sinking
11-  QUAND LES CIEUX TOUCHENT LA TERRE TEL UN BAISER D'AMOUR </a:t>
            </a:r>
          </a:p>
          <a:p>
            <a:pPr>
              <a:defRPr/>
            </a:pPr>
            <a:r>
              <a:rPr lang="fr-FR" smtClean="0"/>
              <a:t>So heaven meets earth like a sloppy wet kiss
12-  MON CŒUR EST EMBRASÉ  PAR TOI POUR TOUJOURS </a:t>
            </a:r>
          </a:p>
          <a:p>
            <a:pPr>
              <a:defRPr/>
            </a:pPr>
            <a:r>
              <a:rPr lang="fr-FR" smtClean="0"/>
              <a:t>And my heart turns violently in side of my chest
13-  JE N'AI PLUS LE TEMPS  POUR CE QUI EST PASSÉ </a:t>
            </a:r>
          </a:p>
          <a:p>
            <a:pPr>
              <a:defRPr/>
            </a:pPr>
            <a:r>
              <a:rPr lang="fr-FR" smtClean="0"/>
              <a:t>I don't have time to maintain these regrets
14-  QUAND JE PENSE À SA BONTÉ </a:t>
            </a:r>
          </a:p>
          <a:p>
            <a:pPr>
              <a:defRPr/>
            </a:pPr>
            <a:r>
              <a:rPr lang="fr-FR" smtClean="0"/>
              <a:t>When I think about the way He loves us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15-  IL NOUS AIME TELLEMENT     X2	 </a:t>
            </a:r>
          </a:p>
          <a:p>
            <a:pPr>
              <a:defRPr/>
            </a:pPr>
            <a:r>
              <a:rPr lang="fr-FR" smtClean="0"/>
              <a:t>Whoa, How He loves us Whoa, How He loves us</a:t>
            </a:r>
            <a:br>
              <a:rPr lang="fr-FR" smtClean="0"/>
            </a:br>
            <a:r>
              <a:rPr lang="fr-FR" smtClean="0"/>
              <a:t>16-  IL NOUS AIME TELLEMENT TELLEMENT </a:t>
            </a:r>
          </a:p>
          <a:p>
            <a:pPr>
              <a:defRPr/>
            </a:pPr>
            <a:r>
              <a:rPr lang="fr-FR" smtClean="0"/>
              <a:t>Whoa, How He loves Yeah He loves us</a:t>
            </a:r>
          </a:p>
          <a:p>
            <a:pPr>
              <a:defRPr/>
            </a:pPr>
            <a:r>
              <a:rPr lang="fr-FR" smtClean="0"/>
              <a:t>
17-  TU NOUS AIMES TELLEMENT    X2
18-  TU NOUS AIMES TELLEMENT TELLEMENT </a:t>
            </a:r>
          </a:p>
          <a:p>
            <a:pPr>
              <a:defRPr/>
            </a:pPr>
            <a:r>
              <a:rPr lang="fr-FR" smtClean="0"/>
              <a:t>
19-  ET JE T’AIME TELLEMENT       X2	 
20-  ET JE T’AIME TELLEMENT TELLEMENT </a:t>
            </a:r>
          </a:p>
          <a:p>
            <a:pPr>
              <a:defRPr/>
            </a:pPr>
            <a:r>
              <a:rPr lang="fr-FR" smtClean="0"/>
              <a:t>
	21-  OH ! TU NOUS AIMES TANT 
	22-  OH ! COMME TU NOUS AIMES TU NOUS AIMES TANT </a:t>
            </a:r>
          </a:p>
          <a:p>
            <a:pPr>
              <a:defRPr/>
            </a:pPr>
            <a:r>
              <a:rPr lang="fr-FR" smtClean="0"/>
              <a:t>
23- OH ! OUI TU M’AIMES TANT</a:t>
            </a:r>
          </a:p>
          <a:p>
            <a:pPr>
              <a:defRPr/>
            </a:pPr>
            <a:r>
              <a:rPr lang="fr-FR" smtClean="0"/>
              <a:t>24- COMBIEN TU M’AIMES OUI TU M’AIMES TANT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M'AIME AVEC JALOUSIE UN OURAGAN D'AMOUR, M'A ENVAHI  </a:t>
            </a:r>
          </a:p>
          <a:p>
            <a:r>
              <a:rPr lang="fr-FR" smtClean="0"/>
              <a:t>He is jealous for me Loves like a hurricane
2-  JE PLIE SOUS LE POIDS LE VENT DE SA GRÂCE INFINIE </a:t>
            </a:r>
          </a:p>
          <a:p>
            <a:r>
              <a:rPr lang="fr-FR" smtClean="0"/>
              <a:t>I am a tree Bending beneath the weight of His wind and mercy
3-  ET LORSQUE SOUDAIN DEVANT TA GLOIRE </a:t>
            </a:r>
          </a:p>
          <a:p>
            <a:r>
              <a:rPr lang="fr-FR" smtClean="0"/>
              <a:t>When all of a sudden I am unaware of these
4-  TOUTE AFFLICTION PÂLIT ET S'ENFUIT JE RÉALISE ALORS TOUTE TA BONTÉ </a:t>
            </a:r>
          </a:p>
          <a:p>
            <a:r>
              <a:rPr lang="fr-FR" smtClean="0"/>
              <a:t>Afflictions eclipsed by glory And I realize just how beautiful you are and
5-  ET TA GRANDE AFFECTION SUR MA VIE</a:t>
            </a:r>
          </a:p>
          <a:p>
            <a:r>
              <a:rPr lang="fr-FR" smtClean="0"/>
              <a:t> How great Your affections are for me</a:t>
            </a:r>
          </a:p>
          <a:p>
            <a:r>
              <a:rPr lang="fr-FR" smtClean="0"/>
              <a:t>
	6-  OH ! IL NOUS AIME TANT OH ! COMME IL NOUS AIME</a:t>
            </a:r>
          </a:p>
          <a:p>
            <a:r>
              <a:rPr lang="fr-FR" smtClean="0"/>
              <a:t>	And Oh, How He loves us so Oh, How He loves us
	7- IL NOUS AIME TANT </a:t>
            </a:r>
          </a:p>
          <a:p>
            <a:r>
              <a:rPr lang="fr-FR" smtClean="0"/>
              <a:t>	How He loves us so</a:t>
            </a:r>
          </a:p>
          <a:p>
            <a:r>
              <a:rPr lang="fr-FR" smtClean="0"/>
              <a:t>
8-  NOUS SOMMES SON PARTAGE  ET IL EST LE PRIX</a:t>
            </a:r>
          </a:p>
          <a:p>
            <a:r>
              <a:rPr lang="fr-FR" smtClean="0"/>
              <a:t>We are His portion and He is our prize
9-  DANS SES YEUX BRILLANTS  LE SALUT RESPLENDIT </a:t>
            </a:r>
          </a:p>
          <a:p>
            <a:r>
              <a:rPr lang="fr-FR" smtClean="0"/>
              <a:t>Drawn to redemption by the grace in His eyes
10-  SA GRÂCE EST L'OCÉAN  QUI NOUS REMPLIT </a:t>
            </a:r>
          </a:p>
          <a:p>
            <a:r>
              <a:rPr lang="fr-FR" smtClean="0"/>
              <a:t>If grace is an ocean we're all sinking
11-  QUAND LES CIEUX TOUCHENT LA TERRE TEL UN BAISER D'AMOUR </a:t>
            </a:r>
          </a:p>
          <a:p>
            <a:r>
              <a:rPr lang="fr-FR" smtClean="0"/>
              <a:t>So heaven meets earth like a sloppy wet kiss
12-  MON CŒUR EST EMBRASÉ  PAR TOI POUR TOUJOURS </a:t>
            </a:r>
          </a:p>
          <a:p>
            <a:r>
              <a:rPr lang="fr-FR" smtClean="0"/>
              <a:t>And my heart turns violently in side of my chest
13-  JE N'AI PLUS LE TEMPS  POUR CE QUI EST PASSÉ </a:t>
            </a:r>
          </a:p>
          <a:p>
            <a:r>
              <a:rPr lang="fr-FR" smtClean="0"/>
              <a:t>I don't have time to maintain these regrets
14-  QUAND JE PENSE À SA BONTÉ </a:t>
            </a:r>
          </a:p>
          <a:p>
            <a:r>
              <a:rPr lang="fr-FR" smtClean="0"/>
              <a:t>When I think about the way He loves us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IL NOUS AIME TELLEMENT     X2	 </a:t>
            </a:r>
          </a:p>
          <a:p>
            <a:r>
              <a:rPr lang="fr-FR" smtClean="0"/>
              <a:t>Whoa, How He loves us Whoa, How He loves us</a:t>
            </a:r>
            <a:br>
              <a:rPr lang="fr-FR" smtClean="0"/>
            </a:br>
            <a:r>
              <a:rPr lang="fr-FR" smtClean="0"/>
              <a:t>16-  IL NOUS AIME TELLEMENT TELLEMENT </a:t>
            </a:r>
          </a:p>
          <a:p>
            <a:r>
              <a:rPr lang="fr-FR" smtClean="0"/>
              <a:t>Whoa, How He loves Yeah He loves us</a:t>
            </a:r>
          </a:p>
          <a:p>
            <a:r>
              <a:rPr lang="fr-FR" smtClean="0"/>
              <a:t>
17-  TU NOUS AIMES TELLEMENT    X2
18-  TU NOUS AIMES TELLEMENT TELLEMENT </a:t>
            </a:r>
          </a:p>
          <a:p>
            <a:r>
              <a:rPr lang="fr-FR" smtClean="0"/>
              <a:t>
19-  ET JE T’AIME TELLEMENT       X2	 
20-  ET JE T’AIME TELLEMENT TELLEMENT </a:t>
            </a:r>
          </a:p>
          <a:p>
            <a:r>
              <a:rPr lang="fr-FR" smtClean="0"/>
              <a:t>
	21-  OH ! TU NOUS AIMES TANT 
	22-  OH ! COMME TU NOUS AIMES TU NOUS AIMES TANT </a:t>
            </a:r>
          </a:p>
          <a:p>
            <a:r>
              <a:rPr lang="fr-FR" smtClean="0"/>
              <a:t>
23- OH ! OUI TU M’AIMES TANT</a:t>
            </a:r>
          </a:p>
          <a:p>
            <a:r>
              <a:rPr lang="fr-FR" smtClean="0"/>
              <a:t>24- COMBIEN TU M’AIMES OUI TU M’AIMES TANT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IL M'AIME AVEC JALOUSIE UN OURAGAN D'AMOUR, M'A ENVAHI  </a:t>
            </a:r>
          </a:p>
          <a:p>
            <a:pPr>
              <a:defRPr/>
            </a:pPr>
            <a:r>
              <a:rPr lang="fr-FR" smtClean="0"/>
              <a:t>He is jealous for me Loves like a hurricane
2-  JE PLIE SOUS LE POIDS LE VENT DE SA GRÂCE INFINIE </a:t>
            </a:r>
          </a:p>
          <a:p>
            <a:pPr>
              <a:defRPr/>
            </a:pPr>
            <a:r>
              <a:rPr lang="fr-FR" smtClean="0"/>
              <a:t>I am a tree Bending beneath the weight of His wind and mercy
3-  ET LORSQUE SOUDAIN DEVANT TA GLOIRE </a:t>
            </a:r>
          </a:p>
          <a:p>
            <a:pPr>
              <a:defRPr/>
            </a:pPr>
            <a:r>
              <a:rPr lang="fr-FR" smtClean="0"/>
              <a:t>When all of a sudden I am unaware of these
4-  TOUTE AFFLICTION PÂLIT ET S'ENFUIT JE RÉALISE ALORS TOUTE TA BONTÉ </a:t>
            </a:r>
          </a:p>
          <a:p>
            <a:pPr>
              <a:defRPr/>
            </a:pPr>
            <a:r>
              <a:rPr lang="fr-FR" smtClean="0"/>
              <a:t>Afflictions eclipsed by glory And I realize just how beautiful you are and
5-  ET TA GRANDE AFFECTION SUR MA VIE</a:t>
            </a:r>
          </a:p>
          <a:p>
            <a:pPr>
              <a:defRPr/>
            </a:pPr>
            <a:r>
              <a:rPr lang="fr-FR" smtClean="0"/>
              <a:t> How great Your affections are for me</a:t>
            </a:r>
          </a:p>
          <a:p>
            <a:pPr>
              <a:defRPr/>
            </a:pPr>
            <a:r>
              <a:rPr lang="fr-FR" smtClean="0"/>
              <a:t>
	6-  OH ! IL NOUS AIME TANT OH ! COMME IL NOUS AIME</a:t>
            </a:r>
          </a:p>
          <a:p>
            <a:pPr>
              <a:defRPr/>
            </a:pPr>
            <a:r>
              <a:rPr lang="fr-FR" smtClean="0"/>
              <a:t>	And Oh, How He loves us so Oh, How He loves us
	7- IL NOUS AIME TANT </a:t>
            </a:r>
          </a:p>
          <a:p>
            <a:pPr>
              <a:defRPr/>
            </a:pPr>
            <a:r>
              <a:rPr lang="fr-FR" smtClean="0"/>
              <a:t>	How He loves us so</a:t>
            </a:r>
          </a:p>
          <a:p>
            <a:pPr>
              <a:defRPr/>
            </a:pPr>
            <a:r>
              <a:rPr lang="fr-FR" smtClean="0"/>
              <a:t>
8-  NOUS SOMMES SON PARTAGE  ET IL EST LE PRIX</a:t>
            </a:r>
          </a:p>
          <a:p>
            <a:pPr>
              <a:defRPr/>
            </a:pPr>
            <a:r>
              <a:rPr lang="fr-FR" smtClean="0"/>
              <a:t>We are His portion and He is our prize
9-  DANS SES YEUX BRILLANTS  LE SALUT RESPLENDIT </a:t>
            </a:r>
          </a:p>
          <a:p>
            <a:pPr>
              <a:defRPr/>
            </a:pPr>
            <a:r>
              <a:rPr lang="fr-FR" smtClean="0"/>
              <a:t>Drawn to redemption by the grace in His eyes
10-  SA GRÂCE EST L'OCÉAN  QUI NOUS REMPLIT </a:t>
            </a:r>
          </a:p>
          <a:p>
            <a:pPr>
              <a:defRPr/>
            </a:pPr>
            <a:r>
              <a:rPr lang="fr-FR" smtClean="0"/>
              <a:t>If grace is an ocean we're all sinking
11-  QUAND LES CIEUX TOUCHENT LA TERRE TEL UN BAISER D'AMOUR </a:t>
            </a:r>
          </a:p>
          <a:p>
            <a:pPr>
              <a:defRPr/>
            </a:pPr>
            <a:r>
              <a:rPr lang="fr-FR" smtClean="0"/>
              <a:t>So heaven meets earth like a sloppy wet kiss
12-  MON CŒUR EST EMBRASÉ  PAR TOI POUR TOUJOURS </a:t>
            </a:r>
          </a:p>
          <a:p>
            <a:pPr>
              <a:defRPr/>
            </a:pPr>
            <a:r>
              <a:rPr lang="fr-FR" smtClean="0"/>
              <a:t>And my heart turns violently in side of my chest
13-  JE N'AI PLUS LE TEMPS  POUR CE QUI EST PASSÉ </a:t>
            </a:r>
          </a:p>
          <a:p>
            <a:pPr>
              <a:defRPr/>
            </a:pPr>
            <a:r>
              <a:rPr lang="fr-FR" smtClean="0"/>
              <a:t>I don't have time to maintain these regrets
14-  QUAND JE PENSE À SA BONTÉ </a:t>
            </a:r>
          </a:p>
          <a:p>
            <a:pPr>
              <a:defRPr/>
            </a:pPr>
            <a:r>
              <a:rPr lang="fr-FR" smtClean="0"/>
              <a:t>When I think about the way He loves us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15-  IL NOUS AIME TELLEMENT     X2	 </a:t>
            </a:r>
          </a:p>
          <a:p>
            <a:pPr>
              <a:defRPr/>
            </a:pPr>
            <a:r>
              <a:rPr lang="fr-FR" smtClean="0"/>
              <a:t>Whoa, How He loves us Whoa, How He loves us</a:t>
            </a:r>
            <a:br>
              <a:rPr lang="fr-FR" smtClean="0"/>
            </a:br>
            <a:r>
              <a:rPr lang="fr-FR" smtClean="0"/>
              <a:t>16-  IL NOUS AIME TELLEMENT TELLEMENT </a:t>
            </a:r>
          </a:p>
          <a:p>
            <a:pPr>
              <a:defRPr/>
            </a:pPr>
            <a:r>
              <a:rPr lang="fr-FR" smtClean="0"/>
              <a:t>Whoa, How He loves Yeah He loves us</a:t>
            </a:r>
          </a:p>
          <a:p>
            <a:pPr>
              <a:defRPr/>
            </a:pPr>
            <a:r>
              <a:rPr lang="fr-FR" smtClean="0"/>
              <a:t>
17-  TU NOUS AIMES TELLEMENT    X2
18-  TU NOUS AIMES TELLEMENT TELLEMENT </a:t>
            </a:r>
          </a:p>
          <a:p>
            <a:pPr>
              <a:defRPr/>
            </a:pPr>
            <a:r>
              <a:rPr lang="fr-FR" smtClean="0"/>
              <a:t>
19-  ET JE T’AIME TELLEMENT       X2	 
20-  ET JE T’AIME TELLEMENT TELLEMENT </a:t>
            </a:r>
          </a:p>
          <a:p>
            <a:pPr>
              <a:defRPr/>
            </a:pPr>
            <a:r>
              <a:rPr lang="fr-FR" smtClean="0"/>
              <a:t>
	21-  OH ! TU NOUS AIMES TANT 
	22-  OH ! COMME TU NOUS AIMES TU NOUS AIMES TANT </a:t>
            </a:r>
          </a:p>
          <a:p>
            <a:pPr>
              <a:defRPr/>
            </a:pPr>
            <a:r>
              <a:rPr lang="fr-FR" smtClean="0"/>
              <a:t>
23- OH ! OUI TU M’AIMES TANT</a:t>
            </a:r>
          </a:p>
          <a:p>
            <a:pPr>
              <a:defRPr/>
            </a:pPr>
            <a:r>
              <a:rPr lang="fr-FR" smtClean="0"/>
              <a:t>24- COMBIEN TU M’AIMES OUI TU M’AIMES TANT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M'AIME AVEC JALOUSIE UN OURAGAN D'AMOUR, M'A ENVAHI  </a:t>
            </a:r>
          </a:p>
          <a:p>
            <a:r>
              <a:rPr lang="fr-FR" smtClean="0"/>
              <a:t>He is jealous for me Loves like a hurricane
2-  JE PLIE SOUS LE POIDS LE VENT DE SA GRÂCE INFINIE </a:t>
            </a:r>
          </a:p>
          <a:p>
            <a:r>
              <a:rPr lang="fr-FR" smtClean="0"/>
              <a:t>I am a tree Bending beneath the weight of His wind and mercy
3-  ET LORSQUE SOUDAIN DEVANT TA GLOIRE </a:t>
            </a:r>
          </a:p>
          <a:p>
            <a:r>
              <a:rPr lang="fr-FR" smtClean="0"/>
              <a:t>When all of a sudden I am unaware of these
4-  TOUTE AFFLICTION PÂLIT ET S'ENFUIT JE RÉALISE ALORS TOUTE TA BONTÉ </a:t>
            </a:r>
          </a:p>
          <a:p>
            <a:r>
              <a:rPr lang="fr-FR" smtClean="0"/>
              <a:t>Afflictions eclipsed by glory And I realize just how beautiful you are and
5-  ET TA GRANDE AFFECTION SUR MA VIE</a:t>
            </a:r>
          </a:p>
          <a:p>
            <a:r>
              <a:rPr lang="fr-FR" smtClean="0"/>
              <a:t> How great Your affections are for me</a:t>
            </a:r>
          </a:p>
          <a:p>
            <a:r>
              <a:rPr lang="fr-FR" smtClean="0"/>
              <a:t>
	6-  OH ! IL NOUS AIME TANT OH ! COMME IL NOUS AIME</a:t>
            </a:r>
          </a:p>
          <a:p>
            <a:r>
              <a:rPr lang="fr-FR" smtClean="0"/>
              <a:t>	And Oh, How He loves us so Oh, How He loves us
	7- IL NOUS AIME TANT </a:t>
            </a:r>
          </a:p>
          <a:p>
            <a:r>
              <a:rPr lang="fr-FR" smtClean="0"/>
              <a:t>	How He loves us so</a:t>
            </a:r>
          </a:p>
          <a:p>
            <a:r>
              <a:rPr lang="fr-FR" smtClean="0"/>
              <a:t>
8-  NOUS SOMMES SON PARTAGE  ET IL EST LE PRIX</a:t>
            </a:r>
          </a:p>
          <a:p>
            <a:r>
              <a:rPr lang="fr-FR" smtClean="0"/>
              <a:t>We are His portion and He is our prize
9-  DANS SES YEUX BRILLANTS  LE SALUT RESPLENDIT </a:t>
            </a:r>
          </a:p>
          <a:p>
            <a:r>
              <a:rPr lang="fr-FR" smtClean="0"/>
              <a:t>Drawn to redemption by the grace in His eyes
10-  SA GRÂCE EST L'OCÉAN  QUI NOUS REMPLIT </a:t>
            </a:r>
          </a:p>
          <a:p>
            <a:r>
              <a:rPr lang="fr-FR" smtClean="0"/>
              <a:t>If grace is an ocean we're all sinking
11-  QUAND LES CIEUX TOUCHENT LA TERRE TEL UN BAISER D'AMOUR </a:t>
            </a:r>
          </a:p>
          <a:p>
            <a:r>
              <a:rPr lang="fr-FR" smtClean="0"/>
              <a:t>So heaven meets earth like a sloppy wet kiss
12-  MON CŒUR EST EMBRASÉ  PAR TOI POUR TOUJOURS </a:t>
            </a:r>
          </a:p>
          <a:p>
            <a:r>
              <a:rPr lang="fr-FR" smtClean="0"/>
              <a:t>And my heart turns violently in side of my chest
13-  JE N'AI PLUS LE TEMPS  POUR CE QUI EST PASSÉ </a:t>
            </a:r>
          </a:p>
          <a:p>
            <a:r>
              <a:rPr lang="fr-FR" smtClean="0"/>
              <a:t>I don't have time to maintain these regrets
14-  QUAND JE PENSE À SA BONTÉ </a:t>
            </a:r>
          </a:p>
          <a:p>
            <a:r>
              <a:rPr lang="fr-FR" smtClean="0"/>
              <a:t>When I think about the way He loves us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IL NOUS AIME TELLEMENT     X2	 </a:t>
            </a:r>
          </a:p>
          <a:p>
            <a:r>
              <a:rPr lang="fr-FR" smtClean="0"/>
              <a:t>Whoa, How He loves us Whoa, How He loves us</a:t>
            </a:r>
            <a:br>
              <a:rPr lang="fr-FR" smtClean="0"/>
            </a:br>
            <a:r>
              <a:rPr lang="fr-FR" smtClean="0"/>
              <a:t>16-  IL NOUS AIME TELLEMENT TELLEMENT </a:t>
            </a:r>
          </a:p>
          <a:p>
            <a:r>
              <a:rPr lang="fr-FR" smtClean="0"/>
              <a:t>Whoa, How He loves Yeah He loves us</a:t>
            </a:r>
          </a:p>
          <a:p>
            <a:r>
              <a:rPr lang="fr-FR" smtClean="0"/>
              <a:t>
17-  TU NOUS AIMES TELLEMENT    X2
18-  TU NOUS AIMES TELLEMENT TELLEMENT </a:t>
            </a:r>
          </a:p>
          <a:p>
            <a:r>
              <a:rPr lang="fr-FR" smtClean="0"/>
              <a:t>
19-  ET JE T’AIME TELLEMENT       X2	 
20-  ET JE T’AIME TELLEMENT TELLEMENT </a:t>
            </a:r>
          </a:p>
          <a:p>
            <a:r>
              <a:rPr lang="fr-FR" smtClean="0"/>
              <a:t>
	21-  OH ! TU NOUS AIMES TANT 
	22-  OH ! COMME TU NOUS AIMES TU NOUS AIMES TANT </a:t>
            </a:r>
          </a:p>
          <a:p>
            <a:r>
              <a:rPr lang="fr-FR" smtClean="0"/>
              <a:t>
23- OH ! OUI TU M’AIMES TANT</a:t>
            </a:r>
          </a:p>
          <a:p>
            <a:r>
              <a:rPr lang="fr-FR" smtClean="0"/>
              <a:t>24- COMBIEN TU M’AIMES OUI TU M’AIMES TANT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IL M'AIME AVEC JALOUSIE UN OURAGAN D'AMOUR, M'A ENVAHI  </a:t>
            </a:r>
          </a:p>
          <a:p>
            <a:pPr>
              <a:defRPr/>
            </a:pPr>
            <a:r>
              <a:rPr lang="fr-FR" dirty="0" smtClean="0"/>
              <a:t>He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jealous</a:t>
            </a:r>
            <a:r>
              <a:rPr lang="fr-FR" dirty="0" smtClean="0"/>
              <a:t> for me Loves </a:t>
            </a:r>
            <a:r>
              <a:rPr lang="fr-FR" dirty="0" err="1" smtClean="0"/>
              <a:t>like</a:t>
            </a:r>
            <a:r>
              <a:rPr lang="fr-FR" dirty="0" smtClean="0"/>
              <a:t> a hurricane
2-  JE PLIE SOUS LE POIDS LE VENT DE SA GRÂCE INFINIE 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am</a:t>
            </a:r>
            <a:r>
              <a:rPr lang="fr-FR" dirty="0" smtClean="0"/>
              <a:t> a </a:t>
            </a:r>
            <a:r>
              <a:rPr lang="fr-FR" dirty="0" err="1" smtClean="0"/>
              <a:t>tree</a:t>
            </a:r>
            <a:r>
              <a:rPr lang="fr-FR" dirty="0" smtClean="0"/>
              <a:t> </a:t>
            </a:r>
            <a:r>
              <a:rPr lang="fr-FR" dirty="0" err="1" smtClean="0"/>
              <a:t>Bending</a:t>
            </a:r>
            <a:r>
              <a:rPr lang="fr-FR" dirty="0" smtClean="0"/>
              <a:t> </a:t>
            </a:r>
            <a:r>
              <a:rPr lang="fr-FR" dirty="0" err="1" smtClean="0"/>
              <a:t>beneath</a:t>
            </a:r>
            <a:r>
              <a:rPr lang="fr-FR" dirty="0" smtClean="0"/>
              <a:t> the </a:t>
            </a:r>
            <a:r>
              <a:rPr lang="fr-FR" dirty="0" err="1" smtClean="0"/>
              <a:t>weight</a:t>
            </a:r>
            <a:r>
              <a:rPr lang="fr-FR" dirty="0" smtClean="0"/>
              <a:t> of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wind</a:t>
            </a:r>
            <a:r>
              <a:rPr lang="fr-FR" dirty="0" smtClean="0"/>
              <a:t> and </a:t>
            </a:r>
            <a:r>
              <a:rPr lang="fr-FR" dirty="0" err="1" smtClean="0"/>
              <a:t>mercy</a:t>
            </a:r>
            <a:r>
              <a:rPr lang="fr-FR" dirty="0" smtClean="0"/>
              <a:t>
3-  ET LORSQUE SOUDAIN DEVANT TA GLOIRE </a:t>
            </a:r>
          </a:p>
          <a:p>
            <a:pPr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all of a </a:t>
            </a:r>
            <a:r>
              <a:rPr lang="fr-FR" dirty="0" err="1" smtClean="0"/>
              <a:t>sudden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unaware</a:t>
            </a:r>
            <a:r>
              <a:rPr lang="fr-FR" dirty="0" smtClean="0"/>
              <a:t> of </a:t>
            </a:r>
            <a:r>
              <a:rPr lang="fr-FR" dirty="0" err="1" smtClean="0"/>
              <a:t>these</a:t>
            </a:r>
            <a:r>
              <a:rPr lang="fr-FR" dirty="0" smtClean="0"/>
              <a:t>
4-  TOUTE AFFLICTION PÂLIT ET S'ENFUIT JE RÉALISE ALORS TOUTE TA BONTÉ </a:t>
            </a:r>
          </a:p>
          <a:p>
            <a:pPr>
              <a:defRPr/>
            </a:pPr>
            <a:r>
              <a:rPr lang="fr-FR" dirty="0" smtClean="0"/>
              <a:t>Afflictions </a:t>
            </a:r>
            <a:r>
              <a:rPr lang="fr-FR" dirty="0" err="1" smtClean="0"/>
              <a:t>eclipsed</a:t>
            </a:r>
            <a:r>
              <a:rPr lang="fr-FR" dirty="0" smtClean="0"/>
              <a:t> by </a:t>
            </a:r>
            <a:r>
              <a:rPr lang="fr-FR" dirty="0" err="1" smtClean="0"/>
              <a:t>glory</a:t>
            </a:r>
            <a:r>
              <a:rPr lang="fr-FR" dirty="0" smtClean="0"/>
              <a:t> And I </a:t>
            </a:r>
            <a:r>
              <a:rPr lang="fr-FR" dirty="0" err="1" smtClean="0"/>
              <a:t>realize</a:t>
            </a:r>
            <a:r>
              <a:rPr lang="fr-FR" dirty="0" smtClean="0"/>
              <a:t> </a:t>
            </a:r>
            <a:r>
              <a:rPr lang="fr-FR" dirty="0" err="1" smtClean="0"/>
              <a:t>just</a:t>
            </a:r>
            <a:r>
              <a:rPr lang="fr-FR" dirty="0" smtClean="0"/>
              <a:t> how </a:t>
            </a:r>
            <a:r>
              <a:rPr lang="fr-FR" dirty="0" err="1" smtClean="0"/>
              <a:t>beautiful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are and
5-  ET TA GRANDE AFFECTION SUR MA VIE</a:t>
            </a:r>
          </a:p>
          <a:p>
            <a:pPr>
              <a:defRPr/>
            </a:pPr>
            <a:r>
              <a:rPr lang="fr-FR" dirty="0" smtClean="0"/>
              <a:t> How </a:t>
            </a:r>
            <a:r>
              <a:rPr lang="fr-FR" dirty="0" err="1" smtClean="0"/>
              <a:t>great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affections are for me</a:t>
            </a:r>
          </a:p>
          <a:p>
            <a:pPr>
              <a:defRPr/>
            </a:pPr>
            <a:r>
              <a:rPr lang="fr-FR" dirty="0" smtClean="0"/>
              <a:t>
	6-  OH ! IL NOUS AIME TANT OH ! COMME IL NOUS AIME</a:t>
            </a:r>
          </a:p>
          <a:p>
            <a:pPr>
              <a:defRPr/>
            </a:pPr>
            <a:r>
              <a:rPr lang="fr-FR" dirty="0" smtClean="0"/>
              <a:t>	And Oh, How He loves us </a:t>
            </a:r>
            <a:r>
              <a:rPr lang="fr-FR" dirty="0" err="1" smtClean="0"/>
              <a:t>so</a:t>
            </a:r>
            <a:r>
              <a:rPr lang="fr-FR" dirty="0" smtClean="0"/>
              <a:t> Oh, How He loves us
	7- IL NOUS AIME TANT </a:t>
            </a:r>
          </a:p>
          <a:p>
            <a:pPr>
              <a:defRPr/>
            </a:pPr>
            <a:r>
              <a:rPr lang="fr-FR" dirty="0" smtClean="0"/>
              <a:t>	How He loves us </a:t>
            </a:r>
            <a:r>
              <a:rPr lang="fr-FR" dirty="0" err="1" smtClean="0"/>
              <a:t>so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8-  NOUS SOMMES SON PARTAGE  ET IL EST LE PRIX</a:t>
            </a:r>
          </a:p>
          <a:p>
            <a:pPr>
              <a:defRPr/>
            </a:pPr>
            <a:r>
              <a:rPr lang="fr-FR" dirty="0" err="1" smtClean="0"/>
              <a:t>We</a:t>
            </a:r>
            <a:r>
              <a:rPr lang="fr-FR" dirty="0" smtClean="0"/>
              <a:t> are </a:t>
            </a:r>
            <a:r>
              <a:rPr lang="fr-FR" dirty="0" err="1" smtClean="0"/>
              <a:t>His</a:t>
            </a:r>
            <a:r>
              <a:rPr lang="fr-FR" dirty="0" smtClean="0"/>
              <a:t> portion and He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prize</a:t>
            </a:r>
            <a:r>
              <a:rPr lang="fr-FR" dirty="0" smtClean="0"/>
              <a:t>
9-  DANS SES YEUX BRILLANTS  LE SALUT RESPLENDIT </a:t>
            </a:r>
          </a:p>
          <a:p>
            <a:pPr>
              <a:defRPr/>
            </a:pPr>
            <a:r>
              <a:rPr lang="fr-FR" dirty="0" err="1" smtClean="0"/>
              <a:t>Drawn</a:t>
            </a:r>
            <a:r>
              <a:rPr lang="fr-FR" dirty="0" smtClean="0"/>
              <a:t> to </a:t>
            </a:r>
            <a:r>
              <a:rPr lang="fr-FR" dirty="0" err="1" smtClean="0"/>
              <a:t>redemption</a:t>
            </a:r>
            <a:r>
              <a:rPr lang="fr-FR" dirty="0" smtClean="0"/>
              <a:t> by the </a:t>
            </a:r>
            <a:r>
              <a:rPr lang="fr-FR" dirty="0" err="1" smtClean="0"/>
              <a:t>grace</a:t>
            </a:r>
            <a:r>
              <a:rPr lang="fr-FR" dirty="0" smtClean="0"/>
              <a:t> in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eyes</a:t>
            </a:r>
            <a:r>
              <a:rPr lang="fr-FR" dirty="0" smtClean="0"/>
              <a:t>
10-  SA GRÂCE EST L'OCÉAN  QUI NOUS REMPLIT </a:t>
            </a:r>
          </a:p>
          <a:p>
            <a:pPr>
              <a:defRPr/>
            </a:pPr>
            <a:r>
              <a:rPr lang="fr-FR" dirty="0" smtClean="0"/>
              <a:t>If </a:t>
            </a:r>
            <a:r>
              <a:rPr lang="fr-FR" dirty="0" err="1" smtClean="0"/>
              <a:t>grace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an </a:t>
            </a:r>
            <a:r>
              <a:rPr lang="fr-FR" dirty="0" err="1" smtClean="0"/>
              <a:t>ocean</a:t>
            </a:r>
            <a:r>
              <a:rPr lang="fr-FR" dirty="0" smtClean="0"/>
              <a:t> </a:t>
            </a:r>
            <a:r>
              <a:rPr lang="fr-FR" dirty="0" err="1" smtClean="0"/>
              <a:t>we're</a:t>
            </a:r>
            <a:r>
              <a:rPr lang="fr-FR" dirty="0" smtClean="0"/>
              <a:t> all </a:t>
            </a:r>
            <a:r>
              <a:rPr lang="fr-FR" dirty="0" err="1" smtClean="0"/>
              <a:t>sinking</a:t>
            </a:r>
            <a:r>
              <a:rPr lang="fr-FR" dirty="0" smtClean="0"/>
              <a:t>
11-  QUAND LES CIEUX TOUCHENT LA TERRE TEL UN BAISER D'AMOUR </a:t>
            </a:r>
          </a:p>
          <a:p>
            <a:pPr>
              <a:defRPr/>
            </a:pPr>
            <a:r>
              <a:rPr lang="fr-FR" dirty="0" smtClean="0"/>
              <a:t>So </a:t>
            </a:r>
            <a:r>
              <a:rPr lang="fr-FR" dirty="0" err="1" smtClean="0"/>
              <a:t>heaven</a:t>
            </a:r>
            <a:r>
              <a:rPr lang="fr-FR" dirty="0" smtClean="0"/>
              <a:t> </a:t>
            </a:r>
            <a:r>
              <a:rPr lang="fr-FR" dirty="0" err="1" smtClean="0"/>
              <a:t>meets</a:t>
            </a:r>
            <a:r>
              <a:rPr lang="fr-FR" dirty="0" smtClean="0"/>
              <a:t> </a:t>
            </a:r>
            <a:r>
              <a:rPr lang="fr-FR" dirty="0" err="1" smtClean="0"/>
              <a:t>earth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r>
              <a:rPr lang="fr-FR" dirty="0" smtClean="0"/>
              <a:t> a </a:t>
            </a:r>
            <a:r>
              <a:rPr lang="fr-FR" dirty="0" err="1" smtClean="0"/>
              <a:t>sloppy</a:t>
            </a:r>
            <a:r>
              <a:rPr lang="fr-FR" dirty="0" smtClean="0"/>
              <a:t> </a:t>
            </a:r>
            <a:r>
              <a:rPr lang="fr-FR" dirty="0" err="1" smtClean="0"/>
              <a:t>wet</a:t>
            </a:r>
            <a:r>
              <a:rPr lang="fr-FR" dirty="0" smtClean="0"/>
              <a:t> </a:t>
            </a:r>
            <a:r>
              <a:rPr lang="fr-FR" dirty="0" err="1" smtClean="0"/>
              <a:t>kiss</a:t>
            </a:r>
            <a:r>
              <a:rPr lang="fr-FR" dirty="0" smtClean="0"/>
              <a:t>
12-  MON CŒUR EST EMBRASÉ  PAR TOI POUR TOUJOURS </a:t>
            </a:r>
          </a:p>
          <a:p>
            <a:pPr>
              <a:defRPr/>
            </a:pPr>
            <a:r>
              <a:rPr lang="fr-FR" dirty="0" smtClean="0"/>
              <a:t>And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</a:t>
            </a:r>
            <a:r>
              <a:rPr lang="fr-FR" dirty="0" err="1" smtClean="0"/>
              <a:t>turns</a:t>
            </a:r>
            <a:r>
              <a:rPr lang="fr-FR" dirty="0" smtClean="0"/>
              <a:t> </a:t>
            </a:r>
            <a:r>
              <a:rPr lang="fr-FR" dirty="0" err="1" smtClean="0"/>
              <a:t>violently</a:t>
            </a:r>
            <a:r>
              <a:rPr lang="fr-FR" dirty="0" smtClean="0"/>
              <a:t> in </a:t>
            </a:r>
            <a:r>
              <a:rPr lang="fr-FR" dirty="0" err="1" smtClean="0"/>
              <a:t>side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chest</a:t>
            </a:r>
            <a:r>
              <a:rPr lang="fr-FR" dirty="0" smtClean="0"/>
              <a:t>
13-  JE N'AI PLUS LE TEMPS  POUR CE QUI EST PASSÉ 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don't</a:t>
            </a:r>
            <a:r>
              <a:rPr lang="fr-FR" dirty="0" smtClean="0"/>
              <a:t> have time to </a:t>
            </a:r>
            <a:r>
              <a:rPr lang="fr-FR" dirty="0" err="1" smtClean="0"/>
              <a:t>maintain</a:t>
            </a:r>
            <a:r>
              <a:rPr lang="fr-FR" dirty="0" smtClean="0"/>
              <a:t> </a:t>
            </a:r>
            <a:r>
              <a:rPr lang="fr-FR" dirty="0" err="1" smtClean="0"/>
              <a:t>these</a:t>
            </a:r>
            <a:r>
              <a:rPr lang="fr-FR" dirty="0" smtClean="0"/>
              <a:t> regrets
14-  QUAND JE PENSE À SA BONTÉ </a:t>
            </a:r>
          </a:p>
          <a:p>
            <a:pPr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I </a:t>
            </a:r>
            <a:r>
              <a:rPr lang="fr-FR" dirty="0" err="1" smtClean="0"/>
              <a:t>think</a:t>
            </a:r>
            <a:r>
              <a:rPr lang="fr-FR" dirty="0" smtClean="0"/>
              <a:t> about the </a:t>
            </a:r>
            <a:r>
              <a:rPr lang="fr-FR" dirty="0" err="1" smtClean="0"/>
              <a:t>way</a:t>
            </a:r>
            <a:r>
              <a:rPr lang="fr-FR" dirty="0" smtClean="0"/>
              <a:t> He loves us</a:t>
            </a:r>
          </a:p>
          <a:p>
            <a:pPr>
              <a:defRPr/>
            </a:pPr>
            <a:r>
              <a:rPr lang="fr-FR" dirty="0" smtClean="0"/>
              <a:t>
Pont:</a:t>
            </a:r>
          </a:p>
          <a:p>
            <a:pPr>
              <a:defRPr/>
            </a:pPr>
            <a:r>
              <a:rPr lang="fr-FR" dirty="0" smtClean="0"/>
              <a:t>15-  IL NOUS AIME TELLEMENT     X2	 </a:t>
            </a:r>
          </a:p>
          <a:p>
            <a:pPr>
              <a:defRPr/>
            </a:pPr>
            <a:r>
              <a:rPr lang="fr-FR" dirty="0" err="1" smtClean="0"/>
              <a:t>Whoa</a:t>
            </a:r>
            <a:r>
              <a:rPr lang="fr-FR" dirty="0" smtClean="0"/>
              <a:t>, How He loves us </a:t>
            </a:r>
            <a:r>
              <a:rPr lang="fr-FR" dirty="0" err="1" smtClean="0"/>
              <a:t>Whoa</a:t>
            </a:r>
            <a:r>
              <a:rPr lang="fr-FR" dirty="0" smtClean="0"/>
              <a:t>, How He loves us</a:t>
            </a:r>
            <a:br>
              <a:rPr lang="fr-FR" dirty="0" smtClean="0"/>
            </a:br>
            <a:r>
              <a:rPr lang="fr-FR" dirty="0" smtClean="0"/>
              <a:t>16-  IL NOUS AIME TELLEMENT </a:t>
            </a:r>
            <a:r>
              <a:rPr lang="fr-FR" dirty="0" err="1" smtClean="0"/>
              <a:t>TELLEMENT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err="1" smtClean="0"/>
              <a:t>Whoa</a:t>
            </a:r>
            <a:r>
              <a:rPr lang="fr-FR" dirty="0" smtClean="0"/>
              <a:t>, How He loves Yeah He loves us</a:t>
            </a:r>
          </a:p>
          <a:p>
            <a:pPr>
              <a:defRPr/>
            </a:pPr>
            <a:r>
              <a:rPr lang="fr-FR" dirty="0" smtClean="0"/>
              <a:t>
17-  TU NOUS AIMES TELLEMENT    X2
18-  TU NOUS AIMES TELLEMENT </a:t>
            </a:r>
            <a:r>
              <a:rPr lang="fr-FR" dirty="0" err="1" smtClean="0"/>
              <a:t>TELLEMENT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
19-  ET JE T’AIME TELLEMENT       X2	 
20-  ET JE T’AIME TELLEMENT </a:t>
            </a:r>
            <a:r>
              <a:rPr lang="fr-FR" dirty="0" err="1" smtClean="0"/>
              <a:t>TELLEMENT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
	21-  OH ! TU NOUS AIMES TANT 
	22-  OH ! COMME TU NOUS AIMES TU NOUS AIMES TANT </a:t>
            </a:r>
          </a:p>
          <a:p>
            <a:pPr>
              <a:defRPr/>
            </a:pPr>
            <a:r>
              <a:rPr lang="fr-FR" dirty="0" smtClean="0"/>
              <a:t>
23- OH ! OUI TU M’AIMES TANT</a:t>
            </a:r>
          </a:p>
          <a:p>
            <a:pPr>
              <a:defRPr/>
            </a:pPr>
            <a:r>
              <a:rPr lang="fr-FR" dirty="0" smtClean="0"/>
              <a:t>24- COMBIEN TU M’AIMES OUI TU M’AIMES TANT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M'AIME AVEC JALOUSIE UN OURAGAN D'AMOUR, M'A ENVAHI  </a:t>
            </a:r>
          </a:p>
          <a:p>
            <a:r>
              <a:rPr lang="fr-FR" smtClean="0"/>
              <a:t>He is jealous for me Loves like a hurricane
2-  JE PLIE SOUS LE POIDS LE VENT DE SA GRÂCE INFINIE </a:t>
            </a:r>
          </a:p>
          <a:p>
            <a:r>
              <a:rPr lang="fr-FR" smtClean="0"/>
              <a:t>I am a tree Bending beneath the weight of His wind and mercy
3-  ET LORSQUE SOUDAIN DEVANT TA GLOIRE </a:t>
            </a:r>
          </a:p>
          <a:p>
            <a:r>
              <a:rPr lang="fr-FR" smtClean="0"/>
              <a:t>When all of a sudden I am unaware of these
4-  TOUTE AFFLICTION PÂLIT ET S'ENFUIT JE RÉALISE ALORS TOUTE TA BONTÉ </a:t>
            </a:r>
          </a:p>
          <a:p>
            <a:r>
              <a:rPr lang="fr-FR" smtClean="0"/>
              <a:t>Afflictions eclipsed by glory And I realize just how beautiful you are and
5-  ET TA GRANDE AFFECTION SUR MA VIE</a:t>
            </a:r>
          </a:p>
          <a:p>
            <a:r>
              <a:rPr lang="fr-FR" smtClean="0"/>
              <a:t> How great Your affections are for me</a:t>
            </a:r>
          </a:p>
          <a:p>
            <a:r>
              <a:rPr lang="fr-FR" smtClean="0"/>
              <a:t>
	6-  OH ! IL NOUS AIME TANT OH ! COMME IL NOUS AIME</a:t>
            </a:r>
          </a:p>
          <a:p>
            <a:r>
              <a:rPr lang="fr-FR" smtClean="0"/>
              <a:t>	And Oh, How He loves us so Oh, How He loves us
	7- IL NOUS AIME TANT </a:t>
            </a:r>
          </a:p>
          <a:p>
            <a:r>
              <a:rPr lang="fr-FR" smtClean="0"/>
              <a:t>	How He loves us so</a:t>
            </a:r>
          </a:p>
          <a:p>
            <a:r>
              <a:rPr lang="fr-FR" smtClean="0"/>
              <a:t>
8-  NOUS SOMMES SON PARTAGE  ET IL EST LE PRIX</a:t>
            </a:r>
          </a:p>
          <a:p>
            <a:r>
              <a:rPr lang="fr-FR" smtClean="0"/>
              <a:t>We are His portion and He is our prize
9-  DANS SES YEUX BRILLANTS  LE SALUT RESPLENDIT </a:t>
            </a:r>
          </a:p>
          <a:p>
            <a:r>
              <a:rPr lang="fr-FR" smtClean="0"/>
              <a:t>Drawn to redemption by the grace in His eyes
10-  SA GRÂCE EST L'OCÉAN  QUI NOUS REMPLIT </a:t>
            </a:r>
          </a:p>
          <a:p>
            <a:r>
              <a:rPr lang="fr-FR" smtClean="0"/>
              <a:t>If grace is an ocean we're all sinking
11-  QUAND LES CIEUX TOUCHENT LA TERRE TEL UN BAISER D'AMOUR </a:t>
            </a:r>
          </a:p>
          <a:p>
            <a:r>
              <a:rPr lang="fr-FR" smtClean="0"/>
              <a:t>So heaven meets earth like a sloppy wet kiss
12-  MON CŒUR EST EMBRASÉ  PAR TOI POUR TOUJOURS </a:t>
            </a:r>
          </a:p>
          <a:p>
            <a:r>
              <a:rPr lang="fr-FR" smtClean="0"/>
              <a:t>And my heart turns violently in side of my chest
13-  JE N'AI PLUS LE TEMPS  POUR CE QUI EST PASSÉ </a:t>
            </a:r>
          </a:p>
          <a:p>
            <a:r>
              <a:rPr lang="fr-FR" smtClean="0"/>
              <a:t>I don't have time to maintain these regrets
14-  QUAND JE PENSE À SA BONTÉ </a:t>
            </a:r>
          </a:p>
          <a:p>
            <a:r>
              <a:rPr lang="fr-FR" smtClean="0"/>
              <a:t>When I think about the way He loves us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IL NOUS AIME TELLEMENT     X2	 </a:t>
            </a:r>
          </a:p>
          <a:p>
            <a:r>
              <a:rPr lang="fr-FR" smtClean="0"/>
              <a:t>Whoa, How He loves us Whoa, How He loves us</a:t>
            </a:r>
            <a:br>
              <a:rPr lang="fr-FR" smtClean="0"/>
            </a:br>
            <a:r>
              <a:rPr lang="fr-FR" smtClean="0"/>
              <a:t>16-  IL NOUS AIME TELLEMENT TELLEMENT </a:t>
            </a:r>
          </a:p>
          <a:p>
            <a:r>
              <a:rPr lang="fr-FR" smtClean="0"/>
              <a:t>Whoa, How He loves Yeah He loves us</a:t>
            </a:r>
          </a:p>
          <a:p>
            <a:r>
              <a:rPr lang="fr-FR" smtClean="0"/>
              <a:t>
17-  TU NOUS AIMES TELLEMENT    X2
18-  TU NOUS AIMES TELLEMENT TELLEMENT </a:t>
            </a:r>
          </a:p>
          <a:p>
            <a:r>
              <a:rPr lang="fr-FR" smtClean="0"/>
              <a:t>
19-  ET JE T’AIME TELLEMENT       X2	 
20-  ET JE T’AIME TELLEMENT TELLEMENT </a:t>
            </a:r>
          </a:p>
          <a:p>
            <a:r>
              <a:rPr lang="fr-FR" smtClean="0"/>
              <a:t>
	21-  OH ! TU NOUS AIMES TANT 
	22-  OH ! COMME TU NOUS AIMES TU NOUS AIMES TANT </a:t>
            </a:r>
          </a:p>
          <a:p>
            <a:r>
              <a:rPr lang="fr-FR" smtClean="0"/>
              <a:t>
23- OH ! OUI TU M’AIMES TANT</a:t>
            </a:r>
          </a:p>
          <a:p>
            <a:r>
              <a:rPr lang="fr-FR" smtClean="0"/>
              <a:t>24- COMBIEN TU M’AIMES OUI TU M’AIMES TANT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IL M'AIME AVEC JALOUSIE UN OURAGAN D'AMOUR, M'A ENVAHI  </a:t>
            </a:r>
          </a:p>
          <a:p>
            <a:pPr>
              <a:defRPr/>
            </a:pPr>
            <a:r>
              <a:rPr lang="fr-FR" smtClean="0"/>
              <a:t>He is jealous for me Loves like a hurricane
2-  JE PLIE SOUS LE POIDS LE VENT DE SA GRÂCE INFINIE </a:t>
            </a:r>
          </a:p>
          <a:p>
            <a:pPr>
              <a:defRPr/>
            </a:pPr>
            <a:r>
              <a:rPr lang="fr-FR" smtClean="0"/>
              <a:t>I am a tree Bending beneath the weight of His wind and mercy
3-  ET LORSQUE SOUDAIN DEVANT TA GLOIRE </a:t>
            </a:r>
          </a:p>
          <a:p>
            <a:pPr>
              <a:defRPr/>
            </a:pPr>
            <a:r>
              <a:rPr lang="fr-FR" smtClean="0"/>
              <a:t>When all of a sudden I am unaware of these
4-  TOUTE AFFLICTION PÂLIT ET S'ENFUIT JE RÉALISE ALORS TOUTE TA BONTÉ </a:t>
            </a:r>
          </a:p>
          <a:p>
            <a:pPr>
              <a:defRPr/>
            </a:pPr>
            <a:r>
              <a:rPr lang="fr-FR" smtClean="0"/>
              <a:t>Afflictions eclipsed by glory And I realize just how beautiful you are and
5-  ET TA GRANDE AFFECTION SUR MA VIE</a:t>
            </a:r>
          </a:p>
          <a:p>
            <a:pPr>
              <a:defRPr/>
            </a:pPr>
            <a:r>
              <a:rPr lang="fr-FR" smtClean="0"/>
              <a:t> How great Your affections are for me</a:t>
            </a:r>
          </a:p>
          <a:p>
            <a:pPr>
              <a:defRPr/>
            </a:pPr>
            <a:r>
              <a:rPr lang="fr-FR" smtClean="0"/>
              <a:t>
	6-  OH ! IL NOUS AIME TANT OH ! COMME IL NOUS AIME</a:t>
            </a:r>
          </a:p>
          <a:p>
            <a:pPr>
              <a:defRPr/>
            </a:pPr>
            <a:r>
              <a:rPr lang="fr-FR" smtClean="0"/>
              <a:t>	And Oh, How He loves us so Oh, How He loves us
	7- IL NOUS AIME TANT </a:t>
            </a:r>
          </a:p>
          <a:p>
            <a:pPr>
              <a:defRPr/>
            </a:pPr>
            <a:r>
              <a:rPr lang="fr-FR" smtClean="0"/>
              <a:t>	How He loves us so</a:t>
            </a:r>
          </a:p>
          <a:p>
            <a:pPr>
              <a:defRPr/>
            </a:pPr>
            <a:r>
              <a:rPr lang="fr-FR" smtClean="0"/>
              <a:t>
8-  NOUS SOMMES SON PARTAGE  ET IL EST LE PRIX</a:t>
            </a:r>
          </a:p>
          <a:p>
            <a:pPr>
              <a:defRPr/>
            </a:pPr>
            <a:r>
              <a:rPr lang="fr-FR" smtClean="0"/>
              <a:t>We are His portion and He is our prize
9-  DANS SES YEUX BRILLANTS  LE SALUT RESPLENDIT </a:t>
            </a:r>
          </a:p>
          <a:p>
            <a:pPr>
              <a:defRPr/>
            </a:pPr>
            <a:r>
              <a:rPr lang="fr-FR" smtClean="0"/>
              <a:t>Drawn to redemption by the grace in His eyes
10-  SA GRÂCE EST L'OCÉAN  QUI NOUS REMPLIT </a:t>
            </a:r>
          </a:p>
          <a:p>
            <a:pPr>
              <a:defRPr/>
            </a:pPr>
            <a:r>
              <a:rPr lang="fr-FR" smtClean="0"/>
              <a:t>If grace is an ocean we're all sinking
11-  QUAND LES CIEUX TOUCHENT LA TERRE TEL UN BAISER D'AMOUR </a:t>
            </a:r>
          </a:p>
          <a:p>
            <a:pPr>
              <a:defRPr/>
            </a:pPr>
            <a:r>
              <a:rPr lang="fr-FR" smtClean="0"/>
              <a:t>So heaven meets earth like a sloppy wet kiss
12-  MON CŒUR EST EMBRASÉ  PAR TOI POUR TOUJOURS </a:t>
            </a:r>
          </a:p>
          <a:p>
            <a:pPr>
              <a:defRPr/>
            </a:pPr>
            <a:r>
              <a:rPr lang="fr-FR" smtClean="0"/>
              <a:t>And my heart turns violently in side of my chest
13-  JE N'AI PLUS LE TEMPS  POUR CE QUI EST PASSÉ </a:t>
            </a:r>
          </a:p>
          <a:p>
            <a:pPr>
              <a:defRPr/>
            </a:pPr>
            <a:r>
              <a:rPr lang="fr-FR" smtClean="0"/>
              <a:t>I don't have time to maintain these regrets
14-  QUAND JE PENSE À SA BONTÉ </a:t>
            </a:r>
          </a:p>
          <a:p>
            <a:pPr>
              <a:defRPr/>
            </a:pPr>
            <a:r>
              <a:rPr lang="fr-FR" smtClean="0"/>
              <a:t>When I think about the way He loves us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15-  IL NOUS AIME TELLEMENT     X2	 </a:t>
            </a:r>
          </a:p>
          <a:p>
            <a:pPr>
              <a:defRPr/>
            </a:pPr>
            <a:r>
              <a:rPr lang="fr-FR" smtClean="0"/>
              <a:t>Whoa, How He loves us Whoa, How He loves us</a:t>
            </a:r>
            <a:br>
              <a:rPr lang="fr-FR" smtClean="0"/>
            </a:br>
            <a:r>
              <a:rPr lang="fr-FR" smtClean="0"/>
              <a:t>16-  IL NOUS AIME TELLEMENT TELLEMENT </a:t>
            </a:r>
          </a:p>
          <a:p>
            <a:pPr>
              <a:defRPr/>
            </a:pPr>
            <a:r>
              <a:rPr lang="fr-FR" smtClean="0"/>
              <a:t>Whoa, How He loves Yeah He loves us</a:t>
            </a:r>
          </a:p>
          <a:p>
            <a:pPr>
              <a:defRPr/>
            </a:pPr>
            <a:r>
              <a:rPr lang="fr-FR" smtClean="0"/>
              <a:t>
17-  TU NOUS AIMES TELLEMENT    X2
18-  TU NOUS AIMES TELLEMENT TELLEMENT </a:t>
            </a:r>
          </a:p>
          <a:p>
            <a:pPr>
              <a:defRPr/>
            </a:pPr>
            <a:r>
              <a:rPr lang="fr-FR" smtClean="0"/>
              <a:t>
19-  ET JE T’AIME TELLEMENT       X2	 
20-  ET JE T’AIME TELLEMENT TELLEMENT </a:t>
            </a:r>
          </a:p>
          <a:p>
            <a:pPr>
              <a:defRPr/>
            </a:pPr>
            <a:r>
              <a:rPr lang="fr-FR" smtClean="0"/>
              <a:t>
	21-  OH ! TU NOUS AIMES TANT 
	22-  OH ! COMME TU NOUS AIMES TU NOUS AIMES TANT </a:t>
            </a:r>
          </a:p>
          <a:p>
            <a:pPr>
              <a:defRPr/>
            </a:pPr>
            <a:r>
              <a:rPr lang="fr-FR" smtClean="0"/>
              <a:t>
23- OH ! OUI TU M’AIMES TANT</a:t>
            </a:r>
          </a:p>
          <a:p>
            <a:pPr>
              <a:defRPr/>
            </a:pPr>
            <a:r>
              <a:rPr lang="fr-FR" smtClean="0"/>
              <a:t>24- COMBIEN TU M’AIMES OUI TU M’AIMES TANT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M'AIME AVEC JALOUSIE UN OURAGAN D'AMOUR, M'A ENVAHI  </a:t>
            </a:r>
          </a:p>
          <a:p>
            <a:r>
              <a:rPr lang="fr-FR" smtClean="0"/>
              <a:t>He is jealous for me Loves like a hurricane
2-  JE PLIE SOUS LE POIDS LE VENT DE SA GRÂCE INFINIE </a:t>
            </a:r>
          </a:p>
          <a:p>
            <a:r>
              <a:rPr lang="fr-FR" smtClean="0"/>
              <a:t>I am a tree Bending beneath the weight of His wind and mercy
3-  ET LORSQUE SOUDAIN DEVANT TA GLOIRE </a:t>
            </a:r>
          </a:p>
          <a:p>
            <a:r>
              <a:rPr lang="fr-FR" smtClean="0"/>
              <a:t>When all of a sudden I am unaware of these
4-  TOUTE AFFLICTION PÂLIT ET S'ENFUIT JE RÉALISE ALORS TOUTE TA BONTÉ </a:t>
            </a:r>
          </a:p>
          <a:p>
            <a:r>
              <a:rPr lang="fr-FR" smtClean="0"/>
              <a:t>Afflictions eclipsed by glory And I realize just how beautiful you are and
5-  ET TA GRANDE AFFECTION SUR MA VIE</a:t>
            </a:r>
          </a:p>
          <a:p>
            <a:r>
              <a:rPr lang="fr-FR" smtClean="0"/>
              <a:t> How great Your affections are for me</a:t>
            </a:r>
          </a:p>
          <a:p>
            <a:r>
              <a:rPr lang="fr-FR" smtClean="0"/>
              <a:t>
	6-  OH ! IL NOUS AIME TANT OH ! COMME IL NOUS AIME</a:t>
            </a:r>
          </a:p>
          <a:p>
            <a:r>
              <a:rPr lang="fr-FR" smtClean="0"/>
              <a:t>	And Oh, How He loves us so Oh, How He loves us
	7- IL NOUS AIME TANT </a:t>
            </a:r>
          </a:p>
          <a:p>
            <a:r>
              <a:rPr lang="fr-FR" smtClean="0"/>
              <a:t>	How He loves us so</a:t>
            </a:r>
          </a:p>
          <a:p>
            <a:r>
              <a:rPr lang="fr-FR" smtClean="0"/>
              <a:t>
8-  NOUS SOMMES SON PARTAGE  ET IL EST LE PRIX</a:t>
            </a:r>
          </a:p>
          <a:p>
            <a:r>
              <a:rPr lang="fr-FR" smtClean="0"/>
              <a:t>We are His portion and He is our prize
9-  DANS SES YEUX BRILLANTS  LE SALUT RESPLENDIT </a:t>
            </a:r>
          </a:p>
          <a:p>
            <a:r>
              <a:rPr lang="fr-FR" smtClean="0"/>
              <a:t>Drawn to redemption by the grace in His eyes
10-  SA GRÂCE EST L'OCÉAN  QUI NOUS REMPLIT </a:t>
            </a:r>
          </a:p>
          <a:p>
            <a:r>
              <a:rPr lang="fr-FR" smtClean="0"/>
              <a:t>If grace is an ocean we're all sinking
11-  QUAND LES CIEUX TOUCHENT LA TERRE TEL UN BAISER D'AMOUR </a:t>
            </a:r>
          </a:p>
          <a:p>
            <a:r>
              <a:rPr lang="fr-FR" smtClean="0"/>
              <a:t>So heaven meets earth like a sloppy wet kiss
12-  MON CŒUR EST EMBRASÉ  PAR TOI POUR TOUJOURS </a:t>
            </a:r>
          </a:p>
          <a:p>
            <a:r>
              <a:rPr lang="fr-FR" smtClean="0"/>
              <a:t>And my heart turns violently in side of my chest
13-  JE N'AI PLUS LE TEMPS  POUR CE QUI EST PASSÉ </a:t>
            </a:r>
          </a:p>
          <a:p>
            <a:r>
              <a:rPr lang="fr-FR" smtClean="0"/>
              <a:t>I don't have time to maintain these regrets
14-  QUAND JE PENSE À SA BONTÉ </a:t>
            </a:r>
          </a:p>
          <a:p>
            <a:r>
              <a:rPr lang="fr-FR" smtClean="0"/>
              <a:t>When I think about the way He loves us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IL NOUS AIME TELLEMENT     X2	 </a:t>
            </a:r>
          </a:p>
          <a:p>
            <a:r>
              <a:rPr lang="fr-FR" smtClean="0"/>
              <a:t>Whoa, How He loves us Whoa, How He loves us</a:t>
            </a:r>
            <a:br>
              <a:rPr lang="fr-FR" smtClean="0"/>
            </a:br>
            <a:r>
              <a:rPr lang="fr-FR" smtClean="0"/>
              <a:t>16-  IL NOUS AIME TELLEMENT TELLEMENT </a:t>
            </a:r>
          </a:p>
          <a:p>
            <a:r>
              <a:rPr lang="fr-FR" smtClean="0"/>
              <a:t>Whoa, How He loves Yeah He loves us</a:t>
            </a:r>
          </a:p>
          <a:p>
            <a:r>
              <a:rPr lang="fr-FR" smtClean="0"/>
              <a:t>
17-  TU NOUS AIMES TELLEMENT    X2
18-  TU NOUS AIMES TELLEMENT TELLEMENT </a:t>
            </a:r>
          </a:p>
          <a:p>
            <a:r>
              <a:rPr lang="fr-FR" smtClean="0"/>
              <a:t>
19-  ET JE T’AIME TELLEMENT       X2	 
20-  ET JE T’AIME TELLEMENT TELLEMENT </a:t>
            </a:r>
          </a:p>
          <a:p>
            <a:r>
              <a:rPr lang="fr-FR" smtClean="0"/>
              <a:t>
	21-  OH ! TU NOUS AIMES TANT 
	22-  OH ! COMME TU NOUS AIMES TU NOUS AIMES TANT </a:t>
            </a:r>
          </a:p>
          <a:p>
            <a:r>
              <a:rPr lang="fr-FR" smtClean="0"/>
              <a:t>
23- OH ! OUI TU M’AIMES TANT</a:t>
            </a:r>
          </a:p>
          <a:p>
            <a:r>
              <a:rPr lang="fr-FR" smtClean="0"/>
              <a:t>24- COMBIEN TU M’AIMES OUI TU M’AIMES TANT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IL M'AIME AVEC JALOUSIE UN OURAGAN D'AMOUR, M'A ENVAHI  </a:t>
            </a:r>
          </a:p>
          <a:p>
            <a:pPr>
              <a:defRPr/>
            </a:pPr>
            <a:r>
              <a:rPr lang="fr-FR" smtClean="0"/>
              <a:t>He is jealous for me Loves like a hurricane
2-  JE PLIE SOUS LE POIDS LE VENT DE SA GRÂCE INFINIE </a:t>
            </a:r>
          </a:p>
          <a:p>
            <a:pPr>
              <a:defRPr/>
            </a:pPr>
            <a:r>
              <a:rPr lang="fr-FR" smtClean="0"/>
              <a:t>I am a tree Bending beneath the weight of His wind and mercy
3-  ET LORSQUE SOUDAIN DEVANT TA GLOIRE </a:t>
            </a:r>
          </a:p>
          <a:p>
            <a:pPr>
              <a:defRPr/>
            </a:pPr>
            <a:r>
              <a:rPr lang="fr-FR" smtClean="0"/>
              <a:t>When all of a sudden I am unaware of these
4-  TOUTE AFFLICTION PÂLIT ET S'ENFUIT JE RÉALISE ALORS TOUTE TA BONTÉ </a:t>
            </a:r>
          </a:p>
          <a:p>
            <a:pPr>
              <a:defRPr/>
            </a:pPr>
            <a:r>
              <a:rPr lang="fr-FR" smtClean="0"/>
              <a:t>Afflictions eclipsed by glory And I realize just how beautiful you are and
5-  ET TA GRANDE AFFECTION SUR MA VIE</a:t>
            </a:r>
          </a:p>
          <a:p>
            <a:pPr>
              <a:defRPr/>
            </a:pPr>
            <a:r>
              <a:rPr lang="fr-FR" smtClean="0"/>
              <a:t> How great Your affections are for me</a:t>
            </a:r>
          </a:p>
          <a:p>
            <a:pPr>
              <a:defRPr/>
            </a:pPr>
            <a:r>
              <a:rPr lang="fr-FR" smtClean="0"/>
              <a:t>
	6-  OH ! IL NOUS AIME TANT OH ! COMME IL NOUS AIME</a:t>
            </a:r>
          </a:p>
          <a:p>
            <a:pPr>
              <a:defRPr/>
            </a:pPr>
            <a:r>
              <a:rPr lang="fr-FR" smtClean="0"/>
              <a:t>	And Oh, How He loves us so Oh, How He loves us
	7- IL NOUS AIME TANT </a:t>
            </a:r>
          </a:p>
          <a:p>
            <a:pPr>
              <a:defRPr/>
            </a:pPr>
            <a:r>
              <a:rPr lang="fr-FR" smtClean="0"/>
              <a:t>	How He loves us so</a:t>
            </a:r>
          </a:p>
          <a:p>
            <a:pPr>
              <a:defRPr/>
            </a:pPr>
            <a:r>
              <a:rPr lang="fr-FR" smtClean="0"/>
              <a:t>
8-  NOUS SOMMES SON PARTAGE  ET IL EST LE PRIX</a:t>
            </a:r>
          </a:p>
          <a:p>
            <a:pPr>
              <a:defRPr/>
            </a:pPr>
            <a:r>
              <a:rPr lang="fr-FR" smtClean="0"/>
              <a:t>We are His portion and He is our prize
9-  DANS SES YEUX BRILLANTS  LE SALUT RESPLENDIT </a:t>
            </a:r>
          </a:p>
          <a:p>
            <a:pPr>
              <a:defRPr/>
            </a:pPr>
            <a:r>
              <a:rPr lang="fr-FR" smtClean="0"/>
              <a:t>Drawn to redemption by the grace in His eyes
10-  SA GRÂCE EST L'OCÉAN  QUI NOUS REMPLIT </a:t>
            </a:r>
          </a:p>
          <a:p>
            <a:pPr>
              <a:defRPr/>
            </a:pPr>
            <a:r>
              <a:rPr lang="fr-FR" smtClean="0"/>
              <a:t>If grace is an ocean we're all sinking
11-  QUAND LES CIEUX TOUCHENT LA TERRE TEL UN BAISER D'AMOUR </a:t>
            </a:r>
          </a:p>
          <a:p>
            <a:pPr>
              <a:defRPr/>
            </a:pPr>
            <a:r>
              <a:rPr lang="fr-FR" smtClean="0"/>
              <a:t>So heaven meets earth like a sloppy wet kiss
12-  MON CŒUR EST EMBRASÉ  PAR TOI POUR TOUJOURS </a:t>
            </a:r>
          </a:p>
          <a:p>
            <a:pPr>
              <a:defRPr/>
            </a:pPr>
            <a:r>
              <a:rPr lang="fr-FR" smtClean="0"/>
              <a:t>And my heart turns violently in side of my chest
13-  JE N'AI PLUS LE TEMPS  POUR CE QUI EST PASSÉ </a:t>
            </a:r>
          </a:p>
          <a:p>
            <a:pPr>
              <a:defRPr/>
            </a:pPr>
            <a:r>
              <a:rPr lang="fr-FR" smtClean="0"/>
              <a:t>I don't have time to maintain these regrets
14-  QUAND JE PENSE À SA BONTÉ </a:t>
            </a:r>
          </a:p>
          <a:p>
            <a:pPr>
              <a:defRPr/>
            </a:pPr>
            <a:r>
              <a:rPr lang="fr-FR" smtClean="0"/>
              <a:t>When I think about the way He loves us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15-  IL NOUS AIME TELLEMENT     X2	 </a:t>
            </a:r>
          </a:p>
          <a:p>
            <a:pPr>
              <a:defRPr/>
            </a:pPr>
            <a:r>
              <a:rPr lang="fr-FR" smtClean="0"/>
              <a:t>Whoa, How He loves us Whoa, How He loves us</a:t>
            </a:r>
            <a:br>
              <a:rPr lang="fr-FR" smtClean="0"/>
            </a:br>
            <a:r>
              <a:rPr lang="fr-FR" smtClean="0"/>
              <a:t>16-  IL NOUS AIME TELLEMENT TELLEMENT </a:t>
            </a:r>
          </a:p>
          <a:p>
            <a:pPr>
              <a:defRPr/>
            </a:pPr>
            <a:r>
              <a:rPr lang="fr-FR" smtClean="0"/>
              <a:t>Whoa, How He loves Yeah He loves us</a:t>
            </a:r>
          </a:p>
          <a:p>
            <a:pPr>
              <a:defRPr/>
            </a:pPr>
            <a:r>
              <a:rPr lang="fr-FR" smtClean="0"/>
              <a:t>
17-  TU NOUS AIMES TELLEMENT    X2
18-  TU NOUS AIMES TELLEMENT TELLEMENT </a:t>
            </a:r>
          </a:p>
          <a:p>
            <a:pPr>
              <a:defRPr/>
            </a:pPr>
            <a:r>
              <a:rPr lang="fr-FR" smtClean="0"/>
              <a:t>
19-  ET JE T’AIME TELLEMENT       X2	 
20-  ET JE T’AIME TELLEMENT TELLEMENT </a:t>
            </a:r>
          </a:p>
          <a:p>
            <a:pPr>
              <a:defRPr/>
            </a:pPr>
            <a:r>
              <a:rPr lang="fr-FR" smtClean="0"/>
              <a:t>
	21-  OH ! TU NOUS AIMES TANT 
	22-  OH ! COMME TU NOUS AIMES TU NOUS AIMES TANT </a:t>
            </a:r>
          </a:p>
          <a:p>
            <a:pPr>
              <a:defRPr/>
            </a:pPr>
            <a:r>
              <a:rPr lang="fr-FR" smtClean="0"/>
              <a:t>
23- OH ! OUI TU M’AIMES TANT</a:t>
            </a:r>
          </a:p>
          <a:p>
            <a:pPr>
              <a:defRPr/>
            </a:pPr>
            <a:r>
              <a:rPr lang="fr-FR" smtClean="0"/>
              <a:t>24- COMBIEN TU M’AIMES OUI TU M’AIMES TANT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M'AIME AVEC JALOUSIE UN OURAGAN D'AMOUR, M'A ENVAHI  </a:t>
            </a:r>
          </a:p>
          <a:p>
            <a:r>
              <a:rPr lang="fr-FR" smtClean="0"/>
              <a:t>He is jealous for me Loves like a hurricane
2-  JE PLIE SOUS LE POIDS LE VENT DE SA GRÂCE INFINIE </a:t>
            </a:r>
          </a:p>
          <a:p>
            <a:r>
              <a:rPr lang="fr-FR" smtClean="0"/>
              <a:t>I am a tree Bending beneath the weight of His wind and mercy
3-  ET LORSQUE SOUDAIN DEVANT TA GLOIRE </a:t>
            </a:r>
          </a:p>
          <a:p>
            <a:r>
              <a:rPr lang="fr-FR" smtClean="0"/>
              <a:t>When all of a sudden I am unaware of these
4-  TOUTE AFFLICTION PÂLIT ET S'ENFUIT JE RÉALISE ALORS TOUTE TA BONTÉ </a:t>
            </a:r>
          </a:p>
          <a:p>
            <a:r>
              <a:rPr lang="fr-FR" smtClean="0"/>
              <a:t>Afflictions eclipsed by glory And I realize just how beautiful you are and
5-  ET TA GRANDE AFFECTION SUR MA VIE</a:t>
            </a:r>
          </a:p>
          <a:p>
            <a:r>
              <a:rPr lang="fr-FR" smtClean="0"/>
              <a:t> How great Your affections are for me</a:t>
            </a:r>
          </a:p>
          <a:p>
            <a:r>
              <a:rPr lang="fr-FR" smtClean="0"/>
              <a:t>
	6-  OH ! IL NOUS AIME TANT OH ! COMME IL NOUS AIME</a:t>
            </a:r>
          </a:p>
          <a:p>
            <a:r>
              <a:rPr lang="fr-FR" smtClean="0"/>
              <a:t>	And Oh, How He loves us so Oh, How He loves us
	7- IL NOUS AIME TANT </a:t>
            </a:r>
          </a:p>
          <a:p>
            <a:r>
              <a:rPr lang="fr-FR" smtClean="0"/>
              <a:t>	How He loves us so</a:t>
            </a:r>
          </a:p>
          <a:p>
            <a:r>
              <a:rPr lang="fr-FR" smtClean="0"/>
              <a:t>
8-  NOUS SOMMES SON PARTAGE  ET IL EST LE PRIX</a:t>
            </a:r>
          </a:p>
          <a:p>
            <a:r>
              <a:rPr lang="fr-FR" smtClean="0"/>
              <a:t>We are His portion and He is our prize
9-  DANS SES YEUX BRILLANTS  LE SALUT RESPLENDIT </a:t>
            </a:r>
          </a:p>
          <a:p>
            <a:r>
              <a:rPr lang="fr-FR" smtClean="0"/>
              <a:t>Drawn to redemption by the grace in His eyes
10-  SA GRÂCE EST L'OCÉAN  QUI NOUS REMPLIT </a:t>
            </a:r>
          </a:p>
          <a:p>
            <a:r>
              <a:rPr lang="fr-FR" smtClean="0"/>
              <a:t>If grace is an ocean we're all sinking
11-  QUAND LES CIEUX TOUCHENT LA TERRE TEL UN BAISER D'AMOUR </a:t>
            </a:r>
          </a:p>
          <a:p>
            <a:r>
              <a:rPr lang="fr-FR" smtClean="0"/>
              <a:t>So heaven meets earth like a sloppy wet kiss
12-  MON CŒUR EST EMBRASÉ  PAR TOI POUR TOUJOURS </a:t>
            </a:r>
          </a:p>
          <a:p>
            <a:r>
              <a:rPr lang="fr-FR" smtClean="0"/>
              <a:t>And my heart turns violently in side of my chest
13-  JE N'AI PLUS LE TEMPS  POUR CE QUI EST PASSÉ </a:t>
            </a:r>
          </a:p>
          <a:p>
            <a:r>
              <a:rPr lang="fr-FR" smtClean="0"/>
              <a:t>I don't have time to maintain these regrets
14-  QUAND JE PENSE À SA BONTÉ </a:t>
            </a:r>
          </a:p>
          <a:p>
            <a:r>
              <a:rPr lang="fr-FR" smtClean="0"/>
              <a:t>When I think about the way He loves us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IL NOUS AIME TELLEMENT     X2	 </a:t>
            </a:r>
          </a:p>
          <a:p>
            <a:r>
              <a:rPr lang="fr-FR" smtClean="0"/>
              <a:t>Whoa, How He loves us Whoa, How He loves us</a:t>
            </a:r>
            <a:br>
              <a:rPr lang="fr-FR" smtClean="0"/>
            </a:br>
            <a:r>
              <a:rPr lang="fr-FR" smtClean="0"/>
              <a:t>16-  IL NOUS AIME TELLEMENT TELLEMENT </a:t>
            </a:r>
          </a:p>
          <a:p>
            <a:r>
              <a:rPr lang="fr-FR" smtClean="0"/>
              <a:t>Whoa, How He loves Yeah He loves us</a:t>
            </a:r>
          </a:p>
          <a:p>
            <a:r>
              <a:rPr lang="fr-FR" smtClean="0"/>
              <a:t>
17-  TU NOUS AIMES TELLEMENT    X2
18-  TU NOUS AIMES TELLEMENT TELLEMENT </a:t>
            </a:r>
          </a:p>
          <a:p>
            <a:r>
              <a:rPr lang="fr-FR" smtClean="0"/>
              <a:t>
19-  ET JE T’AIME TELLEMENT       X2	 
20-  ET JE T’AIME TELLEMENT TELLEMENT </a:t>
            </a:r>
          </a:p>
          <a:p>
            <a:r>
              <a:rPr lang="fr-FR" smtClean="0"/>
              <a:t>
	21-  OH ! TU NOUS AIMES TANT 
	22-  OH ! COMME TU NOUS AIMES TU NOUS AIMES TANT </a:t>
            </a:r>
          </a:p>
          <a:p>
            <a:r>
              <a:rPr lang="fr-FR" smtClean="0"/>
              <a:t>
23- OH ! OUI TU M’AIMES TANT</a:t>
            </a:r>
          </a:p>
          <a:p>
            <a:r>
              <a:rPr lang="fr-FR" smtClean="0"/>
              <a:t>24- COMBIEN TU M’AIMES OUI TU M’AIMES TANT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IL M'AIME AVEC JALOUSIE UN OURAGAN D'AMOUR, M'A ENVAHI  </a:t>
            </a:r>
          </a:p>
          <a:p>
            <a:pPr>
              <a:defRPr/>
            </a:pPr>
            <a:r>
              <a:rPr lang="fr-FR" smtClean="0"/>
              <a:t>He is jealous for me Loves like a hurricane
2-  JE PLIE SOUS LE POIDS LE VENT DE SA GRÂCE INFINIE </a:t>
            </a:r>
          </a:p>
          <a:p>
            <a:pPr>
              <a:defRPr/>
            </a:pPr>
            <a:r>
              <a:rPr lang="fr-FR" smtClean="0"/>
              <a:t>I am a tree Bending beneath the weight of His wind and mercy
3-  ET LORSQUE SOUDAIN DEVANT TA GLOIRE </a:t>
            </a:r>
          </a:p>
          <a:p>
            <a:pPr>
              <a:defRPr/>
            </a:pPr>
            <a:r>
              <a:rPr lang="fr-FR" smtClean="0"/>
              <a:t>When all of a sudden I am unaware of these
4-  TOUTE AFFLICTION PÂLIT ET S'ENFUIT JE RÉALISE ALORS TOUTE TA BONTÉ </a:t>
            </a:r>
          </a:p>
          <a:p>
            <a:pPr>
              <a:defRPr/>
            </a:pPr>
            <a:r>
              <a:rPr lang="fr-FR" smtClean="0"/>
              <a:t>Afflictions eclipsed by glory And I realize just how beautiful you are and
5-  ET TA GRANDE AFFECTION SUR MA VIE</a:t>
            </a:r>
          </a:p>
          <a:p>
            <a:pPr>
              <a:defRPr/>
            </a:pPr>
            <a:r>
              <a:rPr lang="fr-FR" smtClean="0"/>
              <a:t> How great Your affections are for me</a:t>
            </a:r>
          </a:p>
          <a:p>
            <a:pPr>
              <a:defRPr/>
            </a:pPr>
            <a:r>
              <a:rPr lang="fr-FR" smtClean="0"/>
              <a:t>
	6-  OH ! IL NOUS AIME TANT OH ! COMME IL NOUS AIME</a:t>
            </a:r>
          </a:p>
          <a:p>
            <a:pPr>
              <a:defRPr/>
            </a:pPr>
            <a:r>
              <a:rPr lang="fr-FR" smtClean="0"/>
              <a:t>	And Oh, How He loves us so Oh, How He loves us
	7- IL NOUS AIME TANT </a:t>
            </a:r>
          </a:p>
          <a:p>
            <a:pPr>
              <a:defRPr/>
            </a:pPr>
            <a:r>
              <a:rPr lang="fr-FR" smtClean="0"/>
              <a:t>	How He loves us so</a:t>
            </a:r>
          </a:p>
          <a:p>
            <a:pPr>
              <a:defRPr/>
            </a:pPr>
            <a:r>
              <a:rPr lang="fr-FR" smtClean="0"/>
              <a:t>
8-  NOUS SOMMES SON PARTAGE  ET IL EST LE PRIX</a:t>
            </a:r>
          </a:p>
          <a:p>
            <a:pPr>
              <a:defRPr/>
            </a:pPr>
            <a:r>
              <a:rPr lang="fr-FR" smtClean="0"/>
              <a:t>We are His portion and He is our prize
9-  DANS SES YEUX BRILLANTS  LE SALUT RESPLENDIT </a:t>
            </a:r>
          </a:p>
          <a:p>
            <a:pPr>
              <a:defRPr/>
            </a:pPr>
            <a:r>
              <a:rPr lang="fr-FR" smtClean="0"/>
              <a:t>Drawn to redemption by the grace in His eyes
10-  SA GRÂCE EST L'OCÉAN  QUI NOUS REMPLIT </a:t>
            </a:r>
          </a:p>
          <a:p>
            <a:pPr>
              <a:defRPr/>
            </a:pPr>
            <a:r>
              <a:rPr lang="fr-FR" smtClean="0"/>
              <a:t>If grace is an ocean we're all sinking
11-  QUAND LES CIEUX TOUCHENT LA TERRE TEL UN BAISER D'AMOUR </a:t>
            </a:r>
          </a:p>
          <a:p>
            <a:pPr>
              <a:defRPr/>
            </a:pPr>
            <a:r>
              <a:rPr lang="fr-FR" smtClean="0"/>
              <a:t>So heaven meets earth like a sloppy wet kiss
12-  MON CŒUR EST EMBRASÉ  PAR TOI POUR TOUJOURS </a:t>
            </a:r>
          </a:p>
          <a:p>
            <a:pPr>
              <a:defRPr/>
            </a:pPr>
            <a:r>
              <a:rPr lang="fr-FR" smtClean="0"/>
              <a:t>And my heart turns violently in side of my chest
13-  JE N'AI PLUS LE TEMPS  POUR CE QUI EST PASSÉ </a:t>
            </a:r>
          </a:p>
          <a:p>
            <a:pPr>
              <a:defRPr/>
            </a:pPr>
            <a:r>
              <a:rPr lang="fr-FR" smtClean="0"/>
              <a:t>I don't have time to maintain these regrets
14-  QUAND JE PENSE À SA BONTÉ </a:t>
            </a:r>
          </a:p>
          <a:p>
            <a:pPr>
              <a:defRPr/>
            </a:pPr>
            <a:r>
              <a:rPr lang="fr-FR" smtClean="0"/>
              <a:t>When I think about the way He loves us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15-  IL NOUS AIME TELLEMENT     X2	 </a:t>
            </a:r>
          </a:p>
          <a:p>
            <a:pPr>
              <a:defRPr/>
            </a:pPr>
            <a:r>
              <a:rPr lang="fr-FR" smtClean="0"/>
              <a:t>Whoa, How He loves us Whoa, How He loves us</a:t>
            </a:r>
            <a:br>
              <a:rPr lang="fr-FR" smtClean="0"/>
            </a:br>
            <a:r>
              <a:rPr lang="fr-FR" smtClean="0"/>
              <a:t>16-  IL NOUS AIME TELLEMENT TELLEMENT </a:t>
            </a:r>
          </a:p>
          <a:p>
            <a:pPr>
              <a:defRPr/>
            </a:pPr>
            <a:r>
              <a:rPr lang="fr-FR" smtClean="0"/>
              <a:t>Whoa, How He loves Yeah He loves us</a:t>
            </a:r>
          </a:p>
          <a:p>
            <a:pPr>
              <a:defRPr/>
            </a:pPr>
            <a:r>
              <a:rPr lang="fr-FR" smtClean="0"/>
              <a:t>
17-  TU NOUS AIMES TELLEMENT    X2
18-  TU NOUS AIMES TELLEMENT TELLEMENT </a:t>
            </a:r>
          </a:p>
          <a:p>
            <a:pPr>
              <a:defRPr/>
            </a:pPr>
            <a:r>
              <a:rPr lang="fr-FR" smtClean="0"/>
              <a:t>
19-  ET JE T’AIME TELLEMENT       X2	 
20-  ET JE T’AIME TELLEMENT TELLEMENT </a:t>
            </a:r>
          </a:p>
          <a:p>
            <a:pPr>
              <a:defRPr/>
            </a:pPr>
            <a:r>
              <a:rPr lang="fr-FR" smtClean="0"/>
              <a:t>
	21-  OH ! TU NOUS AIMES TANT 
	22-  OH ! COMME TU NOUS AIMES TU NOUS AIMES TANT </a:t>
            </a:r>
          </a:p>
          <a:p>
            <a:pPr>
              <a:defRPr/>
            </a:pPr>
            <a:r>
              <a:rPr lang="fr-FR" smtClean="0"/>
              <a:t>
23- OH ! OUI TU M’AIMES TANT</a:t>
            </a:r>
          </a:p>
          <a:p>
            <a:pPr>
              <a:defRPr/>
            </a:pPr>
            <a:r>
              <a:rPr lang="fr-FR" smtClean="0"/>
              <a:t>24- COMBIEN TU M’AIMES OUI TU M’AIMES TANT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M'AIME AVEC JALOUSIE UN OURAGAN D'AMOUR, M'A ENVAHI  </a:t>
            </a:r>
          </a:p>
          <a:p>
            <a:r>
              <a:rPr lang="fr-FR" smtClean="0"/>
              <a:t>He is jealous for me Loves like a hurricane
2-  JE PLIE SOUS LE POIDS LE VENT DE SA GRÂCE INFINIE </a:t>
            </a:r>
          </a:p>
          <a:p>
            <a:r>
              <a:rPr lang="fr-FR" smtClean="0"/>
              <a:t>I am a tree Bending beneath the weight of His wind and mercy
3-  ET LORSQUE SOUDAIN DEVANT TA GLOIRE </a:t>
            </a:r>
          </a:p>
          <a:p>
            <a:r>
              <a:rPr lang="fr-FR" smtClean="0"/>
              <a:t>When all of a sudden I am unaware of these
4-  TOUTE AFFLICTION PÂLIT ET S'ENFUIT JE RÉALISE ALORS TOUTE TA BONTÉ </a:t>
            </a:r>
          </a:p>
          <a:p>
            <a:r>
              <a:rPr lang="fr-FR" smtClean="0"/>
              <a:t>Afflictions eclipsed by glory And I realize just how beautiful you are and
5-  ET TA GRANDE AFFECTION SUR MA VIE</a:t>
            </a:r>
          </a:p>
          <a:p>
            <a:r>
              <a:rPr lang="fr-FR" smtClean="0"/>
              <a:t> How great Your affections are for me</a:t>
            </a:r>
          </a:p>
          <a:p>
            <a:r>
              <a:rPr lang="fr-FR" smtClean="0"/>
              <a:t>
	6-  OH ! IL NOUS AIME TANT OH ! COMME IL NOUS AIME</a:t>
            </a:r>
          </a:p>
          <a:p>
            <a:r>
              <a:rPr lang="fr-FR" smtClean="0"/>
              <a:t>	And Oh, How He loves us so Oh, How He loves us
	7- IL NOUS AIME TANT </a:t>
            </a:r>
          </a:p>
          <a:p>
            <a:r>
              <a:rPr lang="fr-FR" smtClean="0"/>
              <a:t>	How He loves us so</a:t>
            </a:r>
          </a:p>
          <a:p>
            <a:r>
              <a:rPr lang="fr-FR" smtClean="0"/>
              <a:t>
8-  NOUS SOMMES SON PARTAGE  ET IL EST LE PRIX</a:t>
            </a:r>
          </a:p>
          <a:p>
            <a:r>
              <a:rPr lang="fr-FR" smtClean="0"/>
              <a:t>We are His portion and He is our prize
9-  DANS SES YEUX BRILLANTS  LE SALUT RESPLENDIT </a:t>
            </a:r>
          </a:p>
          <a:p>
            <a:r>
              <a:rPr lang="fr-FR" smtClean="0"/>
              <a:t>Drawn to redemption by the grace in His eyes
10-  SA GRÂCE EST L'OCÉAN  QUI NOUS REMPLIT </a:t>
            </a:r>
          </a:p>
          <a:p>
            <a:r>
              <a:rPr lang="fr-FR" smtClean="0"/>
              <a:t>If grace is an ocean we're all sinking
11-  QUAND LES CIEUX TOUCHENT LA TERRE TEL UN BAISER D'AMOUR </a:t>
            </a:r>
          </a:p>
          <a:p>
            <a:r>
              <a:rPr lang="fr-FR" smtClean="0"/>
              <a:t>So heaven meets earth like a sloppy wet kiss
12-  MON CŒUR EST EMBRASÉ  PAR TOI POUR TOUJOURS </a:t>
            </a:r>
          </a:p>
          <a:p>
            <a:r>
              <a:rPr lang="fr-FR" smtClean="0"/>
              <a:t>And my heart turns violently in side of my chest
13-  JE N'AI PLUS LE TEMPS  POUR CE QUI EST PASSÉ </a:t>
            </a:r>
          </a:p>
          <a:p>
            <a:r>
              <a:rPr lang="fr-FR" smtClean="0"/>
              <a:t>I don't have time to maintain these regrets
14-  QUAND JE PENSE À SA BONTÉ </a:t>
            </a:r>
          </a:p>
          <a:p>
            <a:r>
              <a:rPr lang="fr-FR" smtClean="0"/>
              <a:t>When I think about the way He loves us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IL NOUS AIME TELLEMENT     X2	 </a:t>
            </a:r>
          </a:p>
          <a:p>
            <a:r>
              <a:rPr lang="fr-FR" smtClean="0"/>
              <a:t>Whoa, How He loves us Whoa, How He loves us</a:t>
            </a:r>
            <a:br>
              <a:rPr lang="fr-FR" smtClean="0"/>
            </a:br>
            <a:r>
              <a:rPr lang="fr-FR" smtClean="0"/>
              <a:t>16-  IL NOUS AIME TELLEMENT TELLEMENT </a:t>
            </a:r>
          </a:p>
          <a:p>
            <a:r>
              <a:rPr lang="fr-FR" smtClean="0"/>
              <a:t>Whoa, How He loves Yeah He loves us</a:t>
            </a:r>
          </a:p>
          <a:p>
            <a:r>
              <a:rPr lang="fr-FR" smtClean="0"/>
              <a:t>
17-  TU NOUS AIMES TELLEMENT    X2
18-  TU NOUS AIMES TELLEMENT TELLEMENT </a:t>
            </a:r>
          </a:p>
          <a:p>
            <a:r>
              <a:rPr lang="fr-FR" smtClean="0"/>
              <a:t>
19-  ET JE T’AIME TELLEMENT       X2	 
20-  ET JE T’AIME TELLEMENT TELLEMENT </a:t>
            </a:r>
          </a:p>
          <a:p>
            <a:r>
              <a:rPr lang="fr-FR" smtClean="0"/>
              <a:t>
	21-  OH ! TU NOUS AIMES TANT 
	22-  OH ! COMME TU NOUS AIMES TU NOUS AIMES TANT </a:t>
            </a:r>
          </a:p>
          <a:p>
            <a:r>
              <a:rPr lang="fr-FR" smtClean="0"/>
              <a:t>
23- OH ! OUI TU M’AIMES TANT</a:t>
            </a:r>
          </a:p>
          <a:p>
            <a:r>
              <a:rPr lang="fr-FR" smtClean="0"/>
              <a:t>24- COMBIEN TU M’AIMES OUI TU M’AIMES TANT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IL M'AIME AVEC JALOUSIE UN OURAGAN D'AMOUR, M'A ENVAHI  </a:t>
            </a:r>
          </a:p>
          <a:p>
            <a:pPr>
              <a:defRPr/>
            </a:pPr>
            <a:r>
              <a:rPr lang="fr-FR" smtClean="0"/>
              <a:t>He is jealous for me Loves like a hurricane
2-  JE PLIE SOUS LE POIDS LE VENT DE SA GRÂCE INFINIE </a:t>
            </a:r>
          </a:p>
          <a:p>
            <a:pPr>
              <a:defRPr/>
            </a:pPr>
            <a:r>
              <a:rPr lang="fr-FR" smtClean="0"/>
              <a:t>I am a tree Bending beneath the weight of His wind and mercy
3-  ET LORSQUE SOUDAIN DEVANT TA GLOIRE </a:t>
            </a:r>
          </a:p>
          <a:p>
            <a:pPr>
              <a:defRPr/>
            </a:pPr>
            <a:r>
              <a:rPr lang="fr-FR" smtClean="0"/>
              <a:t>When all of a sudden I am unaware of these
4-  TOUTE AFFLICTION PÂLIT ET S'ENFUIT JE RÉALISE ALORS TOUTE TA BONTÉ </a:t>
            </a:r>
          </a:p>
          <a:p>
            <a:pPr>
              <a:defRPr/>
            </a:pPr>
            <a:r>
              <a:rPr lang="fr-FR" smtClean="0"/>
              <a:t>Afflictions eclipsed by glory And I realize just how beautiful you are and
5-  ET TA GRANDE AFFECTION SUR MA VIE</a:t>
            </a:r>
          </a:p>
          <a:p>
            <a:pPr>
              <a:defRPr/>
            </a:pPr>
            <a:r>
              <a:rPr lang="fr-FR" smtClean="0"/>
              <a:t> How great Your affections are for me</a:t>
            </a:r>
          </a:p>
          <a:p>
            <a:pPr>
              <a:defRPr/>
            </a:pPr>
            <a:r>
              <a:rPr lang="fr-FR" smtClean="0"/>
              <a:t>
	6-  OH ! IL NOUS AIME TANT OH ! COMME IL NOUS AIME</a:t>
            </a:r>
          </a:p>
          <a:p>
            <a:pPr>
              <a:defRPr/>
            </a:pPr>
            <a:r>
              <a:rPr lang="fr-FR" smtClean="0"/>
              <a:t>	And Oh, How He loves us so Oh, How He loves us
	7- IL NOUS AIME TANT </a:t>
            </a:r>
          </a:p>
          <a:p>
            <a:pPr>
              <a:defRPr/>
            </a:pPr>
            <a:r>
              <a:rPr lang="fr-FR" smtClean="0"/>
              <a:t>	How He loves us so</a:t>
            </a:r>
          </a:p>
          <a:p>
            <a:pPr>
              <a:defRPr/>
            </a:pPr>
            <a:r>
              <a:rPr lang="fr-FR" smtClean="0"/>
              <a:t>
8-  NOUS SOMMES SON PARTAGE  ET IL EST LE PRIX</a:t>
            </a:r>
          </a:p>
          <a:p>
            <a:pPr>
              <a:defRPr/>
            </a:pPr>
            <a:r>
              <a:rPr lang="fr-FR" smtClean="0"/>
              <a:t>We are His portion and He is our prize
9-  DANS SES YEUX BRILLANTS  LE SALUT RESPLENDIT </a:t>
            </a:r>
          </a:p>
          <a:p>
            <a:pPr>
              <a:defRPr/>
            </a:pPr>
            <a:r>
              <a:rPr lang="fr-FR" smtClean="0"/>
              <a:t>Drawn to redemption by the grace in His eyes
10-  SA GRÂCE EST L'OCÉAN  QUI NOUS REMPLIT </a:t>
            </a:r>
          </a:p>
          <a:p>
            <a:pPr>
              <a:defRPr/>
            </a:pPr>
            <a:r>
              <a:rPr lang="fr-FR" smtClean="0"/>
              <a:t>If grace is an ocean we're all sinking
11-  QUAND LES CIEUX TOUCHENT LA TERRE TEL UN BAISER D'AMOUR </a:t>
            </a:r>
          </a:p>
          <a:p>
            <a:pPr>
              <a:defRPr/>
            </a:pPr>
            <a:r>
              <a:rPr lang="fr-FR" smtClean="0"/>
              <a:t>So heaven meets earth like a sloppy wet kiss
12-  MON CŒUR EST EMBRASÉ  PAR TOI POUR TOUJOURS </a:t>
            </a:r>
          </a:p>
          <a:p>
            <a:pPr>
              <a:defRPr/>
            </a:pPr>
            <a:r>
              <a:rPr lang="fr-FR" smtClean="0"/>
              <a:t>And my heart turns violently in side of my chest
13-  JE N'AI PLUS LE TEMPS  POUR CE QUI EST PASSÉ </a:t>
            </a:r>
          </a:p>
          <a:p>
            <a:pPr>
              <a:defRPr/>
            </a:pPr>
            <a:r>
              <a:rPr lang="fr-FR" smtClean="0"/>
              <a:t>I don't have time to maintain these regrets
14-  QUAND JE PENSE À SA BONTÉ </a:t>
            </a:r>
          </a:p>
          <a:p>
            <a:pPr>
              <a:defRPr/>
            </a:pPr>
            <a:r>
              <a:rPr lang="fr-FR" smtClean="0"/>
              <a:t>When I think about the way He loves us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15-  IL NOUS AIME TELLEMENT     X2	 </a:t>
            </a:r>
          </a:p>
          <a:p>
            <a:pPr>
              <a:defRPr/>
            </a:pPr>
            <a:r>
              <a:rPr lang="fr-FR" smtClean="0"/>
              <a:t>Whoa, How He loves us Whoa, How He loves us</a:t>
            </a:r>
            <a:br>
              <a:rPr lang="fr-FR" smtClean="0"/>
            </a:br>
            <a:r>
              <a:rPr lang="fr-FR" smtClean="0"/>
              <a:t>16-  IL NOUS AIME TELLEMENT TELLEMENT </a:t>
            </a:r>
          </a:p>
          <a:p>
            <a:pPr>
              <a:defRPr/>
            </a:pPr>
            <a:r>
              <a:rPr lang="fr-FR" smtClean="0"/>
              <a:t>Whoa, How He loves Yeah He loves us</a:t>
            </a:r>
          </a:p>
          <a:p>
            <a:pPr>
              <a:defRPr/>
            </a:pPr>
            <a:r>
              <a:rPr lang="fr-FR" smtClean="0"/>
              <a:t>
17-  TU NOUS AIMES TELLEMENT    X2
18-  TU NOUS AIMES TELLEMENT TELLEMENT </a:t>
            </a:r>
          </a:p>
          <a:p>
            <a:pPr>
              <a:defRPr/>
            </a:pPr>
            <a:r>
              <a:rPr lang="fr-FR" smtClean="0"/>
              <a:t>
19-  ET JE T’AIME TELLEMENT       X2	 
20-  ET JE T’AIME TELLEMENT TELLEMENT </a:t>
            </a:r>
          </a:p>
          <a:p>
            <a:pPr>
              <a:defRPr/>
            </a:pPr>
            <a:r>
              <a:rPr lang="fr-FR" smtClean="0"/>
              <a:t>
	21-  OH ! TU NOUS AIMES TANT 
	22-  OH ! COMME TU NOUS AIMES TU NOUS AIMES TANT </a:t>
            </a:r>
          </a:p>
          <a:p>
            <a:pPr>
              <a:defRPr/>
            </a:pPr>
            <a:r>
              <a:rPr lang="fr-FR" smtClean="0"/>
              <a:t>
23- OH ! OUI TU M’AIMES TANT</a:t>
            </a:r>
          </a:p>
          <a:p>
            <a:pPr>
              <a:defRPr/>
            </a:pPr>
            <a:r>
              <a:rPr lang="fr-FR" smtClean="0"/>
              <a:t>24- COMBIEN TU M’AIMES OUI TU M’AIMES TANT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M'AIME AVEC JALOUSIE UN OURAGAN D'AMOUR, M'A ENVAHI  </a:t>
            </a:r>
          </a:p>
          <a:p>
            <a:r>
              <a:rPr lang="fr-FR" smtClean="0"/>
              <a:t>He is jealous for me Loves like a hurricane
2-  JE PLIE SOUS LE POIDS LE VENT DE SA GRÂCE INFINIE </a:t>
            </a:r>
          </a:p>
          <a:p>
            <a:r>
              <a:rPr lang="fr-FR" smtClean="0"/>
              <a:t>I am a tree Bending beneath the weight of His wind and mercy
3-  ET LORSQUE SOUDAIN DEVANT TA GLOIRE </a:t>
            </a:r>
          </a:p>
          <a:p>
            <a:r>
              <a:rPr lang="fr-FR" smtClean="0"/>
              <a:t>When all of a sudden I am unaware of these
4-  TOUTE AFFLICTION PÂLIT ET S'ENFUIT JE RÉALISE ALORS TOUTE TA BONTÉ </a:t>
            </a:r>
          </a:p>
          <a:p>
            <a:r>
              <a:rPr lang="fr-FR" smtClean="0"/>
              <a:t>Afflictions eclipsed by glory And I realize just how beautiful you are and
5-  ET TA GRANDE AFFECTION SUR MA VIE</a:t>
            </a:r>
          </a:p>
          <a:p>
            <a:r>
              <a:rPr lang="fr-FR" smtClean="0"/>
              <a:t> How great Your affections are for me</a:t>
            </a:r>
          </a:p>
          <a:p>
            <a:r>
              <a:rPr lang="fr-FR" smtClean="0"/>
              <a:t>
	6-  OH ! IL NOUS AIME TANT OH ! COMME IL NOUS AIME</a:t>
            </a:r>
          </a:p>
          <a:p>
            <a:r>
              <a:rPr lang="fr-FR" smtClean="0"/>
              <a:t>	And Oh, How He loves us so Oh, How He loves us
	7- IL NOUS AIME TANT </a:t>
            </a:r>
          </a:p>
          <a:p>
            <a:r>
              <a:rPr lang="fr-FR" smtClean="0"/>
              <a:t>	How He loves us so</a:t>
            </a:r>
          </a:p>
          <a:p>
            <a:r>
              <a:rPr lang="fr-FR" smtClean="0"/>
              <a:t>
8-  NOUS SOMMES SON PARTAGE  ET IL EST LE PRIX</a:t>
            </a:r>
          </a:p>
          <a:p>
            <a:r>
              <a:rPr lang="fr-FR" smtClean="0"/>
              <a:t>We are His portion and He is our prize
9-  DANS SES YEUX BRILLANTS  LE SALUT RESPLENDIT </a:t>
            </a:r>
          </a:p>
          <a:p>
            <a:r>
              <a:rPr lang="fr-FR" smtClean="0"/>
              <a:t>Drawn to redemption by the grace in His eyes
10-  SA GRÂCE EST L'OCÉAN  QUI NOUS REMPLIT </a:t>
            </a:r>
          </a:p>
          <a:p>
            <a:r>
              <a:rPr lang="fr-FR" smtClean="0"/>
              <a:t>If grace is an ocean we're all sinking
11-  QUAND LES CIEUX TOUCHENT LA TERRE TEL UN BAISER D'AMOUR </a:t>
            </a:r>
          </a:p>
          <a:p>
            <a:r>
              <a:rPr lang="fr-FR" smtClean="0"/>
              <a:t>So heaven meets earth like a sloppy wet kiss
12-  MON CŒUR EST EMBRASÉ  PAR TOI POUR TOUJOURS </a:t>
            </a:r>
          </a:p>
          <a:p>
            <a:r>
              <a:rPr lang="fr-FR" smtClean="0"/>
              <a:t>And my heart turns violently in side of my chest
13-  JE N'AI PLUS LE TEMPS  POUR CE QUI EST PASSÉ </a:t>
            </a:r>
          </a:p>
          <a:p>
            <a:r>
              <a:rPr lang="fr-FR" smtClean="0"/>
              <a:t>I don't have time to maintain these regrets
14-  QUAND JE PENSE À SA BONTÉ </a:t>
            </a:r>
          </a:p>
          <a:p>
            <a:r>
              <a:rPr lang="fr-FR" smtClean="0"/>
              <a:t>When I think about the way He loves us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IL NOUS AIME TELLEMENT     X2	 </a:t>
            </a:r>
          </a:p>
          <a:p>
            <a:r>
              <a:rPr lang="fr-FR" smtClean="0"/>
              <a:t>Whoa, How He loves us Whoa, How He loves us</a:t>
            </a:r>
            <a:br>
              <a:rPr lang="fr-FR" smtClean="0"/>
            </a:br>
            <a:r>
              <a:rPr lang="fr-FR" smtClean="0"/>
              <a:t>16-  IL NOUS AIME TELLEMENT TELLEMENT </a:t>
            </a:r>
          </a:p>
          <a:p>
            <a:r>
              <a:rPr lang="fr-FR" smtClean="0"/>
              <a:t>Whoa, How He loves Yeah He loves us</a:t>
            </a:r>
          </a:p>
          <a:p>
            <a:r>
              <a:rPr lang="fr-FR" smtClean="0"/>
              <a:t>
17-  TU NOUS AIMES TELLEMENT    X2
18-  TU NOUS AIMES TELLEMENT TELLEMENT </a:t>
            </a:r>
          </a:p>
          <a:p>
            <a:r>
              <a:rPr lang="fr-FR" smtClean="0"/>
              <a:t>
19-  ET JE T’AIME TELLEMENT       X2	 
20-  ET JE T’AIME TELLEMENT TELLEMENT </a:t>
            </a:r>
          </a:p>
          <a:p>
            <a:r>
              <a:rPr lang="fr-FR" smtClean="0"/>
              <a:t>
	21-  OH ! TU NOUS AIMES TANT 
	22-  OH ! COMME TU NOUS AIMES TU NOUS AIMES TANT </a:t>
            </a:r>
          </a:p>
          <a:p>
            <a:r>
              <a:rPr lang="fr-FR" smtClean="0"/>
              <a:t>
23- OH ! OUI TU M’AIMES TANT</a:t>
            </a:r>
          </a:p>
          <a:p>
            <a:r>
              <a:rPr lang="fr-FR" smtClean="0"/>
              <a:t>24- COMBIEN TU M’AIMES OUI TU M’AIMES TANT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IL M'AIME AVEC JALOUSIE UN OURAGAN D'AMOUR, M'A ENVAHI  </a:t>
            </a:r>
          </a:p>
          <a:p>
            <a:pPr>
              <a:defRPr/>
            </a:pPr>
            <a:r>
              <a:rPr lang="fr-FR" smtClean="0"/>
              <a:t>He is jealous for me Loves like a hurricane
2-  JE PLIE SOUS LE POIDS LE VENT DE SA GRÂCE INFINIE </a:t>
            </a:r>
          </a:p>
          <a:p>
            <a:pPr>
              <a:defRPr/>
            </a:pPr>
            <a:r>
              <a:rPr lang="fr-FR" smtClean="0"/>
              <a:t>I am a tree Bending beneath the weight of His wind and mercy
3-  ET LORSQUE SOUDAIN DEVANT TA GLOIRE </a:t>
            </a:r>
          </a:p>
          <a:p>
            <a:pPr>
              <a:defRPr/>
            </a:pPr>
            <a:r>
              <a:rPr lang="fr-FR" smtClean="0"/>
              <a:t>When all of a sudden I am unaware of these
4-  TOUTE AFFLICTION PÂLIT ET S'ENFUIT JE RÉALISE ALORS TOUTE TA BONTÉ </a:t>
            </a:r>
          </a:p>
          <a:p>
            <a:pPr>
              <a:defRPr/>
            </a:pPr>
            <a:r>
              <a:rPr lang="fr-FR" smtClean="0"/>
              <a:t>Afflictions eclipsed by glory And I realize just how beautiful you are and
5-  ET TA GRANDE AFFECTION SUR MA VIE</a:t>
            </a:r>
          </a:p>
          <a:p>
            <a:pPr>
              <a:defRPr/>
            </a:pPr>
            <a:r>
              <a:rPr lang="fr-FR" smtClean="0"/>
              <a:t> How great Your affections are for me</a:t>
            </a:r>
          </a:p>
          <a:p>
            <a:pPr>
              <a:defRPr/>
            </a:pPr>
            <a:r>
              <a:rPr lang="fr-FR" smtClean="0"/>
              <a:t>
	6-  OH ! IL NOUS AIME TANT OH ! COMME IL NOUS AIME</a:t>
            </a:r>
          </a:p>
          <a:p>
            <a:pPr>
              <a:defRPr/>
            </a:pPr>
            <a:r>
              <a:rPr lang="fr-FR" smtClean="0"/>
              <a:t>	And Oh, How He loves us so Oh, How He loves us
	7- IL NOUS AIME TANT </a:t>
            </a:r>
          </a:p>
          <a:p>
            <a:pPr>
              <a:defRPr/>
            </a:pPr>
            <a:r>
              <a:rPr lang="fr-FR" smtClean="0"/>
              <a:t>	How He loves us so</a:t>
            </a:r>
          </a:p>
          <a:p>
            <a:pPr>
              <a:defRPr/>
            </a:pPr>
            <a:r>
              <a:rPr lang="fr-FR" smtClean="0"/>
              <a:t>
8-  NOUS SOMMES SON PARTAGE  ET IL EST LE PRIX</a:t>
            </a:r>
          </a:p>
          <a:p>
            <a:pPr>
              <a:defRPr/>
            </a:pPr>
            <a:r>
              <a:rPr lang="fr-FR" smtClean="0"/>
              <a:t>We are His portion and He is our prize
9-  DANS SES YEUX BRILLANTS  LE SALUT RESPLENDIT </a:t>
            </a:r>
          </a:p>
          <a:p>
            <a:pPr>
              <a:defRPr/>
            </a:pPr>
            <a:r>
              <a:rPr lang="fr-FR" smtClean="0"/>
              <a:t>Drawn to redemption by the grace in His eyes
10-  SA GRÂCE EST L'OCÉAN  QUI NOUS REMPLIT </a:t>
            </a:r>
          </a:p>
          <a:p>
            <a:pPr>
              <a:defRPr/>
            </a:pPr>
            <a:r>
              <a:rPr lang="fr-FR" smtClean="0"/>
              <a:t>If grace is an ocean we're all sinking
11-  QUAND LES CIEUX TOUCHENT LA TERRE TEL UN BAISER D'AMOUR </a:t>
            </a:r>
          </a:p>
          <a:p>
            <a:pPr>
              <a:defRPr/>
            </a:pPr>
            <a:r>
              <a:rPr lang="fr-FR" smtClean="0"/>
              <a:t>So heaven meets earth like a sloppy wet kiss
12-  MON CŒUR EST EMBRASÉ  PAR TOI POUR TOUJOURS </a:t>
            </a:r>
          </a:p>
          <a:p>
            <a:pPr>
              <a:defRPr/>
            </a:pPr>
            <a:r>
              <a:rPr lang="fr-FR" smtClean="0"/>
              <a:t>And my heart turns violently in side of my chest
13-  JE N'AI PLUS LE TEMPS  POUR CE QUI EST PASSÉ </a:t>
            </a:r>
          </a:p>
          <a:p>
            <a:pPr>
              <a:defRPr/>
            </a:pPr>
            <a:r>
              <a:rPr lang="fr-FR" smtClean="0"/>
              <a:t>I don't have time to maintain these regrets
14-  QUAND JE PENSE À SA BONTÉ </a:t>
            </a:r>
          </a:p>
          <a:p>
            <a:pPr>
              <a:defRPr/>
            </a:pPr>
            <a:r>
              <a:rPr lang="fr-FR" smtClean="0"/>
              <a:t>When I think about the way He loves us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15-  IL NOUS AIME TELLEMENT     X2	 </a:t>
            </a:r>
          </a:p>
          <a:p>
            <a:pPr>
              <a:defRPr/>
            </a:pPr>
            <a:r>
              <a:rPr lang="fr-FR" smtClean="0"/>
              <a:t>Whoa, How He loves us Whoa, How He loves us</a:t>
            </a:r>
            <a:br>
              <a:rPr lang="fr-FR" smtClean="0"/>
            </a:br>
            <a:r>
              <a:rPr lang="fr-FR" smtClean="0"/>
              <a:t>16-  IL NOUS AIME TELLEMENT TELLEMENT </a:t>
            </a:r>
          </a:p>
          <a:p>
            <a:pPr>
              <a:defRPr/>
            </a:pPr>
            <a:r>
              <a:rPr lang="fr-FR" smtClean="0"/>
              <a:t>Whoa, How He loves Yeah He loves us</a:t>
            </a:r>
          </a:p>
          <a:p>
            <a:pPr>
              <a:defRPr/>
            </a:pPr>
            <a:r>
              <a:rPr lang="fr-FR" smtClean="0"/>
              <a:t>
17-  TU NOUS AIMES TELLEMENT    X2
18-  TU NOUS AIMES TELLEMENT TELLEMENT </a:t>
            </a:r>
          </a:p>
          <a:p>
            <a:pPr>
              <a:defRPr/>
            </a:pPr>
            <a:r>
              <a:rPr lang="fr-FR" smtClean="0"/>
              <a:t>
19-  ET JE T’AIME TELLEMENT       X2	 
20-  ET JE T’AIME TELLEMENT TELLEMENT </a:t>
            </a:r>
          </a:p>
          <a:p>
            <a:pPr>
              <a:defRPr/>
            </a:pPr>
            <a:r>
              <a:rPr lang="fr-FR" smtClean="0"/>
              <a:t>
	21-  OH ! TU NOUS AIMES TANT 
	22-  OH ! COMME TU NOUS AIMES TU NOUS AIMES TANT </a:t>
            </a:r>
          </a:p>
          <a:p>
            <a:pPr>
              <a:defRPr/>
            </a:pPr>
            <a:r>
              <a:rPr lang="fr-FR" smtClean="0"/>
              <a:t>
23- OH ! OUI TU M’AIMES TANT</a:t>
            </a:r>
          </a:p>
          <a:p>
            <a:pPr>
              <a:defRPr/>
            </a:pPr>
            <a:r>
              <a:rPr lang="fr-FR" smtClean="0"/>
              <a:t>24- COMBIEN TU M’AIMES OUI TU M’AIMES TANT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M'AIME AVEC JALOUSIE UN OURAGAN D'AMOUR, M'A ENVAHI  </a:t>
            </a:r>
          </a:p>
          <a:p>
            <a:r>
              <a:rPr lang="fr-FR" smtClean="0"/>
              <a:t>He is jealous for me Loves like a hurricane
2-  JE PLIE SOUS LE POIDS LE VENT DE SA GRÂCE INFINIE </a:t>
            </a:r>
          </a:p>
          <a:p>
            <a:r>
              <a:rPr lang="fr-FR" smtClean="0"/>
              <a:t>I am a tree Bending beneath the weight of His wind and mercy
3-  ET LORSQUE SOUDAIN DEVANT TA GLOIRE </a:t>
            </a:r>
          </a:p>
          <a:p>
            <a:r>
              <a:rPr lang="fr-FR" smtClean="0"/>
              <a:t>When all of a sudden I am unaware of these
4-  TOUTE AFFLICTION PÂLIT ET S'ENFUIT JE RÉALISE ALORS TOUTE TA BONTÉ </a:t>
            </a:r>
          </a:p>
          <a:p>
            <a:r>
              <a:rPr lang="fr-FR" smtClean="0"/>
              <a:t>Afflictions eclipsed by glory And I realize just how beautiful you are and
5-  ET TA GRANDE AFFECTION SUR MA VIE</a:t>
            </a:r>
          </a:p>
          <a:p>
            <a:r>
              <a:rPr lang="fr-FR" smtClean="0"/>
              <a:t> How great Your affections are for me</a:t>
            </a:r>
          </a:p>
          <a:p>
            <a:r>
              <a:rPr lang="fr-FR" smtClean="0"/>
              <a:t>
	6-  OH ! IL NOUS AIME TANT OH ! COMME IL NOUS AIME</a:t>
            </a:r>
          </a:p>
          <a:p>
            <a:r>
              <a:rPr lang="fr-FR" smtClean="0"/>
              <a:t>	And Oh, How He loves us so Oh, How He loves us
	7- IL NOUS AIME TANT </a:t>
            </a:r>
          </a:p>
          <a:p>
            <a:r>
              <a:rPr lang="fr-FR" smtClean="0"/>
              <a:t>	How He loves us so</a:t>
            </a:r>
          </a:p>
          <a:p>
            <a:r>
              <a:rPr lang="fr-FR" smtClean="0"/>
              <a:t>
8-  NOUS SOMMES SON PARTAGE  ET IL EST LE PRIX</a:t>
            </a:r>
          </a:p>
          <a:p>
            <a:r>
              <a:rPr lang="fr-FR" smtClean="0"/>
              <a:t>We are His portion and He is our prize
9-  DANS SES YEUX BRILLANTS  LE SALUT RESPLENDIT </a:t>
            </a:r>
          </a:p>
          <a:p>
            <a:r>
              <a:rPr lang="fr-FR" smtClean="0"/>
              <a:t>Drawn to redemption by the grace in His eyes
10-  SA GRÂCE EST L'OCÉAN  QUI NOUS REMPLIT </a:t>
            </a:r>
          </a:p>
          <a:p>
            <a:r>
              <a:rPr lang="fr-FR" smtClean="0"/>
              <a:t>If grace is an ocean we're all sinking
11-  QUAND LES CIEUX TOUCHENT LA TERRE TEL UN BAISER D'AMOUR </a:t>
            </a:r>
          </a:p>
          <a:p>
            <a:r>
              <a:rPr lang="fr-FR" smtClean="0"/>
              <a:t>So heaven meets earth like a sloppy wet kiss
12-  MON CŒUR EST EMBRASÉ  PAR TOI POUR TOUJOURS </a:t>
            </a:r>
          </a:p>
          <a:p>
            <a:r>
              <a:rPr lang="fr-FR" smtClean="0"/>
              <a:t>And my heart turns violently in side of my chest
13-  JE N'AI PLUS LE TEMPS  POUR CE QUI EST PASSÉ </a:t>
            </a:r>
          </a:p>
          <a:p>
            <a:r>
              <a:rPr lang="fr-FR" smtClean="0"/>
              <a:t>I don't have time to maintain these regrets
14-  QUAND JE PENSE À SA BONTÉ </a:t>
            </a:r>
          </a:p>
          <a:p>
            <a:r>
              <a:rPr lang="fr-FR" smtClean="0"/>
              <a:t>When I think about the way He loves us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IL NOUS AIME TELLEMENT     X2	 </a:t>
            </a:r>
          </a:p>
          <a:p>
            <a:r>
              <a:rPr lang="fr-FR" smtClean="0"/>
              <a:t>Whoa, How He loves us Whoa, How He loves us</a:t>
            </a:r>
            <a:br>
              <a:rPr lang="fr-FR" smtClean="0"/>
            </a:br>
            <a:r>
              <a:rPr lang="fr-FR" smtClean="0"/>
              <a:t>16-  IL NOUS AIME TELLEMENT TELLEMENT </a:t>
            </a:r>
          </a:p>
          <a:p>
            <a:r>
              <a:rPr lang="fr-FR" smtClean="0"/>
              <a:t>Whoa, How He loves Yeah He loves us</a:t>
            </a:r>
          </a:p>
          <a:p>
            <a:r>
              <a:rPr lang="fr-FR" smtClean="0"/>
              <a:t>
17-  TU NOUS AIMES TELLEMENT    X2
18-  TU NOUS AIMES TELLEMENT TELLEMENT </a:t>
            </a:r>
          </a:p>
          <a:p>
            <a:r>
              <a:rPr lang="fr-FR" smtClean="0"/>
              <a:t>
19-  ET JE T’AIME TELLEMENT       X2	 
20-  ET JE T’AIME TELLEMENT TELLEMENT </a:t>
            </a:r>
          </a:p>
          <a:p>
            <a:r>
              <a:rPr lang="fr-FR" smtClean="0"/>
              <a:t>
	21-  OH ! TU NOUS AIMES TANT 
	22-  OH ! COMME TU NOUS AIMES TU NOUS AIMES TANT </a:t>
            </a:r>
          </a:p>
          <a:p>
            <a:r>
              <a:rPr lang="fr-FR" smtClean="0"/>
              <a:t>
23- OH ! OUI TU M’AIMES TANT</a:t>
            </a:r>
          </a:p>
          <a:p>
            <a:r>
              <a:rPr lang="fr-FR" smtClean="0"/>
              <a:t>24- COMBIEN TU M’AIMES OUI TU M’AIMES TANT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IL M'AIME AVEC JALOUSIE UN OURAGAN D'AMOUR, M'A ENVAHI  </a:t>
            </a:r>
          </a:p>
          <a:p>
            <a:pPr>
              <a:defRPr/>
            </a:pPr>
            <a:r>
              <a:rPr lang="fr-FR" dirty="0" smtClean="0"/>
              <a:t>He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jealous</a:t>
            </a:r>
            <a:r>
              <a:rPr lang="fr-FR" dirty="0" smtClean="0"/>
              <a:t> for me Loves </a:t>
            </a:r>
            <a:r>
              <a:rPr lang="fr-FR" dirty="0" err="1" smtClean="0"/>
              <a:t>like</a:t>
            </a:r>
            <a:r>
              <a:rPr lang="fr-FR" dirty="0" smtClean="0"/>
              <a:t> a hurricane
2-  JE PLIE SOUS LE POIDS LE VENT DE SA GRÂCE INFINIE 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am</a:t>
            </a:r>
            <a:r>
              <a:rPr lang="fr-FR" dirty="0" smtClean="0"/>
              <a:t> a </a:t>
            </a:r>
            <a:r>
              <a:rPr lang="fr-FR" dirty="0" err="1" smtClean="0"/>
              <a:t>tree</a:t>
            </a:r>
            <a:r>
              <a:rPr lang="fr-FR" dirty="0" smtClean="0"/>
              <a:t> </a:t>
            </a:r>
            <a:r>
              <a:rPr lang="fr-FR" dirty="0" err="1" smtClean="0"/>
              <a:t>Bending</a:t>
            </a:r>
            <a:r>
              <a:rPr lang="fr-FR" dirty="0" smtClean="0"/>
              <a:t> </a:t>
            </a:r>
            <a:r>
              <a:rPr lang="fr-FR" dirty="0" err="1" smtClean="0"/>
              <a:t>beneath</a:t>
            </a:r>
            <a:r>
              <a:rPr lang="fr-FR" dirty="0" smtClean="0"/>
              <a:t> the </a:t>
            </a:r>
            <a:r>
              <a:rPr lang="fr-FR" dirty="0" err="1" smtClean="0"/>
              <a:t>weight</a:t>
            </a:r>
            <a:r>
              <a:rPr lang="fr-FR" dirty="0" smtClean="0"/>
              <a:t> of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wind</a:t>
            </a:r>
            <a:r>
              <a:rPr lang="fr-FR" dirty="0" smtClean="0"/>
              <a:t> and </a:t>
            </a:r>
            <a:r>
              <a:rPr lang="fr-FR" dirty="0" err="1" smtClean="0"/>
              <a:t>mercy</a:t>
            </a:r>
            <a:r>
              <a:rPr lang="fr-FR" dirty="0" smtClean="0"/>
              <a:t>
3-  ET LORSQUE SOUDAIN DEVANT TA GLOIRE </a:t>
            </a:r>
          </a:p>
          <a:p>
            <a:pPr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all of a </a:t>
            </a:r>
            <a:r>
              <a:rPr lang="fr-FR" dirty="0" err="1" smtClean="0"/>
              <a:t>sudden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unaware</a:t>
            </a:r>
            <a:r>
              <a:rPr lang="fr-FR" dirty="0" smtClean="0"/>
              <a:t> of </a:t>
            </a:r>
            <a:r>
              <a:rPr lang="fr-FR" dirty="0" err="1" smtClean="0"/>
              <a:t>these</a:t>
            </a:r>
            <a:r>
              <a:rPr lang="fr-FR" dirty="0" smtClean="0"/>
              <a:t>
4-  TOUTE AFFLICTION PÂLIT ET S'ENFUIT JE RÉALISE ALORS TOUTE TA BONTÉ </a:t>
            </a:r>
          </a:p>
          <a:p>
            <a:pPr>
              <a:defRPr/>
            </a:pPr>
            <a:r>
              <a:rPr lang="fr-FR" dirty="0" smtClean="0"/>
              <a:t>Afflictions </a:t>
            </a:r>
            <a:r>
              <a:rPr lang="fr-FR" dirty="0" err="1" smtClean="0"/>
              <a:t>eclipsed</a:t>
            </a:r>
            <a:r>
              <a:rPr lang="fr-FR" dirty="0" smtClean="0"/>
              <a:t> by </a:t>
            </a:r>
            <a:r>
              <a:rPr lang="fr-FR" dirty="0" err="1" smtClean="0"/>
              <a:t>glory</a:t>
            </a:r>
            <a:r>
              <a:rPr lang="fr-FR" dirty="0" smtClean="0"/>
              <a:t> And I </a:t>
            </a:r>
            <a:r>
              <a:rPr lang="fr-FR" dirty="0" err="1" smtClean="0"/>
              <a:t>realize</a:t>
            </a:r>
            <a:r>
              <a:rPr lang="fr-FR" dirty="0" smtClean="0"/>
              <a:t> </a:t>
            </a:r>
            <a:r>
              <a:rPr lang="fr-FR" dirty="0" err="1" smtClean="0"/>
              <a:t>just</a:t>
            </a:r>
            <a:r>
              <a:rPr lang="fr-FR" dirty="0" smtClean="0"/>
              <a:t> how </a:t>
            </a:r>
            <a:r>
              <a:rPr lang="fr-FR" dirty="0" err="1" smtClean="0"/>
              <a:t>beautiful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are and
5-  ET TA GRANDE AFFECTION SUR MA VIE</a:t>
            </a:r>
          </a:p>
          <a:p>
            <a:pPr>
              <a:defRPr/>
            </a:pPr>
            <a:r>
              <a:rPr lang="fr-FR" dirty="0" smtClean="0"/>
              <a:t> How </a:t>
            </a:r>
            <a:r>
              <a:rPr lang="fr-FR" dirty="0" err="1" smtClean="0"/>
              <a:t>great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affections are for me</a:t>
            </a:r>
          </a:p>
          <a:p>
            <a:pPr>
              <a:defRPr/>
            </a:pPr>
            <a:r>
              <a:rPr lang="fr-FR" dirty="0" smtClean="0"/>
              <a:t>
	6-  OH ! IL NOUS AIME TANT OH ! COMME IL NOUS AIME</a:t>
            </a:r>
          </a:p>
          <a:p>
            <a:pPr>
              <a:defRPr/>
            </a:pPr>
            <a:r>
              <a:rPr lang="fr-FR" dirty="0" smtClean="0"/>
              <a:t>	And Oh, How He loves us </a:t>
            </a:r>
            <a:r>
              <a:rPr lang="fr-FR" dirty="0" err="1" smtClean="0"/>
              <a:t>so</a:t>
            </a:r>
            <a:r>
              <a:rPr lang="fr-FR" dirty="0" smtClean="0"/>
              <a:t> Oh, How He loves us
	7- IL NOUS AIME TANT </a:t>
            </a:r>
          </a:p>
          <a:p>
            <a:pPr>
              <a:defRPr/>
            </a:pPr>
            <a:r>
              <a:rPr lang="fr-FR" dirty="0" smtClean="0"/>
              <a:t>	How He loves us </a:t>
            </a:r>
            <a:r>
              <a:rPr lang="fr-FR" dirty="0" err="1" smtClean="0"/>
              <a:t>so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8-  NOUS SOMMES SON PARTAGE  ET IL EST LE PRIX</a:t>
            </a:r>
          </a:p>
          <a:p>
            <a:pPr>
              <a:defRPr/>
            </a:pPr>
            <a:r>
              <a:rPr lang="fr-FR" dirty="0" err="1" smtClean="0"/>
              <a:t>We</a:t>
            </a:r>
            <a:r>
              <a:rPr lang="fr-FR" dirty="0" smtClean="0"/>
              <a:t> are </a:t>
            </a:r>
            <a:r>
              <a:rPr lang="fr-FR" dirty="0" err="1" smtClean="0"/>
              <a:t>His</a:t>
            </a:r>
            <a:r>
              <a:rPr lang="fr-FR" dirty="0" smtClean="0"/>
              <a:t> portion and He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prize</a:t>
            </a:r>
            <a:r>
              <a:rPr lang="fr-FR" dirty="0" smtClean="0"/>
              <a:t>
9-  DANS SES YEUX BRILLANTS  LE SALUT RESPLENDIT </a:t>
            </a:r>
          </a:p>
          <a:p>
            <a:pPr>
              <a:defRPr/>
            </a:pPr>
            <a:r>
              <a:rPr lang="fr-FR" dirty="0" err="1" smtClean="0"/>
              <a:t>Drawn</a:t>
            </a:r>
            <a:r>
              <a:rPr lang="fr-FR" dirty="0" smtClean="0"/>
              <a:t> to </a:t>
            </a:r>
            <a:r>
              <a:rPr lang="fr-FR" dirty="0" err="1" smtClean="0"/>
              <a:t>redemption</a:t>
            </a:r>
            <a:r>
              <a:rPr lang="fr-FR" dirty="0" smtClean="0"/>
              <a:t> by the </a:t>
            </a:r>
            <a:r>
              <a:rPr lang="fr-FR" dirty="0" err="1" smtClean="0"/>
              <a:t>grace</a:t>
            </a:r>
            <a:r>
              <a:rPr lang="fr-FR" dirty="0" smtClean="0"/>
              <a:t> in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eyes</a:t>
            </a:r>
            <a:r>
              <a:rPr lang="fr-FR" dirty="0" smtClean="0"/>
              <a:t>
10-  SA GRÂCE EST L'OCÉAN  QUI NOUS REMPLIT </a:t>
            </a:r>
          </a:p>
          <a:p>
            <a:pPr>
              <a:defRPr/>
            </a:pPr>
            <a:r>
              <a:rPr lang="fr-FR" dirty="0" smtClean="0"/>
              <a:t>If </a:t>
            </a:r>
            <a:r>
              <a:rPr lang="fr-FR" dirty="0" err="1" smtClean="0"/>
              <a:t>grace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an </a:t>
            </a:r>
            <a:r>
              <a:rPr lang="fr-FR" dirty="0" err="1" smtClean="0"/>
              <a:t>ocean</a:t>
            </a:r>
            <a:r>
              <a:rPr lang="fr-FR" dirty="0" smtClean="0"/>
              <a:t> </a:t>
            </a:r>
            <a:r>
              <a:rPr lang="fr-FR" dirty="0" err="1" smtClean="0"/>
              <a:t>we're</a:t>
            </a:r>
            <a:r>
              <a:rPr lang="fr-FR" dirty="0" smtClean="0"/>
              <a:t> all </a:t>
            </a:r>
            <a:r>
              <a:rPr lang="fr-FR" dirty="0" err="1" smtClean="0"/>
              <a:t>sinking</a:t>
            </a:r>
            <a:r>
              <a:rPr lang="fr-FR" dirty="0" smtClean="0"/>
              <a:t>
11-  QUAND LES CIEUX TOUCHENT LA TERRE TEL UN BAISER D'AMOUR </a:t>
            </a:r>
          </a:p>
          <a:p>
            <a:pPr>
              <a:defRPr/>
            </a:pPr>
            <a:r>
              <a:rPr lang="fr-FR" dirty="0" smtClean="0"/>
              <a:t>So </a:t>
            </a:r>
            <a:r>
              <a:rPr lang="fr-FR" dirty="0" err="1" smtClean="0"/>
              <a:t>heaven</a:t>
            </a:r>
            <a:r>
              <a:rPr lang="fr-FR" dirty="0" smtClean="0"/>
              <a:t> </a:t>
            </a:r>
            <a:r>
              <a:rPr lang="fr-FR" dirty="0" err="1" smtClean="0"/>
              <a:t>meets</a:t>
            </a:r>
            <a:r>
              <a:rPr lang="fr-FR" dirty="0" smtClean="0"/>
              <a:t> </a:t>
            </a:r>
            <a:r>
              <a:rPr lang="fr-FR" dirty="0" err="1" smtClean="0"/>
              <a:t>earth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r>
              <a:rPr lang="fr-FR" dirty="0" smtClean="0"/>
              <a:t> a </a:t>
            </a:r>
            <a:r>
              <a:rPr lang="fr-FR" dirty="0" err="1" smtClean="0"/>
              <a:t>sloppy</a:t>
            </a:r>
            <a:r>
              <a:rPr lang="fr-FR" dirty="0" smtClean="0"/>
              <a:t> </a:t>
            </a:r>
            <a:r>
              <a:rPr lang="fr-FR" dirty="0" err="1" smtClean="0"/>
              <a:t>wet</a:t>
            </a:r>
            <a:r>
              <a:rPr lang="fr-FR" dirty="0" smtClean="0"/>
              <a:t> </a:t>
            </a:r>
            <a:r>
              <a:rPr lang="fr-FR" dirty="0" err="1" smtClean="0"/>
              <a:t>kiss</a:t>
            </a:r>
            <a:r>
              <a:rPr lang="fr-FR" dirty="0" smtClean="0"/>
              <a:t>
12-  MON CŒUR EST EMBRASÉ  PAR TOI POUR TOUJOURS </a:t>
            </a:r>
          </a:p>
          <a:p>
            <a:pPr>
              <a:defRPr/>
            </a:pPr>
            <a:r>
              <a:rPr lang="fr-FR" dirty="0" smtClean="0"/>
              <a:t>And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</a:t>
            </a:r>
            <a:r>
              <a:rPr lang="fr-FR" dirty="0" err="1" smtClean="0"/>
              <a:t>turns</a:t>
            </a:r>
            <a:r>
              <a:rPr lang="fr-FR" dirty="0" smtClean="0"/>
              <a:t> </a:t>
            </a:r>
            <a:r>
              <a:rPr lang="fr-FR" dirty="0" err="1" smtClean="0"/>
              <a:t>violently</a:t>
            </a:r>
            <a:r>
              <a:rPr lang="fr-FR" dirty="0" smtClean="0"/>
              <a:t> in </a:t>
            </a:r>
            <a:r>
              <a:rPr lang="fr-FR" dirty="0" err="1" smtClean="0"/>
              <a:t>side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chest</a:t>
            </a:r>
            <a:r>
              <a:rPr lang="fr-FR" dirty="0" smtClean="0"/>
              <a:t>
13-  JE N'AI PLUS LE TEMPS  POUR CE QUI EST PASSÉ 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don't</a:t>
            </a:r>
            <a:r>
              <a:rPr lang="fr-FR" dirty="0" smtClean="0"/>
              <a:t> have time to </a:t>
            </a:r>
            <a:r>
              <a:rPr lang="fr-FR" dirty="0" err="1" smtClean="0"/>
              <a:t>maintain</a:t>
            </a:r>
            <a:r>
              <a:rPr lang="fr-FR" dirty="0" smtClean="0"/>
              <a:t> </a:t>
            </a:r>
            <a:r>
              <a:rPr lang="fr-FR" dirty="0" err="1" smtClean="0"/>
              <a:t>these</a:t>
            </a:r>
            <a:r>
              <a:rPr lang="fr-FR" dirty="0" smtClean="0"/>
              <a:t> regrets
14-  QUAND JE PENSE À SA BONTÉ </a:t>
            </a:r>
          </a:p>
          <a:p>
            <a:pPr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I </a:t>
            </a:r>
            <a:r>
              <a:rPr lang="fr-FR" dirty="0" err="1" smtClean="0"/>
              <a:t>think</a:t>
            </a:r>
            <a:r>
              <a:rPr lang="fr-FR" dirty="0" smtClean="0"/>
              <a:t> about the </a:t>
            </a:r>
            <a:r>
              <a:rPr lang="fr-FR" dirty="0" err="1" smtClean="0"/>
              <a:t>way</a:t>
            </a:r>
            <a:r>
              <a:rPr lang="fr-FR" dirty="0" smtClean="0"/>
              <a:t> He loves us</a:t>
            </a:r>
          </a:p>
          <a:p>
            <a:pPr>
              <a:defRPr/>
            </a:pPr>
            <a:r>
              <a:rPr lang="fr-FR" dirty="0" smtClean="0"/>
              <a:t>
Pont:</a:t>
            </a:r>
          </a:p>
          <a:p>
            <a:pPr>
              <a:defRPr/>
            </a:pPr>
            <a:r>
              <a:rPr lang="fr-FR" dirty="0" smtClean="0"/>
              <a:t>15-  IL NOUS AIME TELLEMENT     X2	 </a:t>
            </a:r>
          </a:p>
          <a:p>
            <a:pPr>
              <a:defRPr/>
            </a:pPr>
            <a:r>
              <a:rPr lang="fr-FR" dirty="0" err="1" smtClean="0"/>
              <a:t>Whoa</a:t>
            </a:r>
            <a:r>
              <a:rPr lang="fr-FR" dirty="0" smtClean="0"/>
              <a:t>, How He loves us </a:t>
            </a:r>
            <a:r>
              <a:rPr lang="fr-FR" dirty="0" err="1" smtClean="0"/>
              <a:t>Whoa</a:t>
            </a:r>
            <a:r>
              <a:rPr lang="fr-FR" dirty="0" smtClean="0"/>
              <a:t>, How He loves us</a:t>
            </a:r>
            <a:br>
              <a:rPr lang="fr-FR" dirty="0" smtClean="0"/>
            </a:br>
            <a:r>
              <a:rPr lang="fr-FR" dirty="0" smtClean="0"/>
              <a:t>16-  IL NOUS AIME TELLEMENT </a:t>
            </a:r>
            <a:r>
              <a:rPr lang="fr-FR" dirty="0" err="1" smtClean="0"/>
              <a:t>TELLEMENT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err="1" smtClean="0"/>
              <a:t>Whoa</a:t>
            </a:r>
            <a:r>
              <a:rPr lang="fr-FR" dirty="0" smtClean="0"/>
              <a:t>, How He loves Yeah He loves us</a:t>
            </a:r>
          </a:p>
          <a:p>
            <a:pPr>
              <a:defRPr/>
            </a:pPr>
            <a:r>
              <a:rPr lang="fr-FR" dirty="0" smtClean="0"/>
              <a:t>
17-  TU NOUS AIMES TELLEMENT    X2
18-  TU NOUS AIMES TELLEMENT </a:t>
            </a:r>
            <a:r>
              <a:rPr lang="fr-FR" dirty="0" err="1" smtClean="0"/>
              <a:t>TELLEMENT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
19-  ET JE T’AIME TELLEMENT       X2	 
20-  ET JE T’AIME TELLEMENT </a:t>
            </a:r>
            <a:r>
              <a:rPr lang="fr-FR" dirty="0" err="1" smtClean="0"/>
              <a:t>TELLEMENT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
	21-  OH ! TU NOUS AIMES TANT 
	22-  OH ! COMME TU NOUS AIMES TU NOUS AIMES TANT </a:t>
            </a:r>
          </a:p>
          <a:p>
            <a:pPr>
              <a:defRPr/>
            </a:pPr>
            <a:r>
              <a:rPr lang="fr-FR" dirty="0" smtClean="0"/>
              <a:t>
23- OH ! OUI TU M’AIMES TANT</a:t>
            </a:r>
          </a:p>
          <a:p>
            <a:pPr>
              <a:defRPr/>
            </a:pPr>
            <a:r>
              <a:rPr lang="fr-FR" dirty="0" smtClean="0"/>
              <a:t>24- COMBIEN TU M’AIMES OUI TU M’AIMES TANT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M'AIME AVEC JALOUSIE UN OURAGAN D'AMOUR, M'A ENVAHI  </a:t>
            </a:r>
          </a:p>
          <a:p>
            <a:r>
              <a:rPr lang="fr-FR" smtClean="0"/>
              <a:t>He is jealous for me Loves like a hurricane
2-  JE PLIE SOUS LE POIDS LE VENT DE SA GRÂCE INFINIE </a:t>
            </a:r>
          </a:p>
          <a:p>
            <a:r>
              <a:rPr lang="fr-FR" smtClean="0"/>
              <a:t>I am a tree Bending beneath the weight of His wind and mercy
3-  ET LORSQUE SOUDAIN DEVANT TA GLOIRE </a:t>
            </a:r>
          </a:p>
          <a:p>
            <a:r>
              <a:rPr lang="fr-FR" smtClean="0"/>
              <a:t>When all of a sudden I am unaware of these
4-  TOUTE AFFLICTION PÂLIT ET S'ENFUIT JE RÉALISE ALORS TOUTE TA BONTÉ </a:t>
            </a:r>
          </a:p>
          <a:p>
            <a:r>
              <a:rPr lang="fr-FR" smtClean="0"/>
              <a:t>Afflictions eclipsed by glory And I realize just how beautiful you are and
5-  ET TA GRANDE AFFECTION SUR MA VIE</a:t>
            </a:r>
          </a:p>
          <a:p>
            <a:r>
              <a:rPr lang="fr-FR" smtClean="0"/>
              <a:t> How great Your affections are for me</a:t>
            </a:r>
          </a:p>
          <a:p>
            <a:r>
              <a:rPr lang="fr-FR" smtClean="0"/>
              <a:t>
	6-  OH ! IL NOUS AIME TANT OH ! COMME IL NOUS AIME</a:t>
            </a:r>
          </a:p>
          <a:p>
            <a:r>
              <a:rPr lang="fr-FR" smtClean="0"/>
              <a:t>	And Oh, How He loves us so Oh, How He loves us
	7- IL NOUS AIME TANT </a:t>
            </a:r>
          </a:p>
          <a:p>
            <a:r>
              <a:rPr lang="fr-FR" smtClean="0"/>
              <a:t>	How He loves us so</a:t>
            </a:r>
          </a:p>
          <a:p>
            <a:r>
              <a:rPr lang="fr-FR" smtClean="0"/>
              <a:t>
8-  NOUS SOMMES SON PARTAGE  ET IL EST LE PRIX</a:t>
            </a:r>
          </a:p>
          <a:p>
            <a:r>
              <a:rPr lang="fr-FR" smtClean="0"/>
              <a:t>We are His portion and He is our prize
9-  DANS SES YEUX BRILLANTS  LE SALUT RESPLENDIT </a:t>
            </a:r>
          </a:p>
          <a:p>
            <a:r>
              <a:rPr lang="fr-FR" smtClean="0"/>
              <a:t>Drawn to redemption by the grace in His eyes
10-  SA GRÂCE EST L'OCÉAN  QUI NOUS REMPLIT </a:t>
            </a:r>
          </a:p>
          <a:p>
            <a:r>
              <a:rPr lang="fr-FR" smtClean="0"/>
              <a:t>If grace is an ocean we're all sinking
11-  QUAND LES CIEUX TOUCHENT LA TERRE TEL UN BAISER D'AMOUR </a:t>
            </a:r>
          </a:p>
          <a:p>
            <a:r>
              <a:rPr lang="fr-FR" smtClean="0"/>
              <a:t>So heaven meets earth like a sloppy wet kiss
12-  MON CŒUR EST EMBRASÉ  PAR TOI POUR TOUJOURS </a:t>
            </a:r>
          </a:p>
          <a:p>
            <a:r>
              <a:rPr lang="fr-FR" smtClean="0"/>
              <a:t>And my heart turns violently in side of my chest
13-  JE N'AI PLUS LE TEMPS  POUR CE QUI EST PASSÉ </a:t>
            </a:r>
          </a:p>
          <a:p>
            <a:r>
              <a:rPr lang="fr-FR" smtClean="0"/>
              <a:t>I don't have time to maintain these regrets
14-  QUAND JE PENSE À SA BONTÉ </a:t>
            </a:r>
          </a:p>
          <a:p>
            <a:r>
              <a:rPr lang="fr-FR" smtClean="0"/>
              <a:t>When I think about the way He loves us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IL NOUS AIME TELLEMENT     X2	 </a:t>
            </a:r>
          </a:p>
          <a:p>
            <a:r>
              <a:rPr lang="fr-FR" smtClean="0"/>
              <a:t>Whoa, How He loves us Whoa, How He loves us</a:t>
            </a:r>
            <a:br>
              <a:rPr lang="fr-FR" smtClean="0"/>
            </a:br>
            <a:r>
              <a:rPr lang="fr-FR" smtClean="0"/>
              <a:t>16-  IL NOUS AIME TELLEMENT TELLEMENT </a:t>
            </a:r>
          </a:p>
          <a:p>
            <a:r>
              <a:rPr lang="fr-FR" smtClean="0"/>
              <a:t>Whoa, How He loves Yeah He loves us</a:t>
            </a:r>
          </a:p>
          <a:p>
            <a:r>
              <a:rPr lang="fr-FR" smtClean="0"/>
              <a:t>
17-  TU NOUS AIMES TELLEMENT    X2
18-  TU NOUS AIMES TELLEMENT TELLEMENT </a:t>
            </a:r>
          </a:p>
          <a:p>
            <a:r>
              <a:rPr lang="fr-FR" smtClean="0"/>
              <a:t>
19-  ET JE T’AIME TELLEMENT       X2	 
20-  ET JE T’AIME TELLEMENT TELLEMENT </a:t>
            </a:r>
          </a:p>
          <a:p>
            <a:r>
              <a:rPr lang="fr-FR" smtClean="0"/>
              <a:t>
	21-  OH ! TU NOUS AIMES TANT 
	22-  OH ! COMME TU NOUS AIMES TU NOUS AIMES TANT </a:t>
            </a:r>
          </a:p>
          <a:p>
            <a:r>
              <a:rPr lang="fr-FR" smtClean="0"/>
              <a:t>
23- OH ! OUI TU M’AIMES TANT</a:t>
            </a:r>
          </a:p>
          <a:p>
            <a:r>
              <a:rPr lang="fr-FR" smtClean="0"/>
              <a:t>24- COMBIEN TU M’AIMES OUI TU M’AIMES TANT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IL M'AIME AVEC JALOUSIE UN OURAGAN D'AMOUR, M'A ENVAHI  </a:t>
            </a:r>
          </a:p>
          <a:p>
            <a:pPr>
              <a:defRPr/>
            </a:pPr>
            <a:r>
              <a:rPr lang="fr-FR" smtClean="0"/>
              <a:t>He is jealous for me Loves like a hurricane
2-  JE PLIE SOUS LE POIDS LE VENT DE SA GRÂCE INFINIE </a:t>
            </a:r>
          </a:p>
          <a:p>
            <a:pPr>
              <a:defRPr/>
            </a:pPr>
            <a:r>
              <a:rPr lang="fr-FR" smtClean="0"/>
              <a:t>I am a tree Bending beneath the weight of His wind and mercy
3-  ET LORSQUE SOUDAIN DEVANT TA GLOIRE </a:t>
            </a:r>
          </a:p>
          <a:p>
            <a:pPr>
              <a:defRPr/>
            </a:pPr>
            <a:r>
              <a:rPr lang="fr-FR" smtClean="0"/>
              <a:t>When all of a sudden I am unaware of these
4-  TOUTE AFFLICTION PÂLIT ET S'ENFUIT JE RÉALISE ALORS TOUTE TA BONTÉ </a:t>
            </a:r>
          </a:p>
          <a:p>
            <a:pPr>
              <a:defRPr/>
            </a:pPr>
            <a:r>
              <a:rPr lang="fr-FR" smtClean="0"/>
              <a:t>Afflictions eclipsed by glory And I realize just how beautiful you are and
5-  ET TA GRANDE AFFECTION SUR MA VIE</a:t>
            </a:r>
          </a:p>
          <a:p>
            <a:pPr>
              <a:defRPr/>
            </a:pPr>
            <a:r>
              <a:rPr lang="fr-FR" smtClean="0"/>
              <a:t> How great Your affections are for me</a:t>
            </a:r>
          </a:p>
          <a:p>
            <a:pPr>
              <a:defRPr/>
            </a:pPr>
            <a:r>
              <a:rPr lang="fr-FR" smtClean="0"/>
              <a:t>
	6-  OH ! IL NOUS AIME TANT OH ! COMME IL NOUS AIME</a:t>
            </a:r>
          </a:p>
          <a:p>
            <a:pPr>
              <a:defRPr/>
            </a:pPr>
            <a:r>
              <a:rPr lang="fr-FR" smtClean="0"/>
              <a:t>	And Oh, How He loves us so Oh, How He loves us
	7- IL NOUS AIME TANT </a:t>
            </a:r>
          </a:p>
          <a:p>
            <a:pPr>
              <a:defRPr/>
            </a:pPr>
            <a:r>
              <a:rPr lang="fr-FR" smtClean="0"/>
              <a:t>	How He loves us so</a:t>
            </a:r>
          </a:p>
          <a:p>
            <a:pPr>
              <a:defRPr/>
            </a:pPr>
            <a:r>
              <a:rPr lang="fr-FR" smtClean="0"/>
              <a:t>
8-  NOUS SOMMES SON PARTAGE  ET IL EST LE PRIX</a:t>
            </a:r>
          </a:p>
          <a:p>
            <a:pPr>
              <a:defRPr/>
            </a:pPr>
            <a:r>
              <a:rPr lang="fr-FR" smtClean="0"/>
              <a:t>We are His portion and He is our prize
9-  DANS SES YEUX BRILLANTS  LE SALUT RESPLENDIT </a:t>
            </a:r>
          </a:p>
          <a:p>
            <a:pPr>
              <a:defRPr/>
            </a:pPr>
            <a:r>
              <a:rPr lang="fr-FR" smtClean="0"/>
              <a:t>Drawn to redemption by the grace in His eyes
10-  SA GRÂCE EST L'OCÉAN  QUI NOUS REMPLIT </a:t>
            </a:r>
          </a:p>
          <a:p>
            <a:pPr>
              <a:defRPr/>
            </a:pPr>
            <a:r>
              <a:rPr lang="fr-FR" smtClean="0"/>
              <a:t>If grace is an ocean we're all sinking
11-  QUAND LES CIEUX TOUCHENT LA TERRE TEL UN BAISER D'AMOUR </a:t>
            </a:r>
          </a:p>
          <a:p>
            <a:pPr>
              <a:defRPr/>
            </a:pPr>
            <a:r>
              <a:rPr lang="fr-FR" smtClean="0"/>
              <a:t>So heaven meets earth like a sloppy wet kiss
12-  MON CŒUR EST EMBRASÉ  PAR TOI POUR TOUJOURS </a:t>
            </a:r>
          </a:p>
          <a:p>
            <a:pPr>
              <a:defRPr/>
            </a:pPr>
            <a:r>
              <a:rPr lang="fr-FR" smtClean="0"/>
              <a:t>And my heart turns violently in side of my chest
13-  JE N'AI PLUS LE TEMPS  POUR CE QUI EST PASSÉ </a:t>
            </a:r>
          </a:p>
          <a:p>
            <a:pPr>
              <a:defRPr/>
            </a:pPr>
            <a:r>
              <a:rPr lang="fr-FR" smtClean="0"/>
              <a:t>I don't have time to maintain these regrets
14-  QUAND JE PENSE À SA BONTÉ </a:t>
            </a:r>
          </a:p>
          <a:p>
            <a:pPr>
              <a:defRPr/>
            </a:pPr>
            <a:r>
              <a:rPr lang="fr-FR" smtClean="0"/>
              <a:t>When I think about the way He loves us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15-  IL NOUS AIME TELLEMENT     X2	 </a:t>
            </a:r>
          </a:p>
          <a:p>
            <a:pPr>
              <a:defRPr/>
            </a:pPr>
            <a:r>
              <a:rPr lang="fr-FR" smtClean="0"/>
              <a:t>Whoa, How He loves us Whoa, How He loves us</a:t>
            </a:r>
            <a:br>
              <a:rPr lang="fr-FR" smtClean="0"/>
            </a:br>
            <a:r>
              <a:rPr lang="fr-FR" smtClean="0"/>
              <a:t>16-  IL NOUS AIME TELLEMENT TELLEMENT </a:t>
            </a:r>
          </a:p>
          <a:p>
            <a:pPr>
              <a:defRPr/>
            </a:pPr>
            <a:r>
              <a:rPr lang="fr-FR" smtClean="0"/>
              <a:t>Whoa, How He loves Yeah He loves us</a:t>
            </a:r>
          </a:p>
          <a:p>
            <a:pPr>
              <a:defRPr/>
            </a:pPr>
            <a:r>
              <a:rPr lang="fr-FR" smtClean="0"/>
              <a:t>
17-  TU NOUS AIMES TELLEMENT    X2
18-  TU NOUS AIMES TELLEMENT TELLEMENT </a:t>
            </a:r>
          </a:p>
          <a:p>
            <a:pPr>
              <a:defRPr/>
            </a:pPr>
            <a:r>
              <a:rPr lang="fr-FR" smtClean="0"/>
              <a:t>
19-  ET JE T’AIME TELLEMENT       X2	 
20-  ET JE T’AIME TELLEMENT TELLEMENT </a:t>
            </a:r>
          </a:p>
          <a:p>
            <a:pPr>
              <a:defRPr/>
            </a:pPr>
            <a:r>
              <a:rPr lang="fr-FR" smtClean="0"/>
              <a:t>
	21-  OH ! TU NOUS AIMES TANT 
	22-  OH ! COMME TU NOUS AIMES TU NOUS AIMES TANT </a:t>
            </a:r>
          </a:p>
          <a:p>
            <a:pPr>
              <a:defRPr/>
            </a:pPr>
            <a:r>
              <a:rPr lang="fr-FR" smtClean="0"/>
              <a:t>
23- OH ! OUI TU M’AIMES TANT</a:t>
            </a:r>
          </a:p>
          <a:p>
            <a:pPr>
              <a:defRPr/>
            </a:pPr>
            <a:r>
              <a:rPr lang="fr-FR" smtClean="0"/>
              <a:t>24- COMBIEN TU M’AIMES OUI TU M’AIMES TANT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M'AIME AVEC JALOUSIE UN OURAGAN D'AMOUR, M'A ENVAHI  </a:t>
            </a:r>
          </a:p>
          <a:p>
            <a:r>
              <a:rPr lang="fr-FR" smtClean="0"/>
              <a:t>He is jealous for me Loves like a hurricane
2-  JE PLIE SOUS LE POIDS LE VENT DE SA GRÂCE INFINIE </a:t>
            </a:r>
          </a:p>
          <a:p>
            <a:r>
              <a:rPr lang="fr-FR" smtClean="0"/>
              <a:t>I am a tree Bending beneath the weight of His wind and mercy
3-  ET LORSQUE SOUDAIN DEVANT TA GLOIRE </a:t>
            </a:r>
          </a:p>
          <a:p>
            <a:r>
              <a:rPr lang="fr-FR" smtClean="0"/>
              <a:t>When all of a sudden I am unaware of these
4-  TOUTE AFFLICTION PÂLIT ET S'ENFUIT JE RÉALISE ALORS TOUTE TA BONTÉ </a:t>
            </a:r>
          </a:p>
          <a:p>
            <a:r>
              <a:rPr lang="fr-FR" smtClean="0"/>
              <a:t>Afflictions eclipsed by glory And I realize just how beautiful you are and
5-  ET TA GRANDE AFFECTION SUR MA VIE</a:t>
            </a:r>
          </a:p>
          <a:p>
            <a:r>
              <a:rPr lang="fr-FR" smtClean="0"/>
              <a:t> How great Your affections are for me</a:t>
            </a:r>
          </a:p>
          <a:p>
            <a:r>
              <a:rPr lang="fr-FR" smtClean="0"/>
              <a:t>
	6-  OH ! IL NOUS AIME TANT OH ! COMME IL NOUS AIME</a:t>
            </a:r>
          </a:p>
          <a:p>
            <a:r>
              <a:rPr lang="fr-FR" smtClean="0"/>
              <a:t>	And Oh, How He loves us so Oh, How He loves us
	7- IL NOUS AIME TANT </a:t>
            </a:r>
          </a:p>
          <a:p>
            <a:r>
              <a:rPr lang="fr-FR" smtClean="0"/>
              <a:t>	How He loves us so</a:t>
            </a:r>
          </a:p>
          <a:p>
            <a:r>
              <a:rPr lang="fr-FR" smtClean="0"/>
              <a:t>
8-  NOUS SOMMES SON PARTAGE  ET IL EST LE PRIX</a:t>
            </a:r>
          </a:p>
          <a:p>
            <a:r>
              <a:rPr lang="fr-FR" smtClean="0"/>
              <a:t>We are His portion and He is our prize
9-  DANS SES YEUX BRILLANTS  LE SALUT RESPLENDIT </a:t>
            </a:r>
          </a:p>
          <a:p>
            <a:r>
              <a:rPr lang="fr-FR" smtClean="0"/>
              <a:t>Drawn to redemption by the grace in His eyes
10-  SA GRÂCE EST L'OCÉAN  QUI NOUS REMPLIT </a:t>
            </a:r>
          </a:p>
          <a:p>
            <a:r>
              <a:rPr lang="fr-FR" smtClean="0"/>
              <a:t>If grace is an ocean we're all sinking
11-  QUAND LES CIEUX TOUCHENT LA TERRE TEL UN BAISER D'AMOUR </a:t>
            </a:r>
          </a:p>
          <a:p>
            <a:r>
              <a:rPr lang="fr-FR" smtClean="0"/>
              <a:t>So heaven meets earth like a sloppy wet kiss
12-  MON CŒUR EST EMBRASÉ  PAR TOI POUR TOUJOURS </a:t>
            </a:r>
          </a:p>
          <a:p>
            <a:r>
              <a:rPr lang="fr-FR" smtClean="0"/>
              <a:t>And my heart turns violently in side of my chest
13-  JE N'AI PLUS LE TEMPS  POUR CE QUI EST PASSÉ </a:t>
            </a:r>
          </a:p>
          <a:p>
            <a:r>
              <a:rPr lang="fr-FR" smtClean="0"/>
              <a:t>I don't have time to maintain these regrets
14-  QUAND JE PENSE À SA BONTÉ </a:t>
            </a:r>
          </a:p>
          <a:p>
            <a:r>
              <a:rPr lang="fr-FR" smtClean="0"/>
              <a:t>When I think about the way He loves us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IL NOUS AIME TELLEMENT     X2	 </a:t>
            </a:r>
          </a:p>
          <a:p>
            <a:r>
              <a:rPr lang="fr-FR" smtClean="0"/>
              <a:t>Whoa, How He loves us Whoa, How He loves us</a:t>
            </a:r>
            <a:br>
              <a:rPr lang="fr-FR" smtClean="0"/>
            </a:br>
            <a:r>
              <a:rPr lang="fr-FR" smtClean="0"/>
              <a:t>16-  IL NOUS AIME TELLEMENT TELLEMENT </a:t>
            </a:r>
          </a:p>
          <a:p>
            <a:r>
              <a:rPr lang="fr-FR" smtClean="0"/>
              <a:t>Whoa, How He loves Yeah He loves us</a:t>
            </a:r>
          </a:p>
          <a:p>
            <a:r>
              <a:rPr lang="fr-FR" smtClean="0"/>
              <a:t>
17-  TU NOUS AIMES TELLEMENT    X2
18-  TU NOUS AIMES TELLEMENT TELLEMENT </a:t>
            </a:r>
          </a:p>
          <a:p>
            <a:r>
              <a:rPr lang="fr-FR" smtClean="0"/>
              <a:t>
19-  ET JE T’AIME TELLEMENT       X2	 
20-  ET JE T’AIME TELLEMENT TELLEMENT </a:t>
            </a:r>
          </a:p>
          <a:p>
            <a:r>
              <a:rPr lang="fr-FR" smtClean="0"/>
              <a:t>
	21-  OH ! TU NOUS AIMES TANT 
	22-  OH ! COMME TU NOUS AIMES TU NOUS AIMES TANT </a:t>
            </a:r>
          </a:p>
          <a:p>
            <a:r>
              <a:rPr lang="fr-FR" smtClean="0"/>
              <a:t>
23- OH ! OUI TU M’AIMES TANT</a:t>
            </a:r>
          </a:p>
          <a:p>
            <a:r>
              <a:rPr lang="fr-FR" smtClean="0"/>
              <a:t>24- COMBIEN TU M’AIMES OUI TU M’AIMES TANT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IL M'AIME AVEC JALOUSIE UN OURAGAN D'AMOUR, M'A ENVAHI  </a:t>
            </a:r>
          </a:p>
          <a:p>
            <a:pPr>
              <a:defRPr/>
            </a:pPr>
            <a:r>
              <a:rPr lang="fr-FR" smtClean="0"/>
              <a:t>He is jealous for me Loves like a hurricane
2-  JE PLIE SOUS LE POIDS LE VENT DE SA GRÂCE INFINIE </a:t>
            </a:r>
          </a:p>
          <a:p>
            <a:pPr>
              <a:defRPr/>
            </a:pPr>
            <a:r>
              <a:rPr lang="fr-FR" smtClean="0"/>
              <a:t>I am a tree Bending beneath the weight of His wind and mercy
3-  ET LORSQUE SOUDAIN DEVANT TA GLOIRE </a:t>
            </a:r>
          </a:p>
          <a:p>
            <a:pPr>
              <a:defRPr/>
            </a:pPr>
            <a:r>
              <a:rPr lang="fr-FR" smtClean="0"/>
              <a:t>When all of a sudden I am unaware of these
4-  TOUTE AFFLICTION PÂLIT ET S'ENFUIT JE RÉALISE ALORS TOUTE TA BONTÉ </a:t>
            </a:r>
          </a:p>
          <a:p>
            <a:pPr>
              <a:defRPr/>
            </a:pPr>
            <a:r>
              <a:rPr lang="fr-FR" smtClean="0"/>
              <a:t>Afflictions eclipsed by glory And I realize just how beautiful you are and
5-  ET TA GRANDE AFFECTION SUR MA VIE</a:t>
            </a:r>
          </a:p>
          <a:p>
            <a:pPr>
              <a:defRPr/>
            </a:pPr>
            <a:r>
              <a:rPr lang="fr-FR" smtClean="0"/>
              <a:t> How great Your affections are for me</a:t>
            </a:r>
          </a:p>
          <a:p>
            <a:pPr>
              <a:defRPr/>
            </a:pPr>
            <a:r>
              <a:rPr lang="fr-FR" smtClean="0"/>
              <a:t>
	6-  OH ! IL NOUS AIME TANT OH ! COMME IL NOUS AIME</a:t>
            </a:r>
          </a:p>
          <a:p>
            <a:pPr>
              <a:defRPr/>
            </a:pPr>
            <a:r>
              <a:rPr lang="fr-FR" smtClean="0"/>
              <a:t>	And Oh, How He loves us so Oh, How He loves us
	7- IL NOUS AIME TANT </a:t>
            </a:r>
          </a:p>
          <a:p>
            <a:pPr>
              <a:defRPr/>
            </a:pPr>
            <a:r>
              <a:rPr lang="fr-FR" smtClean="0"/>
              <a:t>	How He loves us so</a:t>
            </a:r>
          </a:p>
          <a:p>
            <a:pPr>
              <a:defRPr/>
            </a:pPr>
            <a:r>
              <a:rPr lang="fr-FR" smtClean="0"/>
              <a:t>
8-  NOUS SOMMES SON PARTAGE  ET IL EST LE PRIX</a:t>
            </a:r>
          </a:p>
          <a:p>
            <a:pPr>
              <a:defRPr/>
            </a:pPr>
            <a:r>
              <a:rPr lang="fr-FR" smtClean="0"/>
              <a:t>We are His portion and He is our prize
9-  DANS SES YEUX BRILLANTS  LE SALUT RESPLENDIT </a:t>
            </a:r>
          </a:p>
          <a:p>
            <a:pPr>
              <a:defRPr/>
            </a:pPr>
            <a:r>
              <a:rPr lang="fr-FR" smtClean="0"/>
              <a:t>Drawn to redemption by the grace in His eyes
10-  SA GRÂCE EST L'OCÉAN  QUI NOUS REMPLIT </a:t>
            </a:r>
          </a:p>
          <a:p>
            <a:pPr>
              <a:defRPr/>
            </a:pPr>
            <a:r>
              <a:rPr lang="fr-FR" smtClean="0"/>
              <a:t>If grace is an ocean we're all sinking
11-  QUAND LES CIEUX TOUCHENT LA TERRE TEL UN BAISER D'AMOUR </a:t>
            </a:r>
          </a:p>
          <a:p>
            <a:pPr>
              <a:defRPr/>
            </a:pPr>
            <a:r>
              <a:rPr lang="fr-FR" smtClean="0"/>
              <a:t>So heaven meets earth like a sloppy wet kiss
12-  MON CŒUR EST EMBRASÉ  PAR TOI POUR TOUJOURS </a:t>
            </a:r>
          </a:p>
          <a:p>
            <a:pPr>
              <a:defRPr/>
            </a:pPr>
            <a:r>
              <a:rPr lang="fr-FR" smtClean="0"/>
              <a:t>And my heart turns violently in side of my chest
13-  JE N'AI PLUS LE TEMPS  POUR CE QUI EST PASSÉ </a:t>
            </a:r>
          </a:p>
          <a:p>
            <a:pPr>
              <a:defRPr/>
            </a:pPr>
            <a:r>
              <a:rPr lang="fr-FR" smtClean="0"/>
              <a:t>I don't have time to maintain these regrets
14-  QUAND JE PENSE À SA BONTÉ </a:t>
            </a:r>
          </a:p>
          <a:p>
            <a:pPr>
              <a:defRPr/>
            </a:pPr>
            <a:r>
              <a:rPr lang="fr-FR" smtClean="0"/>
              <a:t>When I think about the way He loves us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15-  IL NOUS AIME TELLEMENT     X2	 </a:t>
            </a:r>
          </a:p>
          <a:p>
            <a:pPr>
              <a:defRPr/>
            </a:pPr>
            <a:r>
              <a:rPr lang="fr-FR" smtClean="0"/>
              <a:t>Whoa, How He loves us Whoa, How He loves us</a:t>
            </a:r>
            <a:br>
              <a:rPr lang="fr-FR" smtClean="0"/>
            </a:br>
            <a:r>
              <a:rPr lang="fr-FR" smtClean="0"/>
              <a:t>16-  IL NOUS AIME TELLEMENT TELLEMENT </a:t>
            </a:r>
          </a:p>
          <a:p>
            <a:pPr>
              <a:defRPr/>
            </a:pPr>
            <a:r>
              <a:rPr lang="fr-FR" smtClean="0"/>
              <a:t>Whoa, How He loves Yeah He loves us</a:t>
            </a:r>
          </a:p>
          <a:p>
            <a:pPr>
              <a:defRPr/>
            </a:pPr>
            <a:r>
              <a:rPr lang="fr-FR" smtClean="0"/>
              <a:t>
17-  TU NOUS AIMES TELLEMENT    X2
18-  TU NOUS AIMES TELLEMENT TELLEMENT </a:t>
            </a:r>
          </a:p>
          <a:p>
            <a:pPr>
              <a:defRPr/>
            </a:pPr>
            <a:r>
              <a:rPr lang="fr-FR" smtClean="0"/>
              <a:t>
19-  ET JE T’AIME TELLEMENT       X2	 
20-  ET JE T’AIME TELLEMENT TELLEMENT </a:t>
            </a:r>
          </a:p>
          <a:p>
            <a:pPr>
              <a:defRPr/>
            </a:pPr>
            <a:r>
              <a:rPr lang="fr-FR" smtClean="0"/>
              <a:t>
	21-  OH ! TU NOUS AIMES TANT 
	22-  OH ! COMME TU NOUS AIMES TU NOUS AIMES TANT </a:t>
            </a:r>
          </a:p>
          <a:p>
            <a:pPr>
              <a:defRPr/>
            </a:pPr>
            <a:r>
              <a:rPr lang="fr-FR" smtClean="0"/>
              <a:t>
23- OH ! OUI TU M’AIMES TANT</a:t>
            </a:r>
          </a:p>
          <a:p>
            <a:pPr>
              <a:defRPr/>
            </a:pPr>
            <a:r>
              <a:rPr lang="fr-FR" smtClean="0"/>
              <a:t>24- COMBIEN TU M’AIMES OUI TU M’AIMES TANT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M'AIME AVEC JALOUSIE UN OURAGAN D'AMOUR, M'A ENVAHI  </a:t>
            </a:r>
          </a:p>
          <a:p>
            <a:r>
              <a:rPr lang="fr-FR" smtClean="0"/>
              <a:t>He is jealous for me Loves like a hurricane
2-  JE PLIE SOUS LE POIDS LE VENT DE SA GRÂCE INFINIE </a:t>
            </a:r>
          </a:p>
          <a:p>
            <a:r>
              <a:rPr lang="fr-FR" smtClean="0"/>
              <a:t>I am a tree Bending beneath the weight of His wind and mercy
3-  ET LORSQUE SOUDAIN DEVANT TA GLOIRE </a:t>
            </a:r>
          </a:p>
          <a:p>
            <a:r>
              <a:rPr lang="fr-FR" smtClean="0"/>
              <a:t>When all of a sudden I am unaware of these
4-  TOUTE AFFLICTION PÂLIT ET S'ENFUIT JE RÉALISE ALORS TOUTE TA BONTÉ </a:t>
            </a:r>
          </a:p>
          <a:p>
            <a:r>
              <a:rPr lang="fr-FR" smtClean="0"/>
              <a:t>Afflictions eclipsed by glory And I realize just how beautiful you are and
5-  ET TA GRANDE AFFECTION SUR MA VIE</a:t>
            </a:r>
          </a:p>
          <a:p>
            <a:r>
              <a:rPr lang="fr-FR" smtClean="0"/>
              <a:t> How great Your affections are for me</a:t>
            </a:r>
          </a:p>
          <a:p>
            <a:r>
              <a:rPr lang="fr-FR" smtClean="0"/>
              <a:t>
	6-  OH ! IL NOUS AIME TANT OH ! COMME IL NOUS AIME</a:t>
            </a:r>
          </a:p>
          <a:p>
            <a:r>
              <a:rPr lang="fr-FR" smtClean="0"/>
              <a:t>	And Oh, How He loves us so Oh, How He loves us
	7- IL NOUS AIME TANT </a:t>
            </a:r>
          </a:p>
          <a:p>
            <a:r>
              <a:rPr lang="fr-FR" smtClean="0"/>
              <a:t>	How He loves us so</a:t>
            </a:r>
          </a:p>
          <a:p>
            <a:r>
              <a:rPr lang="fr-FR" smtClean="0"/>
              <a:t>
8-  NOUS SOMMES SON PARTAGE  ET IL EST LE PRIX</a:t>
            </a:r>
          </a:p>
          <a:p>
            <a:r>
              <a:rPr lang="fr-FR" smtClean="0"/>
              <a:t>We are His portion and He is our prize
9-  DANS SES YEUX BRILLANTS  LE SALUT RESPLENDIT </a:t>
            </a:r>
          </a:p>
          <a:p>
            <a:r>
              <a:rPr lang="fr-FR" smtClean="0"/>
              <a:t>Drawn to redemption by the grace in His eyes
10-  SA GRÂCE EST L'OCÉAN  QUI NOUS REMPLIT </a:t>
            </a:r>
          </a:p>
          <a:p>
            <a:r>
              <a:rPr lang="fr-FR" smtClean="0"/>
              <a:t>If grace is an ocean we're all sinking
11-  QUAND LES CIEUX TOUCHENT LA TERRE TEL UN BAISER D'AMOUR </a:t>
            </a:r>
          </a:p>
          <a:p>
            <a:r>
              <a:rPr lang="fr-FR" smtClean="0"/>
              <a:t>So heaven meets earth like a sloppy wet kiss
12-  MON CŒUR EST EMBRASÉ  PAR TOI POUR TOUJOURS </a:t>
            </a:r>
          </a:p>
          <a:p>
            <a:r>
              <a:rPr lang="fr-FR" smtClean="0"/>
              <a:t>And my heart turns violently in side of my chest
13-  JE N'AI PLUS LE TEMPS  POUR CE QUI EST PASSÉ </a:t>
            </a:r>
          </a:p>
          <a:p>
            <a:r>
              <a:rPr lang="fr-FR" smtClean="0"/>
              <a:t>I don't have time to maintain these regrets
14-  QUAND JE PENSE À SA BONTÉ </a:t>
            </a:r>
          </a:p>
          <a:p>
            <a:r>
              <a:rPr lang="fr-FR" smtClean="0"/>
              <a:t>When I think about the way He loves us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IL NOUS AIME TELLEMENT     X2	 </a:t>
            </a:r>
          </a:p>
          <a:p>
            <a:r>
              <a:rPr lang="fr-FR" smtClean="0"/>
              <a:t>Whoa, How He loves us Whoa, How He loves us</a:t>
            </a:r>
            <a:br>
              <a:rPr lang="fr-FR" smtClean="0"/>
            </a:br>
            <a:r>
              <a:rPr lang="fr-FR" smtClean="0"/>
              <a:t>16-  IL NOUS AIME TELLEMENT TELLEMENT </a:t>
            </a:r>
          </a:p>
          <a:p>
            <a:r>
              <a:rPr lang="fr-FR" smtClean="0"/>
              <a:t>Whoa, How He loves Yeah He loves us</a:t>
            </a:r>
          </a:p>
          <a:p>
            <a:r>
              <a:rPr lang="fr-FR" smtClean="0"/>
              <a:t>
17-  TU NOUS AIMES TELLEMENT    X2
18-  TU NOUS AIMES TELLEMENT TELLEMENT </a:t>
            </a:r>
          </a:p>
          <a:p>
            <a:r>
              <a:rPr lang="fr-FR" smtClean="0"/>
              <a:t>
19-  ET JE T’AIME TELLEMENT       X2	 
20-  ET JE T’AIME TELLEMENT TELLEMENT </a:t>
            </a:r>
          </a:p>
          <a:p>
            <a:r>
              <a:rPr lang="fr-FR" smtClean="0"/>
              <a:t>
	21-  OH ! TU NOUS AIMES TANT 
	22-  OH ! COMME TU NOUS AIMES TU NOUS AIMES TANT </a:t>
            </a:r>
          </a:p>
          <a:p>
            <a:r>
              <a:rPr lang="fr-FR" smtClean="0"/>
              <a:t>
23- OH ! OUI TU M’AIMES TANT</a:t>
            </a:r>
          </a:p>
          <a:p>
            <a:r>
              <a:rPr lang="fr-FR" smtClean="0"/>
              <a:t>24- COMBIEN TU M’AIMES OUI TU M’AIMES TANT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IL M'AIME AVEC JALOUSIE UN OURAGAN D'AMOUR, M'A ENVAHI  </a:t>
            </a:r>
          </a:p>
          <a:p>
            <a:pPr>
              <a:defRPr/>
            </a:pPr>
            <a:r>
              <a:rPr lang="fr-FR" smtClean="0"/>
              <a:t>He is jealous for me Loves like a hurricane
2-  JE PLIE SOUS LE POIDS LE VENT DE SA GRÂCE INFINIE </a:t>
            </a:r>
          </a:p>
          <a:p>
            <a:pPr>
              <a:defRPr/>
            </a:pPr>
            <a:r>
              <a:rPr lang="fr-FR" smtClean="0"/>
              <a:t>I am a tree Bending beneath the weight of His wind and mercy
3-  ET LORSQUE SOUDAIN DEVANT TA GLOIRE </a:t>
            </a:r>
          </a:p>
          <a:p>
            <a:pPr>
              <a:defRPr/>
            </a:pPr>
            <a:r>
              <a:rPr lang="fr-FR" smtClean="0"/>
              <a:t>When all of a sudden I am unaware of these
4-  TOUTE AFFLICTION PÂLIT ET S'ENFUIT JE RÉALISE ALORS TOUTE TA BONTÉ </a:t>
            </a:r>
          </a:p>
          <a:p>
            <a:pPr>
              <a:defRPr/>
            </a:pPr>
            <a:r>
              <a:rPr lang="fr-FR" smtClean="0"/>
              <a:t>Afflictions eclipsed by glory And I realize just how beautiful you are and
5-  ET TA GRANDE AFFECTION SUR MA VIE</a:t>
            </a:r>
          </a:p>
          <a:p>
            <a:pPr>
              <a:defRPr/>
            </a:pPr>
            <a:r>
              <a:rPr lang="fr-FR" smtClean="0"/>
              <a:t> How great Your affections are for me</a:t>
            </a:r>
          </a:p>
          <a:p>
            <a:pPr>
              <a:defRPr/>
            </a:pPr>
            <a:r>
              <a:rPr lang="fr-FR" smtClean="0"/>
              <a:t>
	6-  OH ! IL NOUS AIME TANT OH ! COMME IL NOUS AIME</a:t>
            </a:r>
          </a:p>
          <a:p>
            <a:pPr>
              <a:defRPr/>
            </a:pPr>
            <a:r>
              <a:rPr lang="fr-FR" smtClean="0"/>
              <a:t>	And Oh, How He loves us so Oh, How He loves us
	7- IL NOUS AIME TANT </a:t>
            </a:r>
          </a:p>
          <a:p>
            <a:pPr>
              <a:defRPr/>
            </a:pPr>
            <a:r>
              <a:rPr lang="fr-FR" smtClean="0"/>
              <a:t>	How He loves us so</a:t>
            </a:r>
          </a:p>
          <a:p>
            <a:pPr>
              <a:defRPr/>
            </a:pPr>
            <a:r>
              <a:rPr lang="fr-FR" smtClean="0"/>
              <a:t>
8-  NOUS SOMMES SON PARTAGE  ET IL EST LE PRIX</a:t>
            </a:r>
          </a:p>
          <a:p>
            <a:pPr>
              <a:defRPr/>
            </a:pPr>
            <a:r>
              <a:rPr lang="fr-FR" smtClean="0"/>
              <a:t>We are His portion and He is our prize
9-  DANS SES YEUX BRILLANTS  LE SALUT RESPLENDIT </a:t>
            </a:r>
          </a:p>
          <a:p>
            <a:pPr>
              <a:defRPr/>
            </a:pPr>
            <a:r>
              <a:rPr lang="fr-FR" smtClean="0"/>
              <a:t>Drawn to redemption by the grace in His eyes
10-  SA GRÂCE EST L'OCÉAN  QUI NOUS REMPLIT </a:t>
            </a:r>
          </a:p>
          <a:p>
            <a:pPr>
              <a:defRPr/>
            </a:pPr>
            <a:r>
              <a:rPr lang="fr-FR" smtClean="0"/>
              <a:t>If grace is an ocean we're all sinking
11-  QUAND LES CIEUX TOUCHENT LA TERRE TEL UN BAISER D'AMOUR </a:t>
            </a:r>
          </a:p>
          <a:p>
            <a:pPr>
              <a:defRPr/>
            </a:pPr>
            <a:r>
              <a:rPr lang="fr-FR" smtClean="0"/>
              <a:t>So heaven meets earth like a sloppy wet kiss
12-  MON CŒUR EST EMBRASÉ  PAR TOI POUR TOUJOURS </a:t>
            </a:r>
          </a:p>
          <a:p>
            <a:pPr>
              <a:defRPr/>
            </a:pPr>
            <a:r>
              <a:rPr lang="fr-FR" smtClean="0"/>
              <a:t>And my heart turns violently in side of my chest
13-  JE N'AI PLUS LE TEMPS  POUR CE QUI EST PASSÉ </a:t>
            </a:r>
          </a:p>
          <a:p>
            <a:pPr>
              <a:defRPr/>
            </a:pPr>
            <a:r>
              <a:rPr lang="fr-FR" smtClean="0"/>
              <a:t>I don't have time to maintain these regrets
14-  QUAND JE PENSE À SA BONTÉ </a:t>
            </a:r>
          </a:p>
          <a:p>
            <a:pPr>
              <a:defRPr/>
            </a:pPr>
            <a:r>
              <a:rPr lang="fr-FR" smtClean="0"/>
              <a:t>When I think about the way He loves us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15-  IL NOUS AIME TELLEMENT     X2	 </a:t>
            </a:r>
          </a:p>
          <a:p>
            <a:pPr>
              <a:defRPr/>
            </a:pPr>
            <a:r>
              <a:rPr lang="fr-FR" smtClean="0"/>
              <a:t>Whoa, How He loves us Whoa, How He loves us</a:t>
            </a:r>
            <a:br>
              <a:rPr lang="fr-FR" smtClean="0"/>
            </a:br>
            <a:r>
              <a:rPr lang="fr-FR" smtClean="0"/>
              <a:t>16-  IL NOUS AIME TELLEMENT TELLEMENT </a:t>
            </a:r>
          </a:p>
          <a:p>
            <a:pPr>
              <a:defRPr/>
            </a:pPr>
            <a:r>
              <a:rPr lang="fr-FR" smtClean="0"/>
              <a:t>Whoa, How He loves Yeah He loves us</a:t>
            </a:r>
          </a:p>
          <a:p>
            <a:pPr>
              <a:defRPr/>
            </a:pPr>
            <a:r>
              <a:rPr lang="fr-FR" smtClean="0"/>
              <a:t>
17-  TU NOUS AIMES TELLEMENT    X2
18-  TU NOUS AIMES TELLEMENT TELLEMENT </a:t>
            </a:r>
          </a:p>
          <a:p>
            <a:pPr>
              <a:defRPr/>
            </a:pPr>
            <a:r>
              <a:rPr lang="fr-FR" smtClean="0"/>
              <a:t>
19-  ET JE T’AIME TELLEMENT       X2	 
20-  ET JE T’AIME TELLEMENT TELLEMENT </a:t>
            </a:r>
          </a:p>
          <a:p>
            <a:pPr>
              <a:defRPr/>
            </a:pPr>
            <a:r>
              <a:rPr lang="fr-FR" smtClean="0"/>
              <a:t>
	21-  OH ! TU NOUS AIMES TANT 
	22-  OH ! COMME TU NOUS AIMES TU NOUS AIMES TANT </a:t>
            </a:r>
          </a:p>
          <a:p>
            <a:pPr>
              <a:defRPr/>
            </a:pPr>
            <a:r>
              <a:rPr lang="fr-FR" smtClean="0"/>
              <a:t>
23- OH ! OUI TU M’AIMES TANT</a:t>
            </a:r>
          </a:p>
          <a:p>
            <a:pPr>
              <a:defRPr/>
            </a:pPr>
            <a:r>
              <a:rPr lang="fr-FR" smtClean="0"/>
              <a:t>24- COMBIEN TU M’AIMES OUI TU M’AIMES TANT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M'AIME AVEC JALOUSIE UN OURAGAN D'AMOUR, M'A ENVAHI  </a:t>
            </a:r>
          </a:p>
          <a:p>
            <a:r>
              <a:rPr lang="fr-FR" smtClean="0"/>
              <a:t>He is jealous for me Loves like a hurricane
2-  JE PLIE SOUS LE POIDS LE VENT DE SA GRÂCE INFINIE </a:t>
            </a:r>
          </a:p>
          <a:p>
            <a:r>
              <a:rPr lang="fr-FR" smtClean="0"/>
              <a:t>I am a tree Bending beneath the weight of His wind and mercy
3-  ET LORSQUE SOUDAIN DEVANT TA GLOIRE </a:t>
            </a:r>
          </a:p>
          <a:p>
            <a:r>
              <a:rPr lang="fr-FR" smtClean="0"/>
              <a:t>When all of a sudden I am unaware of these
4-  TOUTE AFFLICTION PÂLIT ET S'ENFUIT JE RÉALISE ALORS TOUTE TA BONTÉ </a:t>
            </a:r>
          </a:p>
          <a:p>
            <a:r>
              <a:rPr lang="fr-FR" smtClean="0"/>
              <a:t>Afflictions eclipsed by glory And I realize just how beautiful you are and
5-  ET TA GRANDE AFFECTION SUR MA VIE</a:t>
            </a:r>
          </a:p>
          <a:p>
            <a:r>
              <a:rPr lang="fr-FR" smtClean="0"/>
              <a:t> How great Your affections are for me</a:t>
            </a:r>
          </a:p>
          <a:p>
            <a:r>
              <a:rPr lang="fr-FR" smtClean="0"/>
              <a:t>
	6-  OH ! IL NOUS AIME TANT OH ! COMME IL NOUS AIME</a:t>
            </a:r>
          </a:p>
          <a:p>
            <a:r>
              <a:rPr lang="fr-FR" smtClean="0"/>
              <a:t>	And Oh, How He loves us so Oh, How He loves us
	7- IL NOUS AIME TANT </a:t>
            </a:r>
          </a:p>
          <a:p>
            <a:r>
              <a:rPr lang="fr-FR" smtClean="0"/>
              <a:t>	How He loves us so</a:t>
            </a:r>
          </a:p>
          <a:p>
            <a:r>
              <a:rPr lang="fr-FR" smtClean="0"/>
              <a:t>
8-  NOUS SOMMES SON PARTAGE  ET IL EST LE PRIX</a:t>
            </a:r>
          </a:p>
          <a:p>
            <a:r>
              <a:rPr lang="fr-FR" smtClean="0"/>
              <a:t>We are His portion and He is our prize
9-  DANS SES YEUX BRILLANTS  LE SALUT RESPLENDIT </a:t>
            </a:r>
          </a:p>
          <a:p>
            <a:r>
              <a:rPr lang="fr-FR" smtClean="0"/>
              <a:t>Drawn to redemption by the grace in His eyes
10-  SA GRÂCE EST L'OCÉAN  QUI NOUS REMPLIT </a:t>
            </a:r>
          </a:p>
          <a:p>
            <a:r>
              <a:rPr lang="fr-FR" smtClean="0"/>
              <a:t>If grace is an ocean we're all sinking
11-  QUAND LES CIEUX TOUCHENT LA TERRE TEL UN BAISER D'AMOUR </a:t>
            </a:r>
          </a:p>
          <a:p>
            <a:r>
              <a:rPr lang="fr-FR" smtClean="0"/>
              <a:t>So heaven meets earth like a sloppy wet kiss
12-  MON CŒUR EST EMBRASÉ  PAR TOI POUR TOUJOURS </a:t>
            </a:r>
          </a:p>
          <a:p>
            <a:r>
              <a:rPr lang="fr-FR" smtClean="0"/>
              <a:t>And my heart turns violently in side of my chest
13-  JE N'AI PLUS LE TEMPS  POUR CE QUI EST PASSÉ </a:t>
            </a:r>
          </a:p>
          <a:p>
            <a:r>
              <a:rPr lang="fr-FR" smtClean="0"/>
              <a:t>I don't have time to maintain these regrets
14-  QUAND JE PENSE À SA BONTÉ </a:t>
            </a:r>
          </a:p>
          <a:p>
            <a:r>
              <a:rPr lang="fr-FR" smtClean="0"/>
              <a:t>When I think about the way He loves us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IL NOUS AIME TELLEMENT     X2	 </a:t>
            </a:r>
          </a:p>
          <a:p>
            <a:r>
              <a:rPr lang="fr-FR" smtClean="0"/>
              <a:t>Whoa, How He loves us Whoa, How He loves us</a:t>
            </a:r>
            <a:br>
              <a:rPr lang="fr-FR" smtClean="0"/>
            </a:br>
            <a:r>
              <a:rPr lang="fr-FR" smtClean="0"/>
              <a:t>16-  IL NOUS AIME TELLEMENT TELLEMENT </a:t>
            </a:r>
          </a:p>
          <a:p>
            <a:r>
              <a:rPr lang="fr-FR" smtClean="0"/>
              <a:t>Whoa, How He loves Yeah He loves us</a:t>
            </a:r>
          </a:p>
          <a:p>
            <a:r>
              <a:rPr lang="fr-FR" smtClean="0"/>
              <a:t>
17-  TU NOUS AIMES TELLEMENT    X2
18-  TU NOUS AIMES TELLEMENT TELLEMENT </a:t>
            </a:r>
          </a:p>
          <a:p>
            <a:r>
              <a:rPr lang="fr-FR" smtClean="0"/>
              <a:t>
19-  ET JE T’AIME TELLEMENT       X2	 
20-  ET JE T’AIME TELLEMENT TELLEMENT </a:t>
            </a:r>
          </a:p>
          <a:p>
            <a:r>
              <a:rPr lang="fr-FR" smtClean="0"/>
              <a:t>
	21-  OH ! TU NOUS AIMES TANT 
	22-  OH ! COMME TU NOUS AIMES TU NOUS AIMES TANT </a:t>
            </a:r>
          </a:p>
          <a:p>
            <a:r>
              <a:rPr lang="fr-FR" smtClean="0"/>
              <a:t>
23- OH ! OUI TU M’AIMES TANT</a:t>
            </a:r>
          </a:p>
          <a:p>
            <a:r>
              <a:rPr lang="fr-FR" smtClean="0"/>
              <a:t>24- COMBIEN TU M’AIMES OUI TU M’AIMES TANT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IL M'AIME AVEC JALOUSIE UN OURAGAN D'AMOUR, M'A ENVAHI  </a:t>
            </a:r>
          </a:p>
          <a:p>
            <a:pPr>
              <a:defRPr/>
            </a:pPr>
            <a:r>
              <a:rPr lang="fr-FR" smtClean="0"/>
              <a:t>He is jealous for me Loves like a hurricane
2-  JE PLIE SOUS LE POIDS LE VENT DE SA GRÂCE INFINIE </a:t>
            </a:r>
          </a:p>
          <a:p>
            <a:pPr>
              <a:defRPr/>
            </a:pPr>
            <a:r>
              <a:rPr lang="fr-FR" smtClean="0"/>
              <a:t>I am a tree Bending beneath the weight of His wind and mercy
3-  ET LORSQUE SOUDAIN DEVANT TA GLOIRE </a:t>
            </a:r>
          </a:p>
          <a:p>
            <a:pPr>
              <a:defRPr/>
            </a:pPr>
            <a:r>
              <a:rPr lang="fr-FR" smtClean="0"/>
              <a:t>When all of a sudden I am unaware of these
4-  TOUTE AFFLICTION PÂLIT ET S'ENFUIT JE RÉALISE ALORS TOUTE TA BONTÉ </a:t>
            </a:r>
          </a:p>
          <a:p>
            <a:pPr>
              <a:defRPr/>
            </a:pPr>
            <a:r>
              <a:rPr lang="fr-FR" smtClean="0"/>
              <a:t>Afflictions eclipsed by glory And I realize just how beautiful you are and
5-  ET TA GRANDE AFFECTION SUR MA VIE</a:t>
            </a:r>
          </a:p>
          <a:p>
            <a:pPr>
              <a:defRPr/>
            </a:pPr>
            <a:r>
              <a:rPr lang="fr-FR" smtClean="0"/>
              <a:t> How great Your affections are for me</a:t>
            </a:r>
          </a:p>
          <a:p>
            <a:pPr>
              <a:defRPr/>
            </a:pPr>
            <a:r>
              <a:rPr lang="fr-FR" smtClean="0"/>
              <a:t>
	6-  OH ! IL NOUS AIME TANT OH ! COMME IL NOUS AIME</a:t>
            </a:r>
          </a:p>
          <a:p>
            <a:pPr>
              <a:defRPr/>
            </a:pPr>
            <a:r>
              <a:rPr lang="fr-FR" smtClean="0"/>
              <a:t>	And Oh, How He loves us so Oh, How He loves us
	7- IL NOUS AIME TANT </a:t>
            </a:r>
          </a:p>
          <a:p>
            <a:pPr>
              <a:defRPr/>
            </a:pPr>
            <a:r>
              <a:rPr lang="fr-FR" smtClean="0"/>
              <a:t>	How He loves us so</a:t>
            </a:r>
          </a:p>
          <a:p>
            <a:pPr>
              <a:defRPr/>
            </a:pPr>
            <a:r>
              <a:rPr lang="fr-FR" smtClean="0"/>
              <a:t>
8-  NOUS SOMMES SON PARTAGE  ET IL EST LE PRIX</a:t>
            </a:r>
          </a:p>
          <a:p>
            <a:pPr>
              <a:defRPr/>
            </a:pPr>
            <a:r>
              <a:rPr lang="fr-FR" smtClean="0"/>
              <a:t>We are His portion and He is our prize
9-  DANS SES YEUX BRILLANTS  LE SALUT RESPLENDIT </a:t>
            </a:r>
          </a:p>
          <a:p>
            <a:pPr>
              <a:defRPr/>
            </a:pPr>
            <a:r>
              <a:rPr lang="fr-FR" smtClean="0"/>
              <a:t>Drawn to redemption by the grace in His eyes
10-  SA GRÂCE EST L'OCÉAN  QUI NOUS REMPLIT </a:t>
            </a:r>
          </a:p>
          <a:p>
            <a:pPr>
              <a:defRPr/>
            </a:pPr>
            <a:r>
              <a:rPr lang="fr-FR" smtClean="0"/>
              <a:t>If grace is an ocean we're all sinking
11-  QUAND LES CIEUX TOUCHENT LA TERRE TEL UN BAISER D'AMOUR </a:t>
            </a:r>
          </a:p>
          <a:p>
            <a:pPr>
              <a:defRPr/>
            </a:pPr>
            <a:r>
              <a:rPr lang="fr-FR" smtClean="0"/>
              <a:t>So heaven meets earth like a sloppy wet kiss
12-  MON CŒUR EST EMBRASÉ  PAR TOI POUR TOUJOURS </a:t>
            </a:r>
          </a:p>
          <a:p>
            <a:pPr>
              <a:defRPr/>
            </a:pPr>
            <a:r>
              <a:rPr lang="fr-FR" smtClean="0"/>
              <a:t>And my heart turns violently in side of my chest
13-  JE N'AI PLUS LE TEMPS  POUR CE QUI EST PASSÉ </a:t>
            </a:r>
          </a:p>
          <a:p>
            <a:pPr>
              <a:defRPr/>
            </a:pPr>
            <a:r>
              <a:rPr lang="fr-FR" smtClean="0"/>
              <a:t>I don't have time to maintain these regrets
14-  QUAND JE PENSE À SA BONTÉ </a:t>
            </a:r>
          </a:p>
          <a:p>
            <a:pPr>
              <a:defRPr/>
            </a:pPr>
            <a:r>
              <a:rPr lang="fr-FR" smtClean="0"/>
              <a:t>When I think about the way He loves us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15-  IL NOUS AIME TELLEMENT     X2	 </a:t>
            </a:r>
          </a:p>
          <a:p>
            <a:pPr>
              <a:defRPr/>
            </a:pPr>
            <a:r>
              <a:rPr lang="fr-FR" smtClean="0"/>
              <a:t>Whoa, How He loves us Whoa, How He loves us</a:t>
            </a:r>
            <a:br>
              <a:rPr lang="fr-FR" smtClean="0"/>
            </a:br>
            <a:r>
              <a:rPr lang="fr-FR" smtClean="0"/>
              <a:t>16-  IL NOUS AIME TELLEMENT TELLEMENT </a:t>
            </a:r>
          </a:p>
          <a:p>
            <a:pPr>
              <a:defRPr/>
            </a:pPr>
            <a:r>
              <a:rPr lang="fr-FR" smtClean="0"/>
              <a:t>Whoa, How He loves Yeah He loves us</a:t>
            </a:r>
          </a:p>
          <a:p>
            <a:pPr>
              <a:defRPr/>
            </a:pPr>
            <a:r>
              <a:rPr lang="fr-FR" smtClean="0"/>
              <a:t>
17-  TU NOUS AIMES TELLEMENT    X2
18-  TU NOUS AIMES TELLEMENT TELLEMENT </a:t>
            </a:r>
          </a:p>
          <a:p>
            <a:pPr>
              <a:defRPr/>
            </a:pPr>
            <a:r>
              <a:rPr lang="fr-FR" smtClean="0"/>
              <a:t>
19-  ET JE T’AIME TELLEMENT       X2	 
20-  ET JE T’AIME TELLEMENT TELLEMENT </a:t>
            </a:r>
          </a:p>
          <a:p>
            <a:pPr>
              <a:defRPr/>
            </a:pPr>
            <a:r>
              <a:rPr lang="fr-FR" smtClean="0"/>
              <a:t>
	21-  OH ! TU NOUS AIMES TANT 
	22-  OH ! COMME TU NOUS AIMES TU NOUS AIMES TANT </a:t>
            </a:r>
          </a:p>
          <a:p>
            <a:pPr>
              <a:defRPr/>
            </a:pPr>
            <a:r>
              <a:rPr lang="fr-FR" smtClean="0"/>
              <a:t>
23- OH ! OUI TU M’AIMES TANT</a:t>
            </a:r>
          </a:p>
          <a:p>
            <a:pPr>
              <a:defRPr/>
            </a:pPr>
            <a:r>
              <a:rPr lang="fr-FR" smtClean="0"/>
              <a:t>24- COMBIEN TU M’AIMES OUI TU M’AIMES TANT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M'AIME AVEC JALOUSIE UN OURAGAN D'AMOUR, M'A ENVAHI  </a:t>
            </a:r>
          </a:p>
          <a:p>
            <a:r>
              <a:rPr lang="fr-FR" smtClean="0"/>
              <a:t>He is jealous for me Loves like a hurricane
2-  JE PLIE SOUS LE POIDS LE VENT DE SA GRÂCE INFINIE </a:t>
            </a:r>
          </a:p>
          <a:p>
            <a:r>
              <a:rPr lang="fr-FR" smtClean="0"/>
              <a:t>I am a tree Bending beneath the weight of His wind and mercy
3-  ET LORSQUE SOUDAIN DEVANT TA GLOIRE </a:t>
            </a:r>
          </a:p>
          <a:p>
            <a:r>
              <a:rPr lang="fr-FR" smtClean="0"/>
              <a:t>When all of a sudden I am unaware of these
4-  TOUTE AFFLICTION PÂLIT ET S'ENFUIT JE RÉALISE ALORS TOUTE TA BONTÉ </a:t>
            </a:r>
          </a:p>
          <a:p>
            <a:r>
              <a:rPr lang="fr-FR" smtClean="0"/>
              <a:t>Afflictions eclipsed by glory And I realize just how beautiful you are and
5-  ET TA GRANDE AFFECTION SUR MA VIE</a:t>
            </a:r>
          </a:p>
          <a:p>
            <a:r>
              <a:rPr lang="fr-FR" smtClean="0"/>
              <a:t> How great Your affections are for me</a:t>
            </a:r>
          </a:p>
          <a:p>
            <a:r>
              <a:rPr lang="fr-FR" smtClean="0"/>
              <a:t>
	6-  OH ! IL NOUS AIME TANT OH ! COMME IL NOUS AIME</a:t>
            </a:r>
          </a:p>
          <a:p>
            <a:r>
              <a:rPr lang="fr-FR" smtClean="0"/>
              <a:t>	And Oh, How He loves us so Oh, How He loves us
	7- IL NOUS AIME TANT </a:t>
            </a:r>
          </a:p>
          <a:p>
            <a:r>
              <a:rPr lang="fr-FR" smtClean="0"/>
              <a:t>	How He loves us so</a:t>
            </a:r>
          </a:p>
          <a:p>
            <a:r>
              <a:rPr lang="fr-FR" smtClean="0"/>
              <a:t>
8-  NOUS SOMMES SON PARTAGE  ET IL EST LE PRIX</a:t>
            </a:r>
          </a:p>
          <a:p>
            <a:r>
              <a:rPr lang="fr-FR" smtClean="0"/>
              <a:t>We are His portion and He is our prize
9-  DANS SES YEUX BRILLANTS  LE SALUT RESPLENDIT </a:t>
            </a:r>
          </a:p>
          <a:p>
            <a:r>
              <a:rPr lang="fr-FR" smtClean="0"/>
              <a:t>Drawn to redemption by the grace in His eyes
10-  SA GRÂCE EST L'OCÉAN  QUI NOUS REMPLIT </a:t>
            </a:r>
          </a:p>
          <a:p>
            <a:r>
              <a:rPr lang="fr-FR" smtClean="0"/>
              <a:t>If grace is an ocean we're all sinking
11-  QUAND LES CIEUX TOUCHENT LA TERRE TEL UN BAISER D'AMOUR </a:t>
            </a:r>
          </a:p>
          <a:p>
            <a:r>
              <a:rPr lang="fr-FR" smtClean="0"/>
              <a:t>So heaven meets earth like a sloppy wet kiss
12-  MON CŒUR EST EMBRASÉ  PAR TOI POUR TOUJOURS </a:t>
            </a:r>
          </a:p>
          <a:p>
            <a:r>
              <a:rPr lang="fr-FR" smtClean="0"/>
              <a:t>And my heart turns violently in side of my chest
13-  JE N'AI PLUS LE TEMPS  POUR CE QUI EST PASSÉ </a:t>
            </a:r>
          </a:p>
          <a:p>
            <a:r>
              <a:rPr lang="fr-FR" smtClean="0"/>
              <a:t>I don't have time to maintain these regrets
14-  QUAND JE PENSE À SA BONTÉ </a:t>
            </a:r>
          </a:p>
          <a:p>
            <a:r>
              <a:rPr lang="fr-FR" smtClean="0"/>
              <a:t>When I think about the way He loves us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IL NOUS AIME TELLEMENT     X2	 </a:t>
            </a:r>
          </a:p>
          <a:p>
            <a:r>
              <a:rPr lang="fr-FR" smtClean="0"/>
              <a:t>Whoa, How He loves us Whoa, How He loves us</a:t>
            </a:r>
            <a:br>
              <a:rPr lang="fr-FR" smtClean="0"/>
            </a:br>
            <a:r>
              <a:rPr lang="fr-FR" smtClean="0"/>
              <a:t>16-  IL NOUS AIME TELLEMENT TELLEMENT </a:t>
            </a:r>
          </a:p>
          <a:p>
            <a:r>
              <a:rPr lang="fr-FR" smtClean="0"/>
              <a:t>Whoa, How He loves Yeah He loves us</a:t>
            </a:r>
          </a:p>
          <a:p>
            <a:r>
              <a:rPr lang="fr-FR" smtClean="0"/>
              <a:t>
17-  TU NOUS AIMES TELLEMENT    X2
18-  TU NOUS AIMES TELLEMENT TELLEMENT </a:t>
            </a:r>
          </a:p>
          <a:p>
            <a:r>
              <a:rPr lang="fr-FR" smtClean="0"/>
              <a:t>
19-  ET JE T’AIME TELLEMENT       X2	 
20-  ET JE T’AIME TELLEMENT TELLEMENT </a:t>
            </a:r>
          </a:p>
          <a:p>
            <a:r>
              <a:rPr lang="fr-FR" smtClean="0"/>
              <a:t>
	21-  OH ! TU NOUS AIMES TANT 
	22-  OH ! COMME TU NOUS AIMES TU NOUS AIMES TANT </a:t>
            </a:r>
          </a:p>
          <a:p>
            <a:r>
              <a:rPr lang="fr-FR" smtClean="0"/>
              <a:t>
23- OH ! OUI TU M’AIMES TANT</a:t>
            </a:r>
          </a:p>
          <a:p>
            <a:r>
              <a:rPr lang="fr-FR" smtClean="0"/>
              <a:t>24- COMBIEN TU M’AIMES OUI TU M’AIMES TANT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IL M'AIME AVEC JALOUSIE UN OURAGAN D'AMOUR, M'A ENVAHI  </a:t>
            </a:r>
          </a:p>
          <a:p>
            <a:pPr>
              <a:defRPr/>
            </a:pPr>
            <a:r>
              <a:rPr lang="fr-FR" smtClean="0"/>
              <a:t>He is jealous for me Loves like a hurricane
2-  JE PLIE SOUS LE POIDS LE VENT DE SA GRÂCE INFINIE </a:t>
            </a:r>
          </a:p>
          <a:p>
            <a:pPr>
              <a:defRPr/>
            </a:pPr>
            <a:r>
              <a:rPr lang="fr-FR" smtClean="0"/>
              <a:t>I am a tree Bending beneath the weight of His wind and mercy
3-  ET LORSQUE SOUDAIN DEVANT TA GLOIRE </a:t>
            </a:r>
          </a:p>
          <a:p>
            <a:pPr>
              <a:defRPr/>
            </a:pPr>
            <a:r>
              <a:rPr lang="fr-FR" smtClean="0"/>
              <a:t>When all of a sudden I am unaware of these
4-  TOUTE AFFLICTION PÂLIT ET S'ENFUIT JE RÉALISE ALORS TOUTE TA BONTÉ </a:t>
            </a:r>
          </a:p>
          <a:p>
            <a:pPr>
              <a:defRPr/>
            </a:pPr>
            <a:r>
              <a:rPr lang="fr-FR" smtClean="0"/>
              <a:t>Afflictions eclipsed by glory And I realize just how beautiful you are and
5-  ET TA GRANDE AFFECTION SUR MA VIE</a:t>
            </a:r>
          </a:p>
          <a:p>
            <a:pPr>
              <a:defRPr/>
            </a:pPr>
            <a:r>
              <a:rPr lang="fr-FR" smtClean="0"/>
              <a:t> How great Your affections are for me</a:t>
            </a:r>
          </a:p>
          <a:p>
            <a:pPr>
              <a:defRPr/>
            </a:pPr>
            <a:r>
              <a:rPr lang="fr-FR" smtClean="0"/>
              <a:t>
	6-  OH ! IL NOUS AIME TANT OH ! COMME IL NOUS AIME</a:t>
            </a:r>
          </a:p>
          <a:p>
            <a:pPr>
              <a:defRPr/>
            </a:pPr>
            <a:r>
              <a:rPr lang="fr-FR" smtClean="0"/>
              <a:t>	And Oh, How He loves us so Oh, How He loves us
	7- IL NOUS AIME TANT </a:t>
            </a:r>
          </a:p>
          <a:p>
            <a:pPr>
              <a:defRPr/>
            </a:pPr>
            <a:r>
              <a:rPr lang="fr-FR" smtClean="0"/>
              <a:t>	How He loves us so</a:t>
            </a:r>
          </a:p>
          <a:p>
            <a:pPr>
              <a:defRPr/>
            </a:pPr>
            <a:r>
              <a:rPr lang="fr-FR" smtClean="0"/>
              <a:t>
8-  NOUS SOMMES SON PARTAGE  ET IL EST LE PRIX</a:t>
            </a:r>
          </a:p>
          <a:p>
            <a:pPr>
              <a:defRPr/>
            </a:pPr>
            <a:r>
              <a:rPr lang="fr-FR" smtClean="0"/>
              <a:t>We are His portion and He is our prize
9-  DANS SES YEUX BRILLANTS  LE SALUT RESPLENDIT </a:t>
            </a:r>
          </a:p>
          <a:p>
            <a:pPr>
              <a:defRPr/>
            </a:pPr>
            <a:r>
              <a:rPr lang="fr-FR" smtClean="0"/>
              <a:t>Drawn to redemption by the grace in His eyes
10-  SA GRÂCE EST L'OCÉAN  QUI NOUS REMPLIT </a:t>
            </a:r>
          </a:p>
          <a:p>
            <a:pPr>
              <a:defRPr/>
            </a:pPr>
            <a:r>
              <a:rPr lang="fr-FR" smtClean="0"/>
              <a:t>If grace is an ocean we're all sinking
11-  QUAND LES CIEUX TOUCHENT LA TERRE TEL UN BAISER D'AMOUR </a:t>
            </a:r>
          </a:p>
          <a:p>
            <a:pPr>
              <a:defRPr/>
            </a:pPr>
            <a:r>
              <a:rPr lang="fr-FR" smtClean="0"/>
              <a:t>So heaven meets earth like a sloppy wet kiss
12-  MON CŒUR EST EMBRASÉ  PAR TOI POUR TOUJOURS </a:t>
            </a:r>
          </a:p>
          <a:p>
            <a:pPr>
              <a:defRPr/>
            </a:pPr>
            <a:r>
              <a:rPr lang="fr-FR" smtClean="0"/>
              <a:t>And my heart turns violently in side of my chest
13-  JE N'AI PLUS LE TEMPS  POUR CE QUI EST PASSÉ </a:t>
            </a:r>
          </a:p>
          <a:p>
            <a:pPr>
              <a:defRPr/>
            </a:pPr>
            <a:r>
              <a:rPr lang="fr-FR" smtClean="0"/>
              <a:t>I don't have time to maintain these regrets
14-  QUAND JE PENSE À SA BONTÉ </a:t>
            </a:r>
          </a:p>
          <a:p>
            <a:pPr>
              <a:defRPr/>
            </a:pPr>
            <a:r>
              <a:rPr lang="fr-FR" smtClean="0"/>
              <a:t>When I think about the way He loves us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15-  IL NOUS AIME TELLEMENT     X2	 </a:t>
            </a:r>
          </a:p>
          <a:p>
            <a:pPr>
              <a:defRPr/>
            </a:pPr>
            <a:r>
              <a:rPr lang="fr-FR" smtClean="0"/>
              <a:t>Whoa, How He loves us Whoa, How He loves us</a:t>
            </a:r>
            <a:br>
              <a:rPr lang="fr-FR" smtClean="0"/>
            </a:br>
            <a:r>
              <a:rPr lang="fr-FR" smtClean="0"/>
              <a:t>16-  IL NOUS AIME TELLEMENT TELLEMENT </a:t>
            </a:r>
          </a:p>
          <a:p>
            <a:pPr>
              <a:defRPr/>
            </a:pPr>
            <a:r>
              <a:rPr lang="fr-FR" smtClean="0"/>
              <a:t>Whoa, How He loves Yeah He loves us</a:t>
            </a:r>
          </a:p>
          <a:p>
            <a:pPr>
              <a:defRPr/>
            </a:pPr>
            <a:r>
              <a:rPr lang="fr-FR" smtClean="0"/>
              <a:t>
17-  TU NOUS AIMES TELLEMENT    X2
18-  TU NOUS AIMES TELLEMENT TELLEMENT </a:t>
            </a:r>
          </a:p>
          <a:p>
            <a:pPr>
              <a:defRPr/>
            </a:pPr>
            <a:r>
              <a:rPr lang="fr-FR" smtClean="0"/>
              <a:t>
19-  ET JE T’AIME TELLEMENT       X2	 
20-  ET JE T’AIME TELLEMENT TELLEMENT </a:t>
            </a:r>
          </a:p>
          <a:p>
            <a:pPr>
              <a:defRPr/>
            </a:pPr>
            <a:r>
              <a:rPr lang="fr-FR" smtClean="0"/>
              <a:t>
	21-  OH ! TU NOUS AIMES TANT 
	22-  OH ! COMME TU NOUS AIMES TU NOUS AIMES TANT </a:t>
            </a:r>
          </a:p>
          <a:p>
            <a:pPr>
              <a:defRPr/>
            </a:pPr>
            <a:r>
              <a:rPr lang="fr-FR" smtClean="0"/>
              <a:t>
23- OH ! OUI TU M’AIMES TANT</a:t>
            </a:r>
          </a:p>
          <a:p>
            <a:pPr>
              <a:defRPr/>
            </a:pPr>
            <a:r>
              <a:rPr lang="fr-FR" smtClean="0"/>
              <a:t>24- COMBIEN TU M’AIMES OUI TU M’AIMES TANT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M'AIME AVEC JALOUSIE UN OURAGAN D'AMOUR, M'A ENVAHI  </a:t>
            </a:r>
          </a:p>
          <a:p>
            <a:r>
              <a:rPr lang="fr-FR" smtClean="0"/>
              <a:t>He is jealous for me Loves like a hurricane
2-  JE PLIE SOUS LE POIDS LE VENT DE SA GRÂCE INFINIE </a:t>
            </a:r>
          </a:p>
          <a:p>
            <a:r>
              <a:rPr lang="fr-FR" smtClean="0"/>
              <a:t>I am a tree Bending beneath the weight of His wind and mercy
3-  ET LORSQUE SOUDAIN DEVANT TA GLOIRE </a:t>
            </a:r>
          </a:p>
          <a:p>
            <a:r>
              <a:rPr lang="fr-FR" smtClean="0"/>
              <a:t>When all of a sudden I am unaware of these
4-  TOUTE AFFLICTION PÂLIT ET S'ENFUIT JE RÉALISE ALORS TOUTE TA BONTÉ </a:t>
            </a:r>
          </a:p>
          <a:p>
            <a:r>
              <a:rPr lang="fr-FR" smtClean="0"/>
              <a:t>Afflictions eclipsed by glory And I realize just how beautiful you are and
5-  ET TA GRANDE AFFECTION SUR MA VIE</a:t>
            </a:r>
          </a:p>
          <a:p>
            <a:r>
              <a:rPr lang="fr-FR" smtClean="0"/>
              <a:t> How great Your affections are for me</a:t>
            </a:r>
          </a:p>
          <a:p>
            <a:r>
              <a:rPr lang="fr-FR" smtClean="0"/>
              <a:t>
	6-  OH ! IL NOUS AIME TANT OH ! COMME IL NOUS AIME</a:t>
            </a:r>
          </a:p>
          <a:p>
            <a:r>
              <a:rPr lang="fr-FR" smtClean="0"/>
              <a:t>	And Oh, How He loves us so Oh, How He loves us
	7- IL NOUS AIME TANT </a:t>
            </a:r>
          </a:p>
          <a:p>
            <a:r>
              <a:rPr lang="fr-FR" smtClean="0"/>
              <a:t>	How He loves us so</a:t>
            </a:r>
          </a:p>
          <a:p>
            <a:r>
              <a:rPr lang="fr-FR" smtClean="0"/>
              <a:t>
8-  NOUS SOMMES SON PARTAGE  ET IL EST LE PRIX</a:t>
            </a:r>
          </a:p>
          <a:p>
            <a:r>
              <a:rPr lang="fr-FR" smtClean="0"/>
              <a:t>We are His portion and He is our prize
9-  DANS SES YEUX BRILLANTS  LE SALUT RESPLENDIT </a:t>
            </a:r>
          </a:p>
          <a:p>
            <a:r>
              <a:rPr lang="fr-FR" smtClean="0"/>
              <a:t>Drawn to redemption by the grace in His eyes
10-  SA GRÂCE EST L'OCÉAN  QUI NOUS REMPLIT </a:t>
            </a:r>
          </a:p>
          <a:p>
            <a:r>
              <a:rPr lang="fr-FR" smtClean="0"/>
              <a:t>If grace is an ocean we're all sinking
11-  QUAND LES CIEUX TOUCHENT LA TERRE TEL UN BAISER D'AMOUR </a:t>
            </a:r>
          </a:p>
          <a:p>
            <a:r>
              <a:rPr lang="fr-FR" smtClean="0"/>
              <a:t>So heaven meets earth like a sloppy wet kiss
12-  MON CŒUR EST EMBRASÉ  PAR TOI POUR TOUJOURS </a:t>
            </a:r>
          </a:p>
          <a:p>
            <a:r>
              <a:rPr lang="fr-FR" smtClean="0"/>
              <a:t>And my heart turns violently in side of my chest
13-  JE N'AI PLUS LE TEMPS  POUR CE QUI EST PASSÉ </a:t>
            </a:r>
          </a:p>
          <a:p>
            <a:r>
              <a:rPr lang="fr-FR" smtClean="0"/>
              <a:t>I don't have time to maintain these regrets
14-  QUAND JE PENSE À SA BONTÉ </a:t>
            </a:r>
          </a:p>
          <a:p>
            <a:r>
              <a:rPr lang="fr-FR" smtClean="0"/>
              <a:t>When I think about the way He loves us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IL NOUS AIME TELLEMENT     X2	 </a:t>
            </a:r>
          </a:p>
          <a:p>
            <a:r>
              <a:rPr lang="fr-FR" smtClean="0"/>
              <a:t>Whoa, How He loves us Whoa, How He loves us</a:t>
            </a:r>
            <a:br>
              <a:rPr lang="fr-FR" smtClean="0"/>
            </a:br>
            <a:r>
              <a:rPr lang="fr-FR" smtClean="0"/>
              <a:t>16-  IL NOUS AIME TELLEMENT TELLEMENT </a:t>
            </a:r>
          </a:p>
          <a:p>
            <a:r>
              <a:rPr lang="fr-FR" smtClean="0"/>
              <a:t>Whoa, How He loves Yeah He loves us</a:t>
            </a:r>
          </a:p>
          <a:p>
            <a:r>
              <a:rPr lang="fr-FR" smtClean="0"/>
              <a:t>
17-  TU NOUS AIMES TELLEMENT    X2
18-  TU NOUS AIMES TELLEMENT TELLEMENT </a:t>
            </a:r>
          </a:p>
          <a:p>
            <a:r>
              <a:rPr lang="fr-FR" smtClean="0"/>
              <a:t>
19-  ET JE T’AIME TELLEMENT       X2	 
20-  ET JE T’AIME TELLEMENT TELLEMENT </a:t>
            </a:r>
          </a:p>
          <a:p>
            <a:r>
              <a:rPr lang="fr-FR" smtClean="0"/>
              <a:t>
	21-  OH ! TU NOUS AIMES TANT 
	22-  OH ! COMME TU NOUS AIMES TU NOUS AIMES TANT </a:t>
            </a:r>
          </a:p>
          <a:p>
            <a:r>
              <a:rPr lang="fr-FR" smtClean="0"/>
              <a:t>
23- OH ! OUI TU M’AIMES TANT</a:t>
            </a:r>
          </a:p>
          <a:p>
            <a:r>
              <a:rPr lang="fr-FR" smtClean="0"/>
              <a:t>24- COMBIEN TU M’AIMES OUI TU M’AIMES TANT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IL M'AIME AVEC JALOUSIE UN OURAGAN D'AMOUR, M'A ENVAHI  </a:t>
            </a:r>
          </a:p>
          <a:p>
            <a:pPr>
              <a:defRPr/>
            </a:pPr>
            <a:r>
              <a:rPr lang="fr-FR" smtClean="0"/>
              <a:t>He is jealous for me Loves like a hurricane
2-  JE PLIE SOUS LE POIDS LE VENT DE SA GRÂCE INFINIE </a:t>
            </a:r>
          </a:p>
          <a:p>
            <a:pPr>
              <a:defRPr/>
            </a:pPr>
            <a:r>
              <a:rPr lang="fr-FR" smtClean="0"/>
              <a:t>I am a tree Bending beneath the weight of His wind and mercy
3-  ET LORSQUE SOUDAIN DEVANT TA GLOIRE </a:t>
            </a:r>
          </a:p>
          <a:p>
            <a:pPr>
              <a:defRPr/>
            </a:pPr>
            <a:r>
              <a:rPr lang="fr-FR" smtClean="0"/>
              <a:t>When all of a sudden I am unaware of these
4-  TOUTE AFFLICTION PÂLIT ET S'ENFUIT JE RÉALISE ALORS TOUTE TA BONTÉ </a:t>
            </a:r>
          </a:p>
          <a:p>
            <a:pPr>
              <a:defRPr/>
            </a:pPr>
            <a:r>
              <a:rPr lang="fr-FR" smtClean="0"/>
              <a:t>Afflictions eclipsed by glory And I realize just how beautiful you are and
5-  ET TA GRANDE AFFECTION SUR MA VIE</a:t>
            </a:r>
          </a:p>
          <a:p>
            <a:pPr>
              <a:defRPr/>
            </a:pPr>
            <a:r>
              <a:rPr lang="fr-FR" smtClean="0"/>
              <a:t> How great Your affections are for me</a:t>
            </a:r>
          </a:p>
          <a:p>
            <a:pPr>
              <a:defRPr/>
            </a:pPr>
            <a:r>
              <a:rPr lang="fr-FR" smtClean="0"/>
              <a:t>
	6-  OH ! IL NOUS AIME TANT OH ! COMME IL NOUS AIME</a:t>
            </a:r>
          </a:p>
          <a:p>
            <a:pPr>
              <a:defRPr/>
            </a:pPr>
            <a:r>
              <a:rPr lang="fr-FR" smtClean="0"/>
              <a:t>	And Oh, How He loves us so Oh, How He loves us
	7- IL NOUS AIME TANT </a:t>
            </a:r>
          </a:p>
          <a:p>
            <a:pPr>
              <a:defRPr/>
            </a:pPr>
            <a:r>
              <a:rPr lang="fr-FR" smtClean="0"/>
              <a:t>	How He loves us so</a:t>
            </a:r>
          </a:p>
          <a:p>
            <a:pPr>
              <a:defRPr/>
            </a:pPr>
            <a:r>
              <a:rPr lang="fr-FR" smtClean="0"/>
              <a:t>
8-  NOUS SOMMES SON PARTAGE  ET IL EST LE PRIX</a:t>
            </a:r>
          </a:p>
          <a:p>
            <a:pPr>
              <a:defRPr/>
            </a:pPr>
            <a:r>
              <a:rPr lang="fr-FR" smtClean="0"/>
              <a:t>We are His portion and He is our prize
9-  DANS SES YEUX BRILLANTS  LE SALUT RESPLENDIT </a:t>
            </a:r>
          </a:p>
          <a:p>
            <a:pPr>
              <a:defRPr/>
            </a:pPr>
            <a:r>
              <a:rPr lang="fr-FR" smtClean="0"/>
              <a:t>Drawn to redemption by the grace in His eyes
10-  SA GRÂCE EST L'OCÉAN  QUI NOUS REMPLIT </a:t>
            </a:r>
          </a:p>
          <a:p>
            <a:pPr>
              <a:defRPr/>
            </a:pPr>
            <a:r>
              <a:rPr lang="fr-FR" smtClean="0"/>
              <a:t>If grace is an ocean we're all sinking
11-  QUAND LES CIEUX TOUCHENT LA TERRE TEL UN BAISER D'AMOUR </a:t>
            </a:r>
          </a:p>
          <a:p>
            <a:pPr>
              <a:defRPr/>
            </a:pPr>
            <a:r>
              <a:rPr lang="fr-FR" smtClean="0"/>
              <a:t>So heaven meets earth like a sloppy wet kiss
12-  MON CŒUR EST EMBRASÉ  PAR TOI POUR TOUJOURS </a:t>
            </a:r>
          </a:p>
          <a:p>
            <a:pPr>
              <a:defRPr/>
            </a:pPr>
            <a:r>
              <a:rPr lang="fr-FR" smtClean="0"/>
              <a:t>And my heart turns violently in side of my chest
13-  JE N'AI PLUS LE TEMPS  POUR CE QUI EST PASSÉ </a:t>
            </a:r>
          </a:p>
          <a:p>
            <a:pPr>
              <a:defRPr/>
            </a:pPr>
            <a:r>
              <a:rPr lang="fr-FR" smtClean="0"/>
              <a:t>I don't have time to maintain these regrets
14-  QUAND JE PENSE À SA BONTÉ </a:t>
            </a:r>
          </a:p>
          <a:p>
            <a:pPr>
              <a:defRPr/>
            </a:pPr>
            <a:r>
              <a:rPr lang="fr-FR" smtClean="0"/>
              <a:t>When I think about the way He loves us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15-  IL NOUS AIME TELLEMENT     X2	 </a:t>
            </a:r>
          </a:p>
          <a:p>
            <a:pPr>
              <a:defRPr/>
            </a:pPr>
            <a:r>
              <a:rPr lang="fr-FR" smtClean="0"/>
              <a:t>Whoa, How He loves us Whoa, How He loves us</a:t>
            </a:r>
            <a:br>
              <a:rPr lang="fr-FR" smtClean="0"/>
            </a:br>
            <a:r>
              <a:rPr lang="fr-FR" smtClean="0"/>
              <a:t>16-  IL NOUS AIME TELLEMENT TELLEMENT </a:t>
            </a:r>
          </a:p>
          <a:p>
            <a:pPr>
              <a:defRPr/>
            </a:pPr>
            <a:r>
              <a:rPr lang="fr-FR" smtClean="0"/>
              <a:t>Whoa, How He loves Yeah He loves us</a:t>
            </a:r>
          </a:p>
          <a:p>
            <a:pPr>
              <a:defRPr/>
            </a:pPr>
            <a:r>
              <a:rPr lang="fr-FR" smtClean="0"/>
              <a:t>
17-  TU NOUS AIMES TELLEMENT    X2
18-  TU NOUS AIMES TELLEMENT TELLEMENT </a:t>
            </a:r>
          </a:p>
          <a:p>
            <a:pPr>
              <a:defRPr/>
            </a:pPr>
            <a:r>
              <a:rPr lang="fr-FR" smtClean="0"/>
              <a:t>
19-  ET JE T’AIME TELLEMENT       X2	 
20-  ET JE T’AIME TELLEMENT TELLEMENT </a:t>
            </a:r>
          </a:p>
          <a:p>
            <a:pPr>
              <a:defRPr/>
            </a:pPr>
            <a:r>
              <a:rPr lang="fr-FR" smtClean="0"/>
              <a:t>
	21-  OH ! TU NOUS AIMES TANT 
	22-  OH ! COMME TU NOUS AIMES TU NOUS AIMES TANT </a:t>
            </a:r>
          </a:p>
          <a:p>
            <a:pPr>
              <a:defRPr/>
            </a:pPr>
            <a:r>
              <a:rPr lang="fr-FR" smtClean="0"/>
              <a:t>
23- OH ! OUI TU M’AIMES TANT</a:t>
            </a:r>
          </a:p>
          <a:p>
            <a:pPr>
              <a:defRPr/>
            </a:pPr>
            <a:r>
              <a:rPr lang="fr-FR" smtClean="0"/>
              <a:t>24- COMBIEN TU M’AIMES OUI TU M’AIMES TANT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M'AIME AVEC JALOUSIE UN OURAGAN D'AMOUR, M'A ENVAHI  </a:t>
            </a:r>
          </a:p>
          <a:p>
            <a:r>
              <a:rPr lang="fr-FR" smtClean="0"/>
              <a:t>He is jealous for me Loves like a hurricane
2-  JE PLIE SOUS LE POIDS LE VENT DE SA GRÂCE INFINIE </a:t>
            </a:r>
          </a:p>
          <a:p>
            <a:r>
              <a:rPr lang="fr-FR" smtClean="0"/>
              <a:t>I am a tree Bending beneath the weight of His wind and mercy
3-  ET LORSQUE SOUDAIN DEVANT TA GLOIRE </a:t>
            </a:r>
          </a:p>
          <a:p>
            <a:r>
              <a:rPr lang="fr-FR" smtClean="0"/>
              <a:t>When all of a sudden I am unaware of these
4-  TOUTE AFFLICTION PÂLIT ET S'ENFUIT JE RÉALISE ALORS TOUTE TA BONTÉ </a:t>
            </a:r>
          </a:p>
          <a:p>
            <a:r>
              <a:rPr lang="fr-FR" smtClean="0"/>
              <a:t>Afflictions eclipsed by glory And I realize just how beautiful you are and
5-  ET TA GRANDE AFFECTION SUR MA VIE</a:t>
            </a:r>
          </a:p>
          <a:p>
            <a:r>
              <a:rPr lang="fr-FR" smtClean="0"/>
              <a:t> How great Your affections are for me</a:t>
            </a:r>
          </a:p>
          <a:p>
            <a:r>
              <a:rPr lang="fr-FR" smtClean="0"/>
              <a:t>
	6-  OH ! IL NOUS AIME TANT OH ! COMME IL NOUS AIME</a:t>
            </a:r>
          </a:p>
          <a:p>
            <a:r>
              <a:rPr lang="fr-FR" smtClean="0"/>
              <a:t>	And Oh, How He loves us so Oh, How He loves us
	7- IL NOUS AIME TANT </a:t>
            </a:r>
          </a:p>
          <a:p>
            <a:r>
              <a:rPr lang="fr-FR" smtClean="0"/>
              <a:t>	How He loves us so</a:t>
            </a:r>
          </a:p>
          <a:p>
            <a:r>
              <a:rPr lang="fr-FR" smtClean="0"/>
              <a:t>
8-  NOUS SOMMES SON PARTAGE  ET IL EST LE PRIX</a:t>
            </a:r>
          </a:p>
          <a:p>
            <a:r>
              <a:rPr lang="fr-FR" smtClean="0"/>
              <a:t>We are His portion and He is our prize
9-  DANS SES YEUX BRILLANTS  LE SALUT RESPLENDIT </a:t>
            </a:r>
          </a:p>
          <a:p>
            <a:r>
              <a:rPr lang="fr-FR" smtClean="0"/>
              <a:t>Drawn to redemption by the grace in His eyes
10-  SA GRÂCE EST L'OCÉAN  QUI NOUS REMPLIT </a:t>
            </a:r>
          </a:p>
          <a:p>
            <a:r>
              <a:rPr lang="fr-FR" smtClean="0"/>
              <a:t>If grace is an ocean we're all sinking
11-  QUAND LES CIEUX TOUCHENT LA TERRE TEL UN BAISER D'AMOUR </a:t>
            </a:r>
          </a:p>
          <a:p>
            <a:r>
              <a:rPr lang="fr-FR" smtClean="0"/>
              <a:t>So heaven meets earth like a sloppy wet kiss
12-  MON CŒUR EST EMBRASÉ  PAR TOI POUR TOUJOURS </a:t>
            </a:r>
          </a:p>
          <a:p>
            <a:r>
              <a:rPr lang="fr-FR" smtClean="0"/>
              <a:t>And my heart turns violently in side of my chest
13-  JE N'AI PLUS LE TEMPS  POUR CE QUI EST PASSÉ </a:t>
            </a:r>
          </a:p>
          <a:p>
            <a:r>
              <a:rPr lang="fr-FR" smtClean="0"/>
              <a:t>I don't have time to maintain these regrets
14-  QUAND JE PENSE À SA BONTÉ </a:t>
            </a:r>
          </a:p>
          <a:p>
            <a:r>
              <a:rPr lang="fr-FR" smtClean="0"/>
              <a:t>When I think about the way He loves us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IL NOUS AIME TELLEMENT     X2	 </a:t>
            </a:r>
          </a:p>
          <a:p>
            <a:r>
              <a:rPr lang="fr-FR" smtClean="0"/>
              <a:t>Whoa, How He loves us Whoa, How He loves us</a:t>
            </a:r>
            <a:br>
              <a:rPr lang="fr-FR" smtClean="0"/>
            </a:br>
            <a:r>
              <a:rPr lang="fr-FR" smtClean="0"/>
              <a:t>16-  IL NOUS AIME TELLEMENT TELLEMENT </a:t>
            </a:r>
          </a:p>
          <a:p>
            <a:r>
              <a:rPr lang="fr-FR" smtClean="0"/>
              <a:t>Whoa, How He loves Yeah He loves us</a:t>
            </a:r>
          </a:p>
          <a:p>
            <a:r>
              <a:rPr lang="fr-FR" smtClean="0"/>
              <a:t>
17-  TU NOUS AIMES TELLEMENT    X2
18-  TU NOUS AIMES TELLEMENT TELLEMENT </a:t>
            </a:r>
          </a:p>
          <a:p>
            <a:r>
              <a:rPr lang="fr-FR" smtClean="0"/>
              <a:t>
19-  ET JE T’AIME TELLEMENT       X2	 
20-  ET JE T’AIME TELLEMENT TELLEMENT </a:t>
            </a:r>
          </a:p>
          <a:p>
            <a:r>
              <a:rPr lang="fr-FR" smtClean="0"/>
              <a:t>
	21-  OH ! TU NOUS AIMES TANT 
	22-  OH ! COMME TU NOUS AIMES TU NOUS AIMES TANT </a:t>
            </a:r>
          </a:p>
          <a:p>
            <a:r>
              <a:rPr lang="fr-FR" smtClean="0"/>
              <a:t>
23- OH ! OUI TU M’AIMES TANT</a:t>
            </a:r>
          </a:p>
          <a:p>
            <a:r>
              <a:rPr lang="fr-FR" smtClean="0"/>
              <a:t>24- COMBIEN TU M’AIMES OUI TU M’AIMES TANT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IL M'AIME AVEC JALOUSIE UN OURAGAN D'AMOUR, M'A ENVAHI  </a:t>
            </a:r>
          </a:p>
          <a:p>
            <a:pPr>
              <a:defRPr/>
            </a:pPr>
            <a:r>
              <a:rPr lang="fr-FR" smtClean="0"/>
              <a:t>He is jealous for me Loves like a hurricane
2-  JE PLIE SOUS LE POIDS LE VENT DE SA GRÂCE INFINIE </a:t>
            </a:r>
          </a:p>
          <a:p>
            <a:pPr>
              <a:defRPr/>
            </a:pPr>
            <a:r>
              <a:rPr lang="fr-FR" smtClean="0"/>
              <a:t>I am a tree Bending beneath the weight of His wind and mercy
3-  ET LORSQUE SOUDAIN DEVANT TA GLOIRE </a:t>
            </a:r>
          </a:p>
          <a:p>
            <a:pPr>
              <a:defRPr/>
            </a:pPr>
            <a:r>
              <a:rPr lang="fr-FR" smtClean="0"/>
              <a:t>When all of a sudden I am unaware of these
4-  TOUTE AFFLICTION PÂLIT ET S'ENFUIT JE RÉALISE ALORS TOUTE TA BONTÉ </a:t>
            </a:r>
          </a:p>
          <a:p>
            <a:pPr>
              <a:defRPr/>
            </a:pPr>
            <a:r>
              <a:rPr lang="fr-FR" smtClean="0"/>
              <a:t>Afflictions eclipsed by glory And I realize just how beautiful you are and
5-  ET TA GRANDE AFFECTION SUR MA VIE</a:t>
            </a:r>
          </a:p>
          <a:p>
            <a:pPr>
              <a:defRPr/>
            </a:pPr>
            <a:r>
              <a:rPr lang="fr-FR" smtClean="0"/>
              <a:t> How great Your affections are for me</a:t>
            </a:r>
          </a:p>
          <a:p>
            <a:pPr>
              <a:defRPr/>
            </a:pPr>
            <a:r>
              <a:rPr lang="fr-FR" smtClean="0"/>
              <a:t>
	6-  OH ! IL NOUS AIME TANT OH ! COMME IL NOUS AIME</a:t>
            </a:r>
          </a:p>
          <a:p>
            <a:pPr>
              <a:defRPr/>
            </a:pPr>
            <a:r>
              <a:rPr lang="fr-FR" smtClean="0"/>
              <a:t>	And Oh, How He loves us so Oh, How He loves us
	7- IL NOUS AIME TANT </a:t>
            </a:r>
          </a:p>
          <a:p>
            <a:pPr>
              <a:defRPr/>
            </a:pPr>
            <a:r>
              <a:rPr lang="fr-FR" smtClean="0"/>
              <a:t>	How He loves us so</a:t>
            </a:r>
          </a:p>
          <a:p>
            <a:pPr>
              <a:defRPr/>
            </a:pPr>
            <a:r>
              <a:rPr lang="fr-FR" smtClean="0"/>
              <a:t>
8-  NOUS SOMMES SON PARTAGE  ET IL EST LE PRIX</a:t>
            </a:r>
          </a:p>
          <a:p>
            <a:pPr>
              <a:defRPr/>
            </a:pPr>
            <a:r>
              <a:rPr lang="fr-FR" smtClean="0"/>
              <a:t>We are His portion and He is our prize
9-  DANS SES YEUX BRILLANTS  LE SALUT RESPLENDIT </a:t>
            </a:r>
          </a:p>
          <a:p>
            <a:pPr>
              <a:defRPr/>
            </a:pPr>
            <a:r>
              <a:rPr lang="fr-FR" smtClean="0"/>
              <a:t>Drawn to redemption by the grace in His eyes
10-  SA GRÂCE EST L'OCÉAN  QUI NOUS REMPLIT </a:t>
            </a:r>
          </a:p>
          <a:p>
            <a:pPr>
              <a:defRPr/>
            </a:pPr>
            <a:r>
              <a:rPr lang="fr-FR" smtClean="0"/>
              <a:t>If grace is an ocean we're all sinking
11-  QUAND LES CIEUX TOUCHENT LA TERRE TEL UN BAISER D'AMOUR </a:t>
            </a:r>
          </a:p>
          <a:p>
            <a:pPr>
              <a:defRPr/>
            </a:pPr>
            <a:r>
              <a:rPr lang="fr-FR" smtClean="0"/>
              <a:t>So heaven meets earth like a sloppy wet kiss
12-  MON CŒUR EST EMBRASÉ  PAR TOI POUR TOUJOURS </a:t>
            </a:r>
          </a:p>
          <a:p>
            <a:pPr>
              <a:defRPr/>
            </a:pPr>
            <a:r>
              <a:rPr lang="fr-FR" smtClean="0"/>
              <a:t>And my heart turns violently in side of my chest
13-  JE N'AI PLUS LE TEMPS  POUR CE QUI EST PASSÉ </a:t>
            </a:r>
          </a:p>
          <a:p>
            <a:pPr>
              <a:defRPr/>
            </a:pPr>
            <a:r>
              <a:rPr lang="fr-FR" smtClean="0"/>
              <a:t>I don't have time to maintain these regrets
14-  QUAND JE PENSE À SA BONTÉ </a:t>
            </a:r>
          </a:p>
          <a:p>
            <a:pPr>
              <a:defRPr/>
            </a:pPr>
            <a:r>
              <a:rPr lang="fr-FR" smtClean="0"/>
              <a:t>When I think about the way He loves us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15-  IL NOUS AIME TELLEMENT     X2	 </a:t>
            </a:r>
          </a:p>
          <a:p>
            <a:pPr>
              <a:defRPr/>
            </a:pPr>
            <a:r>
              <a:rPr lang="fr-FR" smtClean="0"/>
              <a:t>Whoa, How He loves us Whoa, How He loves us</a:t>
            </a:r>
            <a:br>
              <a:rPr lang="fr-FR" smtClean="0"/>
            </a:br>
            <a:r>
              <a:rPr lang="fr-FR" smtClean="0"/>
              <a:t>16-  IL NOUS AIME TELLEMENT TELLEMENT </a:t>
            </a:r>
          </a:p>
          <a:p>
            <a:pPr>
              <a:defRPr/>
            </a:pPr>
            <a:r>
              <a:rPr lang="fr-FR" smtClean="0"/>
              <a:t>Whoa, How He loves Yeah He loves us</a:t>
            </a:r>
          </a:p>
          <a:p>
            <a:pPr>
              <a:defRPr/>
            </a:pPr>
            <a:r>
              <a:rPr lang="fr-FR" smtClean="0"/>
              <a:t>
17-  TU NOUS AIMES TELLEMENT    X2
18-  TU NOUS AIMES TELLEMENT TELLEMENT </a:t>
            </a:r>
          </a:p>
          <a:p>
            <a:pPr>
              <a:defRPr/>
            </a:pPr>
            <a:r>
              <a:rPr lang="fr-FR" smtClean="0"/>
              <a:t>
19-  ET JE T’AIME TELLEMENT       X2	 
20-  ET JE T’AIME TELLEMENT TELLEMENT </a:t>
            </a:r>
          </a:p>
          <a:p>
            <a:pPr>
              <a:defRPr/>
            </a:pPr>
            <a:r>
              <a:rPr lang="fr-FR" smtClean="0"/>
              <a:t>
	21-  OH ! TU NOUS AIMES TANT 
	22-  OH ! COMME TU NOUS AIMES TU NOUS AIMES TANT </a:t>
            </a:r>
          </a:p>
          <a:p>
            <a:pPr>
              <a:defRPr/>
            </a:pPr>
            <a:r>
              <a:rPr lang="fr-FR" smtClean="0"/>
              <a:t>
23- OH ! OUI TU M’AIMES TANT</a:t>
            </a:r>
          </a:p>
          <a:p>
            <a:pPr>
              <a:defRPr/>
            </a:pPr>
            <a:r>
              <a:rPr lang="fr-FR" smtClean="0"/>
              <a:t>24- COMBIEN TU M’AIMES OUI TU M’AIMES TANT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M'AIME AVEC JALOUSIE UN OURAGAN D'AMOUR, M'A ENVAHI  </a:t>
            </a:r>
          </a:p>
          <a:p>
            <a:r>
              <a:rPr lang="fr-FR" smtClean="0"/>
              <a:t>He is jealous for me Loves like a hurricane
2-  JE PLIE SOUS LE POIDS LE VENT DE SA GRÂCE INFINIE </a:t>
            </a:r>
          </a:p>
          <a:p>
            <a:r>
              <a:rPr lang="fr-FR" smtClean="0"/>
              <a:t>I am a tree Bending beneath the weight of His wind and mercy
3-  ET LORSQUE SOUDAIN DEVANT TA GLOIRE </a:t>
            </a:r>
          </a:p>
          <a:p>
            <a:r>
              <a:rPr lang="fr-FR" smtClean="0"/>
              <a:t>When all of a sudden I am unaware of these
4-  TOUTE AFFLICTION PÂLIT ET S'ENFUIT JE RÉALISE ALORS TOUTE TA BONTÉ </a:t>
            </a:r>
          </a:p>
          <a:p>
            <a:r>
              <a:rPr lang="fr-FR" smtClean="0"/>
              <a:t>Afflictions eclipsed by glory And I realize just how beautiful you are and
5-  ET TA GRANDE AFFECTION SUR MA VIE</a:t>
            </a:r>
          </a:p>
          <a:p>
            <a:r>
              <a:rPr lang="fr-FR" smtClean="0"/>
              <a:t> How great Your affections are for me</a:t>
            </a:r>
          </a:p>
          <a:p>
            <a:r>
              <a:rPr lang="fr-FR" smtClean="0"/>
              <a:t>
	6-  OH ! IL NOUS AIME TANT OH ! COMME IL NOUS AIME</a:t>
            </a:r>
          </a:p>
          <a:p>
            <a:r>
              <a:rPr lang="fr-FR" smtClean="0"/>
              <a:t>	And Oh, How He loves us so Oh, How He loves us
	7- IL NOUS AIME TANT </a:t>
            </a:r>
          </a:p>
          <a:p>
            <a:r>
              <a:rPr lang="fr-FR" smtClean="0"/>
              <a:t>	How He loves us so</a:t>
            </a:r>
          </a:p>
          <a:p>
            <a:r>
              <a:rPr lang="fr-FR" smtClean="0"/>
              <a:t>
8-  NOUS SOMMES SON PARTAGE  ET IL EST LE PRIX</a:t>
            </a:r>
          </a:p>
          <a:p>
            <a:r>
              <a:rPr lang="fr-FR" smtClean="0"/>
              <a:t>We are His portion and He is our prize
9-  DANS SES YEUX BRILLANTS  LE SALUT RESPLENDIT </a:t>
            </a:r>
          </a:p>
          <a:p>
            <a:r>
              <a:rPr lang="fr-FR" smtClean="0"/>
              <a:t>Drawn to redemption by the grace in His eyes
10-  SA GRÂCE EST L'OCÉAN  QUI NOUS REMPLIT </a:t>
            </a:r>
          </a:p>
          <a:p>
            <a:r>
              <a:rPr lang="fr-FR" smtClean="0"/>
              <a:t>If grace is an ocean we're all sinking
11-  QUAND LES CIEUX TOUCHENT LA TERRE TEL UN BAISER D'AMOUR </a:t>
            </a:r>
          </a:p>
          <a:p>
            <a:r>
              <a:rPr lang="fr-FR" smtClean="0"/>
              <a:t>So heaven meets earth like a sloppy wet kiss
12-  MON CŒUR EST EMBRASÉ  PAR TOI POUR TOUJOURS </a:t>
            </a:r>
          </a:p>
          <a:p>
            <a:r>
              <a:rPr lang="fr-FR" smtClean="0"/>
              <a:t>And my heart turns violently in side of my chest
13-  JE N'AI PLUS LE TEMPS  POUR CE QUI EST PASSÉ </a:t>
            </a:r>
          </a:p>
          <a:p>
            <a:r>
              <a:rPr lang="fr-FR" smtClean="0"/>
              <a:t>I don't have time to maintain these regrets
14-  QUAND JE PENSE À SA BONTÉ </a:t>
            </a:r>
          </a:p>
          <a:p>
            <a:r>
              <a:rPr lang="fr-FR" smtClean="0"/>
              <a:t>When I think about the way He loves us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IL NOUS AIME TELLEMENT     X2	 </a:t>
            </a:r>
          </a:p>
          <a:p>
            <a:r>
              <a:rPr lang="fr-FR" smtClean="0"/>
              <a:t>Whoa, How He loves us Whoa, How He loves us</a:t>
            </a:r>
            <a:br>
              <a:rPr lang="fr-FR" smtClean="0"/>
            </a:br>
            <a:r>
              <a:rPr lang="fr-FR" smtClean="0"/>
              <a:t>16-  IL NOUS AIME TELLEMENT TELLEMENT </a:t>
            </a:r>
          </a:p>
          <a:p>
            <a:r>
              <a:rPr lang="fr-FR" smtClean="0"/>
              <a:t>Whoa, How He loves Yeah He loves us</a:t>
            </a:r>
          </a:p>
          <a:p>
            <a:r>
              <a:rPr lang="fr-FR" smtClean="0"/>
              <a:t>
17-  TU NOUS AIMES TELLEMENT    X2
18-  TU NOUS AIMES TELLEMENT TELLEMENT </a:t>
            </a:r>
          </a:p>
          <a:p>
            <a:r>
              <a:rPr lang="fr-FR" smtClean="0"/>
              <a:t>
19-  ET JE T’AIME TELLEMENT       X2	 
20-  ET JE T’AIME TELLEMENT TELLEMENT </a:t>
            </a:r>
          </a:p>
          <a:p>
            <a:r>
              <a:rPr lang="fr-FR" smtClean="0"/>
              <a:t>
	21-  OH ! TU NOUS AIMES TANT 
	22-  OH ! COMME TU NOUS AIMES TU NOUS AIMES TANT </a:t>
            </a:r>
          </a:p>
          <a:p>
            <a:r>
              <a:rPr lang="fr-FR" smtClean="0"/>
              <a:t>
23- OH ! OUI TU M’AIMES TANT</a:t>
            </a:r>
          </a:p>
          <a:p>
            <a:r>
              <a:rPr lang="fr-FR" smtClean="0"/>
              <a:t>24- COMBIEN TU M’AIMES OUI TU M’AIMES TANT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IL M'AIME AVEC JALOUSIE UN OURAGAN D'AMOUR, M'A ENVAHI  </a:t>
            </a:r>
          </a:p>
          <a:p>
            <a:pPr>
              <a:defRPr/>
            </a:pPr>
            <a:r>
              <a:rPr lang="fr-FR" smtClean="0"/>
              <a:t>He is jealous for me Loves like a hurricane
2-  JE PLIE SOUS LE POIDS LE VENT DE SA GRÂCE INFINIE </a:t>
            </a:r>
          </a:p>
          <a:p>
            <a:pPr>
              <a:defRPr/>
            </a:pPr>
            <a:r>
              <a:rPr lang="fr-FR" smtClean="0"/>
              <a:t>I am a tree Bending beneath the weight of His wind and mercy
3-  ET LORSQUE SOUDAIN DEVANT TA GLOIRE </a:t>
            </a:r>
          </a:p>
          <a:p>
            <a:pPr>
              <a:defRPr/>
            </a:pPr>
            <a:r>
              <a:rPr lang="fr-FR" smtClean="0"/>
              <a:t>When all of a sudden I am unaware of these
4-  TOUTE AFFLICTION PÂLIT ET S'ENFUIT JE RÉALISE ALORS TOUTE TA BONTÉ </a:t>
            </a:r>
          </a:p>
          <a:p>
            <a:pPr>
              <a:defRPr/>
            </a:pPr>
            <a:r>
              <a:rPr lang="fr-FR" smtClean="0"/>
              <a:t>Afflictions eclipsed by glory And I realize just how beautiful you are and
5-  ET TA GRANDE AFFECTION SUR MA VIE</a:t>
            </a:r>
          </a:p>
          <a:p>
            <a:pPr>
              <a:defRPr/>
            </a:pPr>
            <a:r>
              <a:rPr lang="fr-FR" smtClean="0"/>
              <a:t> How great Your affections are for me</a:t>
            </a:r>
          </a:p>
          <a:p>
            <a:pPr>
              <a:defRPr/>
            </a:pPr>
            <a:r>
              <a:rPr lang="fr-FR" smtClean="0"/>
              <a:t>
	6-  OH ! IL NOUS AIME TANT OH ! COMME IL NOUS AIME</a:t>
            </a:r>
          </a:p>
          <a:p>
            <a:pPr>
              <a:defRPr/>
            </a:pPr>
            <a:r>
              <a:rPr lang="fr-FR" smtClean="0"/>
              <a:t>	And Oh, How He loves us so Oh, How He loves us
	7- IL NOUS AIME TANT </a:t>
            </a:r>
          </a:p>
          <a:p>
            <a:pPr>
              <a:defRPr/>
            </a:pPr>
            <a:r>
              <a:rPr lang="fr-FR" smtClean="0"/>
              <a:t>	How He loves us so</a:t>
            </a:r>
          </a:p>
          <a:p>
            <a:pPr>
              <a:defRPr/>
            </a:pPr>
            <a:r>
              <a:rPr lang="fr-FR" smtClean="0"/>
              <a:t>
8-  NOUS SOMMES SON PARTAGE  ET IL EST LE PRIX</a:t>
            </a:r>
          </a:p>
          <a:p>
            <a:pPr>
              <a:defRPr/>
            </a:pPr>
            <a:r>
              <a:rPr lang="fr-FR" smtClean="0"/>
              <a:t>We are His portion and He is our prize
9-  DANS SES YEUX BRILLANTS  LE SALUT RESPLENDIT </a:t>
            </a:r>
          </a:p>
          <a:p>
            <a:pPr>
              <a:defRPr/>
            </a:pPr>
            <a:r>
              <a:rPr lang="fr-FR" smtClean="0"/>
              <a:t>Drawn to redemption by the grace in His eyes
10-  SA GRÂCE EST L'OCÉAN  QUI NOUS REMPLIT </a:t>
            </a:r>
          </a:p>
          <a:p>
            <a:pPr>
              <a:defRPr/>
            </a:pPr>
            <a:r>
              <a:rPr lang="fr-FR" smtClean="0"/>
              <a:t>If grace is an ocean we're all sinking
11-  QUAND LES CIEUX TOUCHENT LA TERRE TEL UN BAISER D'AMOUR </a:t>
            </a:r>
          </a:p>
          <a:p>
            <a:pPr>
              <a:defRPr/>
            </a:pPr>
            <a:r>
              <a:rPr lang="fr-FR" smtClean="0"/>
              <a:t>So heaven meets earth like a sloppy wet kiss
12-  MON CŒUR EST EMBRASÉ  PAR TOI POUR TOUJOURS </a:t>
            </a:r>
          </a:p>
          <a:p>
            <a:pPr>
              <a:defRPr/>
            </a:pPr>
            <a:r>
              <a:rPr lang="fr-FR" smtClean="0"/>
              <a:t>And my heart turns violently in side of my chest
13-  JE N'AI PLUS LE TEMPS  POUR CE QUI EST PASSÉ </a:t>
            </a:r>
          </a:p>
          <a:p>
            <a:pPr>
              <a:defRPr/>
            </a:pPr>
            <a:r>
              <a:rPr lang="fr-FR" smtClean="0"/>
              <a:t>I don't have time to maintain these regrets
14-  QUAND JE PENSE À SA BONTÉ </a:t>
            </a:r>
          </a:p>
          <a:p>
            <a:pPr>
              <a:defRPr/>
            </a:pPr>
            <a:r>
              <a:rPr lang="fr-FR" smtClean="0"/>
              <a:t>When I think about the way He loves us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15-  IL NOUS AIME TELLEMENT     X2	 </a:t>
            </a:r>
          </a:p>
          <a:p>
            <a:pPr>
              <a:defRPr/>
            </a:pPr>
            <a:r>
              <a:rPr lang="fr-FR" smtClean="0"/>
              <a:t>Whoa, How He loves us Whoa, How He loves us</a:t>
            </a:r>
            <a:br>
              <a:rPr lang="fr-FR" smtClean="0"/>
            </a:br>
            <a:r>
              <a:rPr lang="fr-FR" smtClean="0"/>
              <a:t>16-  IL NOUS AIME TELLEMENT TELLEMENT </a:t>
            </a:r>
          </a:p>
          <a:p>
            <a:pPr>
              <a:defRPr/>
            </a:pPr>
            <a:r>
              <a:rPr lang="fr-FR" smtClean="0"/>
              <a:t>Whoa, How He loves Yeah He loves us</a:t>
            </a:r>
          </a:p>
          <a:p>
            <a:pPr>
              <a:defRPr/>
            </a:pPr>
            <a:r>
              <a:rPr lang="fr-FR" smtClean="0"/>
              <a:t>
17-  TU NOUS AIMES TELLEMENT    X2
18-  TU NOUS AIMES TELLEMENT TELLEMENT </a:t>
            </a:r>
          </a:p>
          <a:p>
            <a:pPr>
              <a:defRPr/>
            </a:pPr>
            <a:r>
              <a:rPr lang="fr-FR" smtClean="0"/>
              <a:t>
19-  ET JE T’AIME TELLEMENT       X2	 
20-  ET JE T’AIME TELLEMENT TELLEMENT </a:t>
            </a:r>
          </a:p>
          <a:p>
            <a:pPr>
              <a:defRPr/>
            </a:pPr>
            <a:r>
              <a:rPr lang="fr-FR" smtClean="0"/>
              <a:t>
	21-  OH ! TU NOUS AIMES TANT 
	22-  OH ! COMME TU NOUS AIMES TU NOUS AIMES TANT </a:t>
            </a:r>
          </a:p>
          <a:p>
            <a:pPr>
              <a:defRPr/>
            </a:pPr>
            <a:r>
              <a:rPr lang="fr-FR" smtClean="0"/>
              <a:t>
23- OH ! OUI TU M’AIMES TANT</a:t>
            </a:r>
          </a:p>
          <a:p>
            <a:pPr>
              <a:defRPr/>
            </a:pPr>
            <a:r>
              <a:rPr lang="fr-FR" smtClean="0"/>
              <a:t>24- COMBIEN TU M’AIMES OUI TU M’AIMES TANT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M'AIME AVEC JALOUSIE UN OURAGAN D'AMOUR, M'A ENVAHI  </a:t>
            </a:r>
          </a:p>
          <a:p>
            <a:r>
              <a:rPr lang="fr-FR" smtClean="0"/>
              <a:t>He is jealous for me Loves like a hurricane
2-  JE PLIE SOUS LE POIDS LE VENT DE SA GRÂCE INFINIE </a:t>
            </a:r>
          </a:p>
          <a:p>
            <a:r>
              <a:rPr lang="fr-FR" smtClean="0"/>
              <a:t>I am a tree Bending beneath the weight of His wind and mercy
3-  ET LORSQUE SOUDAIN DEVANT TA GLOIRE </a:t>
            </a:r>
          </a:p>
          <a:p>
            <a:r>
              <a:rPr lang="fr-FR" smtClean="0"/>
              <a:t>When all of a sudden I am unaware of these
4-  TOUTE AFFLICTION PÂLIT ET S'ENFUIT JE RÉALISE ALORS TOUTE TA BONTÉ </a:t>
            </a:r>
          </a:p>
          <a:p>
            <a:r>
              <a:rPr lang="fr-FR" smtClean="0"/>
              <a:t>Afflictions eclipsed by glory And I realize just how beautiful you are and
5-  ET TA GRANDE AFFECTION SUR MA VIE</a:t>
            </a:r>
          </a:p>
          <a:p>
            <a:r>
              <a:rPr lang="fr-FR" smtClean="0"/>
              <a:t> How great Your affections are for me</a:t>
            </a:r>
          </a:p>
          <a:p>
            <a:r>
              <a:rPr lang="fr-FR" smtClean="0"/>
              <a:t>
	6-  OH ! IL NOUS AIME TANT OH ! COMME IL NOUS AIME</a:t>
            </a:r>
          </a:p>
          <a:p>
            <a:r>
              <a:rPr lang="fr-FR" smtClean="0"/>
              <a:t>	And Oh, How He loves us so Oh, How He loves us
	7- IL NOUS AIME TANT </a:t>
            </a:r>
          </a:p>
          <a:p>
            <a:r>
              <a:rPr lang="fr-FR" smtClean="0"/>
              <a:t>	How He loves us so</a:t>
            </a:r>
          </a:p>
          <a:p>
            <a:r>
              <a:rPr lang="fr-FR" smtClean="0"/>
              <a:t>
8-  NOUS SOMMES SON PARTAGE  ET IL EST LE PRIX</a:t>
            </a:r>
          </a:p>
          <a:p>
            <a:r>
              <a:rPr lang="fr-FR" smtClean="0"/>
              <a:t>We are His portion and He is our prize
9-  DANS SES YEUX BRILLANTS  LE SALUT RESPLENDIT </a:t>
            </a:r>
          </a:p>
          <a:p>
            <a:r>
              <a:rPr lang="fr-FR" smtClean="0"/>
              <a:t>Drawn to redemption by the grace in His eyes
10-  SA GRÂCE EST L'OCÉAN  QUI NOUS REMPLIT </a:t>
            </a:r>
          </a:p>
          <a:p>
            <a:r>
              <a:rPr lang="fr-FR" smtClean="0"/>
              <a:t>If grace is an ocean we're all sinking
11-  QUAND LES CIEUX TOUCHENT LA TERRE TEL UN BAISER D'AMOUR </a:t>
            </a:r>
          </a:p>
          <a:p>
            <a:r>
              <a:rPr lang="fr-FR" smtClean="0"/>
              <a:t>So heaven meets earth like a sloppy wet kiss
12-  MON CŒUR EST EMBRASÉ  PAR TOI POUR TOUJOURS </a:t>
            </a:r>
          </a:p>
          <a:p>
            <a:r>
              <a:rPr lang="fr-FR" smtClean="0"/>
              <a:t>And my heart turns violently in side of my chest
13-  JE N'AI PLUS LE TEMPS  POUR CE QUI EST PASSÉ </a:t>
            </a:r>
          </a:p>
          <a:p>
            <a:r>
              <a:rPr lang="fr-FR" smtClean="0"/>
              <a:t>I don't have time to maintain these regrets
14-  QUAND JE PENSE À SA BONTÉ </a:t>
            </a:r>
          </a:p>
          <a:p>
            <a:r>
              <a:rPr lang="fr-FR" smtClean="0"/>
              <a:t>When I think about the way He loves us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IL NOUS AIME TELLEMENT     X2	 </a:t>
            </a:r>
          </a:p>
          <a:p>
            <a:r>
              <a:rPr lang="fr-FR" smtClean="0"/>
              <a:t>Whoa, How He loves us Whoa, How He loves us</a:t>
            </a:r>
            <a:br>
              <a:rPr lang="fr-FR" smtClean="0"/>
            </a:br>
            <a:r>
              <a:rPr lang="fr-FR" smtClean="0"/>
              <a:t>16-  IL NOUS AIME TELLEMENT TELLEMENT </a:t>
            </a:r>
          </a:p>
          <a:p>
            <a:r>
              <a:rPr lang="fr-FR" smtClean="0"/>
              <a:t>Whoa, How He loves Yeah He loves us</a:t>
            </a:r>
          </a:p>
          <a:p>
            <a:r>
              <a:rPr lang="fr-FR" smtClean="0"/>
              <a:t>
17-  TU NOUS AIMES TELLEMENT    X2
18-  TU NOUS AIMES TELLEMENT TELLEMENT </a:t>
            </a:r>
          </a:p>
          <a:p>
            <a:r>
              <a:rPr lang="fr-FR" smtClean="0"/>
              <a:t>
19-  ET JE T’AIME TELLEMENT       X2	 
20-  ET JE T’AIME TELLEMENT TELLEMENT </a:t>
            </a:r>
          </a:p>
          <a:p>
            <a:r>
              <a:rPr lang="fr-FR" smtClean="0"/>
              <a:t>
	21-  OH ! TU NOUS AIMES TANT 
	22-  OH ! COMME TU NOUS AIMES TU NOUS AIMES TANT </a:t>
            </a:r>
          </a:p>
          <a:p>
            <a:r>
              <a:rPr lang="fr-FR" smtClean="0"/>
              <a:t>
23- OH ! OUI TU M’AIMES TANT</a:t>
            </a:r>
          </a:p>
          <a:p>
            <a:r>
              <a:rPr lang="fr-FR" smtClean="0"/>
              <a:t>24- COMBIEN TU M’AIMES OUI TU M’AIMES TANT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IL M'AIME AVEC JALOUSIE UN OURAGAN D'AMOUR, M'A ENVAHI  </a:t>
            </a:r>
          </a:p>
          <a:p>
            <a:pPr>
              <a:defRPr/>
            </a:pPr>
            <a:r>
              <a:rPr lang="fr-FR" smtClean="0"/>
              <a:t>He is jealous for me Loves like a hurricane
2-  JE PLIE SOUS LE POIDS LE VENT DE SA GRÂCE INFINIE </a:t>
            </a:r>
          </a:p>
          <a:p>
            <a:pPr>
              <a:defRPr/>
            </a:pPr>
            <a:r>
              <a:rPr lang="fr-FR" smtClean="0"/>
              <a:t>I am a tree Bending beneath the weight of His wind and mercy
3-  ET LORSQUE SOUDAIN DEVANT TA GLOIRE </a:t>
            </a:r>
          </a:p>
          <a:p>
            <a:pPr>
              <a:defRPr/>
            </a:pPr>
            <a:r>
              <a:rPr lang="fr-FR" smtClean="0"/>
              <a:t>When all of a sudden I am unaware of these
4-  TOUTE AFFLICTION PÂLIT ET S'ENFUIT JE RÉALISE ALORS TOUTE TA BONTÉ </a:t>
            </a:r>
          </a:p>
          <a:p>
            <a:pPr>
              <a:defRPr/>
            </a:pPr>
            <a:r>
              <a:rPr lang="fr-FR" smtClean="0"/>
              <a:t>Afflictions eclipsed by glory And I realize just how beautiful you are and
5-  ET TA GRANDE AFFECTION SUR MA VIE</a:t>
            </a:r>
          </a:p>
          <a:p>
            <a:pPr>
              <a:defRPr/>
            </a:pPr>
            <a:r>
              <a:rPr lang="fr-FR" smtClean="0"/>
              <a:t> How great Your affections are for me</a:t>
            </a:r>
          </a:p>
          <a:p>
            <a:pPr>
              <a:defRPr/>
            </a:pPr>
            <a:r>
              <a:rPr lang="fr-FR" smtClean="0"/>
              <a:t>
	6-  OH ! IL NOUS AIME TANT OH ! COMME IL NOUS AIME</a:t>
            </a:r>
          </a:p>
          <a:p>
            <a:pPr>
              <a:defRPr/>
            </a:pPr>
            <a:r>
              <a:rPr lang="fr-FR" smtClean="0"/>
              <a:t>	And Oh, How He loves us so Oh, How He loves us
	7- IL NOUS AIME TANT </a:t>
            </a:r>
          </a:p>
          <a:p>
            <a:pPr>
              <a:defRPr/>
            </a:pPr>
            <a:r>
              <a:rPr lang="fr-FR" smtClean="0"/>
              <a:t>	How He loves us so</a:t>
            </a:r>
          </a:p>
          <a:p>
            <a:pPr>
              <a:defRPr/>
            </a:pPr>
            <a:r>
              <a:rPr lang="fr-FR" smtClean="0"/>
              <a:t>
8-  NOUS SOMMES SON PARTAGE  ET IL EST LE PRIX</a:t>
            </a:r>
          </a:p>
          <a:p>
            <a:pPr>
              <a:defRPr/>
            </a:pPr>
            <a:r>
              <a:rPr lang="fr-FR" smtClean="0"/>
              <a:t>We are His portion and He is our prize
9-  DANS SES YEUX BRILLANTS  LE SALUT RESPLENDIT </a:t>
            </a:r>
          </a:p>
          <a:p>
            <a:pPr>
              <a:defRPr/>
            </a:pPr>
            <a:r>
              <a:rPr lang="fr-FR" smtClean="0"/>
              <a:t>Drawn to redemption by the grace in His eyes
10-  SA GRÂCE EST L'OCÉAN  QUI NOUS REMPLIT </a:t>
            </a:r>
          </a:p>
          <a:p>
            <a:pPr>
              <a:defRPr/>
            </a:pPr>
            <a:r>
              <a:rPr lang="fr-FR" smtClean="0"/>
              <a:t>If grace is an ocean we're all sinking
11-  QUAND LES CIEUX TOUCHENT LA TERRE TEL UN BAISER D'AMOUR </a:t>
            </a:r>
          </a:p>
          <a:p>
            <a:pPr>
              <a:defRPr/>
            </a:pPr>
            <a:r>
              <a:rPr lang="fr-FR" smtClean="0"/>
              <a:t>So heaven meets earth like a sloppy wet kiss
12-  MON CŒUR EST EMBRASÉ  PAR TOI POUR TOUJOURS </a:t>
            </a:r>
          </a:p>
          <a:p>
            <a:pPr>
              <a:defRPr/>
            </a:pPr>
            <a:r>
              <a:rPr lang="fr-FR" smtClean="0"/>
              <a:t>And my heart turns violently in side of my chest
13-  JE N'AI PLUS LE TEMPS  POUR CE QUI EST PASSÉ </a:t>
            </a:r>
          </a:p>
          <a:p>
            <a:pPr>
              <a:defRPr/>
            </a:pPr>
            <a:r>
              <a:rPr lang="fr-FR" smtClean="0"/>
              <a:t>I don't have time to maintain these regrets
14-  QUAND JE PENSE À SA BONTÉ </a:t>
            </a:r>
          </a:p>
          <a:p>
            <a:pPr>
              <a:defRPr/>
            </a:pPr>
            <a:r>
              <a:rPr lang="fr-FR" smtClean="0"/>
              <a:t>When I think about the way He loves us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15-  IL NOUS AIME TELLEMENT     X2	 </a:t>
            </a:r>
          </a:p>
          <a:p>
            <a:pPr>
              <a:defRPr/>
            </a:pPr>
            <a:r>
              <a:rPr lang="fr-FR" smtClean="0"/>
              <a:t>Whoa, How He loves us Whoa, How He loves us</a:t>
            </a:r>
            <a:br>
              <a:rPr lang="fr-FR" smtClean="0"/>
            </a:br>
            <a:r>
              <a:rPr lang="fr-FR" smtClean="0"/>
              <a:t>16-  IL NOUS AIME TELLEMENT TELLEMENT </a:t>
            </a:r>
          </a:p>
          <a:p>
            <a:pPr>
              <a:defRPr/>
            </a:pPr>
            <a:r>
              <a:rPr lang="fr-FR" smtClean="0"/>
              <a:t>Whoa, How He loves Yeah He loves us</a:t>
            </a:r>
          </a:p>
          <a:p>
            <a:pPr>
              <a:defRPr/>
            </a:pPr>
            <a:r>
              <a:rPr lang="fr-FR" smtClean="0"/>
              <a:t>
17-  TU NOUS AIMES TELLEMENT    X2
18-  TU NOUS AIMES TELLEMENT TELLEMENT </a:t>
            </a:r>
          </a:p>
          <a:p>
            <a:pPr>
              <a:defRPr/>
            </a:pPr>
            <a:r>
              <a:rPr lang="fr-FR" smtClean="0"/>
              <a:t>
19-  ET JE T’AIME TELLEMENT       X2	 
20-  ET JE T’AIME TELLEMENT TELLEMENT </a:t>
            </a:r>
          </a:p>
          <a:p>
            <a:pPr>
              <a:defRPr/>
            </a:pPr>
            <a:r>
              <a:rPr lang="fr-FR" smtClean="0"/>
              <a:t>
	21-  OH ! TU NOUS AIMES TANT 
	22-  OH ! COMME TU NOUS AIMES TU NOUS AIMES TANT </a:t>
            </a:r>
          </a:p>
          <a:p>
            <a:pPr>
              <a:defRPr/>
            </a:pPr>
            <a:r>
              <a:rPr lang="fr-FR" smtClean="0"/>
              <a:t>
23- OH ! OUI TU M’AIMES TANT</a:t>
            </a:r>
          </a:p>
          <a:p>
            <a:pPr>
              <a:defRPr/>
            </a:pPr>
            <a:r>
              <a:rPr lang="fr-FR" smtClean="0"/>
              <a:t>24- COMBIEN TU M’AIMES OUI TU M’AIMES TANT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M'AIME AVEC JALOUSIE UN OURAGAN D'AMOUR, M'A ENVAHI  </a:t>
            </a:r>
          </a:p>
          <a:p>
            <a:r>
              <a:rPr lang="fr-FR" smtClean="0"/>
              <a:t>He is jealous for me Loves like a hurricane
2-  JE PLIE SOUS LE POIDS LE VENT DE SA GRÂCE INFINIE </a:t>
            </a:r>
          </a:p>
          <a:p>
            <a:r>
              <a:rPr lang="fr-FR" smtClean="0"/>
              <a:t>I am a tree Bending beneath the weight of His wind and mercy
3-  ET LORSQUE SOUDAIN DEVANT TA GLOIRE </a:t>
            </a:r>
          </a:p>
          <a:p>
            <a:r>
              <a:rPr lang="fr-FR" smtClean="0"/>
              <a:t>When all of a sudden I am unaware of these
4-  TOUTE AFFLICTION PÂLIT ET S'ENFUIT JE RÉALISE ALORS TOUTE TA BONTÉ </a:t>
            </a:r>
          </a:p>
          <a:p>
            <a:r>
              <a:rPr lang="fr-FR" smtClean="0"/>
              <a:t>Afflictions eclipsed by glory And I realize just how beautiful you are and
5-  ET TA GRANDE AFFECTION SUR MA VIE</a:t>
            </a:r>
          </a:p>
          <a:p>
            <a:r>
              <a:rPr lang="fr-FR" smtClean="0"/>
              <a:t> How great Your affections are for me</a:t>
            </a:r>
          </a:p>
          <a:p>
            <a:r>
              <a:rPr lang="fr-FR" smtClean="0"/>
              <a:t>
	6-  OH ! IL NOUS AIME TANT OH ! COMME IL NOUS AIME</a:t>
            </a:r>
          </a:p>
          <a:p>
            <a:r>
              <a:rPr lang="fr-FR" smtClean="0"/>
              <a:t>	And Oh, How He loves us so Oh, How He loves us
	7- IL NOUS AIME TANT </a:t>
            </a:r>
          </a:p>
          <a:p>
            <a:r>
              <a:rPr lang="fr-FR" smtClean="0"/>
              <a:t>	How He loves us so</a:t>
            </a:r>
          </a:p>
          <a:p>
            <a:r>
              <a:rPr lang="fr-FR" smtClean="0"/>
              <a:t>
8-  NOUS SOMMES SON PARTAGE  ET IL EST LE PRIX</a:t>
            </a:r>
          </a:p>
          <a:p>
            <a:r>
              <a:rPr lang="fr-FR" smtClean="0"/>
              <a:t>We are His portion and He is our prize
9-  DANS SES YEUX BRILLANTS  LE SALUT RESPLENDIT </a:t>
            </a:r>
          </a:p>
          <a:p>
            <a:r>
              <a:rPr lang="fr-FR" smtClean="0"/>
              <a:t>Drawn to redemption by the grace in His eyes
10-  SA GRÂCE EST L'OCÉAN  QUI NOUS REMPLIT </a:t>
            </a:r>
          </a:p>
          <a:p>
            <a:r>
              <a:rPr lang="fr-FR" smtClean="0"/>
              <a:t>If grace is an ocean we're all sinking
11-  QUAND LES CIEUX TOUCHENT LA TERRE TEL UN BAISER D'AMOUR </a:t>
            </a:r>
          </a:p>
          <a:p>
            <a:r>
              <a:rPr lang="fr-FR" smtClean="0"/>
              <a:t>So heaven meets earth like a sloppy wet kiss
12-  MON CŒUR EST EMBRASÉ  PAR TOI POUR TOUJOURS </a:t>
            </a:r>
          </a:p>
          <a:p>
            <a:r>
              <a:rPr lang="fr-FR" smtClean="0"/>
              <a:t>And my heart turns violently in side of my chest
13-  JE N'AI PLUS LE TEMPS  POUR CE QUI EST PASSÉ </a:t>
            </a:r>
          </a:p>
          <a:p>
            <a:r>
              <a:rPr lang="fr-FR" smtClean="0"/>
              <a:t>I don't have time to maintain these regrets
14-  QUAND JE PENSE À SA BONTÉ </a:t>
            </a:r>
          </a:p>
          <a:p>
            <a:r>
              <a:rPr lang="fr-FR" smtClean="0"/>
              <a:t>When I think about the way He loves us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IL NOUS AIME TELLEMENT     X2	 </a:t>
            </a:r>
          </a:p>
          <a:p>
            <a:r>
              <a:rPr lang="fr-FR" smtClean="0"/>
              <a:t>Whoa, How He loves us Whoa, How He loves us</a:t>
            </a:r>
            <a:br>
              <a:rPr lang="fr-FR" smtClean="0"/>
            </a:br>
            <a:r>
              <a:rPr lang="fr-FR" smtClean="0"/>
              <a:t>16-  IL NOUS AIME TELLEMENT TELLEMENT </a:t>
            </a:r>
          </a:p>
          <a:p>
            <a:r>
              <a:rPr lang="fr-FR" smtClean="0"/>
              <a:t>Whoa, How He loves Yeah He loves us</a:t>
            </a:r>
          </a:p>
          <a:p>
            <a:r>
              <a:rPr lang="fr-FR" smtClean="0"/>
              <a:t>
17-  TU NOUS AIMES TELLEMENT    X2
18-  TU NOUS AIMES TELLEMENT TELLEMENT </a:t>
            </a:r>
          </a:p>
          <a:p>
            <a:r>
              <a:rPr lang="fr-FR" smtClean="0"/>
              <a:t>
19-  ET JE T’AIME TELLEMENT       X2	 
20-  ET JE T’AIME TELLEMENT TELLEMENT </a:t>
            </a:r>
          </a:p>
          <a:p>
            <a:r>
              <a:rPr lang="fr-FR" smtClean="0"/>
              <a:t>
	21-  OH ! TU NOUS AIMES TANT 
	22-  OH ! COMME TU NOUS AIMES TU NOUS AIMES TANT </a:t>
            </a:r>
          </a:p>
          <a:p>
            <a:r>
              <a:rPr lang="fr-FR" smtClean="0"/>
              <a:t>
23- OH ! OUI TU M’AIMES TANT</a:t>
            </a:r>
          </a:p>
          <a:p>
            <a:r>
              <a:rPr lang="fr-FR" smtClean="0"/>
              <a:t>24- COMBIEN TU M’AIMES OUI TU M’AIMES TANT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IL M'AIME AVEC JALOUSIE UN OURAGAN D'AMOUR, M'A ENVAHI  </a:t>
            </a:r>
          </a:p>
          <a:p>
            <a:pPr>
              <a:defRPr/>
            </a:pPr>
            <a:r>
              <a:rPr lang="fr-FR" smtClean="0"/>
              <a:t>He is jealous for me Loves like a hurricane
2-  JE PLIE SOUS LE POIDS LE VENT DE SA GRÂCE INFINIE </a:t>
            </a:r>
          </a:p>
          <a:p>
            <a:pPr>
              <a:defRPr/>
            </a:pPr>
            <a:r>
              <a:rPr lang="fr-FR" smtClean="0"/>
              <a:t>I am a tree Bending beneath the weight of His wind and mercy
3-  ET LORSQUE SOUDAIN DEVANT TA GLOIRE </a:t>
            </a:r>
          </a:p>
          <a:p>
            <a:pPr>
              <a:defRPr/>
            </a:pPr>
            <a:r>
              <a:rPr lang="fr-FR" smtClean="0"/>
              <a:t>When all of a sudden I am unaware of these
4-  TOUTE AFFLICTION PÂLIT ET S'ENFUIT JE RÉALISE ALORS TOUTE TA BONTÉ </a:t>
            </a:r>
          </a:p>
          <a:p>
            <a:pPr>
              <a:defRPr/>
            </a:pPr>
            <a:r>
              <a:rPr lang="fr-FR" smtClean="0"/>
              <a:t>Afflictions eclipsed by glory And I realize just how beautiful you are and
5-  ET TA GRANDE AFFECTION SUR MA VIE</a:t>
            </a:r>
          </a:p>
          <a:p>
            <a:pPr>
              <a:defRPr/>
            </a:pPr>
            <a:r>
              <a:rPr lang="fr-FR" smtClean="0"/>
              <a:t> How great Your affections are for me</a:t>
            </a:r>
          </a:p>
          <a:p>
            <a:pPr>
              <a:defRPr/>
            </a:pPr>
            <a:r>
              <a:rPr lang="fr-FR" smtClean="0"/>
              <a:t>
	6-  OH ! IL NOUS AIME TANT OH ! COMME IL NOUS AIME</a:t>
            </a:r>
          </a:p>
          <a:p>
            <a:pPr>
              <a:defRPr/>
            </a:pPr>
            <a:r>
              <a:rPr lang="fr-FR" smtClean="0"/>
              <a:t>	And Oh, How He loves us so Oh, How He loves us
	7- IL NOUS AIME TANT </a:t>
            </a:r>
          </a:p>
          <a:p>
            <a:pPr>
              <a:defRPr/>
            </a:pPr>
            <a:r>
              <a:rPr lang="fr-FR" smtClean="0"/>
              <a:t>	How He loves us so</a:t>
            </a:r>
          </a:p>
          <a:p>
            <a:pPr>
              <a:defRPr/>
            </a:pPr>
            <a:r>
              <a:rPr lang="fr-FR" smtClean="0"/>
              <a:t>
8-  NOUS SOMMES SON PARTAGE  ET IL EST LE PRIX</a:t>
            </a:r>
          </a:p>
          <a:p>
            <a:pPr>
              <a:defRPr/>
            </a:pPr>
            <a:r>
              <a:rPr lang="fr-FR" smtClean="0"/>
              <a:t>We are His portion and He is our prize
9-  DANS SES YEUX BRILLANTS  LE SALUT RESPLENDIT </a:t>
            </a:r>
          </a:p>
          <a:p>
            <a:pPr>
              <a:defRPr/>
            </a:pPr>
            <a:r>
              <a:rPr lang="fr-FR" smtClean="0"/>
              <a:t>Drawn to redemption by the grace in His eyes
10-  SA GRÂCE EST L'OCÉAN  QUI NOUS REMPLIT </a:t>
            </a:r>
          </a:p>
          <a:p>
            <a:pPr>
              <a:defRPr/>
            </a:pPr>
            <a:r>
              <a:rPr lang="fr-FR" smtClean="0"/>
              <a:t>If grace is an ocean we're all sinking
11-  QUAND LES CIEUX TOUCHENT LA TERRE TEL UN BAISER D'AMOUR </a:t>
            </a:r>
          </a:p>
          <a:p>
            <a:pPr>
              <a:defRPr/>
            </a:pPr>
            <a:r>
              <a:rPr lang="fr-FR" smtClean="0"/>
              <a:t>So heaven meets earth like a sloppy wet kiss
12-  MON CŒUR EST EMBRASÉ  PAR TOI POUR TOUJOURS </a:t>
            </a:r>
          </a:p>
          <a:p>
            <a:pPr>
              <a:defRPr/>
            </a:pPr>
            <a:r>
              <a:rPr lang="fr-FR" smtClean="0"/>
              <a:t>And my heart turns violently in side of my chest
13-  JE N'AI PLUS LE TEMPS  POUR CE QUI EST PASSÉ </a:t>
            </a:r>
          </a:p>
          <a:p>
            <a:pPr>
              <a:defRPr/>
            </a:pPr>
            <a:r>
              <a:rPr lang="fr-FR" smtClean="0"/>
              <a:t>I don't have time to maintain these regrets
14-  QUAND JE PENSE À SA BONTÉ </a:t>
            </a:r>
          </a:p>
          <a:p>
            <a:pPr>
              <a:defRPr/>
            </a:pPr>
            <a:r>
              <a:rPr lang="fr-FR" smtClean="0"/>
              <a:t>When I think about the way He loves us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15-  IL NOUS AIME TELLEMENT     X2	 </a:t>
            </a:r>
          </a:p>
          <a:p>
            <a:pPr>
              <a:defRPr/>
            </a:pPr>
            <a:r>
              <a:rPr lang="fr-FR" smtClean="0"/>
              <a:t>Whoa, How He loves us Whoa, How He loves us</a:t>
            </a:r>
            <a:br>
              <a:rPr lang="fr-FR" smtClean="0"/>
            </a:br>
            <a:r>
              <a:rPr lang="fr-FR" smtClean="0"/>
              <a:t>16-  IL NOUS AIME TELLEMENT TELLEMENT </a:t>
            </a:r>
          </a:p>
          <a:p>
            <a:pPr>
              <a:defRPr/>
            </a:pPr>
            <a:r>
              <a:rPr lang="fr-FR" smtClean="0"/>
              <a:t>Whoa, How He loves Yeah He loves us</a:t>
            </a:r>
          </a:p>
          <a:p>
            <a:pPr>
              <a:defRPr/>
            </a:pPr>
            <a:r>
              <a:rPr lang="fr-FR" smtClean="0"/>
              <a:t>
17-  TU NOUS AIMES TELLEMENT    X2
18-  TU NOUS AIMES TELLEMENT TELLEMENT </a:t>
            </a:r>
          </a:p>
          <a:p>
            <a:pPr>
              <a:defRPr/>
            </a:pPr>
            <a:r>
              <a:rPr lang="fr-FR" smtClean="0"/>
              <a:t>
19-  ET JE T’AIME TELLEMENT       X2	 
20-  ET JE T’AIME TELLEMENT TELLEMENT </a:t>
            </a:r>
          </a:p>
          <a:p>
            <a:pPr>
              <a:defRPr/>
            </a:pPr>
            <a:r>
              <a:rPr lang="fr-FR" smtClean="0"/>
              <a:t>
	21-  OH ! TU NOUS AIMES TANT 
	22-  OH ! COMME TU NOUS AIMES TU NOUS AIMES TANT </a:t>
            </a:r>
          </a:p>
          <a:p>
            <a:pPr>
              <a:defRPr/>
            </a:pPr>
            <a:r>
              <a:rPr lang="fr-FR" smtClean="0"/>
              <a:t>
23- OH ! OUI TU M’AIMES TANT</a:t>
            </a:r>
          </a:p>
          <a:p>
            <a:pPr>
              <a:defRPr/>
            </a:pPr>
            <a:r>
              <a:rPr lang="fr-FR" smtClean="0"/>
              <a:t>24- COMBIEN TU M’AIMES OUI TU M’AIMES TANT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M'AIME AVEC JALOUSIE UN OURAGAN D'AMOUR, M'A ENVAHI  </a:t>
            </a:r>
          </a:p>
          <a:p>
            <a:r>
              <a:rPr lang="fr-FR" smtClean="0"/>
              <a:t>He is jealous for me Loves like a hurricane
2-  JE PLIE SOUS LE POIDS LE VENT DE SA GRÂCE INFINIE </a:t>
            </a:r>
          </a:p>
          <a:p>
            <a:r>
              <a:rPr lang="fr-FR" smtClean="0"/>
              <a:t>I am a tree Bending beneath the weight of His wind and mercy
3-  ET LORSQUE SOUDAIN DEVANT TA GLOIRE </a:t>
            </a:r>
          </a:p>
          <a:p>
            <a:r>
              <a:rPr lang="fr-FR" smtClean="0"/>
              <a:t>When all of a sudden I am unaware of these
4-  TOUTE AFFLICTION PÂLIT ET S'ENFUIT JE RÉALISE ALORS TOUTE TA BONTÉ </a:t>
            </a:r>
          </a:p>
          <a:p>
            <a:r>
              <a:rPr lang="fr-FR" smtClean="0"/>
              <a:t>Afflictions eclipsed by glory And I realize just how beautiful you are and
5-  ET TA GRANDE AFFECTION SUR MA VIE</a:t>
            </a:r>
          </a:p>
          <a:p>
            <a:r>
              <a:rPr lang="fr-FR" smtClean="0"/>
              <a:t> How great Your affections are for me</a:t>
            </a:r>
          </a:p>
          <a:p>
            <a:r>
              <a:rPr lang="fr-FR" smtClean="0"/>
              <a:t>
	6-  OH ! IL NOUS AIME TANT OH ! COMME IL NOUS AIME</a:t>
            </a:r>
          </a:p>
          <a:p>
            <a:r>
              <a:rPr lang="fr-FR" smtClean="0"/>
              <a:t>	And Oh, How He loves us so Oh, How He loves us
	7- IL NOUS AIME TANT </a:t>
            </a:r>
          </a:p>
          <a:p>
            <a:r>
              <a:rPr lang="fr-FR" smtClean="0"/>
              <a:t>	How He loves us so</a:t>
            </a:r>
          </a:p>
          <a:p>
            <a:r>
              <a:rPr lang="fr-FR" smtClean="0"/>
              <a:t>
8-  NOUS SOMMES SON PARTAGE  ET IL EST LE PRIX</a:t>
            </a:r>
          </a:p>
          <a:p>
            <a:r>
              <a:rPr lang="fr-FR" smtClean="0"/>
              <a:t>We are His portion and He is our prize
9-  DANS SES YEUX BRILLANTS  LE SALUT RESPLENDIT </a:t>
            </a:r>
          </a:p>
          <a:p>
            <a:r>
              <a:rPr lang="fr-FR" smtClean="0"/>
              <a:t>Drawn to redemption by the grace in His eyes
10-  SA GRÂCE EST L'OCÉAN  QUI NOUS REMPLIT </a:t>
            </a:r>
          </a:p>
          <a:p>
            <a:r>
              <a:rPr lang="fr-FR" smtClean="0"/>
              <a:t>If grace is an ocean we're all sinking
11-  QUAND LES CIEUX TOUCHENT LA TERRE TEL UN BAISER D'AMOUR </a:t>
            </a:r>
          </a:p>
          <a:p>
            <a:r>
              <a:rPr lang="fr-FR" smtClean="0"/>
              <a:t>So heaven meets earth like a sloppy wet kiss
12-  MON CŒUR EST EMBRASÉ  PAR TOI POUR TOUJOURS </a:t>
            </a:r>
          </a:p>
          <a:p>
            <a:r>
              <a:rPr lang="fr-FR" smtClean="0"/>
              <a:t>And my heart turns violently in side of my chest
13-  JE N'AI PLUS LE TEMPS  POUR CE QUI EST PASSÉ </a:t>
            </a:r>
          </a:p>
          <a:p>
            <a:r>
              <a:rPr lang="fr-FR" smtClean="0"/>
              <a:t>I don't have time to maintain these regrets
14-  QUAND JE PENSE À SA BONTÉ </a:t>
            </a:r>
          </a:p>
          <a:p>
            <a:r>
              <a:rPr lang="fr-FR" smtClean="0"/>
              <a:t>When I think about the way He loves us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IL NOUS AIME TELLEMENT     X2	 </a:t>
            </a:r>
          </a:p>
          <a:p>
            <a:r>
              <a:rPr lang="fr-FR" smtClean="0"/>
              <a:t>Whoa, How He loves us Whoa, How He loves us</a:t>
            </a:r>
            <a:br>
              <a:rPr lang="fr-FR" smtClean="0"/>
            </a:br>
            <a:r>
              <a:rPr lang="fr-FR" smtClean="0"/>
              <a:t>16-  IL NOUS AIME TELLEMENT TELLEMENT </a:t>
            </a:r>
          </a:p>
          <a:p>
            <a:r>
              <a:rPr lang="fr-FR" smtClean="0"/>
              <a:t>Whoa, How He loves Yeah He loves us</a:t>
            </a:r>
          </a:p>
          <a:p>
            <a:r>
              <a:rPr lang="fr-FR" smtClean="0"/>
              <a:t>
17-  TU NOUS AIMES TELLEMENT    X2
18-  TU NOUS AIMES TELLEMENT TELLEMENT </a:t>
            </a:r>
          </a:p>
          <a:p>
            <a:r>
              <a:rPr lang="fr-FR" smtClean="0"/>
              <a:t>
19-  ET JE T’AIME TELLEMENT       X2	 
20-  ET JE T’AIME TELLEMENT TELLEMENT </a:t>
            </a:r>
          </a:p>
          <a:p>
            <a:r>
              <a:rPr lang="fr-FR" smtClean="0"/>
              <a:t>
	21-  OH ! TU NOUS AIMES TANT 
	22-  OH ! COMME TU NOUS AIMES TU NOUS AIMES TANT </a:t>
            </a:r>
          </a:p>
          <a:p>
            <a:r>
              <a:rPr lang="fr-FR" smtClean="0"/>
              <a:t>
23- OH ! OUI TU M’AIMES TANT</a:t>
            </a:r>
          </a:p>
          <a:p>
            <a:r>
              <a:rPr lang="fr-FR" smtClean="0"/>
              <a:t>24- COMBIEN TU M’AIMES OUI TU M’AIMES TANT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IL M'AIME AVEC JALOUSIE UN OURAGAN D'AMOUR, M'A ENVAHI  </a:t>
            </a:r>
          </a:p>
          <a:p>
            <a:pPr>
              <a:defRPr/>
            </a:pPr>
            <a:r>
              <a:rPr lang="fr-FR" smtClean="0"/>
              <a:t>He is jealous for me Loves like a hurricane
2-  JE PLIE SOUS LE POIDS LE VENT DE SA GRÂCE INFINIE </a:t>
            </a:r>
          </a:p>
          <a:p>
            <a:pPr>
              <a:defRPr/>
            </a:pPr>
            <a:r>
              <a:rPr lang="fr-FR" smtClean="0"/>
              <a:t>I am a tree Bending beneath the weight of His wind and mercy
3-  ET LORSQUE SOUDAIN DEVANT TA GLOIRE </a:t>
            </a:r>
          </a:p>
          <a:p>
            <a:pPr>
              <a:defRPr/>
            </a:pPr>
            <a:r>
              <a:rPr lang="fr-FR" smtClean="0"/>
              <a:t>When all of a sudden I am unaware of these
4-  TOUTE AFFLICTION PÂLIT ET S'ENFUIT JE RÉALISE ALORS TOUTE TA BONTÉ </a:t>
            </a:r>
          </a:p>
          <a:p>
            <a:pPr>
              <a:defRPr/>
            </a:pPr>
            <a:r>
              <a:rPr lang="fr-FR" smtClean="0"/>
              <a:t>Afflictions eclipsed by glory And I realize just how beautiful you are and
5-  ET TA GRANDE AFFECTION SUR MA VIE</a:t>
            </a:r>
          </a:p>
          <a:p>
            <a:pPr>
              <a:defRPr/>
            </a:pPr>
            <a:r>
              <a:rPr lang="fr-FR" smtClean="0"/>
              <a:t> How great Your affections are for me</a:t>
            </a:r>
          </a:p>
          <a:p>
            <a:pPr>
              <a:defRPr/>
            </a:pPr>
            <a:r>
              <a:rPr lang="fr-FR" smtClean="0"/>
              <a:t>
	6-  OH ! IL NOUS AIME TANT OH ! COMME IL NOUS AIME</a:t>
            </a:r>
          </a:p>
          <a:p>
            <a:pPr>
              <a:defRPr/>
            </a:pPr>
            <a:r>
              <a:rPr lang="fr-FR" smtClean="0"/>
              <a:t>	And Oh, How He loves us so Oh, How He loves us
	7- IL NOUS AIME TANT </a:t>
            </a:r>
          </a:p>
          <a:p>
            <a:pPr>
              <a:defRPr/>
            </a:pPr>
            <a:r>
              <a:rPr lang="fr-FR" smtClean="0"/>
              <a:t>	How He loves us so</a:t>
            </a:r>
          </a:p>
          <a:p>
            <a:pPr>
              <a:defRPr/>
            </a:pPr>
            <a:r>
              <a:rPr lang="fr-FR" smtClean="0"/>
              <a:t>
8-  NOUS SOMMES SON PARTAGE  ET IL EST LE PRIX</a:t>
            </a:r>
          </a:p>
          <a:p>
            <a:pPr>
              <a:defRPr/>
            </a:pPr>
            <a:r>
              <a:rPr lang="fr-FR" smtClean="0"/>
              <a:t>We are His portion and He is our prize
9-  DANS SES YEUX BRILLANTS  LE SALUT RESPLENDIT </a:t>
            </a:r>
          </a:p>
          <a:p>
            <a:pPr>
              <a:defRPr/>
            </a:pPr>
            <a:r>
              <a:rPr lang="fr-FR" smtClean="0"/>
              <a:t>Drawn to redemption by the grace in His eyes
10-  SA GRÂCE EST L'OCÉAN  QUI NOUS REMPLIT </a:t>
            </a:r>
          </a:p>
          <a:p>
            <a:pPr>
              <a:defRPr/>
            </a:pPr>
            <a:r>
              <a:rPr lang="fr-FR" smtClean="0"/>
              <a:t>If grace is an ocean we're all sinking
11-  QUAND LES CIEUX TOUCHENT LA TERRE TEL UN BAISER D'AMOUR </a:t>
            </a:r>
          </a:p>
          <a:p>
            <a:pPr>
              <a:defRPr/>
            </a:pPr>
            <a:r>
              <a:rPr lang="fr-FR" smtClean="0"/>
              <a:t>So heaven meets earth like a sloppy wet kiss
12-  MON CŒUR EST EMBRASÉ  PAR TOI POUR TOUJOURS </a:t>
            </a:r>
          </a:p>
          <a:p>
            <a:pPr>
              <a:defRPr/>
            </a:pPr>
            <a:r>
              <a:rPr lang="fr-FR" smtClean="0"/>
              <a:t>And my heart turns violently in side of my chest
13-  JE N'AI PLUS LE TEMPS  POUR CE QUI EST PASSÉ </a:t>
            </a:r>
          </a:p>
          <a:p>
            <a:pPr>
              <a:defRPr/>
            </a:pPr>
            <a:r>
              <a:rPr lang="fr-FR" smtClean="0"/>
              <a:t>I don't have time to maintain these regrets
14-  QUAND JE PENSE À SA BONTÉ </a:t>
            </a:r>
          </a:p>
          <a:p>
            <a:pPr>
              <a:defRPr/>
            </a:pPr>
            <a:r>
              <a:rPr lang="fr-FR" smtClean="0"/>
              <a:t>When I think about the way He loves us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15-  IL NOUS AIME TELLEMENT     X2	 </a:t>
            </a:r>
          </a:p>
          <a:p>
            <a:pPr>
              <a:defRPr/>
            </a:pPr>
            <a:r>
              <a:rPr lang="fr-FR" smtClean="0"/>
              <a:t>Whoa, How He loves us Whoa, How He loves us</a:t>
            </a:r>
            <a:br>
              <a:rPr lang="fr-FR" smtClean="0"/>
            </a:br>
            <a:r>
              <a:rPr lang="fr-FR" smtClean="0"/>
              <a:t>16-  IL NOUS AIME TELLEMENT TELLEMENT </a:t>
            </a:r>
          </a:p>
          <a:p>
            <a:pPr>
              <a:defRPr/>
            </a:pPr>
            <a:r>
              <a:rPr lang="fr-FR" smtClean="0"/>
              <a:t>Whoa, How He loves Yeah He loves us</a:t>
            </a:r>
          </a:p>
          <a:p>
            <a:pPr>
              <a:defRPr/>
            </a:pPr>
            <a:r>
              <a:rPr lang="fr-FR" smtClean="0"/>
              <a:t>
17-  TU NOUS AIMES TELLEMENT    X2
18-  TU NOUS AIMES TELLEMENT TELLEMENT </a:t>
            </a:r>
          </a:p>
          <a:p>
            <a:pPr>
              <a:defRPr/>
            </a:pPr>
            <a:r>
              <a:rPr lang="fr-FR" smtClean="0"/>
              <a:t>
19-  ET JE T’AIME TELLEMENT       X2	 
20-  ET JE T’AIME TELLEMENT TELLEMENT </a:t>
            </a:r>
          </a:p>
          <a:p>
            <a:pPr>
              <a:defRPr/>
            </a:pPr>
            <a:r>
              <a:rPr lang="fr-FR" smtClean="0"/>
              <a:t>
	21-  OH ! TU NOUS AIMES TANT 
	22-  OH ! COMME TU NOUS AIMES TU NOUS AIMES TANT </a:t>
            </a:r>
          </a:p>
          <a:p>
            <a:pPr>
              <a:defRPr/>
            </a:pPr>
            <a:r>
              <a:rPr lang="fr-FR" smtClean="0"/>
              <a:t>
23- OH ! OUI TU M’AIMES TANT</a:t>
            </a:r>
          </a:p>
          <a:p>
            <a:pPr>
              <a:defRPr/>
            </a:pPr>
            <a:r>
              <a:rPr lang="fr-FR" smtClean="0"/>
              <a:t>24- COMBIEN TU M’AIMES OUI TU M’AIMES TANT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M'AIME AVEC JALOUSIE UN OURAGAN D'AMOUR, M'A ENVAHI  </a:t>
            </a:r>
          </a:p>
          <a:p>
            <a:r>
              <a:rPr lang="fr-FR" smtClean="0"/>
              <a:t>He is jealous for me Loves like a hurricane
2-  JE PLIE SOUS LE POIDS LE VENT DE SA GRÂCE INFINIE </a:t>
            </a:r>
          </a:p>
          <a:p>
            <a:r>
              <a:rPr lang="fr-FR" smtClean="0"/>
              <a:t>I am a tree Bending beneath the weight of His wind and mercy
3-  ET LORSQUE SOUDAIN DEVANT TA GLOIRE </a:t>
            </a:r>
          </a:p>
          <a:p>
            <a:r>
              <a:rPr lang="fr-FR" smtClean="0"/>
              <a:t>When all of a sudden I am unaware of these
4-  TOUTE AFFLICTION PÂLIT ET S'ENFUIT JE RÉALISE ALORS TOUTE TA BONTÉ </a:t>
            </a:r>
          </a:p>
          <a:p>
            <a:r>
              <a:rPr lang="fr-FR" smtClean="0"/>
              <a:t>Afflictions eclipsed by glory And I realize just how beautiful you are and
5-  ET TA GRANDE AFFECTION SUR MA VIE</a:t>
            </a:r>
          </a:p>
          <a:p>
            <a:r>
              <a:rPr lang="fr-FR" smtClean="0"/>
              <a:t> How great Your affections are for me</a:t>
            </a:r>
          </a:p>
          <a:p>
            <a:r>
              <a:rPr lang="fr-FR" smtClean="0"/>
              <a:t>
	6-  OH ! IL NOUS AIME TANT OH ! COMME IL NOUS AIME</a:t>
            </a:r>
          </a:p>
          <a:p>
            <a:r>
              <a:rPr lang="fr-FR" smtClean="0"/>
              <a:t>	And Oh, How He loves us so Oh, How He loves us
	7- IL NOUS AIME TANT </a:t>
            </a:r>
          </a:p>
          <a:p>
            <a:r>
              <a:rPr lang="fr-FR" smtClean="0"/>
              <a:t>	How He loves us so</a:t>
            </a:r>
          </a:p>
          <a:p>
            <a:r>
              <a:rPr lang="fr-FR" smtClean="0"/>
              <a:t>
8-  NOUS SOMMES SON PARTAGE  ET IL EST LE PRIX</a:t>
            </a:r>
          </a:p>
          <a:p>
            <a:r>
              <a:rPr lang="fr-FR" smtClean="0"/>
              <a:t>We are His portion and He is our prize
9-  DANS SES YEUX BRILLANTS  LE SALUT RESPLENDIT </a:t>
            </a:r>
          </a:p>
          <a:p>
            <a:r>
              <a:rPr lang="fr-FR" smtClean="0"/>
              <a:t>Drawn to redemption by the grace in His eyes
10-  SA GRÂCE EST L'OCÉAN  QUI NOUS REMPLIT </a:t>
            </a:r>
          </a:p>
          <a:p>
            <a:r>
              <a:rPr lang="fr-FR" smtClean="0"/>
              <a:t>If grace is an ocean we're all sinking
11-  QUAND LES CIEUX TOUCHENT LA TERRE TEL UN BAISER D'AMOUR </a:t>
            </a:r>
          </a:p>
          <a:p>
            <a:r>
              <a:rPr lang="fr-FR" smtClean="0"/>
              <a:t>So heaven meets earth like a sloppy wet kiss
12-  MON CŒUR EST EMBRASÉ  PAR TOI POUR TOUJOURS </a:t>
            </a:r>
          </a:p>
          <a:p>
            <a:r>
              <a:rPr lang="fr-FR" smtClean="0"/>
              <a:t>And my heart turns violently in side of my chest
13-  JE N'AI PLUS LE TEMPS  POUR CE QUI EST PASSÉ </a:t>
            </a:r>
          </a:p>
          <a:p>
            <a:r>
              <a:rPr lang="fr-FR" smtClean="0"/>
              <a:t>I don't have time to maintain these regrets
14-  QUAND JE PENSE À SA BONTÉ </a:t>
            </a:r>
          </a:p>
          <a:p>
            <a:r>
              <a:rPr lang="fr-FR" smtClean="0"/>
              <a:t>When I think about the way He loves us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IL NOUS AIME TELLEMENT     X2	 </a:t>
            </a:r>
          </a:p>
          <a:p>
            <a:r>
              <a:rPr lang="fr-FR" smtClean="0"/>
              <a:t>Whoa, How He loves us Whoa, How He loves us</a:t>
            </a:r>
            <a:br>
              <a:rPr lang="fr-FR" smtClean="0"/>
            </a:br>
            <a:r>
              <a:rPr lang="fr-FR" smtClean="0"/>
              <a:t>16-  IL NOUS AIME TELLEMENT TELLEMENT </a:t>
            </a:r>
          </a:p>
          <a:p>
            <a:r>
              <a:rPr lang="fr-FR" smtClean="0"/>
              <a:t>Whoa, How He loves Yeah He loves us</a:t>
            </a:r>
          </a:p>
          <a:p>
            <a:r>
              <a:rPr lang="fr-FR" smtClean="0"/>
              <a:t>
17-  TU NOUS AIMES TELLEMENT    X2
18-  TU NOUS AIMES TELLEMENT TELLEMENT </a:t>
            </a:r>
          </a:p>
          <a:p>
            <a:r>
              <a:rPr lang="fr-FR" smtClean="0"/>
              <a:t>
19-  ET JE T’AIME TELLEMENT       X2	 
20-  ET JE T’AIME TELLEMENT TELLEMENT </a:t>
            </a:r>
          </a:p>
          <a:p>
            <a:r>
              <a:rPr lang="fr-FR" smtClean="0"/>
              <a:t>
	21-  OH ! TU NOUS AIMES TANT 
	22-  OH ! COMME TU NOUS AIMES TU NOUS AIMES TANT </a:t>
            </a:r>
          </a:p>
          <a:p>
            <a:r>
              <a:rPr lang="fr-FR" smtClean="0"/>
              <a:t>
23- OH ! OUI TU M’AIMES TANT</a:t>
            </a:r>
          </a:p>
          <a:p>
            <a:r>
              <a:rPr lang="fr-FR" smtClean="0"/>
              <a:t>24- COMBIEN TU M’AIMES OUI TU M’AIMES TANT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IL M'AIME AVEC JALOUSIE UN OURAGAN D'AMOUR, M'A ENVAHI  </a:t>
            </a:r>
          </a:p>
          <a:p>
            <a:pPr>
              <a:defRPr/>
            </a:pPr>
            <a:r>
              <a:rPr lang="fr-FR" smtClean="0"/>
              <a:t>He is jealous for me Loves like a hurricane
2-  JE PLIE SOUS LE POIDS LE VENT DE SA GRÂCE INFINIE </a:t>
            </a:r>
          </a:p>
          <a:p>
            <a:pPr>
              <a:defRPr/>
            </a:pPr>
            <a:r>
              <a:rPr lang="fr-FR" smtClean="0"/>
              <a:t>I am a tree Bending beneath the weight of His wind and mercy
3-  ET LORSQUE SOUDAIN DEVANT TA GLOIRE </a:t>
            </a:r>
          </a:p>
          <a:p>
            <a:pPr>
              <a:defRPr/>
            </a:pPr>
            <a:r>
              <a:rPr lang="fr-FR" smtClean="0"/>
              <a:t>When all of a sudden I am unaware of these
4-  TOUTE AFFLICTION PÂLIT ET S'ENFUIT JE RÉALISE ALORS TOUTE TA BONTÉ </a:t>
            </a:r>
          </a:p>
          <a:p>
            <a:pPr>
              <a:defRPr/>
            </a:pPr>
            <a:r>
              <a:rPr lang="fr-FR" smtClean="0"/>
              <a:t>Afflictions eclipsed by glory And I realize just how beautiful you are and
5-  ET TA GRANDE AFFECTION SUR MA VIE</a:t>
            </a:r>
          </a:p>
          <a:p>
            <a:pPr>
              <a:defRPr/>
            </a:pPr>
            <a:r>
              <a:rPr lang="fr-FR" smtClean="0"/>
              <a:t> How great Your affections are for me</a:t>
            </a:r>
          </a:p>
          <a:p>
            <a:pPr>
              <a:defRPr/>
            </a:pPr>
            <a:r>
              <a:rPr lang="fr-FR" smtClean="0"/>
              <a:t>
	6-  OH ! IL NOUS AIME TANT OH ! COMME IL NOUS AIME</a:t>
            </a:r>
          </a:p>
          <a:p>
            <a:pPr>
              <a:defRPr/>
            </a:pPr>
            <a:r>
              <a:rPr lang="fr-FR" smtClean="0"/>
              <a:t>	And Oh, How He loves us so Oh, How He loves us
	7- IL NOUS AIME TANT </a:t>
            </a:r>
          </a:p>
          <a:p>
            <a:pPr>
              <a:defRPr/>
            </a:pPr>
            <a:r>
              <a:rPr lang="fr-FR" smtClean="0"/>
              <a:t>	How He loves us so</a:t>
            </a:r>
          </a:p>
          <a:p>
            <a:pPr>
              <a:defRPr/>
            </a:pPr>
            <a:r>
              <a:rPr lang="fr-FR" smtClean="0"/>
              <a:t>
8-  NOUS SOMMES SON PARTAGE  ET IL EST LE PRIX</a:t>
            </a:r>
          </a:p>
          <a:p>
            <a:pPr>
              <a:defRPr/>
            </a:pPr>
            <a:r>
              <a:rPr lang="fr-FR" smtClean="0"/>
              <a:t>We are His portion and He is our prize
9-  DANS SES YEUX BRILLANTS  LE SALUT RESPLENDIT </a:t>
            </a:r>
          </a:p>
          <a:p>
            <a:pPr>
              <a:defRPr/>
            </a:pPr>
            <a:r>
              <a:rPr lang="fr-FR" smtClean="0"/>
              <a:t>Drawn to redemption by the grace in His eyes
10-  SA GRÂCE EST L'OCÉAN  QUI NOUS REMPLIT </a:t>
            </a:r>
          </a:p>
          <a:p>
            <a:pPr>
              <a:defRPr/>
            </a:pPr>
            <a:r>
              <a:rPr lang="fr-FR" smtClean="0"/>
              <a:t>If grace is an ocean we're all sinking
11-  QUAND LES CIEUX TOUCHENT LA TERRE TEL UN BAISER D'AMOUR </a:t>
            </a:r>
          </a:p>
          <a:p>
            <a:pPr>
              <a:defRPr/>
            </a:pPr>
            <a:r>
              <a:rPr lang="fr-FR" smtClean="0"/>
              <a:t>So heaven meets earth like a sloppy wet kiss
12-  MON CŒUR EST EMBRASÉ  PAR TOI POUR TOUJOURS </a:t>
            </a:r>
          </a:p>
          <a:p>
            <a:pPr>
              <a:defRPr/>
            </a:pPr>
            <a:r>
              <a:rPr lang="fr-FR" smtClean="0"/>
              <a:t>And my heart turns violently in side of my chest
13-  JE N'AI PLUS LE TEMPS  POUR CE QUI EST PASSÉ </a:t>
            </a:r>
          </a:p>
          <a:p>
            <a:pPr>
              <a:defRPr/>
            </a:pPr>
            <a:r>
              <a:rPr lang="fr-FR" smtClean="0"/>
              <a:t>I don't have time to maintain these regrets
14-  QUAND JE PENSE À SA BONTÉ </a:t>
            </a:r>
          </a:p>
          <a:p>
            <a:pPr>
              <a:defRPr/>
            </a:pPr>
            <a:r>
              <a:rPr lang="fr-FR" smtClean="0"/>
              <a:t>When I think about the way He loves us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15-  IL NOUS AIME TELLEMENT     X2	 </a:t>
            </a:r>
          </a:p>
          <a:p>
            <a:pPr>
              <a:defRPr/>
            </a:pPr>
            <a:r>
              <a:rPr lang="fr-FR" smtClean="0"/>
              <a:t>Whoa, How He loves us Whoa, How He loves us</a:t>
            </a:r>
            <a:br>
              <a:rPr lang="fr-FR" smtClean="0"/>
            </a:br>
            <a:r>
              <a:rPr lang="fr-FR" smtClean="0"/>
              <a:t>16-  IL NOUS AIME TELLEMENT TELLEMENT </a:t>
            </a:r>
          </a:p>
          <a:p>
            <a:pPr>
              <a:defRPr/>
            </a:pPr>
            <a:r>
              <a:rPr lang="fr-FR" smtClean="0"/>
              <a:t>Whoa, How He loves Yeah He loves us</a:t>
            </a:r>
          </a:p>
          <a:p>
            <a:pPr>
              <a:defRPr/>
            </a:pPr>
            <a:r>
              <a:rPr lang="fr-FR" smtClean="0"/>
              <a:t>
17-  TU NOUS AIMES TELLEMENT    X2
18-  TU NOUS AIMES TELLEMENT TELLEMENT </a:t>
            </a:r>
          </a:p>
          <a:p>
            <a:pPr>
              <a:defRPr/>
            </a:pPr>
            <a:r>
              <a:rPr lang="fr-FR" smtClean="0"/>
              <a:t>
19-  ET JE T’AIME TELLEMENT       X2	 
20-  ET JE T’AIME TELLEMENT TELLEMENT </a:t>
            </a:r>
          </a:p>
          <a:p>
            <a:pPr>
              <a:defRPr/>
            </a:pPr>
            <a:r>
              <a:rPr lang="fr-FR" smtClean="0"/>
              <a:t>
	21-  OH ! TU NOUS AIMES TANT 
	22-  OH ! COMME TU NOUS AIMES TU NOUS AIMES TANT </a:t>
            </a:r>
          </a:p>
          <a:p>
            <a:pPr>
              <a:defRPr/>
            </a:pPr>
            <a:r>
              <a:rPr lang="fr-FR" smtClean="0"/>
              <a:t>
23- OH ! OUI TU M’AIMES TANT</a:t>
            </a:r>
          </a:p>
          <a:p>
            <a:pPr>
              <a:defRPr/>
            </a:pPr>
            <a:r>
              <a:rPr lang="fr-FR" smtClean="0"/>
              <a:t>24- COMBIEN TU M’AIMES OUI TU M’AIMES TANT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M'AIME AVEC JALOUSIE UN OURAGAN D'AMOUR, M'A ENVAHI  </a:t>
            </a:r>
          </a:p>
          <a:p>
            <a:r>
              <a:rPr lang="fr-FR" smtClean="0"/>
              <a:t>He is jealous for me Loves like a hurricane
2-  JE PLIE SOUS LE POIDS LE VENT DE SA GRÂCE INFINIE </a:t>
            </a:r>
          </a:p>
          <a:p>
            <a:r>
              <a:rPr lang="fr-FR" smtClean="0"/>
              <a:t>I am a tree Bending beneath the weight of His wind and mercy
3-  ET LORSQUE SOUDAIN DEVANT TA GLOIRE </a:t>
            </a:r>
          </a:p>
          <a:p>
            <a:r>
              <a:rPr lang="fr-FR" smtClean="0"/>
              <a:t>When all of a sudden I am unaware of these
4-  TOUTE AFFLICTION PÂLIT ET S'ENFUIT JE RÉALISE ALORS TOUTE TA BONTÉ </a:t>
            </a:r>
          </a:p>
          <a:p>
            <a:r>
              <a:rPr lang="fr-FR" smtClean="0"/>
              <a:t>Afflictions eclipsed by glory And I realize just how beautiful you are and
5-  ET TA GRANDE AFFECTION SUR MA VIE</a:t>
            </a:r>
          </a:p>
          <a:p>
            <a:r>
              <a:rPr lang="fr-FR" smtClean="0"/>
              <a:t> How great Your affections are for me</a:t>
            </a:r>
          </a:p>
          <a:p>
            <a:r>
              <a:rPr lang="fr-FR" smtClean="0"/>
              <a:t>
	6-  OH ! IL NOUS AIME TANT OH ! COMME IL NOUS AIME</a:t>
            </a:r>
          </a:p>
          <a:p>
            <a:r>
              <a:rPr lang="fr-FR" smtClean="0"/>
              <a:t>	And Oh, How He loves us so Oh, How He loves us
	7- IL NOUS AIME TANT </a:t>
            </a:r>
          </a:p>
          <a:p>
            <a:r>
              <a:rPr lang="fr-FR" smtClean="0"/>
              <a:t>	How He loves us so</a:t>
            </a:r>
          </a:p>
          <a:p>
            <a:r>
              <a:rPr lang="fr-FR" smtClean="0"/>
              <a:t>
8-  NOUS SOMMES SON PARTAGE  ET IL EST LE PRIX</a:t>
            </a:r>
          </a:p>
          <a:p>
            <a:r>
              <a:rPr lang="fr-FR" smtClean="0"/>
              <a:t>We are His portion and He is our prize
9-  DANS SES YEUX BRILLANTS  LE SALUT RESPLENDIT </a:t>
            </a:r>
          </a:p>
          <a:p>
            <a:r>
              <a:rPr lang="fr-FR" smtClean="0"/>
              <a:t>Drawn to redemption by the grace in His eyes
10-  SA GRÂCE EST L'OCÉAN  QUI NOUS REMPLIT </a:t>
            </a:r>
          </a:p>
          <a:p>
            <a:r>
              <a:rPr lang="fr-FR" smtClean="0"/>
              <a:t>If grace is an ocean we're all sinking
11-  QUAND LES CIEUX TOUCHENT LA TERRE TEL UN BAISER D'AMOUR </a:t>
            </a:r>
          </a:p>
          <a:p>
            <a:r>
              <a:rPr lang="fr-FR" smtClean="0"/>
              <a:t>So heaven meets earth like a sloppy wet kiss
12-  MON CŒUR EST EMBRASÉ  PAR TOI POUR TOUJOURS </a:t>
            </a:r>
          </a:p>
          <a:p>
            <a:r>
              <a:rPr lang="fr-FR" smtClean="0"/>
              <a:t>And my heart turns violently in side of my chest
13-  JE N'AI PLUS LE TEMPS  POUR CE QUI EST PASSÉ </a:t>
            </a:r>
          </a:p>
          <a:p>
            <a:r>
              <a:rPr lang="fr-FR" smtClean="0"/>
              <a:t>I don't have time to maintain these regrets
14-  QUAND JE PENSE À SA BONTÉ </a:t>
            </a:r>
          </a:p>
          <a:p>
            <a:r>
              <a:rPr lang="fr-FR" smtClean="0"/>
              <a:t>When I think about the way He loves us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15-  IL NOUS AIME TELLEMENT     X2	 </a:t>
            </a:r>
          </a:p>
          <a:p>
            <a:r>
              <a:rPr lang="fr-FR" smtClean="0"/>
              <a:t>Whoa, How He loves us Whoa, How He loves us</a:t>
            </a:r>
            <a:br>
              <a:rPr lang="fr-FR" smtClean="0"/>
            </a:br>
            <a:r>
              <a:rPr lang="fr-FR" smtClean="0"/>
              <a:t>16-  IL NOUS AIME TELLEMENT TELLEMENT </a:t>
            </a:r>
          </a:p>
          <a:p>
            <a:r>
              <a:rPr lang="fr-FR" smtClean="0"/>
              <a:t>Whoa, How He loves Yeah He loves us</a:t>
            </a:r>
          </a:p>
          <a:p>
            <a:r>
              <a:rPr lang="fr-FR" smtClean="0"/>
              <a:t>
17-  TU NOUS AIMES TELLEMENT    X2
18-  TU NOUS AIMES TELLEMENT TELLEMENT </a:t>
            </a:r>
          </a:p>
          <a:p>
            <a:r>
              <a:rPr lang="fr-FR" smtClean="0"/>
              <a:t>
19-  ET JE T’AIME TELLEMENT       X2	 
20-  ET JE T’AIME TELLEMENT TELLEMENT </a:t>
            </a:r>
          </a:p>
          <a:p>
            <a:r>
              <a:rPr lang="fr-FR" smtClean="0"/>
              <a:t>
	21-  OH ! TU NOUS AIMES TANT 
	22-  OH ! COMME TU NOUS AIMES TU NOUS AIMES TANT </a:t>
            </a:r>
          </a:p>
          <a:p>
            <a:r>
              <a:rPr lang="fr-FR" smtClean="0"/>
              <a:t>
23- OH ! OUI TU M’AIMES TANT</a:t>
            </a:r>
          </a:p>
          <a:p>
            <a:r>
              <a:rPr lang="fr-FR" smtClean="0"/>
              <a:t>24- COMBIEN TU M’AIMES OUI TU M’AIMES TANT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M'AIME AVEC JALOUSIE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 OURAGAN D'AMOUR M'A ENVAHI</a:t>
            </a:r>
          </a:p>
          <a:p>
            <a:pPr algn="ctr">
              <a:lnSpc>
                <a:spcPct val="90000"/>
              </a:lnSpc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PLIE SOUS LE POIDS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VENT DE SA GRÂCE INFINIE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LORSQUE SOUDAIN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DEVANT TA GLOIRE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TOUTE AFFLICTION PÂLIT ET S'ENFUIT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RÉALISE ALORS TOUTE TA BONTÉ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TA GRANDE AFFECTION SUR MA VIE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! IL NOUS AIME TANT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! COMME IL NOUS AIME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NOUS AIME TANT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SOMMES SON PARTAGE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ET IL EST LE PRIX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SES YEUX BRILLANTS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LE SALUT RESPLENDIT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 GRÂCE EST L'OCÉAN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QUI NOUS REMPLIT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LES CIEUX TOUCHENT LA TERRE TEL UN BAISER D'AMOUR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CŒUR EST EMBRASÉ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 TOI POUR TOUJOURS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N'AI PLUS LE TEMPS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CE QUI EST PASSÉ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JE PENSE À SA BONTÉ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NOUS AIME TELLEMENT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NOUS AIME TELLEMENT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TELLEMENT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NOUS AIMES TELLEMENT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NOUS AIMES TELLEMENT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TELLEMENT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T’AIME TELLEMENT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T’AIME TELLEMENT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TELLEMENT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! TU NOUS AIMES TANT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! COMME TU NOUS AIMES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NOUS AIMES TANT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! OUI TU M’AIMES TANT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COMBIEN TU M’AIMES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 TU M’AIMES TANT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2127</TotalTime>
  <Words>1136</Words>
  <Application>Microsoft Office PowerPoint</Application>
  <PresentationFormat>Affichage à l'écran (4:3)</PresentationFormat>
  <Paragraphs>1288</Paragraphs>
  <Slides>24</Slides>
  <Notes>24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5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212</cp:revision>
  <dcterms:created xsi:type="dcterms:W3CDTF">2002-08-17T10:50:50Z</dcterms:created>
  <dcterms:modified xsi:type="dcterms:W3CDTF">2019-07-21T08:23:05Z</dcterms:modified>
</cp:coreProperties>
</file>