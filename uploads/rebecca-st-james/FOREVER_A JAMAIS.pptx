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617" autoAdjust="0"/>
    <p:restoredTop sz="38698" autoAdjust="0"/>
  </p:normalViewPr>
  <p:slideViewPr>
    <p:cSldViewPr>
      <p:cViewPr varScale="1">
        <p:scale>
          <a:sx n="33" d="100"/>
          <a:sy n="33" d="100"/>
        </p:scale>
        <p:origin x="-2448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20/07/2019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dirty="0" smtClean="0"/>
              <a:t>1-  RENDS GRÂCE AU SEIGNEUR NOTRE DIEU ET ROI </a:t>
            </a:r>
          </a:p>
          <a:p>
            <a:r>
              <a:rPr lang="fr-FR" b="0" dirty="0" err="1" smtClean="0"/>
              <a:t>Give</a:t>
            </a:r>
            <a:r>
              <a:rPr lang="fr-FR" b="0" dirty="0" smtClean="0"/>
              <a:t> </a:t>
            </a:r>
            <a:r>
              <a:rPr lang="fr-FR" b="0" dirty="0" err="1" smtClean="0"/>
              <a:t>thanks</a:t>
            </a:r>
            <a:r>
              <a:rPr lang="fr-FR" b="0" dirty="0" smtClean="0"/>
              <a:t> to the Lord Our </a:t>
            </a:r>
            <a:r>
              <a:rPr lang="fr-FR" b="0" dirty="0" err="1" smtClean="0"/>
              <a:t>God</a:t>
            </a:r>
            <a:r>
              <a:rPr lang="fr-FR" b="0" dirty="0" smtClean="0"/>
              <a:t> and King 
2-  SON AMOUR DURE À JAMAIS CAR IL EST BON ET ÉLEVÉ   </a:t>
            </a:r>
          </a:p>
          <a:p>
            <a:r>
              <a:rPr lang="fr-FR" b="0" dirty="0" err="1" smtClean="0"/>
              <a:t>His</a:t>
            </a:r>
            <a:r>
              <a:rPr lang="fr-FR" b="0" dirty="0" smtClean="0"/>
              <a:t> love endures </a:t>
            </a:r>
            <a:r>
              <a:rPr lang="fr-FR" b="0" dirty="0" err="1" smtClean="0"/>
              <a:t>forever</a:t>
            </a:r>
            <a:r>
              <a:rPr lang="fr-FR" b="0" dirty="0" smtClean="0"/>
              <a:t> For He </a:t>
            </a:r>
            <a:r>
              <a:rPr lang="fr-FR" b="0" dirty="0" err="1" smtClean="0"/>
              <a:t>is</a:t>
            </a:r>
            <a:r>
              <a:rPr lang="fr-FR" b="0" dirty="0" smtClean="0"/>
              <a:t> good, He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above</a:t>
            </a:r>
            <a:r>
              <a:rPr lang="fr-FR" b="0" dirty="0" smtClean="0"/>
              <a:t> all </a:t>
            </a:r>
            <a:r>
              <a:rPr lang="fr-FR" b="0" dirty="0" err="1" smtClean="0"/>
              <a:t>things</a:t>
            </a:r>
            <a:r>
              <a:rPr lang="fr-FR" b="0" dirty="0" smtClean="0"/>
              <a:t>
3-  SON AMOUR DURE À JAMAIS </a:t>
            </a:r>
          </a:p>
          <a:p>
            <a:r>
              <a:rPr lang="fr-FR" b="0" dirty="0" err="1" smtClean="0"/>
              <a:t>His</a:t>
            </a:r>
            <a:r>
              <a:rPr lang="fr-FR" b="0" dirty="0" smtClean="0"/>
              <a:t> love endures </a:t>
            </a:r>
            <a:r>
              <a:rPr lang="fr-FR" b="0" dirty="0" err="1" smtClean="0"/>
              <a:t>forever</a:t>
            </a:r>
            <a:endParaRPr lang="fr-FR" b="0" dirty="0" smtClean="0"/>
          </a:p>
          <a:p>
            <a:r>
              <a:rPr lang="fr-FR" b="0" dirty="0" smtClean="0"/>
              <a:t>
4-  CHANTEZ, CHANTEZ </a:t>
            </a:r>
          </a:p>
          <a:p>
            <a:r>
              <a:rPr lang="fr-FR" b="0" dirty="0" err="1" smtClean="0"/>
              <a:t>Sing</a:t>
            </a:r>
            <a:r>
              <a:rPr lang="fr-FR" b="0" dirty="0" smtClean="0"/>
              <a:t> </a:t>
            </a:r>
            <a:r>
              <a:rPr lang="fr-FR" b="0" dirty="0" err="1" smtClean="0"/>
              <a:t>praise</a:t>
            </a:r>
            <a:r>
              <a:rPr lang="fr-FR" b="0" dirty="0" smtClean="0"/>
              <a:t>, </a:t>
            </a:r>
            <a:r>
              <a:rPr lang="fr-FR" b="0" dirty="0" err="1" smtClean="0"/>
              <a:t>sing</a:t>
            </a:r>
            <a:r>
              <a:rPr lang="fr-FR" b="0" dirty="0" smtClean="0"/>
              <a:t> </a:t>
            </a:r>
            <a:r>
              <a:rPr lang="fr-FR" b="0" dirty="0" err="1" smtClean="0"/>
              <a:t>praise</a:t>
            </a:r>
            <a:endParaRPr lang="fr-FR" b="0" dirty="0" smtClean="0"/>
          </a:p>
          <a:p>
            <a:r>
              <a:rPr lang="fr-FR" b="0" dirty="0" smtClean="0"/>
              <a:t>5-  À MAIN PUISSANTE ET BRAS ÉTENDU SON AMOUR DURE À JAMAIS </a:t>
            </a:r>
          </a:p>
          <a:p>
            <a:r>
              <a:rPr lang="fr-FR" b="0" dirty="0" err="1" smtClean="0"/>
              <a:t>With</a:t>
            </a:r>
            <a:r>
              <a:rPr lang="fr-FR" b="0" dirty="0" smtClean="0"/>
              <a:t> a </a:t>
            </a:r>
            <a:r>
              <a:rPr lang="fr-FR" b="0" dirty="0" err="1" smtClean="0"/>
              <a:t>mighty</a:t>
            </a:r>
            <a:r>
              <a:rPr lang="fr-FR" b="0" dirty="0" smtClean="0"/>
              <a:t> hand and </a:t>
            </a:r>
            <a:r>
              <a:rPr lang="fr-FR" b="0" dirty="0" err="1" smtClean="0"/>
              <a:t>outstretched</a:t>
            </a:r>
            <a:r>
              <a:rPr lang="fr-FR" b="0" dirty="0" smtClean="0"/>
              <a:t> arm </a:t>
            </a:r>
            <a:r>
              <a:rPr lang="fr-FR" b="0" dirty="0" err="1" smtClean="0"/>
              <a:t>His</a:t>
            </a:r>
            <a:r>
              <a:rPr lang="fr-FR" b="0" dirty="0" smtClean="0"/>
              <a:t> love endures </a:t>
            </a:r>
            <a:r>
              <a:rPr lang="fr-FR" b="0" dirty="0" err="1" smtClean="0"/>
              <a:t>forever</a:t>
            </a:r>
            <a:r>
              <a:rPr lang="fr-FR" b="0" dirty="0" smtClean="0"/>
              <a:t/>
            </a:r>
            <a:br>
              <a:rPr lang="fr-FR" b="0" dirty="0" smtClean="0"/>
            </a:br>
            <a:r>
              <a:rPr lang="fr-FR" b="0" dirty="0" smtClean="0"/>
              <a:t>6-  POUR SA VIE QUI EN NOUS RENAÎT SON AMOUR DURE À JAMAIS </a:t>
            </a:r>
          </a:p>
          <a:p>
            <a:r>
              <a:rPr lang="fr-FR" b="0" dirty="0" smtClean="0"/>
              <a:t>For the life </a:t>
            </a:r>
            <a:r>
              <a:rPr lang="fr-FR" b="0" dirty="0" err="1" smtClean="0"/>
              <a:t>that's</a:t>
            </a:r>
            <a:r>
              <a:rPr lang="fr-FR" b="0" dirty="0" smtClean="0"/>
              <a:t> been </a:t>
            </a:r>
            <a:r>
              <a:rPr lang="fr-FR" b="0" dirty="0" err="1" smtClean="0"/>
              <a:t>reborn</a:t>
            </a:r>
            <a:r>
              <a:rPr lang="fr-FR" b="0" dirty="0" smtClean="0"/>
              <a:t> </a:t>
            </a:r>
            <a:r>
              <a:rPr lang="fr-FR" b="0" dirty="0" err="1" smtClean="0"/>
              <a:t>His</a:t>
            </a:r>
            <a:r>
              <a:rPr lang="fr-FR" b="0" dirty="0" smtClean="0"/>
              <a:t> love endures </a:t>
            </a:r>
            <a:r>
              <a:rPr lang="fr-FR" b="0" dirty="0" err="1" smtClean="0"/>
              <a:t>forever</a:t>
            </a:r>
            <a:endParaRPr lang="fr-FR" b="0" dirty="0" smtClean="0"/>
          </a:p>
          <a:p>
            <a:r>
              <a:rPr lang="fr-FR" b="0" dirty="0" smtClean="0"/>
              <a:t>
7-  CHANTEZ, CHANTEZ      x4</a:t>
            </a:r>
          </a:p>
          <a:p>
            <a:r>
              <a:rPr lang="fr-FR" b="0" dirty="0" err="1" smtClean="0"/>
              <a:t>Sing</a:t>
            </a:r>
            <a:r>
              <a:rPr lang="fr-FR" b="0" dirty="0" smtClean="0"/>
              <a:t> </a:t>
            </a:r>
            <a:r>
              <a:rPr lang="fr-FR" b="0" dirty="0" err="1" smtClean="0"/>
              <a:t>praise</a:t>
            </a:r>
            <a:r>
              <a:rPr lang="fr-FR" b="0" dirty="0" smtClean="0"/>
              <a:t>, </a:t>
            </a:r>
            <a:r>
              <a:rPr lang="fr-FR" b="0" dirty="0" err="1" smtClean="0"/>
              <a:t>sing</a:t>
            </a:r>
            <a:r>
              <a:rPr lang="fr-FR" b="0" dirty="0" smtClean="0"/>
              <a:t> </a:t>
            </a:r>
            <a:r>
              <a:rPr lang="fr-FR" b="0" dirty="0" err="1" smtClean="0"/>
              <a:t>praise</a:t>
            </a:r>
            <a:r>
              <a:rPr lang="fr-FR" b="0" dirty="0" smtClean="0"/>
              <a:t>        x4</a:t>
            </a:r>
          </a:p>
          <a:p>
            <a:r>
              <a:rPr lang="fr-FR" b="0" dirty="0" smtClean="0"/>
              <a:t>
	Refrain:</a:t>
            </a:r>
          </a:p>
          <a:p>
            <a:r>
              <a:rPr lang="fr-FR" b="0" dirty="0" smtClean="0"/>
              <a:t>	8-  À JAMAIS DIEU EST FIDÈLE À JAMAIS DIEU EST FORT  </a:t>
            </a:r>
          </a:p>
          <a:p>
            <a:r>
              <a:rPr lang="fr-FR" b="0" dirty="0" smtClean="0"/>
              <a:t>	Yeah </a:t>
            </a:r>
            <a:r>
              <a:rPr lang="fr-FR" b="0" dirty="0" err="1" smtClean="0"/>
              <a:t>Forever</a:t>
            </a:r>
            <a:r>
              <a:rPr lang="fr-FR" b="0" dirty="0" smtClean="0"/>
              <a:t> </a:t>
            </a:r>
            <a:r>
              <a:rPr lang="fr-FR" b="0" dirty="0" err="1" smtClean="0"/>
              <a:t>God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faithful</a:t>
            </a:r>
            <a:r>
              <a:rPr lang="fr-FR" b="0" dirty="0" smtClean="0"/>
              <a:t> </a:t>
            </a:r>
            <a:r>
              <a:rPr lang="fr-FR" b="0" dirty="0" err="1" smtClean="0"/>
              <a:t>Forever</a:t>
            </a:r>
            <a:r>
              <a:rPr lang="fr-FR" b="0" dirty="0" smtClean="0"/>
              <a:t> </a:t>
            </a:r>
            <a:r>
              <a:rPr lang="fr-FR" b="0" dirty="0" err="1" smtClean="0"/>
              <a:t>God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strong</a:t>
            </a:r>
            <a:r>
              <a:rPr lang="fr-FR" b="0" dirty="0" smtClean="0"/>
              <a:t>
	9-  À JAMAIS DIEU EST AVEC NOUS À JAMAIS, À JAMAIS               x2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Forever</a:t>
            </a:r>
            <a:r>
              <a:rPr lang="fr-FR" b="0" dirty="0" smtClean="0"/>
              <a:t> </a:t>
            </a:r>
            <a:r>
              <a:rPr lang="fr-FR" b="0" dirty="0" err="1" smtClean="0"/>
              <a:t>God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with</a:t>
            </a:r>
            <a:r>
              <a:rPr lang="fr-FR" b="0" dirty="0" smtClean="0"/>
              <a:t> us </a:t>
            </a:r>
            <a:r>
              <a:rPr lang="fr-FR" b="0" dirty="0" err="1" smtClean="0"/>
              <a:t>Forever</a:t>
            </a:r>
            <a:r>
              <a:rPr lang="fr-FR" b="0" dirty="0" smtClean="0"/>
              <a:t> </a:t>
            </a:r>
            <a:r>
              <a:rPr lang="fr-FR" b="0" dirty="0" err="1" smtClean="0"/>
              <a:t>Forever</a:t>
            </a:r>
            <a:endParaRPr lang="fr-FR" b="0" dirty="0" smtClean="0"/>
          </a:p>
          <a:p>
            <a:r>
              <a:rPr lang="fr-FR" b="0" dirty="0" smtClean="0"/>
              <a:t> 
10-  DU LEVER AU COUCHER DU SOLEIL SON AMOUR DURE À JAMAIS </a:t>
            </a:r>
          </a:p>
          <a:p>
            <a:r>
              <a:rPr lang="fr-FR" b="0" dirty="0" err="1" smtClean="0"/>
              <a:t>From</a:t>
            </a:r>
            <a:r>
              <a:rPr lang="fr-FR" b="0" dirty="0" smtClean="0"/>
              <a:t> the </a:t>
            </a:r>
            <a:r>
              <a:rPr lang="fr-FR" b="0" dirty="0" err="1" smtClean="0"/>
              <a:t>rising</a:t>
            </a:r>
            <a:r>
              <a:rPr lang="fr-FR" b="0" dirty="0" smtClean="0"/>
              <a:t> to the setting </a:t>
            </a:r>
            <a:r>
              <a:rPr lang="fr-FR" b="0" dirty="0" err="1" smtClean="0"/>
              <a:t>sun</a:t>
            </a:r>
            <a:r>
              <a:rPr lang="fr-FR" b="0" dirty="0" smtClean="0"/>
              <a:t> </a:t>
            </a:r>
            <a:r>
              <a:rPr lang="fr-FR" b="0" dirty="0" err="1" smtClean="0"/>
              <a:t>His</a:t>
            </a:r>
            <a:r>
              <a:rPr lang="fr-FR" b="0" dirty="0" smtClean="0"/>
              <a:t> love endures </a:t>
            </a:r>
            <a:r>
              <a:rPr lang="fr-FR" b="0" dirty="0" err="1" smtClean="0"/>
              <a:t>forever</a:t>
            </a:r>
            <a:r>
              <a:rPr lang="fr-FR" b="0" dirty="0" smtClean="0"/>
              <a:t>
11-  ET PAR LA GRÂCE DE DIEU TOUJOURS NOUS VAINCRONS  </a:t>
            </a:r>
          </a:p>
          <a:p>
            <a:r>
              <a:rPr lang="fr-FR" b="0" dirty="0" smtClean="0"/>
              <a:t>By the </a:t>
            </a:r>
            <a:r>
              <a:rPr lang="fr-FR" b="0" dirty="0" err="1" smtClean="0"/>
              <a:t>grace</a:t>
            </a:r>
            <a:r>
              <a:rPr lang="fr-FR" b="0" dirty="0" smtClean="0"/>
              <a:t> of </a:t>
            </a:r>
            <a:r>
              <a:rPr lang="fr-FR" b="0" dirty="0" err="1" smtClean="0"/>
              <a:t>God</a:t>
            </a:r>
            <a:r>
              <a:rPr lang="fr-FR" b="0" dirty="0" smtClean="0"/>
              <a:t> </a:t>
            </a:r>
            <a:r>
              <a:rPr lang="fr-FR" b="0" dirty="0" err="1" smtClean="0"/>
              <a:t>We</a:t>
            </a:r>
            <a:r>
              <a:rPr lang="fr-FR" b="0" dirty="0" smtClean="0"/>
              <a:t> </a:t>
            </a:r>
            <a:r>
              <a:rPr lang="fr-FR" b="0" dirty="0" err="1" smtClean="0"/>
              <a:t>will</a:t>
            </a:r>
            <a:r>
              <a:rPr lang="fr-FR" b="0" dirty="0" smtClean="0"/>
              <a:t> carry on</a:t>
            </a:r>
            <a:br>
              <a:rPr lang="fr-FR" b="0" dirty="0" smtClean="0"/>
            </a:br>
            <a:r>
              <a:rPr lang="fr-FR" b="0" dirty="0" smtClean="0"/>
              <a:t>12-  SON AMOUR DURE À JAMAIS CHANTEZ, CHANTEZ </a:t>
            </a:r>
          </a:p>
          <a:p>
            <a:r>
              <a:rPr lang="fr-FR" b="0" dirty="0" err="1" smtClean="0"/>
              <a:t>His</a:t>
            </a:r>
            <a:r>
              <a:rPr lang="fr-FR" b="0" dirty="0" smtClean="0"/>
              <a:t> love endures </a:t>
            </a:r>
            <a:r>
              <a:rPr lang="fr-FR" b="0" dirty="0" err="1" smtClean="0"/>
              <a:t>forever</a:t>
            </a:r>
            <a:r>
              <a:rPr lang="fr-FR" b="0" dirty="0" smtClean="0"/>
              <a:t> </a:t>
            </a:r>
            <a:r>
              <a:rPr lang="fr-FR" b="0" dirty="0" err="1" smtClean="0"/>
              <a:t>Sing</a:t>
            </a:r>
            <a:r>
              <a:rPr lang="fr-FR" b="0" dirty="0" smtClean="0"/>
              <a:t> </a:t>
            </a:r>
            <a:r>
              <a:rPr lang="fr-FR" b="0" dirty="0" err="1" smtClean="0"/>
              <a:t>praise</a:t>
            </a:r>
            <a:r>
              <a:rPr lang="fr-FR" b="0" dirty="0" smtClean="0"/>
              <a:t>, </a:t>
            </a:r>
            <a:r>
              <a:rPr lang="fr-FR" b="0" dirty="0" err="1" smtClean="0"/>
              <a:t>sing</a:t>
            </a:r>
            <a:r>
              <a:rPr lang="fr-FR" b="0" dirty="0" smtClean="0"/>
              <a:t> </a:t>
            </a:r>
            <a:r>
              <a:rPr lang="fr-FR" b="0" dirty="0" err="1" smtClean="0"/>
              <a:t>praise</a:t>
            </a:r>
            <a:endParaRPr lang="fr-FR" b="0" dirty="0" smtClean="0"/>
          </a:p>
          <a:p>
            <a:r>
              <a:rPr lang="fr-FR" b="0" dirty="0" smtClean="0"/>
              <a:t>
13-  CHANTEZ, CHANTEZ </a:t>
            </a:r>
          </a:p>
          <a:p>
            <a:r>
              <a:rPr lang="fr-FR" b="0" dirty="0" err="1" smtClean="0"/>
              <a:t>Sing</a:t>
            </a:r>
            <a:r>
              <a:rPr lang="fr-FR" b="0" dirty="0" smtClean="0"/>
              <a:t> </a:t>
            </a:r>
            <a:r>
              <a:rPr lang="fr-FR" b="0" dirty="0" err="1" smtClean="0"/>
              <a:t>praise</a:t>
            </a:r>
            <a:r>
              <a:rPr lang="fr-FR" b="0" dirty="0" smtClean="0"/>
              <a:t>, </a:t>
            </a:r>
            <a:r>
              <a:rPr lang="fr-FR" b="0" dirty="0" err="1" smtClean="0"/>
              <a:t>sing</a:t>
            </a:r>
            <a:r>
              <a:rPr lang="fr-FR" b="0" dirty="0" smtClean="0"/>
              <a:t> </a:t>
            </a:r>
            <a:r>
              <a:rPr lang="fr-FR" b="0" dirty="0" err="1" smtClean="0"/>
              <a:t>praise</a:t>
            </a:r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RENDS GRÂCE AU SEIGNEUR NOTRE DIEU ET ROI </a:t>
            </a:r>
          </a:p>
          <a:p>
            <a:r>
              <a:rPr lang="fr-FR" smtClean="0"/>
              <a:t>Give thanks to the Lord Our God and King 
2-  SON AMOUR DURE À JAMAIS CAR IL EST BON ET ÉLEVÉ   </a:t>
            </a:r>
          </a:p>
          <a:p>
            <a:r>
              <a:rPr lang="fr-FR" smtClean="0"/>
              <a:t>His love endures forever For He is good, He is above all things
3-  SON AMOUR DURE À JAMAIS </a:t>
            </a:r>
          </a:p>
          <a:p>
            <a:r>
              <a:rPr lang="fr-FR" smtClean="0"/>
              <a:t>His love endures forever</a:t>
            </a:r>
          </a:p>
          <a:p>
            <a:r>
              <a:rPr lang="fr-FR" smtClean="0"/>
              <a:t>
4-  CHANTEZ, CHANTEZ </a:t>
            </a:r>
          </a:p>
          <a:p>
            <a:r>
              <a:rPr lang="fr-FR" smtClean="0"/>
              <a:t>Sing praise, sing praise</a:t>
            </a:r>
          </a:p>
          <a:p>
            <a:r>
              <a:rPr lang="fr-FR" smtClean="0"/>
              <a:t>5-  À MAIN PUISSANTE ET BRAS ÉTENDU SON AMOUR DURE À JAMAIS </a:t>
            </a:r>
          </a:p>
          <a:p>
            <a:r>
              <a:rPr lang="fr-FR" smtClean="0"/>
              <a:t>With a mighty hand and outstretched arm His love endures forever</a:t>
            </a:r>
            <a:br>
              <a:rPr lang="fr-FR" smtClean="0"/>
            </a:br>
            <a:r>
              <a:rPr lang="fr-FR" smtClean="0"/>
              <a:t>6-  POUR SA VIE QUI EN NOUS RENAÎT SON AMOUR DURE À JAMAIS </a:t>
            </a:r>
          </a:p>
          <a:p>
            <a:r>
              <a:rPr lang="fr-FR" smtClean="0"/>
              <a:t>For the life that's been reborn His love endures forever</a:t>
            </a:r>
          </a:p>
          <a:p>
            <a:r>
              <a:rPr lang="fr-FR" smtClean="0"/>
              <a:t>
7-  CHANTEZ, CHANTEZ      x4</a:t>
            </a:r>
          </a:p>
          <a:p>
            <a:r>
              <a:rPr lang="fr-FR" smtClean="0"/>
              <a:t>Sing praise, sing praise        x4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À JAMAIS DIEU EST FIDÈLE À JAMAIS DIEU EST FORT  </a:t>
            </a:r>
          </a:p>
          <a:p>
            <a:r>
              <a:rPr lang="fr-FR" smtClean="0"/>
              <a:t>	Yeah Forever God is faithful Forever God is strong
	9-  À JAMAIS DIEU EST AVEC NOUS À JAMAIS, À JAMAIS               x2</a:t>
            </a:r>
          </a:p>
          <a:p>
            <a:r>
              <a:rPr lang="fr-FR" smtClean="0"/>
              <a:t>	Forever God is with us Forever Forever</a:t>
            </a:r>
          </a:p>
          <a:p>
            <a:r>
              <a:rPr lang="fr-FR" smtClean="0"/>
              <a:t> 
10-  DU LEVER AU COUCHER DU SOLEIL SON AMOUR DURE À JAMAIS </a:t>
            </a:r>
          </a:p>
          <a:p>
            <a:r>
              <a:rPr lang="fr-FR" smtClean="0"/>
              <a:t>From the rising to the setting sun His love endures forever
11-  ET PAR LA GRÂCE DE DIEU TOUJOURS NOUS VAINCRONS  </a:t>
            </a:r>
          </a:p>
          <a:p>
            <a:r>
              <a:rPr lang="fr-FR" smtClean="0"/>
              <a:t>By the grace of God We will carry on</a:t>
            </a:r>
            <a:br>
              <a:rPr lang="fr-FR" smtClean="0"/>
            </a:br>
            <a:r>
              <a:rPr lang="fr-FR" smtClean="0"/>
              <a:t>12-  SON AMOUR DURE À JAMAIS CHANTEZ, CHANTEZ </a:t>
            </a:r>
          </a:p>
          <a:p>
            <a:r>
              <a:rPr lang="fr-FR" smtClean="0"/>
              <a:t>His love endures forever Sing praise, sing praise</a:t>
            </a:r>
          </a:p>
          <a:p>
            <a:r>
              <a:rPr lang="fr-FR" smtClean="0"/>
              <a:t>
13-  CHANTEZ, CHANTEZ </a:t>
            </a:r>
          </a:p>
          <a:p>
            <a:r>
              <a:rPr lang="fr-FR" smtClean="0"/>
              <a:t>Sing praise, sing praise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RENDS GRÂCE AU SEIGNEUR NOTRE DIEU ET ROI </a:t>
            </a:r>
          </a:p>
          <a:p>
            <a:r>
              <a:rPr lang="fr-FR" b="0" smtClean="0"/>
              <a:t>Give thanks to the Lord Our God and King 
2-  SON AMOUR DURE À JAMAIS CAR IL EST BON ET ÉLEVÉ   </a:t>
            </a:r>
          </a:p>
          <a:p>
            <a:r>
              <a:rPr lang="fr-FR" b="0" smtClean="0"/>
              <a:t>His love endures forever For He is good, He is above all things
3-  SON AMOUR DURE À JAMAIS </a:t>
            </a:r>
          </a:p>
          <a:p>
            <a:r>
              <a:rPr lang="fr-FR" b="0" smtClean="0"/>
              <a:t>His love endures forever</a:t>
            </a:r>
          </a:p>
          <a:p>
            <a:r>
              <a:rPr lang="fr-FR" b="0" smtClean="0"/>
              <a:t>
4-  CHANTEZ, CHANTEZ </a:t>
            </a:r>
          </a:p>
          <a:p>
            <a:r>
              <a:rPr lang="fr-FR" b="0" smtClean="0"/>
              <a:t>Sing praise, sing praise</a:t>
            </a:r>
          </a:p>
          <a:p>
            <a:r>
              <a:rPr lang="fr-FR" b="0" smtClean="0"/>
              <a:t>5-  À MAIN PUISSANTE ET BRAS ÉTENDU SON AMOUR DURE À JAMAIS </a:t>
            </a:r>
          </a:p>
          <a:p>
            <a:r>
              <a:rPr lang="fr-FR" b="0" smtClean="0"/>
              <a:t>With a mighty hand and outstretched arm His love endures forever</a:t>
            </a:r>
            <a:br>
              <a:rPr lang="fr-FR" b="0" smtClean="0"/>
            </a:br>
            <a:r>
              <a:rPr lang="fr-FR" b="0" smtClean="0"/>
              <a:t>6-  POUR SA VIE QUI EN NOUS RENAÎT SON AMOUR DURE À JAMAIS </a:t>
            </a:r>
          </a:p>
          <a:p>
            <a:r>
              <a:rPr lang="fr-FR" b="0" smtClean="0"/>
              <a:t>For the life that's been reborn His love endures forever</a:t>
            </a:r>
          </a:p>
          <a:p>
            <a:r>
              <a:rPr lang="fr-FR" b="0" smtClean="0"/>
              <a:t>
7-  CHANTEZ, CHANTEZ      x4</a:t>
            </a:r>
          </a:p>
          <a:p>
            <a:r>
              <a:rPr lang="fr-FR" b="0" smtClean="0"/>
              <a:t>Sing praise, sing praise        x4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8-  À JAMAIS DIEU EST FIDÈLE À JAMAIS DIEU EST FORT  </a:t>
            </a:r>
          </a:p>
          <a:p>
            <a:r>
              <a:rPr lang="fr-FR" b="0" smtClean="0"/>
              <a:t>	Yeah Forever God is faithful Forever God is strong
	9-  À JAMAIS DIEU EST AVEC NOUS À JAMAIS, À JAMAIS               x2</a:t>
            </a:r>
          </a:p>
          <a:p>
            <a:r>
              <a:rPr lang="fr-FR" b="0" smtClean="0"/>
              <a:t>	Forever God is with us Forever Forever</a:t>
            </a:r>
          </a:p>
          <a:p>
            <a:r>
              <a:rPr lang="fr-FR" b="0" smtClean="0"/>
              <a:t> 
10-  DU LEVER AU COUCHER DU SOLEIL SON AMOUR DURE À JAMAIS </a:t>
            </a:r>
          </a:p>
          <a:p>
            <a:r>
              <a:rPr lang="fr-FR" b="0" smtClean="0"/>
              <a:t>From the rising to the setting sun His love endures forever
11-  ET PAR LA GRÂCE DE DIEU TOUJOURS NOUS VAINCRONS  </a:t>
            </a:r>
          </a:p>
          <a:p>
            <a:r>
              <a:rPr lang="fr-FR" b="0" smtClean="0"/>
              <a:t>By the grace of God We will carry on</a:t>
            </a:r>
            <a:br>
              <a:rPr lang="fr-FR" b="0" smtClean="0"/>
            </a:br>
            <a:r>
              <a:rPr lang="fr-FR" b="0" smtClean="0"/>
              <a:t>12-  SON AMOUR DURE À JAMAIS CHANTEZ, CHANTEZ </a:t>
            </a:r>
          </a:p>
          <a:p>
            <a:r>
              <a:rPr lang="fr-FR" b="0" smtClean="0"/>
              <a:t>His love endures forever Sing praise, sing praise</a:t>
            </a:r>
          </a:p>
          <a:p>
            <a:r>
              <a:rPr lang="fr-FR" b="0" smtClean="0"/>
              <a:t>
13-  CHANTEZ, CHANTEZ </a:t>
            </a:r>
          </a:p>
          <a:p>
            <a:r>
              <a:rPr lang="fr-FR" b="0" smtClean="0"/>
              <a:t>Sing praise, sing praise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RENDS GRÂCE AU SEIGNEUR NOTRE DIEU ET ROI </a:t>
            </a:r>
          </a:p>
          <a:p>
            <a:r>
              <a:rPr lang="fr-FR" smtClean="0"/>
              <a:t>Give thanks to the Lord Our God and King 
2-  SON AMOUR DURE À JAMAIS CAR IL EST BON ET ÉLEVÉ   </a:t>
            </a:r>
          </a:p>
          <a:p>
            <a:r>
              <a:rPr lang="fr-FR" smtClean="0"/>
              <a:t>His love endures forever For He is good, He is above all things
3-  SON AMOUR DURE À JAMAIS </a:t>
            </a:r>
          </a:p>
          <a:p>
            <a:r>
              <a:rPr lang="fr-FR" smtClean="0"/>
              <a:t>His love endures forever</a:t>
            </a:r>
          </a:p>
          <a:p>
            <a:r>
              <a:rPr lang="fr-FR" smtClean="0"/>
              <a:t>
4-  CHANTEZ, CHANTEZ </a:t>
            </a:r>
          </a:p>
          <a:p>
            <a:r>
              <a:rPr lang="fr-FR" smtClean="0"/>
              <a:t>Sing praise, sing praise</a:t>
            </a:r>
          </a:p>
          <a:p>
            <a:r>
              <a:rPr lang="fr-FR" smtClean="0"/>
              <a:t>5-  À MAIN PUISSANTE ET BRAS ÉTENDU SON AMOUR DURE À JAMAIS </a:t>
            </a:r>
          </a:p>
          <a:p>
            <a:r>
              <a:rPr lang="fr-FR" smtClean="0"/>
              <a:t>With a mighty hand and outstretched arm His love endures forever</a:t>
            </a:r>
            <a:br>
              <a:rPr lang="fr-FR" smtClean="0"/>
            </a:br>
            <a:r>
              <a:rPr lang="fr-FR" smtClean="0"/>
              <a:t>6-  POUR SA VIE QUI EN NOUS RENAÎT SON AMOUR DURE À JAMAIS </a:t>
            </a:r>
          </a:p>
          <a:p>
            <a:r>
              <a:rPr lang="fr-FR" smtClean="0"/>
              <a:t>For the life that's been reborn His love endures forever</a:t>
            </a:r>
          </a:p>
          <a:p>
            <a:r>
              <a:rPr lang="fr-FR" smtClean="0"/>
              <a:t>
7-  CHANTEZ, CHANTEZ      x4</a:t>
            </a:r>
          </a:p>
          <a:p>
            <a:r>
              <a:rPr lang="fr-FR" smtClean="0"/>
              <a:t>Sing praise, sing praise        x4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À JAMAIS DIEU EST FIDÈLE À JAMAIS DIEU EST FORT  </a:t>
            </a:r>
          </a:p>
          <a:p>
            <a:r>
              <a:rPr lang="fr-FR" smtClean="0"/>
              <a:t>	Yeah Forever God is faithful Forever God is strong
	9-  À JAMAIS DIEU EST AVEC NOUS À JAMAIS, À JAMAIS               x2</a:t>
            </a:r>
          </a:p>
          <a:p>
            <a:r>
              <a:rPr lang="fr-FR" smtClean="0"/>
              <a:t>	Forever God is with us Forever Forever</a:t>
            </a:r>
          </a:p>
          <a:p>
            <a:r>
              <a:rPr lang="fr-FR" smtClean="0"/>
              <a:t> 
10-  DU LEVER AU COUCHER DU SOLEIL SON AMOUR DURE À JAMAIS </a:t>
            </a:r>
          </a:p>
          <a:p>
            <a:r>
              <a:rPr lang="fr-FR" smtClean="0"/>
              <a:t>From the rising to the setting sun His love endures forever
11-  ET PAR LA GRÂCE DE DIEU TOUJOURS NOUS VAINCRONS  </a:t>
            </a:r>
          </a:p>
          <a:p>
            <a:r>
              <a:rPr lang="fr-FR" smtClean="0"/>
              <a:t>By the grace of God We will carry on</a:t>
            </a:r>
            <a:br>
              <a:rPr lang="fr-FR" smtClean="0"/>
            </a:br>
            <a:r>
              <a:rPr lang="fr-FR" smtClean="0"/>
              <a:t>12-  SON AMOUR DURE À JAMAIS CHANTEZ, CHANTEZ </a:t>
            </a:r>
          </a:p>
          <a:p>
            <a:r>
              <a:rPr lang="fr-FR" smtClean="0"/>
              <a:t>His love endures forever Sing praise, sing praise</a:t>
            </a:r>
          </a:p>
          <a:p>
            <a:r>
              <a:rPr lang="fr-FR" smtClean="0"/>
              <a:t>
13-  CHANTEZ, CHANTEZ </a:t>
            </a:r>
          </a:p>
          <a:p>
            <a:r>
              <a:rPr lang="fr-FR" smtClean="0"/>
              <a:t>Sing praise, sing praise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RENDS GRÂCE AU SEIGNEUR NOTRE DIEU ET ROI </a:t>
            </a:r>
          </a:p>
          <a:p>
            <a:r>
              <a:rPr lang="fr-FR" b="0" smtClean="0"/>
              <a:t>Give thanks to the Lord Our God and King 
2-  SON AMOUR DURE À JAMAIS CAR IL EST BON ET ÉLEVÉ   </a:t>
            </a:r>
          </a:p>
          <a:p>
            <a:r>
              <a:rPr lang="fr-FR" b="0" smtClean="0"/>
              <a:t>His love endures forever For He is good, He is above all things
3-  SON AMOUR DURE À JAMAIS </a:t>
            </a:r>
          </a:p>
          <a:p>
            <a:r>
              <a:rPr lang="fr-FR" b="0" smtClean="0"/>
              <a:t>His love endures forever</a:t>
            </a:r>
          </a:p>
          <a:p>
            <a:r>
              <a:rPr lang="fr-FR" b="0" smtClean="0"/>
              <a:t>
4-  CHANTEZ, CHANTEZ </a:t>
            </a:r>
          </a:p>
          <a:p>
            <a:r>
              <a:rPr lang="fr-FR" b="0" smtClean="0"/>
              <a:t>Sing praise, sing praise</a:t>
            </a:r>
          </a:p>
          <a:p>
            <a:r>
              <a:rPr lang="fr-FR" b="0" smtClean="0"/>
              <a:t>5-  À MAIN PUISSANTE ET BRAS ÉTENDU SON AMOUR DURE À JAMAIS </a:t>
            </a:r>
          </a:p>
          <a:p>
            <a:r>
              <a:rPr lang="fr-FR" b="0" smtClean="0"/>
              <a:t>With a mighty hand and outstretched arm His love endures forever</a:t>
            </a:r>
            <a:br>
              <a:rPr lang="fr-FR" b="0" smtClean="0"/>
            </a:br>
            <a:r>
              <a:rPr lang="fr-FR" b="0" smtClean="0"/>
              <a:t>6-  POUR SA VIE QUI EN NOUS RENAÎT SON AMOUR DURE À JAMAIS </a:t>
            </a:r>
          </a:p>
          <a:p>
            <a:r>
              <a:rPr lang="fr-FR" b="0" smtClean="0"/>
              <a:t>For the life that's been reborn His love endures forever</a:t>
            </a:r>
          </a:p>
          <a:p>
            <a:r>
              <a:rPr lang="fr-FR" b="0" smtClean="0"/>
              <a:t>
7-  CHANTEZ, CHANTEZ      x4</a:t>
            </a:r>
          </a:p>
          <a:p>
            <a:r>
              <a:rPr lang="fr-FR" b="0" smtClean="0"/>
              <a:t>Sing praise, sing praise        x4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8-  À JAMAIS DIEU EST FIDÈLE À JAMAIS DIEU EST FORT  </a:t>
            </a:r>
          </a:p>
          <a:p>
            <a:r>
              <a:rPr lang="fr-FR" b="0" smtClean="0"/>
              <a:t>	Yeah Forever God is faithful Forever God is strong
	9-  À JAMAIS DIEU EST AVEC NOUS À JAMAIS, À JAMAIS               x2</a:t>
            </a:r>
          </a:p>
          <a:p>
            <a:r>
              <a:rPr lang="fr-FR" b="0" smtClean="0"/>
              <a:t>	Forever God is with us Forever Forever</a:t>
            </a:r>
          </a:p>
          <a:p>
            <a:r>
              <a:rPr lang="fr-FR" b="0" smtClean="0"/>
              <a:t> 
10-  DU LEVER AU COUCHER DU SOLEIL SON AMOUR DURE À JAMAIS </a:t>
            </a:r>
          </a:p>
          <a:p>
            <a:r>
              <a:rPr lang="fr-FR" b="0" smtClean="0"/>
              <a:t>From the rising to the setting sun His love endures forever
11-  ET PAR LA GRÂCE DE DIEU TOUJOURS NOUS VAINCRONS  </a:t>
            </a:r>
          </a:p>
          <a:p>
            <a:r>
              <a:rPr lang="fr-FR" b="0" smtClean="0"/>
              <a:t>By the grace of God We will carry on</a:t>
            </a:r>
            <a:br>
              <a:rPr lang="fr-FR" b="0" smtClean="0"/>
            </a:br>
            <a:r>
              <a:rPr lang="fr-FR" b="0" smtClean="0"/>
              <a:t>12-  SON AMOUR DURE À JAMAIS CHANTEZ, CHANTEZ </a:t>
            </a:r>
          </a:p>
          <a:p>
            <a:r>
              <a:rPr lang="fr-FR" b="0" smtClean="0"/>
              <a:t>His love endures forever Sing praise, sing praise</a:t>
            </a:r>
          </a:p>
          <a:p>
            <a:r>
              <a:rPr lang="fr-FR" b="0" smtClean="0"/>
              <a:t>
13-  CHANTEZ, CHANTEZ </a:t>
            </a:r>
          </a:p>
          <a:p>
            <a:r>
              <a:rPr lang="fr-FR" b="0" smtClean="0"/>
              <a:t>Sing praise, sing praise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RENDS GRÂCE AU SEIGNEUR NOTRE DIEU ET ROI </a:t>
            </a:r>
          </a:p>
          <a:p>
            <a:r>
              <a:rPr lang="fr-FR" smtClean="0"/>
              <a:t>Give thanks to the Lord Our God and King 
2-  SON AMOUR DURE À JAMAIS CAR IL EST BON ET ÉLEVÉ   </a:t>
            </a:r>
          </a:p>
          <a:p>
            <a:r>
              <a:rPr lang="fr-FR" smtClean="0"/>
              <a:t>His love endures forever For He is good, He is above all things
3-  SON AMOUR DURE À JAMAIS </a:t>
            </a:r>
          </a:p>
          <a:p>
            <a:r>
              <a:rPr lang="fr-FR" smtClean="0"/>
              <a:t>His love endures forever</a:t>
            </a:r>
          </a:p>
          <a:p>
            <a:r>
              <a:rPr lang="fr-FR" smtClean="0"/>
              <a:t>
4-  CHANTEZ, CHANTEZ </a:t>
            </a:r>
          </a:p>
          <a:p>
            <a:r>
              <a:rPr lang="fr-FR" smtClean="0"/>
              <a:t>Sing praise, sing praise</a:t>
            </a:r>
          </a:p>
          <a:p>
            <a:r>
              <a:rPr lang="fr-FR" smtClean="0"/>
              <a:t>5-  À MAIN PUISSANTE ET BRAS ÉTENDU SON AMOUR DURE À JAMAIS </a:t>
            </a:r>
          </a:p>
          <a:p>
            <a:r>
              <a:rPr lang="fr-FR" smtClean="0"/>
              <a:t>With a mighty hand and outstretched arm His love endures forever</a:t>
            </a:r>
            <a:br>
              <a:rPr lang="fr-FR" smtClean="0"/>
            </a:br>
            <a:r>
              <a:rPr lang="fr-FR" smtClean="0"/>
              <a:t>6-  POUR SA VIE QUI EN NOUS RENAÎT SON AMOUR DURE À JAMAIS </a:t>
            </a:r>
          </a:p>
          <a:p>
            <a:r>
              <a:rPr lang="fr-FR" smtClean="0"/>
              <a:t>For the life that's been reborn His love endures forever</a:t>
            </a:r>
          </a:p>
          <a:p>
            <a:r>
              <a:rPr lang="fr-FR" smtClean="0"/>
              <a:t>
7-  CHANTEZ, CHANTEZ      x4</a:t>
            </a:r>
          </a:p>
          <a:p>
            <a:r>
              <a:rPr lang="fr-FR" smtClean="0"/>
              <a:t>Sing praise, sing praise        x4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À JAMAIS DIEU EST FIDÈLE À JAMAIS DIEU EST FORT  </a:t>
            </a:r>
          </a:p>
          <a:p>
            <a:r>
              <a:rPr lang="fr-FR" smtClean="0"/>
              <a:t>	Yeah Forever God is faithful Forever God is strong
	9-  À JAMAIS DIEU EST AVEC NOUS À JAMAIS, À JAMAIS               x2</a:t>
            </a:r>
          </a:p>
          <a:p>
            <a:r>
              <a:rPr lang="fr-FR" smtClean="0"/>
              <a:t>	Forever God is with us Forever Forever</a:t>
            </a:r>
          </a:p>
          <a:p>
            <a:r>
              <a:rPr lang="fr-FR" smtClean="0"/>
              <a:t> 
10-  DU LEVER AU COUCHER DU SOLEIL SON AMOUR DURE À JAMAIS </a:t>
            </a:r>
          </a:p>
          <a:p>
            <a:r>
              <a:rPr lang="fr-FR" smtClean="0"/>
              <a:t>From the rising to the setting sun His love endures forever
11-  ET PAR LA GRÂCE DE DIEU TOUJOURS NOUS VAINCRONS  </a:t>
            </a:r>
          </a:p>
          <a:p>
            <a:r>
              <a:rPr lang="fr-FR" smtClean="0"/>
              <a:t>By the grace of God We will carry on</a:t>
            </a:r>
            <a:br>
              <a:rPr lang="fr-FR" smtClean="0"/>
            </a:br>
            <a:r>
              <a:rPr lang="fr-FR" smtClean="0"/>
              <a:t>12-  SON AMOUR DURE À JAMAIS CHANTEZ, CHANTEZ </a:t>
            </a:r>
          </a:p>
          <a:p>
            <a:r>
              <a:rPr lang="fr-FR" smtClean="0"/>
              <a:t>His love endures forever Sing praise, sing praise</a:t>
            </a:r>
          </a:p>
          <a:p>
            <a:r>
              <a:rPr lang="fr-FR" smtClean="0"/>
              <a:t>
13-  CHANTEZ, CHANTEZ </a:t>
            </a:r>
          </a:p>
          <a:p>
            <a:r>
              <a:rPr lang="fr-FR" smtClean="0"/>
              <a:t>Sing praise, sing praise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RENDS GRÂCE AU SEIGNEUR NOTRE DIEU ET ROI </a:t>
            </a:r>
          </a:p>
          <a:p>
            <a:r>
              <a:rPr lang="fr-FR" b="0" smtClean="0"/>
              <a:t>Give thanks to the Lord Our God and King 
2-  SON AMOUR DURE À JAMAIS CAR IL EST BON ET ÉLEVÉ   </a:t>
            </a:r>
          </a:p>
          <a:p>
            <a:r>
              <a:rPr lang="fr-FR" b="0" smtClean="0"/>
              <a:t>His love endures forever For He is good, He is above all things
3-  SON AMOUR DURE À JAMAIS </a:t>
            </a:r>
          </a:p>
          <a:p>
            <a:r>
              <a:rPr lang="fr-FR" b="0" smtClean="0"/>
              <a:t>His love endures forever</a:t>
            </a:r>
          </a:p>
          <a:p>
            <a:r>
              <a:rPr lang="fr-FR" b="0" smtClean="0"/>
              <a:t>
4-  CHANTEZ, CHANTEZ </a:t>
            </a:r>
          </a:p>
          <a:p>
            <a:r>
              <a:rPr lang="fr-FR" b="0" smtClean="0"/>
              <a:t>Sing praise, sing praise</a:t>
            </a:r>
          </a:p>
          <a:p>
            <a:r>
              <a:rPr lang="fr-FR" b="0" smtClean="0"/>
              <a:t>5-  À MAIN PUISSANTE ET BRAS ÉTENDU SON AMOUR DURE À JAMAIS </a:t>
            </a:r>
          </a:p>
          <a:p>
            <a:r>
              <a:rPr lang="fr-FR" b="0" smtClean="0"/>
              <a:t>With a mighty hand and outstretched arm His love endures forever</a:t>
            </a:r>
            <a:br>
              <a:rPr lang="fr-FR" b="0" smtClean="0"/>
            </a:br>
            <a:r>
              <a:rPr lang="fr-FR" b="0" smtClean="0"/>
              <a:t>6-  POUR SA VIE QUI EN NOUS RENAÎT SON AMOUR DURE À JAMAIS </a:t>
            </a:r>
          </a:p>
          <a:p>
            <a:r>
              <a:rPr lang="fr-FR" b="0" smtClean="0"/>
              <a:t>For the life that's been reborn His love endures forever</a:t>
            </a:r>
          </a:p>
          <a:p>
            <a:r>
              <a:rPr lang="fr-FR" b="0" smtClean="0"/>
              <a:t>
7-  CHANTEZ, CHANTEZ      x4</a:t>
            </a:r>
          </a:p>
          <a:p>
            <a:r>
              <a:rPr lang="fr-FR" b="0" smtClean="0"/>
              <a:t>Sing praise, sing praise        x4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8-  À JAMAIS DIEU EST FIDÈLE À JAMAIS DIEU EST FORT  </a:t>
            </a:r>
          </a:p>
          <a:p>
            <a:r>
              <a:rPr lang="fr-FR" b="0" smtClean="0"/>
              <a:t>	Yeah Forever God is faithful Forever God is strong
	9-  À JAMAIS DIEU EST AVEC NOUS À JAMAIS, À JAMAIS               x2</a:t>
            </a:r>
          </a:p>
          <a:p>
            <a:r>
              <a:rPr lang="fr-FR" b="0" smtClean="0"/>
              <a:t>	Forever God is with us Forever Forever</a:t>
            </a:r>
          </a:p>
          <a:p>
            <a:r>
              <a:rPr lang="fr-FR" b="0" smtClean="0"/>
              <a:t> 
10-  DU LEVER AU COUCHER DU SOLEIL SON AMOUR DURE À JAMAIS </a:t>
            </a:r>
          </a:p>
          <a:p>
            <a:r>
              <a:rPr lang="fr-FR" b="0" smtClean="0"/>
              <a:t>From the rising to the setting sun His love endures forever
11-  ET PAR LA GRÂCE DE DIEU TOUJOURS NOUS VAINCRONS  </a:t>
            </a:r>
          </a:p>
          <a:p>
            <a:r>
              <a:rPr lang="fr-FR" b="0" smtClean="0"/>
              <a:t>By the grace of God We will carry on</a:t>
            </a:r>
            <a:br>
              <a:rPr lang="fr-FR" b="0" smtClean="0"/>
            </a:br>
            <a:r>
              <a:rPr lang="fr-FR" b="0" smtClean="0"/>
              <a:t>12-  SON AMOUR DURE À JAMAIS CHANTEZ, CHANTEZ </a:t>
            </a:r>
          </a:p>
          <a:p>
            <a:r>
              <a:rPr lang="fr-FR" b="0" smtClean="0"/>
              <a:t>His love endures forever Sing praise, sing praise</a:t>
            </a:r>
          </a:p>
          <a:p>
            <a:r>
              <a:rPr lang="fr-FR" b="0" smtClean="0"/>
              <a:t>
13-  CHANTEZ, CHANTEZ </a:t>
            </a:r>
          </a:p>
          <a:p>
            <a:r>
              <a:rPr lang="fr-FR" b="0" smtClean="0"/>
              <a:t>Sing praise, sing praise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RENDS GRÂCE AU SEIGNEUR NOTRE DIEU ET ROI </a:t>
            </a:r>
          </a:p>
          <a:p>
            <a:r>
              <a:rPr lang="fr-FR" smtClean="0"/>
              <a:t>Give thanks to the Lord Our God and King 
2-  SON AMOUR DURE À JAMAIS CAR IL EST BON ET ÉLEVÉ   </a:t>
            </a:r>
          </a:p>
          <a:p>
            <a:r>
              <a:rPr lang="fr-FR" smtClean="0"/>
              <a:t>His love endures forever For He is good, He is above all things
3-  SON AMOUR DURE À JAMAIS </a:t>
            </a:r>
          </a:p>
          <a:p>
            <a:r>
              <a:rPr lang="fr-FR" smtClean="0"/>
              <a:t>His love endures forever</a:t>
            </a:r>
          </a:p>
          <a:p>
            <a:r>
              <a:rPr lang="fr-FR" smtClean="0"/>
              <a:t>
4-  CHANTEZ, CHANTEZ </a:t>
            </a:r>
          </a:p>
          <a:p>
            <a:r>
              <a:rPr lang="fr-FR" smtClean="0"/>
              <a:t>Sing praise, sing praise</a:t>
            </a:r>
          </a:p>
          <a:p>
            <a:r>
              <a:rPr lang="fr-FR" smtClean="0"/>
              <a:t>5-  À MAIN PUISSANTE ET BRAS ÉTENDU SON AMOUR DURE À JAMAIS </a:t>
            </a:r>
          </a:p>
          <a:p>
            <a:r>
              <a:rPr lang="fr-FR" smtClean="0"/>
              <a:t>With a mighty hand and outstretched arm His love endures forever</a:t>
            </a:r>
            <a:br>
              <a:rPr lang="fr-FR" smtClean="0"/>
            </a:br>
            <a:r>
              <a:rPr lang="fr-FR" smtClean="0"/>
              <a:t>6-  POUR SA VIE QUI EN NOUS RENAÎT SON AMOUR DURE À JAMAIS </a:t>
            </a:r>
          </a:p>
          <a:p>
            <a:r>
              <a:rPr lang="fr-FR" smtClean="0"/>
              <a:t>For the life that's been reborn His love endures forever</a:t>
            </a:r>
          </a:p>
          <a:p>
            <a:r>
              <a:rPr lang="fr-FR" smtClean="0"/>
              <a:t>
7-  CHANTEZ, CHANTEZ      x4</a:t>
            </a:r>
          </a:p>
          <a:p>
            <a:r>
              <a:rPr lang="fr-FR" smtClean="0"/>
              <a:t>Sing praise, sing praise        x4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À JAMAIS DIEU EST FIDÈLE À JAMAIS DIEU EST FORT  </a:t>
            </a:r>
          </a:p>
          <a:p>
            <a:r>
              <a:rPr lang="fr-FR" smtClean="0"/>
              <a:t>	Yeah Forever God is faithful Forever God is strong
	9-  À JAMAIS DIEU EST AVEC NOUS À JAMAIS, À JAMAIS               x2</a:t>
            </a:r>
          </a:p>
          <a:p>
            <a:r>
              <a:rPr lang="fr-FR" smtClean="0"/>
              <a:t>	Forever God is with us Forever Forever</a:t>
            </a:r>
          </a:p>
          <a:p>
            <a:r>
              <a:rPr lang="fr-FR" smtClean="0"/>
              <a:t> 
10-  DU LEVER AU COUCHER DU SOLEIL SON AMOUR DURE À JAMAIS </a:t>
            </a:r>
          </a:p>
          <a:p>
            <a:r>
              <a:rPr lang="fr-FR" smtClean="0"/>
              <a:t>From the rising to the setting sun His love endures forever
11-  ET PAR LA GRÂCE DE DIEU TOUJOURS NOUS VAINCRONS  </a:t>
            </a:r>
          </a:p>
          <a:p>
            <a:r>
              <a:rPr lang="fr-FR" smtClean="0"/>
              <a:t>By the grace of God We will carry on</a:t>
            </a:r>
            <a:br>
              <a:rPr lang="fr-FR" smtClean="0"/>
            </a:br>
            <a:r>
              <a:rPr lang="fr-FR" smtClean="0"/>
              <a:t>12-  SON AMOUR DURE À JAMAIS CHANTEZ, CHANTEZ </a:t>
            </a:r>
          </a:p>
          <a:p>
            <a:r>
              <a:rPr lang="fr-FR" smtClean="0"/>
              <a:t>His love endures forever Sing praise, sing praise</a:t>
            </a:r>
          </a:p>
          <a:p>
            <a:r>
              <a:rPr lang="fr-FR" smtClean="0"/>
              <a:t>
13-  CHANTEZ, CHANTEZ </a:t>
            </a:r>
          </a:p>
          <a:p>
            <a:r>
              <a:rPr lang="fr-FR" smtClean="0"/>
              <a:t>Sing praise, sing praise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RENDS GRÂCE AU SEIGNEUR NOTRE DIEU ET ROI </a:t>
            </a:r>
          </a:p>
          <a:p>
            <a:r>
              <a:rPr lang="fr-FR" b="0" smtClean="0"/>
              <a:t>Give thanks to the Lord Our God and King 
2-  SON AMOUR DURE À JAMAIS CAR IL EST BON ET ÉLEVÉ   </a:t>
            </a:r>
          </a:p>
          <a:p>
            <a:r>
              <a:rPr lang="fr-FR" b="0" smtClean="0"/>
              <a:t>His love endures forever For He is good, He is above all things
3-  SON AMOUR DURE À JAMAIS </a:t>
            </a:r>
          </a:p>
          <a:p>
            <a:r>
              <a:rPr lang="fr-FR" b="0" smtClean="0"/>
              <a:t>His love endures forever</a:t>
            </a:r>
          </a:p>
          <a:p>
            <a:r>
              <a:rPr lang="fr-FR" b="0" smtClean="0"/>
              <a:t>
4-  CHANTEZ, CHANTEZ </a:t>
            </a:r>
          </a:p>
          <a:p>
            <a:r>
              <a:rPr lang="fr-FR" b="0" smtClean="0"/>
              <a:t>Sing praise, sing praise</a:t>
            </a:r>
          </a:p>
          <a:p>
            <a:r>
              <a:rPr lang="fr-FR" b="0" smtClean="0"/>
              <a:t>5-  À MAIN PUISSANTE ET BRAS ÉTENDU SON AMOUR DURE À JAMAIS </a:t>
            </a:r>
          </a:p>
          <a:p>
            <a:r>
              <a:rPr lang="fr-FR" b="0" smtClean="0"/>
              <a:t>With a mighty hand and outstretched arm His love endures forever</a:t>
            </a:r>
            <a:br>
              <a:rPr lang="fr-FR" b="0" smtClean="0"/>
            </a:br>
            <a:r>
              <a:rPr lang="fr-FR" b="0" smtClean="0"/>
              <a:t>6-  POUR SA VIE QUI EN NOUS RENAÎT SON AMOUR DURE À JAMAIS </a:t>
            </a:r>
          </a:p>
          <a:p>
            <a:r>
              <a:rPr lang="fr-FR" b="0" smtClean="0"/>
              <a:t>For the life that's been reborn His love endures forever</a:t>
            </a:r>
          </a:p>
          <a:p>
            <a:r>
              <a:rPr lang="fr-FR" b="0" smtClean="0"/>
              <a:t>
7-  CHANTEZ, CHANTEZ      x4</a:t>
            </a:r>
          </a:p>
          <a:p>
            <a:r>
              <a:rPr lang="fr-FR" b="0" smtClean="0"/>
              <a:t>Sing praise, sing praise        x4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8-  À JAMAIS DIEU EST FIDÈLE À JAMAIS DIEU EST FORT  </a:t>
            </a:r>
          </a:p>
          <a:p>
            <a:r>
              <a:rPr lang="fr-FR" b="0" smtClean="0"/>
              <a:t>	Yeah Forever God is faithful Forever God is strong
	9-  À JAMAIS DIEU EST AVEC NOUS À JAMAIS, À JAMAIS               x2</a:t>
            </a:r>
          </a:p>
          <a:p>
            <a:r>
              <a:rPr lang="fr-FR" b="0" smtClean="0"/>
              <a:t>	Forever God is with us Forever Forever</a:t>
            </a:r>
          </a:p>
          <a:p>
            <a:r>
              <a:rPr lang="fr-FR" b="0" smtClean="0"/>
              <a:t> 
10-  DU LEVER AU COUCHER DU SOLEIL SON AMOUR DURE À JAMAIS </a:t>
            </a:r>
          </a:p>
          <a:p>
            <a:r>
              <a:rPr lang="fr-FR" b="0" smtClean="0"/>
              <a:t>From the rising to the setting sun His love endures forever
11-  ET PAR LA GRÂCE DE DIEU TOUJOURS NOUS VAINCRONS  </a:t>
            </a:r>
          </a:p>
          <a:p>
            <a:r>
              <a:rPr lang="fr-FR" b="0" smtClean="0"/>
              <a:t>By the grace of God We will carry on</a:t>
            </a:r>
            <a:br>
              <a:rPr lang="fr-FR" b="0" smtClean="0"/>
            </a:br>
            <a:r>
              <a:rPr lang="fr-FR" b="0" smtClean="0"/>
              <a:t>12-  SON AMOUR DURE À JAMAIS CHANTEZ, CHANTEZ </a:t>
            </a:r>
          </a:p>
          <a:p>
            <a:r>
              <a:rPr lang="fr-FR" b="0" smtClean="0"/>
              <a:t>His love endures forever Sing praise, sing praise</a:t>
            </a:r>
          </a:p>
          <a:p>
            <a:r>
              <a:rPr lang="fr-FR" b="0" smtClean="0"/>
              <a:t>
13-  CHANTEZ, CHANTEZ </a:t>
            </a:r>
          </a:p>
          <a:p>
            <a:r>
              <a:rPr lang="fr-FR" b="0" smtClean="0"/>
              <a:t>Sing praise, sing praise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RENDS GRÂCE AU SEIGNEUR NOTRE DIEU ET ROI </a:t>
            </a:r>
          </a:p>
          <a:p>
            <a:r>
              <a:rPr lang="fr-FR" smtClean="0"/>
              <a:t>Give thanks to the Lord Our God and King 
2-  SON AMOUR DURE À JAMAIS CAR IL EST BON ET ÉLEVÉ   </a:t>
            </a:r>
          </a:p>
          <a:p>
            <a:r>
              <a:rPr lang="fr-FR" smtClean="0"/>
              <a:t>His love endures forever For He is good, He is above all things
3-  SON AMOUR DURE À JAMAIS </a:t>
            </a:r>
          </a:p>
          <a:p>
            <a:r>
              <a:rPr lang="fr-FR" smtClean="0"/>
              <a:t>His love endures forever</a:t>
            </a:r>
          </a:p>
          <a:p>
            <a:r>
              <a:rPr lang="fr-FR" smtClean="0"/>
              <a:t>
4-  CHANTEZ, CHANTEZ </a:t>
            </a:r>
          </a:p>
          <a:p>
            <a:r>
              <a:rPr lang="fr-FR" smtClean="0"/>
              <a:t>Sing praise, sing praise</a:t>
            </a:r>
          </a:p>
          <a:p>
            <a:r>
              <a:rPr lang="fr-FR" smtClean="0"/>
              <a:t>5-  À MAIN PUISSANTE ET BRAS ÉTENDU SON AMOUR DURE À JAMAIS </a:t>
            </a:r>
          </a:p>
          <a:p>
            <a:r>
              <a:rPr lang="fr-FR" smtClean="0"/>
              <a:t>With a mighty hand and outstretched arm His love endures forever</a:t>
            </a:r>
            <a:br>
              <a:rPr lang="fr-FR" smtClean="0"/>
            </a:br>
            <a:r>
              <a:rPr lang="fr-FR" smtClean="0"/>
              <a:t>6-  POUR SA VIE QUI EN NOUS RENAÎT SON AMOUR DURE À JAMAIS </a:t>
            </a:r>
          </a:p>
          <a:p>
            <a:r>
              <a:rPr lang="fr-FR" smtClean="0"/>
              <a:t>For the life that's been reborn His love endures forever</a:t>
            </a:r>
          </a:p>
          <a:p>
            <a:r>
              <a:rPr lang="fr-FR" smtClean="0"/>
              <a:t>
7-  CHANTEZ, CHANTEZ      x4</a:t>
            </a:r>
          </a:p>
          <a:p>
            <a:r>
              <a:rPr lang="fr-FR" smtClean="0"/>
              <a:t>Sing praise, sing praise        x4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À JAMAIS DIEU EST FIDÈLE À JAMAIS DIEU EST FORT  </a:t>
            </a:r>
          </a:p>
          <a:p>
            <a:r>
              <a:rPr lang="fr-FR" smtClean="0"/>
              <a:t>	Yeah Forever God is faithful Forever God is strong
	9-  À JAMAIS DIEU EST AVEC NOUS À JAMAIS, À JAMAIS               x2</a:t>
            </a:r>
          </a:p>
          <a:p>
            <a:r>
              <a:rPr lang="fr-FR" smtClean="0"/>
              <a:t>	Forever God is with us Forever Forever</a:t>
            </a:r>
          </a:p>
          <a:p>
            <a:r>
              <a:rPr lang="fr-FR" smtClean="0"/>
              <a:t> 
10-  DU LEVER AU COUCHER DU SOLEIL SON AMOUR DURE À JAMAIS </a:t>
            </a:r>
          </a:p>
          <a:p>
            <a:r>
              <a:rPr lang="fr-FR" smtClean="0"/>
              <a:t>From the rising to the setting sun His love endures forever
11-  ET PAR LA GRÂCE DE DIEU TOUJOURS NOUS VAINCRONS  </a:t>
            </a:r>
          </a:p>
          <a:p>
            <a:r>
              <a:rPr lang="fr-FR" smtClean="0"/>
              <a:t>By the grace of God We will carry on</a:t>
            </a:r>
            <a:br>
              <a:rPr lang="fr-FR" smtClean="0"/>
            </a:br>
            <a:r>
              <a:rPr lang="fr-FR" smtClean="0"/>
              <a:t>12-  SON AMOUR DURE À JAMAIS CHANTEZ, CHANTEZ </a:t>
            </a:r>
          </a:p>
          <a:p>
            <a:r>
              <a:rPr lang="fr-FR" smtClean="0"/>
              <a:t>His love endures forever Sing praise, sing praise</a:t>
            </a:r>
          </a:p>
          <a:p>
            <a:r>
              <a:rPr lang="fr-FR" smtClean="0"/>
              <a:t>
13-  CHANTEZ, CHANTEZ </a:t>
            </a:r>
          </a:p>
          <a:p>
            <a:r>
              <a:rPr lang="fr-FR" smtClean="0"/>
              <a:t>Sing praise, sing praise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RENDS GRÂCE AU SEIGNEUR NOTRE DIEU ET ROI </a:t>
            </a:r>
          </a:p>
          <a:p>
            <a:r>
              <a:rPr lang="fr-FR" b="0" smtClean="0"/>
              <a:t>Give thanks to the Lord Our God and King 
2-  SON AMOUR DURE À JAMAIS CAR IL EST BON ET ÉLEVÉ   </a:t>
            </a:r>
          </a:p>
          <a:p>
            <a:r>
              <a:rPr lang="fr-FR" b="0" smtClean="0"/>
              <a:t>His love endures forever For He is good, He is above all things
3-  SON AMOUR DURE À JAMAIS </a:t>
            </a:r>
          </a:p>
          <a:p>
            <a:r>
              <a:rPr lang="fr-FR" b="0" smtClean="0"/>
              <a:t>His love endures forever</a:t>
            </a:r>
          </a:p>
          <a:p>
            <a:r>
              <a:rPr lang="fr-FR" b="0" smtClean="0"/>
              <a:t>
4-  CHANTEZ, CHANTEZ </a:t>
            </a:r>
          </a:p>
          <a:p>
            <a:r>
              <a:rPr lang="fr-FR" b="0" smtClean="0"/>
              <a:t>Sing praise, sing praise</a:t>
            </a:r>
          </a:p>
          <a:p>
            <a:r>
              <a:rPr lang="fr-FR" b="0" smtClean="0"/>
              <a:t>5-  À MAIN PUISSANTE ET BRAS ÉTENDU SON AMOUR DURE À JAMAIS </a:t>
            </a:r>
          </a:p>
          <a:p>
            <a:r>
              <a:rPr lang="fr-FR" b="0" smtClean="0"/>
              <a:t>With a mighty hand and outstretched arm His love endures forever</a:t>
            </a:r>
            <a:br>
              <a:rPr lang="fr-FR" b="0" smtClean="0"/>
            </a:br>
            <a:r>
              <a:rPr lang="fr-FR" b="0" smtClean="0"/>
              <a:t>6-  POUR SA VIE QUI EN NOUS RENAÎT SON AMOUR DURE À JAMAIS </a:t>
            </a:r>
          </a:p>
          <a:p>
            <a:r>
              <a:rPr lang="fr-FR" b="0" smtClean="0"/>
              <a:t>For the life that's been reborn His love endures forever</a:t>
            </a:r>
          </a:p>
          <a:p>
            <a:r>
              <a:rPr lang="fr-FR" b="0" smtClean="0"/>
              <a:t>
7-  CHANTEZ, CHANTEZ      x4</a:t>
            </a:r>
          </a:p>
          <a:p>
            <a:r>
              <a:rPr lang="fr-FR" b="0" smtClean="0"/>
              <a:t>Sing praise, sing praise        x4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8-  À JAMAIS DIEU EST FIDÈLE À JAMAIS DIEU EST FORT  </a:t>
            </a:r>
          </a:p>
          <a:p>
            <a:r>
              <a:rPr lang="fr-FR" b="0" smtClean="0"/>
              <a:t>	Yeah Forever God is faithful Forever God is strong
	9-  À JAMAIS DIEU EST AVEC NOUS À JAMAIS, À JAMAIS               x2</a:t>
            </a:r>
          </a:p>
          <a:p>
            <a:r>
              <a:rPr lang="fr-FR" b="0" smtClean="0"/>
              <a:t>	Forever God is with us Forever Forever</a:t>
            </a:r>
          </a:p>
          <a:p>
            <a:r>
              <a:rPr lang="fr-FR" b="0" smtClean="0"/>
              <a:t> 
10-  DU LEVER AU COUCHER DU SOLEIL SON AMOUR DURE À JAMAIS </a:t>
            </a:r>
          </a:p>
          <a:p>
            <a:r>
              <a:rPr lang="fr-FR" b="0" smtClean="0"/>
              <a:t>From the rising to the setting sun His love endures forever
11-  ET PAR LA GRÂCE DE DIEU TOUJOURS NOUS VAINCRONS  </a:t>
            </a:r>
          </a:p>
          <a:p>
            <a:r>
              <a:rPr lang="fr-FR" b="0" smtClean="0"/>
              <a:t>By the grace of God We will carry on</a:t>
            </a:r>
            <a:br>
              <a:rPr lang="fr-FR" b="0" smtClean="0"/>
            </a:br>
            <a:r>
              <a:rPr lang="fr-FR" b="0" smtClean="0"/>
              <a:t>12-  SON AMOUR DURE À JAMAIS CHANTEZ, CHANTEZ </a:t>
            </a:r>
          </a:p>
          <a:p>
            <a:r>
              <a:rPr lang="fr-FR" b="0" smtClean="0"/>
              <a:t>His love endures forever Sing praise, sing praise</a:t>
            </a:r>
          </a:p>
          <a:p>
            <a:r>
              <a:rPr lang="fr-FR" b="0" smtClean="0"/>
              <a:t>
13-  CHANTEZ, CHANTEZ </a:t>
            </a:r>
          </a:p>
          <a:p>
            <a:r>
              <a:rPr lang="fr-FR" b="0" smtClean="0"/>
              <a:t>Sing praise, sing praise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RENDS GRÂCE AU SEIGNEUR NOTRE DIEU ET ROI </a:t>
            </a:r>
          </a:p>
          <a:p>
            <a:r>
              <a:rPr lang="fr-FR" smtClean="0"/>
              <a:t>Give thanks to the Lord Our God and King 
2-  SON AMOUR DURE À JAMAIS CAR IL EST BON ET ÉLEVÉ   </a:t>
            </a:r>
          </a:p>
          <a:p>
            <a:r>
              <a:rPr lang="fr-FR" smtClean="0"/>
              <a:t>His love endures forever For He is good, He is above all things
3-  SON AMOUR DURE À JAMAIS </a:t>
            </a:r>
          </a:p>
          <a:p>
            <a:r>
              <a:rPr lang="fr-FR" smtClean="0"/>
              <a:t>His love endures forever</a:t>
            </a:r>
          </a:p>
          <a:p>
            <a:r>
              <a:rPr lang="fr-FR" smtClean="0"/>
              <a:t>
4-  CHANTEZ, CHANTEZ </a:t>
            </a:r>
          </a:p>
          <a:p>
            <a:r>
              <a:rPr lang="fr-FR" smtClean="0"/>
              <a:t>Sing praise, sing praise</a:t>
            </a:r>
          </a:p>
          <a:p>
            <a:r>
              <a:rPr lang="fr-FR" smtClean="0"/>
              <a:t>5-  À MAIN PUISSANTE ET BRAS ÉTENDU SON AMOUR DURE À JAMAIS </a:t>
            </a:r>
          </a:p>
          <a:p>
            <a:r>
              <a:rPr lang="fr-FR" smtClean="0"/>
              <a:t>With a mighty hand and outstretched arm His love endures forever</a:t>
            </a:r>
            <a:br>
              <a:rPr lang="fr-FR" smtClean="0"/>
            </a:br>
            <a:r>
              <a:rPr lang="fr-FR" smtClean="0"/>
              <a:t>6-  POUR SA VIE QUI EN NOUS RENAÎT SON AMOUR DURE À JAMAIS </a:t>
            </a:r>
          </a:p>
          <a:p>
            <a:r>
              <a:rPr lang="fr-FR" smtClean="0"/>
              <a:t>For the life that's been reborn His love endures forever</a:t>
            </a:r>
          </a:p>
          <a:p>
            <a:r>
              <a:rPr lang="fr-FR" smtClean="0"/>
              <a:t>
7-  CHANTEZ, CHANTEZ      x4</a:t>
            </a:r>
          </a:p>
          <a:p>
            <a:r>
              <a:rPr lang="fr-FR" smtClean="0"/>
              <a:t>Sing praise, sing praise        x4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À JAMAIS DIEU EST FIDÈLE À JAMAIS DIEU EST FORT  </a:t>
            </a:r>
          </a:p>
          <a:p>
            <a:r>
              <a:rPr lang="fr-FR" smtClean="0"/>
              <a:t>	Yeah Forever God is faithful Forever God is strong
	9-  À JAMAIS DIEU EST AVEC NOUS À JAMAIS, À JAMAIS               x2</a:t>
            </a:r>
          </a:p>
          <a:p>
            <a:r>
              <a:rPr lang="fr-FR" smtClean="0"/>
              <a:t>	Forever God is with us Forever Forever</a:t>
            </a:r>
          </a:p>
          <a:p>
            <a:r>
              <a:rPr lang="fr-FR" smtClean="0"/>
              <a:t> 
10-  DU LEVER AU COUCHER DU SOLEIL SON AMOUR DURE À JAMAIS </a:t>
            </a:r>
          </a:p>
          <a:p>
            <a:r>
              <a:rPr lang="fr-FR" smtClean="0"/>
              <a:t>From the rising to the setting sun His love endures forever
11-  ET PAR LA GRÂCE DE DIEU TOUJOURS NOUS VAINCRONS  </a:t>
            </a:r>
          </a:p>
          <a:p>
            <a:r>
              <a:rPr lang="fr-FR" smtClean="0"/>
              <a:t>By the grace of God We will carry on</a:t>
            </a:r>
            <a:br>
              <a:rPr lang="fr-FR" smtClean="0"/>
            </a:br>
            <a:r>
              <a:rPr lang="fr-FR" smtClean="0"/>
              <a:t>12-  SON AMOUR DURE À JAMAIS CHANTEZ, CHANTEZ </a:t>
            </a:r>
          </a:p>
          <a:p>
            <a:r>
              <a:rPr lang="fr-FR" smtClean="0"/>
              <a:t>His love endures forever Sing praise, sing praise</a:t>
            </a:r>
          </a:p>
          <a:p>
            <a:r>
              <a:rPr lang="fr-FR" smtClean="0"/>
              <a:t>
13-  CHANTEZ, CHANTEZ </a:t>
            </a:r>
          </a:p>
          <a:p>
            <a:r>
              <a:rPr lang="fr-FR" smtClean="0"/>
              <a:t>Sing praise, sing praise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RENDS GRÂCE AU SEIGNEUR NOTRE DIEU ET ROI </a:t>
            </a:r>
          </a:p>
          <a:p>
            <a:r>
              <a:rPr lang="fr-FR" b="0" smtClean="0"/>
              <a:t>Give thanks to the Lord Our God and King 
2-  SON AMOUR DURE À JAMAIS CAR IL EST BON ET ÉLEVÉ   </a:t>
            </a:r>
          </a:p>
          <a:p>
            <a:r>
              <a:rPr lang="fr-FR" b="0" smtClean="0"/>
              <a:t>His love endures forever For He is good, He is above all things
3-  SON AMOUR DURE À JAMAIS </a:t>
            </a:r>
          </a:p>
          <a:p>
            <a:r>
              <a:rPr lang="fr-FR" b="0" smtClean="0"/>
              <a:t>His love endures forever</a:t>
            </a:r>
          </a:p>
          <a:p>
            <a:r>
              <a:rPr lang="fr-FR" b="0" smtClean="0"/>
              <a:t>
4-  CHANTEZ, CHANTEZ </a:t>
            </a:r>
          </a:p>
          <a:p>
            <a:r>
              <a:rPr lang="fr-FR" b="0" smtClean="0"/>
              <a:t>Sing praise, sing praise</a:t>
            </a:r>
          </a:p>
          <a:p>
            <a:r>
              <a:rPr lang="fr-FR" b="0" smtClean="0"/>
              <a:t>5-  À MAIN PUISSANTE ET BRAS ÉTENDU SON AMOUR DURE À JAMAIS </a:t>
            </a:r>
          </a:p>
          <a:p>
            <a:r>
              <a:rPr lang="fr-FR" b="0" smtClean="0"/>
              <a:t>With a mighty hand and outstretched arm His love endures forever</a:t>
            </a:r>
            <a:br>
              <a:rPr lang="fr-FR" b="0" smtClean="0"/>
            </a:br>
            <a:r>
              <a:rPr lang="fr-FR" b="0" smtClean="0"/>
              <a:t>6-  POUR SA VIE QUI EN NOUS RENAÎT SON AMOUR DURE À JAMAIS </a:t>
            </a:r>
          </a:p>
          <a:p>
            <a:r>
              <a:rPr lang="fr-FR" b="0" smtClean="0"/>
              <a:t>For the life that's been reborn His love endures forever</a:t>
            </a:r>
          </a:p>
          <a:p>
            <a:r>
              <a:rPr lang="fr-FR" b="0" smtClean="0"/>
              <a:t>
7-  CHANTEZ, CHANTEZ      x4</a:t>
            </a:r>
          </a:p>
          <a:p>
            <a:r>
              <a:rPr lang="fr-FR" b="0" smtClean="0"/>
              <a:t>Sing praise, sing praise        x4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8-  À JAMAIS DIEU EST FIDÈLE À JAMAIS DIEU EST FORT  </a:t>
            </a:r>
          </a:p>
          <a:p>
            <a:r>
              <a:rPr lang="fr-FR" b="0" smtClean="0"/>
              <a:t>	Yeah Forever God is faithful Forever God is strong
	9-  À JAMAIS DIEU EST AVEC NOUS À JAMAIS, À JAMAIS               x2</a:t>
            </a:r>
          </a:p>
          <a:p>
            <a:r>
              <a:rPr lang="fr-FR" b="0" smtClean="0"/>
              <a:t>	Forever God is with us Forever Forever</a:t>
            </a:r>
          </a:p>
          <a:p>
            <a:r>
              <a:rPr lang="fr-FR" b="0" smtClean="0"/>
              <a:t> 
10-  DU LEVER AU COUCHER DU SOLEIL SON AMOUR DURE À JAMAIS </a:t>
            </a:r>
          </a:p>
          <a:p>
            <a:r>
              <a:rPr lang="fr-FR" b="0" smtClean="0"/>
              <a:t>From the rising to the setting sun His love endures forever
11-  ET PAR LA GRÂCE DE DIEU TOUJOURS NOUS VAINCRONS  </a:t>
            </a:r>
          </a:p>
          <a:p>
            <a:r>
              <a:rPr lang="fr-FR" b="0" smtClean="0"/>
              <a:t>By the grace of God We will carry on</a:t>
            </a:r>
            <a:br>
              <a:rPr lang="fr-FR" b="0" smtClean="0"/>
            </a:br>
            <a:r>
              <a:rPr lang="fr-FR" b="0" smtClean="0"/>
              <a:t>12-  SON AMOUR DURE À JAMAIS CHANTEZ, CHANTEZ </a:t>
            </a:r>
          </a:p>
          <a:p>
            <a:r>
              <a:rPr lang="fr-FR" b="0" smtClean="0"/>
              <a:t>His love endures forever Sing praise, sing praise</a:t>
            </a:r>
          </a:p>
          <a:p>
            <a:r>
              <a:rPr lang="fr-FR" b="0" smtClean="0"/>
              <a:t>
13-  CHANTEZ, CHANTEZ </a:t>
            </a:r>
          </a:p>
          <a:p>
            <a:r>
              <a:rPr lang="fr-FR" b="0" smtClean="0"/>
              <a:t>Sing praise, sing praise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RENDS GRÂCE AU SEIGNEUR NOTRE DIEU ET ROI </a:t>
            </a:r>
          </a:p>
          <a:p>
            <a:r>
              <a:rPr lang="fr-FR" smtClean="0"/>
              <a:t>Give thanks to the Lord Our God and King 
2-  SON AMOUR DURE À JAMAIS CAR IL EST BON ET ÉLEVÉ   </a:t>
            </a:r>
          </a:p>
          <a:p>
            <a:r>
              <a:rPr lang="fr-FR" smtClean="0"/>
              <a:t>His love endures forever For He is good, He is above all things
3-  SON AMOUR DURE À JAMAIS </a:t>
            </a:r>
          </a:p>
          <a:p>
            <a:r>
              <a:rPr lang="fr-FR" smtClean="0"/>
              <a:t>His love endures forever</a:t>
            </a:r>
          </a:p>
          <a:p>
            <a:r>
              <a:rPr lang="fr-FR" smtClean="0"/>
              <a:t>
4-  CHANTEZ, CHANTEZ </a:t>
            </a:r>
          </a:p>
          <a:p>
            <a:r>
              <a:rPr lang="fr-FR" smtClean="0"/>
              <a:t>Sing praise, sing praise</a:t>
            </a:r>
          </a:p>
          <a:p>
            <a:r>
              <a:rPr lang="fr-FR" smtClean="0"/>
              <a:t>5-  À MAIN PUISSANTE ET BRAS ÉTENDU SON AMOUR DURE À JAMAIS </a:t>
            </a:r>
          </a:p>
          <a:p>
            <a:r>
              <a:rPr lang="fr-FR" smtClean="0"/>
              <a:t>With a mighty hand and outstretched arm His love endures forever</a:t>
            </a:r>
            <a:br>
              <a:rPr lang="fr-FR" smtClean="0"/>
            </a:br>
            <a:r>
              <a:rPr lang="fr-FR" smtClean="0"/>
              <a:t>6-  POUR SA VIE QUI EN NOUS RENAÎT SON AMOUR DURE À JAMAIS </a:t>
            </a:r>
          </a:p>
          <a:p>
            <a:r>
              <a:rPr lang="fr-FR" smtClean="0"/>
              <a:t>For the life that's been reborn His love endures forever</a:t>
            </a:r>
          </a:p>
          <a:p>
            <a:r>
              <a:rPr lang="fr-FR" smtClean="0"/>
              <a:t>
7-  CHANTEZ, CHANTEZ      x4</a:t>
            </a:r>
          </a:p>
          <a:p>
            <a:r>
              <a:rPr lang="fr-FR" smtClean="0"/>
              <a:t>Sing praise, sing praise        x4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À JAMAIS DIEU EST FIDÈLE À JAMAIS DIEU EST FORT  </a:t>
            </a:r>
          </a:p>
          <a:p>
            <a:r>
              <a:rPr lang="fr-FR" smtClean="0"/>
              <a:t>	Yeah Forever God is faithful Forever God is strong
	9-  À JAMAIS DIEU EST AVEC NOUS À JAMAIS, À JAMAIS               x2</a:t>
            </a:r>
          </a:p>
          <a:p>
            <a:r>
              <a:rPr lang="fr-FR" smtClean="0"/>
              <a:t>	Forever God is with us Forever Forever</a:t>
            </a:r>
          </a:p>
          <a:p>
            <a:r>
              <a:rPr lang="fr-FR" smtClean="0"/>
              <a:t> 
10-  DU LEVER AU COUCHER DU SOLEIL SON AMOUR DURE À JAMAIS </a:t>
            </a:r>
          </a:p>
          <a:p>
            <a:r>
              <a:rPr lang="fr-FR" smtClean="0"/>
              <a:t>From the rising to the setting sun His love endures forever
11-  ET PAR LA GRÂCE DE DIEU TOUJOURS NOUS VAINCRONS  </a:t>
            </a:r>
          </a:p>
          <a:p>
            <a:r>
              <a:rPr lang="fr-FR" smtClean="0"/>
              <a:t>By the grace of God We will carry on</a:t>
            </a:r>
            <a:br>
              <a:rPr lang="fr-FR" smtClean="0"/>
            </a:br>
            <a:r>
              <a:rPr lang="fr-FR" smtClean="0"/>
              <a:t>12-  SON AMOUR DURE À JAMAIS CHANTEZ, CHANTEZ </a:t>
            </a:r>
          </a:p>
          <a:p>
            <a:r>
              <a:rPr lang="fr-FR" smtClean="0"/>
              <a:t>His love endures forever Sing praise, sing praise</a:t>
            </a:r>
          </a:p>
          <a:p>
            <a:r>
              <a:rPr lang="fr-FR" smtClean="0"/>
              <a:t>
13-  CHANTEZ, CHANTEZ </a:t>
            </a:r>
          </a:p>
          <a:p>
            <a:r>
              <a:rPr lang="fr-FR" smtClean="0"/>
              <a:t>Sing praise, sing praise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RENDS GRÂCE AU SEIGNEUR NOTRE DIEU ET ROI </a:t>
            </a:r>
          </a:p>
          <a:p>
            <a:r>
              <a:rPr lang="fr-FR" b="0" smtClean="0"/>
              <a:t>Give thanks to the Lord Our God and King 
2-  SON AMOUR DURE À JAMAIS CAR IL EST BON ET ÉLEVÉ   </a:t>
            </a:r>
          </a:p>
          <a:p>
            <a:r>
              <a:rPr lang="fr-FR" b="0" smtClean="0"/>
              <a:t>His love endures forever For He is good, He is above all things
3-  SON AMOUR DURE À JAMAIS </a:t>
            </a:r>
          </a:p>
          <a:p>
            <a:r>
              <a:rPr lang="fr-FR" b="0" smtClean="0"/>
              <a:t>His love endures forever</a:t>
            </a:r>
          </a:p>
          <a:p>
            <a:r>
              <a:rPr lang="fr-FR" b="0" smtClean="0"/>
              <a:t>
4-  CHANTEZ, CHANTEZ </a:t>
            </a:r>
          </a:p>
          <a:p>
            <a:r>
              <a:rPr lang="fr-FR" b="0" smtClean="0"/>
              <a:t>Sing praise, sing praise</a:t>
            </a:r>
          </a:p>
          <a:p>
            <a:r>
              <a:rPr lang="fr-FR" b="0" smtClean="0"/>
              <a:t>5-  À MAIN PUISSANTE ET BRAS ÉTENDU SON AMOUR DURE À JAMAIS </a:t>
            </a:r>
          </a:p>
          <a:p>
            <a:r>
              <a:rPr lang="fr-FR" b="0" smtClean="0"/>
              <a:t>With a mighty hand and outstretched arm His love endures forever</a:t>
            </a:r>
            <a:br>
              <a:rPr lang="fr-FR" b="0" smtClean="0"/>
            </a:br>
            <a:r>
              <a:rPr lang="fr-FR" b="0" smtClean="0"/>
              <a:t>6-  POUR SA VIE QUI EN NOUS RENAÎT SON AMOUR DURE À JAMAIS </a:t>
            </a:r>
          </a:p>
          <a:p>
            <a:r>
              <a:rPr lang="fr-FR" b="0" smtClean="0"/>
              <a:t>For the life that's been reborn His love endures forever</a:t>
            </a:r>
          </a:p>
          <a:p>
            <a:r>
              <a:rPr lang="fr-FR" b="0" smtClean="0"/>
              <a:t>
7-  CHANTEZ, CHANTEZ      x4</a:t>
            </a:r>
          </a:p>
          <a:p>
            <a:r>
              <a:rPr lang="fr-FR" b="0" smtClean="0"/>
              <a:t>Sing praise, sing praise        x4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8-  À JAMAIS DIEU EST FIDÈLE À JAMAIS DIEU EST FORT  </a:t>
            </a:r>
          </a:p>
          <a:p>
            <a:r>
              <a:rPr lang="fr-FR" b="0" smtClean="0"/>
              <a:t>	Yeah Forever God is faithful Forever God is strong
	9-  À JAMAIS DIEU EST AVEC NOUS À JAMAIS, À JAMAIS               x2</a:t>
            </a:r>
          </a:p>
          <a:p>
            <a:r>
              <a:rPr lang="fr-FR" b="0" smtClean="0"/>
              <a:t>	Forever God is with us Forever Forever</a:t>
            </a:r>
          </a:p>
          <a:p>
            <a:r>
              <a:rPr lang="fr-FR" b="0" smtClean="0"/>
              <a:t> 
10-  DU LEVER AU COUCHER DU SOLEIL SON AMOUR DURE À JAMAIS </a:t>
            </a:r>
          </a:p>
          <a:p>
            <a:r>
              <a:rPr lang="fr-FR" b="0" smtClean="0"/>
              <a:t>From the rising to the setting sun His love endures forever
11-  ET PAR LA GRÂCE DE DIEU TOUJOURS NOUS VAINCRONS  </a:t>
            </a:r>
          </a:p>
          <a:p>
            <a:r>
              <a:rPr lang="fr-FR" b="0" smtClean="0"/>
              <a:t>By the grace of God We will carry on</a:t>
            </a:r>
            <a:br>
              <a:rPr lang="fr-FR" b="0" smtClean="0"/>
            </a:br>
            <a:r>
              <a:rPr lang="fr-FR" b="0" smtClean="0"/>
              <a:t>12-  SON AMOUR DURE À JAMAIS CHANTEZ, CHANTEZ </a:t>
            </a:r>
          </a:p>
          <a:p>
            <a:r>
              <a:rPr lang="fr-FR" b="0" smtClean="0"/>
              <a:t>His love endures forever Sing praise, sing praise</a:t>
            </a:r>
          </a:p>
          <a:p>
            <a:r>
              <a:rPr lang="fr-FR" b="0" smtClean="0"/>
              <a:t>
13-  CHANTEZ, CHANTEZ </a:t>
            </a:r>
          </a:p>
          <a:p>
            <a:r>
              <a:rPr lang="fr-FR" b="0" smtClean="0"/>
              <a:t>Sing praise, sing praise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RENDS GRÂCE AU SEIGNEUR NOTRE DIEU ET ROI </a:t>
            </a:r>
          </a:p>
          <a:p>
            <a:r>
              <a:rPr lang="fr-FR" smtClean="0"/>
              <a:t>Give thanks to the Lord Our God and King 
2-  SON AMOUR DURE À JAMAIS CAR IL EST BON ET ÉLEVÉ   </a:t>
            </a:r>
          </a:p>
          <a:p>
            <a:r>
              <a:rPr lang="fr-FR" smtClean="0"/>
              <a:t>His love endures forever For He is good, He is above all things
3-  SON AMOUR DURE À JAMAIS </a:t>
            </a:r>
          </a:p>
          <a:p>
            <a:r>
              <a:rPr lang="fr-FR" smtClean="0"/>
              <a:t>His love endures forever</a:t>
            </a:r>
          </a:p>
          <a:p>
            <a:r>
              <a:rPr lang="fr-FR" smtClean="0"/>
              <a:t>
4-  CHANTEZ, CHANTEZ </a:t>
            </a:r>
          </a:p>
          <a:p>
            <a:r>
              <a:rPr lang="fr-FR" smtClean="0"/>
              <a:t>Sing praise, sing praise</a:t>
            </a:r>
          </a:p>
          <a:p>
            <a:r>
              <a:rPr lang="fr-FR" smtClean="0"/>
              <a:t>5-  À MAIN PUISSANTE ET BRAS ÉTENDU SON AMOUR DURE À JAMAIS </a:t>
            </a:r>
          </a:p>
          <a:p>
            <a:r>
              <a:rPr lang="fr-FR" smtClean="0"/>
              <a:t>With a mighty hand and outstretched arm His love endures forever</a:t>
            </a:r>
            <a:br>
              <a:rPr lang="fr-FR" smtClean="0"/>
            </a:br>
            <a:r>
              <a:rPr lang="fr-FR" smtClean="0"/>
              <a:t>6-  POUR SA VIE QUI EN NOUS RENAÎT SON AMOUR DURE À JAMAIS </a:t>
            </a:r>
          </a:p>
          <a:p>
            <a:r>
              <a:rPr lang="fr-FR" smtClean="0"/>
              <a:t>For the life that's been reborn His love endures forever</a:t>
            </a:r>
          </a:p>
          <a:p>
            <a:r>
              <a:rPr lang="fr-FR" smtClean="0"/>
              <a:t>
7-  CHANTEZ, CHANTEZ      x4</a:t>
            </a:r>
          </a:p>
          <a:p>
            <a:r>
              <a:rPr lang="fr-FR" smtClean="0"/>
              <a:t>Sing praise, sing praise        x4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À JAMAIS DIEU EST FIDÈLE À JAMAIS DIEU EST FORT  </a:t>
            </a:r>
          </a:p>
          <a:p>
            <a:r>
              <a:rPr lang="fr-FR" smtClean="0"/>
              <a:t>	Yeah Forever God is faithful Forever God is strong
	9-  À JAMAIS DIEU EST AVEC NOUS À JAMAIS, À JAMAIS               x2</a:t>
            </a:r>
          </a:p>
          <a:p>
            <a:r>
              <a:rPr lang="fr-FR" smtClean="0"/>
              <a:t>	Forever God is with us Forever Forever</a:t>
            </a:r>
          </a:p>
          <a:p>
            <a:r>
              <a:rPr lang="fr-FR" smtClean="0"/>
              <a:t> 
10-  DU LEVER AU COUCHER DU SOLEIL SON AMOUR DURE À JAMAIS </a:t>
            </a:r>
          </a:p>
          <a:p>
            <a:r>
              <a:rPr lang="fr-FR" smtClean="0"/>
              <a:t>From the rising to the setting sun His love endures forever
11-  ET PAR LA GRÂCE DE DIEU TOUJOURS NOUS VAINCRONS  </a:t>
            </a:r>
          </a:p>
          <a:p>
            <a:r>
              <a:rPr lang="fr-FR" smtClean="0"/>
              <a:t>By the grace of God We will carry on</a:t>
            </a:r>
            <a:br>
              <a:rPr lang="fr-FR" smtClean="0"/>
            </a:br>
            <a:r>
              <a:rPr lang="fr-FR" smtClean="0"/>
              <a:t>12-  SON AMOUR DURE À JAMAIS CHANTEZ, CHANTEZ </a:t>
            </a:r>
          </a:p>
          <a:p>
            <a:r>
              <a:rPr lang="fr-FR" smtClean="0"/>
              <a:t>His love endures forever Sing praise, sing praise</a:t>
            </a:r>
          </a:p>
          <a:p>
            <a:r>
              <a:rPr lang="fr-FR" smtClean="0"/>
              <a:t>
13-  CHANTEZ, CHANTEZ </a:t>
            </a:r>
          </a:p>
          <a:p>
            <a:r>
              <a:rPr lang="fr-FR" smtClean="0"/>
              <a:t>Sing praise, sing praise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RENDS GRÂCE AU SEIGNEUR NOTRE DIEU ET ROI </a:t>
            </a:r>
          </a:p>
          <a:p>
            <a:r>
              <a:rPr lang="fr-FR" b="0" smtClean="0"/>
              <a:t>Give thanks to the Lord Our God and King 
2-  SON AMOUR DURE À JAMAIS CAR IL EST BON ET ÉLEVÉ   </a:t>
            </a:r>
          </a:p>
          <a:p>
            <a:r>
              <a:rPr lang="fr-FR" b="0" smtClean="0"/>
              <a:t>His love endures forever For He is good, He is above all things
3-  SON AMOUR DURE À JAMAIS </a:t>
            </a:r>
          </a:p>
          <a:p>
            <a:r>
              <a:rPr lang="fr-FR" b="0" smtClean="0"/>
              <a:t>His love endures forever</a:t>
            </a:r>
          </a:p>
          <a:p>
            <a:r>
              <a:rPr lang="fr-FR" b="0" smtClean="0"/>
              <a:t>
4-  CHANTEZ, CHANTEZ </a:t>
            </a:r>
          </a:p>
          <a:p>
            <a:r>
              <a:rPr lang="fr-FR" b="0" smtClean="0"/>
              <a:t>Sing praise, sing praise</a:t>
            </a:r>
          </a:p>
          <a:p>
            <a:r>
              <a:rPr lang="fr-FR" b="0" smtClean="0"/>
              <a:t>5-  À MAIN PUISSANTE ET BRAS ÉTENDU SON AMOUR DURE À JAMAIS </a:t>
            </a:r>
          </a:p>
          <a:p>
            <a:r>
              <a:rPr lang="fr-FR" b="0" smtClean="0"/>
              <a:t>With a mighty hand and outstretched arm His love endures forever</a:t>
            </a:r>
            <a:br>
              <a:rPr lang="fr-FR" b="0" smtClean="0"/>
            </a:br>
            <a:r>
              <a:rPr lang="fr-FR" b="0" smtClean="0"/>
              <a:t>6-  POUR SA VIE QUI EN NOUS RENAÎT SON AMOUR DURE À JAMAIS </a:t>
            </a:r>
          </a:p>
          <a:p>
            <a:r>
              <a:rPr lang="fr-FR" b="0" smtClean="0"/>
              <a:t>For the life that's been reborn His love endures forever</a:t>
            </a:r>
          </a:p>
          <a:p>
            <a:r>
              <a:rPr lang="fr-FR" b="0" smtClean="0"/>
              <a:t>
7-  CHANTEZ, CHANTEZ      x4</a:t>
            </a:r>
          </a:p>
          <a:p>
            <a:r>
              <a:rPr lang="fr-FR" b="0" smtClean="0"/>
              <a:t>Sing praise, sing praise        x4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8-  À JAMAIS DIEU EST FIDÈLE À JAMAIS DIEU EST FORT  </a:t>
            </a:r>
          </a:p>
          <a:p>
            <a:r>
              <a:rPr lang="fr-FR" b="0" smtClean="0"/>
              <a:t>	Yeah Forever God is faithful Forever God is strong
	9-  À JAMAIS DIEU EST AVEC NOUS À JAMAIS, À JAMAIS               x2</a:t>
            </a:r>
          </a:p>
          <a:p>
            <a:r>
              <a:rPr lang="fr-FR" b="0" smtClean="0"/>
              <a:t>	Forever God is with us Forever Forever</a:t>
            </a:r>
          </a:p>
          <a:p>
            <a:r>
              <a:rPr lang="fr-FR" b="0" smtClean="0"/>
              <a:t> 
10-  DU LEVER AU COUCHER DU SOLEIL SON AMOUR DURE À JAMAIS </a:t>
            </a:r>
          </a:p>
          <a:p>
            <a:r>
              <a:rPr lang="fr-FR" b="0" smtClean="0"/>
              <a:t>From the rising to the setting sun His love endures forever
11-  ET PAR LA GRÂCE DE DIEU TOUJOURS NOUS VAINCRONS  </a:t>
            </a:r>
          </a:p>
          <a:p>
            <a:r>
              <a:rPr lang="fr-FR" b="0" smtClean="0"/>
              <a:t>By the grace of God We will carry on</a:t>
            </a:r>
            <a:br>
              <a:rPr lang="fr-FR" b="0" smtClean="0"/>
            </a:br>
            <a:r>
              <a:rPr lang="fr-FR" b="0" smtClean="0"/>
              <a:t>12-  SON AMOUR DURE À JAMAIS CHANTEZ, CHANTEZ </a:t>
            </a:r>
          </a:p>
          <a:p>
            <a:r>
              <a:rPr lang="fr-FR" b="0" smtClean="0"/>
              <a:t>His love endures forever Sing praise, sing praise</a:t>
            </a:r>
          </a:p>
          <a:p>
            <a:r>
              <a:rPr lang="fr-FR" b="0" smtClean="0"/>
              <a:t>
13-  CHANTEZ, CHANTEZ </a:t>
            </a:r>
          </a:p>
          <a:p>
            <a:r>
              <a:rPr lang="fr-FR" b="0" smtClean="0"/>
              <a:t>Sing praise, sing praise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RENDS GRÂCE AU SEIGNEUR NOTRE DIEU ET ROI </a:t>
            </a:r>
          </a:p>
          <a:p>
            <a:r>
              <a:rPr lang="fr-FR" smtClean="0"/>
              <a:t>Give thanks to the Lord Our God and King 
2-  SON AMOUR DURE À JAMAIS CAR IL EST BON ET ÉLEVÉ   </a:t>
            </a:r>
          </a:p>
          <a:p>
            <a:r>
              <a:rPr lang="fr-FR" smtClean="0"/>
              <a:t>His love endures forever For He is good, He is above all things
3-  SON AMOUR DURE À JAMAIS </a:t>
            </a:r>
          </a:p>
          <a:p>
            <a:r>
              <a:rPr lang="fr-FR" smtClean="0"/>
              <a:t>His love endures forever</a:t>
            </a:r>
          </a:p>
          <a:p>
            <a:r>
              <a:rPr lang="fr-FR" smtClean="0"/>
              <a:t>
4-  CHANTEZ, CHANTEZ </a:t>
            </a:r>
          </a:p>
          <a:p>
            <a:r>
              <a:rPr lang="fr-FR" smtClean="0"/>
              <a:t>Sing praise, sing praise</a:t>
            </a:r>
          </a:p>
          <a:p>
            <a:r>
              <a:rPr lang="fr-FR" smtClean="0"/>
              <a:t>5-  À MAIN PUISSANTE ET BRAS ÉTENDU SON AMOUR DURE À JAMAIS </a:t>
            </a:r>
          </a:p>
          <a:p>
            <a:r>
              <a:rPr lang="fr-FR" smtClean="0"/>
              <a:t>With a mighty hand and outstretched arm His love endures forever</a:t>
            </a:r>
            <a:br>
              <a:rPr lang="fr-FR" smtClean="0"/>
            </a:br>
            <a:r>
              <a:rPr lang="fr-FR" smtClean="0"/>
              <a:t>6-  POUR SA VIE QUI EN NOUS RENAÎT SON AMOUR DURE À JAMAIS </a:t>
            </a:r>
          </a:p>
          <a:p>
            <a:r>
              <a:rPr lang="fr-FR" smtClean="0"/>
              <a:t>For the life that's been reborn His love endures forever</a:t>
            </a:r>
          </a:p>
          <a:p>
            <a:r>
              <a:rPr lang="fr-FR" smtClean="0"/>
              <a:t>
7-  CHANTEZ, CHANTEZ      x4</a:t>
            </a:r>
          </a:p>
          <a:p>
            <a:r>
              <a:rPr lang="fr-FR" smtClean="0"/>
              <a:t>Sing praise, sing praise        x4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À JAMAIS DIEU EST FIDÈLE À JAMAIS DIEU EST FORT  </a:t>
            </a:r>
          </a:p>
          <a:p>
            <a:r>
              <a:rPr lang="fr-FR" smtClean="0"/>
              <a:t>	Yeah Forever God is faithful Forever God is strong
	9-  À JAMAIS DIEU EST AVEC NOUS À JAMAIS, À JAMAIS               x2</a:t>
            </a:r>
          </a:p>
          <a:p>
            <a:r>
              <a:rPr lang="fr-FR" smtClean="0"/>
              <a:t>	Forever God is with us Forever Forever</a:t>
            </a:r>
          </a:p>
          <a:p>
            <a:r>
              <a:rPr lang="fr-FR" smtClean="0"/>
              <a:t> 
10-  DU LEVER AU COUCHER DU SOLEIL SON AMOUR DURE À JAMAIS </a:t>
            </a:r>
          </a:p>
          <a:p>
            <a:r>
              <a:rPr lang="fr-FR" smtClean="0"/>
              <a:t>From the rising to the setting sun His love endures forever
11-  ET PAR LA GRÂCE DE DIEU TOUJOURS NOUS VAINCRONS  </a:t>
            </a:r>
          </a:p>
          <a:p>
            <a:r>
              <a:rPr lang="fr-FR" smtClean="0"/>
              <a:t>By the grace of God We will carry on</a:t>
            </a:r>
            <a:br>
              <a:rPr lang="fr-FR" smtClean="0"/>
            </a:br>
            <a:r>
              <a:rPr lang="fr-FR" smtClean="0"/>
              <a:t>12-  SON AMOUR DURE À JAMAIS CHANTEZ, CHANTEZ </a:t>
            </a:r>
          </a:p>
          <a:p>
            <a:r>
              <a:rPr lang="fr-FR" smtClean="0"/>
              <a:t>His love endures forever Sing praise, sing praise</a:t>
            </a:r>
          </a:p>
          <a:p>
            <a:r>
              <a:rPr lang="fr-FR" smtClean="0"/>
              <a:t>
13-  CHANTEZ, CHANTEZ </a:t>
            </a:r>
          </a:p>
          <a:p>
            <a:r>
              <a:rPr lang="fr-FR" smtClean="0"/>
              <a:t>Sing praise, sing praise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RENDS GRÂCE AU SEIGNEUR NOTRE DIEU ET ROI </a:t>
            </a:r>
          </a:p>
          <a:p>
            <a:r>
              <a:rPr lang="fr-FR" b="0" smtClean="0"/>
              <a:t>Give thanks to the Lord Our God and King 
2-  SON AMOUR DURE À JAMAIS CAR IL EST BON ET ÉLEVÉ   </a:t>
            </a:r>
          </a:p>
          <a:p>
            <a:r>
              <a:rPr lang="fr-FR" b="0" smtClean="0"/>
              <a:t>His love endures forever For He is good, He is above all things
3-  SON AMOUR DURE À JAMAIS </a:t>
            </a:r>
          </a:p>
          <a:p>
            <a:r>
              <a:rPr lang="fr-FR" b="0" smtClean="0"/>
              <a:t>His love endures forever</a:t>
            </a:r>
          </a:p>
          <a:p>
            <a:r>
              <a:rPr lang="fr-FR" b="0" smtClean="0"/>
              <a:t>
4-  CHANTEZ, CHANTEZ </a:t>
            </a:r>
          </a:p>
          <a:p>
            <a:r>
              <a:rPr lang="fr-FR" b="0" smtClean="0"/>
              <a:t>Sing praise, sing praise</a:t>
            </a:r>
          </a:p>
          <a:p>
            <a:r>
              <a:rPr lang="fr-FR" b="0" smtClean="0"/>
              <a:t>5-  À MAIN PUISSANTE ET BRAS ÉTENDU SON AMOUR DURE À JAMAIS </a:t>
            </a:r>
          </a:p>
          <a:p>
            <a:r>
              <a:rPr lang="fr-FR" b="0" smtClean="0"/>
              <a:t>With a mighty hand and outstretched arm His love endures forever</a:t>
            </a:r>
            <a:br>
              <a:rPr lang="fr-FR" b="0" smtClean="0"/>
            </a:br>
            <a:r>
              <a:rPr lang="fr-FR" b="0" smtClean="0"/>
              <a:t>6-  POUR SA VIE QUI EN NOUS RENAÎT SON AMOUR DURE À JAMAIS </a:t>
            </a:r>
          </a:p>
          <a:p>
            <a:r>
              <a:rPr lang="fr-FR" b="0" smtClean="0"/>
              <a:t>For the life that's been reborn His love endures forever</a:t>
            </a:r>
          </a:p>
          <a:p>
            <a:r>
              <a:rPr lang="fr-FR" b="0" smtClean="0"/>
              <a:t>
7-  CHANTEZ, CHANTEZ      x4</a:t>
            </a:r>
          </a:p>
          <a:p>
            <a:r>
              <a:rPr lang="fr-FR" b="0" smtClean="0"/>
              <a:t>Sing praise, sing praise        x4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8-  À JAMAIS DIEU EST FIDÈLE À JAMAIS DIEU EST FORT  </a:t>
            </a:r>
          </a:p>
          <a:p>
            <a:r>
              <a:rPr lang="fr-FR" b="0" smtClean="0"/>
              <a:t>	Yeah Forever God is faithful Forever God is strong
	9-  À JAMAIS DIEU EST AVEC NOUS À JAMAIS, À JAMAIS               x2</a:t>
            </a:r>
          </a:p>
          <a:p>
            <a:r>
              <a:rPr lang="fr-FR" b="0" smtClean="0"/>
              <a:t>	Forever God is with us Forever Forever</a:t>
            </a:r>
          </a:p>
          <a:p>
            <a:r>
              <a:rPr lang="fr-FR" b="0" smtClean="0"/>
              <a:t> 
10-  DU LEVER AU COUCHER DU SOLEIL SON AMOUR DURE À JAMAIS </a:t>
            </a:r>
          </a:p>
          <a:p>
            <a:r>
              <a:rPr lang="fr-FR" b="0" smtClean="0"/>
              <a:t>From the rising to the setting sun His love endures forever
11-  ET PAR LA GRÂCE DE DIEU TOUJOURS NOUS VAINCRONS  </a:t>
            </a:r>
          </a:p>
          <a:p>
            <a:r>
              <a:rPr lang="fr-FR" b="0" smtClean="0"/>
              <a:t>By the grace of God We will carry on</a:t>
            </a:r>
            <a:br>
              <a:rPr lang="fr-FR" b="0" smtClean="0"/>
            </a:br>
            <a:r>
              <a:rPr lang="fr-FR" b="0" smtClean="0"/>
              <a:t>12-  SON AMOUR DURE À JAMAIS CHANTEZ, CHANTEZ </a:t>
            </a:r>
          </a:p>
          <a:p>
            <a:r>
              <a:rPr lang="fr-FR" b="0" smtClean="0"/>
              <a:t>His love endures forever Sing praise, sing praise</a:t>
            </a:r>
          </a:p>
          <a:p>
            <a:r>
              <a:rPr lang="fr-FR" b="0" smtClean="0"/>
              <a:t>
13-  CHANTEZ, CHANTEZ </a:t>
            </a:r>
          </a:p>
          <a:p>
            <a:r>
              <a:rPr lang="fr-FR" b="0" smtClean="0"/>
              <a:t>Sing praise, sing praise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RENDS GRÂCE AU SEIGNEUR NOTRE DIEU ET ROI </a:t>
            </a:r>
          </a:p>
          <a:p>
            <a:r>
              <a:rPr lang="fr-FR" smtClean="0"/>
              <a:t>Give thanks to the Lord Our God and King 
2-  SON AMOUR DURE À JAMAIS CAR IL EST BON ET ÉLEVÉ   </a:t>
            </a:r>
          </a:p>
          <a:p>
            <a:r>
              <a:rPr lang="fr-FR" smtClean="0"/>
              <a:t>His love endures forever For He is good, He is above all things
3-  SON AMOUR DURE À JAMAIS </a:t>
            </a:r>
          </a:p>
          <a:p>
            <a:r>
              <a:rPr lang="fr-FR" smtClean="0"/>
              <a:t>His love endures forever</a:t>
            </a:r>
          </a:p>
          <a:p>
            <a:r>
              <a:rPr lang="fr-FR" smtClean="0"/>
              <a:t>
4-  CHANTEZ, CHANTEZ </a:t>
            </a:r>
          </a:p>
          <a:p>
            <a:r>
              <a:rPr lang="fr-FR" smtClean="0"/>
              <a:t>Sing praise, sing praise</a:t>
            </a:r>
          </a:p>
          <a:p>
            <a:r>
              <a:rPr lang="fr-FR" smtClean="0"/>
              <a:t>5-  À MAIN PUISSANTE ET BRAS ÉTENDU SON AMOUR DURE À JAMAIS </a:t>
            </a:r>
          </a:p>
          <a:p>
            <a:r>
              <a:rPr lang="fr-FR" smtClean="0"/>
              <a:t>With a mighty hand and outstretched arm His love endures forever</a:t>
            </a:r>
            <a:br>
              <a:rPr lang="fr-FR" smtClean="0"/>
            </a:br>
            <a:r>
              <a:rPr lang="fr-FR" smtClean="0"/>
              <a:t>6-  POUR SA VIE QUI EN NOUS RENAÎT SON AMOUR DURE À JAMAIS </a:t>
            </a:r>
          </a:p>
          <a:p>
            <a:r>
              <a:rPr lang="fr-FR" smtClean="0"/>
              <a:t>For the life that's been reborn His love endures forever</a:t>
            </a:r>
          </a:p>
          <a:p>
            <a:r>
              <a:rPr lang="fr-FR" smtClean="0"/>
              <a:t>
7-  CHANTEZ, CHANTEZ      x4</a:t>
            </a:r>
          </a:p>
          <a:p>
            <a:r>
              <a:rPr lang="fr-FR" smtClean="0"/>
              <a:t>Sing praise, sing praise        x4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À JAMAIS DIEU EST FIDÈLE À JAMAIS DIEU EST FORT  </a:t>
            </a:r>
          </a:p>
          <a:p>
            <a:r>
              <a:rPr lang="fr-FR" smtClean="0"/>
              <a:t>	Yeah Forever God is faithful Forever God is strong
	9-  À JAMAIS DIEU EST AVEC NOUS À JAMAIS, À JAMAIS               x2</a:t>
            </a:r>
          </a:p>
          <a:p>
            <a:r>
              <a:rPr lang="fr-FR" smtClean="0"/>
              <a:t>	Forever God is with us Forever Forever</a:t>
            </a:r>
          </a:p>
          <a:p>
            <a:r>
              <a:rPr lang="fr-FR" smtClean="0"/>
              <a:t> 
10-  DU LEVER AU COUCHER DU SOLEIL SON AMOUR DURE À JAMAIS </a:t>
            </a:r>
          </a:p>
          <a:p>
            <a:r>
              <a:rPr lang="fr-FR" smtClean="0"/>
              <a:t>From the rising to the setting sun His love endures forever
11-  ET PAR LA GRÂCE DE DIEU TOUJOURS NOUS VAINCRONS  </a:t>
            </a:r>
          </a:p>
          <a:p>
            <a:r>
              <a:rPr lang="fr-FR" smtClean="0"/>
              <a:t>By the grace of God We will carry on</a:t>
            </a:r>
            <a:br>
              <a:rPr lang="fr-FR" smtClean="0"/>
            </a:br>
            <a:r>
              <a:rPr lang="fr-FR" smtClean="0"/>
              <a:t>12-  SON AMOUR DURE À JAMAIS CHANTEZ, CHANTEZ </a:t>
            </a:r>
          </a:p>
          <a:p>
            <a:r>
              <a:rPr lang="fr-FR" smtClean="0"/>
              <a:t>His love endures forever Sing praise, sing praise</a:t>
            </a:r>
          </a:p>
          <a:p>
            <a:r>
              <a:rPr lang="fr-FR" smtClean="0"/>
              <a:t>
13-  CHANTEZ, CHANTEZ </a:t>
            </a:r>
          </a:p>
          <a:p>
            <a:r>
              <a:rPr lang="fr-FR" smtClean="0"/>
              <a:t>Sing praise, sing praise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RENDS GRÂCE AU SEIGNEUR NOTRE DIEU ET ROI </a:t>
            </a:r>
          </a:p>
          <a:p>
            <a:r>
              <a:rPr lang="fr-FR" b="0" smtClean="0"/>
              <a:t>Give thanks to the Lord Our God and King 
2-  SON AMOUR DURE À JAMAIS CAR IL EST BON ET ÉLEVÉ   </a:t>
            </a:r>
          </a:p>
          <a:p>
            <a:r>
              <a:rPr lang="fr-FR" b="0" smtClean="0"/>
              <a:t>His love endures forever For He is good, He is above all things
3-  SON AMOUR DURE À JAMAIS </a:t>
            </a:r>
          </a:p>
          <a:p>
            <a:r>
              <a:rPr lang="fr-FR" b="0" smtClean="0"/>
              <a:t>His love endures forever</a:t>
            </a:r>
          </a:p>
          <a:p>
            <a:r>
              <a:rPr lang="fr-FR" b="0" smtClean="0"/>
              <a:t>
4-  CHANTEZ, CHANTEZ </a:t>
            </a:r>
          </a:p>
          <a:p>
            <a:r>
              <a:rPr lang="fr-FR" b="0" smtClean="0"/>
              <a:t>Sing praise, sing praise</a:t>
            </a:r>
          </a:p>
          <a:p>
            <a:r>
              <a:rPr lang="fr-FR" b="0" smtClean="0"/>
              <a:t>5-  À MAIN PUISSANTE ET BRAS ÉTENDU SON AMOUR DURE À JAMAIS </a:t>
            </a:r>
          </a:p>
          <a:p>
            <a:r>
              <a:rPr lang="fr-FR" b="0" smtClean="0"/>
              <a:t>With a mighty hand and outstretched arm His love endures forever</a:t>
            </a:r>
            <a:br>
              <a:rPr lang="fr-FR" b="0" smtClean="0"/>
            </a:br>
            <a:r>
              <a:rPr lang="fr-FR" b="0" smtClean="0"/>
              <a:t>6-  POUR SA VIE QUI EN NOUS RENAÎT SON AMOUR DURE À JAMAIS </a:t>
            </a:r>
          </a:p>
          <a:p>
            <a:r>
              <a:rPr lang="fr-FR" b="0" smtClean="0"/>
              <a:t>For the life that's been reborn His love endures forever</a:t>
            </a:r>
          </a:p>
          <a:p>
            <a:r>
              <a:rPr lang="fr-FR" b="0" smtClean="0"/>
              <a:t>
7-  CHANTEZ, CHANTEZ      x4</a:t>
            </a:r>
          </a:p>
          <a:p>
            <a:r>
              <a:rPr lang="fr-FR" b="0" smtClean="0"/>
              <a:t>Sing praise, sing praise        x4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8-  À JAMAIS DIEU EST FIDÈLE À JAMAIS DIEU EST FORT  </a:t>
            </a:r>
          </a:p>
          <a:p>
            <a:r>
              <a:rPr lang="fr-FR" b="0" smtClean="0"/>
              <a:t>	Yeah Forever God is faithful Forever God is strong
	9-  À JAMAIS DIEU EST AVEC NOUS À JAMAIS, À JAMAIS               x2</a:t>
            </a:r>
          </a:p>
          <a:p>
            <a:r>
              <a:rPr lang="fr-FR" b="0" smtClean="0"/>
              <a:t>	Forever God is with us Forever Forever</a:t>
            </a:r>
          </a:p>
          <a:p>
            <a:r>
              <a:rPr lang="fr-FR" b="0" smtClean="0"/>
              <a:t> 
10-  DU LEVER AU COUCHER DU SOLEIL SON AMOUR DURE À JAMAIS </a:t>
            </a:r>
          </a:p>
          <a:p>
            <a:r>
              <a:rPr lang="fr-FR" b="0" smtClean="0"/>
              <a:t>From the rising to the setting sun His love endures forever
11-  ET PAR LA GRÂCE DE DIEU TOUJOURS NOUS VAINCRONS  </a:t>
            </a:r>
          </a:p>
          <a:p>
            <a:r>
              <a:rPr lang="fr-FR" b="0" smtClean="0"/>
              <a:t>By the grace of God We will carry on</a:t>
            </a:r>
            <a:br>
              <a:rPr lang="fr-FR" b="0" smtClean="0"/>
            </a:br>
            <a:r>
              <a:rPr lang="fr-FR" b="0" smtClean="0"/>
              <a:t>12-  SON AMOUR DURE À JAMAIS CHANTEZ, CHANTEZ </a:t>
            </a:r>
          </a:p>
          <a:p>
            <a:r>
              <a:rPr lang="fr-FR" b="0" smtClean="0"/>
              <a:t>His love endures forever Sing praise, sing praise</a:t>
            </a:r>
          </a:p>
          <a:p>
            <a:r>
              <a:rPr lang="fr-FR" b="0" smtClean="0"/>
              <a:t>
13-  CHANTEZ, CHANTEZ </a:t>
            </a:r>
          </a:p>
          <a:p>
            <a:r>
              <a:rPr lang="fr-FR" b="0" smtClean="0"/>
              <a:t>Sing praise, sing praise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RENDS GRÂCE AU SEIGNEUR NOTRE DIEU ET ROI </a:t>
            </a:r>
          </a:p>
          <a:p>
            <a:r>
              <a:rPr lang="fr-FR" smtClean="0"/>
              <a:t>Give thanks to the Lord Our God and King 
2-  SON AMOUR DURE À JAMAIS CAR IL EST BON ET ÉLEVÉ   </a:t>
            </a:r>
          </a:p>
          <a:p>
            <a:r>
              <a:rPr lang="fr-FR" smtClean="0"/>
              <a:t>His love endures forever For He is good, He is above all things
3-  SON AMOUR DURE À JAMAIS </a:t>
            </a:r>
          </a:p>
          <a:p>
            <a:r>
              <a:rPr lang="fr-FR" smtClean="0"/>
              <a:t>His love endures forever</a:t>
            </a:r>
          </a:p>
          <a:p>
            <a:r>
              <a:rPr lang="fr-FR" smtClean="0"/>
              <a:t>
4-  CHANTEZ, CHANTEZ </a:t>
            </a:r>
          </a:p>
          <a:p>
            <a:r>
              <a:rPr lang="fr-FR" smtClean="0"/>
              <a:t>Sing praise, sing praise</a:t>
            </a:r>
          </a:p>
          <a:p>
            <a:r>
              <a:rPr lang="fr-FR" smtClean="0"/>
              <a:t>5-  À MAIN PUISSANTE ET BRAS ÉTENDU SON AMOUR DURE À JAMAIS </a:t>
            </a:r>
          </a:p>
          <a:p>
            <a:r>
              <a:rPr lang="fr-FR" smtClean="0"/>
              <a:t>With a mighty hand and outstretched arm His love endures forever</a:t>
            </a:r>
            <a:br>
              <a:rPr lang="fr-FR" smtClean="0"/>
            </a:br>
            <a:r>
              <a:rPr lang="fr-FR" smtClean="0"/>
              <a:t>6-  POUR SA VIE QUI EN NOUS RENAÎT SON AMOUR DURE À JAMAIS </a:t>
            </a:r>
          </a:p>
          <a:p>
            <a:r>
              <a:rPr lang="fr-FR" smtClean="0"/>
              <a:t>For the life that's been reborn His love endures forever</a:t>
            </a:r>
          </a:p>
          <a:p>
            <a:r>
              <a:rPr lang="fr-FR" smtClean="0"/>
              <a:t>
7-  CHANTEZ, CHANTEZ      x4</a:t>
            </a:r>
          </a:p>
          <a:p>
            <a:r>
              <a:rPr lang="fr-FR" smtClean="0"/>
              <a:t>Sing praise, sing praise        x4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À JAMAIS DIEU EST FIDÈLE À JAMAIS DIEU EST FORT  </a:t>
            </a:r>
          </a:p>
          <a:p>
            <a:r>
              <a:rPr lang="fr-FR" smtClean="0"/>
              <a:t>	Yeah Forever God is faithful Forever God is strong
	9-  À JAMAIS DIEU EST AVEC NOUS À JAMAIS, À JAMAIS               x2</a:t>
            </a:r>
          </a:p>
          <a:p>
            <a:r>
              <a:rPr lang="fr-FR" smtClean="0"/>
              <a:t>	Forever God is with us Forever Forever</a:t>
            </a:r>
          </a:p>
          <a:p>
            <a:r>
              <a:rPr lang="fr-FR" smtClean="0"/>
              <a:t> 
10-  DU LEVER AU COUCHER DU SOLEIL SON AMOUR DURE À JAMAIS </a:t>
            </a:r>
          </a:p>
          <a:p>
            <a:r>
              <a:rPr lang="fr-FR" smtClean="0"/>
              <a:t>From the rising to the setting sun His love endures forever
11-  ET PAR LA GRÂCE DE DIEU TOUJOURS NOUS VAINCRONS  </a:t>
            </a:r>
          </a:p>
          <a:p>
            <a:r>
              <a:rPr lang="fr-FR" smtClean="0"/>
              <a:t>By the grace of God We will carry on</a:t>
            </a:r>
            <a:br>
              <a:rPr lang="fr-FR" smtClean="0"/>
            </a:br>
            <a:r>
              <a:rPr lang="fr-FR" smtClean="0"/>
              <a:t>12-  SON AMOUR DURE À JAMAIS CHANTEZ, CHANTEZ </a:t>
            </a:r>
          </a:p>
          <a:p>
            <a:r>
              <a:rPr lang="fr-FR" smtClean="0"/>
              <a:t>His love endures forever Sing praise, sing praise</a:t>
            </a:r>
          </a:p>
          <a:p>
            <a:r>
              <a:rPr lang="fr-FR" smtClean="0"/>
              <a:t>
13-  CHANTEZ, CHANTEZ </a:t>
            </a:r>
          </a:p>
          <a:p>
            <a:r>
              <a:rPr lang="fr-FR" smtClean="0"/>
              <a:t>Sing praise, sing praise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RENDS GRÂCE AU SEIGNEUR NOTRE DIEU ET ROI </a:t>
            </a:r>
          </a:p>
          <a:p>
            <a:r>
              <a:rPr lang="fr-FR" b="0" smtClean="0"/>
              <a:t>Give thanks to the Lord Our God and King 
2-  SON AMOUR DURE À JAMAIS CAR IL EST BON ET ÉLEVÉ   </a:t>
            </a:r>
          </a:p>
          <a:p>
            <a:r>
              <a:rPr lang="fr-FR" b="0" smtClean="0"/>
              <a:t>His love endures forever For He is good, He is above all things
3-  SON AMOUR DURE À JAMAIS </a:t>
            </a:r>
          </a:p>
          <a:p>
            <a:r>
              <a:rPr lang="fr-FR" b="0" smtClean="0"/>
              <a:t>His love endures forever</a:t>
            </a:r>
          </a:p>
          <a:p>
            <a:r>
              <a:rPr lang="fr-FR" b="0" smtClean="0"/>
              <a:t>
4-  CHANTEZ, CHANTEZ </a:t>
            </a:r>
          </a:p>
          <a:p>
            <a:r>
              <a:rPr lang="fr-FR" b="0" smtClean="0"/>
              <a:t>Sing praise, sing praise</a:t>
            </a:r>
          </a:p>
          <a:p>
            <a:r>
              <a:rPr lang="fr-FR" b="0" smtClean="0"/>
              <a:t>5-  À MAIN PUISSANTE ET BRAS ÉTENDU SON AMOUR DURE À JAMAIS </a:t>
            </a:r>
          </a:p>
          <a:p>
            <a:r>
              <a:rPr lang="fr-FR" b="0" smtClean="0"/>
              <a:t>With a mighty hand and outstretched arm His love endures forever</a:t>
            </a:r>
            <a:br>
              <a:rPr lang="fr-FR" b="0" smtClean="0"/>
            </a:br>
            <a:r>
              <a:rPr lang="fr-FR" b="0" smtClean="0"/>
              <a:t>6-  POUR SA VIE QUI EN NOUS RENAÎT SON AMOUR DURE À JAMAIS </a:t>
            </a:r>
          </a:p>
          <a:p>
            <a:r>
              <a:rPr lang="fr-FR" b="0" smtClean="0"/>
              <a:t>For the life that's been reborn His love endures forever</a:t>
            </a:r>
          </a:p>
          <a:p>
            <a:r>
              <a:rPr lang="fr-FR" b="0" smtClean="0"/>
              <a:t>
7-  CHANTEZ, CHANTEZ      x4</a:t>
            </a:r>
          </a:p>
          <a:p>
            <a:r>
              <a:rPr lang="fr-FR" b="0" smtClean="0"/>
              <a:t>Sing praise, sing praise        x4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8-  À JAMAIS DIEU EST FIDÈLE À JAMAIS DIEU EST FORT  </a:t>
            </a:r>
          </a:p>
          <a:p>
            <a:r>
              <a:rPr lang="fr-FR" b="0" smtClean="0"/>
              <a:t>	Yeah Forever God is faithful Forever God is strong
	9-  À JAMAIS DIEU EST AVEC NOUS À JAMAIS, À JAMAIS               x2</a:t>
            </a:r>
          </a:p>
          <a:p>
            <a:r>
              <a:rPr lang="fr-FR" b="0" smtClean="0"/>
              <a:t>	Forever God is with us Forever Forever</a:t>
            </a:r>
          </a:p>
          <a:p>
            <a:r>
              <a:rPr lang="fr-FR" b="0" smtClean="0"/>
              <a:t> 
10-  DU LEVER AU COUCHER DU SOLEIL SON AMOUR DURE À JAMAIS </a:t>
            </a:r>
          </a:p>
          <a:p>
            <a:r>
              <a:rPr lang="fr-FR" b="0" smtClean="0"/>
              <a:t>From the rising to the setting sun His love endures forever
11-  ET PAR LA GRÂCE DE DIEU TOUJOURS NOUS VAINCRONS  </a:t>
            </a:r>
          </a:p>
          <a:p>
            <a:r>
              <a:rPr lang="fr-FR" b="0" smtClean="0"/>
              <a:t>By the grace of God We will carry on</a:t>
            </a:r>
            <a:br>
              <a:rPr lang="fr-FR" b="0" smtClean="0"/>
            </a:br>
            <a:r>
              <a:rPr lang="fr-FR" b="0" smtClean="0"/>
              <a:t>12-  SON AMOUR DURE À JAMAIS CHANTEZ, CHANTEZ </a:t>
            </a:r>
          </a:p>
          <a:p>
            <a:r>
              <a:rPr lang="fr-FR" b="0" smtClean="0"/>
              <a:t>His love endures forever Sing praise, sing praise</a:t>
            </a:r>
          </a:p>
          <a:p>
            <a:r>
              <a:rPr lang="fr-FR" b="0" smtClean="0"/>
              <a:t>
13-  CHANTEZ, CHANTEZ </a:t>
            </a:r>
          </a:p>
          <a:p>
            <a:r>
              <a:rPr lang="fr-FR" b="0" smtClean="0"/>
              <a:t>Sing praise, sing praise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RENDS GRÂCE AU SEIGNEUR NOTRE DIEU ET ROI </a:t>
            </a:r>
          </a:p>
          <a:p>
            <a:r>
              <a:rPr lang="fr-FR" smtClean="0"/>
              <a:t>Give thanks to the Lord Our God and King 
2-  SON AMOUR DURE À JAMAIS CAR IL EST BON ET ÉLEVÉ   </a:t>
            </a:r>
          </a:p>
          <a:p>
            <a:r>
              <a:rPr lang="fr-FR" smtClean="0"/>
              <a:t>His love endures forever For He is good, He is above all things
3-  SON AMOUR DURE À JAMAIS </a:t>
            </a:r>
          </a:p>
          <a:p>
            <a:r>
              <a:rPr lang="fr-FR" smtClean="0"/>
              <a:t>His love endures forever</a:t>
            </a:r>
          </a:p>
          <a:p>
            <a:r>
              <a:rPr lang="fr-FR" smtClean="0"/>
              <a:t>
4-  CHANTEZ, CHANTEZ </a:t>
            </a:r>
          </a:p>
          <a:p>
            <a:r>
              <a:rPr lang="fr-FR" smtClean="0"/>
              <a:t>Sing praise, sing praise</a:t>
            </a:r>
          </a:p>
          <a:p>
            <a:r>
              <a:rPr lang="fr-FR" smtClean="0"/>
              <a:t>5-  À MAIN PUISSANTE ET BRAS ÉTENDU SON AMOUR DURE À JAMAIS </a:t>
            </a:r>
          </a:p>
          <a:p>
            <a:r>
              <a:rPr lang="fr-FR" smtClean="0"/>
              <a:t>With a mighty hand and outstretched arm His love endures forever</a:t>
            </a:r>
            <a:br>
              <a:rPr lang="fr-FR" smtClean="0"/>
            </a:br>
            <a:r>
              <a:rPr lang="fr-FR" smtClean="0"/>
              <a:t>6-  POUR SA VIE QUI EN NOUS RENAÎT SON AMOUR DURE À JAMAIS </a:t>
            </a:r>
          </a:p>
          <a:p>
            <a:r>
              <a:rPr lang="fr-FR" smtClean="0"/>
              <a:t>For the life that's been reborn His love endures forever</a:t>
            </a:r>
          </a:p>
          <a:p>
            <a:r>
              <a:rPr lang="fr-FR" smtClean="0"/>
              <a:t>
7-  CHANTEZ, CHANTEZ      x4</a:t>
            </a:r>
          </a:p>
          <a:p>
            <a:r>
              <a:rPr lang="fr-FR" smtClean="0"/>
              <a:t>Sing praise, sing praise        x4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À JAMAIS DIEU EST FIDÈLE À JAMAIS DIEU EST FORT  </a:t>
            </a:r>
          </a:p>
          <a:p>
            <a:r>
              <a:rPr lang="fr-FR" smtClean="0"/>
              <a:t>	Yeah Forever God is faithful Forever God is strong
	9-  À JAMAIS DIEU EST AVEC NOUS À JAMAIS, À JAMAIS               x2</a:t>
            </a:r>
          </a:p>
          <a:p>
            <a:r>
              <a:rPr lang="fr-FR" smtClean="0"/>
              <a:t>	Forever God is with us Forever Forever</a:t>
            </a:r>
          </a:p>
          <a:p>
            <a:r>
              <a:rPr lang="fr-FR" smtClean="0"/>
              <a:t> 
10-  DU LEVER AU COUCHER DU SOLEIL SON AMOUR DURE À JAMAIS </a:t>
            </a:r>
          </a:p>
          <a:p>
            <a:r>
              <a:rPr lang="fr-FR" smtClean="0"/>
              <a:t>From the rising to the setting sun His love endures forever
11-  ET PAR LA GRÂCE DE DIEU TOUJOURS NOUS VAINCRONS  </a:t>
            </a:r>
          </a:p>
          <a:p>
            <a:r>
              <a:rPr lang="fr-FR" smtClean="0"/>
              <a:t>By the grace of God We will carry on</a:t>
            </a:r>
            <a:br>
              <a:rPr lang="fr-FR" smtClean="0"/>
            </a:br>
            <a:r>
              <a:rPr lang="fr-FR" smtClean="0"/>
              <a:t>12-  SON AMOUR DURE À JAMAIS CHANTEZ, CHANTEZ </a:t>
            </a:r>
          </a:p>
          <a:p>
            <a:r>
              <a:rPr lang="fr-FR" smtClean="0"/>
              <a:t>His love endures forever Sing praise, sing praise</a:t>
            </a:r>
          </a:p>
          <a:p>
            <a:r>
              <a:rPr lang="fr-FR" smtClean="0"/>
              <a:t>
13-  CHANTEZ, CHANTEZ </a:t>
            </a:r>
          </a:p>
          <a:p>
            <a:r>
              <a:rPr lang="fr-FR" smtClean="0"/>
              <a:t>Sing praise, sing praise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RENDS GRÂCE AU SEIGNEUR NOTRE DIEU ET ROI </a:t>
            </a:r>
          </a:p>
          <a:p>
            <a:r>
              <a:rPr lang="fr-FR" b="0" smtClean="0"/>
              <a:t>Give thanks to the Lord Our God and King 
2-  SON AMOUR DURE À JAMAIS CAR IL EST BON ET ÉLEVÉ   </a:t>
            </a:r>
          </a:p>
          <a:p>
            <a:r>
              <a:rPr lang="fr-FR" b="0" smtClean="0"/>
              <a:t>His love endures forever For He is good, He is above all things
3-  SON AMOUR DURE À JAMAIS </a:t>
            </a:r>
          </a:p>
          <a:p>
            <a:r>
              <a:rPr lang="fr-FR" b="0" smtClean="0"/>
              <a:t>His love endures forever</a:t>
            </a:r>
          </a:p>
          <a:p>
            <a:r>
              <a:rPr lang="fr-FR" b="0" smtClean="0"/>
              <a:t>
4-  CHANTEZ, CHANTEZ </a:t>
            </a:r>
          </a:p>
          <a:p>
            <a:r>
              <a:rPr lang="fr-FR" b="0" smtClean="0"/>
              <a:t>Sing praise, sing praise</a:t>
            </a:r>
          </a:p>
          <a:p>
            <a:r>
              <a:rPr lang="fr-FR" b="0" smtClean="0"/>
              <a:t>5-  À MAIN PUISSANTE ET BRAS ÉTENDU SON AMOUR DURE À JAMAIS </a:t>
            </a:r>
          </a:p>
          <a:p>
            <a:r>
              <a:rPr lang="fr-FR" b="0" smtClean="0"/>
              <a:t>With a mighty hand and outstretched arm His love endures forever</a:t>
            </a:r>
            <a:br>
              <a:rPr lang="fr-FR" b="0" smtClean="0"/>
            </a:br>
            <a:r>
              <a:rPr lang="fr-FR" b="0" smtClean="0"/>
              <a:t>6-  POUR SA VIE QUI EN NOUS RENAÎT SON AMOUR DURE À JAMAIS </a:t>
            </a:r>
          </a:p>
          <a:p>
            <a:r>
              <a:rPr lang="fr-FR" b="0" smtClean="0"/>
              <a:t>For the life that's been reborn His love endures forever</a:t>
            </a:r>
          </a:p>
          <a:p>
            <a:r>
              <a:rPr lang="fr-FR" b="0" smtClean="0"/>
              <a:t>
7-  CHANTEZ, CHANTEZ      x4</a:t>
            </a:r>
          </a:p>
          <a:p>
            <a:r>
              <a:rPr lang="fr-FR" b="0" smtClean="0"/>
              <a:t>Sing praise, sing praise        x4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8-  À JAMAIS DIEU EST FIDÈLE À JAMAIS DIEU EST FORT  </a:t>
            </a:r>
          </a:p>
          <a:p>
            <a:r>
              <a:rPr lang="fr-FR" b="0" smtClean="0"/>
              <a:t>	Yeah Forever God is faithful Forever God is strong
	9-  À JAMAIS DIEU EST AVEC NOUS À JAMAIS, À JAMAIS               x2</a:t>
            </a:r>
          </a:p>
          <a:p>
            <a:r>
              <a:rPr lang="fr-FR" b="0" smtClean="0"/>
              <a:t>	Forever God is with us Forever Forever</a:t>
            </a:r>
          </a:p>
          <a:p>
            <a:r>
              <a:rPr lang="fr-FR" b="0" smtClean="0"/>
              <a:t> 
10-  DU LEVER AU COUCHER DU SOLEIL SON AMOUR DURE À JAMAIS </a:t>
            </a:r>
          </a:p>
          <a:p>
            <a:r>
              <a:rPr lang="fr-FR" b="0" smtClean="0"/>
              <a:t>From the rising to the setting sun His love endures forever
11-  ET PAR LA GRÂCE DE DIEU TOUJOURS NOUS VAINCRONS  </a:t>
            </a:r>
          </a:p>
          <a:p>
            <a:r>
              <a:rPr lang="fr-FR" b="0" smtClean="0"/>
              <a:t>By the grace of God We will carry on</a:t>
            </a:r>
            <a:br>
              <a:rPr lang="fr-FR" b="0" smtClean="0"/>
            </a:br>
            <a:r>
              <a:rPr lang="fr-FR" b="0" smtClean="0"/>
              <a:t>12-  SON AMOUR DURE À JAMAIS CHANTEZ, CHANTEZ </a:t>
            </a:r>
          </a:p>
          <a:p>
            <a:r>
              <a:rPr lang="fr-FR" b="0" smtClean="0"/>
              <a:t>His love endures forever Sing praise, sing praise</a:t>
            </a:r>
          </a:p>
          <a:p>
            <a:r>
              <a:rPr lang="fr-FR" b="0" smtClean="0"/>
              <a:t>
13-  CHANTEZ, CHANTEZ </a:t>
            </a:r>
          </a:p>
          <a:p>
            <a:r>
              <a:rPr lang="fr-FR" b="0" smtClean="0"/>
              <a:t>Sing praise, sing praise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RENDS GRÂCE AU SEIGNEUR NOTRE DIEU ET ROI </a:t>
            </a:r>
          </a:p>
          <a:p>
            <a:r>
              <a:rPr lang="fr-FR" smtClean="0"/>
              <a:t>Give thanks to the Lord Our God and King 
2-  SON AMOUR DURE À JAMAIS CAR IL EST BON ET ÉLEVÉ   </a:t>
            </a:r>
          </a:p>
          <a:p>
            <a:r>
              <a:rPr lang="fr-FR" smtClean="0"/>
              <a:t>His love endures forever For He is good, He is above all things
3-  SON AMOUR DURE À JAMAIS </a:t>
            </a:r>
          </a:p>
          <a:p>
            <a:r>
              <a:rPr lang="fr-FR" smtClean="0"/>
              <a:t>His love endures forever</a:t>
            </a:r>
          </a:p>
          <a:p>
            <a:r>
              <a:rPr lang="fr-FR" smtClean="0"/>
              <a:t>
4-  CHANTEZ, CHANTEZ </a:t>
            </a:r>
          </a:p>
          <a:p>
            <a:r>
              <a:rPr lang="fr-FR" smtClean="0"/>
              <a:t>Sing praise, sing praise</a:t>
            </a:r>
          </a:p>
          <a:p>
            <a:r>
              <a:rPr lang="fr-FR" smtClean="0"/>
              <a:t>5-  À MAIN PUISSANTE ET BRAS ÉTENDU SON AMOUR DURE À JAMAIS </a:t>
            </a:r>
          </a:p>
          <a:p>
            <a:r>
              <a:rPr lang="fr-FR" smtClean="0"/>
              <a:t>With a mighty hand and outstretched arm His love endures forever</a:t>
            </a:r>
            <a:br>
              <a:rPr lang="fr-FR" smtClean="0"/>
            </a:br>
            <a:r>
              <a:rPr lang="fr-FR" smtClean="0"/>
              <a:t>6-  POUR SA VIE QUI EN NOUS RENAÎT SON AMOUR DURE À JAMAIS </a:t>
            </a:r>
          </a:p>
          <a:p>
            <a:r>
              <a:rPr lang="fr-FR" smtClean="0"/>
              <a:t>For the life that's been reborn His love endures forever</a:t>
            </a:r>
          </a:p>
          <a:p>
            <a:r>
              <a:rPr lang="fr-FR" smtClean="0"/>
              <a:t>
7-  CHANTEZ, CHANTEZ      x4</a:t>
            </a:r>
          </a:p>
          <a:p>
            <a:r>
              <a:rPr lang="fr-FR" smtClean="0"/>
              <a:t>Sing praise, sing praise        x4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À JAMAIS DIEU EST FIDÈLE À JAMAIS DIEU EST FORT  </a:t>
            </a:r>
          </a:p>
          <a:p>
            <a:r>
              <a:rPr lang="fr-FR" smtClean="0"/>
              <a:t>	Yeah Forever God is faithful Forever God is strong
	9-  À JAMAIS DIEU EST AVEC NOUS À JAMAIS, À JAMAIS               x2</a:t>
            </a:r>
          </a:p>
          <a:p>
            <a:r>
              <a:rPr lang="fr-FR" smtClean="0"/>
              <a:t>	Forever God is with us Forever Forever</a:t>
            </a:r>
          </a:p>
          <a:p>
            <a:r>
              <a:rPr lang="fr-FR" smtClean="0"/>
              <a:t> 
10-  DU LEVER AU COUCHER DU SOLEIL SON AMOUR DURE À JAMAIS </a:t>
            </a:r>
          </a:p>
          <a:p>
            <a:r>
              <a:rPr lang="fr-FR" smtClean="0"/>
              <a:t>From the rising to the setting sun His love endures forever
11-  ET PAR LA GRÂCE DE DIEU TOUJOURS NOUS VAINCRONS  </a:t>
            </a:r>
          </a:p>
          <a:p>
            <a:r>
              <a:rPr lang="fr-FR" smtClean="0"/>
              <a:t>By the grace of God We will carry on</a:t>
            </a:r>
            <a:br>
              <a:rPr lang="fr-FR" smtClean="0"/>
            </a:br>
            <a:r>
              <a:rPr lang="fr-FR" smtClean="0"/>
              <a:t>12-  SON AMOUR DURE À JAMAIS CHANTEZ, CHANTEZ </a:t>
            </a:r>
          </a:p>
          <a:p>
            <a:r>
              <a:rPr lang="fr-FR" smtClean="0"/>
              <a:t>His love endures forever Sing praise, sing praise</a:t>
            </a:r>
          </a:p>
          <a:p>
            <a:r>
              <a:rPr lang="fr-FR" smtClean="0"/>
              <a:t>
13-  CHANTEZ, CHANTEZ </a:t>
            </a:r>
          </a:p>
          <a:p>
            <a:r>
              <a:rPr lang="fr-FR" smtClean="0"/>
              <a:t>Sing praise, sing praise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RENDS GRÂCE AU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DIEU ET ROI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AMOUR DURE À JAMAIS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IL EST BON ET ÉLEVÉ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AMOUR DURE À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CHANTEZ, CHANTEZ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MAIN PUISSANTE ET BRAS ÉTENDU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AMOUR DURE À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SA VIE QUI EN NOUS RENAÎT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AMOUR DURE À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CHANTEZ, CHANTEZ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JAMAIS DIEU EST FIDÈLE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JAMAIS DIEU EST FORT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JAMAIS DIEU EST AVEC NOUS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JAMAIS, À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LEVER AU COUCHER DU SOLEIL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AMOUR DURE À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PAR LA GRÂCE DE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TOUJOURS NOUS VAINCRONS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AMOUR DURE À JAMAIS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CHANTEZ, CHANTEZ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CHANTEZ, CHANTEZ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1670</TotalTime>
  <Words>573</Words>
  <Application>Microsoft Office PowerPoint</Application>
  <PresentationFormat>Affichage à l'écran (4:3)</PresentationFormat>
  <Paragraphs>647</Paragraphs>
  <Slides>13</Slides>
  <Notes>13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182</cp:revision>
  <dcterms:created xsi:type="dcterms:W3CDTF">2002-08-17T10:50:50Z</dcterms:created>
  <dcterms:modified xsi:type="dcterms:W3CDTF">2019-07-20T15:22:45Z</dcterms:modified>
</cp:coreProperties>
</file>