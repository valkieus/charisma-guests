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8" r:id="rId9"/>
    <p:sldId id="279" r:id="rId10"/>
    <p:sldId id="284" r:id="rId11"/>
    <p:sldId id="280" r:id="rId12"/>
    <p:sldId id="277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5954" autoAdjust="0"/>
    <p:restoredTop sz="37525" autoAdjust="0"/>
  </p:normalViewPr>
  <p:slideViewPr>
    <p:cSldViewPr>
      <p:cViewPr varScale="1">
        <p:scale>
          <a:sx n="32" d="100"/>
          <a:sy n="32" d="100"/>
        </p:scale>
        <p:origin x="-306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066B6A-1578-4A5D-B189-724B15F390B4}" type="datetimeFigureOut">
              <a:rPr lang="fr-FR"/>
              <a:pPr>
                <a:defRPr/>
              </a:pPr>
              <a:t>09/02/2019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3A0434-1C36-4075-9009-F6766A4571E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TA LUMIÈRE TU ES VENU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VENU HUMBLEMENT POUR NOUS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T'ES FAIT PAUVRE PAR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AS VERSÉ TON SANG POUR MOI PAYÉ LE PRIX SUR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TA LUMIÈRE TU ES VENU SUR LA TERRE</a:t>
            </a:r>
          </a:p>
          <a:p>
            <a:r>
              <a:rPr lang="fr-FR" smtClean="0"/>
              <a:t>2-  OUVRIR MES YEUX QUE JE VOIE </a:t>
            </a:r>
            <a:br>
              <a:rPr lang="fr-FR" smtClean="0"/>
            </a:br>
            <a:r>
              <a:rPr lang="fr-FR" smtClean="0"/>
              <a:t>3-  TA MAJESTÉ ME CONDUIT À T'ADORER ET À NE VIVRE QUE POUR TOI</a:t>
            </a:r>
          </a:p>
          <a:p>
            <a:endParaRPr lang="fr-FR" smtClean="0"/>
          </a:p>
          <a:p>
            <a:r>
              <a:rPr lang="fr-FR" smtClean="0"/>
              <a:t>	4-  JE VIENS POUR T'ADORER JE VIENS ME PROSTERNER </a:t>
            </a:r>
            <a:br>
              <a:rPr lang="fr-FR" smtClean="0"/>
            </a:br>
            <a:r>
              <a:rPr lang="fr-FR" smtClean="0"/>
              <a:t>	5-  DÉCLARER QUE TOI SEUL ES MON DIEU </a:t>
            </a:r>
            <a:br>
              <a:rPr lang="fr-FR" smtClean="0"/>
            </a:br>
            <a:r>
              <a:rPr lang="fr-FR" smtClean="0"/>
              <a:t>	6-  SEIGNEUR, TU ES MERVEILLEUX DIGNE ET GLORIEUX </a:t>
            </a:r>
            <a:br>
              <a:rPr lang="fr-FR" smtClean="0"/>
            </a:br>
            <a:r>
              <a:rPr lang="fr-FR" smtClean="0"/>
              <a:t>	7-  OUI, TU ES SI PRÉCIEUX À MES YEUX</a:t>
            </a:r>
          </a:p>
          <a:p>
            <a:endParaRPr lang="fr-FR" smtClean="0"/>
          </a:p>
          <a:p>
            <a:r>
              <a:rPr lang="fr-FR" smtClean="0"/>
              <a:t>8-  ROI À JAMAIS TU RÈGNES POUR L’ÉTERNITÉ </a:t>
            </a:r>
            <a:br>
              <a:rPr lang="fr-FR" smtClean="0"/>
            </a:br>
            <a:r>
              <a:rPr lang="fr-FR" smtClean="0"/>
              <a:t>9-  VÊTU DE GLOIRE POUR TOUJOURS</a:t>
            </a:r>
          </a:p>
          <a:p>
            <a:r>
              <a:rPr lang="fr-FR" smtClean="0"/>
              <a:t>10-  TU ES VENU HUMBLEMENT POUR NOUS SAUVER</a:t>
            </a:r>
          </a:p>
          <a:p>
            <a:r>
              <a:rPr lang="fr-FR" smtClean="0"/>
              <a:t>11-  TU T'ES FAIT PAUVRE PAR AMOUR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12-  TU AS VERSÉ TON SANG POUR MOI PAYÉ LE PRIX SUR CETTE CROIX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27BEA-E7A3-42FA-9858-19E0801B40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22B0F-52A6-43E7-9DBA-4DF1320207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CBE0D-92B9-4935-B2F4-40A6772407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8E7F1-B69F-42D2-8D62-DD88C2864D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2E699-7D0E-476B-9610-2993E1E6AD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7A34C-1A91-44F0-B0A6-8C424D028C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BB58F-F5C9-4592-80CB-3EFAE3B76B4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F2279-7B43-482C-AE66-DB5F16B2875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BE1739-E059-4FF9-97E3-C522F45439E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B9E66-B449-499F-B47F-DA47ED9FE4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46A9C-B93F-46A6-8F99-8B9201E788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E610D4F-F988-4217-85FC-97CF1FD640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LUMIÈRE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VENU SUR LA TERRE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OUVRIR MES YEUX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JE VOIE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MAJESTÉ ME CONDUIT À T'ADORER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À NE VIVRE QUE POUR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POUR T’ADORER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ME PROSTERNER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DÉCLARER QUE TOI SEUL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 MON DIEU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ES MERVEILLEUX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ET GLORIEUX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TU ES SI PRÉCIEUX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À MES YEUX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 À JAMAIS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RÈGNES POUR L’ÉTERNITÉ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VÊTU DE GLOIRE POUR TOUJOURS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VENU HUMBLEMENT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POUR NOUS SAUVER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T'ES FAIT PAUVRE PAR 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VERSÉ TON SANG POUR 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PAYÉ LE PRIX SUR CETTE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152</Words>
  <Application>Microsoft Office PowerPoint</Application>
  <PresentationFormat>Affichage à l'écran (4:3)</PresentationFormat>
  <Paragraphs>276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Default Design</vt:lpstr>
      <vt:lpstr>DE TA LUMIÈRE  TU ES VENU SUR LA TERRE</vt:lpstr>
      <vt:lpstr>OUVRIR MES YEUX  QUE JE VOIE     </vt:lpstr>
      <vt:lpstr>TA MAJESTÉ ME CONDUIT À T'ADORER  ET À NE VIVRE QUE POUR TOI</vt:lpstr>
      <vt:lpstr>JE VIENS POUR T’ADORER JE VIENS ME PROSTERNER   </vt:lpstr>
      <vt:lpstr>DÉCLARER QUE TOI SEUL  ES MON DIEU   </vt:lpstr>
      <vt:lpstr>SEIGNEUR, TU ES MERVEILLEUX  DIGNE ET GLORIEUX  </vt:lpstr>
      <vt:lpstr>OUI, TU ES SI PRÉCIEUX  À MES YEUX</vt:lpstr>
      <vt:lpstr>ROI À JAMAIS  TU RÈGNES POUR L’ÉTERNITÉ  </vt:lpstr>
      <vt:lpstr>VÊTU DE GLOIRE POUR TOUJOURS</vt:lpstr>
      <vt:lpstr>TU ES VENU HUMBLEMENT   POUR NOUS SAUVER</vt:lpstr>
      <vt:lpstr>TU T'ES FAIT PAUVRE PAR AMOUR</vt:lpstr>
      <vt:lpstr>TU AS VERSÉ TON SANG POUR MOI  PAYÉ LE PRIX SUR CETTE CROIX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123</cp:revision>
  <dcterms:created xsi:type="dcterms:W3CDTF">2002-08-17T10:50:50Z</dcterms:created>
  <dcterms:modified xsi:type="dcterms:W3CDTF">2019-02-09T00:07:22Z</dcterms:modified>
</cp:coreProperties>
</file>