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06" r:id="rId2"/>
    <p:sldId id="310" r:id="rId3"/>
    <p:sldId id="311" r:id="rId4"/>
    <p:sldId id="312" r:id="rId5"/>
    <p:sldId id="309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08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0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inimized">
    <p:restoredLeft sz="19617" autoAdjust="0"/>
    <p:restoredTop sz="35620" autoAdjust="0"/>
  </p:normalViewPr>
  <p:slideViewPr>
    <p:cSldViewPr>
      <p:cViewPr varScale="1">
        <p:scale>
          <a:sx n="18" d="100"/>
          <a:sy n="18" d="100"/>
        </p:scale>
        <p:origin x="-96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00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20/07/2019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Spread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waters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design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gave us life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mindful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us?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merely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 loves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die?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cuz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mankind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the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soul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life.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us in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children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
23-  ET POUR TA GRÂCE TU M'ÉMERVEILLES 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boundless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stand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amazed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
	25-  JE NE PEUX PAS L'EXPLIQUER AUTREMENT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cuz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Can ya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Can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Can ya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cuz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33-  CAR C'EST DIEU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cuz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Spread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waters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design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gave us life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mindful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us?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merely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 loves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die?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cuz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mankind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the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soul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life.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us in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children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
23-  ET POUR TA GRÂCE TU M'ÉMERVEILLES 
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boundless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stand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amazed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
	25-  JE NE PEUX PAS L'EXPLIQUER AUTREMENT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cuz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Can ya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Can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touch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Can ya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cuz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33-  CAR C'EST DIEU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cuz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IL A CRÉÉ LE JOUR ET LA NUIT ÉTENDU LA TERRE SUR LES EAUX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made the night He made the day Spread the Earth upon the waters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CRÉÉ LES CIEUX ET LA PLUIE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Made the heavens and the rain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REGARDE LE CIEL VOIS SA BEAUTÉ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Look at the sky see its design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ET CE MÊME CRÉATEUR EST CELUI QUI DONNE LA VIE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very same Creator is the One who gave us life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QU'EST-CE QUE L'HOMME  POUR QU'IL PENSE À NOUS 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He's mindful of us?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NOUS SOMMES ARGILE  ENTRE SES MAINS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merely clay in His hands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ET QUI SUIS-JE POUR QU'IL M'AIME AU POINT DE MOURIR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am I that He loves me so much He would die?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TOUT CE QUE JE PEUX DIRE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9-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10-  PEUX-TU VOIR ET ENTENDRE  LE TOUCHER, LE SENTIR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you see, can you hear, can you touch, can you feel?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11-  C'EST DIEU ! SEULEMENT DIEU !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Only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12-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14-  DANS CHAQUE CŒUR IL Y A UN VIDE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 us all there is a void.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L'HUMANITÉ CHERCHE CELUI QUI POURRA REMPLIR NOS ÂMES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mankind is searching for the one who fills the soul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IL Y A EN LUI ESPOIR ET VIE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Him there's hope in Him there's life.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LE MONDE RECHERCHE UN SAUVEUR QUI EST JUSTE DEVANT SES YEUX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cries for a Savior that's right before their eyes.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ET QU'EST-CE QUE L'HOMME POUR QU'IL NOUS PRENNE COMME SES ENFANTS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is man that He takes us in as His children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POUR ÊTRE À LUI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His own?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ET QUE SOMMES NOUS POUR QU'IL VEUILLE ÊTRE NOTRE PÈRE ? 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what are we that He wants to be our Father?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TOUT CE QUE JE PEUX DIRE 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that I can say is...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SEIGNEUR JE TE LOUE  POUR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 praise You for Your endless love
23-  ET POUR TA GRÂCE TU M'ÉMERVEILLES 
Your boundless grace I stand here amazed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24- 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25-  JE NE PEUX PAS L'EXPLIQUER AUTREMENT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can't explain any other way, 
	26-  CAR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 God! Truly God!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27-  PEUX-TU VOIR ET ENTENDRE  LE TOUCHER, LE SENTIR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Can ya see? Can ya hear? Can you touch? Can ya feel Him?
	28-  C'EST DIEU ! VRAIMENT DIEU ! 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God! Truly God!
	29-  JE NE PEUX PAS L'EXPLIQUER AUTREMENT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 
	30-  CAR C'EST DIEU ! VRAIMENT DIEU !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, cuz it's God. God! Truly God! It's God! Truly God!
	31-  C'EST DIEU ! VRAIMENT DIEU !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God! Truly God!
	32-  JE NE PEUX PAS L'EXPLIQUER AUTREMENT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can't explain any other way
	33-  CAR C'EST DIEU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cuz it's God.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CRÉÉ LE JOUR ET LA NUIT ÉTENDU LA TERRE SUR LES EAUX </a:t>
            </a:r>
          </a:p>
          <a:p>
            <a:r>
              <a:rPr lang="fr-FR" smtClean="0"/>
              <a:t>He made the night He made the day Spread the Earth upon the waters</a:t>
            </a:r>
            <a:br>
              <a:rPr lang="fr-FR" smtClean="0"/>
            </a:br>
            <a:r>
              <a:rPr lang="fr-FR" smtClean="0"/>
              <a:t>2-  CRÉÉ LES CIEUX ET LA PLUIE</a:t>
            </a:r>
          </a:p>
          <a:p>
            <a:r>
              <a:rPr lang="fr-FR" smtClean="0"/>
              <a:t>Made the heavens and the rain</a:t>
            </a:r>
            <a:br>
              <a:rPr lang="fr-FR" smtClean="0"/>
            </a:br>
            <a:r>
              <a:rPr lang="fr-FR" smtClean="0"/>
              <a:t>3-  REGARDE LE CIEL VOIS SA BEAUTÉ </a:t>
            </a:r>
          </a:p>
          <a:p>
            <a:r>
              <a:rPr lang="fr-FR" smtClean="0"/>
              <a:t>Look at the sky see its design</a:t>
            </a:r>
            <a:br>
              <a:rPr lang="fr-FR" smtClean="0"/>
            </a:br>
            <a:r>
              <a:rPr lang="fr-FR" smtClean="0"/>
              <a:t>4-  ET CE MÊME CRÉATEUR EST CELUI QUI DONNE LA VIE</a:t>
            </a:r>
            <a:br>
              <a:rPr lang="fr-FR" smtClean="0"/>
            </a:br>
            <a:r>
              <a:rPr lang="fr-FR" smtClean="0"/>
              <a:t>The very same Creator is the One who gave us life</a:t>
            </a:r>
            <a:br>
              <a:rPr lang="fr-FR" smtClean="0"/>
            </a:br>
            <a:r>
              <a:rPr lang="fr-FR" smtClean="0"/>
              <a:t>5-  QU'EST-CE QUE L'HOMME  POUR QU'IL PENSE À NOUS ?</a:t>
            </a:r>
          </a:p>
          <a:p>
            <a:r>
              <a:rPr lang="fr-FR" smtClean="0"/>
              <a:t>And what is man that He's mindful of us?</a:t>
            </a:r>
            <a:br>
              <a:rPr lang="fr-FR" smtClean="0"/>
            </a:br>
            <a:r>
              <a:rPr lang="fr-FR" smtClean="0"/>
              <a:t>6-  NOUS SOMMES ARGILE  ENTRE SES MAINS</a:t>
            </a:r>
          </a:p>
          <a:p>
            <a:r>
              <a:rPr lang="fr-FR" smtClean="0"/>
              <a:t>We're merely clay in His hands</a:t>
            </a:r>
            <a:br>
              <a:rPr lang="fr-FR" smtClean="0"/>
            </a:br>
            <a:r>
              <a:rPr lang="fr-FR" smtClean="0"/>
              <a:t>7-  ET QUI SUIS-JE POUR QU'IL M'AIME AU POINT DE MOURIR ? </a:t>
            </a:r>
          </a:p>
          <a:p>
            <a:r>
              <a:rPr lang="fr-FR" smtClean="0"/>
              <a:t>And what am I that He loves me so much He would die?</a:t>
            </a:r>
            <a:br>
              <a:rPr lang="fr-FR" smtClean="0"/>
            </a:br>
            <a:r>
              <a:rPr lang="fr-FR" smtClean="0"/>
              <a:t>8-  TOUT CE QUE JE PEUX DIRE</a:t>
            </a:r>
            <a:br>
              <a:rPr lang="fr-FR" smtClean="0"/>
            </a:br>
            <a:r>
              <a:rPr lang="fr-FR" smtClean="0"/>
              <a:t> All that I can say is...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C'EST DIEU ! SEULEMENT DIEU ! </a:t>
            </a:r>
          </a:p>
          <a:p>
            <a:r>
              <a:rPr lang="fr-FR" smtClean="0"/>
              <a:t>	It's God! Only God!</a:t>
            </a:r>
          </a:p>
          <a:p>
            <a:r>
              <a:rPr lang="fr-FR" smtClean="0"/>
              <a:t>	10-  PEUX-TU VOIR ET ENTENDRE  LE TOUCHER, LE SENTIR</a:t>
            </a:r>
          </a:p>
          <a:p>
            <a:r>
              <a:rPr lang="fr-FR" smtClean="0"/>
              <a:t>	Can you see, can you hear, can you touch, can you feel?</a:t>
            </a:r>
            <a:br>
              <a:rPr lang="fr-FR" smtClean="0"/>
            </a:br>
            <a:r>
              <a:rPr lang="fr-FR" smtClean="0"/>
              <a:t>	11-  C'EST DIEU ! SEULEMENT DIEU ! </a:t>
            </a:r>
          </a:p>
          <a:p>
            <a:r>
              <a:rPr lang="fr-FR" smtClean="0"/>
              <a:t>	It's God! Only God!</a:t>
            </a:r>
            <a:br>
              <a:rPr lang="fr-FR" smtClean="0"/>
            </a:br>
            <a:r>
              <a:rPr lang="fr-FR" smtClean="0"/>
              <a:t>	12-  JE NE PEUX PAS L'EXPLIQUER AUTREMENT</a:t>
            </a:r>
          </a:p>
          <a:p>
            <a:r>
              <a:rPr lang="fr-FR" smtClean="0"/>
              <a:t>	I can't explain any other way</a:t>
            </a:r>
          </a:p>
          <a:p>
            <a:r>
              <a:rPr lang="fr-FR" smtClean="0"/>
              <a:t>	13-  CAR C'EST DIEU</a:t>
            </a:r>
            <a:br>
              <a:rPr lang="fr-FR" smtClean="0"/>
            </a:br>
            <a:r>
              <a:rPr lang="fr-FR" smtClean="0"/>
              <a:t>	cuz it's God.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DANS CHAQUE CŒUR IL Y A UN VIDE</a:t>
            </a:r>
          </a:p>
          <a:p>
            <a:r>
              <a:rPr lang="fr-FR" smtClean="0"/>
              <a:t>Inside us all there is a void.</a:t>
            </a:r>
            <a:br>
              <a:rPr lang="fr-FR" smtClean="0"/>
            </a:br>
            <a:r>
              <a:rPr lang="fr-FR" smtClean="0"/>
              <a:t>15-  L'HUMANITÉ CHERCHE CELUI QUI POURRA REMPLIR NOS ÂMES </a:t>
            </a:r>
          </a:p>
          <a:p>
            <a:r>
              <a:rPr lang="fr-FR" smtClean="0"/>
              <a:t>All mankind is searching for the one who fills the soul</a:t>
            </a:r>
            <a:br>
              <a:rPr lang="fr-FR" smtClean="0"/>
            </a:br>
            <a:r>
              <a:rPr lang="fr-FR" smtClean="0"/>
              <a:t>16-  IL Y A EN LUI ESPOIR ET VIE</a:t>
            </a:r>
          </a:p>
          <a:p>
            <a:r>
              <a:rPr lang="fr-FR" smtClean="0"/>
              <a:t>In Him there's hope in Him there's life.</a:t>
            </a:r>
            <a:br>
              <a:rPr lang="fr-FR" smtClean="0"/>
            </a:br>
            <a:r>
              <a:rPr lang="fr-FR" smtClean="0"/>
              <a:t>17-  LE MONDE RECHERCHE UN SAUVEUR QUI EST JUSTE DEVANT SES YEUX</a:t>
            </a:r>
            <a:br>
              <a:rPr lang="fr-FR" smtClean="0"/>
            </a:br>
            <a:r>
              <a:rPr lang="fr-FR" smtClean="0"/>
              <a:t>The world cries for a Savior that's right before their eyes.</a:t>
            </a:r>
            <a:br>
              <a:rPr lang="fr-FR" smtClean="0"/>
            </a:br>
            <a:r>
              <a:rPr lang="fr-FR" smtClean="0"/>
              <a:t>18-  ET QU'EST-CE QUE L'HOMME POUR QU'IL NOUS PRENNE COMME SES ENFANTS</a:t>
            </a:r>
          </a:p>
          <a:p>
            <a:r>
              <a:rPr lang="fr-FR" smtClean="0"/>
              <a:t>And what is man that He takes us in as His children </a:t>
            </a:r>
            <a:br>
              <a:rPr lang="fr-FR" smtClean="0"/>
            </a:br>
            <a:r>
              <a:rPr lang="fr-FR" smtClean="0"/>
              <a:t>19-  POUR ÊTRE À LUI</a:t>
            </a:r>
          </a:p>
          <a:p>
            <a:r>
              <a:rPr lang="fr-FR" smtClean="0"/>
              <a:t>to be His own?</a:t>
            </a:r>
            <a:br>
              <a:rPr lang="fr-FR" smtClean="0"/>
            </a:br>
            <a:r>
              <a:rPr lang="fr-FR" smtClean="0"/>
              <a:t>20-  ET QUE SOMMES NOUS POUR QU'IL VEUILLE ÊTRE NOTRE PÈRE ? </a:t>
            </a:r>
          </a:p>
          <a:p>
            <a:r>
              <a:rPr lang="fr-FR" smtClean="0"/>
              <a:t>And what are we that He wants to be our Father?</a:t>
            </a:r>
            <a:br>
              <a:rPr lang="fr-FR" smtClean="0"/>
            </a:br>
            <a:r>
              <a:rPr lang="fr-FR" smtClean="0"/>
              <a:t>21-  TOUT CE QUE JE PEUX DIRE </a:t>
            </a:r>
            <a:br>
              <a:rPr lang="fr-FR" smtClean="0"/>
            </a:br>
            <a:r>
              <a:rPr lang="fr-FR" smtClean="0"/>
              <a:t>All that I can say is...</a:t>
            </a:r>
          </a:p>
          <a:p>
            <a:endParaRPr lang="fr-FR" smtClean="0"/>
          </a:p>
          <a:p>
            <a:r>
              <a:rPr lang="fr-FR" smtClean="0"/>
              <a:t>	Refrain: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SEIGNEUR JE TE LOUE  POUR TON AMOUR </a:t>
            </a:r>
          </a:p>
          <a:p>
            <a:r>
              <a:rPr lang="fr-FR" smtClean="0"/>
              <a:t>Lord I praise You for Your endless love
23-  ET POUR TA GRÂCE TU M'ÉMERVEILLES 
Your boundless grace I stand here amazed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24-  DIEU ! VRAIMENT DIEU !  </a:t>
            </a:r>
          </a:p>
          <a:p>
            <a:r>
              <a:rPr lang="fr-FR" smtClean="0"/>
              <a:t>	God! Truly God!
	25-  JE NE PEUX PAS L'EXPLIQUER AUTREMENT</a:t>
            </a:r>
            <a:br>
              <a:rPr lang="fr-FR" smtClean="0"/>
            </a:br>
            <a:r>
              <a:rPr lang="fr-FR" smtClean="0"/>
              <a:t>	 I can't explain any other way, 
	26-  CAR C'EST DIEU ! VRAIMENT DIEU !  </a:t>
            </a:r>
          </a:p>
          <a:p>
            <a:r>
              <a:rPr lang="fr-FR" smtClean="0"/>
              <a:t>	cuz it's God. God! Truly God!</a:t>
            </a:r>
            <a:br>
              <a:rPr lang="fr-FR" smtClean="0"/>
            </a:br>
            <a:r>
              <a:rPr lang="fr-FR" smtClean="0"/>
              <a:t>	27-  PEUX-TU VOIR ET ENTENDRE  LE TOUCHER, LE SENTIR </a:t>
            </a:r>
          </a:p>
          <a:p>
            <a:r>
              <a:rPr lang="fr-FR" smtClean="0"/>
              <a:t>	Can ya see? Can ya hear? Can you touch? Can ya feel Him?
	28-  C'EST DIEU ! VRAIMENT DIEU !  </a:t>
            </a:r>
          </a:p>
          <a:p>
            <a:r>
              <a:rPr lang="fr-FR" smtClean="0"/>
              <a:t>	God! Truly God!
	29-  JE NE PEUX PAS L'EXPLIQUER AUTREMENT</a:t>
            </a:r>
          </a:p>
          <a:p>
            <a:r>
              <a:rPr lang="fr-FR" smtClean="0"/>
              <a:t>	I can't explain any other way 
	30-  CAR C'EST DIEU ! VRAIMENT DIEU ! C'EST DIEU ! VRAIMENT DIEU ! </a:t>
            </a:r>
          </a:p>
          <a:p>
            <a:r>
              <a:rPr lang="fr-FR" smtClean="0"/>
              <a:t>	, cuz it's God. God! Truly God! It's God! Truly God!
	31-  C'EST DIEU ! VRAIMENT DIEU ! </a:t>
            </a:r>
          </a:p>
          <a:p>
            <a:r>
              <a:rPr lang="fr-FR" smtClean="0"/>
              <a:t>	It's God! Truly God!
	32-  JE NE PEUX PAS L'EXPLIQUER AUTREMENT </a:t>
            </a:r>
          </a:p>
          <a:p>
            <a:r>
              <a:rPr lang="fr-FR" smtClean="0"/>
              <a:t>	I can't explain any other way
	33-  CAR C'EST DIEU</a:t>
            </a:r>
            <a:br>
              <a:rPr lang="fr-FR" smtClean="0"/>
            </a:br>
            <a:r>
              <a:rPr lang="fr-FR" smtClean="0"/>
              <a:t>	cuz it's God.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CRÉÉ LE JOUR ET LA NUIT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ÉTENDU LA TERRE SUR LES EAUX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CRÉÉ LES CIEUX ET LA PLUIE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REGARDE LE CIEL VOIS SA BEAUTÉ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 MÊME CRÉATEUR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CELUI QUI DONNE LA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QU'EST-CE QUE L'HOMME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QU'IL PENSE À NOUS ?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ARGILE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ENTRE SES MAINS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QUI SUIS-JE POUR QU'IL M'AIME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POINT DE MOURIR ?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JE PEUX DIRE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DIEU ! SEULEMENT DIEU !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PEUX-TU VOIR ET ENTENDRE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TOUCHER, LE SENTIR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DIEU ! SEULEMENT DIEU !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PAS L'EXPLIQUER AUTREMENT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CHAQUE CŒUR IL Y A UN VIDE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L'HUMANITÉ CHERCHE CELUI QUI POURRA REMPLIR NOS ÂMES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EN LUI ESPOIR ET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MONDE RECHERCHE UN SAUVEUR QUI EST JUSTE DEVANT SES YEUX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QU'EST-CE QUE L'HOMME POUR QU'IL NOUS PRENNE COMME SES ENFANTS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ÊTRE À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SOMMES NOUS POUR QU'IL VEUILLE ÊTRE NOTRE PÈRE ?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JE PEUX DIRE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JE TE LOUE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POUR TA GRÂCE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M'ÉMERVEILLES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! VRAIMENT DIEU !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PAS L'EXPLIQUER AUTREMENT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DIEU ! VRAIMENT DIEU !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PEUX-TU VOIR ET ENTENDRE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TOUCHER, LE SENTIR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DIEU ! VRAIMENT DIEU !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PAS L'EXPLIQUER AUTREMENT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DIEU ! VRAIMENT DIEU 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DIEU ! VRAIMENT DIEU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DIEU ! VRAIMENT DIEU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PAS L'EXPLIQUER AUTREMENT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C'EST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2134</Words>
  <Application>Microsoft Office PowerPoint</Application>
  <PresentationFormat>Affichage à l'écran (4:3)</PresentationFormat>
  <Paragraphs>2348</Paragraphs>
  <Slides>33</Slides>
  <Notes>33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177</cp:revision>
  <dcterms:created xsi:type="dcterms:W3CDTF">2002-08-17T10:50:50Z</dcterms:created>
  <dcterms:modified xsi:type="dcterms:W3CDTF">2019-07-20T15:24:35Z</dcterms:modified>
</cp:coreProperties>
</file>