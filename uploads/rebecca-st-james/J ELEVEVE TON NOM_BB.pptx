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3" r:id="rId2"/>
    <p:sldId id="274" r:id="rId3"/>
    <p:sldId id="275" r:id="rId4"/>
    <p:sldId id="276" r:id="rId5"/>
    <p:sldId id="277" r:id="rId6"/>
    <p:sldId id="278" r:id="rId7"/>
    <p:sldId id="288" r:id="rId8"/>
    <p:sldId id="279" r:id="rId9"/>
    <p:sldId id="280" r:id="rId10"/>
    <p:sldId id="281" r:id="rId11"/>
    <p:sldId id="282" r:id="rId12"/>
    <p:sldId id="287" r:id="rId13"/>
    <p:sldId id="283" r:id="rId14"/>
    <p:sldId id="284" r:id="rId15"/>
    <p:sldId id="285" r:id="rId16"/>
    <p:sldId id="286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00" autoAdjust="0"/>
    <p:restoredTop sz="45512" autoAdjust="0"/>
  </p:normalViewPr>
  <p:slideViewPr>
    <p:cSldViewPr>
      <p:cViewPr varScale="1">
        <p:scale>
          <a:sx n="36" d="100"/>
          <a:sy n="36" d="100"/>
        </p:scale>
        <p:origin x="-53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97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20/07/2019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altLang="fr-FR" smtClean="0"/>
              <a:t>
3-  IMPRESSIONNANT  TU RÈGNES À JAMAIS, SEIGNEUR  
4-  TU ES SI GRAND  SI ÉTONNANT, SEIGNEUR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PARTOUT OÙ J’IRAI  J’ÉLÈVERAI TON NOM  
	6-  ET EN TOUT TEMPS JE TE CÉLÉBRERAI </a:t>
            </a:r>
          </a:p>
          <a:p>
            <a:r>
              <a:rPr lang="fr-FR" altLang="fr-FR" smtClean="0"/>
              <a:t>	7-PARTOUT OÙ J’IRAI  J’ÉLÈVERAI TON NOM
	8-  J’ÉLÈVE TON NOM  J’ÉLÈVE TON NOM   x2</a:t>
            </a:r>
          </a:p>
          <a:p>
            <a:r>
              <a:rPr lang="fr-FR" alt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altLang="fr-FR" smtClean="0"/>
              <a:t>
11-  IMPRESSIONNANT  TU RÈGNES À JAMAIS, SEIGNEUR  
12-  TU ES SI GRAND SI ÉTONNANT, SEIGNEUR 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smtClean="0"/>
              <a:t>
3-  IMPRESSIONNANT  TU RÈGNES À JAMAIS, SEIGNEUR  
4-  TU ES SI GRAND  SI ÉTONNANT, SEIGNEUR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PARTOUT OÙ J’IRAI  J’ÉLÈVERAI TON NOM  
	6-  ET EN TOUT TEMPS JE TE CÉLÉBRERAI </a:t>
            </a:r>
          </a:p>
          <a:p>
            <a:r>
              <a:rPr lang="fr-FR" smtClean="0"/>
              <a:t>	7-PARTOUT OÙ J’IRAI  J’ÉLÈVERAI TON NOM
	8-  J’ÉLÈVE TON NOM  J’ÉLÈVE TON NOM   x2</a:t>
            </a:r>
          </a:p>
          <a:p>
            <a:r>
              <a:rPr 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smtClean="0"/>
              <a:t>
11-  IMPRESSIONNANT  TU RÈGNES À JAMAIS, SEIGNEUR  
12-  TU ES SI GRAND SI ÉTONNANT, SEIGNEUR 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altLang="fr-FR" smtClean="0"/>
              <a:t>
3-  IMPRESSIONNANT  TU RÈGNES À JAMAIS, SEIGNEUR  
4-  TU ES SI GRAND  SI ÉTONNANT, SEIGNEUR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PARTOUT OÙ J’IRAI  J’ÉLÈVERAI TON NOM  
	6-  ET EN TOUT TEMPS JE TE CÉLÉBRERAI </a:t>
            </a:r>
          </a:p>
          <a:p>
            <a:r>
              <a:rPr lang="fr-FR" altLang="fr-FR" smtClean="0"/>
              <a:t>	7-PARTOUT OÙ J’IRAI  J’ÉLÈVERAI TON NOM
	8-  J’ÉLÈVE TON NOM  J’ÉLÈVE TON NOM   x2</a:t>
            </a:r>
          </a:p>
          <a:p>
            <a:r>
              <a:rPr lang="fr-FR" alt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altLang="fr-FR" smtClean="0"/>
              <a:t>
11-  IMPRESSIONNANT  TU RÈGNES À JAMAIS, SEIGNEUR  
12-  TU ES SI GRAND SI ÉTONNANT, SEIGNEUR 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smtClean="0"/>
              <a:t>
3-  IMPRESSIONNANT  TU RÈGNES À JAMAIS, SEIGNEUR  
4-  TU ES SI GRAND  SI ÉTONNANT, SEIGNEUR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PARTOUT OÙ J’IRAI  J’ÉLÈVERAI TON NOM  
	6-  ET EN TOUT TEMPS JE TE CÉLÉBRERAI </a:t>
            </a:r>
          </a:p>
          <a:p>
            <a:r>
              <a:rPr lang="fr-FR" smtClean="0"/>
              <a:t>	7-PARTOUT OÙ J’IRAI  J’ÉLÈVERAI TON NOM
	8-  J’ÉLÈVE TON NOM  J’ÉLÈVE TON NOM   x2</a:t>
            </a:r>
          </a:p>
          <a:p>
            <a:r>
              <a:rPr 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smtClean="0"/>
              <a:t>
11-  IMPRESSIONNANT  TU RÈGNES À JAMAIS, SEIGNEUR  
12-  TU ES SI GRAND SI ÉTONNANT, SEIGNEUR 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altLang="fr-FR" smtClean="0"/>
              <a:t>
3-  IMPRESSIONNANT  TU RÈGNES À JAMAIS, SEIGNEUR  
4-  TU ES SI GRAND  SI ÉTONNANT, SEIGNEUR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PARTOUT OÙ J’IRAI  J’ÉLÈVERAI TON NOM  
	6-  ET EN TOUT TEMPS JE TE CÉLÉBRERAI </a:t>
            </a:r>
          </a:p>
          <a:p>
            <a:r>
              <a:rPr lang="fr-FR" altLang="fr-FR" smtClean="0"/>
              <a:t>	7-PARTOUT OÙ J’IRAI  J’ÉLÈVERAI TON NOM
	8-  J’ÉLÈVE TON NOM  J’ÉLÈVE TON NOM   x2</a:t>
            </a:r>
          </a:p>
          <a:p>
            <a:r>
              <a:rPr lang="fr-FR" alt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altLang="fr-FR" smtClean="0"/>
              <a:t>
11-  IMPRESSIONNANT  TU RÈGNES À JAMAIS, SEIGNEUR  
12-  TU ES SI GRAND SI ÉTONNANT, SEIGNEUR 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smtClean="0"/>
              <a:t>
3-  IMPRESSIONNANT  TU RÈGNES À JAMAIS, SEIGNEUR  
4-  TU ES SI GRAND  SI ÉTONNANT, SEIGNEUR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PARTOUT OÙ J’IRAI  J’ÉLÈVERAI TON NOM  
	6-  ET EN TOUT TEMPS JE TE CÉLÉBRERAI </a:t>
            </a:r>
          </a:p>
          <a:p>
            <a:r>
              <a:rPr lang="fr-FR" smtClean="0"/>
              <a:t>	7-PARTOUT OÙ J’IRAI  J’ÉLÈVERAI TON NOM
	8-  J’ÉLÈVE TON NOM  J’ÉLÈVE TON NOM   x2</a:t>
            </a:r>
          </a:p>
          <a:p>
            <a:r>
              <a:rPr 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smtClean="0"/>
              <a:t>
11-  IMPRESSIONNANT  TU RÈGNES À JAMAIS, SEIGNEUR  
12-  TU ES SI GRAND SI ÉTONNANT, SEIGNEUR 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altLang="fr-FR" smtClean="0"/>
              <a:t>
3-  IMPRESSIONNANT  TU RÈGNES À JAMAIS, SEIGNEUR  
4-  TU ES SI GRAND  SI ÉTONNANT, SEIGNEUR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PARTOUT OÙ J’IRAI  J’ÉLÈVERAI TON NOM  
	6-  ET EN TOUT TEMPS JE TE CÉLÉBRERAI </a:t>
            </a:r>
          </a:p>
          <a:p>
            <a:r>
              <a:rPr lang="fr-FR" altLang="fr-FR" smtClean="0"/>
              <a:t>	7-PARTOUT OÙ J’IRAI  J’ÉLÈVERAI TON NOM
	8-  J’ÉLÈVE TON NOM  J’ÉLÈVE TON NOM   x2</a:t>
            </a:r>
          </a:p>
          <a:p>
            <a:r>
              <a:rPr lang="fr-FR" alt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altLang="fr-FR" smtClean="0"/>
              <a:t>
11-  IMPRESSIONNANT  TU RÈGNES À JAMAIS, SEIGNEUR  
12-  TU ES SI GRAND SI ÉTONNANT, SEIGNEUR 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smtClean="0"/>
              <a:t>
3-  IMPRESSIONNANT  TU RÈGNES À JAMAIS, SEIGNEUR  
4-  TU ES SI GRAND  SI ÉTONNANT, SEIGNEUR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PARTOUT OÙ J’IRAI  J’ÉLÈVERAI TON NOM  
	6-  ET EN TOUT TEMPS JE TE CÉLÉBRERAI </a:t>
            </a:r>
          </a:p>
          <a:p>
            <a:r>
              <a:rPr lang="fr-FR" smtClean="0"/>
              <a:t>	7-PARTOUT OÙ J’IRAI  J’ÉLÈVERAI TON NOM
	8-  J’ÉLÈVE TON NOM  J’ÉLÈVE TON NOM   x2</a:t>
            </a:r>
          </a:p>
          <a:p>
            <a:r>
              <a:rPr 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smtClean="0"/>
              <a:t>
11-  IMPRESSIONNANT  TU RÈGNES À JAMAIS, SEIGNEUR  
12-  TU ES SI GRAND SI ÉTONNANT, SEIGNEUR 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altLang="fr-FR" smtClean="0"/>
              <a:t>
3-  IMPRESSIONNANT  TU RÈGNES À JAMAIS, SEIGNEUR  
4-  TU ES SI GRAND  SI ÉTONNANT, SEIGNEUR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PARTOUT OÙ J’IRAI  J’ÉLÈVERAI TON NOM  
	6-  ET EN TOUT TEMPS JE TE CÉLÉBRERAI </a:t>
            </a:r>
          </a:p>
          <a:p>
            <a:r>
              <a:rPr lang="fr-FR" altLang="fr-FR" smtClean="0"/>
              <a:t>	7-PARTOUT OÙ J’IRAI  J’ÉLÈVERAI TON NOM
	8-  J’ÉLÈVE TON NOM  J’ÉLÈVE TON NOM   x2</a:t>
            </a:r>
          </a:p>
          <a:p>
            <a:r>
              <a:rPr lang="fr-FR" alt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altLang="fr-FR" smtClean="0"/>
              <a:t>
11-  IMPRESSIONNANT  TU RÈGNES À JAMAIS, SEIGNEUR  
12-  TU ES SI GRAND SI ÉTONNANT, SEIGNEUR 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smtClean="0"/>
              <a:t>
3-  IMPRESSIONNANT  TU RÈGNES À JAMAIS, SEIGNEUR  
4-  TU ES SI GRAND  SI ÉTONNANT, SEIGNEUR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PARTOUT OÙ J’IRAI  J’ÉLÈVERAI TON NOM  
	6-  ET EN TOUT TEMPS JE TE CÉLÉBRERAI </a:t>
            </a:r>
          </a:p>
          <a:p>
            <a:r>
              <a:rPr lang="fr-FR" smtClean="0"/>
              <a:t>	7-PARTOUT OÙ J’IRAI  J’ÉLÈVERAI TON NOM
	8-  J’ÉLÈVE TON NOM  J’ÉLÈVE TON NOM   x2</a:t>
            </a:r>
          </a:p>
          <a:p>
            <a:r>
              <a:rPr 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smtClean="0"/>
              <a:t>
11-  IMPRESSIONNANT  TU RÈGNES À JAMAIS, SEIGNEUR  
12-  TU ES SI GRAND SI ÉTONNANT, SEIGNEUR 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altLang="fr-FR" smtClean="0"/>
              <a:t>
3-  IMPRESSIONNANT  TU RÈGNES À JAMAIS, SEIGNEUR  
4-  TU ES SI GRAND  SI ÉTONNANT, SEIGNEUR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PARTOUT OÙ J’IRAI  J’ÉLÈVERAI TON NOM  
	6-  ET EN TOUT TEMPS JE TE CÉLÉBRERAI </a:t>
            </a:r>
          </a:p>
          <a:p>
            <a:r>
              <a:rPr lang="fr-FR" altLang="fr-FR" smtClean="0"/>
              <a:t>	7-PARTOUT OÙ J’IRAI  J’ÉLÈVERAI TON NOM
	8-  J’ÉLÈVE TON NOM  J’ÉLÈVE TON NOM   x2</a:t>
            </a:r>
          </a:p>
          <a:p>
            <a:r>
              <a:rPr lang="fr-FR" alt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altLang="fr-FR" smtClean="0"/>
              <a:t>
11-  IMPRESSIONNANT  TU RÈGNES À JAMAIS, SEIGNEUR  
12-  TU ES SI GRAND SI ÉTONNANT, SEIGNEUR 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smtClean="0"/>
              <a:t>
3-  IMPRESSIONNANT  TU RÈGNES À JAMAIS, SEIGNEUR  
4-  TU ES SI GRAND  SI ÉTONNANT, SEIGNEUR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PARTOUT OÙ J’IRAI  J’ÉLÈVERAI TON NOM  
	6-  ET EN TOUT TEMPS JE TE CÉLÉBRERAI </a:t>
            </a:r>
          </a:p>
          <a:p>
            <a:r>
              <a:rPr lang="fr-FR" smtClean="0"/>
              <a:t>	7-PARTOUT OÙ J’IRAI  J’ÉLÈVERAI TON NOM
	8-  J’ÉLÈVE TON NOM  J’ÉLÈVE TON NOM   x2</a:t>
            </a:r>
          </a:p>
          <a:p>
            <a:r>
              <a:rPr 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smtClean="0"/>
              <a:t>
11-  IMPRESSIONNANT  TU RÈGNES À JAMAIS, SEIGNEUR  
12-  TU ES SI GRAND SI ÉTONNANT, SEIGNEUR 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dirty="0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altLang="fr-FR" dirty="0" smtClean="0"/>
              <a:t>
3-  IMPRESSIONNANT  TU RÈGNES À JAMAIS, SEIGNEUR  
4-  TU ES SI GRAND  SI ÉTONNANT, SEIGNEUR  </a:t>
            </a:r>
          </a:p>
          <a:p>
            <a:r>
              <a:rPr lang="fr-FR" altLang="fr-FR" dirty="0" smtClean="0"/>
              <a:t>
	Refrain:</a:t>
            </a:r>
          </a:p>
          <a:p>
            <a:r>
              <a:rPr lang="fr-FR" altLang="fr-FR" dirty="0" smtClean="0"/>
              <a:t>	5-  PARTOUT OÙ J’IRAI  J’ÉLÈVERAI TON NOM  
	6-  ET EN TOUT TEMPS JE TE CÉLÉBRERAI </a:t>
            </a:r>
          </a:p>
          <a:p>
            <a:r>
              <a:rPr lang="fr-FR" altLang="fr-FR" dirty="0" smtClean="0"/>
              <a:t>	7-PARTOUT OÙ J’IRAI  J’ÉLÈVERAI TON NOM
	8-  J’ÉLÈVE TON NOM  J’ÉLÈVE TON NOM   x2</a:t>
            </a:r>
          </a:p>
          <a:p>
            <a:r>
              <a:rPr lang="fr-FR" altLang="fr-FR" dirty="0" smtClean="0"/>
              <a:t>
9-  JE VIENS VERS TOI  AVEC TOUT CE QUE J’AI  
10-  JE T’ÉLÈVERAI, JE VIENS VERS TOI  LE JOUR ET LA NUIT JE TE CHANTERAI </a:t>
            </a:r>
          </a:p>
          <a:p>
            <a:r>
              <a:rPr lang="fr-FR" altLang="fr-FR" dirty="0" smtClean="0"/>
              <a:t>
11-  IMPRESSIONNANT  TU RÈGNES À JAMAIS, SEIGNEUR  
12-  TU ES SI GRAND SI ÉTONNANT, SEIGNEUR  </a:t>
            </a:r>
          </a:p>
          <a:p>
            <a:r>
              <a:rPr lang="fr-FR" altLang="fr-FR" dirty="0" smtClean="0"/>
              <a:t>
Pont:</a:t>
            </a:r>
          </a:p>
          <a:p>
            <a:r>
              <a:rPr lang="fr-FR" altLang="fr-FR" dirty="0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smtClean="0"/>
              <a:t>
3-  IMPRESSIONNANT  TU RÈGNES À JAMAIS, SEIGNEUR  
4-  TU ES SI GRAND  SI ÉTONNANT, SEIGNEUR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PARTOUT OÙ J’IRAI  J’ÉLÈVERAI TON NOM  
	6-  ET EN TOUT TEMPS JE TE CÉLÉBRERAI </a:t>
            </a:r>
          </a:p>
          <a:p>
            <a:r>
              <a:rPr lang="fr-FR" smtClean="0"/>
              <a:t>	7-PARTOUT OÙ J’IRAI  J’ÉLÈVERAI TON NOM
	8-  J’ÉLÈVE TON NOM  J’ÉLÈVE TON NOM   x2</a:t>
            </a:r>
          </a:p>
          <a:p>
            <a:r>
              <a:rPr 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smtClean="0"/>
              <a:t>
11-  IMPRESSIONNANT  TU RÈGNES À JAMAIS, SEIGNEUR  
12-  TU ES SI GRAND SI ÉTONNANT, SEIGNEUR 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altLang="fr-FR" dirty="0" smtClean="0"/>
              <a:t>
3-  IMPRESSIONNANT  TU RÈGNES À JAMAIS, SEIGNEUR  
4-  TU ES SI GRAND  SI ÉTONNANT, SEIGNEUR  </a:t>
            </a:r>
          </a:p>
          <a:p>
            <a:r>
              <a:rPr lang="fr-FR" altLang="fr-FR" dirty="0" smtClean="0"/>
              <a:t>
	Refrain:</a:t>
            </a:r>
          </a:p>
          <a:p>
            <a:r>
              <a:rPr lang="fr-FR" altLang="fr-FR" dirty="0" smtClean="0"/>
              <a:t>	5-  PARTOUT OÙ J’IRAI  J’ÉLÈVERAI TON NOM  
	6-  ET EN TOUT TEMPS JE TE CÉLÉBRERAI </a:t>
            </a:r>
          </a:p>
          <a:p>
            <a:r>
              <a:rPr lang="fr-FR" altLang="fr-FR" dirty="0" smtClean="0"/>
              <a:t>	7-PARTOUT OÙ J’IRAI  J’ÉLÈVERAI TON NOM
	8-  J’ÉLÈVE TON NOM  J’ÉLÈVE TON NOM   x2</a:t>
            </a:r>
          </a:p>
          <a:p>
            <a:r>
              <a:rPr lang="fr-FR" altLang="fr-FR" dirty="0" smtClean="0"/>
              <a:t>
9-  JE VIENS VERS TOI  AVEC TOUT CE QUE J’AI  
10-  JE T’ÉLÈVERAI, JE VIENS VERS TOI  LE JOUR ET LA NUIT JE TE CHANTERAI </a:t>
            </a:r>
          </a:p>
          <a:p>
            <a:r>
              <a:rPr lang="fr-FR" altLang="fr-FR" dirty="0" smtClean="0"/>
              <a:t>
11-  IMPRESSIONNANT  TU RÈGNES À JAMAIS, SEIGNEUR  
12-  TU ES SI GRAND SI ÉTONNANT, SEIGNEUR  </a:t>
            </a:r>
          </a:p>
          <a:p>
            <a:r>
              <a:rPr lang="fr-FR" altLang="fr-FR" dirty="0" smtClean="0"/>
              <a:t>
Pont:</a:t>
            </a:r>
          </a:p>
          <a:p>
            <a:r>
              <a:rPr lang="fr-FR" altLang="fr-FR" dirty="0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smtClean="0"/>
              <a:t>
3-  IMPRESSIONNANT  TU RÈGNES À JAMAIS, SEIGNEUR  
4-  TU ES SI GRAND  SI ÉTONNANT, SEIGNEUR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PARTOUT OÙ J’IRAI  J’ÉLÈVERAI TON NOM  
	6-  ET EN TOUT TEMPS JE TE CÉLÉBRERAI </a:t>
            </a:r>
          </a:p>
          <a:p>
            <a:r>
              <a:rPr lang="fr-FR" smtClean="0"/>
              <a:t>	7-PARTOUT OÙ J’IRAI  J’ÉLÈVERAI TON NOM
	8-  J’ÉLÈVE TON NOM  J’ÉLÈVE TON NOM   x2</a:t>
            </a:r>
          </a:p>
          <a:p>
            <a:r>
              <a:rPr 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smtClean="0"/>
              <a:t>
11-  IMPRESSIONNANT  TU RÈGNES À JAMAIS, SEIGNEUR  
12-  TU ES SI GRAND SI ÉTONNANT, SEIGNEUR 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altLang="fr-FR" smtClean="0"/>
              <a:t>
3-  IMPRESSIONNANT  TU RÈGNES À JAMAIS, SEIGNEUR  
4-  TU ES SI GRAND  SI ÉTONNANT, SEIGNEUR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PARTOUT OÙ J’IRAI  J’ÉLÈVERAI TON NOM  
	6-  ET EN TOUT TEMPS JE TE CÉLÉBRERAI </a:t>
            </a:r>
          </a:p>
          <a:p>
            <a:r>
              <a:rPr lang="fr-FR" altLang="fr-FR" smtClean="0"/>
              <a:t>	7-PARTOUT OÙ J’IRAI  J’ÉLÈVERAI TON NOM
	8-  J’ÉLÈVE TON NOM  J’ÉLÈVE TON NOM   x2</a:t>
            </a:r>
          </a:p>
          <a:p>
            <a:r>
              <a:rPr lang="fr-FR" alt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altLang="fr-FR" smtClean="0"/>
              <a:t>
11-  IMPRESSIONNANT  TU RÈGNES À JAMAIS, SEIGNEUR  
12-  TU ES SI GRAND SI ÉTONNANT, SEIGNEUR 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smtClean="0"/>
              <a:t>
3-  IMPRESSIONNANT  TU RÈGNES À JAMAIS, SEIGNEUR  
4-  TU ES SI GRAND  SI ÉTONNANT, SEIGNEUR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PARTOUT OÙ J’IRAI  J’ÉLÈVERAI TON NOM  
	6-  ET EN TOUT TEMPS JE TE CÉLÉBRERAI </a:t>
            </a:r>
          </a:p>
          <a:p>
            <a:r>
              <a:rPr lang="fr-FR" smtClean="0"/>
              <a:t>	7-PARTOUT OÙ J’IRAI  J’ÉLÈVERAI TON NOM
	8-  J’ÉLÈVE TON NOM  J’ÉLÈVE TON NOM   x2</a:t>
            </a:r>
          </a:p>
          <a:p>
            <a:r>
              <a:rPr 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smtClean="0"/>
              <a:t>
11-  IMPRESSIONNANT  TU RÈGNES À JAMAIS, SEIGNEUR  
12-  TU ES SI GRAND SI ÉTONNANT, SEIGNEUR 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altLang="fr-FR" smtClean="0"/>
              <a:t>
3-  IMPRESSIONNANT  TU RÈGNES À JAMAIS, SEIGNEUR  
4-  TU ES SI GRAND  SI ÉTONNANT, SEIGNEUR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PARTOUT OÙ J’IRAI  J’ÉLÈVERAI TON NOM  
	6-  ET EN TOUT TEMPS JE TE CÉLÉBRERAI </a:t>
            </a:r>
          </a:p>
          <a:p>
            <a:r>
              <a:rPr lang="fr-FR" altLang="fr-FR" smtClean="0"/>
              <a:t>	7-PARTOUT OÙ J’IRAI  J’ÉLÈVERAI TON NOM
	8-  J’ÉLÈVE TON NOM  J’ÉLÈVE TON NOM   x2</a:t>
            </a:r>
          </a:p>
          <a:p>
            <a:r>
              <a:rPr lang="fr-FR" alt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altLang="fr-FR" smtClean="0"/>
              <a:t>
11-  IMPRESSIONNANT  TU RÈGNES À JAMAIS, SEIGNEUR  
12-  TU ES SI GRAND SI ÉTONNANT, SEIGNEUR 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smtClean="0"/>
              <a:t>
3-  IMPRESSIONNANT  TU RÈGNES À JAMAIS, SEIGNEUR  
4-  TU ES SI GRAND  SI ÉTONNANT, SEIGNEUR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PARTOUT OÙ J’IRAI  J’ÉLÈVERAI TON NOM  
	6-  ET EN TOUT TEMPS JE TE CÉLÉBRERAI </a:t>
            </a:r>
          </a:p>
          <a:p>
            <a:r>
              <a:rPr lang="fr-FR" smtClean="0"/>
              <a:t>	7-PARTOUT OÙ J’IRAI  J’ÉLÈVERAI TON NOM
	8-  J’ÉLÈVE TON NOM  J’ÉLÈVE TON NOM   x2</a:t>
            </a:r>
          </a:p>
          <a:p>
            <a:r>
              <a:rPr 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smtClean="0"/>
              <a:t>
11-  IMPRESSIONNANT  TU RÈGNES À JAMAIS, SEIGNEUR  
12-  TU ES SI GRAND SI ÉTONNANT, SEIGNEUR 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altLang="fr-FR" smtClean="0"/>
              <a:t>
3-  IMPRESSIONNANT  TU RÈGNES À JAMAIS, SEIGNEUR  
4-  TU ES SI GRAND  SI ÉTONNANT, SEIGNEUR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PARTOUT OÙ J’IRAI  J’ÉLÈVERAI TON NOM  
	6-  ET EN TOUT TEMPS JE TE CÉLÉBRERAI </a:t>
            </a:r>
          </a:p>
          <a:p>
            <a:r>
              <a:rPr lang="fr-FR" altLang="fr-FR" smtClean="0"/>
              <a:t>	7-PARTOUT OÙ J’IRAI  J’ÉLÈVERAI TON NOM
	8-  J’ÉLÈVE TON NOM  J’ÉLÈVE TON NOM   x2</a:t>
            </a:r>
          </a:p>
          <a:p>
            <a:r>
              <a:rPr lang="fr-FR" alt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altLang="fr-FR" smtClean="0"/>
              <a:t>
11-  IMPRESSIONNANT  TU RÈGNES À JAMAIS, SEIGNEUR  
12-  TU ES SI GRAND SI ÉTONNANT, SEIGNEUR 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smtClean="0"/>
              <a:t>
3-  IMPRESSIONNANT  TU RÈGNES À JAMAIS, SEIGNEUR  
4-  TU ES SI GRAND  SI ÉTONNANT, SEIGNEUR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PARTOUT OÙ J’IRAI  J’ÉLÈVERAI TON NOM  
	6-  ET EN TOUT TEMPS JE TE CÉLÉBRERAI </a:t>
            </a:r>
          </a:p>
          <a:p>
            <a:r>
              <a:rPr lang="fr-FR" smtClean="0"/>
              <a:t>	7-PARTOUT OÙ J’IRAI  J’ÉLÈVERAI TON NOM
	8-  J’ÉLÈVE TON NOM  J’ÉLÈVE TON NOM   x2</a:t>
            </a:r>
          </a:p>
          <a:p>
            <a:r>
              <a:rPr 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smtClean="0"/>
              <a:t>
11-  IMPRESSIONNANT  TU RÈGNES À JAMAIS, SEIGNEUR  
12-  TU ES SI GRAND SI ÉTONNANT, SEIGNEUR 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altLang="fr-FR" smtClean="0"/>
              <a:t>
3-  IMPRESSIONNANT  TU RÈGNES À JAMAIS, SEIGNEUR  
4-  TU ES SI GRAND  SI ÉTONNANT, SEIGNEUR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PARTOUT OÙ J’IRAI  J’ÉLÈVERAI TON NOM  
	6-  ET EN TOUT TEMPS JE TE CÉLÉBRERAI </a:t>
            </a:r>
          </a:p>
          <a:p>
            <a:r>
              <a:rPr lang="fr-FR" altLang="fr-FR" smtClean="0"/>
              <a:t>	7-PARTOUT OÙ J’IRAI  J’ÉLÈVERAI TON NOM
	8-  J’ÉLÈVE TON NOM  J’ÉLÈVE TON NOM   x2</a:t>
            </a:r>
          </a:p>
          <a:p>
            <a:r>
              <a:rPr lang="fr-FR" alt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altLang="fr-FR" smtClean="0"/>
              <a:t>
11-  IMPRESSIONNANT  TU RÈGNES À JAMAIS, SEIGNEUR  
12-  TU ES SI GRAND SI ÉTONNANT, SEIGNEUR 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smtClean="0"/>
              <a:t>
3-  IMPRESSIONNANT  TU RÈGNES À JAMAIS, SEIGNEUR  
4-  TU ES SI GRAND  SI ÉTONNANT, SEIGNEUR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PARTOUT OÙ J’IRAI  J’ÉLÈVERAI TON NOM  
	6-  ET EN TOUT TEMPS JE TE CÉLÉBRERAI </a:t>
            </a:r>
          </a:p>
          <a:p>
            <a:r>
              <a:rPr lang="fr-FR" smtClean="0"/>
              <a:t>	7-PARTOUT OÙ J’IRAI  J’ÉLÈVERAI TON NOM
	8-  J’ÉLÈVE TON NOM  J’ÉLÈVE TON NOM   x2</a:t>
            </a:r>
          </a:p>
          <a:p>
            <a:r>
              <a:rPr 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smtClean="0"/>
              <a:t>
11-  IMPRESSIONNANT  TU RÈGNES À JAMAIS, SEIGNEUR  
12-  TU ES SI GRAND SI ÉTONNANT, SEIGNEUR 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altLang="fr-FR" smtClean="0"/>
              <a:t>
3-  IMPRESSIONNANT  TU RÈGNES À JAMAIS, SEIGNEUR  
4-  TU ES SI GRAND  SI ÉTONNANT, SEIGNEUR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PARTOUT OÙ J’IRAI  J’ÉLÈVERAI TON NOM  
	6-  ET EN TOUT TEMPS JE TE CÉLÉBRERAI </a:t>
            </a:r>
          </a:p>
          <a:p>
            <a:r>
              <a:rPr lang="fr-FR" altLang="fr-FR" smtClean="0"/>
              <a:t>	7-PARTOUT OÙ J’IRAI  J’ÉLÈVERAI TON NOM
	8-  J’ÉLÈVE TON NOM  J’ÉLÈVE TON NOM   x2</a:t>
            </a:r>
          </a:p>
          <a:p>
            <a:r>
              <a:rPr lang="fr-FR" alt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altLang="fr-FR" smtClean="0"/>
              <a:t>
11-  IMPRESSIONNANT  TU RÈGNES À JAMAIS, SEIGNEUR  
12-  TU ES SI GRAND SI ÉTONNANT, SEIGNEUR 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smtClean="0"/>
              <a:t>
3-  IMPRESSIONNANT  TU RÈGNES À JAMAIS, SEIGNEUR  
4-  TU ES SI GRAND  SI ÉTONNANT, SEIGNEUR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PARTOUT OÙ J’IRAI  J’ÉLÈVERAI TON NOM  
	6-  ET EN TOUT TEMPS JE TE CÉLÉBRERAI </a:t>
            </a:r>
          </a:p>
          <a:p>
            <a:r>
              <a:rPr lang="fr-FR" smtClean="0"/>
              <a:t>	7-PARTOUT OÙ J’IRAI  J’ÉLÈVERAI TON NOM
	8-  J’ÉLÈVE TON NOM  J’ÉLÈVE TON NOM   x2</a:t>
            </a:r>
          </a:p>
          <a:p>
            <a:r>
              <a:rPr 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smtClean="0"/>
              <a:t>
11-  IMPRESSIONNANT  TU RÈGNES À JAMAIS, SEIGNEUR  
12-  TU ES SI GRAND SI ÉTONNANT, SEIGNEUR 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altLang="fr-FR" smtClean="0"/>
              <a:t>
3-  IMPRESSIONNANT  TU RÈGNES À JAMAIS, SEIGNEUR  
4-  TU ES SI GRAND  SI ÉTONNANT, SEIGNEUR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PARTOUT OÙ J’IRAI  J’ÉLÈVERAI TON NOM  
	6-  ET EN TOUT TEMPS JE TE CÉLÉBRERAI </a:t>
            </a:r>
          </a:p>
          <a:p>
            <a:r>
              <a:rPr lang="fr-FR" altLang="fr-FR" smtClean="0"/>
              <a:t>	7-PARTOUT OÙ J’IRAI  J’ÉLÈVERAI TON NOM
	8-  J’ÉLÈVE TON NOM  J’ÉLÈVE TON NOM   x2</a:t>
            </a:r>
          </a:p>
          <a:p>
            <a:r>
              <a:rPr lang="fr-FR" alt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altLang="fr-FR" smtClean="0"/>
              <a:t>
11-  IMPRESSIONNANT  TU RÈGNES À JAMAIS, SEIGNEUR  
12-  TU ES SI GRAND SI ÉTONNANT, SEIGNEUR 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smtClean="0"/>
              <a:t>
3-  IMPRESSIONNANT  TU RÈGNES À JAMAIS, SEIGNEUR  
4-  TU ES SI GRAND  SI ÉTONNANT, SEIGNEUR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PARTOUT OÙ J’IRAI  J’ÉLÈVERAI TON NOM  
	6-  ET EN TOUT TEMPS JE TE CÉLÉBRERAI </a:t>
            </a:r>
          </a:p>
          <a:p>
            <a:r>
              <a:rPr lang="fr-FR" smtClean="0"/>
              <a:t>	7-PARTOUT OÙ J’IRAI  J’ÉLÈVERAI TON NOM
	8-  J’ÉLÈVE TON NOM  J’ÉLÈVE TON NOM   x2</a:t>
            </a:r>
          </a:p>
          <a:p>
            <a:r>
              <a:rPr 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smtClean="0"/>
              <a:t>
11-  IMPRESSIONNANT  TU RÈGNES À JAMAIS, SEIGNEUR  
12-  TU ES SI GRAND SI ÉTONNANT, SEIGNEUR 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altLang="fr-FR" smtClean="0"/>
              <a:t>
3-  IMPRESSIONNANT  TU RÈGNES À JAMAIS, SEIGNEUR  
4-  TU ES SI GRAND  SI ÉTONNANT, SEIGNEUR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PARTOUT OÙ J’IRAI  J’ÉLÈVERAI TON NOM  
	6-  ET EN TOUT TEMPS JE TE CÉLÉBRERAI </a:t>
            </a:r>
          </a:p>
          <a:p>
            <a:r>
              <a:rPr lang="fr-FR" altLang="fr-FR" smtClean="0"/>
              <a:t>	7-PARTOUT OÙ J’IRAI  J’ÉLÈVERAI TON NOM
	8-  J’ÉLÈVE TON NOM  J’ÉLÈVE TON NOM   x2</a:t>
            </a:r>
          </a:p>
          <a:p>
            <a:r>
              <a:rPr lang="fr-FR" alt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altLang="fr-FR" smtClean="0"/>
              <a:t>
11-  IMPRESSIONNANT  TU RÈGNES À JAMAIS, SEIGNEUR  
12-  TU ES SI GRAND SI ÉTONNANT, SEIGNEUR 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smtClean="0"/>
              <a:t>
3-  IMPRESSIONNANT  TU RÈGNES À JAMAIS, SEIGNEUR  
4-  TU ES SI GRAND  SI ÉTONNANT, SEIGNEUR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PARTOUT OÙ J’IRAI  J’ÉLÈVERAI TON NOM  
	6-  ET EN TOUT TEMPS JE TE CÉLÉBRERAI </a:t>
            </a:r>
          </a:p>
          <a:p>
            <a:r>
              <a:rPr lang="fr-FR" smtClean="0"/>
              <a:t>	7-PARTOUT OÙ J’IRAI  J’ÉLÈVERAI TON NOM
	8-  J’ÉLÈVE TON NOM  J’ÉLÈVE TON NOM   x2</a:t>
            </a:r>
          </a:p>
          <a:p>
            <a:r>
              <a:rPr 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smtClean="0"/>
              <a:t>
11-  IMPRESSIONNANT  TU RÈGNES À JAMAIS, SEIGNEUR  
12-  TU ES SI GRAND SI ÉTONNANT, SEIGNEUR 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altLang="fr-FR" smtClean="0"/>
              <a:t>
3-  IMPRESSIONNANT  TU RÈGNES À JAMAIS, SEIGNEUR  
4-  TU ES SI GRAND  SI ÉTONNANT, SEIGNEUR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PARTOUT OÙ J’IRAI  J’ÉLÈVERAI TON NOM  
	6-  ET EN TOUT TEMPS JE TE CÉLÉBRERAI </a:t>
            </a:r>
          </a:p>
          <a:p>
            <a:r>
              <a:rPr lang="fr-FR" altLang="fr-FR" smtClean="0"/>
              <a:t>	7-PARTOUT OÙ J’IRAI  J’ÉLÈVERAI TON NOM
	8-  J’ÉLÈVE TON NOM  J’ÉLÈVE TON NOM   x2</a:t>
            </a:r>
          </a:p>
          <a:p>
            <a:r>
              <a:rPr lang="fr-FR" alt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altLang="fr-FR" smtClean="0"/>
              <a:t>
11-  IMPRESSIONNANT  TU RÈGNES À JAMAIS, SEIGNEUR  
12-  TU ES SI GRAND SI ÉTONNANT, SEIGNEUR 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VERS TOI POUR TE REMERCIER  POUR CE QUE TU AS FAIT  
2-  JE VIENS VERS TOI, JE VEUX TE LOUER  POUR CETTE JOURNÉE  </a:t>
            </a:r>
          </a:p>
          <a:p>
            <a:r>
              <a:rPr lang="fr-FR" smtClean="0"/>
              <a:t>
3-  IMPRESSIONNANT  TU RÈGNES À JAMAIS, SEIGNEUR  
4-  TU ES SI GRAND  SI ÉTONNANT, SEIGNEUR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PARTOUT OÙ J’IRAI  J’ÉLÈVERAI TON NOM  
	6-  ET EN TOUT TEMPS JE TE CÉLÉBRERAI </a:t>
            </a:r>
          </a:p>
          <a:p>
            <a:r>
              <a:rPr lang="fr-FR" smtClean="0"/>
              <a:t>	7-PARTOUT OÙ J’IRAI  J’ÉLÈVERAI TON NOM
	8-  J’ÉLÈVE TON NOM  J’ÉLÈVE TON NOM   x2</a:t>
            </a:r>
          </a:p>
          <a:p>
            <a:r>
              <a:rPr lang="fr-FR" smtClean="0"/>
              <a:t>
9-  JE VIENS VERS TOI  AVEC TOUT CE QUE J’AI  
10-  JE T’ÉLÈVERAI, JE VIENS VERS TOI  LE JOUR ET LA NUIT JE TE CHANTERAI </a:t>
            </a:r>
          </a:p>
          <a:p>
            <a:r>
              <a:rPr lang="fr-FR" smtClean="0"/>
              <a:t>
11-  IMPRESSIONNANT  TU RÈGNES À JAMAIS, SEIGNEUR  
12-  TU ES SI GRAND SI ÉTONNANT, SEIGNEUR 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13-  QU’IMPORTE LES DÉFIS  JE T’ÉLÈVERAI 
14-  JE TE CHANTERAI  JE N’ARRÊTERAI JAMAIS  
15-  TU VIENS M'ENTOURER  D'UN AMOUR PARFAIT   
16-  JE T’ÉLÈVERAI PARTOUT OÙ J’IRAI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VIENS VERS TOI POUR TE REMERCIER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CE QUE TU AS FAIT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VIENS VERS TOI, JE VEUX TE LOUER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CETTE JOURNÉE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IMPRESSIONNANT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RÈGNES À JAMAIS, SEIGNEUR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SI GRAND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ÉTONNANT, SEIGNEUR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PARTOUT OÙ J’IRAI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J’ÉLÈVERAI TON NOM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EN TOUT TEMPS JE TE CÉLÉBRERAI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PARTOUT OÙ J’IRAI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J’ÉLÈVERAI TON NOM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J’ÉLÈVE TON NOM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J’ÉLÈVE TON NOM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VIENS VERS TOI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TOUT CE QUE J’AI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T’ÉLÈVERAI, JE VIENS VERS TOI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JOUR ET LA NUIT JE TE CHANTERAI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IMPRESSIONNANT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RÈGNES À JAMAIS, SEIGNEUR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SI GRAND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ÉTONNANT, SEIGNEUR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QU’IMPORTE LES DÉFIS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T’ÉLÈVERAI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CHANTERAI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N’ARRÊTERAI JAMAIS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VIENS M'ENTOURER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D'UN AMOUR PARFAIT 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T’ÉLÈVERAI PARTOUT OÙ J’IRAI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1648</TotalTime>
  <Words>229</Words>
  <Application>Microsoft Office PowerPoint</Application>
  <PresentationFormat>Affichage à l'écran (4:3)</PresentationFormat>
  <Paragraphs>318</Paragraphs>
  <Slides>16</Slides>
  <Notes>16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178</cp:revision>
  <dcterms:created xsi:type="dcterms:W3CDTF">2002-08-17T10:50:50Z</dcterms:created>
  <dcterms:modified xsi:type="dcterms:W3CDTF">2019-07-20T15:47:59Z</dcterms:modified>
</cp:coreProperties>
</file>