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21" r:id="rId11"/>
    <p:sldId id="315" r:id="rId12"/>
    <p:sldId id="316" r:id="rId13"/>
    <p:sldId id="317" r:id="rId14"/>
    <p:sldId id="318" r:id="rId15"/>
    <p:sldId id="319" r:id="rId16"/>
    <p:sldId id="320" r:id="rId1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17" autoAdjust="0"/>
    <p:restoredTop sz="38698" autoAdjust="0"/>
  </p:normalViewPr>
  <p:slideViewPr>
    <p:cSldViewPr>
      <p:cViewPr varScale="1">
        <p:scale>
          <a:sx n="37" d="100"/>
          <a:sy n="37" d="100"/>
        </p:scale>
        <p:origin x="-342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161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DBCF637-A6AD-4758-8371-19EDEFB4AAE6}" type="datetimeFigureOut">
              <a:rPr lang="fr-FR"/>
              <a:pPr>
                <a:defRPr/>
              </a:pPr>
              <a:t>21/07/2019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B516598-CD51-4708-99B5-B31EE015290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SOIS MA VISION, OH SEIGNEUR  DE MON CŒUR</a:t>
            </a:r>
          </a:p>
          <a:p>
            <a:r>
              <a:rPr lang="fr-FR" b="0" dirty="0" smtClean="0"/>
              <a:t>Be Thou </a:t>
            </a:r>
            <a:r>
              <a:rPr lang="fr-FR" b="0" dirty="0" err="1" smtClean="0"/>
              <a:t>my</a:t>
            </a:r>
            <a:r>
              <a:rPr lang="fr-FR" b="0" dirty="0" smtClean="0"/>
              <a:t> vision, oh Lord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endParaRPr lang="fr-FR" b="0" dirty="0" smtClean="0"/>
          </a:p>
          <a:p>
            <a:r>
              <a:rPr lang="fr-FR" b="0" dirty="0" smtClean="0"/>
              <a:t>2-  LE RESTE NE VAUT RIEN DEVANT TA VALEUR </a:t>
            </a:r>
          </a:p>
          <a:p>
            <a:r>
              <a:rPr lang="fr-FR" b="0" dirty="0" err="1" smtClean="0"/>
              <a:t>Naught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all </a:t>
            </a:r>
            <a:r>
              <a:rPr lang="fr-FR" b="0" dirty="0" err="1" smtClean="0"/>
              <a:t>else</a:t>
            </a:r>
            <a:r>
              <a:rPr lang="fr-FR" b="0" dirty="0" smtClean="0"/>
              <a:t> to me, </a:t>
            </a:r>
            <a:r>
              <a:rPr lang="fr-FR" b="0" dirty="0" err="1" smtClean="0"/>
              <a:t>save</a:t>
            </a:r>
            <a:r>
              <a:rPr lang="fr-FR" b="0" dirty="0" smtClean="0"/>
              <a:t> </a:t>
            </a:r>
            <a:r>
              <a:rPr lang="fr-FR" b="0" dirty="0" err="1" smtClean="0"/>
              <a:t>that</a:t>
            </a:r>
            <a:r>
              <a:rPr lang="fr-FR" b="0" dirty="0" smtClean="0"/>
              <a:t> Thou art</a:t>
            </a:r>
          </a:p>
          <a:p>
            <a:r>
              <a:rPr lang="fr-FR" b="0" dirty="0" smtClean="0"/>
              <a:t>3-  TOI MA MEILLEURE PENSÉE LE JOUR COMME LA NUIT</a:t>
            </a:r>
          </a:p>
          <a:p>
            <a:r>
              <a:rPr lang="fr-FR" b="0" dirty="0" smtClean="0"/>
              <a:t>Thou </a:t>
            </a:r>
            <a:r>
              <a:rPr lang="fr-FR" b="0" dirty="0" err="1" smtClean="0"/>
              <a:t>my</a:t>
            </a:r>
            <a:r>
              <a:rPr lang="fr-FR" b="0" dirty="0" smtClean="0"/>
              <a:t> best </a:t>
            </a:r>
            <a:r>
              <a:rPr lang="fr-FR" b="0" dirty="0" err="1" smtClean="0"/>
              <a:t>thought</a:t>
            </a:r>
            <a:r>
              <a:rPr lang="fr-FR" b="0" dirty="0" smtClean="0"/>
              <a:t> by </a:t>
            </a:r>
            <a:r>
              <a:rPr lang="fr-FR" b="0" dirty="0" err="1" smtClean="0"/>
              <a:t>day</a:t>
            </a:r>
            <a:r>
              <a:rPr lang="fr-FR" b="0" dirty="0" smtClean="0"/>
              <a:t> or by night</a:t>
            </a:r>
          </a:p>
          <a:p>
            <a:r>
              <a:rPr lang="fr-FR" b="0" dirty="0" smtClean="0"/>
              <a:t>4-  TA PRÉSENCE EST MA LUMIÈRE, VEILLANT OU  </a:t>
            </a:r>
          </a:p>
          <a:p>
            <a:r>
              <a:rPr lang="fr-FR" b="0" dirty="0" smtClean="0"/>
              <a:t>     ENDORMI </a:t>
            </a:r>
          </a:p>
          <a:p>
            <a:r>
              <a:rPr lang="fr-FR" b="0" dirty="0" err="1" smtClean="0"/>
              <a:t>Waking</a:t>
            </a:r>
            <a:r>
              <a:rPr lang="fr-FR" b="0" dirty="0" smtClean="0"/>
              <a:t> or sleeping, </a:t>
            </a:r>
            <a:r>
              <a:rPr lang="fr-FR" b="0" dirty="0" err="1" smtClean="0"/>
              <a:t>Thy</a:t>
            </a:r>
            <a:r>
              <a:rPr lang="fr-FR" b="0" dirty="0" smtClean="0"/>
              <a:t> </a:t>
            </a:r>
            <a:r>
              <a:rPr lang="fr-FR" b="0" dirty="0" err="1" smtClean="0"/>
              <a:t>presence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light</a:t>
            </a:r>
          </a:p>
          <a:p>
            <a:endParaRPr lang="fr-FR" b="0" dirty="0" smtClean="0"/>
          </a:p>
          <a:p>
            <a:r>
              <a:rPr lang="fr-FR" b="0" dirty="0" smtClean="0"/>
              <a:t>5-  SOIS MA SAGESSE, ET MA PAROLE VRAIE</a:t>
            </a:r>
          </a:p>
          <a:p>
            <a:r>
              <a:rPr lang="fr-FR" b="0" dirty="0" smtClean="0"/>
              <a:t>Be Thou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wisdom</a:t>
            </a:r>
            <a:r>
              <a:rPr lang="fr-FR" b="0" dirty="0" smtClean="0"/>
              <a:t>, and Thou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true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endParaRPr lang="fr-FR" b="0" dirty="0" smtClean="0"/>
          </a:p>
          <a:p>
            <a:r>
              <a:rPr lang="fr-FR" b="0" dirty="0" smtClean="0"/>
              <a:t>6-  SOIS AVEC MOI SEIGNEUR À TOUT JAMAIS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ever</a:t>
            </a:r>
            <a:r>
              <a:rPr lang="fr-FR" b="0" dirty="0" smtClean="0"/>
              <a:t> </a:t>
            </a:r>
            <a:r>
              <a:rPr lang="fr-FR" b="0" dirty="0" err="1" smtClean="0"/>
              <a:t>with</a:t>
            </a:r>
            <a:r>
              <a:rPr lang="fr-FR" b="0" dirty="0" smtClean="0"/>
              <a:t> </a:t>
            </a:r>
            <a:r>
              <a:rPr lang="fr-FR" b="0" dirty="0" err="1" smtClean="0"/>
              <a:t>Thee</a:t>
            </a:r>
            <a:r>
              <a:rPr lang="fr-FR" b="0" dirty="0" smtClean="0"/>
              <a:t> and Thou </a:t>
            </a:r>
            <a:r>
              <a:rPr lang="fr-FR" b="0" dirty="0" err="1" smtClean="0"/>
              <a:t>with</a:t>
            </a:r>
            <a:r>
              <a:rPr lang="fr-FR" b="0" dirty="0" smtClean="0"/>
              <a:t> me Lord</a:t>
            </a:r>
          </a:p>
          <a:p>
            <a:r>
              <a:rPr lang="fr-FR" b="0" dirty="0" smtClean="0"/>
              <a:t>7-  SOIS MA CUIRASSE, MON ÉPÉE  DANS LE COMBAT</a:t>
            </a:r>
          </a:p>
          <a:p>
            <a:r>
              <a:rPr lang="fr-FR" b="0" dirty="0" smtClean="0"/>
              <a:t>Be Thou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breastplate</a:t>
            </a:r>
            <a:r>
              <a:rPr lang="fr-FR" b="0" dirty="0" smtClean="0"/>
              <a:t>,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sword</a:t>
            </a:r>
            <a:r>
              <a:rPr lang="fr-FR" b="0" dirty="0" smtClean="0"/>
              <a:t> for the </a:t>
            </a:r>
            <a:r>
              <a:rPr lang="fr-FR" b="0" dirty="0" err="1" smtClean="0"/>
              <a:t>fight</a:t>
            </a:r>
            <a:endParaRPr lang="fr-FR" b="0" dirty="0" smtClean="0"/>
          </a:p>
          <a:p>
            <a:r>
              <a:rPr lang="fr-FR" b="0" dirty="0" smtClean="0"/>
              <a:t>8-  SOIS MON ARMURE, SOIS CETTE PUISSANCE EN MOI</a:t>
            </a:r>
          </a:p>
          <a:p>
            <a:r>
              <a:rPr lang="fr-FR" b="0" dirty="0" smtClean="0"/>
              <a:t>Be Thou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armour</a:t>
            </a:r>
            <a:r>
              <a:rPr lang="fr-FR" b="0" dirty="0" smtClean="0"/>
              <a:t> and </a:t>
            </a:r>
            <a:r>
              <a:rPr lang="fr-FR" b="0" dirty="0" err="1" smtClean="0"/>
              <a:t>be</a:t>
            </a:r>
            <a:r>
              <a:rPr lang="fr-FR" b="0" dirty="0" smtClean="0"/>
              <a:t> Thou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might</a:t>
            </a:r>
            <a:endParaRPr lang="fr-FR" b="0" dirty="0" smtClean="0"/>
          </a:p>
          <a:p>
            <a:r>
              <a:rPr lang="fr-FR" b="0" dirty="0" smtClean="0"/>
              <a:t>
9-  JE N'AI BESOIN D'OR, NI D'ÊTRE LOUÉ </a:t>
            </a:r>
          </a:p>
          <a:p>
            <a:r>
              <a:rPr lang="fr-FR" b="0" dirty="0" smtClean="0"/>
              <a:t>Riches I </a:t>
            </a:r>
            <a:r>
              <a:rPr lang="fr-FR" b="0" dirty="0" err="1" smtClean="0"/>
              <a:t>need</a:t>
            </a:r>
            <a:r>
              <a:rPr lang="fr-FR" b="0" dirty="0" smtClean="0"/>
              <a:t> not, </a:t>
            </a:r>
            <a:r>
              <a:rPr lang="fr-FR" b="0" dirty="0" err="1" smtClean="0"/>
              <a:t>nor</a:t>
            </a:r>
            <a:r>
              <a:rPr lang="fr-FR" b="0" dirty="0" smtClean="0"/>
              <a:t> man's </a:t>
            </a:r>
            <a:r>
              <a:rPr lang="fr-FR" b="0" dirty="0" err="1" smtClean="0"/>
              <a:t>empty</a:t>
            </a:r>
            <a:r>
              <a:rPr lang="fr-FR" b="0" dirty="0" smtClean="0"/>
              <a:t> </a:t>
            </a:r>
            <a:r>
              <a:rPr lang="fr-FR" b="0" dirty="0" err="1" smtClean="0"/>
              <a:t>praise</a:t>
            </a:r>
            <a:endParaRPr lang="fr-FR" b="0" dirty="0" smtClean="0"/>
          </a:p>
          <a:p>
            <a:r>
              <a:rPr lang="fr-FR" b="0" dirty="0" smtClean="0"/>
              <a:t>10 -TU ES MON PARTAGE POUR L'ÉTERNITÉ </a:t>
            </a:r>
          </a:p>
          <a:p>
            <a:r>
              <a:rPr lang="fr-FR" b="0" dirty="0" smtClean="0"/>
              <a:t>Thou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inheritance</a:t>
            </a:r>
            <a:r>
              <a:rPr lang="fr-FR" b="0" dirty="0" smtClean="0"/>
              <a:t>, </a:t>
            </a:r>
            <a:r>
              <a:rPr lang="fr-FR" b="0" dirty="0" err="1" smtClean="0"/>
              <a:t>now</a:t>
            </a:r>
            <a:r>
              <a:rPr lang="fr-FR" b="0" dirty="0" smtClean="0"/>
              <a:t> and </a:t>
            </a:r>
            <a:r>
              <a:rPr lang="fr-FR" b="0" dirty="0" err="1" smtClean="0"/>
              <a:t>always</a:t>
            </a:r>
            <a:endParaRPr lang="fr-FR" b="0" dirty="0" smtClean="0"/>
          </a:p>
          <a:p>
            <a:r>
              <a:rPr lang="fr-FR" b="0" dirty="0" smtClean="0"/>
              <a:t>11-  TOI ET TOI SEUL AS LE TRÔNE  DE MON CŒUR</a:t>
            </a:r>
          </a:p>
          <a:p>
            <a:r>
              <a:rPr lang="fr-FR" b="0" dirty="0" smtClean="0"/>
              <a:t>Thou and Thou </a:t>
            </a:r>
            <a:r>
              <a:rPr lang="fr-FR" b="0" dirty="0" err="1" smtClean="0"/>
              <a:t>only</a:t>
            </a:r>
            <a:r>
              <a:rPr lang="fr-FR" b="0" dirty="0" smtClean="0"/>
              <a:t>, the first in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endParaRPr lang="fr-FR" b="0" dirty="0" smtClean="0"/>
          </a:p>
          <a:p>
            <a:r>
              <a:rPr lang="fr-FR" b="0" dirty="0" smtClean="0"/>
              <a:t>12-  GRAND ROI DES CIEUX  OUI TU ES MON TRÉSOR </a:t>
            </a:r>
          </a:p>
          <a:p>
            <a:r>
              <a:rPr lang="fr-FR" b="0" dirty="0" smtClean="0"/>
              <a:t>High </a:t>
            </a:r>
            <a:r>
              <a:rPr lang="fr-FR" b="0" dirty="0" err="1" smtClean="0"/>
              <a:t>king</a:t>
            </a:r>
            <a:r>
              <a:rPr lang="fr-FR" b="0" dirty="0" smtClean="0"/>
              <a:t> of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treasure</a:t>
            </a:r>
            <a:r>
              <a:rPr lang="fr-FR" b="0" dirty="0" smtClean="0"/>
              <a:t> Thou art</a:t>
            </a:r>
          </a:p>
          <a:p>
            <a:r>
              <a:rPr lang="fr-FR" b="0" dirty="0" smtClean="0"/>
              <a:t>
13-  GRAND ROI DES CIEUX, QUAND TOUT SERA GAGNÉ </a:t>
            </a:r>
          </a:p>
          <a:p>
            <a:r>
              <a:rPr lang="fr-FR" b="0" dirty="0" smtClean="0"/>
              <a:t>High </a:t>
            </a:r>
            <a:r>
              <a:rPr lang="fr-FR" b="0" dirty="0" err="1" smtClean="0"/>
              <a:t>king</a:t>
            </a:r>
            <a:r>
              <a:rPr lang="fr-FR" b="0" dirty="0" smtClean="0"/>
              <a:t> of </a:t>
            </a:r>
            <a:r>
              <a:rPr lang="fr-FR" b="0" dirty="0" err="1" smtClean="0"/>
              <a:t>heaven</a:t>
            </a:r>
            <a:r>
              <a:rPr lang="fr-FR" b="0" dirty="0" smtClean="0"/>
              <a:t>,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battle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done</a:t>
            </a:r>
            <a:endParaRPr lang="fr-FR" b="0" dirty="0" smtClean="0"/>
          </a:p>
          <a:p>
            <a:r>
              <a:rPr lang="fr-FR" b="0" dirty="0" smtClean="0"/>
              <a:t>14-  DONNE-MOI TA JOIE  ET POUR TOUJOURS TA PAIX</a:t>
            </a:r>
          </a:p>
          <a:p>
            <a:r>
              <a:rPr lang="fr-FR" b="0" dirty="0" smtClean="0"/>
              <a:t>Grant </a:t>
            </a:r>
            <a:r>
              <a:rPr lang="fr-FR" b="0" dirty="0" err="1" smtClean="0"/>
              <a:t>heaven's</a:t>
            </a:r>
            <a:r>
              <a:rPr lang="fr-FR" b="0" dirty="0" smtClean="0"/>
              <a:t> </a:t>
            </a:r>
            <a:r>
              <a:rPr lang="fr-FR" b="0" dirty="0" err="1" smtClean="0"/>
              <a:t>joy</a:t>
            </a:r>
            <a:r>
              <a:rPr lang="fr-FR" b="0" dirty="0" smtClean="0"/>
              <a:t> to me, oh </a:t>
            </a:r>
            <a:r>
              <a:rPr lang="fr-FR" b="0" dirty="0" err="1" smtClean="0"/>
              <a:t>bright</a:t>
            </a:r>
            <a:r>
              <a:rPr lang="fr-FR" b="0" dirty="0" smtClean="0"/>
              <a:t> </a:t>
            </a:r>
            <a:r>
              <a:rPr lang="fr-FR" b="0" dirty="0" err="1" smtClean="0"/>
              <a:t>heaven's</a:t>
            </a:r>
            <a:r>
              <a:rPr lang="fr-FR" b="0" dirty="0" smtClean="0"/>
              <a:t> </a:t>
            </a:r>
            <a:r>
              <a:rPr lang="fr-FR" b="0" dirty="0" err="1" smtClean="0"/>
              <a:t>sun</a:t>
            </a:r>
            <a:endParaRPr lang="fr-FR" b="0" dirty="0" smtClean="0"/>
          </a:p>
          <a:p>
            <a:r>
              <a:rPr lang="fr-FR" b="0" dirty="0" smtClean="0"/>
              <a:t>15-  CHRIST DE MON CŒUR  EN TOUTE SAISON</a:t>
            </a:r>
          </a:p>
          <a:p>
            <a:r>
              <a:rPr lang="fr-FR" b="0" dirty="0" smtClean="0"/>
              <a:t>Christ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own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, </a:t>
            </a:r>
            <a:r>
              <a:rPr lang="fr-FR" b="0" dirty="0" err="1" smtClean="0"/>
              <a:t>whatever</a:t>
            </a:r>
            <a:r>
              <a:rPr lang="fr-FR" b="0" dirty="0" smtClean="0"/>
              <a:t> </a:t>
            </a:r>
            <a:r>
              <a:rPr lang="fr-FR" b="0" dirty="0" err="1" smtClean="0"/>
              <a:t>befall</a:t>
            </a:r>
            <a:endParaRPr lang="fr-FR" b="0" dirty="0" smtClean="0"/>
          </a:p>
          <a:p>
            <a:r>
              <a:rPr lang="fr-FR" b="0" dirty="0" smtClean="0"/>
              <a:t>16-  RÈGNE SUR MA VIE, ET SOIS MA VISION</a:t>
            </a:r>
          </a:p>
          <a:p>
            <a:r>
              <a:rPr lang="fr-FR" b="0" dirty="0" err="1" smtClean="0"/>
              <a:t>Still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vision,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ruler</a:t>
            </a:r>
            <a:r>
              <a:rPr lang="fr-FR" b="0" dirty="0" smtClean="0"/>
              <a:t> of all</a:t>
            </a:r>
          </a:p>
          <a:p>
            <a:r>
              <a:rPr lang="fr-FR" b="0" dirty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dirty="0" smtClean="0"/>
              <a:t>1-  SOIS MA VISION, OH SEIGNEUR  DE MON CŒUR</a:t>
            </a:r>
          </a:p>
          <a:p>
            <a:r>
              <a:rPr lang="fr-FR" b="0" dirty="0" smtClean="0"/>
              <a:t>Be Thou </a:t>
            </a:r>
            <a:r>
              <a:rPr lang="fr-FR" b="0" dirty="0" err="1" smtClean="0"/>
              <a:t>my</a:t>
            </a:r>
            <a:r>
              <a:rPr lang="fr-FR" b="0" dirty="0" smtClean="0"/>
              <a:t> vision, oh Lord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endParaRPr lang="fr-FR" b="0" dirty="0" smtClean="0"/>
          </a:p>
          <a:p>
            <a:r>
              <a:rPr lang="fr-FR" b="0" dirty="0" smtClean="0"/>
              <a:t>2-  LE RESTE NE VAUT RIEN DEVANT TA VALEUR </a:t>
            </a:r>
          </a:p>
          <a:p>
            <a:r>
              <a:rPr lang="fr-FR" b="0" dirty="0" err="1" smtClean="0"/>
              <a:t>Naught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all </a:t>
            </a:r>
            <a:r>
              <a:rPr lang="fr-FR" b="0" dirty="0" err="1" smtClean="0"/>
              <a:t>else</a:t>
            </a:r>
            <a:r>
              <a:rPr lang="fr-FR" b="0" dirty="0" smtClean="0"/>
              <a:t> to me, </a:t>
            </a:r>
            <a:r>
              <a:rPr lang="fr-FR" b="0" dirty="0" err="1" smtClean="0"/>
              <a:t>save</a:t>
            </a:r>
            <a:r>
              <a:rPr lang="fr-FR" b="0" dirty="0" smtClean="0"/>
              <a:t> </a:t>
            </a:r>
            <a:r>
              <a:rPr lang="fr-FR" b="0" dirty="0" err="1" smtClean="0"/>
              <a:t>that</a:t>
            </a:r>
            <a:r>
              <a:rPr lang="fr-FR" b="0" dirty="0" smtClean="0"/>
              <a:t> Thou art</a:t>
            </a:r>
          </a:p>
          <a:p>
            <a:r>
              <a:rPr lang="fr-FR" b="0" dirty="0" smtClean="0"/>
              <a:t>3-  TOI MA MEILLEURE PENSÉE LE JOUR COMME LA NUIT</a:t>
            </a:r>
          </a:p>
          <a:p>
            <a:r>
              <a:rPr lang="fr-FR" b="0" dirty="0" smtClean="0"/>
              <a:t>Thou </a:t>
            </a:r>
            <a:r>
              <a:rPr lang="fr-FR" b="0" dirty="0" err="1" smtClean="0"/>
              <a:t>my</a:t>
            </a:r>
            <a:r>
              <a:rPr lang="fr-FR" b="0" dirty="0" smtClean="0"/>
              <a:t> best </a:t>
            </a:r>
            <a:r>
              <a:rPr lang="fr-FR" b="0" dirty="0" err="1" smtClean="0"/>
              <a:t>thought</a:t>
            </a:r>
            <a:r>
              <a:rPr lang="fr-FR" b="0" dirty="0" smtClean="0"/>
              <a:t> by </a:t>
            </a:r>
            <a:r>
              <a:rPr lang="fr-FR" b="0" dirty="0" err="1" smtClean="0"/>
              <a:t>day</a:t>
            </a:r>
            <a:r>
              <a:rPr lang="fr-FR" b="0" dirty="0" smtClean="0"/>
              <a:t> or by night</a:t>
            </a:r>
          </a:p>
          <a:p>
            <a:r>
              <a:rPr lang="fr-FR" b="0" dirty="0" smtClean="0"/>
              <a:t>4-  TA PRÉSENCE EST MA LUMIÈRE, VEILLANT OU  </a:t>
            </a:r>
          </a:p>
          <a:p>
            <a:r>
              <a:rPr lang="fr-FR" b="0" dirty="0" smtClean="0"/>
              <a:t>     ENDORMI </a:t>
            </a:r>
          </a:p>
          <a:p>
            <a:r>
              <a:rPr lang="fr-FR" b="0" dirty="0" err="1" smtClean="0"/>
              <a:t>Waking</a:t>
            </a:r>
            <a:r>
              <a:rPr lang="fr-FR" b="0" dirty="0" smtClean="0"/>
              <a:t> or sleeping, </a:t>
            </a:r>
            <a:r>
              <a:rPr lang="fr-FR" b="0" dirty="0" err="1" smtClean="0"/>
              <a:t>Thy</a:t>
            </a:r>
            <a:r>
              <a:rPr lang="fr-FR" b="0" dirty="0" smtClean="0"/>
              <a:t> </a:t>
            </a:r>
            <a:r>
              <a:rPr lang="fr-FR" b="0" dirty="0" err="1" smtClean="0"/>
              <a:t>presence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light</a:t>
            </a:r>
          </a:p>
          <a:p>
            <a:endParaRPr lang="fr-FR" b="0" dirty="0" smtClean="0"/>
          </a:p>
          <a:p>
            <a:r>
              <a:rPr lang="fr-FR" b="0" dirty="0" smtClean="0"/>
              <a:t>5-  SOIS MA SAGESSE, ET MA PAROLE VRAIE</a:t>
            </a:r>
          </a:p>
          <a:p>
            <a:r>
              <a:rPr lang="fr-FR" b="0" dirty="0" smtClean="0"/>
              <a:t>Be Thou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wisdom</a:t>
            </a:r>
            <a:r>
              <a:rPr lang="fr-FR" b="0" dirty="0" smtClean="0"/>
              <a:t>, and Thou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true</a:t>
            </a:r>
            <a:r>
              <a:rPr lang="fr-FR" b="0" dirty="0" smtClean="0"/>
              <a:t> </a:t>
            </a:r>
            <a:r>
              <a:rPr lang="fr-FR" b="0" dirty="0" err="1" smtClean="0"/>
              <a:t>word</a:t>
            </a:r>
            <a:endParaRPr lang="fr-FR" b="0" dirty="0" smtClean="0"/>
          </a:p>
          <a:p>
            <a:r>
              <a:rPr lang="fr-FR" b="0" dirty="0" smtClean="0"/>
              <a:t>6-  SOIS AVEC MOI SEIGNEUR À TOUT JAMAIS</a:t>
            </a:r>
          </a:p>
          <a:p>
            <a:r>
              <a:rPr lang="fr-FR" b="0" dirty="0" smtClean="0"/>
              <a:t>I </a:t>
            </a:r>
            <a:r>
              <a:rPr lang="fr-FR" b="0" dirty="0" err="1" smtClean="0"/>
              <a:t>ever</a:t>
            </a:r>
            <a:r>
              <a:rPr lang="fr-FR" b="0" dirty="0" smtClean="0"/>
              <a:t> </a:t>
            </a:r>
            <a:r>
              <a:rPr lang="fr-FR" b="0" dirty="0" err="1" smtClean="0"/>
              <a:t>with</a:t>
            </a:r>
            <a:r>
              <a:rPr lang="fr-FR" b="0" dirty="0" smtClean="0"/>
              <a:t> </a:t>
            </a:r>
            <a:r>
              <a:rPr lang="fr-FR" b="0" dirty="0" err="1" smtClean="0"/>
              <a:t>Thee</a:t>
            </a:r>
            <a:r>
              <a:rPr lang="fr-FR" b="0" dirty="0" smtClean="0"/>
              <a:t> and Thou </a:t>
            </a:r>
            <a:r>
              <a:rPr lang="fr-FR" b="0" dirty="0" err="1" smtClean="0"/>
              <a:t>with</a:t>
            </a:r>
            <a:r>
              <a:rPr lang="fr-FR" b="0" dirty="0" smtClean="0"/>
              <a:t> me Lord</a:t>
            </a:r>
          </a:p>
          <a:p>
            <a:r>
              <a:rPr lang="fr-FR" b="0" dirty="0" smtClean="0"/>
              <a:t>7-  SOIS MA CUIRASSE, MON ÉPÉE  DANS LE COMBAT</a:t>
            </a:r>
          </a:p>
          <a:p>
            <a:r>
              <a:rPr lang="fr-FR" b="0" dirty="0" smtClean="0"/>
              <a:t>Be Thou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breastplate</a:t>
            </a:r>
            <a:r>
              <a:rPr lang="fr-FR" b="0" dirty="0" smtClean="0"/>
              <a:t>,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sword</a:t>
            </a:r>
            <a:r>
              <a:rPr lang="fr-FR" b="0" dirty="0" smtClean="0"/>
              <a:t> for the </a:t>
            </a:r>
            <a:r>
              <a:rPr lang="fr-FR" b="0" dirty="0" err="1" smtClean="0"/>
              <a:t>fight</a:t>
            </a:r>
            <a:endParaRPr lang="fr-FR" b="0" dirty="0" smtClean="0"/>
          </a:p>
          <a:p>
            <a:r>
              <a:rPr lang="fr-FR" b="0" dirty="0" smtClean="0"/>
              <a:t>8-  SOIS MON ARMURE, SOIS CETTE PUISSANCE EN MOI</a:t>
            </a:r>
          </a:p>
          <a:p>
            <a:r>
              <a:rPr lang="fr-FR" b="0" dirty="0" smtClean="0"/>
              <a:t>Be Thou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armour</a:t>
            </a:r>
            <a:r>
              <a:rPr lang="fr-FR" b="0" dirty="0" smtClean="0"/>
              <a:t> and </a:t>
            </a:r>
            <a:r>
              <a:rPr lang="fr-FR" b="0" dirty="0" err="1" smtClean="0"/>
              <a:t>be</a:t>
            </a:r>
            <a:r>
              <a:rPr lang="fr-FR" b="0" dirty="0" smtClean="0"/>
              <a:t> Thou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might</a:t>
            </a:r>
            <a:endParaRPr lang="fr-FR" b="0" dirty="0" smtClean="0"/>
          </a:p>
          <a:p>
            <a:r>
              <a:rPr lang="fr-FR" b="0" dirty="0" smtClean="0"/>
              <a:t>
9-  JE N'AI BESOIN D'OR, NI D'ÊTRE LOUÉ </a:t>
            </a:r>
          </a:p>
          <a:p>
            <a:r>
              <a:rPr lang="fr-FR" b="0" dirty="0" smtClean="0"/>
              <a:t>Riches I </a:t>
            </a:r>
            <a:r>
              <a:rPr lang="fr-FR" b="0" dirty="0" err="1" smtClean="0"/>
              <a:t>need</a:t>
            </a:r>
            <a:r>
              <a:rPr lang="fr-FR" b="0" dirty="0" smtClean="0"/>
              <a:t> not, </a:t>
            </a:r>
            <a:r>
              <a:rPr lang="fr-FR" b="0" dirty="0" err="1" smtClean="0"/>
              <a:t>nor</a:t>
            </a:r>
            <a:r>
              <a:rPr lang="fr-FR" b="0" dirty="0" smtClean="0"/>
              <a:t> man's </a:t>
            </a:r>
            <a:r>
              <a:rPr lang="fr-FR" b="0" dirty="0" err="1" smtClean="0"/>
              <a:t>empty</a:t>
            </a:r>
            <a:r>
              <a:rPr lang="fr-FR" b="0" dirty="0" smtClean="0"/>
              <a:t> </a:t>
            </a:r>
            <a:r>
              <a:rPr lang="fr-FR" b="0" dirty="0" err="1" smtClean="0"/>
              <a:t>praise</a:t>
            </a:r>
            <a:endParaRPr lang="fr-FR" b="0" dirty="0" smtClean="0"/>
          </a:p>
          <a:p>
            <a:r>
              <a:rPr lang="fr-FR" b="0" dirty="0" smtClean="0"/>
              <a:t>10 -TU ES MON PARTAGE POUR L'ÉTERNITÉ </a:t>
            </a:r>
          </a:p>
          <a:p>
            <a:r>
              <a:rPr lang="fr-FR" b="0" dirty="0" smtClean="0"/>
              <a:t>Thou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inheritance</a:t>
            </a:r>
            <a:r>
              <a:rPr lang="fr-FR" b="0" dirty="0" smtClean="0"/>
              <a:t>, </a:t>
            </a:r>
            <a:r>
              <a:rPr lang="fr-FR" b="0" dirty="0" err="1" smtClean="0"/>
              <a:t>now</a:t>
            </a:r>
            <a:r>
              <a:rPr lang="fr-FR" b="0" dirty="0" smtClean="0"/>
              <a:t> and </a:t>
            </a:r>
            <a:r>
              <a:rPr lang="fr-FR" b="0" dirty="0" err="1" smtClean="0"/>
              <a:t>always</a:t>
            </a:r>
            <a:endParaRPr lang="fr-FR" b="0" dirty="0" smtClean="0"/>
          </a:p>
          <a:p>
            <a:r>
              <a:rPr lang="fr-FR" b="0" dirty="0" smtClean="0"/>
              <a:t>11-  TOI ET TOI SEUL AS LE TRÔNE  DE MON CŒUR</a:t>
            </a:r>
          </a:p>
          <a:p>
            <a:r>
              <a:rPr lang="fr-FR" b="0" dirty="0" smtClean="0"/>
              <a:t>Thou and Thou </a:t>
            </a:r>
            <a:r>
              <a:rPr lang="fr-FR" b="0" dirty="0" err="1" smtClean="0"/>
              <a:t>only</a:t>
            </a:r>
            <a:r>
              <a:rPr lang="fr-FR" b="0" dirty="0" smtClean="0"/>
              <a:t>, the first in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endParaRPr lang="fr-FR" b="0" dirty="0" smtClean="0"/>
          </a:p>
          <a:p>
            <a:r>
              <a:rPr lang="fr-FR" b="0" dirty="0" smtClean="0"/>
              <a:t>12-  GRAND ROI DES CIEUX  OUI TU ES MON TRÉSOR </a:t>
            </a:r>
          </a:p>
          <a:p>
            <a:r>
              <a:rPr lang="fr-FR" b="0" dirty="0" smtClean="0"/>
              <a:t>High </a:t>
            </a:r>
            <a:r>
              <a:rPr lang="fr-FR" b="0" dirty="0" err="1" smtClean="0"/>
              <a:t>king</a:t>
            </a:r>
            <a:r>
              <a:rPr lang="fr-FR" b="0" dirty="0" smtClean="0"/>
              <a:t> of </a:t>
            </a:r>
            <a:r>
              <a:rPr lang="fr-FR" b="0" dirty="0" err="1" smtClean="0"/>
              <a:t>heaven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treasure</a:t>
            </a:r>
            <a:r>
              <a:rPr lang="fr-FR" b="0" dirty="0" smtClean="0"/>
              <a:t> Thou art</a:t>
            </a:r>
          </a:p>
          <a:p>
            <a:r>
              <a:rPr lang="fr-FR" b="0" dirty="0" smtClean="0"/>
              <a:t>
13-  GRAND ROI DES CIEUX, QUAND TOUT SERA GAGNÉ </a:t>
            </a:r>
          </a:p>
          <a:p>
            <a:r>
              <a:rPr lang="fr-FR" b="0" dirty="0" smtClean="0"/>
              <a:t>High </a:t>
            </a:r>
            <a:r>
              <a:rPr lang="fr-FR" b="0" dirty="0" err="1" smtClean="0"/>
              <a:t>king</a:t>
            </a:r>
            <a:r>
              <a:rPr lang="fr-FR" b="0" dirty="0" smtClean="0"/>
              <a:t> of </a:t>
            </a:r>
            <a:r>
              <a:rPr lang="fr-FR" b="0" dirty="0" err="1" smtClean="0"/>
              <a:t>heaven</a:t>
            </a:r>
            <a:r>
              <a:rPr lang="fr-FR" b="0" dirty="0" smtClean="0"/>
              <a:t>, </a:t>
            </a:r>
            <a:r>
              <a:rPr lang="fr-FR" b="0" dirty="0" err="1" smtClean="0"/>
              <a:t>when</a:t>
            </a:r>
            <a:r>
              <a:rPr lang="fr-FR" b="0" dirty="0" smtClean="0"/>
              <a:t> </a:t>
            </a:r>
            <a:r>
              <a:rPr lang="fr-FR" b="0" dirty="0" err="1" smtClean="0"/>
              <a:t>battle</a:t>
            </a:r>
            <a:r>
              <a:rPr lang="fr-FR" b="0" dirty="0" smtClean="0"/>
              <a:t> </a:t>
            </a:r>
            <a:r>
              <a:rPr lang="fr-FR" b="0" dirty="0" err="1" smtClean="0"/>
              <a:t>is</a:t>
            </a:r>
            <a:r>
              <a:rPr lang="fr-FR" b="0" dirty="0" smtClean="0"/>
              <a:t> </a:t>
            </a:r>
            <a:r>
              <a:rPr lang="fr-FR" b="0" dirty="0" err="1" smtClean="0"/>
              <a:t>done</a:t>
            </a:r>
            <a:endParaRPr lang="fr-FR" b="0" dirty="0" smtClean="0"/>
          </a:p>
          <a:p>
            <a:r>
              <a:rPr lang="fr-FR" b="0" dirty="0" smtClean="0"/>
              <a:t>14-  DONNE-MOI TA JOIE  ET POUR TOUJOURS TA PAIX</a:t>
            </a:r>
          </a:p>
          <a:p>
            <a:r>
              <a:rPr lang="fr-FR" b="0" dirty="0" smtClean="0"/>
              <a:t>Grant </a:t>
            </a:r>
            <a:r>
              <a:rPr lang="fr-FR" b="0" dirty="0" err="1" smtClean="0"/>
              <a:t>heaven's</a:t>
            </a:r>
            <a:r>
              <a:rPr lang="fr-FR" b="0" dirty="0" smtClean="0"/>
              <a:t> </a:t>
            </a:r>
            <a:r>
              <a:rPr lang="fr-FR" b="0" dirty="0" err="1" smtClean="0"/>
              <a:t>joy</a:t>
            </a:r>
            <a:r>
              <a:rPr lang="fr-FR" b="0" dirty="0" smtClean="0"/>
              <a:t> to me, oh </a:t>
            </a:r>
            <a:r>
              <a:rPr lang="fr-FR" b="0" dirty="0" err="1" smtClean="0"/>
              <a:t>bright</a:t>
            </a:r>
            <a:r>
              <a:rPr lang="fr-FR" b="0" dirty="0" smtClean="0"/>
              <a:t> </a:t>
            </a:r>
            <a:r>
              <a:rPr lang="fr-FR" b="0" dirty="0" err="1" smtClean="0"/>
              <a:t>heaven's</a:t>
            </a:r>
            <a:r>
              <a:rPr lang="fr-FR" b="0" dirty="0" smtClean="0"/>
              <a:t> </a:t>
            </a:r>
            <a:r>
              <a:rPr lang="fr-FR" b="0" dirty="0" err="1" smtClean="0"/>
              <a:t>sun</a:t>
            </a:r>
            <a:endParaRPr lang="fr-FR" b="0" dirty="0" smtClean="0"/>
          </a:p>
          <a:p>
            <a:r>
              <a:rPr lang="fr-FR" b="0" dirty="0" smtClean="0"/>
              <a:t>15-  CHRIST DE MON CŒUR  EN TOUTE SAISON</a:t>
            </a:r>
          </a:p>
          <a:p>
            <a:r>
              <a:rPr lang="fr-FR" b="0" dirty="0" smtClean="0"/>
              <a:t>Christ of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own</a:t>
            </a:r>
            <a:r>
              <a:rPr lang="fr-FR" b="0" dirty="0" smtClean="0"/>
              <a:t> </a:t>
            </a:r>
            <a:r>
              <a:rPr lang="fr-FR" b="0" dirty="0" err="1" smtClean="0"/>
              <a:t>heart</a:t>
            </a:r>
            <a:r>
              <a:rPr lang="fr-FR" b="0" dirty="0" smtClean="0"/>
              <a:t>, </a:t>
            </a:r>
            <a:r>
              <a:rPr lang="fr-FR" b="0" dirty="0" err="1" smtClean="0"/>
              <a:t>whatever</a:t>
            </a:r>
            <a:r>
              <a:rPr lang="fr-FR" b="0" dirty="0" smtClean="0"/>
              <a:t> </a:t>
            </a:r>
            <a:r>
              <a:rPr lang="fr-FR" b="0" dirty="0" err="1" smtClean="0"/>
              <a:t>befall</a:t>
            </a:r>
            <a:endParaRPr lang="fr-FR" b="0" dirty="0" smtClean="0"/>
          </a:p>
          <a:p>
            <a:r>
              <a:rPr lang="fr-FR" b="0" dirty="0" smtClean="0"/>
              <a:t>16-  RÈGNE SUR MA VIE, ET SOIS MA VISION</a:t>
            </a:r>
          </a:p>
          <a:p>
            <a:r>
              <a:rPr lang="fr-FR" b="0" dirty="0" err="1" smtClean="0"/>
              <a:t>Still</a:t>
            </a:r>
            <a:r>
              <a:rPr lang="fr-FR" b="0" dirty="0" smtClean="0"/>
              <a:t> </a:t>
            </a:r>
            <a:r>
              <a:rPr lang="fr-FR" b="0" dirty="0" err="1" smtClean="0"/>
              <a:t>be</a:t>
            </a:r>
            <a:r>
              <a:rPr lang="fr-FR" b="0" dirty="0" smtClean="0"/>
              <a:t> </a:t>
            </a:r>
            <a:r>
              <a:rPr lang="fr-FR" b="0" dirty="0" err="1" smtClean="0"/>
              <a:t>my</a:t>
            </a:r>
            <a:r>
              <a:rPr lang="fr-FR" b="0" dirty="0" smtClean="0"/>
              <a:t> vision, </a:t>
            </a:r>
            <a:r>
              <a:rPr lang="fr-FR" b="0" dirty="0" err="1" smtClean="0"/>
              <a:t>my</a:t>
            </a:r>
            <a:r>
              <a:rPr lang="fr-FR" b="0" dirty="0" smtClean="0"/>
              <a:t> </a:t>
            </a:r>
            <a:r>
              <a:rPr lang="fr-FR" b="0" dirty="0" err="1" smtClean="0"/>
              <a:t>ruler</a:t>
            </a:r>
            <a:r>
              <a:rPr lang="fr-FR" b="0" dirty="0" smtClean="0"/>
              <a:t> of all</a:t>
            </a:r>
          </a:p>
          <a:p>
            <a:r>
              <a:rPr lang="fr-FR" b="0" dirty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b="0" smtClean="0"/>
              <a:t>1-  SOIS MA VISION, OH SEIGNEUR  DE MON CŒUR</a:t>
            </a:r>
          </a:p>
          <a:p>
            <a:r>
              <a:rPr lang="fr-FR" b="0" smtClean="0"/>
              <a:t>Be Thou my vision, oh Lord of my heart</a:t>
            </a:r>
          </a:p>
          <a:p>
            <a:r>
              <a:rPr lang="fr-FR" b="0" smtClean="0"/>
              <a:t>2-  LE RESTE NE VAUT RIEN DEVANT TA VALEUR </a:t>
            </a:r>
          </a:p>
          <a:p>
            <a:r>
              <a:rPr lang="fr-FR" b="0" smtClean="0"/>
              <a:t>Naught be all else to me, save that Thou art</a:t>
            </a:r>
          </a:p>
          <a:p>
            <a:r>
              <a:rPr lang="fr-FR" b="0" smtClean="0"/>
              <a:t>3-  TOI MA MEILLEURE PENSÉE LE JOUR COMME LA NUIT</a:t>
            </a:r>
          </a:p>
          <a:p>
            <a:r>
              <a:rPr lang="fr-FR" b="0" smtClean="0"/>
              <a:t>Thou my best thought by day or by night</a:t>
            </a:r>
          </a:p>
          <a:p>
            <a:r>
              <a:rPr lang="fr-FR" b="0" smtClean="0"/>
              <a:t>4-  TA PRÉSENCE EST MA LUMIÈRE, VEILLANT OU  </a:t>
            </a:r>
          </a:p>
          <a:p>
            <a:r>
              <a:rPr lang="fr-FR" b="0" smtClean="0"/>
              <a:t>     ENDORMI </a:t>
            </a:r>
          </a:p>
          <a:p>
            <a:r>
              <a:rPr lang="fr-FR" b="0" smtClean="0"/>
              <a:t>Waking or sleeping, Thy presence my light</a:t>
            </a:r>
          </a:p>
          <a:p>
            <a:endParaRPr lang="fr-FR" b="0" smtClean="0"/>
          </a:p>
          <a:p>
            <a:r>
              <a:rPr lang="fr-FR" b="0" smtClean="0"/>
              <a:t>5-  SOIS MA SAGESSE, ET MA PAROLE VRAIE</a:t>
            </a:r>
          </a:p>
          <a:p>
            <a:r>
              <a:rPr lang="fr-FR" b="0" smtClean="0"/>
              <a:t>Be Thou my wisdom, and Thou my true word</a:t>
            </a:r>
          </a:p>
          <a:p>
            <a:r>
              <a:rPr lang="fr-FR" b="0" smtClean="0"/>
              <a:t>6-  SOIS AVEC MOI SEIGNEUR À TOUT JAMAIS</a:t>
            </a:r>
          </a:p>
          <a:p>
            <a:r>
              <a:rPr lang="fr-FR" b="0" smtClean="0"/>
              <a:t>I ever with Thee and Thou with me Lord</a:t>
            </a:r>
          </a:p>
          <a:p>
            <a:r>
              <a:rPr lang="fr-FR" b="0" smtClean="0"/>
              <a:t>7-  SOIS MA CUIRASSE, MON ÉPÉE  DANS LE COMBAT</a:t>
            </a:r>
          </a:p>
          <a:p>
            <a:r>
              <a:rPr lang="fr-FR" b="0" smtClean="0"/>
              <a:t>Be Thou my breastplate, my sword for the fight</a:t>
            </a:r>
          </a:p>
          <a:p>
            <a:r>
              <a:rPr lang="fr-FR" b="0" smtClean="0"/>
              <a:t>8-  SOIS MON ARMURE, SOIS CETTE PUISSANCE EN MOI</a:t>
            </a:r>
          </a:p>
          <a:p>
            <a:r>
              <a:rPr lang="fr-FR" b="0" smtClean="0"/>
              <a:t>Be Thou my armour and be Thou my might</a:t>
            </a:r>
          </a:p>
          <a:p>
            <a:r>
              <a:rPr lang="fr-FR" b="0" smtClean="0"/>
              <a:t>
9-  JE N'AI BESOIN D'OR, NI D'ÊTRE LOUÉ </a:t>
            </a:r>
          </a:p>
          <a:p>
            <a:r>
              <a:rPr lang="fr-FR" b="0" smtClean="0"/>
              <a:t>Riches I need not, nor man's empty praise</a:t>
            </a:r>
          </a:p>
          <a:p>
            <a:r>
              <a:rPr lang="fr-FR" b="0" smtClean="0"/>
              <a:t>10 -TU ES MON PARTAGE POUR L'ÉTERNITÉ </a:t>
            </a:r>
          </a:p>
          <a:p>
            <a:r>
              <a:rPr lang="fr-FR" b="0" smtClean="0"/>
              <a:t>Thou my inheritance, now and always</a:t>
            </a:r>
          </a:p>
          <a:p>
            <a:r>
              <a:rPr lang="fr-FR" b="0" smtClean="0"/>
              <a:t>11-  TOI ET TOI SEUL AS LE TRÔNE  DE MON CŒUR</a:t>
            </a:r>
          </a:p>
          <a:p>
            <a:r>
              <a:rPr lang="fr-FR" b="0" smtClean="0"/>
              <a:t>Thou and Thou only, the first in my heart</a:t>
            </a:r>
          </a:p>
          <a:p>
            <a:r>
              <a:rPr lang="fr-FR" b="0" smtClean="0"/>
              <a:t>12-  GRAND ROI DES CIEUX  OUI TU ES MON TRÉSOR </a:t>
            </a:r>
          </a:p>
          <a:p>
            <a:r>
              <a:rPr lang="fr-FR" b="0" smtClean="0"/>
              <a:t>High king of heaven my treasure Thou art</a:t>
            </a:r>
          </a:p>
          <a:p>
            <a:r>
              <a:rPr lang="fr-FR" b="0" smtClean="0"/>
              <a:t>
13-  GRAND ROI DES CIEUX, QUAND TOUT SERA GAGNÉ </a:t>
            </a:r>
          </a:p>
          <a:p>
            <a:r>
              <a:rPr lang="fr-FR" b="0" smtClean="0"/>
              <a:t>High king of heaven, when battle is done</a:t>
            </a:r>
          </a:p>
          <a:p>
            <a:r>
              <a:rPr lang="fr-FR" b="0" smtClean="0"/>
              <a:t>14-  DONNE-MOI TA JOIE  ET POUR TOUJOURS TA PAIX</a:t>
            </a:r>
          </a:p>
          <a:p>
            <a:r>
              <a:rPr lang="fr-FR" b="0" smtClean="0"/>
              <a:t>Grant heaven's joy to me, oh bright heaven's sun</a:t>
            </a:r>
          </a:p>
          <a:p>
            <a:r>
              <a:rPr lang="fr-FR" b="0" smtClean="0"/>
              <a:t>15-  CHRIST DE MON CŒUR  EN TOUTE SAISON</a:t>
            </a:r>
          </a:p>
          <a:p>
            <a:r>
              <a:rPr lang="fr-FR" b="0" smtClean="0"/>
              <a:t>Christ of my own heart, whatever befall</a:t>
            </a:r>
          </a:p>
          <a:p>
            <a:r>
              <a:rPr lang="fr-FR" b="0" smtClean="0"/>
              <a:t>16-  RÈGNE SUR MA VIE, ET SOIS MA VISION</a:t>
            </a:r>
          </a:p>
          <a:p>
            <a:r>
              <a:rPr lang="fr-FR" b="0" smtClean="0"/>
              <a:t>Still be my vision, my ruler of all</a:t>
            </a:r>
          </a:p>
          <a:p>
            <a:r>
              <a:rPr lang="fr-FR" b="0" smtClean="0"/>
              <a:t>  
</a:t>
            </a:r>
            <a:endParaRPr lang="fr-FR" b="0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SOIS MA VISION, OH SEIGNEUR  DE MON CŒUR</a:t>
            </a:r>
          </a:p>
          <a:p>
            <a:r>
              <a:rPr lang="fr-FR" smtClean="0"/>
              <a:t>Be Thou my vision, oh Lord of my heart</a:t>
            </a:r>
          </a:p>
          <a:p>
            <a:r>
              <a:rPr lang="fr-FR" smtClean="0"/>
              <a:t>2-  LE RESTE NE VAUT RIEN DEVANT TA VALEUR </a:t>
            </a:r>
          </a:p>
          <a:p>
            <a:r>
              <a:rPr lang="fr-FR" smtClean="0"/>
              <a:t>Naught be all else to me, save that Thou art</a:t>
            </a:r>
          </a:p>
          <a:p>
            <a:r>
              <a:rPr lang="fr-FR" smtClean="0"/>
              <a:t>3-  TOI MA MEILLEURE PENSÉE LE JOUR COMME LA NUIT</a:t>
            </a:r>
          </a:p>
          <a:p>
            <a:r>
              <a:rPr lang="fr-FR" smtClean="0"/>
              <a:t>Thou my best thought by day or by night</a:t>
            </a:r>
          </a:p>
          <a:p>
            <a:r>
              <a:rPr lang="fr-FR" smtClean="0"/>
              <a:t>4-  TA PRÉSENCE EST MA LUMIÈRE, VEILLANT OU  </a:t>
            </a:r>
          </a:p>
          <a:p>
            <a:r>
              <a:rPr lang="fr-FR" smtClean="0"/>
              <a:t>     ENDORMI </a:t>
            </a:r>
          </a:p>
          <a:p>
            <a:r>
              <a:rPr lang="fr-FR" smtClean="0"/>
              <a:t>Waking or sleeping, Thy presence my light</a:t>
            </a:r>
          </a:p>
          <a:p>
            <a:endParaRPr lang="fr-FR" smtClean="0"/>
          </a:p>
          <a:p>
            <a:r>
              <a:rPr lang="fr-FR" smtClean="0"/>
              <a:t>5-  SOIS MA SAGESSE, ET MA PAROLE VRAIE</a:t>
            </a:r>
          </a:p>
          <a:p>
            <a:r>
              <a:rPr lang="fr-FR" smtClean="0"/>
              <a:t>Be Thou my wisdom, and Thou my true word</a:t>
            </a:r>
          </a:p>
          <a:p>
            <a:r>
              <a:rPr lang="fr-FR" smtClean="0"/>
              <a:t>6-  SOIS AVEC MOI SEIGNEUR À TOUT JAMAIS</a:t>
            </a:r>
          </a:p>
          <a:p>
            <a:r>
              <a:rPr lang="fr-FR" smtClean="0"/>
              <a:t>I ever with Thee and Thou with me Lord</a:t>
            </a:r>
          </a:p>
          <a:p>
            <a:r>
              <a:rPr lang="fr-FR" smtClean="0"/>
              <a:t>7-  SOIS MA CUIRASSE, MON ÉPÉE  DANS LE COMBAT</a:t>
            </a:r>
          </a:p>
          <a:p>
            <a:r>
              <a:rPr lang="fr-FR" smtClean="0"/>
              <a:t>Be Thou my breastplate, my sword for the fight</a:t>
            </a:r>
          </a:p>
          <a:p>
            <a:r>
              <a:rPr lang="fr-FR" smtClean="0"/>
              <a:t>8-  SOIS MON ARMURE, SOIS CETTE PUISSANCE EN MOI</a:t>
            </a:r>
          </a:p>
          <a:p>
            <a:r>
              <a:rPr lang="fr-FR" smtClean="0"/>
              <a:t>Be Thou my armour and be Thou my might</a:t>
            </a:r>
          </a:p>
          <a:p>
            <a:r>
              <a:rPr lang="fr-FR" smtClean="0"/>
              <a:t>
9-  JE N'AI BESOIN D'OR, NI D'ÊTRE LOUÉ </a:t>
            </a:r>
          </a:p>
          <a:p>
            <a:r>
              <a:rPr lang="fr-FR" smtClean="0"/>
              <a:t>Riches I need not, nor man's empty praise</a:t>
            </a:r>
          </a:p>
          <a:p>
            <a:r>
              <a:rPr lang="fr-FR" smtClean="0"/>
              <a:t>10 -TU ES MON PARTAGE POUR L'ÉTERNITÉ </a:t>
            </a:r>
          </a:p>
          <a:p>
            <a:r>
              <a:rPr lang="fr-FR" smtClean="0"/>
              <a:t>Thou my inheritance, now and always</a:t>
            </a:r>
          </a:p>
          <a:p>
            <a:r>
              <a:rPr lang="fr-FR" smtClean="0"/>
              <a:t>11-  TOI ET TOI SEUL AS LE TRÔNE  DE MON CŒUR</a:t>
            </a:r>
          </a:p>
          <a:p>
            <a:r>
              <a:rPr lang="fr-FR" smtClean="0"/>
              <a:t>Thou and Thou only, the first in my heart</a:t>
            </a:r>
          </a:p>
          <a:p>
            <a:r>
              <a:rPr lang="fr-FR" smtClean="0"/>
              <a:t>12-  GRAND ROI DES CIEUX  OUI TU ES MON TRÉSOR </a:t>
            </a:r>
          </a:p>
          <a:p>
            <a:r>
              <a:rPr lang="fr-FR" smtClean="0"/>
              <a:t>High king of heaven my treasure Thou art</a:t>
            </a:r>
          </a:p>
          <a:p>
            <a:r>
              <a:rPr lang="fr-FR" smtClean="0"/>
              <a:t>
13-  GRAND ROI DES CIEUX, QUAND TOUT SERA GAGNÉ </a:t>
            </a:r>
          </a:p>
          <a:p>
            <a:r>
              <a:rPr lang="fr-FR" smtClean="0"/>
              <a:t>High king of heaven, when battle is done</a:t>
            </a:r>
          </a:p>
          <a:p>
            <a:r>
              <a:rPr lang="fr-FR" smtClean="0"/>
              <a:t>14-  DONNE-MOI TA JOIE  ET POUR TOUJOURS TA PAIX</a:t>
            </a:r>
          </a:p>
          <a:p>
            <a:r>
              <a:rPr lang="fr-FR" smtClean="0"/>
              <a:t>Grant heaven's joy to me, oh bright heaven's sun</a:t>
            </a:r>
          </a:p>
          <a:p>
            <a:r>
              <a:rPr lang="fr-FR" smtClean="0"/>
              <a:t>15-  CHRIST DE MON CŒUR  EN TOUTE SAISON</a:t>
            </a:r>
          </a:p>
          <a:p>
            <a:r>
              <a:rPr lang="fr-FR" smtClean="0"/>
              <a:t>Christ of my own heart, whatever befall</a:t>
            </a:r>
          </a:p>
          <a:p>
            <a:r>
              <a:rPr lang="fr-FR" smtClean="0"/>
              <a:t>16-  RÈGNE SUR MA VIE, ET SOIS MA VISION</a:t>
            </a:r>
          </a:p>
          <a:p>
            <a:r>
              <a:rPr lang="fr-FR" smtClean="0"/>
              <a:t>Still be my vision, my ruler of all</a:t>
            </a:r>
          </a:p>
          <a:p>
            <a:r>
              <a:rPr lang="fr-FR" smtClean="0"/>
              <a:t> 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CC59E-7D1E-4F01-9F56-5E381E9D62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821F4-FCF3-4E59-99F6-41BA84B2C0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240ECE-20E6-4946-A7EF-79E7396C5CD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8BC1BB-849D-43A7-B866-1CB92D567A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EC5B45-4095-4228-BDBC-2A56430323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E1DA2-E99B-4B4C-9271-FCE4A8903E4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0BA51E-E4AE-4097-89B8-F79FBA162A8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32D6D-9D18-4971-9E34-6BC0833C02B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728AC-FBA5-4A8B-8058-AB296DE2A77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3DB35A-6AB0-4873-B73C-8E6E224E5D0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231ED-B4C7-4F0B-A493-3E9A104EEE7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7AEA990-3CAF-4C04-AF86-A9B781D94F8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MA VISION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 SEIGNEUR DE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RESTE NE VAUT RIEN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DEVANT TA VALEUR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MA MEILLEURE PENSÉE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COMME LA NUIT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TA PRÉSENCE EST MA LUMIÈRE VEILLANT OU ENDORMI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MA SAGESSE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 PAROLE VRAIE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AVEC MOI SEIGNEUR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À TOUT JAMAIS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MA CUIRASSE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ÉPÉE DANS LE COMBAT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MON ARMURE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SOIS CETTE PUISSANCE 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N'AI PAS BESOIN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D'OR NI D'ÊTRE LOUÉ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MON PARTAGE POUR L'ÉTERNITÉ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ET TOI SEUL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AS LE TRÔNE DE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GRAND ROI DES CIEUX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OUI TU ES MON TRÉSOR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GRAND ROI DES CIEUX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QUAND TOUT SERA GAGNÉ 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DONNE-MOI TA JOIE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ET POUR TOUJOURS TA PAIX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CHRIST DE MON CŒUR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 EN TOUTE SAISON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RÈGNE SUR MA VIE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SOIS MA VISION</a:t>
            </a:r>
          </a:p>
          <a:p>
            <a:pPr algn="ctr">
              <a:lnSpc>
                <a:spcPct val="90000"/>
              </a:lnSpc>
              <a:defRPr/>
            </a:pP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1059</Words>
  <Application>Microsoft Office PowerPoint</Application>
  <PresentationFormat>Affichage à l'écran (4:3)</PresentationFormat>
  <Paragraphs>1150</Paragraphs>
  <Slides>16</Slides>
  <Notes>16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178</cp:revision>
  <dcterms:created xsi:type="dcterms:W3CDTF">2002-08-17T10:50:50Z</dcterms:created>
  <dcterms:modified xsi:type="dcterms:W3CDTF">2019-07-21T11:18:58Z</dcterms:modified>
</cp:coreProperties>
</file>