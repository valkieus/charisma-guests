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4" r:id="rId19"/>
    <p:sldId id="323" r:id="rId2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617" autoAdjust="0"/>
    <p:restoredTop sz="38698" autoAdjust="0"/>
  </p:normalViewPr>
  <p:slideViewPr>
    <p:cSldViewPr>
      <p:cViewPr varScale="1">
        <p:scale>
          <a:sx n="33" d="100"/>
          <a:sy n="33" d="100"/>
        </p:scale>
        <p:origin x="-2448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20/07/2019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dirty="0" smtClean="0"/>
              <a:t>1-  MON AMOUR SAIS-TU  QUE JE RÊVE DE TOI</a:t>
            </a:r>
          </a:p>
          <a:p>
            <a:r>
              <a:rPr lang="fr-FR" b="0" dirty="0" smtClean="0"/>
              <a:t>Darling </a:t>
            </a:r>
            <a:r>
              <a:rPr lang="fr-FR" b="0" dirty="0" err="1" smtClean="0"/>
              <a:t>did</a:t>
            </a:r>
            <a:r>
              <a:rPr lang="fr-FR" b="0" dirty="0" smtClean="0"/>
              <a:t> </a:t>
            </a:r>
            <a:r>
              <a:rPr lang="fr-FR" b="0" dirty="0" err="1" smtClean="0"/>
              <a:t>you</a:t>
            </a:r>
            <a:r>
              <a:rPr lang="fr-FR" b="0" dirty="0" smtClean="0"/>
              <a:t> know </a:t>
            </a:r>
            <a:r>
              <a:rPr lang="fr-FR" b="0" dirty="0" err="1" smtClean="0"/>
              <a:t>that</a:t>
            </a:r>
            <a:r>
              <a:rPr lang="fr-FR" b="0" dirty="0" smtClean="0"/>
              <a:t> I, I </a:t>
            </a:r>
            <a:r>
              <a:rPr lang="fr-FR" b="0" dirty="0" err="1" smtClean="0"/>
              <a:t>dream</a:t>
            </a:r>
            <a:r>
              <a:rPr lang="fr-FR" b="0" dirty="0" smtClean="0"/>
              <a:t> about </a:t>
            </a:r>
            <a:r>
              <a:rPr lang="fr-FR" b="0" dirty="0" err="1" smtClean="0"/>
              <a:t>you</a:t>
            </a:r>
            <a:r>
              <a:rPr lang="fr-FR" b="0" dirty="0" smtClean="0"/>
              <a:t>,</a:t>
            </a:r>
            <a:br>
              <a:rPr lang="fr-FR" b="0" dirty="0" smtClean="0"/>
            </a:br>
            <a:r>
              <a:rPr lang="fr-FR" b="0" dirty="0" smtClean="0"/>
              <a:t>2-  EN ATTENDANT DE VOIR TON REGARD POUR LA PREMIÈRE FOIS</a:t>
            </a:r>
          </a:p>
          <a:p>
            <a:r>
              <a:rPr lang="fr-FR" b="0" dirty="0" err="1" smtClean="0"/>
              <a:t>Waiting</a:t>
            </a:r>
            <a:r>
              <a:rPr lang="fr-FR" b="0" dirty="0" smtClean="0"/>
              <a:t> for the look in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eyes</a:t>
            </a:r>
            <a:r>
              <a:rPr lang="fr-FR" b="0" dirty="0" smtClean="0"/>
              <a:t> </a:t>
            </a:r>
            <a:r>
              <a:rPr lang="fr-FR" b="0" dirty="0" err="1" smtClean="0"/>
              <a:t>when</a:t>
            </a:r>
            <a:r>
              <a:rPr lang="fr-FR" b="0" dirty="0" smtClean="0"/>
              <a:t> </a:t>
            </a:r>
            <a:r>
              <a:rPr lang="fr-FR" b="0" dirty="0" err="1" smtClean="0"/>
              <a:t>we</a:t>
            </a:r>
            <a:r>
              <a:rPr lang="fr-FR" b="0" dirty="0" smtClean="0"/>
              <a:t> </a:t>
            </a:r>
            <a:r>
              <a:rPr lang="fr-FR" b="0" dirty="0" err="1" smtClean="0"/>
              <a:t>meet</a:t>
            </a:r>
            <a:r>
              <a:rPr lang="fr-FR" b="0" dirty="0" smtClean="0"/>
              <a:t> for the first time</a:t>
            </a:r>
            <a:br>
              <a:rPr lang="fr-FR" b="0" dirty="0" smtClean="0"/>
            </a:br>
            <a:r>
              <a:rPr lang="fr-FR" b="0" dirty="0" smtClean="0"/>
              <a:t>3-  MON AMOUR SAIS-TU  QUE JE PRIE POUR TOI</a:t>
            </a:r>
          </a:p>
          <a:p>
            <a:r>
              <a:rPr lang="fr-FR" b="0" dirty="0" smtClean="0"/>
              <a:t>And Darling </a:t>
            </a:r>
            <a:r>
              <a:rPr lang="fr-FR" b="0" dirty="0" err="1" smtClean="0"/>
              <a:t>did</a:t>
            </a:r>
            <a:r>
              <a:rPr lang="fr-FR" b="0" dirty="0" smtClean="0"/>
              <a:t> </a:t>
            </a:r>
            <a:r>
              <a:rPr lang="fr-FR" b="0" dirty="0" err="1" smtClean="0"/>
              <a:t>you</a:t>
            </a:r>
            <a:r>
              <a:rPr lang="fr-FR" b="0" dirty="0" smtClean="0"/>
              <a:t> know </a:t>
            </a:r>
            <a:r>
              <a:rPr lang="fr-FR" b="0" dirty="0" err="1" smtClean="0"/>
              <a:t>that</a:t>
            </a:r>
            <a:r>
              <a:rPr lang="fr-FR" b="0" dirty="0" smtClean="0"/>
              <a:t> I, I </a:t>
            </a:r>
            <a:r>
              <a:rPr lang="fr-FR" b="0" dirty="0" err="1" smtClean="0"/>
              <a:t>pray</a:t>
            </a:r>
            <a:r>
              <a:rPr lang="fr-FR" b="0" dirty="0" smtClean="0"/>
              <a:t> about </a:t>
            </a:r>
            <a:r>
              <a:rPr lang="fr-FR" b="0" dirty="0" err="1" smtClean="0"/>
              <a:t>you</a:t>
            </a:r>
            <a:r>
              <a:rPr lang="fr-FR" b="0" dirty="0" smtClean="0"/>
              <a:t>,</a:t>
            </a:r>
            <a:br>
              <a:rPr lang="fr-FR" b="0" dirty="0" smtClean="0"/>
            </a:br>
            <a:r>
              <a:rPr lang="fr-FR" b="0" dirty="0" smtClean="0"/>
              <a:t>4-  ET CROIS QUE TU T'ACCROCHERAS POUR TE GARDER POUR MOI </a:t>
            </a:r>
          </a:p>
          <a:p>
            <a:r>
              <a:rPr lang="fr-FR" b="0" dirty="0" err="1" smtClean="0"/>
              <a:t>Praying</a:t>
            </a:r>
            <a:r>
              <a:rPr lang="fr-FR" b="0" dirty="0" smtClean="0"/>
              <a:t> </a:t>
            </a:r>
            <a:r>
              <a:rPr lang="fr-FR" b="0" dirty="0" err="1" smtClean="0"/>
              <a:t>that</a:t>
            </a:r>
            <a:r>
              <a:rPr lang="fr-FR" b="0" dirty="0" smtClean="0"/>
              <a:t> </a:t>
            </a:r>
            <a:r>
              <a:rPr lang="fr-FR" b="0" dirty="0" err="1" smtClean="0"/>
              <a:t>you</a:t>
            </a:r>
            <a:r>
              <a:rPr lang="fr-FR" b="0" dirty="0" smtClean="0"/>
              <a:t> </a:t>
            </a:r>
            <a:r>
              <a:rPr lang="fr-FR" b="0" dirty="0" err="1" smtClean="0"/>
              <a:t>will</a:t>
            </a:r>
            <a:r>
              <a:rPr lang="fr-FR" b="0" dirty="0" smtClean="0"/>
              <a:t> </a:t>
            </a:r>
            <a:r>
              <a:rPr lang="fr-FR" b="0" dirty="0" err="1" smtClean="0"/>
              <a:t>hold</a:t>
            </a:r>
            <a:r>
              <a:rPr lang="fr-FR" b="0" dirty="0" smtClean="0"/>
              <a:t> on </a:t>
            </a:r>
            <a:r>
              <a:rPr lang="fr-FR" b="0" dirty="0" err="1" smtClean="0"/>
              <a:t>Keep</a:t>
            </a:r>
            <a:r>
              <a:rPr lang="fr-FR" b="0" dirty="0" smtClean="0"/>
              <a:t> </a:t>
            </a:r>
            <a:r>
              <a:rPr lang="fr-FR" b="0" dirty="0" err="1" smtClean="0"/>
              <a:t>your</a:t>
            </a:r>
            <a:r>
              <a:rPr lang="fr-FR" b="0" dirty="0" smtClean="0"/>
              <a:t> </a:t>
            </a:r>
            <a:r>
              <a:rPr lang="fr-FR" b="0" dirty="0" err="1" smtClean="0"/>
              <a:t>loving</a:t>
            </a:r>
            <a:r>
              <a:rPr lang="fr-FR" b="0" dirty="0" smtClean="0"/>
              <a:t> </a:t>
            </a:r>
            <a:r>
              <a:rPr lang="fr-FR" b="0" dirty="0" err="1" smtClean="0"/>
              <a:t>eyes</a:t>
            </a:r>
            <a:r>
              <a:rPr lang="fr-FR" b="0" dirty="0" smtClean="0"/>
              <a:t> </a:t>
            </a:r>
            <a:r>
              <a:rPr lang="fr-FR" b="0" dirty="0" err="1" smtClean="0"/>
              <a:t>only</a:t>
            </a:r>
            <a:r>
              <a:rPr lang="fr-FR" b="0" dirty="0" smtClean="0"/>
              <a:t> for me</a:t>
            </a:r>
          </a:p>
          <a:p>
            <a:endParaRPr lang="fr-FR" b="0" dirty="0" smtClean="0"/>
          </a:p>
          <a:p>
            <a:r>
              <a:rPr lang="fr-FR" b="0" dirty="0" smtClean="0"/>
              <a:t>	REFRAIN :</a:t>
            </a:r>
          </a:p>
          <a:p>
            <a:r>
              <a:rPr lang="fr-FR" b="0" dirty="0" smtClean="0"/>
              <a:t>	5-  PARCE QUE JE T'ATTENDS ET PRIE  POUR TOI MON AMOUR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Because</a:t>
            </a:r>
            <a:r>
              <a:rPr lang="fr-FR" b="0" dirty="0" smtClean="0"/>
              <a:t> I </a:t>
            </a:r>
            <a:r>
              <a:rPr lang="fr-FR" b="0" dirty="0" err="1" smtClean="0"/>
              <a:t>am</a:t>
            </a:r>
            <a:r>
              <a:rPr lang="fr-FR" b="0" dirty="0" smtClean="0"/>
              <a:t> </a:t>
            </a:r>
            <a:r>
              <a:rPr lang="fr-FR" b="0" dirty="0" err="1" smtClean="0"/>
              <a:t>waiting</a:t>
            </a:r>
            <a:r>
              <a:rPr lang="fr-FR" b="0" dirty="0" smtClean="0"/>
              <a:t> for, </a:t>
            </a:r>
            <a:r>
              <a:rPr lang="fr-FR" b="0" dirty="0" err="1" smtClean="0"/>
              <a:t>praying</a:t>
            </a:r>
            <a:r>
              <a:rPr lang="fr-FR" b="0" dirty="0" smtClean="0"/>
              <a:t> for </a:t>
            </a:r>
            <a:r>
              <a:rPr lang="fr-FR" b="0" dirty="0" err="1" smtClean="0"/>
              <a:t>you</a:t>
            </a:r>
            <a:r>
              <a:rPr lang="fr-FR" b="0" dirty="0" smtClean="0"/>
              <a:t>, Darling</a:t>
            </a:r>
            <a:br>
              <a:rPr lang="fr-FR" b="0" dirty="0" smtClean="0"/>
            </a:br>
            <a:r>
              <a:rPr lang="fr-FR" b="0" dirty="0" smtClean="0"/>
              <a:t>  	6-  ATTENDS MOI AUSSI, ATTENDS MOI COMME JE T'ATTENDS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Wait</a:t>
            </a:r>
            <a:r>
              <a:rPr lang="fr-FR" b="0" dirty="0" smtClean="0"/>
              <a:t> for me </a:t>
            </a:r>
            <a:r>
              <a:rPr lang="fr-FR" b="0" dirty="0" err="1" smtClean="0"/>
              <a:t>too</a:t>
            </a:r>
            <a:r>
              <a:rPr lang="fr-FR" b="0" dirty="0" smtClean="0"/>
              <a:t>, </a:t>
            </a:r>
            <a:r>
              <a:rPr lang="fr-FR" b="0" dirty="0" err="1" smtClean="0"/>
              <a:t>wait</a:t>
            </a:r>
            <a:r>
              <a:rPr lang="fr-FR" b="0" dirty="0" smtClean="0"/>
              <a:t> for me as I </a:t>
            </a:r>
            <a:r>
              <a:rPr lang="fr-FR" b="0" dirty="0" err="1" smtClean="0"/>
              <a:t>wait</a:t>
            </a:r>
            <a:r>
              <a:rPr lang="fr-FR" b="0" dirty="0" smtClean="0"/>
              <a:t> for </a:t>
            </a:r>
            <a:r>
              <a:rPr lang="fr-FR" b="0" dirty="0" err="1" smtClean="0"/>
              <a:t>you</a:t>
            </a:r>
            <a:r>
              <a:rPr lang="fr-FR" b="0" dirty="0" smtClean="0"/>
              <a:t/>
            </a:r>
            <a:br>
              <a:rPr lang="fr-FR" b="0" dirty="0" smtClean="0"/>
            </a:br>
            <a:r>
              <a:rPr lang="fr-FR" b="0" dirty="0" smtClean="0"/>
              <a:t> 	7-  PARCE QUE JE T'ATTENDS ET PRIE  POUR TOI MON AMOUR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Because</a:t>
            </a:r>
            <a:r>
              <a:rPr lang="fr-FR" b="0" dirty="0" smtClean="0"/>
              <a:t> I </a:t>
            </a:r>
            <a:r>
              <a:rPr lang="fr-FR" b="0" dirty="0" err="1" smtClean="0"/>
              <a:t>am</a:t>
            </a:r>
            <a:r>
              <a:rPr lang="fr-FR" b="0" dirty="0" smtClean="0"/>
              <a:t> </a:t>
            </a:r>
            <a:r>
              <a:rPr lang="fr-FR" b="0" dirty="0" err="1" smtClean="0"/>
              <a:t>waiting</a:t>
            </a:r>
            <a:r>
              <a:rPr lang="fr-FR" b="0" dirty="0" smtClean="0"/>
              <a:t> for, </a:t>
            </a:r>
            <a:r>
              <a:rPr lang="fr-FR" b="0" dirty="0" err="1" smtClean="0"/>
              <a:t>praying</a:t>
            </a:r>
            <a:r>
              <a:rPr lang="fr-FR" b="0" dirty="0" smtClean="0"/>
              <a:t> for </a:t>
            </a:r>
            <a:r>
              <a:rPr lang="fr-FR" b="0" dirty="0" err="1" smtClean="0"/>
              <a:t>you</a:t>
            </a:r>
            <a:r>
              <a:rPr lang="fr-FR" b="0" dirty="0" smtClean="0"/>
              <a:t>, Darling</a:t>
            </a:r>
            <a:br>
              <a:rPr lang="fr-FR" b="0" dirty="0" smtClean="0"/>
            </a:br>
            <a:r>
              <a:rPr lang="fr-FR" b="0" dirty="0" smtClean="0"/>
              <a:t> 	8-  ATTENDS MOI AUSSI, ATTENDS MOI COMME JE T'ATTENDS</a:t>
            </a:r>
          </a:p>
          <a:p>
            <a:r>
              <a:rPr lang="fr-FR" b="0" dirty="0" smtClean="0"/>
              <a:t>	</a:t>
            </a:r>
            <a:r>
              <a:rPr lang="fr-FR" b="0" dirty="0" err="1" smtClean="0"/>
              <a:t>Wait</a:t>
            </a:r>
            <a:r>
              <a:rPr lang="fr-FR" b="0" dirty="0" smtClean="0"/>
              <a:t> for me </a:t>
            </a:r>
            <a:r>
              <a:rPr lang="fr-FR" b="0" dirty="0" err="1" smtClean="0"/>
              <a:t>too</a:t>
            </a:r>
            <a:r>
              <a:rPr lang="fr-FR" b="0" dirty="0" smtClean="0"/>
              <a:t>, </a:t>
            </a:r>
            <a:r>
              <a:rPr lang="fr-FR" b="0" dirty="0" err="1" smtClean="0"/>
              <a:t>wait</a:t>
            </a:r>
            <a:r>
              <a:rPr lang="fr-FR" b="0" dirty="0" smtClean="0"/>
              <a:t> for me as I </a:t>
            </a:r>
            <a:r>
              <a:rPr lang="fr-FR" b="0" dirty="0" err="1" smtClean="0"/>
              <a:t>wait</a:t>
            </a:r>
            <a:r>
              <a:rPr lang="fr-FR" b="0" dirty="0" smtClean="0"/>
              <a:t> for </a:t>
            </a:r>
            <a:r>
              <a:rPr lang="fr-FR" b="0" dirty="0" err="1" smtClean="0"/>
              <a:t>you</a:t>
            </a:r>
            <a:r>
              <a:rPr lang="fr-FR" b="0" dirty="0" smtClean="0"/>
              <a:t/>
            </a:r>
            <a:br>
              <a:rPr lang="fr-FR" b="0" dirty="0" smtClean="0"/>
            </a:br>
            <a:r>
              <a:rPr lang="fr-FR" b="0" dirty="0" smtClean="0"/>
              <a:t> 	9-  ATTENDS MOI, ATTENDS MOI </a:t>
            </a:r>
          </a:p>
          <a:p>
            <a:r>
              <a:rPr lang="fr-FR" b="0" dirty="0" smtClean="0"/>
              <a:t>	(Darling </a:t>
            </a:r>
            <a:r>
              <a:rPr lang="fr-FR" b="0" dirty="0" err="1" smtClean="0"/>
              <a:t>wait</a:t>
            </a:r>
            <a:r>
              <a:rPr lang="fr-FR" b="0" dirty="0" smtClean="0"/>
              <a:t>, Darling </a:t>
            </a:r>
            <a:r>
              <a:rPr lang="fr-FR" b="0" dirty="0" err="1" smtClean="0"/>
              <a:t>Wait</a:t>
            </a:r>
            <a:r>
              <a:rPr lang="fr-FR" b="0" dirty="0" smtClean="0"/>
              <a:t>)</a:t>
            </a:r>
          </a:p>
          <a:p>
            <a:endParaRPr lang="fr-FR" b="0" dirty="0" smtClean="0"/>
          </a:p>
          <a:p>
            <a:r>
              <a:rPr lang="fr-FR" b="0" dirty="0" smtClean="0"/>
              <a:t> 
10- MON AMOUR SAIS-TU QUE JE RÊVE  DE NOTRE VIE ENSEMBLE </a:t>
            </a:r>
          </a:p>
          <a:p>
            <a:r>
              <a:rPr lang="fr-FR" b="0" dirty="0" smtClean="0"/>
              <a:t>Darling </a:t>
            </a:r>
            <a:r>
              <a:rPr lang="fr-FR" b="0" dirty="0" err="1" smtClean="0"/>
              <a:t>did</a:t>
            </a:r>
            <a:r>
              <a:rPr lang="fr-FR" b="0" dirty="0" smtClean="0"/>
              <a:t> </a:t>
            </a:r>
            <a:r>
              <a:rPr lang="fr-FR" b="0" dirty="0" err="1" smtClean="0"/>
              <a:t>you</a:t>
            </a:r>
            <a:r>
              <a:rPr lang="fr-FR" b="0" dirty="0" smtClean="0"/>
              <a:t> know I </a:t>
            </a:r>
            <a:r>
              <a:rPr lang="fr-FR" b="0" dirty="0" err="1" smtClean="0"/>
              <a:t>dream</a:t>
            </a:r>
            <a:r>
              <a:rPr lang="fr-FR" b="0" dirty="0" smtClean="0"/>
              <a:t> about life </a:t>
            </a:r>
            <a:r>
              <a:rPr lang="fr-FR" b="0" dirty="0" err="1" smtClean="0"/>
              <a:t>together</a:t>
            </a:r>
            <a:r>
              <a:rPr lang="fr-FR" b="0" dirty="0" smtClean="0"/>
              <a:t/>
            </a:r>
            <a:br>
              <a:rPr lang="fr-FR" b="0" dirty="0" smtClean="0"/>
            </a:br>
            <a:r>
              <a:rPr lang="fr-FR" b="0" dirty="0" smtClean="0"/>
              <a:t>11- JE SAIS QU'ELLE DURERA TOUJOURS JE SERAIS À TOI, TU SERAS À MOI</a:t>
            </a:r>
          </a:p>
          <a:p>
            <a:r>
              <a:rPr lang="fr-FR" b="0" dirty="0" err="1" smtClean="0"/>
              <a:t>Knowing</a:t>
            </a:r>
            <a:r>
              <a:rPr lang="fr-FR" b="0" dirty="0" smtClean="0"/>
              <a:t> </a:t>
            </a:r>
            <a:r>
              <a:rPr lang="fr-FR" b="0" dirty="0" err="1" smtClean="0"/>
              <a:t>you</a:t>
            </a:r>
            <a:r>
              <a:rPr lang="fr-FR" b="0" dirty="0" smtClean="0"/>
              <a:t> </a:t>
            </a:r>
            <a:r>
              <a:rPr lang="fr-FR" b="0" dirty="0" err="1" smtClean="0"/>
              <a:t>will</a:t>
            </a:r>
            <a:r>
              <a:rPr lang="fr-FR" b="0" dirty="0" smtClean="0"/>
              <a:t> </a:t>
            </a:r>
            <a:r>
              <a:rPr lang="fr-FR" b="0" dirty="0" err="1" smtClean="0"/>
              <a:t>be</a:t>
            </a:r>
            <a:r>
              <a:rPr lang="fr-FR" b="0" dirty="0" smtClean="0"/>
              <a:t> </a:t>
            </a:r>
            <a:r>
              <a:rPr lang="fr-FR" b="0" dirty="0" err="1" smtClean="0"/>
              <a:t>forever</a:t>
            </a:r>
            <a:r>
              <a:rPr lang="fr-FR" b="0" dirty="0" smtClean="0"/>
              <a:t>. </a:t>
            </a:r>
            <a:r>
              <a:rPr lang="fr-FR" b="0" dirty="0" err="1" smtClean="0"/>
              <a:t>I'll</a:t>
            </a:r>
            <a:r>
              <a:rPr lang="fr-FR" b="0" dirty="0" smtClean="0"/>
              <a:t> </a:t>
            </a:r>
            <a:r>
              <a:rPr lang="fr-FR" b="0" dirty="0" err="1" smtClean="0"/>
              <a:t>be</a:t>
            </a:r>
            <a:r>
              <a:rPr lang="fr-FR" b="0" dirty="0" smtClean="0"/>
              <a:t> </a:t>
            </a:r>
            <a:r>
              <a:rPr lang="fr-FR" b="0" dirty="0" err="1" smtClean="0"/>
              <a:t>yours</a:t>
            </a:r>
            <a:r>
              <a:rPr lang="fr-FR" b="0" dirty="0" smtClean="0"/>
              <a:t> and </a:t>
            </a:r>
            <a:r>
              <a:rPr lang="fr-FR" b="0" dirty="0" err="1" smtClean="0"/>
              <a:t>you'll</a:t>
            </a:r>
            <a:r>
              <a:rPr lang="fr-FR" b="0" dirty="0" smtClean="0"/>
              <a:t> </a:t>
            </a:r>
            <a:r>
              <a:rPr lang="fr-FR" b="0" dirty="0" err="1" smtClean="0"/>
              <a:t>be</a:t>
            </a:r>
            <a:r>
              <a:rPr lang="fr-FR" b="0" dirty="0" smtClean="0"/>
              <a:t> mine.</a:t>
            </a:r>
            <a:br>
              <a:rPr lang="fr-FR" b="0" dirty="0" smtClean="0"/>
            </a:br>
            <a:r>
              <a:rPr lang="fr-FR" b="0" dirty="0" smtClean="0"/>
              <a:t>12- ET QUAND JE DIRAI JUSQU'À CE QUE LA MORT NOUS SÉPARE  </a:t>
            </a:r>
          </a:p>
          <a:p>
            <a:r>
              <a:rPr lang="fr-FR" b="0" dirty="0" smtClean="0"/>
              <a:t>And Darling </a:t>
            </a:r>
            <a:r>
              <a:rPr lang="fr-FR" b="0" dirty="0" err="1" smtClean="0"/>
              <a:t>when</a:t>
            </a:r>
            <a:r>
              <a:rPr lang="fr-FR" b="0" dirty="0" smtClean="0"/>
              <a:t> I </a:t>
            </a:r>
            <a:r>
              <a:rPr lang="fr-FR" b="0" dirty="0" err="1" smtClean="0"/>
              <a:t>say</a:t>
            </a:r>
            <a:r>
              <a:rPr lang="fr-FR" b="0" dirty="0" smtClean="0"/>
              <a:t>, "till </a:t>
            </a:r>
            <a:r>
              <a:rPr lang="fr-FR" b="0" dirty="0" err="1" smtClean="0"/>
              <a:t>death</a:t>
            </a:r>
            <a:r>
              <a:rPr lang="fr-FR" b="0" dirty="0" smtClean="0"/>
              <a:t> do us part",</a:t>
            </a:r>
            <a:br>
              <a:rPr lang="fr-FR" b="0" dirty="0" smtClean="0"/>
            </a:br>
            <a:r>
              <a:rPr lang="fr-FR" b="0" dirty="0" smtClean="0"/>
              <a:t>13- CE SERA DE TOUT MON CŒUR JE TE SERAI FIDÈLE À      JAMAIS </a:t>
            </a:r>
          </a:p>
          <a:p>
            <a:r>
              <a:rPr lang="fr-FR" b="0" dirty="0" err="1" smtClean="0"/>
              <a:t>I'll</a:t>
            </a:r>
            <a:r>
              <a:rPr lang="fr-FR" b="0" dirty="0" smtClean="0"/>
              <a:t> </a:t>
            </a:r>
            <a:r>
              <a:rPr lang="fr-FR" b="0" dirty="0" err="1" smtClean="0"/>
              <a:t>mean</a:t>
            </a:r>
            <a:r>
              <a:rPr lang="fr-FR" b="0" dirty="0" smtClean="0"/>
              <a:t> </a:t>
            </a:r>
            <a:r>
              <a:rPr lang="fr-FR" b="0" dirty="0" err="1" smtClean="0"/>
              <a:t>it</a:t>
            </a:r>
            <a:r>
              <a:rPr lang="fr-FR" b="0" dirty="0" smtClean="0"/>
              <a:t> </a:t>
            </a:r>
            <a:r>
              <a:rPr lang="fr-FR" b="0" dirty="0" err="1" smtClean="0"/>
              <a:t>with</a:t>
            </a:r>
            <a:r>
              <a:rPr lang="fr-FR" b="0" dirty="0" smtClean="0"/>
              <a:t> all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, </a:t>
            </a:r>
            <a:r>
              <a:rPr lang="fr-FR" b="0" dirty="0" err="1" smtClean="0"/>
              <a:t>now</a:t>
            </a:r>
            <a:r>
              <a:rPr lang="fr-FR" b="0" dirty="0" smtClean="0"/>
              <a:t> and </a:t>
            </a:r>
            <a:r>
              <a:rPr lang="fr-FR" b="0" dirty="0" err="1" smtClean="0"/>
              <a:t>always</a:t>
            </a:r>
            <a:r>
              <a:rPr lang="fr-FR" b="0" dirty="0" smtClean="0"/>
              <a:t> </a:t>
            </a:r>
            <a:r>
              <a:rPr lang="fr-FR" b="0" dirty="0" err="1" smtClean="0"/>
              <a:t>faithful</a:t>
            </a:r>
            <a:r>
              <a:rPr lang="fr-FR" b="0" dirty="0" smtClean="0"/>
              <a:t> to </a:t>
            </a:r>
            <a:r>
              <a:rPr lang="fr-FR" b="0" dirty="0" err="1" smtClean="0"/>
              <a:t>you</a:t>
            </a:r>
            <a:endParaRPr lang="fr-FR" b="0" dirty="0" smtClean="0"/>
          </a:p>
          <a:p>
            <a:endParaRPr lang="fr-FR" b="0" dirty="0" smtClean="0"/>
          </a:p>
          <a:p>
            <a:r>
              <a:rPr lang="fr-FR" b="0" dirty="0" smtClean="0"/>
              <a:t>	REFRAIN</a:t>
            </a:r>
          </a:p>
          <a:p>
            <a:endParaRPr lang="fr-FR" b="0" dirty="0" smtClean="0"/>
          </a:p>
          <a:p>
            <a:r>
              <a:rPr lang="fr-FR" b="0" dirty="0" smtClean="0"/>
              <a:t>PONT:</a:t>
            </a:r>
          </a:p>
          <a:p>
            <a:r>
              <a:rPr lang="fr-FR" b="0" dirty="0" smtClean="0"/>
              <a:t>14- TU AS SÛREMENT FAIT DES ERREURS</a:t>
            </a:r>
          </a:p>
          <a:p>
            <a:r>
              <a:rPr lang="fr-FR" b="0" dirty="0" err="1" smtClean="0"/>
              <a:t>Now</a:t>
            </a:r>
            <a:r>
              <a:rPr lang="fr-FR" b="0" dirty="0" smtClean="0"/>
              <a:t> I know </a:t>
            </a:r>
            <a:r>
              <a:rPr lang="fr-FR" b="0" dirty="0" err="1" smtClean="0"/>
              <a:t>you</a:t>
            </a:r>
            <a:r>
              <a:rPr lang="fr-FR" b="0" dirty="0" smtClean="0"/>
              <a:t> </a:t>
            </a:r>
            <a:r>
              <a:rPr lang="fr-FR" b="0" dirty="0" err="1" smtClean="0"/>
              <a:t>may</a:t>
            </a:r>
            <a:r>
              <a:rPr lang="fr-FR" b="0" dirty="0" smtClean="0"/>
              <a:t> have made </a:t>
            </a:r>
            <a:r>
              <a:rPr lang="fr-FR" b="0" dirty="0" err="1" smtClean="0"/>
              <a:t>mistakes</a:t>
            </a:r>
            <a:r>
              <a:rPr lang="fr-FR" b="0" dirty="0" smtClean="0"/>
              <a:t>,
15-MAIS IL Y A LE PARDON  ET UNE SECONDE CHANCE</a:t>
            </a:r>
          </a:p>
          <a:p>
            <a:r>
              <a:rPr lang="fr-FR" b="0" dirty="0" smtClean="0"/>
              <a:t>But </a:t>
            </a:r>
            <a:r>
              <a:rPr lang="fr-FR" b="0" dirty="0" err="1" smtClean="0"/>
              <a:t>there's</a:t>
            </a:r>
            <a:r>
              <a:rPr lang="fr-FR" b="0" dirty="0" smtClean="0"/>
              <a:t> </a:t>
            </a:r>
            <a:r>
              <a:rPr lang="fr-FR" b="0" dirty="0" err="1" smtClean="0"/>
              <a:t>forgiveness</a:t>
            </a:r>
            <a:r>
              <a:rPr lang="fr-FR" b="0" dirty="0" smtClean="0"/>
              <a:t> and a second chance.
16-  ALORS ATTENDS MOI MON AMOUR ATTENDS MOI </a:t>
            </a:r>
          </a:p>
          <a:p>
            <a:r>
              <a:rPr lang="fr-FR" b="0" dirty="0" smtClean="0"/>
              <a:t>So </a:t>
            </a:r>
            <a:r>
              <a:rPr lang="fr-FR" b="0" dirty="0" err="1" smtClean="0"/>
              <a:t>wait</a:t>
            </a:r>
            <a:r>
              <a:rPr lang="fr-FR" b="0" dirty="0" smtClean="0"/>
              <a:t> for me, Darling </a:t>
            </a:r>
            <a:r>
              <a:rPr lang="fr-FR" b="0" dirty="0" err="1" smtClean="0"/>
              <a:t>wait</a:t>
            </a:r>
            <a:r>
              <a:rPr lang="fr-FR" b="0" dirty="0" smtClean="0"/>
              <a:t> for me, </a:t>
            </a:r>
            <a:r>
              <a:rPr lang="fr-FR" b="0" dirty="0" err="1" smtClean="0"/>
              <a:t>wait</a:t>
            </a:r>
            <a:r>
              <a:rPr lang="fr-FR" b="0" dirty="0" smtClean="0"/>
              <a:t> for me, </a:t>
            </a:r>
            <a:r>
              <a:rPr lang="fr-FR" b="0" dirty="0" err="1" smtClean="0"/>
              <a:t>wait</a:t>
            </a:r>
            <a:r>
              <a:rPr lang="fr-FR" b="0" dirty="0" smtClean="0"/>
              <a:t> for me</a:t>
            </a:r>
          </a:p>
          <a:p>
            <a:endParaRPr lang="fr-FR" b="0" dirty="0" smtClean="0"/>
          </a:p>
          <a:p>
            <a:r>
              <a:rPr lang="fr-FR" b="0" dirty="0" smtClean="0"/>
              <a:t>	REFRAIN</a:t>
            </a:r>
          </a:p>
          <a:p>
            <a:r>
              <a:rPr lang="fr-FR" b="0" dirty="0" smtClean="0"/>
              <a:t>
17- ATTENDS MOI, ATTENDS MOI </a:t>
            </a:r>
          </a:p>
          <a:p>
            <a:r>
              <a:rPr lang="fr-FR" b="0" dirty="0" err="1" smtClean="0"/>
              <a:t>Wait</a:t>
            </a:r>
            <a:r>
              <a:rPr lang="fr-FR" b="0" dirty="0" smtClean="0"/>
              <a:t> for me, Darling </a:t>
            </a:r>
            <a:r>
              <a:rPr lang="fr-FR" b="0" dirty="0" err="1" smtClean="0"/>
              <a:t>Wait</a:t>
            </a:r>
            <a:endParaRPr lang="fr-FR" b="0" dirty="0" smtClean="0"/>
          </a:p>
          <a:p>
            <a:r>
              <a:rPr lang="fr-FR" b="0" dirty="0" smtClean="0"/>
              <a:t>18-PARCE QUE JE T'ATTENDS  x2</a:t>
            </a:r>
          </a:p>
          <a:p>
            <a:r>
              <a:rPr lang="fr-FR" b="0" dirty="0" err="1" smtClean="0"/>
              <a:t>Because</a:t>
            </a:r>
            <a:r>
              <a:rPr lang="fr-FR" b="0" dirty="0" smtClean="0"/>
              <a:t> I </a:t>
            </a:r>
            <a:r>
              <a:rPr lang="fr-FR" b="0" dirty="0" err="1" smtClean="0"/>
              <a:t>am</a:t>
            </a:r>
            <a:r>
              <a:rPr lang="fr-FR" b="0" dirty="0" smtClean="0"/>
              <a:t> </a:t>
            </a:r>
            <a:r>
              <a:rPr lang="fr-FR" b="0" dirty="0" err="1" smtClean="0"/>
              <a:t>waiting</a:t>
            </a:r>
            <a:r>
              <a:rPr lang="fr-FR" b="0" dirty="0" smtClean="0"/>
              <a:t> for </a:t>
            </a:r>
            <a:r>
              <a:rPr lang="fr-FR" b="0" dirty="0" err="1" smtClean="0"/>
              <a:t>you</a:t>
            </a:r>
            <a:r>
              <a:rPr lang="fr-FR" b="0" dirty="0" smtClean="0"/>
              <a:t>, </a:t>
            </a:r>
            <a:r>
              <a:rPr lang="fr-FR" b="0" dirty="0" err="1" smtClean="0"/>
              <a:t>Because</a:t>
            </a:r>
            <a:r>
              <a:rPr lang="fr-FR" b="0" dirty="0" smtClean="0"/>
              <a:t> I </a:t>
            </a:r>
            <a:r>
              <a:rPr lang="fr-FR" b="0" dirty="0" err="1" smtClean="0"/>
              <a:t>am</a:t>
            </a:r>
            <a:r>
              <a:rPr lang="fr-FR" b="0" dirty="0" smtClean="0"/>
              <a:t> </a:t>
            </a:r>
            <a:r>
              <a:rPr lang="fr-FR" b="0" dirty="0" err="1" smtClean="0"/>
              <a:t>waiting</a:t>
            </a:r>
            <a:r>
              <a:rPr lang="fr-FR" b="0" dirty="0" smtClean="0"/>
              <a:t> for </a:t>
            </a:r>
            <a:r>
              <a:rPr lang="fr-FR" b="0" dirty="0" err="1" smtClean="0"/>
              <a:t>you</a:t>
            </a:r>
            <a:r>
              <a:rPr lang="fr-FR" b="0" dirty="0" smtClean="0"/>
              <a:t/>
            </a:r>
            <a:br>
              <a:rPr lang="fr-FR" b="0" dirty="0" smtClean="0"/>
            </a:br>
            <a:r>
              <a:rPr lang="fr-FR" b="0" dirty="0" smtClean="0"/>
              <a:t>19- ATTENDS MOI, ATTENDS MOI 
So </a:t>
            </a:r>
            <a:r>
              <a:rPr lang="fr-FR" b="0" dirty="0" err="1" smtClean="0"/>
              <a:t>wait</a:t>
            </a:r>
            <a:r>
              <a:rPr lang="fr-FR" b="0" dirty="0" smtClean="0"/>
              <a:t> for me, Darling </a:t>
            </a:r>
            <a:r>
              <a:rPr lang="fr-FR" b="0" dirty="0" err="1" smtClean="0"/>
              <a:t>wait</a:t>
            </a:r>
            <a:r>
              <a:rPr lang="fr-FR" b="0" dirty="0" smtClean="0"/>
              <a:t> </a:t>
            </a:r>
            <a:r>
              <a:rPr lang="fr-FR" b="0" dirty="0" err="1" smtClean="0"/>
              <a:t>Wait</a:t>
            </a:r>
            <a:r>
              <a:rPr lang="fr-FR" b="0" dirty="0" smtClean="0"/>
              <a:t> for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AMOUR SAIS-TU  QUE JE RÊVE DE TOI</a:t>
            </a:r>
          </a:p>
          <a:p>
            <a:r>
              <a:rPr lang="fr-FR" smtClean="0"/>
              <a:t>Darling did you know that I, I dream about you,</a:t>
            </a:r>
            <a:br>
              <a:rPr lang="fr-FR" smtClean="0"/>
            </a:br>
            <a:r>
              <a:rPr lang="fr-FR" smtClean="0"/>
              <a:t>2-  EN ATTENDANT DE VOIR TON REGARD POUR LA PREMIÈRE FOIS</a:t>
            </a:r>
          </a:p>
          <a:p>
            <a:r>
              <a:rPr lang="fr-FR" smtClean="0"/>
              <a:t>Waiting for the look in your eyes when we meet for the first time</a:t>
            </a:r>
            <a:br>
              <a:rPr lang="fr-FR" smtClean="0"/>
            </a:br>
            <a:r>
              <a:rPr lang="fr-FR" smtClean="0"/>
              <a:t>3-  MON AMOUR SAIS-TU  QUE JE PRIE POUR TOI</a:t>
            </a:r>
          </a:p>
          <a:p>
            <a:r>
              <a:rPr lang="fr-FR" smtClean="0"/>
              <a:t>And Darling did you know that I, I pray about you,</a:t>
            </a:r>
            <a:br>
              <a:rPr lang="fr-FR" smtClean="0"/>
            </a:br>
            <a:r>
              <a:rPr lang="fr-FR" smtClean="0"/>
              <a:t>4-  ET CROIS QUE TU T'ACCROCHERAS POUR TE GARDER POUR MOI </a:t>
            </a:r>
          </a:p>
          <a:p>
            <a:r>
              <a:rPr lang="fr-FR" smtClean="0"/>
              <a:t>Praying that you will hold on Keep your loving eyes only for me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  	6-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7-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 	8-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9-  ATTENDS MOI, ATTENDS MOI </a:t>
            </a:r>
          </a:p>
          <a:p>
            <a:r>
              <a:rPr lang="fr-FR" smtClean="0"/>
              <a:t>	(Darling wait, Darling Wait)</a:t>
            </a:r>
          </a:p>
          <a:p>
            <a:endParaRPr lang="fr-FR" smtClean="0"/>
          </a:p>
          <a:p>
            <a:r>
              <a:rPr lang="fr-FR" smtClean="0"/>
              <a:t> 
10- MON AMOUR SAIS-TU QUE JE RÊVE  DE NOTRE VIE ENSEMBLE </a:t>
            </a:r>
          </a:p>
          <a:p>
            <a:r>
              <a:rPr lang="fr-FR" smtClean="0"/>
              <a:t>Darling did you know I dream about life together</a:t>
            </a:r>
            <a:br>
              <a:rPr lang="fr-FR" smtClean="0"/>
            </a:br>
            <a:r>
              <a:rPr lang="fr-FR" smtClean="0"/>
              <a:t>11- JE SAIS QU'ELLE DURERA TOUJOURS JE SERAIS À TOI, TU SERAS À MOI</a:t>
            </a:r>
          </a:p>
          <a:p>
            <a:r>
              <a:rPr lang="fr-FR" smtClean="0"/>
              <a:t>Knowing you will be forever. I'll be yours and you'll be mine.</a:t>
            </a:r>
            <a:br>
              <a:rPr lang="fr-FR" smtClean="0"/>
            </a:br>
            <a:r>
              <a:rPr lang="fr-FR" smtClean="0"/>
              <a:t>12- ET QUAND JE DIRAI JUSQU'À CE QUE LA MORT NOUS SÉPARE  </a:t>
            </a:r>
          </a:p>
          <a:p>
            <a:r>
              <a:rPr lang="fr-FR" smtClean="0"/>
              <a:t>And Darling when I say, "till death do us part",</a:t>
            </a:r>
            <a:br>
              <a:rPr lang="fr-FR" smtClean="0"/>
            </a:br>
            <a:r>
              <a:rPr lang="fr-FR" smtClean="0"/>
              <a:t>13- CE SERA DE TOUT MON CŒUR JE TE SERAI FIDÈLE À      JAMAIS </a:t>
            </a:r>
          </a:p>
          <a:p>
            <a:r>
              <a:rPr lang="fr-FR" smtClean="0"/>
              <a:t>I'll mean it with all of my heart, now and always faithful to you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TU AS SÛREMENT FAIT DES ERREURS</a:t>
            </a:r>
          </a:p>
          <a:p>
            <a:r>
              <a:rPr lang="fr-FR" smtClean="0"/>
              <a:t>Now I know you may have made mistakes,
15-MAIS IL Y A LE PARDON  ET UNE SECONDE CHANCE</a:t>
            </a:r>
          </a:p>
          <a:p>
            <a:r>
              <a:rPr lang="fr-FR" smtClean="0"/>
              <a:t>But there's forgiveness and a second chance.
16-  ALORS ATTENDS MOI MON AMOUR ATTENDS MOI </a:t>
            </a:r>
          </a:p>
          <a:p>
            <a:r>
              <a:rPr lang="fr-FR" smtClean="0"/>
              <a:t>So wait for me, Darling wait for me, wait for me, wait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17- ATTENDS MOI, ATTENDS MOI </a:t>
            </a:r>
          </a:p>
          <a:p>
            <a:r>
              <a:rPr lang="fr-FR" smtClean="0"/>
              <a:t>Wait for me, Darling Wait</a:t>
            </a:r>
          </a:p>
          <a:p>
            <a:r>
              <a:rPr lang="fr-FR" smtClean="0"/>
              <a:t>18-PARCE QUE JE T'ATTENDS  x2</a:t>
            </a:r>
          </a:p>
          <a:p>
            <a:r>
              <a:rPr lang="fr-FR" smtClean="0"/>
              <a:t>Because I am waiting for you, Because I am waiting for you</a:t>
            </a:r>
            <a:br>
              <a:rPr lang="fr-FR" smtClean="0"/>
            </a:br>
            <a:r>
              <a:rPr lang="fr-FR" smtClean="0"/>
              <a:t>19- ATTENDS MOI, ATTENDS MOI 
So wait for me, Darling wait Wait for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MON AMOUR SAIS-TU  QUE JE RÊVE DE TOI</a:t>
            </a:r>
          </a:p>
          <a:p>
            <a:r>
              <a:rPr lang="fr-FR" b="0" smtClean="0"/>
              <a:t>Darling did you know that I, I dream about you,</a:t>
            </a:r>
            <a:br>
              <a:rPr lang="fr-FR" b="0" smtClean="0"/>
            </a:br>
            <a:r>
              <a:rPr lang="fr-FR" b="0" smtClean="0"/>
              <a:t>2-  EN ATTENDANT DE VOIR TON REGARD POUR LA PREMIÈRE FOIS</a:t>
            </a:r>
          </a:p>
          <a:p>
            <a:r>
              <a:rPr lang="fr-FR" b="0" smtClean="0"/>
              <a:t>Waiting for the look in your eyes when we meet for the first time</a:t>
            </a:r>
            <a:br>
              <a:rPr lang="fr-FR" b="0" smtClean="0"/>
            </a:br>
            <a:r>
              <a:rPr lang="fr-FR" b="0" smtClean="0"/>
              <a:t>3-  MON AMOUR SAIS-TU  QUE JE PRIE POUR TOI</a:t>
            </a:r>
          </a:p>
          <a:p>
            <a:r>
              <a:rPr lang="fr-FR" b="0" smtClean="0"/>
              <a:t>And Darling did you know that I, I pray about you,</a:t>
            </a:r>
            <a:br>
              <a:rPr lang="fr-FR" b="0" smtClean="0"/>
            </a:br>
            <a:r>
              <a:rPr lang="fr-FR" b="0" smtClean="0"/>
              <a:t>4-  ET CROIS QUE TU T'ACCROCHERAS POUR TE GARDER POUR MOI </a:t>
            </a:r>
          </a:p>
          <a:p>
            <a:r>
              <a:rPr lang="fr-FR" b="0" smtClean="0"/>
              <a:t>Praying that you will hold on Keep your loving eyes only for me</a:t>
            </a:r>
          </a:p>
          <a:p>
            <a:endParaRPr lang="fr-FR" b="0" smtClean="0"/>
          </a:p>
          <a:p>
            <a:r>
              <a:rPr lang="fr-FR" b="0" smtClean="0"/>
              <a:t>	REFRAIN :</a:t>
            </a:r>
          </a:p>
          <a:p>
            <a:r>
              <a:rPr lang="fr-FR" b="0" smtClean="0"/>
              <a:t>	5-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  	6-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7-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 	8-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9-  ATTENDS MOI, ATTENDS MOI </a:t>
            </a:r>
          </a:p>
          <a:p>
            <a:r>
              <a:rPr lang="fr-FR" b="0" smtClean="0"/>
              <a:t>	(Darling wait, Darling Wait)</a:t>
            </a:r>
          </a:p>
          <a:p>
            <a:endParaRPr lang="fr-FR" b="0" smtClean="0"/>
          </a:p>
          <a:p>
            <a:r>
              <a:rPr lang="fr-FR" b="0" smtClean="0"/>
              <a:t> 
10- MON AMOUR SAIS-TU QUE JE RÊVE  DE NOTRE VIE ENSEMBLE </a:t>
            </a:r>
          </a:p>
          <a:p>
            <a:r>
              <a:rPr lang="fr-FR" b="0" smtClean="0"/>
              <a:t>Darling did you know I dream about life together</a:t>
            </a:r>
            <a:br>
              <a:rPr lang="fr-FR" b="0" smtClean="0"/>
            </a:br>
            <a:r>
              <a:rPr lang="fr-FR" b="0" smtClean="0"/>
              <a:t>11- JE SAIS QU'ELLE DURERA TOUJOURS JE SERAIS À TOI, TU SERAS À MOI</a:t>
            </a:r>
          </a:p>
          <a:p>
            <a:r>
              <a:rPr lang="fr-FR" b="0" smtClean="0"/>
              <a:t>Knowing you will be forever. I'll be yours and you'll be mine.</a:t>
            </a:r>
            <a:br>
              <a:rPr lang="fr-FR" b="0" smtClean="0"/>
            </a:br>
            <a:r>
              <a:rPr lang="fr-FR" b="0" smtClean="0"/>
              <a:t>12- ET QUAND JE DIRAI JUSQU'À CE QUE LA MORT NOUS SÉPARE  </a:t>
            </a:r>
          </a:p>
          <a:p>
            <a:r>
              <a:rPr lang="fr-FR" b="0" smtClean="0"/>
              <a:t>And Darling when I say, "till death do us part",</a:t>
            </a:r>
            <a:br>
              <a:rPr lang="fr-FR" b="0" smtClean="0"/>
            </a:br>
            <a:r>
              <a:rPr lang="fr-FR" b="0" smtClean="0"/>
              <a:t>13- CE SERA DE TOUT MON CŒUR JE TE SERAI FIDÈLE À      JAMAIS </a:t>
            </a:r>
          </a:p>
          <a:p>
            <a:r>
              <a:rPr lang="fr-FR" b="0" smtClean="0"/>
              <a:t>I'll mean it with all of my heart, now and always faithful to you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14- TU AS SÛREMENT FAIT DES ERREURS</a:t>
            </a:r>
          </a:p>
          <a:p>
            <a:r>
              <a:rPr lang="fr-FR" b="0" smtClean="0"/>
              <a:t>Now I know you may have made mistakes,
15-MAIS IL Y A LE PARDON  ET UNE SECONDE CHANCE</a:t>
            </a:r>
          </a:p>
          <a:p>
            <a:r>
              <a:rPr lang="fr-FR" b="0" smtClean="0"/>
              <a:t>But there's forgiveness and a second chance.
16-  ALORS ATTENDS MOI MON AMOUR ATTENDS MOI </a:t>
            </a:r>
          </a:p>
          <a:p>
            <a:r>
              <a:rPr lang="fr-FR" b="0" smtClean="0"/>
              <a:t>So wait for me, Darling wait for me, wait for me, wait for me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r>
              <a:rPr lang="fr-FR" b="0" smtClean="0"/>
              <a:t>
17- ATTENDS MOI, ATTENDS MOI </a:t>
            </a:r>
          </a:p>
          <a:p>
            <a:r>
              <a:rPr lang="fr-FR" b="0" smtClean="0"/>
              <a:t>Wait for me, Darling Wait</a:t>
            </a:r>
          </a:p>
          <a:p>
            <a:r>
              <a:rPr lang="fr-FR" b="0" smtClean="0"/>
              <a:t>18-PARCE QUE JE T'ATTENDS  x2</a:t>
            </a:r>
          </a:p>
          <a:p>
            <a:r>
              <a:rPr lang="fr-FR" b="0" smtClean="0"/>
              <a:t>Because I am waiting for you, Because I am waiting for you</a:t>
            </a:r>
            <a:br>
              <a:rPr lang="fr-FR" b="0" smtClean="0"/>
            </a:br>
            <a:r>
              <a:rPr lang="fr-FR" b="0" smtClean="0"/>
              <a:t>19- ATTENDS MOI, ATTENDS MOI 
So wait for me, Darling wait Wait for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AMOUR SAIS-TU  QUE JE RÊVE DE TOI</a:t>
            </a:r>
          </a:p>
          <a:p>
            <a:r>
              <a:rPr lang="fr-FR" smtClean="0"/>
              <a:t>Darling did you know that I, I dream about you,</a:t>
            </a:r>
            <a:br>
              <a:rPr lang="fr-FR" smtClean="0"/>
            </a:br>
            <a:r>
              <a:rPr lang="fr-FR" smtClean="0"/>
              <a:t>2-  EN ATTENDANT DE VOIR TON REGARD POUR LA PREMIÈRE FOIS</a:t>
            </a:r>
          </a:p>
          <a:p>
            <a:r>
              <a:rPr lang="fr-FR" smtClean="0"/>
              <a:t>Waiting for the look in your eyes when we meet for the first time</a:t>
            </a:r>
            <a:br>
              <a:rPr lang="fr-FR" smtClean="0"/>
            </a:br>
            <a:r>
              <a:rPr lang="fr-FR" smtClean="0"/>
              <a:t>3-  MON AMOUR SAIS-TU  QUE JE PRIE POUR TOI</a:t>
            </a:r>
          </a:p>
          <a:p>
            <a:r>
              <a:rPr lang="fr-FR" smtClean="0"/>
              <a:t>And Darling did you know that I, I pray about you,</a:t>
            </a:r>
            <a:br>
              <a:rPr lang="fr-FR" smtClean="0"/>
            </a:br>
            <a:r>
              <a:rPr lang="fr-FR" smtClean="0"/>
              <a:t>4-  ET CROIS QUE TU T'ACCROCHERAS POUR TE GARDER POUR MOI </a:t>
            </a:r>
          </a:p>
          <a:p>
            <a:r>
              <a:rPr lang="fr-FR" smtClean="0"/>
              <a:t>Praying that you will hold on Keep your loving eyes only for me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  	6-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7-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 	8-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9-  ATTENDS MOI, ATTENDS MOI </a:t>
            </a:r>
          </a:p>
          <a:p>
            <a:r>
              <a:rPr lang="fr-FR" smtClean="0"/>
              <a:t>	(Darling wait, Darling Wait)</a:t>
            </a:r>
          </a:p>
          <a:p>
            <a:endParaRPr lang="fr-FR" smtClean="0"/>
          </a:p>
          <a:p>
            <a:r>
              <a:rPr lang="fr-FR" smtClean="0"/>
              <a:t> 
10- MON AMOUR SAIS-TU QUE JE RÊVE  DE NOTRE VIE ENSEMBLE </a:t>
            </a:r>
          </a:p>
          <a:p>
            <a:r>
              <a:rPr lang="fr-FR" smtClean="0"/>
              <a:t>Darling did you know I dream about life together</a:t>
            </a:r>
            <a:br>
              <a:rPr lang="fr-FR" smtClean="0"/>
            </a:br>
            <a:r>
              <a:rPr lang="fr-FR" smtClean="0"/>
              <a:t>11- JE SAIS QU'ELLE DURERA TOUJOURS JE SERAIS À TOI, TU SERAS À MOI</a:t>
            </a:r>
          </a:p>
          <a:p>
            <a:r>
              <a:rPr lang="fr-FR" smtClean="0"/>
              <a:t>Knowing you will be forever. I'll be yours and you'll be mine.</a:t>
            </a:r>
            <a:br>
              <a:rPr lang="fr-FR" smtClean="0"/>
            </a:br>
            <a:r>
              <a:rPr lang="fr-FR" smtClean="0"/>
              <a:t>12- ET QUAND JE DIRAI JUSQU'À CE QUE LA MORT NOUS SÉPARE  </a:t>
            </a:r>
          </a:p>
          <a:p>
            <a:r>
              <a:rPr lang="fr-FR" smtClean="0"/>
              <a:t>And Darling when I say, "till death do us part",</a:t>
            </a:r>
            <a:br>
              <a:rPr lang="fr-FR" smtClean="0"/>
            </a:br>
            <a:r>
              <a:rPr lang="fr-FR" smtClean="0"/>
              <a:t>13- CE SERA DE TOUT MON CŒUR JE TE SERAI FIDÈLE À      JAMAIS </a:t>
            </a:r>
          </a:p>
          <a:p>
            <a:r>
              <a:rPr lang="fr-FR" smtClean="0"/>
              <a:t>I'll mean it with all of my heart, now and always faithful to you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TU AS SÛREMENT FAIT DES ERREURS</a:t>
            </a:r>
          </a:p>
          <a:p>
            <a:r>
              <a:rPr lang="fr-FR" smtClean="0"/>
              <a:t>Now I know you may have made mistakes,
15-MAIS IL Y A LE PARDON  ET UNE SECONDE CHANCE</a:t>
            </a:r>
          </a:p>
          <a:p>
            <a:r>
              <a:rPr lang="fr-FR" smtClean="0"/>
              <a:t>But there's forgiveness and a second chance.
16-  ALORS ATTENDS MOI MON AMOUR ATTENDS MOI </a:t>
            </a:r>
          </a:p>
          <a:p>
            <a:r>
              <a:rPr lang="fr-FR" smtClean="0"/>
              <a:t>So wait for me, Darling wait for me, wait for me, wait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17- ATTENDS MOI, ATTENDS MOI </a:t>
            </a:r>
          </a:p>
          <a:p>
            <a:r>
              <a:rPr lang="fr-FR" smtClean="0"/>
              <a:t>Wait for me, Darling Wait</a:t>
            </a:r>
          </a:p>
          <a:p>
            <a:r>
              <a:rPr lang="fr-FR" smtClean="0"/>
              <a:t>18-PARCE QUE JE T'ATTENDS  x2</a:t>
            </a:r>
          </a:p>
          <a:p>
            <a:r>
              <a:rPr lang="fr-FR" smtClean="0"/>
              <a:t>Because I am waiting for you, Because I am waiting for you</a:t>
            </a:r>
            <a:br>
              <a:rPr lang="fr-FR" smtClean="0"/>
            </a:br>
            <a:r>
              <a:rPr lang="fr-FR" smtClean="0"/>
              <a:t>19- ATTENDS MOI, ATTENDS MOI 
So wait for me, Darling wait Wait for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MON AMOUR SAIS-TU  QUE JE RÊVE DE TOI</a:t>
            </a:r>
          </a:p>
          <a:p>
            <a:r>
              <a:rPr lang="fr-FR" b="0" smtClean="0"/>
              <a:t>Darling did you know that I, I dream about you,</a:t>
            </a:r>
            <a:br>
              <a:rPr lang="fr-FR" b="0" smtClean="0"/>
            </a:br>
            <a:r>
              <a:rPr lang="fr-FR" b="0" smtClean="0"/>
              <a:t>2-  EN ATTENDANT DE VOIR TON REGARD POUR LA PREMIÈRE FOIS</a:t>
            </a:r>
          </a:p>
          <a:p>
            <a:r>
              <a:rPr lang="fr-FR" b="0" smtClean="0"/>
              <a:t>Waiting for the look in your eyes when we meet for the first time</a:t>
            </a:r>
            <a:br>
              <a:rPr lang="fr-FR" b="0" smtClean="0"/>
            </a:br>
            <a:r>
              <a:rPr lang="fr-FR" b="0" smtClean="0"/>
              <a:t>3-  MON AMOUR SAIS-TU  QUE JE PRIE POUR TOI</a:t>
            </a:r>
          </a:p>
          <a:p>
            <a:r>
              <a:rPr lang="fr-FR" b="0" smtClean="0"/>
              <a:t>And Darling did you know that I, I pray about you,</a:t>
            </a:r>
            <a:br>
              <a:rPr lang="fr-FR" b="0" smtClean="0"/>
            </a:br>
            <a:r>
              <a:rPr lang="fr-FR" b="0" smtClean="0"/>
              <a:t>4-  ET CROIS QUE TU T'ACCROCHERAS POUR TE GARDER POUR MOI </a:t>
            </a:r>
          </a:p>
          <a:p>
            <a:r>
              <a:rPr lang="fr-FR" b="0" smtClean="0"/>
              <a:t>Praying that you will hold on Keep your loving eyes only for me</a:t>
            </a:r>
          </a:p>
          <a:p>
            <a:endParaRPr lang="fr-FR" b="0" smtClean="0"/>
          </a:p>
          <a:p>
            <a:r>
              <a:rPr lang="fr-FR" b="0" smtClean="0"/>
              <a:t>	REFRAIN :</a:t>
            </a:r>
          </a:p>
          <a:p>
            <a:r>
              <a:rPr lang="fr-FR" b="0" smtClean="0"/>
              <a:t>	5-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  	6-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7-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 	8-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9-  ATTENDS MOI, ATTENDS MOI </a:t>
            </a:r>
          </a:p>
          <a:p>
            <a:r>
              <a:rPr lang="fr-FR" b="0" smtClean="0"/>
              <a:t>	(Darling wait, Darling Wait)</a:t>
            </a:r>
          </a:p>
          <a:p>
            <a:endParaRPr lang="fr-FR" b="0" smtClean="0"/>
          </a:p>
          <a:p>
            <a:r>
              <a:rPr lang="fr-FR" b="0" smtClean="0"/>
              <a:t> 
10- MON AMOUR SAIS-TU QUE JE RÊVE  DE NOTRE VIE ENSEMBLE </a:t>
            </a:r>
          </a:p>
          <a:p>
            <a:r>
              <a:rPr lang="fr-FR" b="0" smtClean="0"/>
              <a:t>Darling did you know I dream about life together</a:t>
            </a:r>
            <a:br>
              <a:rPr lang="fr-FR" b="0" smtClean="0"/>
            </a:br>
            <a:r>
              <a:rPr lang="fr-FR" b="0" smtClean="0"/>
              <a:t>11- JE SAIS QU'ELLE DURERA TOUJOURS JE SERAIS À TOI, TU SERAS À MOI</a:t>
            </a:r>
          </a:p>
          <a:p>
            <a:r>
              <a:rPr lang="fr-FR" b="0" smtClean="0"/>
              <a:t>Knowing you will be forever. I'll be yours and you'll be mine.</a:t>
            </a:r>
            <a:br>
              <a:rPr lang="fr-FR" b="0" smtClean="0"/>
            </a:br>
            <a:r>
              <a:rPr lang="fr-FR" b="0" smtClean="0"/>
              <a:t>12- ET QUAND JE DIRAI JUSQU'À CE QUE LA MORT NOUS SÉPARE  </a:t>
            </a:r>
          </a:p>
          <a:p>
            <a:r>
              <a:rPr lang="fr-FR" b="0" smtClean="0"/>
              <a:t>And Darling when I say, "till death do us part",</a:t>
            </a:r>
            <a:br>
              <a:rPr lang="fr-FR" b="0" smtClean="0"/>
            </a:br>
            <a:r>
              <a:rPr lang="fr-FR" b="0" smtClean="0"/>
              <a:t>13- CE SERA DE TOUT MON CŒUR JE TE SERAI FIDÈLE À      JAMAIS </a:t>
            </a:r>
          </a:p>
          <a:p>
            <a:r>
              <a:rPr lang="fr-FR" b="0" smtClean="0"/>
              <a:t>I'll mean it with all of my heart, now and always faithful to you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14- TU AS SÛREMENT FAIT DES ERREURS</a:t>
            </a:r>
          </a:p>
          <a:p>
            <a:r>
              <a:rPr lang="fr-FR" b="0" smtClean="0"/>
              <a:t>Now I know you may have made mistakes,
15-MAIS IL Y A LE PARDON  ET UNE SECONDE CHANCE</a:t>
            </a:r>
          </a:p>
          <a:p>
            <a:r>
              <a:rPr lang="fr-FR" b="0" smtClean="0"/>
              <a:t>But there's forgiveness and a second chance.
16-  ALORS ATTENDS MOI MON AMOUR ATTENDS MOI </a:t>
            </a:r>
          </a:p>
          <a:p>
            <a:r>
              <a:rPr lang="fr-FR" b="0" smtClean="0"/>
              <a:t>So wait for me, Darling wait for me, wait for me, wait for me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r>
              <a:rPr lang="fr-FR" b="0" smtClean="0"/>
              <a:t>
17- ATTENDS MOI, ATTENDS MOI </a:t>
            </a:r>
          </a:p>
          <a:p>
            <a:r>
              <a:rPr lang="fr-FR" b="0" smtClean="0"/>
              <a:t>Wait for me, Darling Wait</a:t>
            </a:r>
          </a:p>
          <a:p>
            <a:r>
              <a:rPr lang="fr-FR" b="0" smtClean="0"/>
              <a:t>18-PARCE QUE JE T'ATTENDS  x2</a:t>
            </a:r>
          </a:p>
          <a:p>
            <a:r>
              <a:rPr lang="fr-FR" b="0" smtClean="0"/>
              <a:t>Because I am waiting for you, Because I am waiting for you</a:t>
            </a:r>
            <a:br>
              <a:rPr lang="fr-FR" b="0" smtClean="0"/>
            </a:br>
            <a:r>
              <a:rPr lang="fr-FR" b="0" smtClean="0"/>
              <a:t>19- ATTENDS MOI, ATTENDS MOI 
So wait for me, Darling wait Wait for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AMOUR SAIS-TU  QUE JE RÊVE DE TOI</a:t>
            </a:r>
          </a:p>
          <a:p>
            <a:r>
              <a:rPr lang="fr-FR" smtClean="0"/>
              <a:t>Darling did you know that I, I dream about you,</a:t>
            </a:r>
            <a:br>
              <a:rPr lang="fr-FR" smtClean="0"/>
            </a:br>
            <a:r>
              <a:rPr lang="fr-FR" smtClean="0"/>
              <a:t>2-  EN ATTENDANT DE VOIR TON REGARD POUR LA PREMIÈRE FOIS</a:t>
            </a:r>
          </a:p>
          <a:p>
            <a:r>
              <a:rPr lang="fr-FR" smtClean="0"/>
              <a:t>Waiting for the look in your eyes when we meet for the first time</a:t>
            </a:r>
            <a:br>
              <a:rPr lang="fr-FR" smtClean="0"/>
            </a:br>
            <a:r>
              <a:rPr lang="fr-FR" smtClean="0"/>
              <a:t>3-  MON AMOUR SAIS-TU  QUE JE PRIE POUR TOI</a:t>
            </a:r>
          </a:p>
          <a:p>
            <a:r>
              <a:rPr lang="fr-FR" smtClean="0"/>
              <a:t>And Darling did you know that I, I pray about you,</a:t>
            </a:r>
            <a:br>
              <a:rPr lang="fr-FR" smtClean="0"/>
            </a:br>
            <a:r>
              <a:rPr lang="fr-FR" smtClean="0"/>
              <a:t>4-  ET CROIS QUE TU T'ACCROCHERAS POUR TE GARDER POUR MOI </a:t>
            </a:r>
          </a:p>
          <a:p>
            <a:r>
              <a:rPr lang="fr-FR" smtClean="0"/>
              <a:t>Praying that you will hold on Keep your loving eyes only for me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  	6-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7-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 	8-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9-  ATTENDS MOI, ATTENDS MOI </a:t>
            </a:r>
          </a:p>
          <a:p>
            <a:r>
              <a:rPr lang="fr-FR" smtClean="0"/>
              <a:t>	(Darling wait, Darling Wait)</a:t>
            </a:r>
          </a:p>
          <a:p>
            <a:endParaRPr lang="fr-FR" smtClean="0"/>
          </a:p>
          <a:p>
            <a:r>
              <a:rPr lang="fr-FR" smtClean="0"/>
              <a:t> 
10- MON AMOUR SAIS-TU QUE JE RÊVE  DE NOTRE VIE ENSEMBLE </a:t>
            </a:r>
          </a:p>
          <a:p>
            <a:r>
              <a:rPr lang="fr-FR" smtClean="0"/>
              <a:t>Darling did you know I dream about life together</a:t>
            </a:r>
            <a:br>
              <a:rPr lang="fr-FR" smtClean="0"/>
            </a:br>
            <a:r>
              <a:rPr lang="fr-FR" smtClean="0"/>
              <a:t>11- JE SAIS QU'ELLE DURERA TOUJOURS JE SERAIS À TOI, TU SERAS À MOI</a:t>
            </a:r>
          </a:p>
          <a:p>
            <a:r>
              <a:rPr lang="fr-FR" smtClean="0"/>
              <a:t>Knowing you will be forever. I'll be yours and you'll be mine.</a:t>
            </a:r>
            <a:br>
              <a:rPr lang="fr-FR" smtClean="0"/>
            </a:br>
            <a:r>
              <a:rPr lang="fr-FR" smtClean="0"/>
              <a:t>12- ET QUAND JE DIRAI JUSQU'À CE QUE LA MORT NOUS SÉPARE  </a:t>
            </a:r>
          </a:p>
          <a:p>
            <a:r>
              <a:rPr lang="fr-FR" smtClean="0"/>
              <a:t>And Darling when I say, "till death do us part",</a:t>
            </a:r>
            <a:br>
              <a:rPr lang="fr-FR" smtClean="0"/>
            </a:br>
            <a:r>
              <a:rPr lang="fr-FR" smtClean="0"/>
              <a:t>13- CE SERA DE TOUT MON CŒUR JE TE SERAI FIDÈLE À      JAMAIS </a:t>
            </a:r>
          </a:p>
          <a:p>
            <a:r>
              <a:rPr lang="fr-FR" smtClean="0"/>
              <a:t>I'll mean it with all of my heart, now and always faithful to you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TU AS SÛREMENT FAIT DES ERREURS</a:t>
            </a:r>
          </a:p>
          <a:p>
            <a:r>
              <a:rPr lang="fr-FR" smtClean="0"/>
              <a:t>Now I know you may have made mistakes,
15-MAIS IL Y A LE PARDON  ET UNE SECONDE CHANCE</a:t>
            </a:r>
          </a:p>
          <a:p>
            <a:r>
              <a:rPr lang="fr-FR" smtClean="0"/>
              <a:t>But there's forgiveness and a second chance.
16-  ALORS ATTENDS MOI MON AMOUR ATTENDS MOI </a:t>
            </a:r>
          </a:p>
          <a:p>
            <a:r>
              <a:rPr lang="fr-FR" smtClean="0"/>
              <a:t>So wait for me, Darling wait for me, wait for me, wait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17- ATTENDS MOI, ATTENDS MOI </a:t>
            </a:r>
          </a:p>
          <a:p>
            <a:r>
              <a:rPr lang="fr-FR" smtClean="0"/>
              <a:t>Wait for me, Darling Wait</a:t>
            </a:r>
          </a:p>
          <a:p>
            <a:r>
              <a:rPr lang="fr-FR" smtClean="0"/>
              <a:t>18-PARCE QUE JE T'ATTENDS  x2</a:t>
            </a:r>
          </a:p>
          <a:p>
            <a:r>
              <a:rPr lang="fr-FR" smtClean="0"/>
              <a:t>Because I am waiting for you, Because I am waiting for you</a:t>
            </a:r>
            <a:br>
              <a:rPr lang="fr-FR" smtClean="0"/>
            </a:br>
            <a:r>
              <a:rPr lang="fr-FR" smtClean="0"/>
              <a:t>19- ATTENDS MOI, ATTENDS MOI 
So wait for me, Darling wait Wait for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MON AMOUR SAIS-TU  QUE JE RÊVE DE TOI</a:t>
            </a:r>
          </a:p>
          <a:p>
            <a:r>
              <a:rPr lang="fr-FR" b="0" smtClean="0"/>
              <a:t>Darling did you know that I, I dream about you,</a:t>
            </a:r>
            <a:br>
              <a:rPr lang="fr-FR" b="0" smtClean="0"/>
            </a:br>
            <a:r>
              <a:rPr lang="fr-FR" b="0" smtClean="0"/>
              <a:t>2-  EN ATTENDANT DE VOIR TON REGARD POUR LA PREMIÈRE FOIS</a:t>
            </a:r>
          </a:p>
          <a:p>
            <a:r>
              <a:rPr lang="fr-FR" b="0" smtClean="0"/>
              <a:t>Waiting for the look in your eyes when we meet for the first time</a:t>
            </a:r>
            <a:br>
              <a:rPr lang="fr-FR" b="0" smtClean="0"/>
            </a:br>
            <a:r>
              <a:rPr lang="fr-FR" b="0" smtClean="0"/>
              <a:t>3-  MON AMOUR SAIS-TU  QUE JE PRIE POUR TOI</a:t>
            </a:r>
          </a:p>
          <a:p>
            <a:r>
              <a:rPr lang="fr-FR" b="0" smtClean="0"/>
              <a:t>And Darling did you know that I, I pray about you,</a:t>
            </a:r>
            <a:br>
              <a:rPr lang="fr-FR" b="0" smtClean="0"/>
            </a:br>
            <a:r>
              <a:rPr lang="fr-FR" b="0" smtClean="0"/>
              <a:t>4-  ET CROIS QUE TU T'ACCROCHERAS POUR TE GARDER POUR MOI </a:t>
            </a:r>
          </a:p>
          <a:p>
            <a:r>
              <a:rPr lang="fr-FR" b="0" smtClean="0"/>
              <a:t>Praying that you will hold on Keep your loving eyes only for me</a:t>
            </a:r>
          </a:p>
          <a:p>
            <a:endParaRPr lang="fr-FR" b="0" smtClean="0"/>
          </a:p>
          <a:p>
            <a:r>
              <a:rPr lang="fr-FR" b="0" smtClean="0"/>
              <a:t>	REFRAIN :</a:t>
            </a:r>
          </a:p>
          <a:p>
            <a:r>
              <a:rPr lang="fr-FR" b="0" smtClean="0"/>
              <a:t>	5-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  	6-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7-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 	8-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9-  ATTENDS MOI, ATTENDS MOI </a:t>
            </a:r>
          </a:p>
          <a:p>
            <a:r>
              <a:rPr lang="fr-FR" b="0" smtClean="0"/>
              <a:t>	(Darling wait, Darling Wait)</a:t>
            </a:r>
          </a:p>
          <a:p>
            <a:endParaRPr lang="fr-FR" b="0" smtClean="0"/>
          </a:p>
          <a:p>
            <a:r>
              <a:rPr lang="fr-FR" b="0" smtClean="0"/>
              <a:t> 
10- MON AMOUR SAIS-TU QUE JE RÊVE  DE NOTRE VIE ENSEMBLE </a:t>
            </a:r>
          </a:p>
          <a:p>
            <a:r>
              <a:rPr lang="fr-FR" b="0" smtClean="0"/>
              <a:t>Darling did you know I dream about life together</a:t>
            </a:r>
            <a:br>
              <a:rPr lang="fr-FR" b="0" smtClean="0"/>
            </a:br>
            <a:r>
              <a:rPr lang="fr-FR" b="0" smtClean="0"/>
              <a:t>11- JE SAIS QU'ELLE DURERA TOUJOURS JE SERAIS À TOI, TU SERAS À MOI</a:t>
            </a:r>
          </a:p>
          <a:p>
            <a:r>
              <a:rPr lang="fr-FR" b="0" smtClean="0"/>
              <a:t>Knowing you will be forever. I'll be yours and you'll be mine.</a:t>
            </a:r>
            <a:br>
              <a:rPr lang="fr-FR" b="0" smtClean="0"/>
            </a:br>
            <a:r>
              <a:rPr lang="fr-FR" b="0" smtClean="0"/>
              <a:t>12- ET QUAND JE DIRAI JUSQU'À CE QUE LA MORT NOUS SÉPARE  </a:t>
            </a:r>
          </a:p>
          <a:p>
            <a:r>
              <a:rPr lang="fr-FR" b="0" smtClean="0"/>
              <a:t>And Darling when I say, "till death do us part",</a:t>
            </a:r>
            <a:br>
              <a:rPr lang="fr-FR" b="0" smtClean="0"/>
            </a:br>
            <a:r>
              <a:rPr lang="fr-FR" b="0" smtClean="0"/>
              <a:t>13- CE SERA DE TOUT MON CŒUR JE TE SERAI FIDÈLE À      JAMAIS </a:t>
            </a:r>
          </a:p>
          <a:p>
            <a:r>
              <a:rPr lang="fr-FR" b="0" smtClean="0"/>
              <a:t>I'll mean it with all of my heart, now and always faithful to you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14- TU AS SÛREMENT FAIT DES ERREURS</a:t>
            </a:r>
          </a:p>
          <a:p>
            <a:r>
              <a:rPr lang="fr-FR" b="0" smtClean="0"/>
              <a:t>Now I know you may have made mistakes,
15-MAIS IL Y A LE PARDON  ET UNE SECONDE CHANCE</a:t>
            </a:r>
          </a:p>
          <a:p>
            <a:r>
              <a:rPr lang="fr-FR" b="0" smtClean="0"/>
              <a:t>But there's forgiveness and a second chance.
16-  ALORS ATTENDS MOI MON AMOUR ATTENDS MOI </a:t>
            </a:r>
          </a:p>
          <a:p>
            <a:r>
              <a:rPr lang="fr-FR" b="0" smtClean="0"/>
              <a:t>So wait for me, Darling wait for me, wait for me, wait for me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r>
              <a:rPr lang="fr-FR" b="0" smtClean="0"/>
              <a:t>
17- ATTENDS MOI, ATTENDS MOI </a:t>
            </a:r>
          </a:p>
          <a:p>
            <a:r>
              <a:rPr lang="fr-FR" b="0" smtClean="0"/>
              <a:t>Wait for me, Darling Wait</a:t>
            </a:r>
          </a:p>
          <a:p>
            <a:r>
              <a:rPr lang="fr-FR" b="0" smtClean="0"/>
              <a:t>18-PARCE QUE JE T'ATTENDS  x2</a:t>
            </a:r>
          </a:p>
          <a:p>
            <a:r>
              <a:rPr lang="fr-FR" b="0" smtClean="0"/>
              <a:t>Because I am waiting for you, Because I am waiting for you</a:t>
            </a:r>
            <a:br>
              <a:rPr lang="fr-FR" b="0" smtClean="0"/>
            </a:br>
            <a:r>
              <a:rPr lang="fr-FR" b="0" smtClean="0"/>
              <a:t>19- ATTENDS MOI, ATTENDS MOI 
So wait for me, Darling wait Wait for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AMOUR SAIS-TU  QUE JE RÊVE DE TOI</a:t>
            </a:r>
          </a:p>
          <a:p>
            <a:r>
              <a:rPr lang="fr-FR" smtClean="0"/>
              <a:t>Darling did you know that I, I dream about you,</a:t>
            </a:r>
            <a:br>
              <a:rPr lang="fr-FR" smtClean="0"/>
            </a:br>
            <a:r>
              <a:rPr lang="fr-FR" smtClean="0"/>
              <a:t>2-  EN ATTENDANT DE VOIR TON REGARD POUR LA PREMIÈRE FOIS</a:t>
            </a:r>
          </a:p>
          <a:p>
            <a:r>
              <a:rPr lang="fr-FR" smtClean="0"/>
              <a:t>Waiting for the look in your eyes when we meet for the first time</a:t>
            </a:r>
            <a:br>
              <a:rPr lang="fr-FR" smtClean="0"/>
            </a:br>
            <a:r>
              <a:rPr lang="fr-FR" smtClean="0"/>
              <a:t>3-  MON AMOUR SAIS-TU  QUE JE PRIE POUR TOI</a:t>
            </a:r>
          </a:p>
          <a:p>
            <a:r>
              <a:rPr lang="fr-FR" smtClean="0"/>
              <a:t>And Darling did you know that I, I pray about you,</a:t>
            </a:r>
            <a:br>
              <a:rPr lang="fr-FR" smtClean="0"/>
            </a:br>
            <a:r>
              <a:rPr lang="fr-FR" smtClean="0"/>
              <a:t>4-  ET CROIS QUE TU T'ACCROCHERAS POUR TE GARDER POUR MOI </a:t>
            </a:r>
          </a:p>
          <a:p>
            <a:r>
              <a:rPr lang="fr-FR" smtClean="0"/>
              <a:t>Praying that you will hold on Keep your loving eyes only for me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  	6-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7-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 	8-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9-  ATTENDS MOI, ATTENDS MOI </a:t>
            </a:r>
          </a:p>
          <a:p>
            <a:r>
              <a:rPr lang="fr-FR" smtClean="0"/>
              <a:t>	(Darling wait, Darling Wait)</a:t>
            </a:r>
          </a:p>
          <a:p>
            <a:endParaRPr lang="fr-FR" smtClean="0"/>
          </a:p>
          <a:p>
            <a:r>
              <a:rPr lang="fr-FR" smtClean="0"/>
              <a:t> 
10- MON AMOUR SAIS-TU QUE JE RÊVE  DE NOTRE VIE ENSEMBLE </a:t>
            </a:r>
          </a:p>
          <a:p>
            <a:r>
              <a:rPr lang="fr-FR" smtClean="0"/>
              <a:t>Darling did you know I dream about life together</a:t>
            </a:r>
            <a:br>
              <a:rPr lang="fr-FR" smtClean="0"/>
            </a:br>
            <a:r>
              <a:rPr lang="fr-FR" smtClean="0"/>
              <a:t>11- JE SAIS QU'ELLE DURERA TOUJOURS JE SERAIS À TOI, TU SERAS À MOI</a:t>
            </a:r>
          </a:p>
          <a:p>
            <a:r>
              <a:rPr lang="fr-FR" smtClean="0"/>
              <a:t>Knowing you will be forever. I'll be yours and you'll be mine.</a:t>
            </a:r>
            <a:br>
              <a:rPr lang="fr-FR" smtClean="0"/>
            </a:br>
            <a:r>
              <a:rPr lang="fr-FR" smtClean="0"/>
              <a:t>12- ET QUAND JE DIRAI JUSQU'À CE QUE LA MORT NOUS SÉPARE  </a:t>
            </a:r>
          </a:p>
          <a:p>
            <a:r>
              <a:rPr lang="fr-FR" smtClean="0"/>
              <a:t>And Darling when I say, "till death do us part",</a:t>
            </a:r>
            <a:br>
              <a:rPr lang="fr-FR" smtClean="0"/>
            </a:br>
            <a:r>
              <a:rPr lang="fr-FR" smtClean="0"/>
              <a:t>13- CE SERA DE TOUT MON CŒUR JE TE SERAI FIDÈLE À      JAMAIS </a:t>
            </a:r>
          </a:p>
          <a:p>
            <a:r>
              <a:rPr lang="fr-FR" smtClean="0"/>
              <a:t>I'll mean it with all of my heart, now and always faithful to you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TU AS SÛREMENT FAIT DES ERREURS</a:t>
            </a:r>
          </a:p>
          <a:p>
            <a:r>
              <a:rPr lang="fr-FR" smtClean="0"/>
              <a:t>Now I know you may have made mistakes,
15-MAIS IL Y A LE PARDON  ET UNE SECONDE CHANCE</a:t>
            </a:r>
          </a:p>
          <a:p>
            <a:r>
              <a:rPr lang="fr-FR" smtClean="0"/>
              <a:t>But there's forgiveness and a second chance.
16-  ALORS ATTENDS MOI MON AMOUR ATTENDS MOI </a:t>
            </a:r>
          </a:p>
          <a:p>
            <a:r>
              <a:rPr lang="fr-FR" smtClean="0"/>
              <a:t>So wait for me, Darling wait for me, wait for me, wait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17- ATTENDS MOI, ATTENDS MOI </a:t>
            </a:r>
          </a:p>
          <a:p>
            <a:r>
              <a:rPr lang="fr-FR" smtClean="0"/>
              <a:t>Wait for me, Darling Wait</a:t>
            </a:r>
          </a:p>
          <a:p>
            <a:r>
              <a:rPr lang="fr-FR" smtClean="0"/>
              <a:t>18-PARCE QUE JE T'ATTENDS  x2</a:t>
            </a:r>
          </a:p>
          <a:p>
            <a:r>
              <a:rPr lang="fr-FR" smtClean="0"/>
              <a:t>Because I am waiting for you, Because I am waiting for you</a:t>
            </a:r>
            <a:br>
              <a:rPr lang="fr-FR" smtClean="0"/>
            </a:br>
            <a:r>
              <a:rPr lang="fr-FR" smtClean="0"/>
              <a:t>19- ATTENDS MOI, ATTENDS MOI 
So wait for me, Darling wait Wait for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MON AMOUR SAIS-TU  QUE JE RÊVE DE TOI</a:t>
            </a:r>
          </a:p>
          <a:p>
            <a:r>
              <a:rPr lang="fr-FR" b="0" smtClean="0"/>
              <a:t>Darling did you know that I, I dream about you,</a:t>
            </a:r>
            <a:br>
              <a:rPr lang="fr-FR" b="0" smtClean="0"/>
            </a:br>
            <a:r>
              <a:rPr lang="fr-FR" b="0" smtClean="0"/>
              <a:t>2-  EN ATTENDANT DE VOIR TON REGARD POUR LA PREMIÈRE FOIS</a:t>
            </a:r>
          </a:p>
          <a:p>
            <a:r>
              <a:rPr lang="fr-FR" b="0" smtClean="0"/>
              <a:t>Waiting for the look in your eyes when we meet for the first time</a:t>
            </a:r>
            <a:br>
              <a:rPr lang="fr-FR" b="0" smtClean="0"/>
            </a:br>
            <a:r>
              <a:rPr lang="fr-FR" b="0" smtClean="0"/>
              <a:t>3-  MON AMOUR SAIS-TU  QUE JE PRIE POUR TOI</a:t>
            </a:r>
          </a:p>
          <a:p>
            <a:r>
              <a:rPr lang="fr-FR" b="0" smtClean="0"/>
              <a:t>And Darling did you know that I, I pray about you,</a:t>
            </a:r>
            <a:br>
              <a:rPr lang="fr-FR" b="0" smtClean="0"/>
            </a:br>
            <a:r>
              <a:rPr lang="fr-FR" b="0" smtClean="0"/>
              <a:t>4-  ET CROIS QUE TU T'ACCROCHERAS POUR TE GARDER POUR MOI </a:t>
            </a:r>
          </a:p>
          <a:p>
            <a:r>
              <a:rPr lang="fr-FR" b="0" smtClean="0"/>
              <a:t>Praying that you will hold on Keep your loving eyes only for me</a:t>
            </a:r>
          </a:p>
          <a:p>
            <a:endParaRPr lang="fr-FR" b="0" smtClean="0"/>
          </a:p>
          <a:p>
            <a:r>
              <a:rPr lang="fr-FR" b="0" smtClean="0"/>
              <a:t>	REFRAIN :</a:t>
            </a:r>
          </a:p>
          <a:p>
            <a:r>
              <a:rPr lang="fr-FR" b="0" smtClean="0"/>
              <a:t>	5-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  	6-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7-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 	8-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9-  ATTENDS MOI, ATTENDS MOI </a:t>
            </a:r>
          </a:p>
          <a:p>
            <a:r>
              <a:rPr lang="fr-FR" b="0" smtClean="0"/>
              <a:t>	(Darling wait, Darling Wait)</a:t>
            </a:r>
          </a:p>
          <a:p>
            <a:endParaRPr lang="fr-FR" b="0" smtClean="0"/>
          </a:p>
          <a:p>
            <a:r>
              <a:rPr lang="fr-FR" b="0" smtClean="0"/>
              <a:t> 
10- MON AMOUR SAIS-TU QUE JE RÊVE  DE NOTRE VIE ENSEMBLE </a:t>
            </a:r>
          </a:p>
          <a:p>
            <a:r>
              <a:rPr lang="fr-FR" b="0" smtClean="0"/>
              <a:t>Darling did you know I dream about life together</a:t>
            </a:r>
            <a:br>
              <a:rPr lang="fr-FR" b="0" smtClean="0"/>
            </a:br>
            <a:r>
              <a:rPr lang="fr-FR" b="0" smtClean="0"/>
              <a:t>11- JE SAIS QU'ELLE DURERA TOUJOURS JE SERAIS À TOI, TU SERAS À MOI</a:t>
            </a:r>
          </a:p>
          <a:p>
            <a:r>
              <a:rPr lang="fr-FR" b="0" smtClean="0"/>
              <a:t>Knowing you will be forever. I'll be yours and you'll be mine.</a:t>
            </a:r>
            <a:br>
              <a:rPr lang="fr-FR" b="0" smtClean="0"/>
            </a:br>
            <a:r>
              <a:rPr lang="fr-FR" b="0" smtClean="0"/>
              <a:t>12- ET QUAND JE DIRAI JUSQU'À CE QUE LA MORT NOUS SÉPARE  </a:t>
            </a:r>
          </a:p>
          <a:p>
            <a:r>
              <a:rPr lang="fr-FR" b="0" smtClean="0"/>
              <a:t>And Darling when I say, "till death do us part",</a:t>
            </a:r>
            <a:br>
              <a:rPr lang="fr-FR" b="0" smtClean="0"/>
            </a:br>
            <a:r>
              <a:rPr lang="fr-FR" b="0" smtClean="0"/>
              <a:t>13- CE SERA DE TOUT MON CŒUR JE TE SERAI FIDÈLE À      JAMAIS </a:t>
            </a:r>
          </a:p>
          <a:p>
            <a:r>
              <a:rPr lang="fr-FR" b="0" smtClean="0"/>
              <a:t>I'll mean it with all of my heart, now and always faithful to you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14- TU AS SÛREMENT FAIT DES ERREURS</a:t>
            </a:r>
          </a:p>
          <a:p>
            <a:r>
              <a:rPr lang="fr-FR" b="0" smtClean="0"/>
              <a:t>Now I know you may have made mistakes,
15-MAIS IL Y A LE PARDON  ET UNE SECONDE CHANCE</a:t>
            </a:r>
          </a:p>
          <a:p>
            <a:r>
              <a:rPr lang="fr-FR" b="0" smtClean="0"/>
              <a:t>But there's forgiveness and a second chance.
16-  ALORS ATTENDS MOI MON AMOUR ATTENDS MOI </a:t>
            </a:r>
          </a:p>
          <a:p>
            <a:r>
              <a:rPr lang="fr-FR" b="0" smtClean="0"/>
              <a:t>So wait for me, Darling wait for me, wait for me, wait for me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r>
              <a:rPr lang="fr-FR" b="0" smtClean="0"/>
              <a:t>
17- ATTENDS MOI, ATTENDS MOI </a:t>
            </a:r>
          </a:p>
          <a:p>
            <a:r>
              <a:rPr lang="fr-FR" b="0" smtClean="0"/>
              <a:t>Wait for me, Darling Wait</a:t>
            </a:r>
          </a:p>
          <a:p>
            <a:r>
              <a:rPr lang="fr-FR" b="0" smtClean="0"/>
              <a:t>18-PARCE QUE JE T'ATTENDS  x2</a:t>
            </a:r>
          </a:p>
          <a:p>
            <a:r>
              <a:rPr lang="fr-FR" b="0" smtClean="0"/>
              <a:t>Because I am waiting for you, Because I am waiting for you</a:t>
            </a:r>
            <a:br>
              <a:rPr lang="fr-FR" b="0" smtClean="0"/>
            </a:br>
            <a:r>
              <a:rPr lang="fr-FR" b="0" smtClean="0"/>
              <a:t>19- ATTENDS MOI, ATTENDS MOI 
So wait for me, Darling wait Wait for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AMOUR SAIS-TU  QUE JE RÊVE DE TOI</a:t>
            </a:r>
          </a:p>
          <a:p>
            <a:r>
              <a:rPr lang="fr-FR" smtClean="0"/>
              <a:t>Darling did you know that I, I dream about you,</a:t>
            </a:r>
            <a:br>
              <a:rPr lang="fr-FR" smtClean="0"/>
            </a:br>
            <a:r>
              <a:rPr lang="fr-FR" smtClean="0"/>
              <a:t>2-  EN ATTENDANT DE VOIR TON REGARD POUR LA PREMIÈRE FOIS</a:t>
            </a:r>
          </a:p>
          <a:p>
            <a:r>
              <a:rPr lang="fr-FR" smtClean="0"/>
              <a:t>Waiting for the look in your eyes when we meet for the first time</a:t>
            </a:r>
            <a:br>
              <a:rPr lang="fr-FR" smtClean="0"/>
            </a:br>
            <a:r>
              <a:rPr lang="fr-FR" smtClean="0"/>
              <a:t>3-  MON AMOUR SAIS-TU  QUE JE PRIE POUR TOI</a:t>
            </a:r>
          </a:p>
          <a:p>
            <a:r>
              <a:rPr lang="fr-FR" smtClean="0"/>
              <a:t>And Darling did you know that I, I pray about you,</a:t>
            </a:r>
            <a:br>
              <a:rPr lang="fr-FR" smtClean="0"/>
            </a:br>
            <a:r>
              <a:rPr lang="fr-FR" smtClean="0"/>
              <a:t>4-  ET CROIS QUE TU T'ACCROCHERAS POUR TE GARDER POUR MOI </a:t>
            </a:r>
          </a:p>
          <a:p>
            <a:r>
              <a:rPr lang="fr-FR" smtClean="0"/>
              <a:t>Praying that you will hold on Keep your loving eyes only for me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  	6-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7-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 	8-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9-  ATTENDS MOI, ATTENDS MOI </a:t>
            </a:r>
          </a:p>
          <a:p>
            <a:r>
              <a:rPr lang="fr-FR" smtClean="0"/>
              <a:t>	(Darling wait, Darling Wait)</a:t>
            </a:r>
          </a:p>
          <a:p>
            <a:endParaRPr lang="fr-FR" smtClean="0"/>
          </a:p>
          <a:p>
            <a:r>
              <a:rPr lang="fr-FR" smtClean="0"/>
              <a:t> 
10- MON AMOUR SAIS-TU QUE JE RÊVE  DE NOTRE VIE ENSEMBLE </a:t>
            </a:r>
          </a:p>
          <a:p>
            <a:r>
              <a:rPr lang="fr-FR" smtClean="0"/>
              <a:t>Darling did you know I dream about life together</a:t>
            </a:r>
            <a:br>
              <a:rPr lang="fr-FR" smtClean="0"/>
            </a:br>
            <a:r>
              <a:rPr lang="fr-FR" smtClean="0"/>
              <a:t>11- JE SAIS QU'ELLE DURERA TOUJOURS JE SERAIS À TOI, TU SERAS À MOI</a:t>
            </a:r>
          </a:p>
          <a:p>
            <a:r>
              <a:rPr lang="fr-FR" smtClean="0"/>
              <a:t>Knowing you will be forever. I'll be yours and you'll be mine.</a:t>
            </a:r>
            <a:br>
              <a:rPr lang="fr-FR" smtClean="0"/>
            </a:br>
            <a:r>
              <a:rPr lang="fr-FR" smtClean="0"/>
              <a:t>12- ET QUAND JE DIRAI JUSQU'À CE QUE LA MORT NOUS SÉPARE  </a:t>
            </a:r>
          </a:p>
          <a:p>
            <a:r>
              <a:rPr lang="fr-FR" smtClean="0"/>
              <a:t>And Darling when I say, "till death do us part",</a:t>
            </a:r>
            <a:br>
              <a:rPr lang="fr-FR" smtClean="0"/>
            </a:br>
            <a:r>
              <a:rPr lang="fr-FR" smtClean="0"/>
              <a:t>13- CE SERA DE TOUT MON CŒUR JE TE SERAI FIDÈLE À      JAMAIS </a:t>
            </a:r>
          </a:p>
          <a:p>
            <a:r>
              <a:rPr lang="fr-FR" smtClean="0"/>
              <a:t>I'll mean it with all of my heart, now and always faithful to you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TU AS SÛREMENT FAIT DES ERREURS</a:t>
            </a:r>
          </a:p>
          <a:p>
            <a:r>
              <a:rPr lang="fr-FR" smtClean="0"/>
              <a:t>Now I know you may have made mistakes,
15-MAIS IL Y A LE PARDON  ET UNE SECONDE CHANCE</a:t>
            </a:r>
          </a:p>
          <a:p>
            <a:r>
              <a:rPr lang="fr-FR" smtClean="0"/>
              <a:t>But there's forgiveness and a second chance.
16-  ALORS ATTENDS MOI MON AMOUR ATTENDS MOI </a:t>
            </a:r>
          </a:p>
          <a:p>
            <a:r>
              <a:rPr lang="fr-FR" smtClean="0"/>
              <a:t>So wait for me, Darling wait for me, wait for me, wait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17- ATTENDS MOI, ATTENDS MOI </a:t>
            </a:r>
          </a:p>
          <a:p>
            <a:r>
              <a:rPr lang="fr-FR" smtClean="0"/>
              <a:t>Wait for me, Darling Wait</a:t>
            </a:r>
          </a:p>
          <a:p>
            <a:r>
              <a:rPr lang="fr-FR" smtClean="0"/>
              <a:t>18-PARCE QUE JE T'ATTENDS  x2</a:t>
            </a:r>
          </a:p>
          <a:p>
            <a:r>
              <a:rPr lang="fr-FR" smtClean="0"/>
              <a:t>Because I am waiting for you, Because I am waiting for you</a:t>
            </a:r>
            <a:br>
              <a:rPr lang="fr-FR" smtClean="0"/>
            </a:br>
            <a:r>
              <a:rPr lang="fr-FR" smtClean="0"/>
              <a:t>19- ATTENDS MOI, ATTENDS MOI 
So wait for me, Darling wait Wait for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MON AMOUR SAIS-TU  QUE JE RÊVE DE TOI</a:t>
            </a:r>
          </a:p>
          <a:p>
            <a:r>
              <a:rPr lang="fr-FR" b="0" smtClean="0"/>
              <a:t>Darling did you know that I, I dream about you,</a:t>
            </a:r>
            <a:br>
              <a:rPr lang="fr-FR" b="0" smtClean="0"/>
            </a:br>
            <a:r>
              <a:rPr lang="fr-FR" b="0" smtClean="0"/>
              <a:t>2-  EN ATTENDANT DE VOIR TON REGARD POUR LA PREMIÈRE FOIS</a:t>
            </a:r>
          </a:p>
          <a:p>
            <a:r>
              <a:rPr lang="fr-FR" b="0" smtClean="0"/>
              <a:t>Waiting for the look in your eyes when we meet for the first time</a:t>
            </a:r>
            <a:br>
              <a:rPr lang="fr-FR" b="0" smtClean="0"/>
            </a:br>
            <a:r>
              <a:rPr lang="fr-FR" b="0" smtClean="0"/>
              <a:t>3-  MON AMOUR SAIS-TU  QUE JE PRIE POUR TOI</a:t>
            </a:r>
          </a:p>
          <a:p>
            <a:r>
              <a:rPr lang="fr-FR" b="0" smtClean="0"/>
              <a:t>And Darling did you know that I, I pray about you,</a:t>
            </a:r>
            <a:br>
              <a:rPr lang="fr-FR" b="0" smtClean="0"/>
            </a:br>
            <a:r>
              <a:rPr lang="fr-FR" b="0" smtClean="0"/>
              <a:t>4-  ET CROIS QUE TU T'ACCROCHERAS POUR TE GARDER POUR MOI </a:t>
            </a:r>
          </a:p>
          <a:p>
            <a:r>
              <a:rPr lang="fr-FR" b="0" smtClean="0"/>
              <a:t>Praying that you will hold on Keep your loving eyes only for me</a:t>
            </a:r>
          </a:p>
          <a:p>
            <a:endParaRPr lang="fr-FR" b="0" smtClean="0"/>
          </a:p>
          <a:p>
            <a:r>
              <a:rPr lang="fr-FR" b="0" smtClean="0"/>
              <a:t>	REFRAIN :</a:t>
            </a:r>
          </a:p>
          <a:p>
            <a:r>
              <a:rPr lang="fr-FR" b="0" smtClean="0"/>
              <a:t>	5-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  	6-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7-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 	8-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9-  ATTENDS MOI, ATTENDS MOI </a:t>
            </a:r>
          </a:p>
          <a:p>
            <a:r>
              <a:rPr lang="fr-FR" b="0" smtClean="0"/>
              <a:t>	(Darling wait, Darling Wait)</a:t>
            </a:r>
          </a:p>
          <a:p>
            <a:endParaRPr lang="fr-FR" b="0" smtClean="0"/>
          </a:p>
          <a:p>
            <a:r>
              <a:rPr lang="fr-FR" b="0" smtClean="0"/>
              <a:t> 
10- MON AMOUR SAIS-TU QUE JE RÊVE  DE NOTRE VIE ENSEMBLE </a:t>
            </a:r>
          </a:p>
          <a:p>
            <a:r>
              <a:rPr lang="fr-FR" b="0" smtClean="0"/>
              <a:t>Darling did you know I dream about life together</a:t>
            </a:r>
            <a:br>
              <a:rPr lang="fr-FR" b="0" smtClean="0"/>
            </a:br>
            <a:r>
              <a:rPr lang="fr-FR" b="0" smtClean="0"/>
              <a:t>11- JE SAIS QU'ELLE DURERA TOUJOURS JE SERAIS À TOI, TU SERAS À MOI</a:t>
            </a:r>
          </a:p>
          <a:p>
            <a:r>
              <a:rPr lang="fr-FR" b="0" smtClean="0"/>
              <a:t>Knowing you will be forever. I'll be yours and you'll be mine.</a:t>
            </a:r>
            <a:br>
              <a:rPr lang="fr-FR" b="0" smtClean="0"/>
            </a:br>
            <a:r>
              <a:rPr lang="fr-FR" b="0" smtClean="0"/>
              <a:t>12- ET QUAND JE DIRAI JUSQU'À CE QUE LA MORT NOUS SÉPARE  </a:t>
            </a:r>
          </a:p>
          <a:p>
            <a:r>
              <a:rPr lang="fr-FR" b="0" smtClean="0"/>
              <a:t>And Darling when I say, "till death do us part",</a:t>
            </a:r>
            <a:br>
              <a:rPr lang="fr-FR" b="0" smtClean="0"/>
            </a:br>
            <a:r>
              <a:rPr lang="fr-FR" b="0" smtClean="0"/>
              <a:t>13- CE SERA DE TOUT MON CŒUR JE TE SERAI FIDÈLE À      JAMAIS </a:t>
            </a:r>
          </a:p>
          <a:p>
            <a:r>
              <a:rPr lang="fr-FR" b="0" smtClean="0"/>
              <a:t>I'll mean it with all of my heart, now and always faithful to you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14- TU AS SÛREMENT FAIT DES ERREURS</a:t>
            </a:r>
          </a:p>
          <a:p>
            <a:r>
              <a:rPr lang="fr-FR" b="0" smtClean="0"/>
              <a:t>Now I know you may have made mistakes,
15-MAIS IL Y A LE PARDON  ET UNE SECONDE CHANCE</a:t>
            </a:r>
          </a:p>
          <a:p>
            <a:r>
              <a:rPr lang="fr-FR" b="0" smtClean="0"/>
              <a:t>But there's forgiveness and a second chance.
16-  ALORS ATTENDS MOI MON AMOUR ATTENDS MOI </a:t>
            </a:r>
          </a:p>
          <a:p>
            <a:r>
              <a:rPr lang="fr-FR" b="0" smtClean="0"/>
              <a:t>So wait for me, Darling wait for me, wait for me, wait for me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r>
              <a:rPr lang="fr-FR" b="0" smtClean="0"/>
              <a:t>
17- ATTENDS MOI, ATTENDS MOI </a:t>
            </a:r>
          </a:p>
          <a:p>
            <a:r>
              <a:rPr lang="fr-FR" b="0" smtClean="0"/>
              <a:t>Wait for me, Darling Wait</a:t>
            </a:r>
          </a:p>
          <a:p>
            <a:r>
              <a:rPr lang="fr-FR" b="0" smtClean="0"/>
              <a:t>18-PARCE QUE JE T'ATTENDS  x2</a:t>
            </a:r>
          </a:p>
          <a:p>
            <a:r>
              <a:rPr lang="fr-FR" b="0" smtClean="0"/>
              <a:t>Because I am waiting for you, Because I am waiting for you</a:t>
            </a:r>
            <a:br>
              <a:rPr lang="fr-FR" b="0" smtClean="0"/>
            </a:br>
            <a:r>
              <a:rPr lang="fr-FR" b="0" smtClean="0"/>
              <a:t>19- ATTENDS MOI, ATTENDS MOI 
So wait for me, Darling wait Wait for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AMOUR SAIS-TU  QUE JE RÊVE DE TOI</a:t>
            </a:r>
          </a:p>
          <a:p>
            <a:r>
              <a:rPr lang="fr-FR" smtClean="0"/>
              <a:t>Darling did you know that I, I dream about you,</a:t>
            </a:r>
            <a:br>
              <a:rPr lang="fr-FR" smtClean="0"/>
            </a:br>
            <a:r>
              <a:rPr lang="fr-FR" smtClean="0"/>
              <a:t>2-  EN ATTENDANT DE VOIR TON REGARD POUR LA PREMIÈRE FOIS</a:t>
            </a:r>
          </a:p>
          <a:p>
            <a:r>
              <a:rPr lang="fr-FR" smtClean="0"/>
              <a:t>Waiting for the look in your eyes when we meet for the first time</a:t>
            </a:r>
            <a:br>
              <a:rPr lang="fr-FR" smtClean="0"/>
            </a:br>
            <a:r>
              <a:rPr lang="fr-FR" smtClean="0"/>
              <a:t>3-  MON AMOUR SAIS-TU  QUE JE PRIE POUR TOI</a:t>
            </a:r>
          </a:p>
          <a:p>
            <a:r>
              <a:rPr lang="fr-FR" smtClean="0"/>
              <a:t>And Darling did you know that I, I pray about you,</a:t>
            </a:r>
            <a:br>
              <a:rPr lang="fr-FR" smtClean="0"/>
            </a:br>
            <a:r>
              <a:rPr lang="fr-FR" smtClean="0"/>
              <a:t>4-  ET CROIS QUE TU T'ACCROCHERAS POUR TE GARDER POUR MOI </a:t>
            </a:r>
          </a:p>
          <a:p>
            <a:r>
              <a:rPr lang="fr-FR" smtClean="0"/>
              <a:t>Praying that you will hold on Keep your loving eyes only for me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  	6-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7-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 	8-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9-  ATTENDS MOI, ATTENDS MOI </a:t>
            </a:r>
          </a:p>
          <a:p>
            <a:r>
              <a:rPr lang="fr-FR" smtClean="0"/>
              <a:t>	(Darling wait, Darling Wait)</a:t>
            </a:r>
          </a:p>
          <a:p>
            <a:endParaRPr lang="fr-FR" smtClean="0"/>
          </a:p>
          <a:p>
            <a:r>
              <a:rPr lang="fr-FR" smtClean="0"/>
              <a:t> 
10- MON AMOUR SAIS-TU QUE JE RÊVE  DE NOTRE VIE ENSEMBLE </a:t>
            </a:r>
          </a:p>
          <a:p>
            <a:r>
              <a:rPr lang="fr-FR" smtClean="0"/>
              <a:t>Darling did you know I dream about life together</a:t>
            </a:r>
            <a:br>
              <a:rPr lang="fr-FR" smtClean="0"/>
            </a:br>
            <a:r>
              <a:rPr lang="fr-FR" smtClean="0"/>
              <a:t>11- JE SAIS QU'ELLE DURERA TOUJOURS JE SERAIS À TOI, TU SERAS À MOI</a:t>
            </a:r>
          </a:p>
          <a:p>
            <a:r>
              <a:rPr lang="fr-FR" smtClean="0"/>
              <a:t>Knowing you will be forever. I'll be yours and you'll be mine.</a:t>
            </a:r>
            <a:br>
              <a:rPr lang="fr-FR" smtClean="0"/>
            </a:br>
            <a:r>
              <a:rPr lang="fr-FR" smtClean="0"/>
              <a:t>12- ET QUAND JE DIRAI JUSQU'À CE QUE LA MORT NOUS SÉPARE  </a:t>
            </a:r>
          </a:p>
          <a:p>
            <a:r>
              <a:rPr lang="fr-FR" smtClean="0"/>
              <a:t>And Darling when I say, "till death do us part",</a:t>
            </a:r>
            <a:br>
              <a:rPr lang="fr-FR" smtClean="0"/>
            </a:br>
            <a:r>
              <a:rPr lang="fr-FR" smtClean="0"/>
              <a:t>13- CE SERA DE TOUT MON CŒUR JE TE SERAI FIDÈLE À      JAMAIS </a:t>
            </a:r>
          </a:p>
          <a:p>
            <a:r>
              <a:rPr lang="fr-FR" smtClean="0"/>
              <a:t>I'll mean it with all of my heart, now and always faithful to you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TU AS SÛREMENT FAIT DES ERREURS</a:t>
            </a:r>
          </a:p>
          <a:p>
            <a:r>
              <a:rPr lang="fr-FR" smtClean="0"/>
              <a:t>Now I know you may have made mistakes,
15-MAIS IL Y A LE PARDON  ET UNE SECONDE CHANCE</a:t>
            </a:r>
          </a:p>
          <a:p>
            <a:r>
              <a:rPr lang="fr-FR" smtClean="0"/>
              <a:t>But there's forgiveness and a second chance.
16-  ALORS ATTENDS MOI MON AMOUR ATTENDS MOI </a:t>
            </a:r>
          </a:p>
          <a:p>
            <a:r>
              <a:rPr lang="fr-FR" smtClean="0"/>
              <a:t>So wait for me, Darling wait for me, wait for me, wait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17- ATTENDS MOI, ATTENDS MOI </a:t>
            </a:r>
          </a:p>
          <a:p>
            <a:r>
              <a:rPr lang="fr-FR" smtClean="0"/>
              <a:t>Wait for me, Darling Wait</a:t>
            </a:r>
          </a:p>
          <a:p>
            <a:r>
              <a:rPr lang="fr-FR" smtClean="0"/>
              <a:t>18-PARCE QUE JE T'ATTENDS  x2</a:t>
            </a:r>
          </a:p>
          <a:p>
            <a:r>
              <a:rPr lang="fr-FR" smtClean="0"/>
              <a:t>Because I am waiting for you, Because I am waiting for you</a:t>
            </a:r>
            <a:br>
              <a:rPr lang="fr-FR" smtClean="0"/>
            </a:br>
            <a:r>
              <a:rPr lang="fr-FR" smtClean="0"/>
              <a:t>19- ATTENDS MOI, ATTENDS MOI 
So wait for me, Darling wait Wait for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MON AMOUR SAIS-TU  QUE JE RÊVE DE TOI</a:t>
            </a:r>
          </a:p>
          <a:p>
            <a:r>
              <a:rPr lang="fr-FR" b="0" smtClean="0"/>
              <a:t>Darling did you know that I, I dream about you,</a:t>
            </a:r>
            <a:br>
              <a:rPr lang="fr-FR" b="0" smtClean="0"/>
            </a:br>
            <a:r>
              <a:rPr lang="fr-FR" b="0" smtClean="0"/>
              <a:t>2-  EN ATTENDANT DE VOIR TON REGARD POUR LA PREMIÈRE FOIS</a:t>
            </a:r>
          </a:p>
          <a:p>
            <a:r>
              <a:rPr lang="fr-FR" b="0" smtClean="0"/>
              <a:t>Waiting for the look in your eyes when we meet for the first time</a:t>
            </a:r>
            <a:br>
              <a:rPr lang="fr-FR" b="0" smtClean="0"/>
            </a:br>
            <a:r>
              <a:rPr lang="fr-FR" b="0" smtClean="0"/>
              <a:t>3-  MON AMOUR SAIS-TU  QUE JE PRIE POUR TOI</a:t>
            </a:r>
          </a:p>
          <a:p>
            <a:r>
              <a:rPr lang="fr-FR" b="0" smtClean="0"/>
              <a:t>And Darling did you know that I, I pray about you,</a:t>
            </a:r>
            <a:br>
              <a:rPr lang="fr-FR" b="0" smtClean="0"/>
            </a:br>
            <a:r>
              <a:rPr lang="fr-FR" b="0" smtClean="0"/>
              <a:t>4-  ET CROIS QUE TU T'ACCROCHERAS POUR TE GARDER POUR MOI </a:t>
            </a:r>
          </a:p>
          <a:p>
            <a:r>
              <a:rPr lang="fr-FR" b="0" smtClean="0"/>
              <a:t>Praying that you will hold on Keep your loving eyes only for me</a:t>
            </a:r>
          </a:p>
          <a:p>
            <a:endParaRPr lang="fr-FR" b="0" smtClean="0"/>
          </a:p>
          <a:p>
            <a:r>
              <a:rPr lang="fr-FR" b="0" smtClean="0"/>
              <a:t>	REFRAIN :</a:t>
            </a:r>
          </a:p>
          <a:p>
            <a:r>
              <a:rPr lang="fr-FR" b="0" smtClean="0"/>
              <a:t>	5-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  	6-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7-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 	8-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9-  ATTENDS MOI, ATTENDS MOI </a:t>
            </a:r>
          </a:p>
          <a:p>
            <a:r>
              <a:rPr lang="fr-FR" b="0" smtClean="0"/>
              <a:t>	(Darling wait, Darling Wait)</a:t>
            </a:r>
          </a:p>
          <a:p>
            <a:endParaRPr lang="fr-FR" b="0" smtClean="0"/>
          </a:p>
          <a:p>
            <a:r>
              <a:rPr lang="fr-FR" b="0" smtClean="0"/>
              <a:t> 
10- MON AMOUR SAIS-TU QUE JE RÊVE  DE NOTRE VIE ENSEMBLE </a:t>
            </a:r>
          </a:p>
          <a:p>
            <a:r>
              <a:rPr lang="fr-FR" b="0" smtClean="0"/>
              <a:t>Darling did you know I dream about life together</a:t>
            </a:r>
            <a:br>
              <a:rPr lang="fr-FR" b="0" smtClean="0"/>
            </a:br>
            <a:r>
              <a:rPr lang="fr-FR" b="0" smtClean="0"/>
              <a:t>11- JE SAIS QU'ELLE DURERA TOUJOURS JE SERAIS À TOI, TU SERAS À MOI</a:t>
            </a:r>
          </a:p>
          <a:p>
            <a:r>
              <a:rPr lang="fr-FR" b="0" smtClean="0"/>
              <a:t>Knowing you will be forever. I'll be yours and you'll be mine.</a:t>
            </a:r>
            <a:br>
              <a:rPr lang="fr-FR" b="0" smtClean="0"/>
            </a:br>
            <a:r>
              <a:rPr lang="fr-FR" b="0" smtClean="0"/>
              <a:t>12- ET QUAND JE DIRAI JUSQU'À CE QUE LA MORT NOUS SÉPARE  </a:t>
            </a:r>
          </a:p>
          <a:p>
            <a:r>
              <a:rPr lang="fr-FR" b="0" smtClean="0"/>
              <a:t>And Darling when I say, "till death do us part",</a:t>
            </a:r>
            <a:br>
              <a:rPr lang="fr-FR" b="0" smtClean="0"/>
            </a:br>
            <a:r>
              <a:rPr lang="fr-FR" b="0" smtClean="0"/>
              <a:t>13- CE SERA DE TOUT MON CŒUR JE TE SERAI FIDÈLE À      JAMAIS </a:t>
            </a:r>
          </a:p>
          <a:p>
            <a:r>
              <a:rPr lang="fr-FR" b="0" smtClean="0"/>
              <a:t>I'll mean it with all of my heart, now and always faithful to you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14- TU AS SÛREMENT FAIT DES ERREURS</a:t>
            </a:r>
          </a:p>
          <a:p>
            <a:r>
              <a:rPr lang="fr-FR" b="0" smtClean="0"/>
              <a:t>Now I know you may have made mistakes,
15-MAIS IL Y A LE PARDON  ET UNE SECONDE CHANCE</a:t>
            </a:r>
          </a:p>
          <a:p>
            <a:r>
              <a:rPr lang="fr-FR" b="0" smtClean="0"/>
              <a:t>But there's forgiveness and a second chance.
16-  ALORS ATTENDS MOI MON AMOUR ATTENDS MOI </a:t>
            </a:r>
          </a:p>
          <a:p>
            <a:r>
              <a:rPr lang="fr-FR" b="0" smtClean="0"/>
              <a:t>So wait for me, Darling wait for me, wait for me, wait for me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r>
              <a:rPr lang="fr-FR" b="0" smtClean="0"/>
              <a:t>
17- ATTENDS MOI, ATTENDS MOI </a:t>
            </a:r>
          </a:p>
          <a:p>
            <a:r>
              <a:rPr lang="fr-FR" b="0" smtClean="0"/>
              <a:t>Wait for me, Darling Wait</a:t>
            </a:r>
          </a:p>
          <a:p>
            <a:r>
              <a:rPr lang="fr-FR" b="0" smtClean="0"/>
              <a:t>18-PARCE QUE JE T'ATTENDS  x2</a:t>
            </a:r>
          </a:p>
          <a:p>
            <a:r>
              <a:rPr lang="fr-FR" b="0" smtClean="0"/>
              <a:t>Because I am waiting for you, Because I am waiting for you</a:t>
            </a:r>
            <a:br>
              <a:rPr lang="fr-FR" b="0" smtClean="0"/>
            </a:br>
            <a:r>
              <a:rPr lang="fr-FR" b="0" smtClean="0"/>
              <a:t>19- ATTENDS MOI, ATTENDS MOI 
So wait for me, Darling wait Wait for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AMOUR SAIS-TU  QUE JE RÊVE DE TOI</a:t>
            </a:r>
          </a:p>
          <a:p>
            <a:r>
              <a:rPr lang="fr-FR" smtClean="0"/>
              <a:t>Darling did you know that I, I dream about you,</a:t>
            </a:r>
            <a:br>
              <a:rPr lang="fr-FR" smtClean="0"/>
            </a:br>
            <a:r>
              <a:rPr lang="fr-FR" smtClean="0"/>
              <a:t>2-  EN ATTENDANT DE VOIR TON REGARD POUR LA PREMIÈRE FOIS</a:t>
            </a:r>
          </a:p>
          <a:p>
            <a:r>
              <a:rPr lang="fr-FR" smtClean="0"/>
              <a:t>Waiting for the look in your eyes when we meet for the first time</a:t>
            </a:r>
            <a:br>
              <a:rPr lang="fr-FR" smtClean="0"/>
            </a:br>
            <a:r>
              <a:rPr lang="fr-FR" smtClean="0"/>
              <a:t>3-  MON AMOUR SAIS-TU  QUE JE PRIE POUR TOI</a:t>
            </a:r>
          </a:p>
          <a:p>
            <a:r>
              <a:rPr lang="fr-FR" smtClean="0"/>
              <a:t>And Darling did you know that I, I pray about you,</a:t>
            </a:r>
            <a:br>
              <a:rPr lang="fr-FR" smtClean="0"/>
            </a:br>
            <a:r>
              <a:rPr lang="fr-FR" smtClean="0"/>
              <a:t>4-  ET CROIS QUE TU T'ACCROCHERAS POUR TE GARDER POUR MOI </a:t>
            </a:r>
          </a:p>
          <a:p>
            <a:r>
              <a:rPr lang="fr-FR" smtClean="0"/>
              <a:t>Praying that you will hold on Keep your loving eyes only for me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  	6-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7-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 	8-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9-  ATTENDS MOI, ATTENDS MOI </a:t>
            </a:r>
          </a:p>
          <a:p>
            <a:r>
              <a:rPr lang="fr-FR" smtClean="0"/>
              <a:t>	(Darling wait, Darling Wait)</a:t>
            </a:r>
          </a:p>
          <a:p>
            <a:endParaRPr lang="fr-FR" smtClean="0"/>
          </a:p>
          <a:p>
            <a:r>
              <a:rPr lang="fr-FR" smtClean="0"/>
              <a:t> 
10- MON AMOUR SAIS-TU QUE JE RÊVE  DE NOTRE VIE ENSEMBLE </a:t>
            </a:r>
          </a:p>
          <a:p>
            <a:r>
              <a:rPr lang="fr-FR" smtClean="0"/>
              <a:t>Darling did you know I dream about life together</a:t>
            </a:r>
            <a:br>
              <a:rPr lang="fr-FR" smtClean="0"/>
            </a:br>
            <a:r>
              <a:rPr lang="fr-FR" smtClean="0"/>
              <a:t>11- JE SAIS QU'ELLE DURERA TOUJOURS JE SERAIS À TOI, TU SERAS À MOI</a:t>
            </a:r>
          </a:p>
          <a:p>
            <a:r>
              <a:rPr lang="fr-FR" smtClean="0"/>
              <a:t>Knowing you will be forever. I'll be yours and you'll be mine.</a:t>
            </a:r>
            <a:br>
              <a:rPr lang="fr-FR" smtClean="0"/>
            </a:br>
            <a:r>
              <a:rPr lang="fr-FR" smtClean="0"/>
              <a:t>12- ET QUAND JE DIRAI JUSQU'À CE QUE LA MORT NOUS SÉPARE  </a:t>
            </a:r>
          </a:p>
          <a:p>
            <a:r>
              <a:rPr lang="fr-FR" smtClean="0"/>
              <a:t>And Darling when I say, "till death do us part",</a:t>
            </a:r>
            <a:br>
              <a:rPr lang="fr-FR" smtClean="0"/>
            </a:br>
            <a:r>
              <a:rPr lang="fr-FR" smtClean="0"/>
              <a:t>13- CE SERA DE TOUT MON CŒUR JE TE SERAI FIDÈLE À      JAMAIS </a:t>
            </a:r>
          </a:p>
          <a:p>
            <a:r>
              <a:rPr lang="fr-FR" smtClean="0"/>
              <a:t>I'll mean it with all of my heart, now and always faithful to you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TU AS SÛREMENT FAIT DES ERREURS</a:t>
            </a:r>
          </a:p>
          <a:p>
            <a:r>
              <a:rPr lang="fr-FR" smtClean="0"/>
              <a:t>Now I know you may have made mistakes,
15-MAIS IL Y A LE PARDON  ET UNE SECONDE CHANCE</a:t>
            </a:r>
          </a:p>
          <a:p>
            <a:r>
              <a:rPr lang="fr-FR" smtClean="0"/>
              <a:t>But there's forgiveness and a second chance.
16-  ALORS ATTENDS MOI MON AMOUR ATTENDS MOI </a:t>
            </a:r>
          </a:p>
          <a:p>
            <a:r>
              <a:rPr lang="fr-FR" smtClean="0"/>
              <a:t>So wait for me, Darling wait for me, wait for me, wait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17- ATTENDS MOI, ATTENDS MOI </a:t>
            </a:r>
          </a:p>
          <a:p>
            <a:r>
              <a:rPr lang="fr-FR" smtClean="0"/>
              <a:t>Wait for me, Darling Wait</a:t>
            </a:r>
          </a:p>
          <a:p>
            <a:r>
              <a:rPr lang="fr-FR" smtClean="0"/>
              <a:t>18-PARCE QUE JE T'ATTENDS  x2</a:t>
            </a:r>
          </a:p>
          <a:p>
            <a:r>
              <a:rPr lang="fr-FR" smtClean="0"/>
              <a:t>Because I am waiting for you, Because I am waiting for you</a:t>
            </a:r>
            <a:br>
              <a:rPr lang="fr-FR" smtClean="0"/>
            </a:br>
            <a:r>
              <a:rPr lang="fr-FR" smtClean="0"/>
              <a:t>19- ATTENDS MOI, ATTENDS MOI 
So wait for me, Darling wait Wait for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MON AMOUR SAIS-TU  QUE JE RÊVE DE TOI</a:t>
            </a:r>
          </a:p>
          <a:p>
            <a:r>
              <a:rPr lang="fr-FR" b="0" smtClean="0"/>
              <a:t>Darling did you know that I, I dream about you,</a:t>
            </a:r>
            <a:br>
              <a:rPr lang="fr-FR" b="0" smtClean="0"/>
            </a:br>
            <a:r>
              <a:rPr lang="fr-FR" b="0" smtClean="0"/>
              <a:t>2-  EN ATTENDANT DE VOIR TON REGARD POUR LA PREMIÈRE FOIS</a:t>
            </a:r>
          </a:p>
          <a:p>
            <a:r>
              <a:rPr lang="fr-FR" b="0" smtClean="0"/>
              <a:t>Waiting for the look in your eyes when we meet for the first time</a:t>
            </a:r>
            <a:br>
              <a:rPr lang="fr-FR" b="0" smtClean="0"/>
            </a:br>
            <a:r>
              <a:rPr lang="fr-FR" b="0" smtClean="0"/>
              <a:t>3-  MON AMOUR SAIS-TU  QUE JE PRIE POUR TOI</a:t>
            </a:r>
          </a:p>
          <a:p>
            <a:r>
              <a:rPr lang="fr-FR" b="0" smtClean="0"/>
              <a:t>And Darling did you know that I, I pray about you,</a:t>
            </a:r>
            <a:br>
              <a:rPr lang="fr-FR" b="0" smtClean="0"/>
            </a:br>
            <a:r>
              <a:rPr lang="fr-FR" b="0" smtClean="0"/>
              <a:t>4-  ET CROIS QUE TU T'ACCROCHERAS POUR TE GARDER POUR MOI </a:t>
            </a:r>
          </a:p>
          <a:p>
            <a:r>
              <a:rPr lang="fr-FR" b="0" smtClean="0"/>
              <a:t>Praying that you will hold on Keep your loving eyes only for me</a:t>
            </a:r>
          </a:p>
          <a:p>
            <a:endParaRPr lang="fr-FR" b="0" smtClean="0"/>
          </a:p>
          <a:p>
            <a:r>
              <a:rPr lang="fr-FR" b="0" smtClean="0"/>
              <a:t>	REFRAIN :</a:t>
            </a:r>
          </a:p>
          <a:p>
            <a:r>
              <a:rPr lang="fr-FR" b="0" smtClean="0"/>
              <a:t>	5-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  	6-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7-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 	8-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9-  ATTENDS MOI, ATTENDS MOI </a:t>
            </a:r>
          </a:p>
          <a:p>
            <a:r>
              <a:rPr lang="fr-FR" b="0" smtClean="0"/>
              <a:t>	(Darling wait, Darling Wait)</a:t>
            </a:r>
          </a:p>
          <a:p>
            <a:endParaRPr lang="fr-FR" b="0" smtClean="0"/>
          </a:p>
          <a:p>
            <a:r>
              <a:rPr lang="fr-FR" b="0" smtClean="0"/>
              <a:t> 
10- MON AMOUR SAIS-TU QUE JE RÊVE  DE NOTRE VIE ENSEMBLE </a:t>
            </a:r>
          </a:p>
          <a:p>
            <a:r>
              <a:rPr lang="fr-FR" b="0" smtClean="0"/>
              <a:t>Darling did you know I dream about life together</a:t>
            </a:r>
            <a:br>
              <a:rPr lang="fr-FR" b="0" smtClean="0"/>
            </a:br>
            <a:r>
              <a:rPr lang="fr-FR" b="0" smtClean="0"/>
              <a:t>11- JE SAIS QU'ELLE DURERA TOUJOURS JE SERAIS À TOI, TU SERAS À MOI</a:t>
            </a:r>
          </a:p>
          <a:p>
            <a:r>
              <a:rPr lang="fr-FR" b="0" smtClean="0"/>
              <a:t>Knowing you will be forever. I'll be yours and you'll be mine.</a:t>
            </a:r>
            <a:br>
              <a:rPr lang="fr-FR" b="0" smtClean="0"/>
            </a:br>
            <a:r>
              <a:rPr lang="fr-FR" b="0" smtClean="0"/>
              <a:t>12- ET QUAND JE DIRAI JUSQU'À CE QUE LA MORT NOUS SÉPARE  </a:t>
            </a:r>
          </a:p>
          <a:p>
            <a:r>
              <a:rPr lang="fr-FR" b="0" smtClean="0"/>
              <a:t>And Darling when I say, "till death do us part",</a:t>
            </a:r>
            <a:br>
              <a:rPr lang="fr-FR" b="0" smtClean="0"/>
            </a:br>
            <a:r>
              <a:rPr lang="fr-FR" b="0" smtClean="0"/>
              <a:t>13- CE SERA DE TOUT MON CŒUR JE TE SERAI FIDÈLE À      JAMAIS </a:t>
            </a:r>
          </a:p>
          <a:p>
            <a:r>
              <a:rPr lang="fr-FR" b="0" smtClean="0"/>
              <a:t>I'll mean it with all of my heart, now and always faithful to you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14- TU AS SÛREMENT FAIT DES ERREURS</a:t>
            </a:r>
          </a:p>
          <a:p>
            <a:r>
              <a:rPr lang="fr-FR" b="0" smtClean="0"/>
              <a:t>Now I know you may have made mistakes,
15-MAIS IL Y A LE PARDON  ET UNE SECONDE CHANCE</a:t>
            </a:r>
          </a:p>
          <a:p>
            <a:r>
              <a:rPr lang="fr-FR" b="0" smtClean="0"/>
              <a:t>But there's forgiveness and a second chance.
16-  ALORS ATTENDS MOI MON AMOUR ATTENDS MOI </a:t>
            </a:r>
          </a:p>
          <a:p>
            <a:r>
              <a:rPr lang="fr-FR" b="0" smtClean="0"/>
              <a:t>So wait for me, Darling wait for me, wait for me, wait for me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r>
              <a:rPr lang="fr-FR" b="0" smtClean="0"/>
              <a:t>
17- ATTENDS MOI, ATTENDS MOI </a:t>
            </a:r>
          </a:p>
          <a:p>
            <a:r>
              <a:rPr lang="fr-FR" b="0" smtClean="0"/>
              <a:t>Wait for me, Darling Wait</a:t>
            </a:r>
          </a:p>
          <a:p>
            <a:r>
              <a:rPr lang="fr-FR" b="0" smtClean="0"/>
              <a:t>18-PARCE QUE JE T'ATTENDS  x2</a:t>
            </a:r>
          </a:p>
          <a:p>
            <a:r>
              <a:rPr lang="fr-FR" b="0" smtClean="0"/>
              <a:t>Because I am waiting for you, Because I am waiting for you</a:t>
            </a:r>
            <a:br>
              <a:rPr lang="fr-FR" b="0" smtClean="0"/>
            </a:br>
            <a:r>
              <a:rPr lang="fr-FR" b="0" smtClean="0"/>
              <a:t>19- ATTENDS MOI, ATTENDS MOI 
So wait for me, Darling wait Wait for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AMOUR SAIS-TU  QUE JE RÊVE DE TOI</a:t>
            </a:r>
          </a:p>
          <a:p>
            <a:r>
              <a:rPr lang="fr-FR" smtClean="0"/>
              <a:t>Darling did you know that I, I dream about you,</a:t>
            </a:r>
            <a:br>
              <a:rPr lang="fr-FR" smtClean="0"/>
            </a:br>
            <a:r>
              <a:rPr lang="fr-FR" smtClean="0"/>
              <a:t>2-  EN ATTENDANT DE VOIR TON REGARD POUR LA PREMIÈRE FOIS</a:t>
            </a:r>
          </a:p>
          <a:p>
            <a:r>
              <a:rPr lang="fr-FR" smtClean="0"/>
              <a:t>Waiting for the look in your eyes when we meet for the first time</a:t>
            </a:r>
            <a:br>
              <a:rPr lang="fr-FR" smtClean="0"/>
            </a:br>
            <a:r>
              <a:rPr lang="fr-FR" smtClean="0"/>
              <a:t>3-  MON AMOUR SAIS-TU  QUE JE PRIE POUR TOI</a:t>
            </a:r>
          </a:p>
          <a:p>
            <a:r>
              <a:rPr lang="fr-FR" smtClean="0"/>
              <a:t>And Darling did you know that I, I pray about you,</a:t>
            </a:r>
            <a:br>
              <a:rPr lang="fr-FR" smtClean="0"/>
            </a:br>
            <a:r>
              <a:rPr lang="fr-FR" smtClean="0"/>
              <a:t>4-  ET CROIS QUE TU T'ACCROCHERAS POUR TE GARDER POUR MOI </a:t>
            </a:r>
          </a:p>
          <a:p>
            <a:r>
              <a:rPr lang="fr-FR" smtClean="0"/>
              <a:t>Praying that you will hold on Keep your loving eyes only for me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  	6-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7-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 	8-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9-  ATTENDS MOI, ATTENDS MOI </a:t>
            </a:r>
          </a:p>
          <a:p>
            <a:r>
              <a:rPr lang="fr-FR" smtClean="0"/>
              <a:t>	(Darling wait, Darling Wait)</a:t>
            </a:r>
          </a:p>
          <a:p>
            <a:endParaRPr lang="fr-FR" smtClean="0"/>
          </a:p>
          <a:p>
            <a:r>
              <a:rPr lang="fr-FR" smtClean="0"/>
              <a:t> 
10- MON AMOUR SAIS-TU QUE JE RÊVE  DE NOTRE VIE ENSEMBLE </a:t>
            </a:r>
          </a:p>
          <a:p>
            <a:r>
              <a:rPr lang="fr-FR" smtClean="0"/>
              <a:t>Darling did you know I dream about life together</a:t>
            </a:r>
            <a:br>
              <a:rPr lang="fr-FR" smtClean="0"/>
            </a:br>
            <a:r>
              <a:rPr lang="fr-FR" smtClean="0"/>
              <a:t>11- JE SAIS QU'ELLE DURERA TOUJOURS JE SERAIS À TOI, TU SERAS À MOI</a:t>
            </a:r>
          </a:p>
          <a:p>
            <a:r>
              <a:rPr lang="fr-FR" smtClean="0"/>
              <a:t>Knowing you will be forever. I'll be yours and you'll be mine.</a:t>
            </a:r>
            <a:br>
              <a:rPr lang="fr-FR" smtClean="0"/>
            </a:br>
            <a:r>
              <a:rPr lang="fr-FR" smtClean="0"/>
              <a:t>12- ET QUAND JE DIRAI JUSQU'À CE QUE LA MORT NOUS SÉPARE  </a:t>
            </a:r>
          </a:p>
          <a:p>
            <a:r>
              <a:rPr lang="fr-FR" smtClean="0"/>
              <a:t>And Darling when I say, "till death do us part",</a:t>
            </a:r>
            <a:br>
              <a:rPr lang="fr-FR" smtClean="0"/>
            </a:br>
            <a:r>
              <a:rPr lang="fr-FR" smtClean="0"/>
              <a:t>13- CE SERA DE TOUT MON CŒUR JE TE SERAI FIDÈLE À      JAMAIS </a:t>
            </a:r>
          </a:p>
          <a:p>
            <a:r>
              <a:rPr lang="fr-FR" smtClean="0"/>
              <a:t>I'll mean it with all of my heart, now and always faithful to you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TU AS SÛREMENT FAIT DES ERREURS</a:t>
            </a:r>
          </a:p>
          <a:p>
            <a:r>
              <a:rPr lang="fr-FR" smtClean="0"/>
              <a:t>Now I know you may have made mistakes,
15-MAIS IL Y A LE PARDON  ET UNE SECONDE CHANCE</a:t>
            </a:r>
          </a:p>
          <a:p>
            <a:r>
              <a:rPr lang="fr-FR" smtClean="0"/>
              <a:t>But there's forgiveness and a second chance.
16-  ALORS ATTENDS MOI MON AMOUR ATTENDS MOI </a:t>
            </a:r>
          </a:p>
          <a:p>
            <a:r>
              <a:rPr lang="fr-FR" smtClean="0"/>
              <a:t>So wait for me, Darling wait for me, wait for me, wait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17- ATTENDS MOI, ATTENDS MOI </a:t>
            </a:r>
          </a:p>
          <a:p>
            <a:r>
              <a:rPr lang="fr-FR" smtClean="0"/>
              <a:t>Wait for me, Darling Wait</a:t>
            </a:r>
          </a:p>
          <a:p>
            <a:r>
              <a:rPr lang="fr-FR" smtClean="0"/>
              <a:t>18-PARCE QUE JE T'ATTENDS  x2</a:t>
            </a:r>
          </a:p>
          <a:p>
            <a:r>
              <a:rPr lang="fr-FR" smtClean="0"/>
              <a:t>Because I am waiting for you, Because I am waiting for you</a:t>
            </a:r>
            <a:br>
              <a:rPr lang="fr-FR" smtClean="0"/>
            </a:br>
            <a:r>
              <a:rPr lang="fr-FR" smtClean="0"/>
              <a:t>19- ATTENDS MOI, ATTENDS MOI 
So wait for me, Darling wait Wait for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MON AMOUR SAIS-TU  QUE JE RÊVE DE TOI</a:t>
            </a:r>
          </a:p>
          <a:p>
            <a:r>
              <a:rPr lang="fr-FR" b="0" smtClean="0"/>
              <a:t>Darling did you know that I, I dream about you,</a:t>
            </a:r>
            <a:br>
              <a:rPr lang="fr-FR" b="0" smtClean="0"/>
            </a:br>
            <a:r>
              <a:rPr lang="fr-FR" b="0" smtClean="0"/>
              <a:t>2-  EN ATTENDANT DE VOIR TON REGARD POUR LA PREMIÈRE FOIS</a:t>
            </a:r>
          </a:p>
          <a:p>
            <a:r>
              <a:rPr lang="fr-FR" b="0" smtClean="0"/>
              <a:t>Waiting for the look in your eyes when we meet for the first time</a:t>
            </a:r>
            <a:br>
              <a:rPr lang="fr-FR" b="0" smtClean="0"/>
            </a:br>
            <a:r>
              <a:rPr lang="fr-FR" b="0" smtClean="0"/>
              <a:t>3-  MON AMOUR SAIS-TU  QUE JE PRIE POUR TOI</a:t>
            </a:r>
          </a:p>
          <a:p>
            <a:r>
              <a:rPr lang="fr-FR" b="0" smtClean="0"/>
              <a:t>And Darling did you know that I, I pray about you,</a:t>
            </a:r>
            <a:br>
              <a:rPr lang="fr-FR" b="0" smtClean="0"/>
            </a:br>
            <a:r>
              <a:rPr lang="fr-FR" b="0" smtClean="0"/>
              <a:t>4-  ET CROIS QUE TU T'ACCROCHERAS POUR TE GARDER POUR MOI </a:t>
            </a:r>
          </a:p>
          <a:p>
            <a:r>
              <a:rPr lang="fr-FR" b="0" smtClean="0"/>
              <a:t>Praying that you will hold on Keep your loving eyes only for me</a:t>
            </a:r>
          </a:p>
          <a:p>
            <a:endParaRPr lang="fr-FR" b="0" smtClean="0"/>
          </a:p>
          <a:p>
            <a:r>
              <a:rPr lang="fr-FR" b="0" smtClean="0"/>
              <a:t>	REFRAIN :</a:t>
            </a:r>
          </a:p>
          <a:p>
            <a:r>
              <a:rPr lang="fr-FR" b="0" smtClean="0"/>
              <a:t>	5-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  	6-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7-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 	8-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9-  ATTENDS MOI, ATTENDS MOI </a:t>
            </a:r>
          </a:p>
          <a:p>
            <a:r>
              <a:rPr lang="fr-FR" b="0" smtClean="0"/>
              <a:t>	(Darling wait, Darling Wait)</a:t>
            </a:r>
          </a:p>
          <a:p>
            <a:endParaRPr lang="fr-FR" b="0" smtClean="0"/>
          </a:p>
          <a:p>
            <a:r>
              <a:rPr lang="fr-FR" b="0" smtClean="0"/>
              <a:t> 
10- MON AMOUR SAIS-TU QUE JE RÊVE  DE NOTRE VIE ENSEMBLE </a:t>
            </a:r>
          </a:p>
          <a:p>
            <a:r>
              <a:rPr lang="fr-FR" b="0" smtClean="0"/>
              <a:t>Darling did you know I dream about life together</a:t>
            </a:r>
            <a:br>
              <a:rPr lang="fr-FR" b="0" smtClean="0"/>
            </a:br>
            <a:r>
              <a:rPr lang="fr-FR" b="0" smtClean="0"/>
              <a:t>11- JE SAIS QU'ELLE DURERA TOUJOURS JE SERAIS À TOI, TU SERAS À MOI</a:t>
            </a:r>
          </a:p>
          <a:p>
            <a:r>
              <a:rPr lang="fr-FR" b="0" smtClean="0"/>
              <a:t>Knowing you will be forever. I'll be yours and you'll be mine.</a:t>
            </a:r>
            <a:br>
              <a:rPr lang="fr-FR" b="0" smtClean="0"/>
            </a:br>
            <a:r>
              <a:rPr lang="fr-FR" b="0" smtClean="0"/>
              <a:t>12- ET QUAND JE DIRAI JUSQU'À CE QUE LA MORT NOUS SÉPARE  </a:t>
            </a:r>
          </a:p>
          <a:p>
            <a:r>
              <a:rPr lang="fr-FR" b="0" smtClean="0"/>
              <a:t>And Darling when I say, "till death do us part",</a:t>
            </a:r>
            <a:br>
              <a:rPr lang="fr-FR" b="0" smtClean="0"/>
            </a:br>
            <a:r>
              <a:rPr lang="fr-FR" b="0" smtClean="0"/>
              <a:t>13- CE SERA DE TOUT MON CŒUR JE TE SERAI FIDÈLE À      JAMAIS </a:t>
            </a:r>
          </a:p>
          <a:p>
            <a:r>
              <a:rPr lang="fr-FR" b="0" smtClean="0"/>
              <a:t>I'll mean it with all of my heart, now and always faithful to you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14- TU AS SÛREMENT FAIT DES ERREURS</a:t>
            </a:r>
          </a:p>
          <a:p>
            <a:r>
              <a:rPr lang="fr-FR" b="0" smtClean="0"/>
              <a:t>Now I know you may have made mistakes,
15-MAIS IL Y A LE PARDON  ET UNE SECONDE CHANCE</a:t>
            </a:r>
          </a:p>
          <a:p>
            <a:r>
              <a:rPr lang="fr-FR" b="0" smtClean="0"/>
              <a:t>But there's forgiveness and a second chance.
16-  ALORS ATTENDS MOI MON AMOUR ATTENDS MOI </a:t>
            </a:r>
          </a:p>
          <a:p>
            <a:r>
              <a:rPr lang="fr-FR" b="0" smtClean="0"/>
              <a:t>So wait for me, Darling wait for me, wait for me, wait for me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r>
              <a:rPr lang="fr-FR" b="0" smtClean="0"/>
              <a:t>
17- ATTENDS MOI, ATTENDS MOI </a:t>
            </a:r>
          </a:p>
          <a:p>
            <a:r>
              <a:rPr lang="fr-FR" b="0" smtClean="0"/>
              <a:t>Wait for me, Darling Wait</a:t>
            </a:r>
          </a:p>
          <a:p>
            <a:r>
              <a:rPr lang="fr-FR" b="0" smtClean="0"/>
              <a:t>18-PARCE QUE JE T'ATTENDS  x2</a:t>
            </a:r>
          </a:p>
          <a:p>
            <a:r>
              <a:rPr lang="fr-FR" b="0" smtClean="0"/>
              <a:t>Because I am waiting for you, Because I am waiting for you</a:t>
            </a:r>
            <a:br>
              <a:rPr lang="fr-FR" b="0" smtClean="0"/>
            </a:br>
            <a:r>
              <a:rPr lang="fr-FR" b="0" smtClean="0"/>
              <a:t>19- ATTENDS MOI, ATTENDS MOI 
So wait for me, Darling wait Wait for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AMOUR SAIS-TU  QUE JE RÊVE DE TOI</a:t>
            </a:r>
          </a:p>
          <a:p>
            <a:r>
              <a:rPr lang="fr-FR" smtClean="0"/>
              <a:t>Darling did you know that I, I dream about you,</a:t>
            </a:r>
            <a:br>
              <a:rPr lang="fr-FR" smtClean="0"/>
            </a:br>
            <a:r>
              <a:rPr lang="fr-FR" smtClean="0"/>
              <a:t>2-  EN ATTENDANT DE VOIR TON REGARD POUR LA PREMIÈRE FOIS</a:t>
            </a:r>
          </a:p>
          <a:p>
            <a:r>
              <a:rPr lang="fr-FR" smtClean="0"/>
              <a:t>Waiting for the look in your eyes when we meet for the first time</a:t>
            </a:r>
            <a:br>
              <a:rPr lang="fr-FR" smtClean="0"/>
            </a:br>
            <a:r>
              <a:rPr lang="fr-FR" smtClean="0"/>
              <a:t>3-  MON AMOUR SAIS-TU  QUE JE PRIE POUR TOI</a:t>
            </a:r>
          </a:p>
          <a:p>
            <a:r>
              <a:rPr lang="fr-FR" smtClean="0"/>
              <a:t>And Darling did you know that I, I pray about you,</a:t>
            </a:r>
            <a:br>
              <a:rPr lang="fr-FR" smtClean="0"/>
            </a:br>
            <a:r>
              <a:rPr lang="fr-FR" smtClean="0"/>
              <a:t>4-  ET CROIS QUE TU T'ACCROCHERAS POUR TE GARDER POUR MOI </a:t>
            </a:r>
          </a:p>
          <a:p>
            <a:r>
              <a:rPr lang="fr-FR" smtClean="0"/>
              <a:t>Praying that you will hold on Keep your loving eyes only for me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  	6-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7-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 	8-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9-  ATTENDS MOI, ATTENDS MOI </a:t>
            </a:r>
          </a:p>
          <a:p>
            <a:r>
              <a:rPr lang="fr-FR" smtClean="0"/>
              <a:t>	(Darling wait, Darling Wait)</a:t>
            </a:r>
          </a:p>
          <a:p>
            <a:endParaRPr lang="fr-FR" smtClean="0"/>
          </a:p>
          <a:p>
            <a:r>
              <a:rPr lang="fr-FR" smtClean="0"/>
              <a:t> 
10- MON AMOUR SAIS-TU QUE JE RÊVE  DE NOTRE VIE ENSEMBLE </a:t>
            </a:r>
          </a:p>
          <a:p>
            <a:r>
              <a:rPr lang="fr-FR" smtClean="0"/>
              <a:t>Darling did you know I dream about life together</a:t>
            </a:r>
            <a:br>
              <a:rPr lang="fr-FR" smtClean="0"/>
            </a:br>
            <a:r>
              <a:rPr lang="fr-FR" smtClean="0"/>
              <a:t>11- JE SAIS QU'ELLE DURERA TOUJOURS JE SERAIS À TOI, TU SERAS À MOI</a:t>
            </a:r>
          </a:p>
          <a:p>
            <a:r>
              <a:rPr lang="fr-FR" smtClean="0"/>
              <a:t>Knowing you will be forever. I'll be yours and you'll be mine.</a:t>
            </a:r>
            <a:br>
              <a:rPr lang="fr-FR" smtClean="0"/>
            </a:br>
            <a:r>
              <a:rPr lang="fr-FR" smtClean="0"/>
              <a:t>12- ET QUAND JE DIRAI JUSQU'À CE QUE LA MORT NOUS SÉPARE  </a:t>
            </a:r>
          </a:p>
          <a:p>
            <a:r>
              <a:rPr lang="fr-FR" smtClean="0"/>
              <a:t>And Darling when I say, "till death do us part",</a:t>
            </a:r>
            <a:br>
              <a:rPr lang="fr-FR" smtClean="0"/>
            </a:br>
            <a:r>
              <a:rPr lang="fr-FR" smtClean="0"/>
              <a:t>13- CE SERA DE TOUT MON CŒUR JE TE SERAI FIDÈLE À      JAMAIS </a:t>
            </a:r>
          </a:p>
          <a:p>
            <a:r>
              <a:rPr lang="fr-FR" smtClean="0"/>
              <a:t>I'll mean it with all of my heart, now and always faithful to you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TU AS SÛREMENT FAIT DES ERREURS</a:t>
            </a:r>
          </a:p>
          <a:p>
            <a:r>
              <a:rPr lang="fr-FR" smtClean="0"/>
              <a:t>Now I know you may have made mistakes,
15-MAIS IL Y A LE PARDON  ET UNE SECONDE CHANCE</a:t>
            </a:r>
          </a:p>
          <a:p>
            <a:r>
              <a:rPr lang="fr-FR" smtClean="0"/>
              <a:t>But there's forgiveness and a second chance.
16-  ALORS ATTENDS MOI MON AMOUR ATTENDS MOI </a:t>
            </a:r>
          </a:p>
          <a:p>
            <a:r>
              <a:rPr lang="fr-FR" smtClean="0"/>
              <a:t>So wait for me, Darling wait for me, wait for me, wait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17- ATTENDS MOI, ATTENDS MOI </a:t>
            </a:r>
          </a:p>
          <a:p>
            <a:r>
              <a:rPr lang="fr-FR" smtClean="0"/>
              <a:t>Wait for me, Darling Wait</a:t>
            </a:r>
          </a:p>
          <a:p>
            <a:r>
              <a:rPr lang="fr-FR" smtClean="0"/>
              <a:t>18-PARCE QUE JE T'ATTENDS  x2</a:t>
            </a:r>
          </a:p>
          <a:p>
            <a:r>
              <a:rPr lang="fr-FR" smtClean="0"/>
              <a:t>Because I am waiting for you, Because I am waiting for you</a:t>
            </a:r>
            <a:br>
              <a:rPr lang="fr-FR" smtClean="0"/>
            </a:br>
            <a:r>
              <a:rPr lang="fr-FR" smtClean="0"/>
              <a:t>19- ATTENDS MOI, ATTENDS MOI 
So wait for me, Darling wait Wait for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MON AMOUR SAIS-TU  QUE JE RÊVE DE TOI</a:t>
            </a:r>
          </a:p>
          <a:p>
            <a:r>
              <a:rPr lang="fr-FR" b="0" smtClean="0"/>
              <a:t>Darling did you know that I, I dream about you,</a:t>
            </a:r>
            <a:br>
              <a:rPr lang="fr-FR" b="0" smtClean="0"/>
            </a:br>
            <a:r>
              <a:rPr lang="fr-FR" b="0" smtClean="0"/>
              <a:t>2-  EN ATTENDANT DE VOIR TON REGARD POUR LA PREMIÈRE FOIS</a:t>
            </a:r>
          </a:p>
          <a:p>
            <a:r>
              <a:rPr lang="fr-FR" b="0" smtClean="0"/>
              <a:t>Waiting for the look in your eyes when we meet for the first time</a:t>
            </a:r>
            <a:br>
              <a:rPr lang="fr-FR" b="0" smtClean="0"/>
            </a:br>
            <a:r>
              <a:rPr lang="fr-FR" b="0" smtClean="0"/>
              <a:t>3-  MON AMOUR SAIS-TU  QUE JE PRIE POUR TOI</a:t>
            </a:r>
          </a:p>
          <a:p>
            <a:r>
              <a:rPr lang="fr-FR" b="0" smtClean="0"/>
              <a:t>And Darling did you know that I, I pray about you,</a:t>
            </a:r>
            <a:br>
              <a:rPr lang="fr-FR" b="0" smtClean="0"/>
            </a:br>
            <a:r>
              <a:rPr lang="fr-FR" b="0" smtClean="0"/>
              <a:t>4-  ET CROIS QUE TU T'ACCROCHERAS POUR TE GARDER POUR MOI </a:t>
            </a:r>
          </a:p>
          <a:p>
            <a:r>
              <a:rPr lang="fr-FR" b="0" smtClean="0"/>
              <a:t>Praying that you will hold on Keep your loving eyes only for me</a:t>
            </a:r>
          </a:p>
          <a:p>
            <a:endParaRPr lang="fr-FR" b="0" smtClean="0"/>
          </a:p>
          <a:p>
            <a:r>
              <a:rPr lang="fr-FR" b="0" smtClean="0"/>
              <a:t>	REFRAIN :</a:t>
            </a:r>
          </a:p>
          <a:p>
            <a:r>
              <a:rPr lang="fr-FR" b="0" smtClean="0"/>
              <a:t>	5-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  	6-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7-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 	8-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9-  ATTENDS MOI, ATTENDS MOI </a:t>
            </a:r>
          </a:p>
          <a:p>
            <a:r>
              <a:rPr lang="fr-FR" b="0" smtClean="0"/>
              <a:t>	(Darling wait, Darling Wait)</a:t>
            </a:r>
          </a:p>
          <a:p>
            <a:endParaRPr lang="fr-FR" b="0" smtClean="0"/>
          </a:p>
          <a:p>
            <a:r>
              <a:rPr lang="fr-FR" b="0" smtClean="0"/>
              <a:t> 
10- MON AMOUR SAIS-TU QUE JE RÊVE  DE NOTRE VIE ENSEMBLE </a:t>
            </a:r>
          </a:p>
          <a:p>
            <a:r>
              <a:rPr lang="fr-FR" b="0" smtClean="0"/>
              <a:t>Darling did you know I dream about life together</a:t>
            </a:r>
            <a:br>
              <a:rPr lang="fr-FR" b="0" smtClean="0"/>
            </a:br>
            <a:r>
              <a:rPr lang="fr-FR" b="0" smtClean="0"/>
              <a:t>11- JE SAIS QU'ELLE DURERA TOUJOURS JE SERAIS À TOI, TU SERAS À MOI</a:t>
            </a:r>
          </a:p>
          <a:p>
            <a:r>
              <a:rPr lang="fr-FR" b="0" smtClean="0"/>
              <a:t>Knowing you will be forever. I'll be yours and you'll be mine.</a:t>
            </a:r>
            <a:br>
              <a:rPr lang="fr-FR" b="0" smtClean="0"/>
            </a:br>
            <a:r>
              <a:rPr lang="fr-FR" b="0" smtClean="0"/>
              <a:t>12- ET QUAND JE DIRAI JUSQU'À CE QUE LA MORT NOUS SÉPARE  </a:t>
            </a:r>
          </a:p>
          <a:p>
            <a:r>
              <a:rPr lang="fr-FR" b="0" smtClean="0"/>
              <a:t>And Darling when I say, "till death do us part",</a:t>
            </a:r>
            <a:br>
              <a:rPr lang="fr-FR" b="0" smtClean="0"/>
            </a:br>
            <a:r>
              <a:rPr lang="fr-FR" b="0" smtClean="0"/>
              <a:t>13- CE SERA DE TOUT MON CŒUR JE TE SERAI FIDÈLE À      JAMAIS </a:t>
            </a:r>
          </a:p>
          <a:p>
            <a:r>
              <a:rPr lang="fr-FR" b="0" smtClean="0"/>
              <a:t>I'll mean it with all of my heart, now and always faithful to you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14- TU AS SÛREMENT FAIT DES ERREURS</a:t>
            </a:r>
          </a:p>
          <a:p>
            <a:r>
              <a:rPr lang="fr-FR" b="0" smtClean="0"/>
              <a:t>Now I know you may have made mistakes,
15-MAIS IL Y A LE PARDON  ET UNE SECONDE CHANCE</a:t>
            </a:r>
          </a:p>
          <a:p>
            <a:r>
              <a:rPr lang="fr-FR" b="0" smtClean="0"/>
              <a:t>But there's forgiveness and a second chance.
16-  ALORS ATTENDS MOI MON AMOUR ATTENDS MOI </a:t>
            </a:r>
          </a:p>
          <a:p>
            <a:r>
              <a:rPr lang="fr-FR" b="0" smtClean="0"/>
              <a:t>So wait for me, Darling wait for me, wait for me, wait for me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r>
              <a:rPr lang="fr-FR" b="0" smtClean="0"/>
              <a:t>
17- ATTENDS MOI, ATTENDS MOI </a:t>
            </a:r>
          </a:p>
          <a:p>
            <a:r>
              <a:rPr lang="fr-FR" b="0" smtClean="0"/>
              <a:t>Wait for me, Darling Wait</a:t>
            </a:r>
          </a:p>
          <a:p>
            <a:r>
              <a:rPr lang="fr-FR" b="0" smtClean="0"/>
              <a:t>18-PARCE QUE JE T'ATTENDS  x2</a:t>
            </a:r>
          </a:p>
          <a:p>
            <a:r>
              <a:rPr lang="fr-FR" b="0" smtClean="0"/>
              <a:t>Because I am waiting for you, Because I am waiting for you</a:t>
            </a:r>
            <a:br>
              <a:rPr lang="fr-FR" b="0" smtClean="0"/>
            </a:br>
            <a:r>
              <a:rPr lang="fr-FR" b="0" smtClean="0"/>
              <a:t>19- ATTENDS MOI, ATTENDS MOI 
So wait for me, Darling wait Wait for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AMOUR SAIS-TU  QUE JE RÊVE DE TOI</a:t>
            </a:r>
          </a:p>
          <a:p>
            <a:r>
              <a:rPr lang="fr-FR" smtClean="0"/>
              <a:t>Darling did you know that I, I dream about you,</a:t>
            </a:r>
            <a:br>
              <a:rPr lang="fr-FR" smtClean="0"/>
            </a:br>
            <a:r>
              <a:rPr lang="fr-FR" smtClean="0"/>
              <a:t>2-  EN ATTENDANT DE VOIR TON REGARD POUR LA PREMIÈRE FOIS</a:t>
            </a:r>
          </a:p>
          <a:p>
            <a:r>
              <a:rPr lang="fr-FR" smtClean="0"/>
              <a:t>Waiting for the look in your eyes when we meet for the first time</a:t>
            </a:r>
            <a:br>
              <a:rPr lang="fr-FR" smtClean="0"/>
            </a:br>
            <a:r>
              <a:rPr lang="fr-FR" smtClean="0"/>
              <a:t>3-  MON AMOUR SAIS-TU  QUE JE PRIE POUR TOI</a:t>
            </a:r>
          </a:p>
          <a:p>
            <a:r>
              <a:rPr lang="fr-FR" smtClean="0"/>
              <a:t>And Darling did you know that I, I pray about you,</a:t>
            </a:r>
            <a:br>
              <a:rPr lang="fr-FR" smtClean="0"/>
            </a:br>
            <a:r>
              <a:rPr lang="fr-FR" smtClean="0"/>
              <a:t>4-  ET CROIS QUE TU T'ACCROCHERAS POUR TE GARDER POUR MOI </a:t>
            </a:r>
          </a:p>
          <a:p>
            <a:r>
              <a:rPr lang="fr-FR" smtClean="0"/>
              <a:t>Praying that you will hold on Keep your loving eyes only for me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  	6-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7-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 	8-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9-  ATTENDS MOI, ATTENDS MOI </a:t>
            </a:r>
          </a:p>
          <a:p>
            <a:r>
              <a:rPr lang="fr-FR" smtClean="0"/>
              <a:t>	(Darling wait, Darling Wait)</a:t>
            </a:r>
          </a:p>
          <a:p>
            <a:endParaRPr lang="fr-FR" smtClean="0"/>
          </a:p>
          <a:p>
            <a:r>
              <a:rPr lang="fr-FR" smtClean="0"/>
              <a:t> 
10- MON AMOUR SAIS-TU QUE JE RÊVE  DE NOTRE VIE ENSEMBLE </a:t>
            </a:r>
          </a:p>
          <a:p>
            <a:r>
              <a:rPr lang="fr-FR" smtClean="0"/>
              <a:t>Darling did you know I dream about life together</a:t>
            </a:r>
            <a:br>
              <a:rPr lang="fr-FR" smtClean="0"/>
            </a:br>
            <a:r>
              <a:rPr lang="fr-FR" smtClean="0"/>
              <a:t>11- JE SAIS QU'ELLE DURERA TOUJOURS JE SERAIS À TOI, TU SERAS À MOI</a:t>
            </a:r>
          </a:p>
          <a:p>
            <a:r>
              <a:rPr lang="fr-FR" smtClean="0"/>
              <a:t>Knowing you will be forever. I'll be yours and you'll be mine.</a:t>
            </a:r>
            <a:br>
              <a:rPr lang="fr-FR" smtClean="0"/>
            </a:br>
            <a:r>
              <a:rPr lang="fr-FR" smtClean="0"/>
              <a:t>12- ET QUAND JE DIRAI JUSQU'À CE QUE LA MORT NOUS SÉPARE  </a:t>
            </a:r>
          </a:p>
          <a:p>
            <a:r>
              <a:rPr lang="fr-FR" smtClean="0"/>
              <a:t>And Darling when I say, "till death do us part",</a:t>
            </a:r>
            <a:br>
              <a:rPr lang="fr-FR" smtClean="0"/>
            </a:br>
            <a:r>
              <a:rPr lang="fr-FR" smtClean="0"/>
              <a:t>13- CE SERA DE TOUT MON CŒUR JE TE SERAI FIDÈLE À      JAMAIS </a:t>
            </a:r>
          </a:p>
          <a:p>
            <a:r>
              <a:rPr lang="fr-FR" smtClean="0"/>
              <a:t>I'll mean it with all of my heart, now and always faithful to you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TU AS SÛREMENT FAIT DES ERREURS</a:t>
            </a:r>
          </a:p>
          <a:p>
            <a:r>
              <a:rPr lang="fr-FR" smtClean="0"/>
              <a:t>Now I know you may have made mistakes,
15-MAIS IL Y A LE PARDON  ET UNE SECONDE CHANCE</a:t>
            </a:r>
          </a:p>
          <a:p>
            <a:r>
              <a:rPr lang="fr-FR" smtClean="0"/>
              <a:t>But there's forgiveness and a second chance.
16-  ALORS ATTENDS MOI MON AMOUR ATTENDS MOI </a:t>
            </a:r>
          </a:p>
          <a:p>
            <a:r>
              <a:rPr lang="fr-FR" smtClean="0"/>
              <a:t>So wait for me, Darling wait for me, wait for me, wait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17- ATTENDS MOI, ATTENDS MOI </a:t>
            </a:r>
          </a:p>
          <a:p>
            <a:r>
              <a:rPr lang="fr-FR" smtClean="0"/>
              <a:t>Wait for me, Darling Wait</a:t>
            </a:r>
          </a:p>
          <a:p>
            <a:r>
              <a:rPr lang="fr-FR" smtClean="0"/>
              <a:t>18-PARCE QUE JE T'ATTENDS  x2</a:t>
            </a:r>
          </a:p>
          <a:p>
            <a:r>
              <a:rPr lang="fr-FR" smtClean="0"/>
              <a:t>Because I am waiting for you, Because I am waiting for you</a:t>
            </a:r>
            <a:br>
              <a:rPr lang="fr-FR" smtClean="0"/>
            </a:br>
            <a:r>
              <a:rPr lang="fr-FR" smtClean="0"/>
              <a:t>19- ATTENDS MOI, ATTENDS MOI 
So wait for me, Darling wait Wait for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MON AMOUR SAIS-TU  QUE JE RÊVE DE TOI</a:t>
            </a:r>
          </a:p>
          <a:p>
            <a:r>
              <a:rPr lang="fr-FR" b="0" smtClean="0"/>
              <a:t>Darling did you know that I, I dream about you,</a:t>
            </a:r>
            <a:br>
              <a:rPr lang="fr-FR" b="0" smtClean="0"/>
            </a:br>
            <a:r>
              <a:rPr lang="fr-FR" b="0" smtClean="0"/>
              <a:t>2-  EN ATTENDANT DE VOIR TON REGARD POUR LA PREMIÈRE FOIS</a:t>
            </a:r>
          </a:p>
          <a:p>
            <a:r>
              <a:rPr lang="fr-FR" b="0" smtClean="0"/>
              <a:t>Waiting for the look in your eyes when we meet for the first time</a:t>
            </a:r>
            <a:br>
              <a:rPr lang="fr-FR" b="0" smtClean="0"/>
            </a:br>
            <a:r>
              <a:rPr lang="fr-FR" b="0" smtClean="0"/>
              <a:t>3-  MON AMOUR SAIS-TU  QUE JE PRIE POUR TOI</a:t>
            </a:r>
          </a:p>
          <a:p>
            <a:r>
              <a:rPr lang="fr-FR" b="0" smtClean="0"/>
              <a:t>And Darling did you know that I, I pray about you,</a:t>
            </a:r>
            <a:br>
              <a:rPr lang="fr-FR" b="0" smtClean="0"/>
            </a:br>
            <a:r>
              <a:rPr lang="fr-FR" b="0" smtClean="0"/>
              <a:t>4-  ET CROIS QUE TU T'ACCROCHERAS POUR TE GARDER POUR MOI </a:t>
            </a:r>
          </a:p>
          <a:p>
            <a:r>
              <a:rPr lang="fr-FR" b="0" smtClean="0"/>
              <a:t>Praying that you will hold on Keep your loving eyes only for me</a:t>
            </a:r>
          </a:p>
          <a:p>
            <a:endParaRPr lang="fr-FR" b="0" smtClean="0"/>
          </a:p>
          <a:p>
            <a:r>
              <a:rPr lang="fr-FR" b="0" smtClean="0"/>
              <a:t>	REFRAIN :</a:t>
            </a:r>
          </a:p>
          <a:p>
            <a:r>
              <a:rPr lang="fr-FR" b="0" smtClean="0"/>
              <a:t>	5-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  	6-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7-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 	8-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9-  ATTENDS MOI, ATTENDS MOI </a:t>
            </a:r>
          </a:p>
          <a:p>
            <a:r>
              <a:rPr lang="fr-FR" b="0" smtClean="0"/>
              <a:t>	(Darling wait, Darling Wait)</a:t>
            </a:r>
          </a:p>
          <a:p>
            <a:endParaRPr lang="fr-FR" b="0" smtClean="0"/>
          </a:p>
          <a:p>
            <a:r>
              <a:rPr lang="fr-FR" b="0" smtClean="0"/>
              <a:t> 
10- MON AMOUR SAIS-TU QUE JE RÊVE  DE NOTRE VIE ENSEMBLE </a:t>
            </a:r>
          </a:p>
          <a:p>
            <a:r>
              <a:rPr lang="fr-FR" b="0" smtClean="0"/>
              <a:t>Darling did you know I dream about life together</a:t>
            </a:r>
            <a:br>
              <a:rPr lang="fr-FR" b="0" smtClean="0"/>
            </a:br>
            <a:r>
              <a:rPr lang="fr-FR" b="0" smtClean="0"/>
              <a:t>11- JE SAIS QU'ELLE DURERA TOUJOURS JE SERAIS À TOI, TU SERAS À MOI</a:t>
            </a:r>
          </a:p>
          <a:p>
            <a:r>
              <a:rPr lang="fr-FR" b="0" smtClean="0"/>
              <a:t>Knowing you will be forever. I'll be yours and you'll be mine.</a:t>
            </a:r>
            <a:br>
              <a:rPr lang="fr-FR" b="0" smtClean="0"/>
            </a:br>
            <a:r>
              <a:rPr lang="fr-FR" b="0" smtClean="0"/>
              <a:t>12- ET QUAND JE DIRAI JUSQU'À CE QUE LA MORT NOUS SÉPARE  </a:t>
            </a:r>
          </a:p>
          <a:p>
            <a:r>
              <a:rPr lang="fr-FR" b="0" smtClean="0"/>
              <a:t>And Darling when I say, "till death do us part",</a:t>
            </a:r>
            <a:br>
              <a:rPr lang="fr-FR" b="0" smtClean="0"/>
            </a:br>
            <a:r>
              <a:rPr lang="fr-FR" b="0" smtClean="0"/>
              <a:t>13- CE SERA DE TOUT MON CŒUR JE TE SERAI FIDÈLE À      JAMAIS </a:t>
            </a:r>
          </a:p>
          <a:p>
            <a:r>
              <a:rPr lang="fr-FR" b="0" smtClean="0"/>
              <a:t>I'll mean it with all of my heart, now and always faithful to you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14- TU AS SÛREMENT FAIT DES ERREURS</a:t>
            </a:r>
          </a:p>
          <a:p>
            <a:r>
              <a:rPr lang="fr-FR" b="0" smtClean="0"/>
              <a:t>Now I know you may have made mistakes,
15-MAIS IL Y A LE PARDON  ET UNE SECONDE CHANCE</a:t>
            </a:r>
          </a:p>
          <a:p>
            <a:r>
              <a:rPr lang="fr-FR" b="0" smtClean="0"/>
              <a:t>But there's forgiveness and a second chance.
16-  ALORS ATTENDS MOI MON AMOUR ATTENDS MOI </a:t>
            </a:r>
          </a:p>
          <a:p>
            <a:r>
              <a:rPr lang="fr-FR" b="0" smtClean="0"/>
              <a:t>So wait for me, Darling wait for me, wait for me, wait for me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r>
              <a:rPr lang="fr-FR" b="0" smtClean="0"/>
              <a:t>
17- ATTENDS MOI, ATTENDS MOI </a:t>
            </a:r>
          </a:p>
          <a:p>
            <a:r>
              <a:rPr lang="fr-FR" b="0" smtClean="0"/>
              <a:t>Wait for me, Darling Wait</a:t>
            </a:r>
          </a:p>
          <a:p>
            <a:r>
              <a:rPr lang="fr-FR" b="0" smtClean="0"/>
              <a:t>18-PARCE QUE JE T'ATTENDS  x2</a:t>
            </a:r>
          </a:p>
          <a:p>
            <a:r>
              <a:rPr lang="fr-FR" b="0" smtClean="0"/>
              <a:t>Because I am waiting for you, Because I am waiting for you</a:t>
            </a:r>
            <a:br>
              <a:rPr lang="fr-FR" b="0" smtClean="0"/>
            </a:br>
            <a:r>
              <a:rPr lang="fr-FR" b="0" smtClean="0"/>
              <a:t>19- ATTENDS MOI, ATTENDS MOI 
So wait for me, Darling wait Wait for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AMOUR SAIS-TU  QUE JE RÊVE DE TOI</a:t>
            </a:r>
          </a:p>
          <a:p>
            <a:r>
              <a:rPr lang="fr-FR" smtClean="0"/>
              <a:t>Darling did you know that I, I dream about you,</a:t>
            </a:r>
            <a:br>
              <a:rPr lang="fr-FR" smtClean="0"/>
            </a:br>
            <a:r>
              <a:rPr lang="fr-FR" smtClean="0"/>
              <a:t>2-  EN ATTENDANT DE VOIR TON REGARD POUR LA PREMIÈRE FOIS</a:t>
            </a:r>
          </a:p>
          <a:p>
            <a:r>
              <a:rPr lang="fr-FR" smtClean="0"/>
              <a:t>Waiting for the look in your eyes when we meet for the first time</a:t>
            </a:r>
            <a:br>
              <a:rPr lang="fr-FR" smtClean="0"/>
            </a:br>
            <a:r>
              <a:rPr lang="fr-FR" smtClean="0"/>
              <a:t>3-  MON AMOUR SAIS-TU  QUE JE PRIE POUR TOI</a:t>
            </a:r>
          </a:p>
          <a:p>
            <a:r>
              <a:rPr lang="fr-FR" smtClean="0"/>
              <a:t>And Darling did you know that I, I pray about you,</a:t>
            </a:r>
            <a:br>
              <a:rPr lang="fr-FR" smtClean="0"/>
            </a:br>
            <a:r>
              <a:rPr lang="fr-FR" smtClean="0"/>
              <a:t>4-  ET CROIS QUE TU T'ACCROCHERAS POUR TE GARDER POUR MOI </a:t>
            </a:r>
          </a:p>
          <a:p>
            <a:r>
              <a:rPr lang="fr-FR" smtClean="0"/>
              <a:t>Praying that you will hold on Keep your loving eyes only for me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  	6-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7-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 	8-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9-  ATTENDS MOI, ATTENDS MOI </a:t>
            </a:r>
          </a:p>
          <a:p>
            <a:r>
              <a:rPr lang="fr-FR" smtClean="0"/>
              <a:t>	(Darling wait, Darling Wait)</a:t>
            </a:r>
          </a:p>
          <a:p>
            <a:endParaRPr lang="fr-FR" smtClean="0"/>
          </a:p>
          <a:p>
            <a:r>
              <a:rPr lang="fr-FR" smtClean="0"/>
              <a:t> 
10- MON AMOUR SAIS-TU QUE JE RÊVE  DE NOTRE VIE ENSEMBLE </a:t>
            </a:r>
          </a:p>
          <a:p>
            <a:r>
              <a:rPr lang="fr-FR" smtClean="0"/>
              <a:t>Darling did you know I dream about life together</a:t>
            </a:r>
            <a:br>
              <a:rPr lang="fr-FR" smtClean="0"/>
            </a:br>
            <a:r>
              <a:rPr lang="fr-FR" smtClean="0"/>
              <a:t>11- JE SAIS QU'ELLE DURERA TOUJOURS JE SERAIS À TOI, TU SERAS À MOI</a:t>
            </a:r>
          </a:p>
          <a:p>
            <a:r>
              <a:rPr lang="fr-FR" smtClean="0"/>
              <a:t>Knowing you will be forever. I'll be yours and you'll be mine.</a:t>
            </a:r>
            <a:br>
              <a:rPr lang="fr-FR" smtClean="0"/>
            </a:br>
            <a:r>
              <a:rPr lang="fr-FR" smtClean="0"/>
              <a:t>12- ET QUAND JE DIRAI JUSQU'À CE QUE LA MORT NOUS SÉPARE  </a:t>
            </a:r>
          </a:p>
          <a:p>
            <a:r>
              <a:rPr lang="fr-FR" smtClean="0"/>
              <a:t>And Darling when I say, "till death do us part",</a:t>
            </a:r>
            <a:br>
              <a:rPr lang="fr-FR" smtClean="0"/>
            </a:br>
            <a:r>
              <a:rPr lang="fr-FR" smtClean="0"/>
              <a:t>13- CE SERA DE TOUT MON CŒUR JE TE SERAI FIDÈLE À      JAMAIS </a:t>
            </a:r>
          </a:p>
          <a:p>
            <a:r>
              <a:rPr lang="fr-FR" smtClean="0"/>
              <a:t>I'll mean it with all of my heart, now and always faithful to you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TU AS SÛREMENT FAIT DES ERREURS</a:t>
            </a:r>
          </a:p>
          <a:p>
            <a:r>
              <a:rPr lang="fr-FR" smtClean="0"/>
              <a:t>Now I know you may have made mistakes,
15-MAIS IL Y A LE PARDON  ET UNE SECONDE CHANCE</a:t>
            </a:r>
          </a:p>
          <a:p>
            <a:r>
              <a:rPr lang="fr-FR" smtClean="0"/>
              <a:t>But there's forgiveness and a second chance.
16-  ALORS ATTENDS MOI MON AMOUR ATTENDS MOI </a:t>
            </a:r>
          </a:p>
          <a:p>
            <a:r>
              <a:rPr lang="fr-FR" smtClean="0"/>
              <a:t>So wait for me, Darling wait for me, wait for me, wait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17- ATTENDS MOI, ATTENDS MOI </a:t>
            </a:r>
          </a:p>
          <a:p>
            <a:r>
              <a:rPr lang="fr-FR" smtClean="0"/>
              <a:t>Wait for me, Darling Wait</a:t>
            </a:r>
          </a:p>
          <a:p>
            <a:r>
              <a:rPr lang="fr-FR" smtClean="0"/>
              <a:t>18-PARCE QUE JE T'ATTENDS  x2</a:t>
            </a:r>
          </a:p>
          <a:p>
            <a:r>
              <a:rPr lang="fr-FR" smtClean="0"/>
              <a:t>Because I am waiting for you, Because I am waiting for you</a:t>
            </a:r>
            <a:br>
              <a:rPr lang="fr-FR" smtClean="0"/>
            </a:br>
            <a:r>
              <a:rPr lang="fr-FR" smtClean="0"/>
              <a:t>19- ATTENDS MOI, ATTENDS MOI 
So wait for me, Darling wait Wait for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MON AMOUR SAIS-TU  QUE JE RÊVE DE TOI</a:t>
            </a:r>
          </a:p>
          <a:p>
            <a:r>
              <a:rPr lang="fr-FR" b="0" smtClean="0"/>
              <a:t>Darling did you know that I, I dream about you,</a:t>
            </a:r>
            <a:br>
              <a:rPr lang="fr-FR" b="0" smtClean="0"/>
            </a:br>
            <a:r>
              <a:rPr lang="fr-FR" b="0" smtClean="0"/>
              <a:t>2-  EN ATTENDANT DE VOIR TON REGARD POUR LA PREMIÈRE FOIS</a:t>
            </a:r>
          </a:p>
          <a:p>
            <a:r>
              <a:rPr lang="fr-FR" b="0" smtClean="0"/>
              <a:t>Waiting for the look in your eyes when we meet for the first time</a:t>
            </a:r>
            <a:br>
              <a:rPr lang="fr-FR" b="0" smtClean="0"/>
            </a:br>
            <a:r>
              <a:rPr lang="fr-FR" b="0" smtClean="0"/>
              <a:t>3-  MON AMOUR SAIS-TU  QUE JE PRIE POUR TOI</a:t>
            </a:r>
          </a:p>
          <a:p>
            <a:r>
              <a:rPr lang="fr-FR" b="0" smtClean="0"/>
              <a:t>And Darling did you know that I, I pray about you,</a:t>
            </a:r>
            <a:br>
              <a:rPr lang="fr-FR" b="0" smtClean="0"/>
            </a:br>
            <a:r>
              <a:rPr lang="fr-FR" b="0" smtClean="0"/>
              <a:t>4-  ET CROIS QUE TU T'ACCROCHERAS POUR TE GARDER POUR MOI </a:t>
            </a:r>
          </a:p>
          <a:p>
            <a:r>
              <a:rPr lang="fr-FR" b="0" smtClean="0"/>
              <a:t>Praying that you will hold on Keep your loving eyes only for me</a:t>
            </a:r>
          </a:p>
          <a:p>
            <a:endParaRPr lang="fr-FR" b="0" smtClean="0"/>
          </a:p>
          <a:p>
            <a:r>
              <a:rPr lang="fr-FR" b="0" smtClean="0"/>
              <a:t>	REFRAIN :</a:t>
            </a:r>
          </a:p>
          <a:p>
            <a:r>
              <a:rPr lang="fr-FR" b="0" smtClean="0"/>
              <a:t>	5-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  	6-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7-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 	8-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9-  ATTENDS MOI, ATTENDS MOI </a:t>
            </a:r>
          </a:p>
          <a:p>
            <a:r>
              <a:rPr lang="fr-FR" b="0" smtClean="0"/>
              <a:t>	(Darling wait, Darling Wait)</a:t>
            </a:r>
          </a:p>
          <a:p>
            <a:endParaRPr lang="fr-FR" b="0" smtClean="0"/>
          </a:p>
          <a:p>
            <a:r>
              <a:rPr lang="fr-FR" b="0" smtClean="0"/>
              <a:t> 
10- MON AMOUR SAIS-TU QUE JE RÊVE  DE NOTRE VIE ENSEMBLE </a:t>
            </a:r>
          </a:p>
          <a:p>
            <a:r>
              <a:rPr lang="fr-FR" b="0" smtClean="0"/>
              <a:t>Darling did you know I dream about life together</a:t>
            </a:r>
            <a:br>
              <a:rPr lang="fr-FR" b="0" smtClean="0"/>
            </a:br>
            <a:r>
              <a:rPr lang="fr-FR" b="0" smtClean="0"/>
              <a:t>11- JE SAIS QU'ELLE DURERA TOUJOURS JE SERAIS À TOI, TU SERAS À MOI</a:t>
            </a:r>
          </a:p>
          <a:p>
            <a:r>
              <a:rPr lang="fr-FR" b="0" smtClean="0"/>
              <a:t>Knowing you will be forever. I'll be yours and you'll be mine.</a:t>
            </a:r>
            <a:br>
              <a:rPr lang="fr-FR" b="0" smtClean="0"/>
            </a:br>
            <a:r>
              <a:rPr lang="fr-FR" b="0" smtClean="0"/>
              <a:t>12- ET QUAND JE DIRAI JUSQU'À CE QUE LA MORT NOUS SÉPARE  </a:t>
            </a:r>
          </a:p>
          <a:p>
            <a:r>
              <a:rPr lang="fr-FR" b="0" smtClean="0"/>
              <a:t>And Darling when I say, "till death do us part",</a:t>
            </a:r>
            <a:br>
              <a:rPr lang="fr-FR" b="0" smtClean="0"/>
            </a:br>
            <a:r>
              <a:rPr lang="fr-FR" b="0" smtClean="0"/>
              <a:t>13- CE SERA DE TOUT MON CŒUR JE TE SERAI FIDÈLE À      JAMAIS </a:t>
            </a:r>
          </a:p>
          <a:p>
            <a:r>
              <a:rPr lang="fr-FR" b="0" smtClean="0"/>
              <a:t>I'll mean it with all of my heart, now and always faithful to you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14- TU AS SÛREMENT FAIT DES ERREURS</a:t>
            </a:r>
          </a:p>
          <a:p>
            <a:r>
              <a:rPr lang="fr-FR" b="0" smtClean="0"/>
              <a:t>Now I know you may have made mistakes,
15-MAIS IL Y A LE PARDON  ET UNE SECONDE CHANCE</a:t>
            </a:r>
          </a:p>
          <a:p>
            <a:r>
              <a:rPr lang="fr-FR" b="0" smtClean="0"/>
              <a:t>But there's forgiveness and a second chance.
16-  ALORS ATTENDS MOI MON AMOUR ATTENDS MOI </a:t>
            </a:r>
          </a:p>
          <a:p>
            <a:r>
              <a:rPr lang="fr-FR" b="0" smtClean="0"/>
              <a:t>So wait for me, Darling wait for me, wait for me, wait for me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r>
              <a:rPr lang="fr-FR" b="0" smtClean="0"/>
              <a:t>
17- ATTENDS MOI, ATTENDS MOI </a:t>
            </a:r>
          </a:p>
          <a:p>
            <a:r>
              <a:rPr lang="fr-FR" b="0" smtClean="0"/>
              <a:t>Wait for me, Darling Wait</a:t>
            </a:r>
          </a:p>
          <a:p>
            <a:r>
              <a:rPr lang="fr-FR" b="0" smtClean="0"/>
              <a:t>18-PARCE QUE JE T'ATTENDS  x2</a:t>
            </a:r>
          </a:p>
          <a:p>
            <a:r>
              <a:rPr lang="fr-FR" b="0" smtClean="0"/>
              <a:t>Because I am waiting for you, Because I am waiting for you</a:t>
            </a:r>
            <a:br>
              <a:rPr lang="fr-FR" b="0" smtClean="0"/>
            </a:br>
            <a:r>
              <a:rPr lang="fr-FR" b="0" smtClean="0"/>
              <a:t>19- ATTENDS MOI, ATTENDS MOI 
So wait for me, Darling wait Wait for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AMOUR SAIS-TU  QUE JE RÊVE DE TOI</a:t>
            </a:r>
          </a:p>
          <a:p>
            <a:r>
              <a:rPr lang="fr-FR" smtClean="0"/>
              <a:t>Darling did you know that I, I dream about you,</a:t>
            </a:r>
            <a:br>
              <a:rPr lang="fr-FR" smtClean="0"/>
            </a:br>
            <a:r>
              <a:rPr lang="fr-FR" smtClean="0"/>
              <a:t>2-  EN ATTENDANT DE VOIR TON REGARD POUR LA PREMIÈRE FOIS</a:t>
            </a:r>
          </a:p>
          <a:p>
            <a:r>
              <a:rPr lang="fr-FR" smtClean="0"/>
              <a:t>Waiting for the look in your eyes when we meet for the first time</a:t>
            </a:r>
            <a:br>
              <a:rPr lang="fr-FR" smtClean="0"/>
            </a:br>
            <a:r>
              <a:rPr lang="fr-FR" smtClean="0"/>
              <a:t>3-  MON AMOUR SAIS-TU  QUE JE PRIE POUR TOI</a:t>
            </a:r>
          </a:p>
          <a:p>
            <a:r>
              <a:rPr lang="fr-FR" smtClean="0"/>
              <a:t>And Darling did you know that I, I pray about you,</a:t>
            </a:r>
            <a:br>
              <a:rPr lang="fr-FR" smtClean="0"/>
            </a:br>
            <a:r>
              <a:rPr lang="fr-FR" smtClean="0"/>
              <a:t>4-  ET CROIS QUE TU T'ACCROCHERAS POUR TE GARDER POUR MOI </a:t>
            </a:r>
          </a:p>
          <a:p>
            <a:r>
              <a:rPr lang="fr-FR" smtClean="0"/>
              <a:t>Praying that you will hold on Keep your loving eyes only for me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  	6-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7-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 	8-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9-  ATTENDS MOI, ATTENDS MOI </a:t>
            </a:r>
          </a:p>
          <a:p>
            <a:r>
              <a:rPr lang="fr-FR" smtClean="0"/>
              <a:t>	(Darling wait, Darling Wait)</a:t>
            </a:r>
          </a:p>
          <a:p>
            <a:endParaRPr lang="fr-FR" smtClean="0"/>
          </a:p>
          <a:p>
            <a:r>
              <a:rPr lang="fr-FR" smtClean="0"/>
              <a:t> 
10- MON AMOUR SAIS-TU QUE JE RÊVE  DE NOTRE VIE ENSEMBLE </a:t>
            </a:r>
          </a:p>
          <a:p>
            <a:r>
              <a:rPr lang="fr-FR" smtClean="0"/>
              <a:t>Darling did you know I dream about life together</a:t>
            </a:r>
            <a:br>
              <a:rPr lang="fr-FR" smtClean="0"/>
            </a:br>
            <a:r>
              <a:rPr lang="fr-FR" smtClean="0"/>
              <a:t>11- JE SAIS QU'ELLE DURERA TOUJOURS JE SERAIS À TOI, TU SERAS À MOI</a:t>
            </a:r>
          </a:p>
          <a:p>
            <a:r>
              <a:rPr lang="fr-FR" smtClean="0"/>
              <a:t>Knowing you will be forever. I'll be yours and you'll be mine.</a:t>
            </a:r>
            <a:br>
              <a:rPr lang="fr-FR" smtClean="0"/>
            </a:br>
            <a:r>
              <a:rPr lang="fr-FR" smtClean="0"/>
              <a:t>12- ET QUAND JE DIRAI JUSQU'À CE QUE LA MORT NOUS SÉPARE  </a:t>
            </a:r>
          </a:p>
          <a:p>
            <a:r>
              <a:rPr lang="fr-FR" smtClean="0"/>
              <a:t>And Darling when I say, "till death do us part",</a:t>
            </a:r>
            <a:br>
              <a:rPr lang="fr-FR" smtClean="0"/>
            </a:br>
            <a:r>
              <a:rPr lang="fr-FR" smtClean="0"/>
              <a:t>13- CE SERA DE TOUT MON CŒUR JE TE SERAI FIDÈLE À      JAMAIS </a:t>
            </a:r>
          </a:p>
          <a:p>
            <a:r>
              <a:rPr lang="fr-FR" smtClean="0"/>
              <a:t>I'll mean it with all of my heart, now and always faithful to you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TU AS SÛREMENT FAIT DES ERREURS</a:t>
            </a:r>
          </a:p>
          <a:p>
            <a:r>
              <a:rPr lang="fr-FR" smtClean="0"/>
              <a:t>Now I know you may have made mistakes,
15-MAIS IL Y A LE PARDON  ET UNE SECONDE CHANCE</a:t>
            </a:r>
          </a:p>
          <a:p>
            <a:r>
              <a:rPr lang="fr-FR" smtClean="0"/>
              <a:t>But there's forgiveness and a second chance.
16-  ALORS ATTENDS MOI MON AMOUR ATTENDS MOI </a:t>
            </a:r>
          </a:p>
          <a:p>
            <a:r>
              <a:rPr lang="fr-FR" smtClean="0"/>
              <a:t>So wait for me, Darling wait for me, wait for me, wait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17- ATTENDS MOI, ATTENDS MOI </a:t>
            </a:r>
          </a:p>
          <a:p>
            <a:r>
              <a:rPr lang="fr-FR" smtClean="0"/>
              <a:t>Wait for me, Darling Wait</a:t>
            </a:r>
          </a:p>
          <a:p>
            <a:r>
              <a:rPr lang="fr-FR" smtClean="0"/>
              <a:t>18-PARCE QUE JE T'ATTENDS  x2</a:t>
            </a:r>
          </a:p>
          <a:p>
            <a:r>
              <a:rPr lang="fr-FR" smtClean="0"/>
              <a:t>Because I am waiting for you, Because I am waiting for you</a:t>
            </a:r>
            <a:br>
              <a:rPr lang="fr-FR" smtClean="0"/>
            </a:br>
            <a:r>
              <a:rPr lang="fr-FR" smtClean="0"/>
              <a:t>19- ATTENDS MOI, ATTENDS MOI 
So wait for me, Darling wait Wait for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MON AMOUR SAIS-TU  QUE JE RÊVE DE TOI</a:t>
            </a:r>
          </a:p>
          <a:p>
            <a:r>
              <a:rPr lang="fr-FR" b="0" smtClean="0"/>
              <a:t>Darling did you know that I, I dream about you,</a:t>
            </a:r>
            <a:br>
              <a:rPr lang="fr-FR" b="0" smtClean="0"/>
            </a:br>
            <a:r>
              <a:rPr lang="fr-FR" b="0" smtClean="0"/>
              <a:t>2-  EN ATTENDANT DE VOIR TON REGARD POUR LA PREMIÈRE FOIS</a:t>
            </a:r>
          </a:p>
          <a:p>
            <a:r>
              <a:rPr lang="fr-FR" b="0" smtClean="0"/>
              <a:t>Waiting for the look in your eyes when we meet for the first time</a:t>
            </a:r>
            <a:br>
              <a:rPr lang="fr-FR" b="0" smtClean="0"/>
            </a:br>
            <a:r>
              <a:rPr lang="fr-FR" b="0" smtClean="0"/>
              <a:t>3-  MON AMOUR SAIS-TU  QUE JE PRIE POUR TOI</a:t>
            </a:r>
          </a:p>
          <a:p>
            <a:r>
              <a:rPr lang="fr-FR" b="0" smtClean="0"/>
              <a:t>And Darling did you know that I, I pray about you,</a:t>
            </a:r>
            <a:br>
              <a:rPr lang="fr-FR" b="0" smtClean="0"/>
            </a:br>
            <a:r>
              <a:rPr lang="fr-FR" b="0" smtClean="0"/>
              <a:t>4-  ET CROIS QUE TU T'ACCROCHERAS POUR TE GARDER POUR MOI </a:t>
            </a:r>
          </a:p>
          <a:p>
            <a:r>
              <a:rPr lang="fr-FR" b="0" smtClean="0"/>
              <a:t>Praying that you will hold on Keep your loving eyes only for me</a:t>
            </a:r>
          </a:p>
          <a:p>
            <a:endParaRPr lang="fr-FR" b="0" smtClean="0"/>
          </a:p>
          <a:p>
            <a:r>
              <a:rPr lang="fr-FR" b="0" smtClean="0"/>
              <a:t>	REFRAIN :</a:t>
            </a:r>
          </a:p>
          <a:p>
            <a:r>
              <a:rPr lang="fr-FR" b="0" smtClean="0"/>
              <a:t>	5-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  	6-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7-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 	8-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9-  ATTENDS MOI, ATTENDS MOI </a:t>
            </a:r>
          </a:p>
          <a:p>
            <a:r>
              <a:rPr lang="fr-FR" b="0" smtClean="0"/>
              <a:t>	(Darling wait, Darling Wait)</a:t>
            </a:r>
          </a:p>
          <a:p>
            <a:endParaRPr lang="fr-FR" b="0" smtClean="0"/>
          </a:p>
          <a:p>
            <a:r>
              <a:rPr lang="fr-FR" b="0" smtClean="0"/>
              <a:t> 
10- MON AMOUR SAIS-TU QUE JE RÊVE  DE NOTRE VIE ENSEMBLE </a:t>
            </a:r>
          </a:p>
          <a:p>
            <a:r>
              <a:rPr lang="fr-FR" b="0" smtClean="0"/>
              <a:t>Darling did you know I dream about life together</a:t>
            </a:r>
            <a:br>
              <a:rPr lang="fr-FR" b="0" smtClean="0"/>
            </a:br>
            <a:r>
              <a:rPr lang="fr-FR" b="0" smtClean="0"/>
              <a:t>11- JE SAIS QU'ELLE DURERA TOUJOURS JE SERAIS À TOI, TU SERAS À MOI</a:t>
            </a:r>
          </a:p>
          <a:p>
            <a:r>
              <a:rPr lang="fr-FR" b="0" smtClean="0"/>
              <a:t>Knowing you will be forever. I'll be yours and you'll be mine.</a:t>
            </a:r>
            <a:br>
              <a:rPr lang="fr-FR" b="0" smtClean="0"/>
            </a:br>
            <a:r>
              <a:rPr lang="fr-FR" b="0" smtClean="0"/>
              <a:t>12- ET QUAND JE DIRAI JUSQU'À CE QUE LA MORT NOUS SÉPARE  </a:t>
            </a:r>
          </a:p>
          <a:p>
            <a:r>
              <a:rPr lang="fr-FR" b="0" smtClean="0"/>
              <a:t>And Darling when I say, "till death do us part",</a:t>
            </a:r>
            <a:br>
              <a:rPr lang="fr-FR" b="0" smtClean="0"/>
            </a:br>
            <a:r>
              <a:rPr lang="fr-FR" b="0" smtClean="0"/>
              <a:t>13- CE SERA DE TOUT MON CŒUR JE TE SERAI FIDÈLE À      JAMAIS </a:t>
            </a:r>
          </a:p>
          <a:p>
            <a:r>
              <a:rPr lang="fr-FR" b="0" smtClean="0"/>
              <a:t>I'll mean it with all of my heart, now and always faithful to you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14- TU AS SÛREMENT FAIT DES ERREURS</a:t>
            </a:r>
          </a:p>
          <a:p>
            <a:r>
              <a:rPr lang="fr-FR" b="0" smtClean="0"/>
              <a:t>Now I know you may have made mistakes,
15-MAIS IL Y A LE PARDON  ET UNE SECONDE CHANCE</a:t>
            </a:r>
          </a:p>
          <a:p>
            <a:r>
              <a:rPr lang="fr-FR" b="0" smtClean="0"/>
              <a:t>But there's forgiveness and a second chance.
16-  ALORS ATTENDS MOI MON AMOUR ATTENDS MOI </a:t>
            </a:r>
          </a:p>
          <a:p>
            <a:r>
              <a:rPr lang="fr-FR" b="0" smtClean="0"/>
              <a:t>So wait for me, Darling wait for me, wait for me, wait for me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r>
              <a:rPr lang="fr-FR" b="0" smtClean="0"/>
              <a:t>
17- ATTENDS MOI, ATTENDS MOI </a:t>
            </a:r>
          </a:p>
          <a:p>
            <a:r>
              <a:rPr lang="fr-FR" b="0" smtClean="0"/>
              <a:t>Wait for me, Darling Wait</a:t>
            </a:r>
          </a:p>
          <a:p>
            <a:r>
              <a:rPr lang="fr-FR" b="0" smtClean="0"/>
              <a:t>18-PARCE QUE JE T'ATTENDS  x2</a:t>
            </a:r>
          </a:p>
          <a:p>
            <a:r>
              <a:rPr lang="fr-FR" b="0" smtClean="0"/>
              <a:t>Because I am waiting for you, Because I am waiting for you</a:t>
            </a:r>
            <a:br>
              <a:rPr lang="fr-FR" b="0" smtClean="0"/>
            </a:br>
            <a:r>
              <a:rPr lang="fr-FR" b="0" smtClean="0"/>
              <a:t>19- ATTENDS MOI, ATTENDS MOI 
So wait for me, Darling wait Wait for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AMOUR SAIS-TU  QUE JE RÊVE DE TOI</a:t>
            </a:r>
          </a:p>
          <a:p>
            <a:r>
              <a:rPr lang="fr-FR" smtClean="0"/>
              <a:t>Darling did you know that I, I dream about you,</a:t>
            </a:r>
            <a:br>
              <a:rPr lang="fr-FR" smtClean="0"/>
            </a:br>
            <a:r>
              <a:rPr lang="fr-FR" smtClean="0"/>
              <a:t>2-  EN ATTENDANT DE VOIR TON REGARD POUR LA PREMIÈRE FOIS</a:t>
            </a:r>
          </a:p>
          <a:p>
            <a:r>
              <a:rPr lang="fr-FR" smtClean="0"/>
              <a:t>Waiting for the look in your eyes when we meet for the first time</a:t>
            </a:r>
            <a:br>
              <a:rPr lang="fr-FR" smtClean="0"/>
            </a:br>
            <a:r>
              <a:rPr lang="fr-FR" smtClean="0"/>
              <a:t>3-  MON AMOUR SAIS-TU  QUE JE PRIE POUR TOI</a:t>
            </a:r>
          </a:p>
          <a:p>
            <a:r>
              <a:rPr lang="fr-FR" smtClean="0"/>
              <a:t>And Darling did you know that I, I pray about you,</a:t>
            </a:r>
            <a:br>
              <a:rPr lang="fr-FR" smtClean="0"/>
            </a:br>
            <a:r>
              <a:rPr lang="fr-FR" smtClean="0"/>
              <a:t>4-  ET CROIS QUE TU T'ACCROCHERAS POUR TE GARDER POUR MOI </a:t>
            </a:r>
          </a:p>
          <a:p>
            <a:r>
              <a:rPr lang="fr-FR" smtClean="0"/>
              <a:t>Praying that you will hold on Keep your loving eyes only for me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  	6-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7-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 	8-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9-  ATTENDS MOI, ATTENDS MOI </a:t>
            </a:r>
          </a:p>
          <a:p>
            <a:r>
              <a:rPr lang="fr-FR" smtClean="0"/>
              <a:t>	(Darling wait, Darling Wait)</a:t>
            </a:r>
          </a:p>
          <a:p>
            <a:endParaRPr lang="fr-FR" smtClean="0"/>
          </a:p>
          <a:p>
            <a:r>
              <a:rPr lang="fr-FR" smtClean="0"/>
              <a:t> 
10- MON AMOUR SAIS-TU QUE JE RÊVE  DE NOTRE VIE ENSEMBLE </a:t>
            </a:r>
          </a:p>
          <a:p>
            <a:r>
              <a:rPr lang="fr-FR" smtClean="0"/>
              <a:t>Darling did you know I dream about life together</a:t>
            </a:r>
            <a:br>
              <a:rPr lang="fr-FR" smtClean="0"/>
            </a:br>
            <a:r>
              <a:rPr lang="fr-FR" smtClean="0"/>
              <a:t>11- JE SAIS QU'ELLE DURERA TOUJOURS JE SERAIS À TOI, TU SERAS À MOI</a:t>
            </a:r>
          </a:p>
          <a:p>
            <a:r>
              <a:rPr lang="fr-FR" smtClean="0"/>
              <a:t>Knowing you will be forever. I'll be yours and you'll be mine.</a:t>
            </a:r>
            <a:br>
              <a:rPr lang="fr-FR" smtClean="0"/>
            </a:br>
            <a:r>
              <a:rPr lang="fr-FR" smtClean="0"/>
              <a:t>12- ET QUAND JE DIRAI JUSQU'À CE QUE LA MORT NOUS SÉPARE  </a:t>
            </a:r>
          </a:p>
          <a:p>
            <a:r>
              <a:rPr lang="fr-FR" smtClean="0"/>
              <a:t>And Darling when I say, "till death do us part",</a:t>
            </a:r>
            <a:br>
              <a:rPr lang="fr-FR" smtClean="0"/>
            </a:br>
            <a:r>
              <a:rPr lang="fr-FR" smtClean="0"/>
              <a:t>13- CE SERA DE TOUT MON CŒUR JE TE SERAI FIDÈLE À      JAMAIS </a:t>
            </a:r>
          </a:p>
          <a:p>
            <a:r>
              <a:rPr lang="fr-FR" smtClean="0"/>
              <a:t>I'll mean it with all of my heart, now and always faithful to you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TU AS SÛREMENT FAIT DES ERREURS</a:t>
            </a:r>
          </a:p>
          <a:p>
            <a:r>
              <a:rPr lang="fr-FR" smtClean="0"/>
              <a:t>Now I know you may have made mistakes,
15-MAIS IL Y A LE PARDON  ET UNE SECONDE CHANCE</a:t>
            </a:r>
          </a:p>
          <a:p>
            <a:r>
              <a:rPr lang="fr-FR" smtClean="0"/>
              <a:t>But there's forgiveness and a second chance.
16-  ALORS ATTENDS MOI MON AMOUR ATTENDS MOI </a:t>
            </a:r>
          </a:p>
          <a:p>
            <a:r>
              <a:rPr lang="fr-FR" smtClean="0"/>
              <a:t>So wait for me, Darling wait for me, wait for me, wait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17- ATTENDS MOI, ATTENDS MOI </a:t>
            </a:r>
          </a:p>
          <a:p>
            <a:r>
              <a:rPr lang="fr-FR" smtClean="0"/>
              <a:t>Wait for me, Darling Wait</a:t>
            </a:r>
          </a:p>
          <a:p>
            <a:r>
              <a:rPr lang="fr-FR" smtClean="0"/>
              <a:t>18-PARCE QUE JE T'ATTENDS  x2</a:t>
            </a:r>
          </a:p>
          <a:p>
            <a:r>
              <a:rPr lang="fr-FR" smtClean="0"/>
              <a:t>Because I am waiting for you, Because I am waiting for you</a:t>
            </a:r>
            <a:br>
              <a:rPr lang="fr-FR" smtClean="0"/>
            </a:br>
            <a:r>
              <a:rPr lang="fr-FR" smtClean="0"/>
              <a:t>19- ATTENDS MOI, ATTENDS MOI 
So wait for me, Darling wait Wait for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MON AMOUR SAIS-TU  QUE JE RÊVE DE TOI</a:t>
            </a:r>
          </a:p>
          <a:p>
            <a:r>
              <a:rPr lang="fr-FR" b="0" smtClean="0"/>
              <a:t>Darling did you know that I, I dream about you,</a:t>
            </a:r>
            <a:br>
              <a:rPr lang="fr-FR" b="0" smtClean="0"/>
            </a:br>
            <a:r>
              <a:rPr lang="fr-FR" b="0" smtClean="0"/>
              <a:t>2-  EN ATTENDANT DE VOIR TON REGARD POUR LA PREMIÈRE FOIS</a:t>
            </a:r>
          </a:p>
          <a:p>
            <a:r>
              <a:rPr lang="fr-FR" b="0" smtClean="0"/>
              <a:t>Waiting for the look in your eyes when we meet for the first time</a:t>
            </a:r>
            <a:br>
              <a:rPr lang="fr-FR" b="0" smtClean="0"/>
            </a:br>
            <a:r>
              <a:rPr lang="fr-FR" b="0" smtClean="0"/>
              <a:t>3-  MON AMOUR SAIS-TU  QUE JE PRIE POUR TOI</a:t>
            </a:r>
          </a:p>
          <a:p>
            <a:r>
              <a:rPr lang="fr-FR" b="0" smtClean="0"/>
              <a:t>And Darling did you know that I, I pray about you,</a:t>
            </a:r>
            <a:br>
              <a:rPr lang="fr-FR" b="0" smtClean="0"/>
            </a:br>
            <a:r>
              <a:rPr lang="fr-FR" b="0" smtClean="0"/>
              <a:t>4-  ET CROIS QUE TU T'ACCROCHERAS POUR TE GARDER POUR MOI </a:t>
            </a:r>
          </a:p>
          <a:p>
            <a:r>
              <a:rPr lang="fr-FR" b="0" smtClean="0"/>
              <a:t>Praying that you will hold on Keep your loving eyes only for me</a:t>
            </a:r>
          </a:p>
          <a:p>
            <a:endParaRPr lang="fr-FR" b="0" smtClean="0"/>
          </a:p>
          <a:p>
            <a:r>
              <a:rPr lang="fr-FR" b="0" smtClean="0"/>
              <a:t>	REFRAIN :</a:t>
            </a:r>
          </a:p>
          <a:p>
            <a:r>
              <a:rPr lang="fr-FR" b="0" smtClean="0"/>
              <a:t>	5-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  	6-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7-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 	8-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9-  ATTENDS MOI, ATTENDS MOI </a:t>
            </a:r>
          </a:p>
          <a:p>
            <a:r>
              <a:rPr lang="fr-FR" b="0" smtClean="0"/>
              <a:t>	(Darling wait, Darling Wait)</a:t>
            </a:r>
          </a:p>
          <a:p>
            <a:endParaRPr lang="fr-FR" b="0" smtClean="0"/>
          </a:p>
          <a:p>
            <a:r>
              <a:rPr lang="fr-FR" b="0" smtClean="0"/>
              <a:t> 
10- MON AMOUR SAIS-TU QUE JE RÊVE  DE NOTRE VIE ENSEMBLE </a:t>
            </a:r>
          </a:p>
          <a:p>
            <a:r>
              <a:rPr lang="fr-FR" b="0" smtClean="0"/>
              <a:t>Darling did you know I dream about life together</a:t>
            </a:r>
            <a:br>
              <a:rPr lang="fr-FR" b="0" smtClean="0"/>
            </a:br>
            <a:r>
              <a:rPr lang="fr-FR" b="0" smtClean="0"/>
              <a:t>11- JE SAIS QU'ELLE DURERA TOUJOURS JE SERAIS À TOI, TU SERAS À MOI</a:t>
            </a:r>
          </a:p>
          <a:p>
            <a:r>
              <a:rPr lang="fr-FR" b="0" smtClean="0"/>
              <a:t>Knowing you will be forever. I'll be yours and you'll be mine.</a:t>
            </a:r>
            <a:br>
              <a:rPr lang="fr-FR" b="0" smtClean="0"/>
            </a:br>
            <a:r>
              <a:rPr lang="fr-FR" b="0" smtClean="0"/>
              <a:t>12- ET QUAND JE DIRAI JUSQU'À CE QUE LA MORT NOUS SÉPARE  </a:t>
            </a:r>
          </a:p>
          <a:p>
            <a:r>
              <a:rPr lang="fr-FR" b="0" smtClean="0"/>
              <a:t>And Darling when I say, "till death do us part",</a:t>
            </a:r>
            <a:br>
              <a:rPr lang="fr-FR" b="0" smtClean="0"/>
            </a:br>
            <a:r>
              <a:rPr lang="fr-FR" b="0" smtClean="0"/>
              <a:t>13- CE SERA DE TOUT MON CŒUR JE TE SERAI FIDÈLE À      JAMAIS </a:t>
            </a:r>
          </a:p>
          <a:p>
            <a:r>
              <a:rPr lang="fr-FR" b="0" smtClean="0"/>
              <a:t>I'll mean it with all of my heart, now and always faithful to you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14- TU AS SÛREMENT FAIT DES ERREURS</a:t>
            </a:r>
          </a:p>
          <a:p>
            <a:r>
              <a:rPr lang="fr-FR" b="0" smtClean="0"/>
              <a:t>Now I know you may have made mistakes,
15-MAIS IL Y A LE PARDON  ET UNE SECONDE CHANCE</a:t>
            </a:r>
          </a:p>
          <a:p>
            <a:r>
              <a:rPr lang="fr-FR" b="0" smtClean="0"/>
              <a:t>But there's forgiveness and a second chance.
16-  ALORS ATTENDS MOI MON AMOUR ATTENDS MOI </a:t>
            </a:r>
          </a:p>
          <a:p>
            <a:r>
              <a:rPr lang="fr-FR" b="0" smtClean="0"/>
              <a:t>So wait for me, Darling wait for me, wait for me, wait for me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r>
              <a:rPr lang="fr-FR" b="0" smtClean="0"/>
              <a:t>
17- ATTENDS MOI, ATTENDS MOI </a:t>
            </a:r>
          </a:p>
          <a:p>
            <a:r>
              <a:rPr lang="fr-FR" b="0" smtClean="0"/>
              <a:t>Wait for me, Darling Wait</a:t>
            </a:r>
          </a:p>
          <a:p>
            <a:r>
              <a:rPr lang="fr-FR" b="0" smtClean="0"/>
              <a:t>18-PARCE QUE JE T'ATTENDS  x2</a:t>
            </a:r>
          </a:p>
          <a:p>
            <a:r>
              <a:rPr lang="fr-FR" b="0" smtClean="0"/>
              <a:t>Because I am waiting for you, Because I am waiting for you</a:t>
            </a:r>
            <a:br>
              <a:rPr lang="fr-FR" b="0" smtClean="0"/>
            </a:br>
            <a:r>
              <a:rPr lang="fr-FR" b="0" smtClean="0"/>
              <a:t>19- ATTENDS MOI, ATTENDS MOI 
So wait for me, Darling wait Wait for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AMOUR SAIS-TU  QUE JE RÊVE DE TOI</a:t>
            </a:r>
          </a:p>
          <a:p>
            <a:r>
              <a:rPr lang="fr-FR" smtClean="0"/>
              <a:t>Darling did you know that I, I dream about you,</a:t>
            </a:r>
            <a:br>
              <a:rPr lang="fr-FR" smtClean="0"/>
            </a:br>
            <a:r>
              <a:rPr lang="fr-FR" smtClean="0"/>
              <a:t>2-  EN ATTENDANT DE VOIR TON REGARD POUR LA PREMIÈRE FOIS</a:t>
            </a:r>
          </a:p>
          <a:p>
            <a:r>
              <a:rPr lang="fr-FR" smtClean="0"/>
              <a:t>Waiting for the look in your eyes when we meet for the first time</a:t>
            </a:r>
            <a:br>
              <a:rPr lang="fr-FR" smtClean="0"/>
            </a:br>
            <a:r>
              <a:rPr lang="fr-FR" smtClean="0"/>
              <a:t>3-  MON AMOUR SAIS-TU  QUE JE PRIE POUR TOI</a:t>
            </a:r>
          </a:p>
          <a:p>
            <a:r>
              <a:rPr lang="fr-FR" smtClean="0"/>
              <a:t>And Darling did you know that I, I pray about you,</a:t>
            </a:r>
            <a:br>
              <a:rPr lang="fr-FR" smtClean="0"/>
            </a:br>
            <a:r>
              <a:rPr lang="fr-FR" smtClean="0"/>
              <a:t>4-  ET CROIS QUE TU T'ACCROCHERAS POUR TE GARDER POUR MOI </a:t>
            </a:r>
          </a:p>
          <a:p>
            <a:r>
              <a:rPr lang="fr-FR" smtClean="0"/>
              <a:t>Praying that you will hold on Keep your loving eyes only for me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  	6-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7-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 	8-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9-  ATTENDS MOI, ATTENDS MOI </a:t>
            </a:r>
          </a:p>
          <a:p>
            <a:r>
              <a:rPr lang="fr-FR" smtClean="0"/>
              <a:t>	(Darling wait, Darling Wait)</a:t>
            </a:r>
          </a:p>
          <a:p>
            <a:endParaRPr lang="fr-FR" smtClean="0"/>
          </a:p>
          <a:p>
            <a:r>
              <a:rPr lang="fr-FR" smtClean="0"/>
              <a:t> 
10- MON AMOUR SAIS-TU QUE JE RÊVE  DE NOTRE VIE ENSEMBLE </a:t>
            </a:r>
          </a:p>
          <a:p>
            <a:r>
              <a:rPr lang="fr-FR" smtClean="0"/>
              <a:t>Darling did you know I dream about life together</a:t>
            </a:r>
            <a:br>
              <a:rPr lang="fr-FR" smtClean="0"/>
            </a:br>
            <a:r>
              <a:rPr lang="fr-FR" smtClean="0"/>
              <a:t>11- JE SAIS QU'ELLE DURERA TOUJOURS JE SERAIS À TOI, TU SERAS À MOI</a:t>
            </a:r>
          </a:p>
          <a:p>
            <a:r>
              <a:rPr lang="fr-FR" smtClean="0"/>
              <a:t>Knowing you will be forever. I'll be yours and you'll be mine.</a:t>
            </a:r>
            <a:br>
              <a:rPr lang="fr-FR" smtClean="0"/>
            </a:br>
            <a:r>
              <a:rPr lang="fr-FR" smtClean="0"/>
              <a:t>12- ET QUAND JE DIRAI JUSQU'À CE QUE LA MORT NOUS SÉPARE  </a:t>
            </a:r>
          </a:p>
          <a:p>
            <a:r>
              <a:rPr lang="fr-FR" smtClean="0"/>
              <a:t>And Darling when I say, "till death do us part",</a:t>
            </a:r>
            <a:br>
              <a:rPr lang="fr-FR" smtClean="0"/>
            </a:br>
            <a:r>
              <a:rPr lang="fr-FR" smtClean="0"/>
              <a:t>13- CE SERA DE TOUT MON CŒUR JE TE SERAI FIDÈLE À      JAMAIS </a:t>
            </a:r>
          </a:p>
          <a:p>
            <a:r>
              <a:rPr lang="fr-FR" smtClean="0"/>
              <a:t>I'll mean it with all of my heart, now and always faithful to you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TU AS SÛREMENT FAIT DES ERREURS</a:t>
            </a:r>
          </a:p>
          <a:p>
            <a:r>
              <a:rPr lang="fr-FR" smtClean="0"/>
              <a:t>Now I know you may have made mistakes,
15-MAIS IL Y A LE PARDON  ET UNE SECONDE CHANCE</a:t>
            </a:r>
          </a:p>
          <a:p>
            <a:r>
              <a:rPr lang="fr-FR" smtClean="0"/>
              <a:t>But there's forgiveness and a second chance.
16-  ALORS ATTENDS MOI MON AMOUR ATTENDS MOI </a:t>
            </a:r>
          </a:p>
          <a:p>
            <a:r>
              <a:rPr lang="fr-FR" smtClean="0"/>
              <a:t>So wait for me, Darling wait for me, wait for me, wait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17- ATTENDS MOI, ATTENDS MOI </a:t>
            </a:r>
          </a:p>
          <a:p>
            <a:r>
              <a:rPr lang="fr-FR" smtClean="0"/>
              <a:t>Wait for me, Darling Wait</a:t>
            </a:r>
          </a:p>
          <a:p>
            <a:r>
              <a:rPr lang="fr-FR" smtClean="0"/>
              <a:t>18-PARCE QUE JE T'ATTENDS  x2</a:t>
            </a:r>
          </a:p>
          <a:p>
            <a:r>
              <a:rPr lang="fr-FR" smtClean="0"/>
              <a:t>Because I am waiting for you, Because I am waiting for you</a:t>
            </a:r>
            <a:br>
              <a:rPr lang="fr-FR" smtClean="0"/>
            </a:br>
            <a:r>
              <a:rPr lang="fr-FR" smtClean="0"/>
              <a:t>19- ATTENDS MOI, ATTENDS MOI 
So wait for me, Darling wait Wait for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MON AMOUR SAIS-TU  QUE JE RÊVE DE TOI</a:t>
            </a:r>
          </a:p>
          <a:p>
            <a:r>
              <a:rPr lang="fr-FR" b="0" smtClean="0"/>
              <a:t>Darling did you know that I, I dream about you,</a:t>
            </a:r>
            <a:br>
              <a:rPr lang="fr-FR" b="0" smtClean="0"/>
            </a:br>
            <a:r>
              <a:rPr lang="fr-FR" b="0" smtClean="0"/>
              <a:t>2-  EN ATTENDANT DE VOIR TON REGARD POUR LA PREMIÈRE FOIS</a:t>
            </a:r>
          </a:p>
          <a:p>
            <a:r>
              <a:rPr lang="fr-FR" b="0" smtClean="0"/>
              <a:t>Waiting for the look in your eyes when we meet for the first time</a:t>
            </a:r>
            <a:br>
              <a:rPr lang="fr-FR" b="0" smtClean="0"/>
            </a:br>
            <a:r>
              <a:rPr lang="fr-FR" b="0" smtClean="0"/>
              <a:t>3-  MON AMOUR SAIS-TU  QUE JE PRIE POUR TOI</a:t>
            </a:r>
          </a:p>
          <a:p>
            <a:r>
              <a:rPr lang="fr-FR" b="0" smtClean="0"/>
              <a:t>And Darling did you know that I, I pray about you,</a:t>
            </a:r>
            <a:br>
              <a:rPr lang="fr-FR" b="0" smtClean="0"/>
            </a:br>
            <a:r>
              <a:rPr lang="fr-FR" b="0" smtClean="0"/>
              <a:t>4-  ET CROIS QUE TU T'ACCROCHERAS POUR TE GARDER POUR MOI </a:t>
            </a:r>
          </a:p>
          <a:p>
            <a:r>
              <a:rPr lang="fr-FR" b="0" smtClean="0"/>
              <a:t>Praying that you will hold on Keep your loving eyes only for me</a:t>
            </a:r>
          </a:p>
          <a:p>
            <a:endParaRPr lang="fr-FR" b="0" smtClean="0"/>
          </a:p>
          <a:p>
            <a:r>
              <a:rPr lang="fr-FR" b="0" smtClean="0"/>
              <a:t>	REFRAIN :</a:t>
            </a:r>
          </a:p>
          <a:p>
            <a:r>
              <a:rPr lang="fr-FR" b="0" smtClean="0"/>
              <a:t>	5-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  	6-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7-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 	8-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9-  ATTENDS MOI, ATTENDS MOI </a:t>
            </a:r>
          </a:p>
          <a:p>
            <a:r>
              <a:rPr lang="fr-FR" b="0" smtClean="0"/>
              <a:t>	(Darling wait, Darling Wait)</a:t>
            </a:r>
          </a:p>
          <a:p>
            <a:endParaRPr lang="fr-FR" b="0" smtClean="0"/>
          </a:p>
          <a:p>
            <a:r>
              <a:rPr lang="fr-FR" b="0" smtClean="0"/>
              <a:t> 
10- MON AMOUR SAIS-TU QUE JE RÊVE  DE NOTRE VIE ENSEMBLE </a:t>
            </a:r>
          </a:p>
          <a:p>
            <a:r>
              <a:rPr lang="fr-FR" b="0" smtClean="0"/>
              <a:t>Darling did you know I dream about life together</a:t>
            </a:r>
            <a:br>
              <a:rPr lang="fr-FR" b="0" smtClean="0"/>
            </a:br>
            <a:r>
              <a:rPr lang="fr-FR" b="0" smtClean="0"/>
              <a:t>11- JE SAIS QU'ELLE DURERA TOUJOURS JE SERAIS À TOI, TU SERAS À MOI</a:t>
            </a:r>
          </a:p>
          <a:p>
            <a:r>
              <a:rPr lang="fr-FR" b="0" smtClean="0"/>
              <a:t>Knowing you will be forever. I'll be yours and you'll be mine.</a:t>
            </a:r>
            <a:br>
              <a:rPr lang="fr-FR" b="0" smtClean="0"/>
            </a:br>
            <a:r>
              <a:rPr lang="fr-FR" b="0" smtClean="0"/>
              <a:t>12- ET QUAND JE DIRAI JUSQU'À CE QUE LA MORT NOUS SÉPARE  </a:t>
            </a:r>
          </a:p>
          <a:p>
            <a:r>
              <a:rPr lang="fr-FR" b="0" smtClean="0"/>
              <a:t>And Darling when I say, "till death do us part",</a:t>
            </a:r>
            <a:br>
              <a:rPr lang="fr-FR" b="0" smtClean="0"/>
            </a:br>
            <a:r>
              <a:rPr lang="fr-FR" b="0" smtClean="0"/>
              <a:t>13- CE SERA DE TOUT MON CŒUR JE TE SERAI FIDÈLE À      JAMAIS </a:t>
            </a:r>
          </a:p>
          <a:p>
            <a:r>
              <a:rPr lang="fr-FR" b="0" smtClean="0"/>
              <a:t>I'll mean it with all of my heart, now and always faithful to you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14- TU AS SÛREMENT FAIT DES ERREURS</a:t>
            </a:r>
          </a:p>
          <a:p>
            <a:r>
              <a:rPr lang="fr-FR" b="0" smtClean="0"/>
              <a:t>Now I know you may have made mistakes,
15-MAIS IL Y A LE PARDON  ET UNE SECONDE CHANCE</a:t>
            </a:r>
          </a:p>
          <a:p>
            <a:r>
              <a:rPr lang="fr-FR" b="0" smtClean="0"/>
              <a:t>But there's forgiveness and a second chance.
16-  ALORS ATTENDS MOI MON AMOUR ATTENDS MOI </a:t>
            </a:r>
          </a:p>
          <a:p>
            <a:r>
              <a:rPr lang="fr-FR" b="0" smtClean="0"/>
              <a:t>So wait for me, Darling wait for me, wait for me, wait for me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r>
              <a:rPr lang="fr-FR" b="0" smtClean="0"/>
              <a:t>
17- ATTENDS MOI, ATTENDS MOI </a:t>
            </a:r>
          </a:p>
          <a:p>
            <a:r>
              <a:rPr lang="fr-FR" b="0" smtClean="0"/>
              <a:t>Wait for me, Darling Wait</a:t>
            </a:r>
          </a:p>
          <a:p>
            <a:r>
              <a:rPr lang="fr-FR" b="0" smtClean="0"/>
              <a:t>18-PARCE QUE JE T'ATTENDS  x2</a:t>
            </a:r>
          </a:p>
          <a:p>
            <a:r>
              <a:rPr lang="fr-FR" b="0" smtClean="0"/>
              <a:t>Because I am waiting for you, Because I am waiting for you</a:t>
            </a:r>
            <a:br>
              <a:rPr lang="fr-FR" b="0" smtClean="0"/>
            </a:br>
            <a:r>
              <a:rPr lang="fr-FR" b="0" smtClean="0"/>
              <a:t>19- ATTENDS MOI, ATTENDS MOI 
So wait for me, Darling wait Wait for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AMOUR SAIS-TU  QUE JE RÊVE DE TOI</a:t>
            </a:r>
          </a:p>
          <a:p>
            <a:r>
              <a:rPr lang="fr-FR" smtClean="0"/>
              <a:t>Darling did you know that I, I dream about you,</a:t>
            </a:r>
            <a:br>
              <a:rPr lang="fr-FR" smtClean="0"/>
            </a:br>
            <a:r>
              <a:rPr lang="fr-FR" smtClean="0"/>
              <a:t>2-  EN ATTENDANT DE VOIR TON REGARD POUR LA PREMIÈRE FOIS</a:t>
            </a:r>
          </a:p>
          <a:p>
            <a:r>
              <a:rPr lang="fr-FR" smtClean="0"/>
              <a:t>Waiting for the look in your eyes when we meet for the first time</a:t>
            </a:r>
            <a:br>
              <a:rPr lang="fr-FR" smtClean="0"/>
            </a:br>
            <a:r>
              <a:rPr lang="fr-FR" smtClean="0"/>
              <a:t>3-  MON AMOUR SAIS-TU  QUE JE PRIE POUR TOI</a:t>
            </a:r>
          </a:p>
          <a:p>
            <a:r>
              <a:rPr lang="fr-FR" smtClean="0"/>
              <a:t>And Darling did you know that I, I pray about you,</a:t>
            </a:r>
            <a:br>
              <a:rPr lang="fr-FR" smtClean="0"/>
            </a:br>
            <a:r>
              <a:rPr lang="fr-FR" smtClean="0"/>
              <a:t>4-  ET CROIS QUE TU T'ACCROCHERAS POUR TE GARDER POUR MOI </a:t>
            </a:r>
          </a:p>
          <a:p>
            <a:r>
              <a:rPr lang="fr-FR" smtClean="0"/>
              <a:t>Praying that you will hold on Keep your loving eyes only for me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  	6-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7-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 	8-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9-  ATTENDS MOI, ATTENDS MOI </a:t>
            </a:r>
          </a:p>
          <a:p>
            <a:r>
              <a:rPr lang="fr-FR" smtClean="0"/>
              <a:t>	(Darling wait, Darling Wait)</a:t>
            </a:r>
          </a:p>
          <a:p>
            <a:endParaRPr lang="fr-FR" smtClean="0"/>
          </a:p>
          <a:p>
            <a:r>
              <a:rPr lang="fr-FR" smtClean="0"/>
              <a:t> 
10- MON AMOUR SAIS-TU QUE JE RÊVE  DE NOTRE VIE ENSEMBLE </a:t>
            </a:r>
          </a:p>
          <a:p>
            <a:r>
              <a:rPr lang="fr-FR" smtClean="0"/>
              <a:t>Darling did you know I dream about life together</a:t>
            </a:r>
            <a:br>
              <a:rPr lang="fr-FR" smtClean="0"/>
            </a:br>
            <a:r>
              <a:rPr lang="fr-FR" smtClean="0"/>
              <a:t>11- JE SAIS QU'ELLE DURERA TOUJOURS JE SERAIS À TOI, TU SERAS À MOI</a:t>
            </a:r>
          </a:p>
          <a:p>
            <a:r>
              <a:rPr lang="fr-FR" smtClean="0"/>
              <a:t>Knowing you will be forever. I'll be yours and you'll be mine.</a:t>
            </a:r>
            <a:br>
              <a:rPr lang="fr-FR" smtClean="0"/>
            </a:br>
            <a:r>
              <a:rPr lang="fr-FR" smtClean="0"/>
              <a:t>12- ET QUAND JE DIRAI JUSQU'À CE QUE LA MORT NOUS SÉPARE  </a:t>
            </a:r>
          </a:p>
          <a:p>
            <a:r>
              <a:rPr lang="fr-FR" smtClean="0"/>
              <a:t>And Darling when I say, "till death do us part",</a:t>
            </a:r>
            <a:br>
              <a:rPr lang="fr-FR" smtClean="0"/>
            </a:br>
            <a:r>
              <a:rPr lang="fr-FR" smtClean="0"/>
              <a:t>13- CE SERA DE TOUT MON CŒUR JE TE SERAI FIDÈLE À      JAMAIS </a:t>
            </a:r>
          </a:p>
          <a:p>
            <a:r>
              <a:rPr lang="fr-FR" smtClean="0"/>
              <a:t>I'll mean it with all of my heart, now and always faithful to you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TU AS SÛREMENT FAIT DES ERREURS</a:t>
            </a:r>
          </a:p>
          <a:p>
            <a:r>
              <a:rPr lang="fr-FR" smtClean="0"/>
              <a:t>Now I know you may have made mistakes,
15-MAIS IL Y A LE PARDON  ET UNE SECONDE CHANCE</a:t>
            </a:r>
          </a:p>
          <a:p>
            <a:r>
              <a:rPr lang="fr-FR" smtClean="0"/>
              <a:t>But there's forgiveness and a second chance.
16-  ALORS ATTENDS MOI MON AMOUR ATTENDS MOI </a:t>
            </a:r>
          </a:p>
          <a:p>
            <a:r>
              <a:rPr lang="fr-FR" smtClean="0"/>
              <a:t>So wait for me, Darling wait for me, wait for me, wait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17- ATTENDS MOI, ATTENDS MOI </a:t>
            </a:r>
          </a:p>
          <a:p>
            <a:r>
              <a:rPr lang="fr-FR" smtClean="0"/>
              <a:t>Wait for me, Darling Wait</a:t>
            </a:r>
          </a:p>
          <a:p>
            <a:r>
              <a:rPr lang="fr-FR" smtClean="0"/>
              <a:t>18-PARCE QUE JE T'ATTENDS  x2</a:t>
            </a:r>
          </a:p>
          <a:p>
            <a:r>
              <a:rPr lang="fr-FR" smtClean="0"/>
              <a:t>Because I am waiting for you, Because I am waiting for you</a:t>
            </a:r>
            <a:br>
              <a:rPr lang="fr-FR" smtClean="0"/>
            </a:br>
            <a:r>
              <a:rPr lang="fr-FR" smtClean="0"/>
              <a:t>19- ATTENDS MOI, ATTENDS MOI 
So wait for me, Darling wait Wait for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MON AMOUR SAIS-TU  QUE JE RÊVE DE TOI</a:t>
            </a:r>
          </a:p>
          <a:p>
            <a:r>
              <a:rPr lang="fr-FR" b="0" smtClean="0"/>
              <a:t>Darling did you know that I, I dream about you,</a:t>
            </a:r>
            <a:br>
              <a:rPr lang="fr-FR" b="0" smtClean="0"/>
            </a:br>
            <a:r>
              <a:rPr lang="fr-FR" b="0" smtClean="0"/>
              <a:t>2-  EN ATTENDANT DE VOIR TON REGARD POUR LA PREMIÈRE FOIS</a:t>
            </a:r>
          </a:p>
          <a:p>
            <a:r>
              <a:rPr lang="fr-FR" b="0" smtClean="0"/>
              <a:t>Waiting for the look in your eyes when we meet for the first time</a:t>
            </a:r>
            <a:br>
              <a:rPr lang="fr-FR" b="0" smtClean="0"/>
            </a:br>
            <a:r>
              <a:rPr lang="fr-FR" b="0" smtClean="0"/>
              <a:t>3-  MON AMOUR SAIS-TU  QUE JE PRIE POUR TOI</a:t>
            </a:r>
          </a:p>
          <a:p>
            <a:r>
              <a:rPr lang="fr-FR" b="0" smtClean="0"/>
              <a:t>And Darling did you know that I, I pray about you,</a:t>
            </a:r>
            <a:br>
              <a:rPr lang="fr-FR" b="0" smtClean="0"/>
            </a:br>
            <a:r>
              <a:rPr lang="fr-FR" b="0" smtClean="0"/>
              <a:t>4-  ET CROIS QUE TU T'ACCROCHERAS POUR TE GARDER POUR MOI </a:t>
            </a:r>
          </a:p>
          <a:p>
            <a:r>
              <a:rPr lang="fr-FR" b="0" smtClean="0"/>
              <a:t>Praying that you will hold on Keep your loving eyes only for me</a:t>
            </a:r>
          </a:p>
          <a:p>
            <a:endParaRPr lang="fr-FR" b="0" smtClean="0"/>
          </a:p>
          <a:p>
            <a:r>
              <a:rPr lang="fr-FR" b="0" smtClean="0"/>
              <a:t>	REFRAIN :</a:t>
            </a:r>
          </a:p>
          <a:p>
            <a:r>
              <a:rPr lang="fr-FR" b="0" smtClean="0"/>
              <a:t>	5-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  	6-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7-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 	8-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9-  ATTENDS MOI, ATTENDS MOI </a:t>
            </a:r>
          </a:p>
          <a:p>
            <a:r>
              <a:rPr lang="fr-FR" b="0" smtClean="0"/>
              <a:t>	(Darling wait, Darling Wait)</a:t>
            </a:r>
          </a:p>
          <a:p>
            <a:endParaRPr lang="fr-FR" b="0" smtClean="0"/>
          </a:p>
          <a:p>
            <a:r>
              <a:rPr lang="fr-FR" b="0" smtClean="0"/>
              <a:t> 
10- MON AMOUR SAIS-TU QUE JE RÊVE  DE NOTRE VIE ENSEMBLE </a:t>
            </a:r>
          </a:p>
          <a:p>
            <a:r>
              <a:rPr lang="fr-FR" b="0" smtClean="0"/>
              <a:t>Darling did you know I dream about life together</a:t>
            </a:r>
            <a:br>
              <a:rPr lang="fr-FR" b="0" smtClean="0"/>
            </a:br>
            <a:r>
              <a:rPr lang="fr-FR" b="0" smtClean="0"/>
              <a:t>11- JE SAIS QU'ELLE DURERA TOUJOURS JE SERAIS À TOI, TU SERAS À MOI</a:t>
            </a:r>
          </a:p>
          <a:p>
            <a:r>
              <a:rPr lang="fr-FR" b="0" smtClean="0"/>
              <a:t>Knowing you will be forever. I'll be yours and you'll be mine.</a:t>
            </a:r>
            <a:br>
              <a:rPr lang="fr-FR" b="0" smtClean="0"/>
            </a:br>
            <a:r>
              <a:rPr lang="fr-FR" b="0" smtClean="0"/>
              <a:t>12- ET QUAND JE DIRAI JUSQU'À CE QUE LA MORT NOUS SÉPARE  </a:t>
            </a:r>
          </a:p>
          <a:p>
            <a:r>
              <a:rPr lang="fr-FR" b="0" smtClean="0"/>
              <a:t>And Darling when I say, "till death do us part",</a:t>
            </a:r>
            <a:br>
              <a:rPr lang="fr-FR" b="0" smtClean="0"/>
            </a:br>
            <a:r>
              <a:rPr lang="fr-FR" b="0" smtClean="0"/>
              <a:t>13- CE SERA DE TOUT MON CŒUR JE TE SERAI FIDÈLE À      JAMAIS </a:t>
            </a:r>
          </a:p>
          <a:p>
            <a:r>
              <a:rPr lang="fr-FR" b="0" smtClean="0"/>
              <a:t>I'll mean it with all of my heart, now and always faithful to you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14- TU AS SÛREMENT FAIT DES ERREURS</a:t>
            </a:r>
          </a:p>
          <a:p>
            <a:r>
              <a:rPr lang="fr-FR" b="0" smtClean="0"/>
              <a:t>Now I know you may have made mistakes,
15-MAIS IL Y A LE PARDON  ET UNE SECONDE CHANCE</a:t>
            </a:r>
          </a:p>
          <a:p>
            <a:r>
              <a:rPr lang="fr-FR" b="0" smtClean="0"/>
              <a:t>But there's forgiveness and a second chance.
16-  ALORS ATTENDS MOI MON AMOUR ATTENDS MOI </a:t>
            </a:r>
          </a:p>
          <a:p>
            <a:r>
              <a:rPr lang="fr-FR" b="0" smtClean="0"/>
              <a:t>So wait for me, Darling wait for me, wait for me, wait for me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r>
              <a:rPr lang="fr-FR" b="0" smtClean="0"/>
              <a:t>
17- ATTENDS MOI, ATTENDS MOI </a:t>
            </a:r>
          </a:p>
          <a:p>
            <a:r>
              <a:rPr lang="fr-FR" b="0" smtClean="0"/>
              <a:t>Wait for me, Darling Wait</a:t>
            </a:r>
          </a:p>
          <a:p>
            <a:r>
              <a:rPr lang="fr-FR" b="0" smtClean="0"/>
              <a:t>18-PARCE QUE JE T'ATTENDS  x2</a:t>
            </a:r>
          </a:p>
          <a:p>
            <a:r>
              <a:rPr lang="fr-FR" b="0" smtClean="0"/>
              <a:t>Because I am waiting for you, Because I am waiting for you</a:t>
            </a:r>
            <a:br>
              <a:rPr lang="fr-FR" b="0" smtClean="0"/>
            </a:br>
            <a:r>
              <a:rPr lang="fr-FR" b="0" smtClean="0"/>
              <a:t>19- ATTENDS MOI, ATTENDS MOI 
So wait for me, Darling wait Wait for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AMOUR SAIS-TU  QUE JE RÊVE DE TOI</a:t>
            </a:r>
          </a:p>
          <a:p>
            <a:r>
              <a:rPr lang="fr-FR" smtClean="0"/>
              <a:t>Darling did you know that I, I dream about you,</a:t>
            </a:r>
            <a:br>
              <a:rPr lang="fr-FR" smtClean="0"/>
            </a:br>
            <a:r>
              <a:rPr lang="fr-FR" smtClean="0"/>
              <a:t>2-  EN ATTENDANT DE VOIR TON REGARD POUR LA PREMIÈRE FOIS</a:t>
            </a:r>
          </a:p>
          <a:p>
            <a:r>
              <a:rPr lang="fr-FR" smtClean="0"/>
              <a:t>Waiting for the look in your eyes when we meet for the first time</a:t>
            </a:r>
            <a:br>
              <a:rPr lang="fr-FR" smtClean="0"/>
            </a:br>
            <a:r>
              <a:rPr lang="fr-FR" smtClean="0"/>
              <a:t>3-  MON AMOUR SAIS-TU  QUE JE PRIE POUR TOI</a:t>
            </a:r>
          </a:p>
          <a:p>
            <a:r>
              <a:rPr lang="fr-FR" smtClean="0"/>
              <a:t>And Darling did you know that I, I pray about you,</a:t>
            </a:r>
            <a:br>
              <a:rPr lang="fr-FR" smtClean="0"/>
            </a:br>
            <a:r>
              <a:rPr lang="fr-FR" smtClean="0"/>
              <a:t>4-  ET CROIS QUE TU T'ACCROCHERAS POUR TE GARDER POUR MOI </a:t>
            </a:r>
          </a:p>
          <a:p>
            <a:r>
              <a:rPr lang="fr-FR" smtClean="0"/>
              <a:t>Praying that you will hold on Keep your loving eyes only for me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  	6-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7-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 	8-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9-  ATTENDS MOI, ATTENDS MOI </a:t>
            </a:r>
          </a:p>
          <a:p>
            <a:r>
              <a:rPr lang="fr-FR" smtClean="0"/>
              <a:t>	(Darling wait, Darling Wait)</a:t>
            </a:r>
          </a:p>
          <a:p>
            <a:endParaRPr lang="fr-FR" smtClean="0"/>
          </a:p>
          <a:p>
            <a:r>
              <a:rPr lang="fr-FR" smtClean="0"/>
              <a:t> 
10- MON AMOUR SAIS-TU QUE JE RÊVE  DE NOTRE VIE ENSEMBLE </a:t>
            </a:r>
          </a:p>
          <a:p>
            <a:r>
              <a:rPr lang="fr-FR" smtClean="0"/>
              <a:t>Darling did you know I dream about life together</a:t>
            </a:r>
            <a:br>
              <a:rPr lang="fr-FR" smtClean="0"/>
            </a:br>
            <a:r>
              <a:rPr lang="fr-FR" smtClean="0"/>
              <a:t>11- JE SAIS QU'ELLE DURERA TOUJOURS JE SERAIS À TOI, TU SERAS À MOI</a:t>
            </a:r>
          </a:p>
          <a:p>
            <a:r>
              <a:rPr lang="fr-FR" smtClean="0"/>
              <a:t>Knowing you will be forever. I'll be yours and you'll be mine.</a:t>
            </a:r>
            <a:br>
              <a:rPr lang="fr-FR" smtClean="0"/>
            </a:br>
            <a:r>
              <a:rPr lang="fr-FR" smtClean="0"/>
              <a:t>12- ET QUAND JE DIRAI JUSQU'À CE QUE LA MORT NOUS SÉPARE  </a:t>
            </a:r>
          </a:p>
          <a:p>
            <a:r>
              <a:rPr lang="fr-FR" smtClean="0"/>
              <a:t>And Darling when I say, "till death do us part",</a:t>
            </a:r>
            <a:br>
              <a:rPr lang="fr-FR" smtClean="0"/>
            </a:br>
            <a:r>
              <a:rPr lang="fr-FR" smtClean="0"/>
              <a:t>13- CE SERA DE TOUT MON CŒUR JE TE SERAI FIDÈLE À      JAMAIS </a:t>
            </a:r>
          </a:p>
          <a:p>
            <a:r>
              <a:rPr lang="fr-FR" smtClean="0"/>
              <a:t>I'll mean it with all of my heart, now and always faithful to you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TU AS SÛREMENT FAIT DES ERREURS</a:t>
            </a:r>
          </a:p>
          <a:p>
            <a:r>
              <a:rPr lang="fr-FR" smtClean="0"/>
              <a:t>Now I know you may have made mistakes,
15-MAIS IL Y A LE PARDON  ET UNE SECONDE CHANCE</a:t>
            </a:r>
          </a:p>
          <a:p>
            <a:r>
              <a:rPr lang="fr-FR" smtClean="0"/>
              <a:t>But there's forgiveness and a second chance.
16-  ALORS ATTENDS MOI MON AMOUR ATTENDS MOI </a:t>
            </a:r>
          </a:p>
          <a:p>
            <a:r>
              <a:rPr lang="fr-FR" smtClean="0"/>
              <a:t>So wait for me, Darling wait for me, wait for me, wait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17- ATTENDS MOI, ATTENDS MOI </a:t>
            </a:r>
          </a:p>
          <a:p>
            <a:r>
              <a:rPr lang="fr-FR" smtClean="0"/>
              <a:t>Wait for me, Darling Wait</a:t>
            </a:r>
          </a:p>
          <a:p>
            <a:r>
              <a:rPr lang="fr-FR" smtClean="0"/>
              <a:t>18-PARCE QUE JE T'ATTENDS  x2</a:t>
            </a:r>
          </a:p>
          <a:p>
            <a:r>
              <a:rPr lang="fr-FR" smtClean="0"/>
              <a:t>Because I am waiting for you, Because I am waiting for you</a:t>
            </a:r>
            <a:br>
              <a:rPr lang="fr-FR" smtClean="0"/>
            </a:br>
            <a:r>
              <a:rPr lang="fr-FR" smtClean="0"/>
              <a:t>19- ATTENDS MOI, ATTENDS MOI 
So wait for me, Darling wait Wait for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MON AMOUR SAIS-TU  QUE JE RÊVE DE TOI</a:t>
            </a:r>
          </a:p>
          <a:p>
            <a:r>
              <a:rPr lang="fr-FR" b="0" smtClean="0"/>
              <a:t>Darling did you know that I, I dream about you,</a:t>
            </a:r>
            <a:br>
              <a:rPr lang="fr-FR" b="0" smtClean="0"/>
            </a:br>
            <a:r>
              <a:rPr lang="fr-FR" b="0" smtClean="0"/>
              <a:t>2-  EN ATTENDANT DE VOIR TON REGARD POUR LA PREMIÈRE FOIS</a:t>
            </a:r>
          </a:p>
          <a:p>
            <a:r>
              <a:rPr lang="fr-FR" b="0" smtClean="0"/>
              <a:t>Waiting for the look in your eyes when we meet for the first time</a:t>
            </a:r>
            <a:br>
              <a:rPr lang="fr-FR" b="0" smtClean="0"/>
            </a:br>
            <a:r>
              <a:rPr lang="fr-FR" b="0" smtClean="0"/>
              <a:t>3-  MON AMOUR SAIS-TU  QUE JE PRIE POUR TOI</a:t>
            </a:r>
          </a:p>
          <a:p>
            <a:r>
              <a:rPr lang="fr-FR" b="0" smtClean="0"/>
              <a:t>And Darling did you know that I, I pray about you,</a:t>
            </a:r>
            <a:br>
              <a:rPr lang="fr-FR" b="0" smtClean="0"/>
            </a:br>
            <a:r>
              <a:rPr lang="fr-FR" b="0" smtClean="0"/>
              <a:t>4-  ET CROIS QUE TU T'ACCROCHERAS POUR TE GARDER POUR MOI </a:t>
            </a:r>
          </a:p>
          <a:p>
            <a:r>
              <a:rPr lang="fr-FR" b="0" smtClean="0"/>
              <a:t>Praying that you will hold on Keep your loving eyes only for me</a:t>
            </a:r>
          </a:p>
          <a:p>
            <a:endParaRPr lang="fr-FR" b="0" smtClean="0"/>
          </a:p>
          <a:p>
            <a:r>
              <a:rPr lang="fr-FR" b="0" smtClean="0"/>
              <a:t>	REFRAIN :</a:t>
            </a:r>
          </a:p>
          <a:p>
            <a:r>
              <a:rPr lang="fr-FR" b="0" smtClean="0"/>
              <a:t>	5-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  	6-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7-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 	8-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9-  ATTENDS MOI, ATTENDS MOI </a:t>
            </a:r>
          </a:p>
          <a:p>
            <a:r>
              <a:rPr lang="fr-FR" b="0" smtClean="0"/>
              <a:t>	(Darling wait, Darling Wait)</a:t>
            </a:r>
          </a:p>
          <a:p>
            <a:endParaRPr lang="fr-FR" b="0" smtClean="0"/>
          </a:p>
          <a:p>
            <a:r>
              <a:rPr lang="fr-FR" b="0" smtClean="0"/>
              <a:t> 
10- MON AMOUR SAIS-TU QUE JE RÊVE  DE NOTRE VIE ENSEMBLE </a:t>
            </a:r>
          </a:p>
          <a:p>
            <a:r>
              <a:rPr lang="fr-FR" b="0" smtClean="0"/>
              <a:t>Darling did you know I dream about life together</a:t>
            </a:r>
            <a:br>
              <a:rPr lang="fr-FR" b="0" smtClean="0"/>
            </a:br>
            <a:r>
              <a:rPr lang="fr-FR" b="0" smtClean="0"/>
              <a:t>11- JE SAIS QU'ELLE DURERA TOUJOURS JE SERAIS À TOI, TU SERAS À MOI</a:t>
            </a:r>
          </a:p>
          <a:p>
            <a:r>
              <a:rPr lang="fr-FR" b="0" smtClean="0"/>
              <a:t>Knowing you will be forever. I'll be yours and you'll be mine.</a:t>
            </a:r>
            <a:br>
              <a:rPr lang="fr-FR" b="0" smtClean="0"/>
            </a:br>
            <a:r>
              <a:rPr lang="fr-FR" b="0" smtClean="0"/>
              <a:t>12- ET QUAND JE DIRAI JUSQU'À CE QUE LA MORT NOUS SÉPARE  </a:t>
            </a:r>
          </a:p>
          <a:p>
            <a:r>
              <a:rPr lang="fr-FR" b="0" smtClean="0"/>
              <a:t>And Darling when I say, "till death do us part",</a:t>
            </a:r>
            <a:br>
              <a:rPr lang="fr-FR" b="0" smtClean="0"/>
            </a:br>
            <a:r>
              <a:rPr lang="fr-FR" b="0" smtClean="0"/>
              <a:t>13- CE SERA DE TOUT MON CŒUR JE TE SERAI FIDÈLE À      JAMAIS </a:t>
            </a:r>
          </a:p>
          <a:p>
            <a:r>
              <a:rPr lang="fr-FR" b="0" smtClean="0"/>
              <a:t>I'll mean it with all of my heart, now and always faithful to you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14- TU AS SÛREMENT FAIT DES ERREURS</a:t>
            </a:r>
          </a:p>
          <a:p>
            <a:r>
              <a:rPr lang="fr-FR" b="0" smtClean="0"/>
              <a:t>Now I know you may have made mistakes,
15-MAIS IL Y A LE PARDON  ET UNE SECONDE CHANCE</a:t>
            </a:r>
          </a:p>
          <a:p>
            <a:r>
              <a:rPr lang="fr-FR" b="0" smtClean="0"/>
              <a:t>But there's forgiveness and a second chance.
16-  ALORS ATTENDS MOI MON AMOUR ATTENDS MOI </a:t>
            </a:r>
          </a:p>
          <a:p>
            <a:r>
              <a:rPr lang="fr-FR" b="0" smtClean="0"/>
              <a:t>So wait for me, Darling wait for me, wait for me, wait for me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r>
              <a:rPr lang="fr-FR" b="0" smtClean="0"/>
              <a:t>
17- ATTENDS MOI, ATTENDS MOI </a:t>
            </a:r>
          </a:p>
          <a:p>
            <a:r>
              <a:rPr lang="fr-FR" b="0" smtClean="0"/>
              <a:t>Wait for me, Darling Wait</a:t>
            </a:r>
          </a:p>
          <a:p>
            <a:r>
              <a:rPr lang="fr-FR" b="0" smtClean="0"/>
              <a:t>18-PARCE QUE JE T'ATTENDS  x2</a:t>
            </a:r>
          </a:p>
          <a:p>
            <a:r>
              <a:rPr lang="fr-FR" b="0" smtClean="0"/>
              <a:t>Because I am waiting for you, Because I am waiting for you</a:t>
            </a:r>
            <a:br>
              <a:rPr lang="fr-FR" b="0" smtClean="0"/>
            </a:br>
            <a:r>
              <a:rPr lang="fr-FR" b="0" smtClean="0"/>
              <a:t>19- ATTENDS MOI, ATTENDS MOI 
So wait for me, Darling wait Wait for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AMOUR SAIS-TU  QUE JE RÊVE DE TOI</a:t>
            </a:r>
          </a:p>
          <a:p>
            <a:r>
              <a:rPr lang="fr-FR" smtClean="0"/>
              <a:t>Darling did you know that I, I dream about you,</a:t>
            </a:r>
            <a:br>
              <a:rPr lang="fr-FR" smtClean="0"/>
            </a:br>
            <a:r>
              <a:rPr lang="fr-FR" smtClean="0"/>
              <a:t>2-  EN ATTENDANT DE VOIR TON REGARD POUR LA PREMIÈRE FOIS</a:t>
            </a:r>
          </a:p>
          <a:p>
            <a:r>
              <a:rPr lang="fr-FR" smtClean="0"/>
              <a:t>Waiting for the look in your eyes when we meet for the first time</a:t>
            </a:r>
            <a:br>
              <a:rPr lang="fr-FR" smtClean="0"/>
            </a:br>
            <a:r>
              <a:rPr lang="fr-FR" smtClean="0"/>
              <a:t>3-  MON AMOUR SAIS-TU  QUE JE PRIE POUR TOI</a:t>
            </a:r>
          </a:p>
          <a:p>
            <a:r>
              <a:rPr lang="fr-FR" smtClean="0"/>
              <a:t>And Darling did you know that I, I pray about you,</a:t>
            </a:r>
            <a:br>
              <a:rPr lang="fr-FR" smtClean="0"/>
            </a:br>
            <a:r>
              <a:rPr lang="fr-FR" smtClean="0"/>
              <a:t>4-  ET CROIS QUE TU T'ACCROCHERAS POUR TE GARDER POUR MOI </a:t>
            </a:r>
          </a:p>
          <a:p>
            <a:r>
              <a:rPr lang="fr-FR" smtClean="0"/>
              <a:t>Praying that you will hold on Keep your loving eyes only for me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  	6-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7-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 	8-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9-  ATTENDS MOI, ATTENDS MOI </a:t>
            </a:r>
          </a:p>
          <a:p>
            <a:r>
              <a:rPr lang="fr-FR" smtClean="0"/>
              <a:t>	(Darling wait, Darling Wait)</a:t>
            </a:r>
          </a:p>
          <a:p>
            <a:endParaRPr lang="fr-FR" smtClean="0"/>
          </a:p>
          <a:p>
            <a:r>
              <a:rPr lang="fr-FR" smtClean="0"/>
              <a:t> 
10- MON AMOUR SAIS-TU QUE JE RÊVE  DE NOTRE VIE ENSEMBLE </a:t>
            </a:r>
          </a:p>
          <a:p>
            <a:r>
              <a:rPr lang="fr-FR" smtClean="0"/>
              <a:t>Darling did you know I dream about life together</a:t>
            </a:r>
            <a:br>
              <a:rPr lang="fr-FR" smtClean="0"/>
            </a:br>
            <a:r>
              <a:rPr lang="fr-FR" smtClean="0"/>
              <a:t>11- JE SAIS QU'ELLE DURERA TOUJOURS JE SERAIS À TOI, TU SERAS À MOI</a:t>
            </a:r>
          </a:p>
          <a:p>
            <a:r>
              <a:rPr lang="fr-FR" smtClean="0"/>
              <a:t>Knowing you will be forever. I'll be yours and you'll be mine.</a:t>
            </a:r>
            <a:br>
              <a:rPr lang="fr-FR" smtClean="0"/>
            </a:br>
            <a:r>
              <a:rPr lang="fr-FR" smtClean="0"/>
              <a:t>12- ET QUAND JE DIRAI JUSQU'À CE QUE LA MORT NOUS SÉPARE  </a:t>
            </a:r>
          </a:p>
          <a:p>
            <a:r>
              <a:rPr lang="fr-FR" smtClean="0"/>
              <a:t>And Darling when I say, "till death do us part",</a:t>
            </a:r>
            <a:br>
              <a:rPr lang="fr-FR" smtClean="0"/>
            </a:br>
            <a:r>
              <a:rPr lang="fr-FR" smtClean="0"/>
              <a:t>13- CE SERA DE TOUT MON CŒUR JE TE SERAI FIDÈLE À      JAMAIS </a:t>
            </a:r>
          </a:p>
          <a:p>
            <a:r>
              <a:rPr lang="fr-FR" smtClean="0"/>
              <a:t>I'll mean it with all of my heart, now and always faithful to you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TU AS SÛREMENT FAIT DES ERREURS</a:t>
            </a:r>
          </a:p>
          <a:p>
            <a:r>
              <a:rPr lang="fr-FR" smtClean="0"/>
              <a:t>Now I know you may have made mistakes,
15-MAIS IL Y A LE PARDON  ET UNE SECONDE CHANCE</a:t>
            </a:r>
          </a:p>
          <a:p>
            <a:r>
              <a:rPr lang="fr-FR" smtClean="0"/>
              <a:t>But there's forgiveness and a second chance.
16-  ALORS ATTENDS MOI MON AMOUR ATTENDS MOI </a:t>
            </a:r>
          </a:p>
          <a:p>
            <a:r>
              <a:rPr lang="fr-FR" smtClean="0"/>
              <a:t>So wait for me, Darling wait for me, wait for me, wait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17- ATTENDS MOI, ATTENDS MOI </a:t>
            </a:r>
          </a:p>
          <a:p>
            <a:r>
              <a:rPr lang="fr-FR" smtClean="0"/>
              <a:t>Wait for me, Darling Wait</a:t>
            </a:r>
          </a:p>
          <a:p>
            <a:r>
              <a:rPr lang="fr-FR" smtClean="0"/>
              <a:t>18-PARCE QUE JE T'ATTENDS  x2</a:t>
            </a:r>
          </a:p>
          <a:p>
            <a:r>
              <a:rPr lang="fr-FR" smtClean="0"/>
              <a:t>Because I am waiting for you, Because I am waiting for you</a:t>
            </a:r>
            <a:br>
              <a:rPr lang="fr-FR" smtClean="0"/>
            </a:br>
            <a:r>
              <a:rPr lang="fr-FR" smtClean="0"/>
              <a:t>19- ATTENDS MOI, ATTENDS MOI 
So wait for me, Darling wait Wait for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MON AMOUR SAIS-TU  QUE JE RÊVE DE TOI</a:t>
            </a:r>
          </a:p>
          <a:p>
            <a:r>
              <a:rPr lang="fr-FR" b="0" smtClean="0"/>
              <a:t>Darling did you know that I, I dream about you,</a:t>
            </a:r>
            <a:br>
              <a:rPr lang="fr-FR" b="0" smtClean="0"/>
            </a:br>
            <a:r>
              <a:rPr lang="fr-FR" b="0" smtClean="0"/>
              <a:t>2-  EN ATTENDANT DE VOIR TON REGARD POUR LA PREMIÈRE FOIS</a:t>
            </a:r>
          </a:p>
          <a:p>
            <a:r>
              <a:rPr lang="fr-FR" b="0" smtClean="0"/>
              <a:t>Waiting for the look in your eyes when we meet for the first time</a:t>
            </a:r>
            <a:br>
              <a:rPr lang="fr-FR" b="0" smtClean="0"/>
            </a:br>
            <a:r>
              <a:rPr lang="fr-FR" b="0" smtClean="0"/>
              <a:t>3-  MON AMOUR SAIS-TU  QUE JE PRIE POUR TOI</a:t>
            </a:r>
          </a:p>
          <a:p>
            <a:r>
              <a:rPr lang="fr-FR" b="0" smtClean="0"/>
              <a:t>And Darling did you know that I, I pray about you,</a:t>
            </a:r>
            <a:br>
              <a:rPr lang="fr-FR" b="0" smtClean="0"/>
            </a:br>
            <a:r>
              <a:rPr lang="fr-FR" b="0" smtClean="0"/>
              <a:t>4-  ET CROIS QUE TU T'ACCROCHERAS POUR TE GARDER POUR MOI </a:t>
            </a:r>
          </a:p>
          <a:p>
            <a:r>
              <a:rPr lang="fr-FR" b="0" smtClean="0"/>
              <a:t>Praying that you will hold on Keep your loving eyes only for me</a:t>
            </a:r>
          </a:p>
          <a:p>
            <a:endParaRPr lang="fr-FR" b="0" smtClean="0"/>
          </a:p>
          <a:p>
            <a:r>
              <a:rPr lang="fr-FR" b="0" smtClean="0"/>
              <a:t>	REFRAIN :</a:t>
            </a:r>
          </a:p>
          <a:p>
            <a:r>
              <a:rPr lang="fr-FR" b="0" smtClean="0"/>
              <a:t>	5-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  	6-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7-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 	8-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9-  ATTENDS MOI, ATTENDS MOI </a:t>
            </a:r>
          </a:p>
          <a:p>
            <a:r>
              <a:rPr lang="fr-FR" b="0" smtClean="0"/>
              <a:t>	(Darling wait, Darling Wait)</a:t>
            </a:r>
          </a:p>
          <a:p>
            <a:endParaRPr lang="fr-FR" b="0" smtClean="0"/>
          </a:p>
          <a:p>
            <a:r>
              <a:rPr lang="fr-FR" b="0" smtClean="0"/>
              <a:t> 
10- MON AMOUR SAIS-TU QUE JE RÊVE  DE NOTRE VIE ENSEMBLE </a:t>
            </a:r>
          </a:p>
          <a:p>
            <a:r>
              <a:rPr lang="fr-FR" b="0" smtClean="0"/>
              <a:t>Darling did you know I dream about life together</a:t>
            </a:r>
            <a:br>
              <a:rPr lang="fr-FR" b="0" smtClean="0"/>
            </a:br>
            <a:r>
              <a:rPr lang="fr-FR" b="0" smtClean="0"/>
              <a:t>11- JE SAIS QU'ELLE DURERA TOUJOURS JE SERAIS À TOI, TU SERAS À MOI</a:t>
            </a:r>
          </a:p>
          <a:p>
            <a:r>
              <a:rPr lang="fr-FR" b="0" smtClean="0"/>
              <a:t>Knowing you will be forever. I'll be yours and you'll be mine.</a:t>
            </a:r>
            <a:br>
              <a:rPr lang="fr-FR" b="0" smtClean="0"/>
            </a:br>
            <a:r>
              <a:rPr lang="fr-FR" b="0" smtClean="0"/>
              <a:t>12- ET QUAND JE DIRAI JUSQU'À CE QUE LA MORT NOUS SÉPARE  </a:t>
            </a:r>
          </a:p>
          <a:p>
            <a:r>
              <a:rPr lang="fr-FR" b="0" smtClean="0"/>
              <a:t>And Darling when I say, "till death do us part",</a:t>
            </a:r>
            <a:br>
              <a:rPr lang="fr-FR" b="0" smtClean="0"/>
            </a:br>
            <a:r>
              <a:rPr lang="fr-FR" b="0" smtClean="0"/>
              <a:t>13- CE SERA DE TOUT MON CŒUR JE TE SERAI FIDÈLE À      JAMAIS </a:t>
            </a:r>
          </a:p>
          <a:p>
            <a:r>
              <a:rPr lang="fr-FR" b="0" smtClean="0"/>
              <a:t>I'll mean it with all of my heart, now and always faithful to you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14- TU AS SÛREMENT FAIT DES ERREURS</a:t>
            </a:r>
          </a:p>
          <a:p>
            <a:r>
              <a:rPr lang="fr-FR" b="0" smtClean="0"/>
              <a:t>Now I know you may have made mistakes,
15-MAIS IL Y A LE PARDON  ET UNE SECONDE CHANCE</a:t>
            </a:r>
          </a:p>
          <a:p>
            <a:r>
              <a:rPr lang="fr-FR" b="0" smtClean="0"/>
              <a:t>But there's forgiveness and a second chance.
16-  ALORS ATTENDS MOI MON AMOUR ATTENDS MOI </a:t>
            </a:r>
          </a:p>
          <a:p>
            <a:r>
              <a:rPr lang="fr-FR" b="0" smtClean="0"/>
              <a:t>So wait for me, Darling wait for me, wait for me, wait for me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r>
              <a:rPr lang="fr-FR" b="0" smtClean="0"/>
              <a:t>
17- ATTENDS MOI, ATTENDS MOI </a:t>
            </a:r>
          </a:p>
          <a:p>
            <a:r>
              <a:rPr lang="fr-FR" b="0" smtClean="0"/>
              <a:t>Wait for me, Darling Wait</a:t>
            </a:r>
          </a:p>
          <a:p>
            <a:r>
              <a:rPr lang="fr-FR" b="0" smtClean="0"/>
              <a:t>18-PARCE QUE JE T'ATTENDS  x2</a:t>
            </a:r>
          </a:p>
          <a:p>
            <a:r>
              <a:rPr lang="fr-FR" b="0" smtClean="0"/>
              <a:t>Because I am waiting for you, Because I am waiting for you</a:t>
            </a:r>
            <a:br>
              <a:rPr lang="fr-FR" b="0" smtClean="0"/>
            </a:br>
            <a:r>
              <a:rPr lang="fr-FR" b="0" smtClean="0"/>
              <a:t>19- ATTENDS MOI, ATTENDS MOI 
So wait for me, Darling wait Wait for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AMOUR SAIS-TU  QUE JE RÊVE DE TOI</a:t>
            </a:r>
          </a:p>
          <a:p>
            <a:r>
              <a:rPr lang="fr-FR" smtClean="0"/>
              <a:t>Darling did you know that I, I dream about you,</a:t>
            </a:r>
            <a:br>
              <a:rPr lang="fr-FR" smtClean="0"/>
            </a:br>
            <a:r>
              <a:rPr lang="fr-FR" smtClean="0"/>
              <a:t>2-  EN ATTENDANT DE VOIR TON REGARD POUR LA PREMIÈRE FOIS</a:t>
            </a:r>
          </a:p>
          <a:p>
            <a:r>
              <a:rPr lang="fr-FR" smtClean="0"/>
              <a:t>Waiting for the look in your eyes when we meet for the first time</a:t>
            </a:r>
            <a:br>
              <a:rPr lang="fr-FR" smtClean="0"/>
            </a:br>
            <a:r>
              <a:rPr lang="fr-FR" smtClean="0"/>
              <a:t>3-  MON AMOUR SAIS-TU  QUE JE PRIE POUR TOI</a:t>
            </a:r>
          </a:p>
          <a:p>
            <a:r>
              <a:rPr lang="fr-FR" smtClean="0"/>
              <a:t>And Darling did you know that I, I pray about you,</a:t>
            </a:r>
            <a:br>
              <a:rPr lang="fr-FR" smtClean="0"/>
            </a:br>
            <a:r>
              <a:rPr lang="fr-FR" smtClean="0"/>
              <a:t>4-  ET CROIS QUE TU T'ACCROCHERAS POUR TE GARDER POUR MOI </a:t>
            </a:r>
          </a:p>
          <a:p>
            <a:r>
              <a:rPr lang="fr-FR" smtClean="0"/>
              <a:t>Praying that you will hold on Keep your loving eyes only for me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  	6-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7-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 	8-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9-  ATTENDS MOI, ATTENDS MOI </a:t>
            </a:r>
          </a:p>
          <a:p>
            <a:r>
              <a:rPr lang="fr-FR" smtClean="0"/>
              <a:t>	(Darling wait, Darling Wait)</a:t>
            </a:r>
          </a:p>
          <a:p>
            <a:endParaRPr lang="fr-FR" smtClean="0"/>
          </a:p>
          <a:p>
            <a:r>
              <a:rPr lang="fr-FR" smtClean="0"/>
              <a:t> 
10- MON AMOUR SAIS-TU QUE JE RÊVE  DE NOTRE VIE ENSEMBLE </a:t>
            </a:r>
          </a:p>
          <a:p>
            <a:r>
              <a:rPr lang="fr-FR" smtClean="0"/>
              <a:t>Darling did you know I dream about life together</a:t>
            </a:r>
            <a:br>
              <a:rPr lang="fr-FR" smtClean="0"/>
            </a:br>
            <a:r>
              <a:rPr lang="fr-FR" smtClean="0"/>
              <a:t>11- JE SAIS QU'ELLE DURERA TOUJOURS JE SERAIS À TOI, TU SERAS À MOI</a:t>
            </a:r>
          </a:p>
          <a:p>
            <a:r>
              <a:rPr lang="fr-FR" smtClean="0"/>
              <a:t>Knowing you will be forever. I'll be yours and you'll be mine.</a:t>
            </a:r>
            <a:br>
              <a:rPr lang="fr-FR" smtClean="0"/>
            </a:br>
            <a:r>
              <a:rPr lang="fr-FR" smtClean="0"/>
              <a:t>12- ET QUAND JE DIRAI JUSQU'À CE QUE LA MORT NOUS SÉPARE  </a:t>
            </a:r>
          </a:p>
          <a:p>
            <a:r>
              <a:rPr lang="fr-FR" smtClean="0"/>
              <a:t>And Darling when I say, "till death do us part",</a:t>
            </a:r>
            <a:br>
              <a:rPr lang="fr-FR" smtClean="0"/>
            </a:br>
            <a:r>
              <a:rPr lang="fr-FR" smtClean="0"/>
              <a:t>13- CE SERA DE TOUT MON CŒUR JE TE SERAI FIDÈLE À      JAMAIS </a:t>
            </a:r>
          </a:p>
          <a:p>
            <a:r>
              <a:rPr lang="fr-FR" smtClean="0"/>
              <a:t>I'll mean it with all of my heart, now and always faithful to you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TU AS SÛREMENT FAIT DES ERREURS</a:t>
            </a:r>
          </a:p>
          <a:p>
            <a:r>
              <a:rPr lang="fr-FR" smtClean="0"/>
              <a:t>Now I know you may have made mistakes,
15-MAIS IL Y A LE PARDON  ET UNE SECONDE CHANCE</a:t>
            </a:r>
          </a:p>
          <a:p>
            <a:r>
              <a:rPr lang="fr-FR" smtClean="0"/>
              <a:t>But there's forgiveness and a second chance.
16-  ALORS ATTENDS MOI MON AMOUR ATTENDS MOI </a:t>
            </a:r>
          </a:p>
          <a:p>
            <a:r>
              <a:rPr lang="fr-FR" smtClean="0"/>
              <a:t>So wait for me, Darling wait for me, wait for me, wait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17- ATTENDS MOI, ATTENDS MOI </a:t>
            </a:r>
          </a:p>
          <a:p>
            <a:r>
              <a:rPr lang="fr-FR" smtClean="0"/>
              <a:t>Wait for me, Darling Wait</a:t>
            </a:r>
          </a:p>
          <a:p>
            <a:r>
              <a:rPr lang="fr-FR" smtClean="0"/>
              <a:t>18-PARCE QUE JE T'ATTENDS  x2</a:t>
            </a:r>
          </a:p>
          <a:p>
            <a:r>
              <a:rPr lang="fr-FR" smtClean="0"/>
              <a:t>Because I am waiting for you, Because I am waiting for you</a:t>
            </a:r>
            <a:br>
              <a:rPr lang="fr-FR" smtClean="0"/>
            </a:br>
            <a:r>
              <a:rPr lang="fr-FR" smtClean="0"/>
              <a:t>19- ATTENDS MOI, ATTENDS MOI 
So wait for me, Darling wait Wait for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MON AMOUR SAIS-TU  QUE JE RÊVE DE TOI</a:t>
            </a:r>
          </a:p>
          <a:p>
            <a:r>
              <a:rPr lang="fr-FR" b="0" smtClean="0"/>
              <a:t>Darling did you know that I, I dream about you,</a:t>
            </a:r>
            <a:br>
              <a:rPr lang="fr-FR" b="0" smtClean="0"/>
            </a:br>
            <a:r>
              <a:rPr lang="fr-FR" b="0" smtClean="0"/>
              <a:t>2-  EN ATTENDANT DE VOIR TON REGARD POUR LA PREMIÈRE FOIS</a:t>
            </a:r>
          </a:p>
          <a:p>
            <a:r>
              <a:rPr lang="fr-FR" b="0" smtClean="0"/>
              <a:t>Waiting for the look in your eyes when we meet for the first time</a:t>
            </a:r>
            <a:br>
              <a:rPr lang="fr-FR" b="0" smtClean="0"/>
            </a:br>
            <a:r>
              <a:rPr lang="fr-FR" b="0" smtClean="0"/>
              <a:t>3-  MON AMOUR SAIS-TU  QUE JE PRIE POUR TOI</a:t>
            </a:r>
          </a:p>
          <a:p>
            <a:r>
              <a:rPr lang="fr-FR" b="0" smtClean="0"/>
              <a:t>And Darling did you know that I, I pray about you,</a:t>
            </a:r>
            <a:br>
              <a:rPr lang="fr-FR" b="0" smtClean="0"/>
            </a:br>
            <a:r>
              <a:rPr lang="fr-FR" b="0" smtClean="0"/>
              <a:t>4-  ET CROIS QUE TU T'ACCROCHERAS POUR TE GARDER POUR MOI </a:t>
            </a:r>
          </a:p>
          <a:p>
            <a:r>
              <a:rPr lang="fr-FR" b="0" smtClean="0"/>
              <a:t>Praying that you will hold on Keep your loving eyes only for me</a:t>
            </a:r>
          </a:p>
          <a:p>
            <a:endParaRPr lang="fr-FR" b="0" smtClean="0"/>
          </a:p>
          <a:p>
            <a:r>
              <a:rPr lang="fr-FR" b="0" smtClean="0"/>
              <a:t>	REFRAIN :</a:t>
            </a:r>
          </a:p>
          <a:p>
            <a:r>
              <a:rPr lang="fr-FR" b="0" smtClean="0"/>
              <a:t>	5-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  	6-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7-  PARCE QUE JE T'ATTENDS ET PRIE  POUR TOI MON AMOUR</a:t>
            </a:r>
          </a:p>
          <a:p>
            <a:r>
              <a:rPr lang="fr-FR" b="0" smtClean="0"/>
              <a:t>	Because I am waiting for, praying for you, Darling</a:t>
            </a:r>
            <a:br>
              <a:rPr lang="fr-FR" b="0" smtClean="0"/>
            </a:br>
            <a:r>
              <a:rPr lang="fr-FR" b="0" smtClean="0"/>
              <a:t> 	8-  ATTENDS MOI AUSSI, ATTENDS MOI COMME JE T'ATTENDS</a:t>
            </a:r>
          </a:p>
          <a:p>
            <a:r>
              <a:rPr lang="fr-FR" b="0" smtClean="0"/>
              <a:t>	Wait for me too, wait for me as I wait for you</a:t>
            </a:r>
            <a:br>
              <a:rPr lang="fr-FR" b="0" smtClean="0"/>
            </a:br>
            <a:r>
              <a:rPr lang="fr-FR" b="0" smtClean="0"/>
              <a:t> 	9-  ATTENDS MOI, ATTENDS MOI </a:t>
            </a:r>
          </a:p>
          <a:p>
            <a:r>
              <a:rPr lang="fr-FR" b="0" smtClean="0"/>
              <a:t>	(Darling wait, Darling Wait)</a:t>
            </a:r>
          </a:p>
          <a:p>
            <a:endParaRPr lang="fr-FR" b="0" smtClean="0"/>
          </a:p>
          <a:p>
            <a:r>
              <a:rPr lang="fr-FR" b="0" smtClean="0"/>
              <a:t> 
10- MON AMOUR SAIS-TU QUE JE RÊVE  DE NOTRE VIE ENSEMBLE </a:t>
            </a:r>
          </a:p>
          <a:p>
            <a:r>
              <a:rPr lang="fr-FR" b="0" smtClean="0"/>
              <a:t>Darling did you know I dream about life together</a:t>
            </a:r>
            <a:br>
              <a:rPr lang="fr-FR" b="0" smtClean="0"/>
            </a:br>
            <a:r>
              <a:rPr lang="fr-FR" b="0" smtClean="0"/>
              <a:t>11- JE SAIS QU'ELLE DURERA TOUJOURS JE SERAIS À TOI, TU SERAS À MOI</a:t>
            </a:r>
          </a:p>
          <a:p>
            <a:r>
              <a:rPr lang="fr-FR" b="0" smtClean="0"/>
              <a:t>Knowing you will be forever. I'll be yours and you'll be mine.</a:t>
            </a:r>
            <a:br>
              <a:rPr lang="fr-FR" b="0" smtClean="0"/>
            </a:br>
            <a:r>
              <a:rPr lang="fr-FR" b="0" smtClean="0"/>
              <a:t>12- ET QUAND JE DIRAI JUSQU'À CE QUE LA MORT NOUS SÉPARE  </a:t>
            </a:r>
          </a:p>
          <a:p>
            <a:r>
              <a:rPr lang="fr-FR" b="0" smtClean="0"/>
              <a:t>And Darling when I say, "till death do us part",</a:t>
            </a:r>
            <a:br>
              <a:rPr lang="fr-FR" b="0" smtClean="0"/>
            </a:br>
            <a:r>
              <a:rPr lang="fr-FR" b="0" smtClean="0"/>
              <a:t>13- CE SERA DE TOUT MON CŒUR JE TE SERAI FIDÈLE À      JAMAIS </a:t>
            </a:r>
          </a:p>
          <a:p>
            <a:r>
              <a:rPr lang="fr-FR" b="0" smtClean="0"/>
              <a:t>I'll mean it with all of my heart, now and always faithful to you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endParaRPr lang="fr-FR" b="0" smtClean="0"/>
          </a:p>
          <a:p>
            <a:r>
              <a:rPr lang="fr-FR" b="0" smtClean="0"/>
              <a:t>PONT:</a:t>
            </a:r>
          </a:p>
          <a:p>
            <a:r>
              <a:rPr lang="fr-FR" b="0" smtClean="0"/>
              <a:t>14- TU AS SÛREMENT FAIT DES ERREURS</a:t>
            </a:r>
          </a:p>
          <a:p>
            <a:r>
              <a:rPr lang="fr-FR" b="0" smtClean="0"/>
              <a:t>Now I know you may have made mistakes,
15-MAIS IL Y A LE PARDON  ET UNE SECONDE CHANCE</a:t>
            </a:r>
          </a:p>
          <a:p>
            <a:r>
              <a:rPr lang="fr-FR" b="0" smtClean="0"/>
              <a:t>But there's forgiveness and a second chance.
16-  ALORS ATTENDS MOI MON AMOUR ATTENDS MOI </a:t>
            </a:r>
          </a:p>
          <a:p>
            <a:r>
              <a:rPr lang="fr-FR" b="0" smtClean="0"/>
              <a:t>So wait for me, Darling wait for me, wait for me, wait for me</a:t>
            </a:r>
          </a:p>
          <a:p>
            <a:endParaRPr lang="fr-FR" b="0" smtClean="0"/>
          </a:p>
          <a:p>
            <a:r>
              <a:rPr lang="fr-FR" b="0" smtClean="0"/>
              <a:t>	REFRAIN</a:t>
            </a:r>
          </a:p>
          <a:p>
            <a:r>
              <a:rPr lang="fr-FR" b="0" smtClean="0"/>
              <a:t>
17- ATTENDS MOI, ATTENDS MOI </a:t>
            </a:r>
          </a:p>
          <a:p>
            <a:r>
              <a:rPr lang="fr-FR" b="0" smtClean="0"/>
              <a:t>Wait for me, Darling Wait</a:t>
            </a:r>
          </a:p>
          <a:p>
            <a:r>
              <a:rPr lang="fr-FR" b="0" smtClean="0"/>
              <a:t>18-PARCE QUE JE T'ATTENDS  x2</a:t>
            </a:r>
          </a:p>
          <a:p>
            <a:r>
              <a:rPr lang="fr-FR" b="0" smtClean="0"/>
              <a:t>Because I am waiting for you, Because I am waiting for you</a:t>
            </a:r>
            <a:br>
              <a:rPr lang="fr-FR" b="0" smtClean="0"/>
            </a:br>
            <a:r>
              <a:rPr lang="fr-FR" b="0" smtClean="0"/>
              <a:t>19- ATTENDS MOI, ATTENDS MOI 
So wait for me, Darling wait Wait for me</a:t>
            </a:r>
          </a:p>
          <a:p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AMOUR SAIS-TU  QUE JE RÊVE DE TOI</a:t>
            </a:r>
          </a:p>
          <a:p>
            <a:r>
              <a:rPr lang="fr-FR" smtClean="0"/>
              <a:t>Darling did you know that I, I dream about you,</a:t>
            </a:r>
            <a:br>
              <a:rPr lang="fr-FR" smtClean="0"/>
            </a:br>
            <a:r>
              <a:rPr lang="fr-FR" smtClean="0"/>
              <a:t>2-  EN ATTENDANT DE VOIR TON REGARD POUR LA PREMIÈRE FOIS</a:t>
            </a:r>
          </a:p>
          <a:p>
            <a:r>
              <a:rPr lang="fr-FR" smtClean="0"/>
              <a:t>Waiting for the look in your eyes when we meet for the first time</a:t>
            </a:r>
            <a:br>
              <a:rPr lang="fr-FR" smtClean="0"/>
            </a:br>
            <a:r>
              <a:rPr lang="fr-FR" smtClean="0"/>
              <a:t>3-  MON AMOUR SAIS-TU  QUE JE PRIE POUR TOI</a:t>
            </a:r>
          </a:p>
          <a:p>
            <a:r>
              <a:rPr lang="fr-FR" smtClean="0"/>
              <a:t>And Darling did you know that I, I pray about you,</a:t>
            </a:r>
            <a:br>
              <a:rPr lang="fr-FR" smtClean="0"/>
            </a:br>
            <a:r>
              <a:rPr lang="fr-FR" smtClean="0"/>
              <a:t>4-  ET CROIS QUE TU T'ACCROCHERAS POUR TE GARDER POUR MOI </a:t>
            </a:r>
          </a:p>
          <a:p>
            <a:r>
              <a:rPr lang="fr-FR" smtClean="0"/>
              <a:t>Praying that you will hold on Keep your loving eyes only for me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r>
              <a:rPr lang="fr-FR" smtClean="0"/>
              <a:t>	5-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  	6-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7-  PARCE QUE JE T'ATTENDS ET PRIE  POUR TOI MON AMOUR</a:t>
            </a:r>
          </a:p>
          <a:p>
            <a:r>
              <a:rPr lang="fr-FR" smtClean="0"/>
              <a:t>	Because I am waiting for, praying for you, Darling</a:t>
            </a:r>
            <a:br>
              <a:rPr lang="fr-FR" smtClean="0"/>
            </a:br>
            <a:r>
              <a:rPr lang="fr-FR" smtClean="0"/>
              <a:t> 	8-  ATTENDS MOI AUSSI, ATTENDS MOI COMME JE T'ATTENDS</a:t>
            </a:r>
          </a:p>
          <a:p>
            <a:r>
              <a:rPr lang="fr-FR" smtClean="0"/>
              <a:t>	Wait for me too, wait for me as I wait for you</a:t>
            </a:r>
            <a:br>
              <a:rPr lang="fr-FR" smtClean="0"/>
            </a:br>
            <a:r>
              <a:rPr lang="fr-FR" smtClean="0"/>
              <a:t> 	9-  ATTENDS MOI, ATTENDS MOI </a:t>
            </a:r>
          </a:p>
          <a:p>
            <a:r>
              <a:rPr lang="fr-FR" smtClean="0"/>
              <a:t>	(Darling wait, Darling Wait)</a:t>
            </a:r>
          </a:p>
          <a:p>
            <a:endParaRPr lang="fr-FR" smtClean="0"/>
          </a:p>
          <a:p>
            <a:r>
              <a:rPr lang="fr-FR" smtClean="0"/>
              <a:t> 
10- MON AMOUR SAIS-TU QUE JE RÊVE  DE NOTRE VIE ENSEMBLE </a:t>
            </a:r>
          </a:p>
          <a:p>
            <a:r>
              <a:rPr lang="fr-FR" smtClean="0"/>
              <a:t>Darling did you know I dream about life together</a:t>
            </a:r>
            <a:br>
              <a:rPr lang="fr-FR" smtClean="0"/>
            </a:br>
            <a:r>
              <a:rPr lang="fr-FR" smtClean="0"/>
              <a:t>11- JE SAIS QU'ELLE DURERA TOUJOURS JE SERAIS À TOI, TU SERAS À MOI</a:t>
            </a:r>
          </a:p>
          <a:p>
            <a:r>
              <a:rPr lang="fr-FR" smtClean="0"/>
              <a:t>Knowing you will be forever. I'll be yours and you'll be mine.</a:t>
            </a:r>
            <a:br>
              <a:rPr lang="fr-FR" smtClean="0"/>
            </a:br>
            <a:r>
              <a:rPr lang="fr-FR" smtClean="0"/>
              <a:t>12- ET QUAND JE DIRAI JUSQU'À CE QUE LA MORT NOUS SÉPARE  </a:t>
            </a:r>
          </a:p>
          <a:p>
            <a:r>
              <a:rPr lang="fr-FR" smtClean="0"/>
              <a:t>And Darling when I say, "till death do us part",</a:t>
            </a:r>
            <a:br>
              <a:rPr lang="fr-FR" smtClean="0"/>
            </a:br>
            <a:r>
              <a:rPr lang="fr-FR" smtClean="0"/>
              <a:t>13- CE SERA DE TOUT MON CŒUR JE TE SERAI FIDÈLE À      JAMAIS </a:t>
            </a:r>
          </a:p>
          <a:p>
            <a:r>
              <a:rPr lang="fr-FR" smtClean="0"/>
              <a:t>I'll mean it with all of my heart, now and always faithful to you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PONT:</a:t>
            </a:r>
          </a:p>
          <a:p>
            <a:r>
              <a:rPr lang="fr-FR" smtClean="0"/>
              <a:t>14- TU AS SÛREMENT FAIT DES ERREURS</a:t>
            </a:r>
          </a:p>
          <a:p>
            <a:r>
              <a:rPr lang="fr-FR" smtClean="0"/>
              <a:t>Now I know you may have made mistakes,
15-MAIS IL Y A LE PARDON  ET UNE SECONDE CHANCE</a:t>
            </a:r>
          </a:p>
          <a:p>
            <a:r>
              <a:rPr lang="fr-FR" smtClean="0"/>
              <a:t>But there's forgiveness and a second chance.
16-  ALORS ATTENDS MOI MON AMOUR ATTENDS MOI </a:t>
            </a:r>
          </a:p>
          <a:p>
            <a:r>
              <a:rPr lang="fr-FR" smtClean="0"/>
              <a:t>So wait for me, Darling wait for me, wait for me, wait for me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
17- ATTENDS MOI, ATTENDS MOI </a:t>
            </a:r>
          </a:p>
          <a:p>
            <a:r>
              <a:rPr lang="fr-FR" smtClean="0"/>
              <a:t>Wait for me, Darling Wait</a:t>
            </a:r>
          </a:p>
          <a:p>
            <a:r>
              <a:rPr lang="fr-FR" smtClean="0"/>
              <a:t>18-PARCE QUE JE T'ATTENDS  x2</a:t>
            </a:r>
          </a:p>
          <a:p>
            <a:r>
              <a:rPr lang="fr-FR" smtClean="0"/>
              <a:t>Because I am waiting for you, Because I am waiting for you</a:t>
            </a:r>
            <a:br>
              <a:rPr lang="fr-FR" smtClean="0"/>
            </a:br>
            <a:r>
              <a:rPr lang="fr-FR" smtClean="0"/>
              <a:t>19- ATTENDS MOI, ATTENDS MOI 
So wait for me, Darling wait Wait for me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428604"/>
            <a:ext cx="9144000" cy="1349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AMOUR, SAIS-TU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RÊVE DE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ATTENDANT DE VOIR TON REGARD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LA PREMIÈRE FOIS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AMOUR, SAIS-TU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PRIE POUR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CROIS QUE TU T'ACCROCHERAS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TE GARDER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QUE JE T'ATTENDS ET PRIE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POUR TOI, MON AMOUR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ATTENDS-MOI AUSSI, ATTENDS-MOI COMME JE T'ATTENDS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QUE JE T'ATTENDS ET PRIE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POUR TOI, MON AMOUR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ATTENDS-MOI AUSSI, ATTENDS-MOI COMME JE T'ATTENDS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ATTENDS-MOI, ATTENDS-MOI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AMOUR, SAIS-TU QUE JE RÊVE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NOTRE VIE ENSEMBLE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QU'ELLE DURERA TOUJOURS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SERAIS À TOI, TU SERAS À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QUAND JE DIRAI : « JUSQU'À CE QUE LA MORT NOUS SÉPARE »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SERA DE TOUT MON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SERAI FIDÈLE À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AS SÛREMENT FAIT DES ERREURS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IL Y A LE PARDON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UNE SECONDE CHANCE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ALORS ATTENDS-MOI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AMOUR, ATTENDS-MOI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ATTENDS-MOI, ATTENDS-MOI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PARCE QUE JE T'ATTENDS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ATTENDS-MOI, ATTENDS-MOI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1652</TotalTime>
  <Words>928</Words>
  <Application>Microsoft Office PowerPoint</Application>
  <PresentationFormat>Affichage à l'écran (4:3)</PresentationFormat>
  <Paragraphs>1280</Paragraphs>
  <Slides>19</Slides>
  <Notes>19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0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177</cp:revision>
  <dcterms:created xsi:type="dcterms:W3CDTF">2002-08-17T10:50:50Z</dcterms:created>
  <dcterms:modified xsi:type="dcterms:W3CDTF">2019-07-20T15:26:52Z</dcterms:modified>
</cp:coreProperties>
</file>