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32" d="100"/>
          <a:sy n="32" d="100"/>
        </p:scale>
        <p:origin x="-40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0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ACCORDE-MOI LA PAIX  POUR MIEUX ACCEPTER </a:t>
            </a:r>
          </a:p>
          <a:p>
            <a:r>
              <a:rPr lang="fr-FR" b="0" smtClean="0"/>
              <a:t>Grant me serenity to accept things</a:t>
            </a:r>
          </a:p>
          <a:p>
            <a:r>
              <a:rPr lang="fr-FR" b="0" smtClean="0"/>
              <a:t>2-  CE QUE JE NE PEUX PAS CHANGER </a:t>
            </a:r>
          </a:p>
          <a:p>
            <a:r>
              <a:rPr lang="fr-FR" b="0" smtClean="0"/>
              <a:t>The things I cannot change</a:t>
            </a:r>
          </a:p>
          <a:p>
            <a:r>
              <a:rPr lang="fr-FR" b="0" smtClean="0"/>
              <a:t>3-  DONNE-MOI LE COURAGE  DE CHANGER CE QU'IL FAUT</a:t>
            </a:r>
          </a:p>
          <a:p>
            <a:r>
              <a:rPr lang="fr-FR" b="0" smtClean="0"/>
              <a:t>Grant me the courage, Lord, to change what I can</a:t>
            </a:r>
          </a:p>
          <a:p>
            <a:r>
              <a:rPr lang="fr-FR" b="0" smtClean="0"/>
              <a:t> 4-  LA SAGESSE POUR LE COMPRENDRE </a:t>
            </a:r>
          </a:p>
          <a:p>
            <a:r>
              <a:rPr lang="fr-FR" b="0" smtClean="0"/>
              <a:t>Wisdom to know the difference</a:t>
            </a:r>
          </a:p>
          <a:p>
            <a:r>
              <a:rPr lang="fr-FR" b="0" smtClean="0"/>
              <a:t>5-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6-  SEIGNEUR, TU RENDS TOUT TU RENDS TOUT TELLEMENT BEAU</a:t>
            </a:r>
          </a:p>
          <a:p>
            <a:r>
              <a:rPr lang="fr-FR" b="0" smtClean="0"/>
              <a:t>	And You make everything, everything beautiful</a:t>
            </a:r>
          </a:p>
          <a:p>
            <a:r>
              <a:rPr lang="fr-FR" b="0" smtClean="0"/>
              <a:t> 	7-  SEIGNEUR, TU RENDS TOUT  TU RENDS TOUT NOUVEAU </a:t>
            </a:r>
          </a:p>
          <a:p>
            <a:r>
              <a:rPr lang="fr-FR" b="0" smtClean="0"/>
              <a:t>	You make everything, everything new</a:t>
            </a:r>
          </a:p>
          <a:p>
            <a:r>
              <a:rPr lang="fr-FR" b="0" smtClean="0"/>
              <a:t>	8-  SEIGNEUR, TU RENDS TOUT  TU RENDS TOUT TELLEMENT BEAU </a:t>
            </a:r>
          </a:p>
          <a:p>
            <a:r>
              <a:rPr lang="fr-FR" b="0" smtClean="0"/>
              <a:t>	You make everything, everything beautiful</a:t>
            </a:r>
          </a:p>
          <a:p>
            <a:r>
              <a:rPr lang="fr-FR" b="0" smtClean="0"/>
              <a:t>	9-  EN SON TEMPS, DANS TON TEMPS  TOUT EST SI BEAU </a:t>
            </a:r>
          </a:p>
          <a:p>
            <a:r>
              <a:rPr lang="fr-FR" b="0" smtClean="0"/>
              <a:t>	In its time, in Your time It's beautiful</a:t>
            </a:r>
          </a:p>
          <a:p>
            <a:endParaRPr lang="fr-FR" b="0" smtClean="0"/>
          </a:p>
          <a:p>
            <a:r>
              <a:rPr lang="fr-FR" b="0" smtClean="0"/>
              <a:t>
10-  ACCORDE-MOI LA PAIX  SEIGNEUR, ET LA PATIENCE </a:t>
            </a:r>
          </a:p>
          <a:p>
            <a:r>
              <a:rPr lang="fr-FR" b="0" smtClean="0"/>
              <a:t>Grant me serenity, Lord, and patience</a:t>
            </a:r>
          </a:p>
          <a:p>
            <a:r>
              <a:rPr lang="fr-FR" b="0" smtClean="0"/>
              <a:t>11-  CAR ÇA PRENDRA DU TEMPS </a:t>
            </a:r>
          </a:p>
          <a:p>
            <a:r>
              <a:rPr lang="fr-FR" b="0" smtClean="0"/>
              <a:t>For things will take time</a:t>
            </a:r>
          </a:p>
          <a:p>
            <a:r>
              <a:rPr lang="fr-FR" b="0" smtClean="0"/>
              <a:t>12-  DONNE-MOI LA LIBERTÉ  DE MARCHER AUTREMENT</a:t>
            </a:r>
          </a:p>
          <a:p>
            <a:r>
              <a:rPr lang="fr-FR" b="0" smtClean="0"/>
              <a:t>Grant me freedom to walk a new path</a:t>
            </a:r>
          </a:p>
          <a:p>
            <a:r>
              <a:rPr lang="fr-FR" b="0" smtClean="0"/>
              <a:t>13-  ET DE SENTIR TON AMOUR </a:t>
            </a:r>
          </a:p>
          <a:p>
            <a:r>
              <a:rPr lang="fr-FR" b="0" smtClean="0"/>
              <a:t>And let me feel Your love</a:t>
            </a:r>
          </a:p>
          <a:p>
            <a:r>
              <a:rPr lang="fr-FR" b="0" smtClean="0"/>
              <a:t>
14-  DANS MA FAIBLESSE EST TA GLOIRE DANS TA FORCE EST MON ESPOIR </a:t>
            </a:r>
          </a:p>
          <a:p>
            <a:r>
              <a:rPr lang="fr-FR" b="0" smtClean="0"/>
              <a:t>In my weakness You can shine In Your strength I can fly and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
Pont:</a:t>
            </a:r>
          </a:p>
          <a:p>
            <a:r>
              <a:rPr lang="fr-FR" b="0" smtClean="0"/>
              <a:t>15-  J'ÉLÈVE MES MAINS VERS TOI  MON SAUVEUR </a:t>
            </a:r>
          </a:p>
          <a:p>
            <a:r>
              <a:rPr lang="fr-FR" b="0" smtClean="0"/>
              <a:t>Lifting open hands to You my Savior</a:t>
            </a:r>
          </a:p>
          <a:p>
            <a:r>
              <a:rPr lang="fr-FR" b="0" smtClean="0"/>
              <a:t>16-  EMBELLIS MON ÂME CAR TU RACHÈTES MON CHAGRIN, MES ERREURS </a:t>
            </a:r>
          </a:p>
          <a:p>
            <a:r>
              <a:rPr lang="fr-FR" b="0" smtClean="0"/>
              <a:t>Beautify my soul Knowing You redeem my pain and failure</a:t>
            </a:r>
          </a:p>
          <a:p>
            <a:r>
              <a:rPr lang="fr-FR" b="0" smtClean="0"/>
              <a:t>17-  PURIFIE MON ÂME EMBELLIS MON ÂME </a:t>
            </a:r>
          </a:p>
          <a:p>
            <a:r>
              <a:rPr lang="fr-FR" b="0" smtClean="0"/>
              <a:t>Purify my soul Beautify my soul</a:t>
            </a:r>
          </a:p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	Refrain: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ACCORDE-MOI LA PAIX  POUR MIEUX ACCEPTER </a:t>
            </a:r>
          </a:p>
          <a:p>
            <a:r>
              <a:rPr lang="fr-FR" smtClean="0"/>
              <a:t>Grant me serenity to accept things</a:t>
            </a:r>
          </a:p>
          <a:p>
            <a:r>
              <a:rPr lang="fr-FR" smtClean="0"/>
              <a:t>2-  CE QUE JE NE PEUX PAS CHANGER </a:t>
            </a:r>
          </a:p>
          <a:p>
            <a:r>
              <a:rPr lang="fr-FR" smtClean="0"/>
              <a:t>The things I cannot change</a:t>
            </a:r>
          </a:p>
          <a:p>
            <a:r>
              <a:rPr lang="fr-FR" smtClean="0"/>
              <a:t>3-  DONNE-MOI LE COURAGE  DE CHANGER CE QU'IL FAUT</a:t>
            </a:r>
          </a:p>
          <a:p>
            <a:r>
              <a:rPr lang="fr-FR" smtClean="0"/>
              <a:t>Grant me the courage, Lord, to change what I can</a:t>
            </a:r>
          </a:p>
          <a:p>
            <a:r>
              <a:rPr lang="fr-FR" smtClean="0"/>
              <a:t> 4-  LA SAGESSE POUR LE COMPRENDRE </a:t>
            </a:r>
          </a:p>
          <a:p>
            <a:r>
              <a:rPr lang="fr-FR" smtClean="0"/>
              <a:t>Wisdom to know the difference</a:t>
            </a:r>
          </a:p>
          <a:p>
            <a:r>
              <a:rPr lang="fr-FR" smtClean="0"/>
              <a:t>5-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SEIGNEUR, TU RENDS TOUT TU RENDS TOUT TELLEMENT BEAU</a:t>
            </a:r>
          </a:p>
          <a:p>
            <a:r>
              <a:rPr lang="fr-FR" smtClean="0"/>
              <a:t>	And You make everything, everything beautiful</a:t>
            </a:r>
          </a:p>
          <a:p>
            <a:r>
              <a:rPr lang="fr-FR" smtClean="0"/>
              <a:t> 	7-  SEIGNEUR, TU RENDS TOUT  TU RENDS TOUT NOUVEAU </a:t>
            </a:r>
          </a:p>
          <a:p>
            <a:r>
              <a:rPr lang="fr-FR" smtClean="0"/>
              <a:t>	You make everything, everything new</a:t>
            </a:r>
          </a:p>
          <a:p>
            <a:r>
              <a:rPr lang="fr-FR" smtClean="0"/>
              <a:t>	8-  SEIGNEUR, TU RENDS TOUT  TU RENDS TOUT TELLEMENT BEAU </a:t>
            </a:r>
          </a:p>
          <a:p>
            <a:r>
              <a:rPr lang="fr-FR" smtClean="0"/>
              <a:t>	You make everything, everything beautiful</a:t>
            </a:r>
          </a:p>
          <a:p>
            <a:r>
              <a:rPr lang="fr-FR" smtClean="0"/>
              <a:t>	9-  EN SON TEMPS, DANS TON TEMPS  TOUT EST SI BEAU </a:t>
            </a:r>
          </a:p>
          <a:p>
            <a:r>
              <a:rPr lang="fr-FR" smtClean="0"/>
              <a:t>	In its time, in Your time It's beautiful</a:t>
            </a:r>
          </a:p>
          <a:p>
            <a:endParaRPr lang="fr-FR" smtClean="0"/>
          </a:p>
          <a:p>
            <a:r>
              <a:rPr lang="fr-FR" smtClean="0"/>
              <a:t>
10-  ACCORDE-MOI LA PAIX  SEIGNEUR, ET LA PATIENCE </a:t>
            </a:r>
          </a:p>
          <a:p>
            <a:r>
              <a:rPr lang="fr-FR" smtClean="0"/>
              <a:t>Grant me serenity, Lord, and patience</a:t>
            </a:r>
          </a:p>
          <a:p>
            <a:r>
              <a:rPr lang="fr-FR" smtClean="0"/>
              <a:t>11-  CAR ÇA PRENDRA DU TEMPS </a:t>
            </a:r>
          </a:p>
          <a:p>
            <a:r>
              <a:rPr lang="fr-FR" smtClean="0"/>
              <a:t>For things will take time</a:t>
            </a:r>
          </a:p>
          <a:p>
            <a:r>
              <a:rPr lang="fr-FR" smtClean="0"/>
              <a:t>12-  DONNE-MOI LA LIBERTÉ  DE MARCHER AUTREMENT</a:t>
            </a:r>
          </a:p>
          <a:p>
            <a:r>
              <a:rPr lang="fr-FR" smtClean="0"/>
              <a:t>Grant me freedom to walk a new path</a:t>
            </a:r>
          </a:p>
          <a:p>
            <a:r>
              <a:rPr lang="fr-FR" smtClean="0"/>
              <a:t>13-  ET DE SENTIR TON AMOUR </a:t>
            </a:r>
          </a:p>
          <a:p>
            <a:r>
              <a:rPr lang="fr-FR" smtClean="0"/>
              <a:t>And let me feel Your love</a:t>
            </a:r>
          </a:p>
          <a:p>
            <a:r>
              <a:rPr lang="fr-FR" smtClean="0"/>
              <a:t>
14-  DANS MA FAIBLESSE EST TA GLOIRE DANS TA FORCE EST MON ESPOIR </a:t>
            </a:r>
          </a:p>
          <a:p>
            <a:r>
              <a:rPr lang="fr-FR" smtClean="0"/>
              <a:t>In my weakness You can shine In Your strength I can fly and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J'ÉLÈVE MES MAINS VERS TOI  MON SAUVEUR </a:t>
            </a:r>
          </a:p>
          <a:p>
            <a:r>
              <a:rPr lang="fr-FR" smtClean="0"/>
              <a:t>Lifting open hands to You my Savior</a:t>
            </a:r>
          </a:p>
          <a:p>
            <a:r>
              <a:rPr lang="fr-FR" smtClean="0"/>
              <a:t>16-  EMBELLIS MON ÂME CAR TU RACHÈTES MON CHAGRIN, MES ERREURS </a:t>
            </a:r>
          </a:p>
          <a:p>
            <a:r>
              <a:rPr lang="fr-FR" smtClean="0"/>
              <a:t>Beautify my soul Knowing You redeem my pain and failure</a:t>
            </a:r>
          </a:p>
          <a:p>
            <a:r>
              <a:rPr lang="fr-FR" smtClean="0"/>
              <a:t>17-  PURIFIE MON ÂME EMBELLIS MON ÂME </a:t>
            </a:r>
          </a:p>
          <a:p>
            <a:r>
              <a:rPr lang="fr-FR" smtClean="0"/>
              <a:t>Purify my soul Beautify my soul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ACCORDE-MOI LA PAIX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MIEUX ACCEPTER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JE NE PEUX PAS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CHANGER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DONNE-MOI LE COURAGE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CHANGER CE QU'IL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SAGESSE POUR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COMPRENDRE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MA FAIBLESSE EST TA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FORCE EST MON 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RENDS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RENDS TOUT TELLEMENT 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RENDS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RENDS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NOUVEAU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RENDS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RENDS TOUT TELLEMENT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SON TEMPS, DANS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SI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ACCORDE-MOI LA PAIX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ET LA PATIENCE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ÇA PRENDRA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TEMPS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DONNE-MOI LA 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MARCHER AUTREMENT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SENTIR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MA FAIBLESSE EST TA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TA FORCE EST MON 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J'ÉLÈVE MES MAINS VERS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SAUVEUR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EMBELLIS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ÂME CAR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RACHÈTES MON CHAGRIN, 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ERREURS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PURIFIE MON ÂME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EMBELLIS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3030</Words>
  <Application>Microsoft Office PowerPoint</Application>
  <PresentationFormat>Affichage à l'écran (4:3)</PresentationFormat>
  <Paragraphs>1492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172</cp:revision>
  <dcterms:created xsi:type="dcterms:W3CDTF">2002-08-17T10:50:50Z</dcterms:created>
  <dcterms:modified xsi:type="dcterms:W3CDTF">2019-07-20T12:32:34Z</dcterms:modified>
</cp:coreProperties>
</file>