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1" r:id="rId4"/>
    <p:sldId id="259" r:id="rId5"/>
    <p:sldId id="265" r:id="rId6"/>
    <p:sldId id="272" r:id="rId7"/>
    <p:sldId id="260" r:id="rId8"/>
    <p:sldId id="266" r:id="rId9"/>
    <p:sldId id="273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52732" autoAdjust="0"/>
  </p:normalViewPr>
  <p:slideViewPr>
    <p:cSldViewPr>
      <p:cViewPr varScale="1">
        <p:scale>
          <a:sx n="55" d="100"/>
          <a:sy n="55" d="100"/>
        </p:scale>
        <p:origin x="57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30/01/2022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SEIGNEUR QUOI QUE TU FASSES  EN CETTE SAISON</a:t>
            </a:r>
          </a:p>
          <a:p>
            <a:pPr>
              <a:defRPr/>
            </a:pPr>
            <a:r>
              <a:rPr lang="fr-FR" dirty="0" smtClean="0"/>
              <a:t> Lord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doing</a:t>
            </a:r>
            <a:r>
              <a:rPr lang="fr-FR" dirty="0" smtClean="0"/>
              <a:t> in 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2-  S’IL TE PLAÎT  </a:t>
            </a:r>
          </a:p>
          <a:p>
            <a:pPr>
              <a:defRPr/>
            </a:pPr>
            <a:r>
              <a:rPr lang="fr-FR" dirty="0" err="1" smtClean="0"/>
              <a:t>Please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
3-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4-  SEIGNEUR SI TU BENIS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blessing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5-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7-  SEIGNEUR SI TU GUERIS 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9-  NE LE FAIT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10-  J’AI BESOIN DE TOI OH J’AI BESOIN DE TOI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Oh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11-  A CHAQUE HEURE J’AI BESOIN DE TOI </a:t>
            </a:r>
          </a:p>
          <a:p>
            <a:pPr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hour</a:t>
            </a:r>
            <a:r>
              <a:rPr lang="fr-FR" dirty="0" smtClean="0"/>
              <a:t>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12-  BENIS MOI MAINTENANT MON SAUVEUR </a:t>
            </a:r>
          </a:p>
          <a:p>
            <a:pPr>
              <a:defRPr/>
            </a:pPr>
            <a:r>
              <a:rPr lang="fr-FR" dirty="0" err="1" smtClean="0"/>
              <a:t>Bless</a:t>
            </a:r>
            <a:r>
              <a:rPr lang="fr-FR" dirty="0" smtClean="0"/>
              <a:t> me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13-  JE VIENS A TOI </a:t>
            </a:r>
          </a:p>
          <a:p>
            <a:pPr>
              <a:defRPr/>
            </a:pPr>
            <a:r>
              <a:rPr lang="fr-FR" dirty="0" smtClean="0"/>
              <a:t>I come to </a:t>
            </a:r>
            <a:r>
              <a:rPr lang="fr-FR" dirty="0" err="1" smtClean="0"/>
              <a:t>Thee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67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909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SEIGNEUR QUOI QUE TU FASSES  EN CETTE SAISON</a:t>
            </a:r>
          </a:p>
          <a:p>
            <a:pPr>
              <a:defRPr/>
            </a:pPr>
            <a:r>
              <a:rPr lang="fr-FR" dirty="0" smtClean="0"/>
              <a:t> Lord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doing</a:t>
            </a:r>
            <a:r>
              <a:rPr lang="fr-FR" dirty="0" smtClean="0"/>
              <a:t> in 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2-  S’IL TE PLAÎT  </a:t>
            </a:r>
          </a:p>
          <a:p>
            <a:pPr>
              <a:defRPr/>
            </a:pPr>
            <a:r>
              <a:rPr lang="fr-FR" dirty="0" err="1" smtClean="0"/>
              <a:t>Please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
3-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4-  SEIGNEUR SI TU BENIS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blessing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5-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7-  SEIGNEUR SI TU GUERIS 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9-  NE LE FAIT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10-  J’AI BESOIN DE TOI OH J’AI BESOIN DE TOI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Oh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11-  A CHAQUE HEURE J’AI BESOIN DE TOI </a:t>
            </a:r>
          </a:p>
          <a:p>
            <a:pPr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hour</a:t>
            </a:r>
            <a:r>
              <a:rPr lang="fr-FR" dirty="0" smtClean="0"/>
              <a:t>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12-  BENIS MOI MAINTENANT MON SAUVEUR </a:t>
            </a:r>
          </a:p>
          <a:p>
            <a:pPr>
              <a:defRPr/>
            </a:pPr>
            <a:r>
              <a:rPr lang="fr-FR" dirty="0" err="1" smtClean="0"/>
              <a:t>Bless</a:t>
            </a:r>
            <a:r>
              <a:rPr lang="fr-FR" dirty="0" smtClean="0"/>
              <a:t> me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13-  JE VIENS A TOI </a:t>
            </a:r>
          </a:p>
          <a:p>
            <a:pPr>
              <a:defRPr/>
            </a:pPr>
            <a:r>
              <a:rPr lang="fr-FR" dirty="0" smtClean="0"/>
              <a:t>I come to </a:t>
            </a:r>
            <a:r>
              <a:rPr lang="fr-FR" dirty="0" err="1" smtClean="0"/>
              <a:t>Thee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860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76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193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SEIGNEUR QUOI QUE TU FASSES  EN CETTE SAISON</a:t>
            </a:r>
          </a:p>
          <a:p>
            <a:pPr>
              <a:defRPr/>
            </a:pPr>
            <a:r>
              <a:rPr lang="fr-FR" dirty="0" smtClean="0"/>
              <a:t> Lord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doing</a:t>
            </a:r>
            <a:r>
              <a:rPr lang="fr-FR" dirty="0" smtClean="0"/>
              <a:t> in 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2-  S’IL TE PLAÎT  </a:t>
            </a:r>
          </a:p>
          <a:p>
            <a:pPr>
              <a:defRPr/>
            </a:pPr>
            <a:r>
              <a:rPr lang="fr-FR" dirty="0" err="1" smtClean="0"/>
              <a:t>Please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
3-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4-  SEIGNEUR SI TU BENIS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blessing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5-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7-  SEIGNEUR SI TU GUERIS 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9-  NE LE FAIT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10-  J’AI BESOIN DE TOI OH J’AI BESOIN DE TOI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Oh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11-  A CHAQUE HEURE J’AI BESOIN DE TOI </a:t>
            </a:r>
          </a:p>
          <a:p>
            <a:pPr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hour</a:t>
            </a:r>
            <a:r>
              <a:rPr lang="fr-FR" dirty="0" smtClean="0"/>
              <a:t>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12-  BENIS MOI MAINTENANT MON SAUVEUR </a:t>
            </a:r>
          </a:p>
          <a:p>
            <a:pPr>
              <a:defRPr/>
            </a:pPr>
            <a:r>
              <a:rPr lang="fr-FR" dirty="0" err="1" smtClean="0"/>
              <a:t>Bless</a:t>
            </a:r>
            <a:r>
              <a:rPr lang="fr-FR" dirty="0" smtClean="0"/>
              <a:t> me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13-  JE VIENS A TOI </a:t>
            </a:r>
          </a:p>
          <a:p>
            <a:pPr>
              <a:defRPr/>
            </a:pPr>
            <a:r>
              <a:rPr lang="fr-FR" dirty="0" smtClean="0"/>
              <a:t>I come to </a:t>
            </a:r>
            <a:r>
              <a:rPr lang="fr-FR" dirty="0" err="1" smtClean="0"/>
              <a:t>Thee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065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199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633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668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924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dirty="0" smtClean="0"/>
              <a:t>1-  SEIGNEUR QUOI QUE TU FASSES  EN CETTE SAISON</a:t>
            </a:r>
          </a:p>
          <a:p>
            <a:pPr>
              <a:defRPr/>
            </a:pPr>
            <a:r>
              <a:rPr lang="fr-FR" dirty="0" smtClean="0"/>
              <a:t> Lord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doing</a:t>
            </a:r>
            <a:r>
              <a:rPr lang="fr-FR" dirty="0" smtClean="0"/>
              <a:t> in 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2-  S’IL TE PLAÎT  </a:t>
            </a:r>
          </a:p>
          <a:p>
            <a:pPr>
              <a:defRPr/>
            </a:pPr>
            <a:r>
              <a:rPr lang="fr-FR" dirty="0" err="1" smtClean="0"/>
              <a:t>Please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
3-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4-  SEIGNEUR SI TU BENIS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blessing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5-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NE LE FAIS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7-  SEIGNEUR SI TU GUERIS  EN CETTE SAISON </a:t>
            </a:r>
          </a:p>
          <a:p>
            <a:pPr>
              <a:defRPr/>
            </a:pPr>
            <a:r>
              <a:rPr lang="fr-FR" dirty="0" smtClean="0"/>
              <a:t>Lord if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season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S’IL TE PLAÎT </a:t>
            </a:r>
          </a:p>
          <a:p>
            <a:pPr>
              <a:defRPr/>
            </a:pPr>
            <a:r>
              <a:rPr lang="fr-FR" dirty="0" err="1" smtClean="0"/>
              <a:t>Please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9-  NE LE FAIT PAS SANS MOI </a:t>
            </a:r>
          </a:p>
          <a:p>
            <a:pPr>
              <a:defRPr/>
            </a:pPr>
            <a:r>
              <a:rPr lang="fr-FR" dirty="0" err="1" smtClean="0"/>
              <a:t>Don’t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whitout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10-  J’AI BESOIN DE TOI OH J’AI BESOIN DE TOI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Oh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11-  A CHAQUE HEURE J’AI BESOIN DE TOI </a:t>
            </a:r>
          </a:p>
          <a:p>
            <a:pPr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hour</a:t>
            </a:r>
            <a:r>
              <a:rPr lang="fr-FR" dirty="0" smtClean="0"/>
              <a:t>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12-  BENIS MOI MAINTENANT MON SAUVEUR </a:t>
            </a:r>
          </a:p>
          <a:p>
            <a:pPr>
              <a:defRPr/>
            </a:pPr>
            <a:r>
              <a:rPr lang="fr-FR" dirty="0" err="1" smtClean="0"/>
              <a:t>Bless</a:t>
            </a:r>
            <a:r>
              <a:rPr lang="fr-FR" dirty="0" smtClean="0"/>
              <a:t> me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13-  JE VIENS A TOI </a:t>
            </a:r>
          </a:p>
          <a:p>
            <a:pPr>
              <a:defRPr/>
            </a:pPr>
            <a:r>
              <a:rPr lang="fr-FR" dirty="0" smtClean="0"/>
              <a:t>I come to </a:t>
            </a:r>
            <a:r>
              <a:rPr lang="fr-FR" dirty="0" err="1" smtClean="0"/>
              <a:t>Thee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763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QUOI QUE TU FASSES  EN CETTE SAISON</a:t>
            </a:r>
          </a:p>
          <a:p>
            <a:pPr>
              <a:defRPr/>
            </a:pPr>
            <a:r>
              <a:rPr lang="fr-FR" smtClean="0"/>
              <a:t> Lord whatever You’re doing in  this season</a:t>
            </a:r>
          </a:p>
          <a:p>
            <a:pPr>
              <a:defRPr/>
            </a:pPr>
            <a:r>
              <a:rPr lang="fr-FR" smtClean="0"/>
              <a:t>
2-  S’IL TE PLAÎT  </a:t>
            </a:r>
          </a:p>
          <a:p>
            <a:pPr>
              <a:defRPr/>
            </a:pPr>
            <a:r>
              <a:rPr lang="fr-FR" smtClean="0"/>
              <a:t>Please  </a:t>
            </a:r>
          </a:p>
          <a:p>
            <a:pPr>
              <a:defRPr/>
            </a:pPr>
            <a:r>
              <a:rPr lang="fr-FR" smtClean="0"/>
              <a:t>
3-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4-  SEIGNEUR SI TU BENIS EN CETTE SAISON </a:t>
            </a:r>
          </a:p>
          <a:p>
            <a:pPr>
              <a:defRPr/>
            </a:pPr>
            <a:r>
              <a:rPr lang="fr-FR" smtClean="0"/>
              <a:t>Lord if You’re blessing in this season</a:t>
            </a:r>
          </a:p>
          <a:p>
            <a:pPr>
              <a:defRPr/>
            </a:pPr>
            <a:r>
              <a:rPr lang="fr-FR" smtClean="0"/>
              <a:t>
5-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6-  NE LE FAIS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r>
              <a:rPr lang="fr-FR" smtClean="0"/>
              <a:t>
7-  SEIGNEUR SI TU GUERIS  EN CETTE SAISON </a:t>
            </a:r>
          </a:p>
          <a:p>
            <a:pPr>
              <a:defRPr/>
            </a:pPr>
            <a:r>
              <a:rPr lang="fr-FR" smtClean="0"/>
              <a:t>Lord if you’re healing in this season</a:t>
            </a:r>
          </a:p>
          <a:p>
            <a:pPr>
              <a:defRPr/>
            </a:pPr>
            <a:r>
              <a:rPr lang="fr-FR" smtClean="0"/>
              <a:t>
8-  S’IL TE PLAÎT </a:t>
            </a:r>
          </a:p>
          <a:p>
            <a:pPr>
              <a:defRPr/>
            </a:pPr>
            <a:r>
              <a:rPr lang="fr-FR" smtClean="0"/>
              <a:t>Please</a:t>
            </a:r>
          </a:p>
          <a:p>
            <a:pPr>
              <a:defRPr/>
            </a:pPr>
            <a:r>
              <a:rPr lang="fr-FR" smtClean="0"/>
              <a:t>
9-  NE LE FAIT PAS SANS MOI </a:t>
            </a:r>
          </a:p>
          <a:p>
            <a:pPr>
              <a:defRPr/>
            </a:pPr>
            <a:r>
              <a:rPr lang="fr-FR" smtClean="0"/>
              <a:t>Don’t do it whitout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10-  J’AI BESOIN DE TOI OH J’AI BESOIN DE TOI </a:t>
            </a:r>
          </a:p>
          <a:p>
            <a:pPr>
              <a:defRPr/>
            </a:pPr>
            <a:r>
              <a:rPr lang="fr-FR" smtClean="0"/>
              <a:t>I need Thee Oh i need Thee</a:t>
            </a:r>
          </a:p>
          <a:p>
            <a:pPr>
              <a:defRPr/>
            </a:pPr>
            <a:r>
              <a:rPr lang="fr-FR" smtClean="0"/>
              <a:t>
11-  A CHAQUE HEURE J’AI BESOIN DE TOI </a:t>
            </a:r>
          </a:p>
          <a:p>
            <a:pPr>
              <a:defRPr/>
            </a:pPr>
            <a:r>
              <a:rPr lang="fr-FR" smtClean="0"/>
              <a:t>Every hour i need Thee</a:t>
            </a:r>
          </a:p>
          <a:p>
            <a:pPr>
              <a:defRPr/>
            </a:pPr>
            <a:r>
              <a:rPr lang="fr-FR" smtClean="0"/>
              <a:t>
12-  BENIS MOI MAINTENANT MON SAUVEUR </a:t>
            </a:r>
          </a:p>
          <a:p>
            <a:pPr>
              <a:defRPr/>
            </a:pPr>
            <a:r>
              <a:rPr lang="fr-FR" smtClean="0"/>
              <a:t>Bless me now my Savior</a:t>
            </a:r>
          </a:p>
          <a:p>
            <a:pPr>
              <a:defRPr/>
            </a:pPr>
            <a:r>
              <a:rPr lang="fr-FR" smtClean="0"/>
              <a:t>
13-  JE VIENS A TOI </a:t>
            </a:r>
          </a:p>
          <a:p>
            <a:pPr>
              <a:defRPr/>
            </a:pPr>
            <a:r>
              <a:rPr lang="fr-FR" smtClean="0"/>
              <a:t>I come to Thee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QUOI QUE TU FASSES  EN CETTE SAISON</a:t>
            </a:r>
          </a:p>
          <a:p>
            <a:r>
              <a:rPr lang="fr-FR" smtClean="0"/>
              <a:t> Lord whatever You’re doing in  this season</a:t>
            </a:r>
          </a:p>
          <a:p>
            <a:r>
              <a:rPr lang="fr-FR" smtClean="0"/>
              <a:t>
2-  S’IL TE PLAÎT  </a:t>
            </a:r>
          </a:p>
          <a:p>
            <a:r>
              <a:rPr lang="fr-FR" smtClean="0"/>
              <a:t>Please  </a:t>
            </a:r>
          </a:p>
          <a:p>
            <a:r>
              <a:rPr lang="fr-FR" smtClean="0"/>
              <a:t>
3-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4-  SEIGNEUR SI TU BENIS EN CETTE SAISON </a:t>
            </a:r>
          </a:p>
          <a:p>
            <a:r>
              <a:rPr lang="fr-FR" smtClean="0"/>
              <a:t>Lord if You’re blessing in this season</a:t>
            </a:r>
          </a:p>
          <a:p>
            <a:r>
              <a:rPr lang="fr-FR" smtClean="0"/>
              <a:t>
5-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6-  NE LE FAIS PAS SANS MOI </a:t>
            </a:r>
          </a:p>
          <a:p>
            <a:r>
              <a:rPr lang="fr-FR" smtClean="0"/>
              <a:t>Don’t do it whitout me</a:t>
            </a:r>
          </a:p>
          <a:p>
            <a:r>
              <a:rPr lang="fr-FR" smtClean="0"/>
              <a:t>
7-  SEIGNEUR SI TU GUERIS  EN CETTE SAISON </a:t>
            </a:r>
          </a:p>
          <a:p>
            <a:r>
              <a:rPr lang="fr-FR" smtClean="0"/>
              <a:t>Lord if you’re healing in this season</a:t>
            </a:r>
          </a:p>
          <a:p>
            <a:r>
              <a:rPr lang="fr-FR" smtClean="0"/>
              <a:t>
8-  S’IL TE PLAÎT </a:t>
            </a:r>
          </a:p>
          <a:p>
            <a:r>
              <a:rPr lang="fr-FR" smtClean="0"/>
              <a:t>Please</a:t>
            </a:r>
          </a:p>
          <a:p>
            <a:r>
              <a:rPr lang="fr-FR" smtClean="0"/>
              <a:t>
9-  NE LE FAIT PAS SANS MOI </a:t>
            </a:r>
          </a:p>
          <a:p>
            <a:r>
              <a:rPr lang="fr-FR" smtClean="0"/>
              <a:t>Don’t do it whitout me</a:t>
            </a:r>
          </a:p>
          <a:p>
            <a:endParaRPr lang="fr-FR" smtClean="0"/>
          </a:p>
          <a:p>
            <a:r>
              <a:rPr lang="fr-FR" smtClean="0"/>
              <a:t>
10-  J’AI BESOIN DE TOI OH J’AI BESOIN DE TOI </a:t>
            </a:r>
          </a:p>
          <a:p>
            <a:r>
              <a:rPr lang="fr-FR" smtClean="0"/>
              <a:t>I need Thee Oh i need Thee</a:t>
            </a:r>
          </a:p>
          <a:p>
            <a:r>
              <a:rPr lang="fr-FR" smtClean="0"/>
              <a:t>
11-  A CHAQUE HEURE J’AI BESOIN DE TOI </a:t>
            </a:r>
          </a:p>
          <a:p>
            <a:r>
              <a:rPr lang="fr-FR" smtClean="0"/>
              <a:t>Every hour i need Thee</a:t>
            </a:r>
          </a:p>
          <a:p>
            <a:r>
              <a:rPr lang="fr-FR" smtClean="0"/>
              <a:t>
12-  BENIS MOI MAINTENANT MON SAUVEUR </a:t>
            </a:r>
          </a:p>
          <a:p>
            <a:r>
              <a:rPr lang="fr-FR" smtClean="0"/>
              <a:t>Bless me now my Savior</a:t>
            </a:r>
          </a:p>
          <a:p>
            <a:r>
              <a:rPr lang="fr-FR" smtClean="0"/>
              <a:t>
13-  JE VIENS A TOI </a:t>
            </a:r>
          </a:p>
          <a:p>
            <a:r>
              <a:rPr lang="fr-FR" smtClean="0"/>
              <a:t>I come to Thee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79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QUOI QUE 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FASSES 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SAISON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S’IL TE PLAÎT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6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SANS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40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BENIS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SAISON</a:t>
            </a:r>
          </a:p>
        </p:txBody>
      </p:sp>
    </p:spTree>
    <p:extLst>
      <p:ext uri="{BB962C8B-B14F-4D97-AF65-F5344CB8AC3E}">
        <p14:creationId xmlns:p14="http://schemas.microsoft.com/office/powerpoint/2010/main" val="366739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S’IL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 PLAÎT</a:t>
            </a:r>
          </a:p>
        </p:txBody>
      </p:sp>
    </p:spTree>
    <p:extLst>
      <p:ext uri="{BB962C8B-B14F-4D97-AF65-F5344CB8AC3E}">
        <p14:creationId xmlns:p14="http://schemas.microsoft.com/office/powerpoint/2010/main" val="169496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SANS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31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GUERIS 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SAISON</a:t>
            </a:r>
          </a:p>
        </p:txBody>
      </p:sp>
    </p:spTree>
    <p:extLst>
      <p:ext uri="{BB962C8B-B14F-4D97-AF65-F5344CB8AC3E}">
        <p14:creationId xmlns:p14="http://schemas.microsoft.com/office/powerpoint/2010/main" val="342729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S’IL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 PLAÎT</a:t>
            </a:r>
          </a:p>
        </p:txBody>
      </p:sp>
    </p:spTree>
    <p:extLst>
      <p:ext uri="{BB962C8B-B14F-4D97-AF65-F5344CB8AC3E}">
        <p14:creationId xmlns:p14="http://schemas.microsoft.com/office/powerpoint/2010/main" val="1166958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SANS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08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BESOIN DE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Ô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BESOIN DE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45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CHAQUE HEURE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BESOIN DE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972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BENIS MOI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SAUVEUR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123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VIENS À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991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518</Words>
  <Application>Microsoft Office PowerPoint</Application>
  <PresentationFormat>Affichage à l'écran (4:3)</PresentationFormat>
  <Paragraphs>721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2002-08-17T13:12:10Z</dcterms:created>
  <dcterms:modified xsi:type="dcterms:W3CDTF">2022-01-30T10:58:48Z</dcterms:modified>
</cp:coreProperties>
</file>