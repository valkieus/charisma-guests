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3" r:id="rId2"/>
    <p:sldId id="274" r:id="rId3"/>
    <p:sldId id="275" r:id="rId4"/>
    <p:sldId id="276" r:id="rId5"/>
    <p:sldId id="277" r:id="rId6"/>
    <p:sldId id="278" r:id="rId7"/>
    <p:sldId id="280" r:id="rId8"/>
    <p:sldId id="281" r:id="rId9"/>
    <p:sldId id="296" r:id="rId10"/>
    <p:sldId id="283" r:id="rId11"/>
    <p:sldId id="284" r:id="rId12"/>
    <p:sldId id="285" r:id="rId13"/>
    <p:sldId id="286" r:id="rId14"/>
    <p:sldId id="287" r:id="rId15"/>
    <p:sldId id="293" r:id="rId16"/>
    <p:sldId id="294" r:id="rId17"/>
    <p:sldId id="288" r:id="rId18"/>
    <p:sldId id="289" r:id="rId19"/>
    <p:sldId id="290" r:id="rId20"/>
    <p:sldId id="291" r:id="rId21"/>
    <p:sldId id="292" r:id="rId22"/>
    <p:sldId id="298" r:id="rId23"/>
    <p:sldId id="295" r:id="rId24"/>
    <p:sldId id="299" r:id="rId25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194" autoAdjust="0"/>
    <p:restoredTop sz="48564" autoAdjust="0"/>
  </p:normalViewPr>
  <p:slideViewPr>
    <p:cSldViewPr>
      <p:cViewPr varScale="1">
        <p:scale>
          <a:sx n="47" d="100"/>
          <a:sy n="47" d="100"/>
        </p:scale>
        <p:origin x="42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01/05/2022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80223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
2-  EN LUI EST NOTRE LIBERTÉ 
3-  ET NOS PÉCHÉS SONT PARDONNÉS ALORS  COMMENT NE PAS LE LOUER ?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
	11-  COMME UN FEU ARDENT 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
14-  LA JOIE, IL VIENT NOUS RESTAURER ALORS COMMENT NE PAS LE LOUER ?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
16-  EN UN INSTANT TU AGIS QUAND TU ES LOUÉ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
18-  NOUS ÉLEVONS LE NOM DE JÉSUS 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Pont2: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
2-  EN LUI EST NOTRE LIBERTÉ 
3-  ET NOS PÉCHÉS SONT PARDONNÉS ALORS  COMMENT NE PAS LE LOUER ?    x2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5-  EN UN INSTANT TU AGIS QUAND TU ES LOUÉ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6-  SAINT-ESPRIT VIENS MAINTENANT LIBÈRE TA GLOIRE 
	7-  CAR NOUS AVONS FAIM DE PLUS DE TOI  
	8-  OUVRE LES CIEUX DE TA PRÉSENCE  
	9-  REMPLIS L'ENDROIT  		X2</a:t>
            </a:r>
          </a:p>
          <a:p>
            <a:r>
              <a:rPr lang="fr-FR" smtClean="0"/>
              <a:t>
	10-  COMME UN VENT VIOLENT AGIS PUISSAMMENT 
	11-  COMME UN FEU ARDENT 
	12-  NOS CŒURS  BRÛLENT, BRÛLENT, BRÛLENT </a:t>
            </a:r>
          </a:p>
          <a:p>
            <a:r>
              <a:rPr lang="fr-FR" smtClean="0"/>
              <a:t>
13-  ET POUR TOUS CEUX QUI SONT BRISÉS VOICI UN CRI DE LIBERTÉ 
14-  LA JOIE, IL VIENT NOUS RESTAURER ALORS COMMENT NE PAS LE LOUER ?   x2</a:t>
            </a:r>
          </a:p>
          <a:p>
            <a:r>
              <a:rPr lang="fr-FR" smtClean="0"/>
              <a:t>
15-  IL Y A UNE JOIE, UNE PAIX PARTOUT OÙ TU ES   
16-  EN UN INSTANT TU AGIS QUAND TU ES LOUÉ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 1:</a:t>
            </a:r>
          </a:p>
          <a:p>
            <a:r>
              <a:rPr lang="fr-FR" smtClean="0"/>
              <a:t>17-  NOUS LEVONS NOS MAINS  ET DES CRIS DE JOIE 
18-  NOUS ÉLEVONS LE NOM DE JÉSUS 
19-  RIEN N’ARRÊTERA  NOS LOUANGES POUR TOI </a:t>
            </a:r>
          </a:p>
          <a:p>
            <a:r>
              <a:rPr lang="fr-FR" smtClean="0"/>
              <a:t>20-  QUAND TON SAINT-ESPRIT EST LÀ       X2</a:t>
            </a:r>
          </a:p>
          <a:p>
            <a:r>
              <a:rPr lang="fr-FR" smtClean="0"/>
              <a:t>
Pont2:</a:t>
            </a:r>
          </a:p>
          <a:p>
            <a:r>
              <a:rPr lang="fr-FR" smtClean="0"/>
              <a:t>21-  NOUS LEVONS NOS MAINS  
22-  ET DES CRIS DE JOIE </a:t>
            </a:r>
          </a:p>
          <a:p>
            <a:r>
              <a:rPr lang="fr-FR" smtClean="0"/>
              <a:t>23 - NOUS LEVONS NOS MAINS </a:t>
            </a:r>
          </a:p>
          <a:p>
            <a:r>
              <a:rPr lang="fr-FR" smtClean="0"/>
              <a:t>24 - NOS LOUANGES POUR TOI     	       X2</a:t>
            </a:r>
          </a:p>
          <a:p>
            <a:endParaRPr lang="fr-FR" smtClean="0"/>
          </a:p>
          <a:p>
            <a:r>
              <a:rPr lang="fr-FR" smtClean="0"/>
              <a:t>	REFRAIN
</a:t>
            </a:r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NE NOUS RÉJOUIT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LUI EST NOTRE LIBERTÉ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94346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NOS PÉCHÉS SONT PARDONNÉS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 COMMENT NE PAS LE LOUER ?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9383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UNE JOIE, UNE PAIX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PARTOUT OÙ TU 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3281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UN INSTANT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AGIS QUAND TU ES LOUÉ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0340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SAINT-ESPRIT VIENS MAINTENANT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LIBÈRE TA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51122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NOUS AVONS FAIM DE PLUS DE TOI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9703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LES CIEUX DE TA PRÉSENCE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0257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REMPLIS L'ENDROIT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0257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 VENT VIOLENT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AGIS PUISSAMMENT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9120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 FEU ARDENT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4894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BRÛLENT, BRÛLENT, BRÛLENT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0294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POUR TOUS CEUX QUI SONT BRISÉS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UN CRI DE LIBERTÉ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8719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JOIE, IL VIENT NOUS RESTAURER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 COMMENT NE PAS LE LOUER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9957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UNE JOIE, UNE PAIX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PARTOUT OÙ TU 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3281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UN INSTANT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AGIS QUAND TU ES LOUÉ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0340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LEVONS NOS MAINS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DES CRIS DE 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8161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ÉLEVONS LE NOM DE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8029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N’ARRÊTERA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LOUANGES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733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TON SAINT-ESPRIT EST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7620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LEVONS NOS MAINS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4501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DES CRIS DE 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4501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LEVONS NOS MAINS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4501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LOUANGES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4501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2462</TotalTime>
  <Words>510</Words>
  <Application>Microsoft Office PowerPoint</Application>
  <PresentationFormat>Grand écran</PresentationFormat>
  <Paragraphs>949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7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243</cp:revision>
  <dcterms:created xsi:type="dcterms:W3CDTF">2002-08-17T10:50:50Z</dcterms:created>
  <dcterms:modified xsi:type="dcterms:W3CDTF">2022-05-01T08:52:54Z</dcterms:modified>
</cp:coreProperties>
</file>