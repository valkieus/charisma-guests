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2593" autoAdjust="0"/>
    <p:restoredTop sz="50481" autoAdjust="0"/>
  </p:normalViewPr>
  <p:slideViewPr>
    <p:cSldViewPr>
      <p:cViewPr varScale="1">
        <p:scale>
          <a:sx n="24" d="100"/>
          <a:sy n="24" d="100"/>
        </p:scale>
        <p:origin x="-413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BD942C9D-DF4D-4280-8E2B-D75D46C7DCE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A275927-E5EA-483A-919A-21ECE3DA5C6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REMPLIS DE JOIE, NOUS TE LOUONS NOUS CÉLÉBRONS NOTRE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D'UN SEUL CŒUR, NOUS T'ÉLEVONS QUE TA LUMIÈRE BRILLE, OH ROI</a:t>
            </a:r>
            <a:br>
              <a:rPr lang="fr-FR" dirty="0" smtClean="0"/>
            </a:br>
            <a:r>
              <a:rPr lang="fr-FR" dirty="0" smtClean="0"/>
              <a:t>3-  TOUTE LA TERRE S'ÉMERVEILLE DEVANT TOI, PRINCE DE LA PAIX</a:t>
            </a:r>
            <a:br>
              <a:rPr lang="fr-FR" dirty="0" smtClean="0"/>
            </a:br>
            <a:r>
              <a:rPr lang="fr-FR" dirty="0" smtClean="0"/>
              <a:t>4-  POUR TOI, NOUS SOMMES DANS L'ALLÉGRESSE</a:t>
            </a:r>
            <a:br>
              <a:rPr lang="fr-FR" dirty="0" smtClean="0"/>
            </a:br>
            <a:r>
              <a:rPr lang="fr-FR" dirty="0" smtClean="0"/>
              <a:t>5-  TU REMPLIS NOS CŒURS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QUE LES PEUPLES SE RASSEMBLENT POUR DE MEILLEURS LENDEMAINS</a:t>
            </a:r>
            <a:br>
              <a:rPr lang="fr-FR" dirty="0" smtClean="0"/>
            </a:br>
            <a:r>
              <a:rPr lang="fr-FR" dirty="0" smtClean="0"/>
              <a:t>7-  VIVRE ET S'AIMER ENTRE FRÈRES PAR SON AMOUR ÉTERNEL</a:t>
            </a:r>
            <a:br>
              <a:rPr lang="fr-FR" dirty="0" smtClean="0"/>
            </a:br>
            <a:r>
              <a:rPr lang="fr-FR" dirty="0" smtClean="0"/>
              <a:t>8-  JOIE PARFAITE, JOIE IMMENSE PROCLAMONS SA MAJESTÉ</a:t>
            </a:r>
            <a:br>
              <a:rPr lang="fr-FR" dirty="0" smtClean="0"/>
            </a:br>
            <a:r>
              <a:rPr lang="fr-FR" dirty="0" smtClean="0"/>
              <a:t>9-  POUR NOTRE SEIGNEUR, NOUS ÉLEVONS BIEN HAUT L'ÉTENDARD DE PAIX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A LUI SEUL, NOUS RENDONS GLOIRE DIEU DE TOUTE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PAR TA GRÂCE INCOMPARABLE TU NOUS DONNES TA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VIE NOUVELLE, VIE D'ESPÉRANCE QUI NOUS COMBLE DE BONHEUR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L'UNIVERS EXALTE TON NOM JÉSUS-CHRIST, EMMANUEL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 NOUS CÉLÉBRONS NOTRE ROI</a:t>
            </a:r>
          </a:p>
          <a:p>
            <a:r>
              <a:rPr lang="fr-FR" smtClean="0"/>
              <a:t>2-  D'UN SEUL CŒUR, NOUS T'ÉLEVONS QUE TA LUMIÈRE BRILLE, OH ROI</a:t>
            </a:r>
            <a:br>
              <a:rPr lang="fr-FR" smtClean="0"/>
            </a:br>
            <a:r>
              <a:rPr lang="fr-FR" smtClean="0"/>
              <a:t>3-  TOUTE LA TERRE S'ÉMERVEILLE DEVANT TOI, PRINCE DE LA PAIX</a:t>
            </a:r>
            <a:br>
              <a:rPr lang="fr-FR" smtClean="0"/>
            </a:br>
            <a:r>
              <a:rPr lang="fr-FR" smtClean="0"/>
              <a:t>4-  POUR TOI, NOUS SOMMES DANS L'ALLÉGRESSE</a:t>
            </a:r>
            <a:br>
              <a:rPr lang="fr-FR" smtClean="0"/>
            </a:br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 POUR DE MEILLEURS LENDEMAINS</a:t>
            </a:r>
            <a:br>
              <a:rPr lang="fr-FR" smtClean="0"/>
            </a:br>
            <a:r>
              <a:rPr lang="fr-FR" smtClean="0"/>
              <a:t>7-  VIVRE ET S'AIMER ENTRE FRÈRES PAR SON AMOUR ÉTERNEL</a:t>
            </a:r>
            <a:br>
              <a:rPr lang="fr-FR" smtClean="0"/>
            </a:br>
            <a:r>
              <a:rPr lang="fr-FR" smtClean="0"/>
              <a:t>8-  JOIE PARFAITE, JOIE IMMENSE PROCLAMONS SA MAJESTÉ</a:t>
            </a:r>
            <a:br>
              <a:rPr lang="fr-FR" smtClean="0"/>
            </a:br>
            <a:r>
              <a:rPr lang="fr-FR" smtClean="0"/>
              <a:t>9-  POUR NOTRE SEIGNEUR, NOUS ÉLEVONS BIEN HAUT L'ÉTENDARD DE PAIX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10-  A LUI SEUL, NOUS RENDONS GLOIRE DIEU DE TOUTE ÉTERNITÉ</a:t>
            </a:r>
          </a:p>
          <a:p>
            <a:r>
              <a:rPr lang="fr-FR" smtClean="0"/>
              <a:t>11-  PAR TA GRÂCE INCOMPARABLE TU NOUS DONNES TA LIBERTÉ</a:t>
            </a:r>
          </a:p>
          <a:p>
            <a:r>
              <a:rPr lang="fr-FR" smtClean="0"/>
              <a:t>12-  VIE NOUVELLE, VIE D'ESPÉRANCE QUI NOUS COMBLE DE BONHEUR</a:t>
            </a:r>
          </a:p>
          <a:p>
            <a:r>
              <a:rPr lang="fr-FR" smtClean="0"/>
              <a:t>13-  L'UNIVERS EXALTE TON NOM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5E620-FDFD-40BC-9956-0CF0DD6618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98179-E4B7-4477-8FBC-88E5228330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F0A10-E39A-4F52-A46C-EAB4DFF972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0C13E-C657-477B-AA1C-DB85AC9C88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F0D6C-0419-4EDA-9B90-70FB2AF0B2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39D6C-9F8D-4FCC-99E6-90E8F217F2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84F61-AC95-4AA1-8CF3-C9AF3F8AAA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7B0BB-5923-41C2-BD96-E6BDFD3A87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F6CD2-4BB8-4EA5-86B0-A15C1F5C62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EA0DF-F63D-4834-AF1D-F38E57B709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45DC8-50D6-4BF6-AABC-A8CB2C5DBC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CCAE690F-560F-4081-BAF2-24552993D8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DE JOIE, NOUS TE LOUONS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CÉLÉBRONS NOTRE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 SEUL CŒUR, NOUS T'ÉLEVONS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TA LUMIÈRE BRILLE, OH ROI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 S'ÉMERVEILLE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TOI, PRINCE DE LA PAIX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TOI, NOUS SOMMES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L'ALLÉGRESSE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REMPLIS NOS CŒURS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PEUPLES SE RASSEMBLENT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DE MEILLEURS LENDEMAINS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ET S'AIMER ENTRE FRÈRES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SON AMOUR ÉTERNEL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PARFAITE, JOIE IMMENSE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PROCLAMONS SA MAJESTÉ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NOTRE SEIGNEUR, NOUS ÉLEVONS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L'ÉTENDARD DE PAIX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LUI SEUL, NOUS RENDONS GLOIRE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TOUTE ÉTERNITÉ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TA GRÂCE INCOMPARABLE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DONNES TA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 NOUVELLE, VIE D'ESPÉRANCE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COMBLE DE BONHEUR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L'UNIVERS EXALTE TON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JÉSUS-CHRIST, 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747</Words>
  <Application>Microsoft Office PowerPoint</Application>
  <PresentationFormat>On-screen Show (4:3)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67</cp:revision>
  <dcterms:created xsi:type="dcterms:W3CDTF">2002-08-17T10:50:50Z</dcterms:created>
  <dcterms:modified xsi:type="dcterms:W3CDTF">2017-06-30T07:05:41Z</dcterms:modified>
</cp:coreProperties>
</file>