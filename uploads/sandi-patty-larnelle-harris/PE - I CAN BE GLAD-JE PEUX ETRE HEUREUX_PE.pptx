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7" r:id="rId3"/>
    <p:sldId id="268" r:id="rId4"/>
    <p:sldId id="269" r:id="rId5"/>
    <p:sldId id="270" r:id="rId6"/>
    <p:sldId id="271" r:id="rId7"/>
    <p:sldId id="272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90929"/>
  </p:normalViewPr>
  <p:slideViewPr>
    <p:cSldViewPr>
      <p:cViewPr varScale="1">
        <p:scale>
          <a:sx n="48" d="100"/>
          <a:sy n="48" d="100"/>
        </p:scale>
        <p:origin x="-108" y="-5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2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22D5981-7693-4DE7-8258-C88E464841A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029682-08F7-4286-A0EF-7B8489433096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7FEACB-2AD4-424B-BFD0-30F48D01A889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672273-438C-4293-812E-2D3EC0C18D7D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BCECD6-D39D-43C2-9CA6-EB6455FD6364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4D67C2-FB4E-4A38-9AEB-A4B81CBBCECE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58847E-F037-4BFD-AC88-898C483A2518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0AA69B-C233-4F1D-AAF1-75E7C9B6DE8A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D867D9-9D0B-4551-AAAE-8B4BE821B3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B2183-9EFC-4FC9-A0C8-1A01B4A35E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930A5-D16D-4B68-AE79-58623A366B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82228-F002-410A-B956-CF743E9E57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064B1-E5C9-40D6-B474-755A3FD2B3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991824-5872-4971-9102-6642421218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5A245-CBF2-480A-96DD-745DB599DF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B20DF-3F24-4D32-BF60-692DF68C4C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75691-98D5-410C-9B52-1A1E445256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FCB089-8FA7-4179-825C-D25F713721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0FDD3-1F0E-4804-9971-7B3913DA87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2C051A8-1DBE-42BD-9EB0-EA451AFB60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PEUX ÊTRE HEUREUX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ESPÉRANCE EST EN DIEU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ME DONNE UNE CONFIANCE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CE MONDE NE CONNAÎT PAS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SEIGNEUR DE TOUTE CRÉATION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DANS TOUTES LES SITUATIONS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SUIS HEUREUX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ESPÉRANCE EST EN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OH, DÈS LE COMMENCEMENT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DIEU M’A CRÉÉ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REMPLACÉ MES FAIBLES FONDATIONS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S’EST FAIT LUI-MÊME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PIERRE ANGULAIRE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TOUT FUT PRÊT ET EN ORDRE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A PROMIS CHAQUE JOUR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QU’IL SERAIT FIDÈLE POUR ME SOUTENIR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SA TOUTE-PUISSANCE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 JE SUIS EMPRISONNÉ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AVOIR INVOQUÉ SON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FERA TOMBER TOUS LES MURS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SOUS LA FERVEUR DE MA LOUANGE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LA CAUSE DE CHRIST J'AI CHOISIE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SOUFFRIR JUSQU’À LA MORT POUR LUI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SERAI CONDUIT DANS LA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DIRIGÉ PAR LA MAIN DE DIEU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CHAQUE MONTAGNE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CHAQUE FORTERESSE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CHAQUE MOT QUI N’EST PAS DE LUI PASSERA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SUIS HEUREUX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 HEUREUX, SI HEUREUX…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ESPÉRANCE EST EN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CAN BE GLAD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MY HOPE IS IN THE LORD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CAUSE HE GIVES A CONFIDENCE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THAT THIS WORLD DOESN'T KNOW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HE'S THE LORD OF ALL CREATION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WHATEVER THE SITUATION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I'M GLAD FOR MY HOPE'S IN THE LORD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RIGHT FROM THE BEGINNING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GOD MADE ME FOR HIS OWN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SO HE REPLACED MY WEAK FOUNDATION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MADE HIMSELF THE CORNERSTONE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ALL WAS READY AND IN ORDER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PROMISED EVERY DAY AND HOUR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HE'D BE FAITHFUL TO SUSTAIN ME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BY HIS MIGHTY POWER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IF I LAND IN PRISON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CALLING ON GOD'S NAME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WOULD CAUSE THE WALLS TO CRUMBLE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UNDER THE FERVOR OF MY PRAISE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THE CAUSE OF CHRIST I'VE CHOSEN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TO SUFFER DEATH TO PROVE MY STAND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I'LL BE USHERED INTO GLORY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LED BY GOD'S OWN HAND 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0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MOUNTAIN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FORTRESS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WORD THAT IS NOT HIS WILL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PASS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169</Words>
  <Application>Microsoft PowerPoint</Application>
  <PresentationFormat>On-screen Show (4:3)</PresentationFormat>
  <Paragraphs>66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Times New Roman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44</cp:revision>
  <dcterms:created xsi:type="dcterms:W3CDTF">2002-08-17T13:12:10Z</dcterms:created>
  <dcterms:modified xsi:type="dcterms:W3CDTF">2014-11-08T00:10:12Z</dcterms:modified>
</cp:coreProperties>
</file>