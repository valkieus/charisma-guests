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13" autoAdjust="0"/>
    <p:restoredTop sz="57075" autoAdjust="0"/>
  </p:normalViewPr>
  <p:slideViewPr>
    <p:cSldViewPr>
      <p:cViewPr>
        <p:scale>
          <a:sx n="40" d="100"/>
          <a:sy n="40" d="100"/>
        </p:scale>
        <p:origin x="-132" y="-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74412E6-AE4B-4D0A-9A11-613D37A53B1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7EF1215-3B65-410D-801C-726AA07C4BB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8-  A DIEU SOIT LA GLOIRE A DIEU SOIT LA GLOIRE 
	9-  A DIEU SOIT LA GLOIRE POUR LES CHOSES QU’IL A FAITES !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POUR LES CHOSES QU’IL A FAITES 
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VOUDRAIS TE DIRE MERCI 
2-  POUR LES CHOSES QUE TU M’AS DONNÉES 
3-  POURTANT JE NE MÉRITAIS RIEN 
4-  MAIS J’AI VU TOUT CET AMOUR POUR MOI 
5-  LES VOIX DE MILLIERS D’ANGES NE SAURAIENT EXPRIMER MA LOUANGE 
6-  TOUT CE QUE J’ESPÈRE ET TOUT CE QUE JE SUIS 
7-  TOUT ME VIENT DE TOI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A DIEU SOIT LA GLOIRE A DIEU SOIT LA GLOIRE 
	9-  A DIEU SOIT LA GLOIRE POUR LES CHOSES QU’IL A FAITES ! 
</a:t>
            </a:r>
          </a:p>
          <a:p>
            <a:r>
              <a:rPr lang="fr-FR" smtClean="0"/>
              <a:t>10-  PAR SON SANG, IL M’A SAUVÉ PAR SA PUISSANCE, IL M’A RELEVÉ 
11-  A DIEU, SOIT LA GLOIRE POUR LES CHOSES QU’IL A FAITES 
</a:t>
            </a:r>
          </a:p>
          <a:p>
            <a:r>
              <a:rPr lang="fr-FR" smtClean="0"/>
              <a:t>12-  OUI JE VEUX VIVRE MA VIE AH……………  
13-  POUR LE SEIGNEUR, OUI POUR LUI OU…………………….  
14-  ET SI JE GAGNE QUELQUE GLOIRE TOUT SERA POUR JÉSUS-CHRIST 
15-  AH AH JÉSUS-CHRIST 
</a:t>
            </a:r>
          </a:p>
          <a:p>
            <a:r>
              <a:rPr lang="fr-FR" smtClean="0"/>
              <a:t>16-  PAR SON SANG, IL M’A SAUVÉ PAR SA PUISSANCE, IL M’A RELEVÉ 
17-  A DIEU, SOIT LA GLOIRE POUR LES CHOSES QU’IL A FAITES 
</a:t>
            </a:r>
          </a:p>
          <a:p>
            <a:r>
              <a:rPr lang="fr-FR" smtClean="0"/>
              <a:t>18-  POUR LES CHOSES QU’IL A FAITES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97F6C6-B1CE-4082-B38F-0ACA140595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2E6CB-ACEA-4CA5-9347-01EE3D480F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AFAAF-AD5E-45BC-97AA-B28934EFA5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A1DA8-7D2F-471C-96C0-553A9EAF43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4363A-55B7-4AD9-91D9-9573E0CE45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46094-6064-428E-ADD4-0FA2A461E3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9D286-1265-41DC-9709-46C52F8036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29DE34-AAB3-47E6-8E36-31892D001E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3CEDD-8569-4B51-A6DB-535C665954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C3516-82F4-4FD3-8D55-9B1E0C904E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25A81-67F0-4CE2-9045-CD7217913F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A2A23DDD-EF24-411E-BEF8-7258061A2D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VOUDRAIS TE DIRE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QUE TU M’AS DONNÉES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POURTANT JE NE MÉRITAIS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J’AI VU TOUT CET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LES VOIX DE MILLIERS D’ANGES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NE SAURAIENT EXPRIMER MA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CE QUE J’ESPÈRE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TOUT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ME VIENT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DIEU SOIT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DIEU SOIT LA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DIEU SOIT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LES CHOSES QU’IL A FAITES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SON SANG, IL M’A SAUVÉ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SA PUISSANCE, IL M’A RELEVÉ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À DIEU, SOIT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LES CHOSES QU’IL A FAITES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OUI JE VEUX VIVRE MA VIE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LE SEIGNEUR, OUI 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SI JE GAGNE QUELQUE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SERA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JÉSUS-CHRIST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AH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 JÉSUS-CHRIST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SON SANG, IL M’A SAUVÉ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SA PUISSANCE, IL M’A RELEVÉ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 DIEU, SOIT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LES CHOSES QU’IL A FAITES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LES CHOSES QU’IL A FAITES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372</Words>
  <Application>Microsoft Office PowerPoint</Application>
  <PresentationFormat>On-screen Show (4:3)</PresentationFormat>
  <Paragraphs>281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59</cp:revision>
  <dcterms:created xsi:type="dcterms:W3CDTF">2002-08-17T11:03:14Z</dcterms:created>
  <dcterms:modified xsi:type="dcterms:W3CDTF">2016-12-31T14:23:39Z</dcterms:modified>
</cp:coreProperties>
</file>