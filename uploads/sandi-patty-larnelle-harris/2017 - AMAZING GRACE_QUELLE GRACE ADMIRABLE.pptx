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2" r:id="rId2"/>
    <p:sldId id="280" r:id="rId3"/>
    <p:sldId id="279" r:id="rId4"/>
    <p:sldId id="278" r:id="rId5"/>
    <p:sldId id="277" r:id="rId6"/>
    <p:sldId id="276" r:id="rId7"/>
    <p:sldId id="281" r:id="rId8"/>
    <p:sldId id="275" r:id="rId9"/>
    <p:sldId id="274" r:id="rId10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6806" autoAdjust="0"/>
  </p:normalViewPr>
  <p:slideViewPr>
    <p:cSldViewPr>
      <p:cViewPr varScale="1">
        <p:scale>
          <a:sx n="48" d="100"/>
          <a:sy n="48" d="100"/>
        </p:scale>
        <p:origin x="-114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144F293-F244-4BD4-926E-FE6BBF8714F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799349D-CFEB-442C-A2B1-89E94646FF83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dirty="0" smtClean="0"/>
              <a:t>1-  QUELLE GRÂCE ADMIRABLE ET SANS ÉGALE </a:t>
            </a:r>
          </a:p>
          <a:p>
            <a:pPr>
              <a:defRPr/>
            </a:pP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How </a:t>
            </a:r>
            <a:r>
              <a:rPr lang="fr-FR" dirty="0" err="1" smtClean="0"/>
              <a:t>sweet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POUR QUE JE SOIS SAUVÉ J'ÉTAIS SI LOIN, MAIS IL M'A TROUVÉ </a:t>
            </a:r>
          </a:p>
          <a:p>
            <a:pPr>
              <a:defRPr/>
            </a:pPr>
            <a:r>
              <a:rPr lang="fr-FR" dirty="0" smtClean="0"/>
              <a:t>That </a:t>
            </a:r>
            <a:r>
              <a:rPr lang="fr-FR" dirty="0" err="1" smtClean="0"/>
              <a:t>saved</a:t>
            </a:r>
            <a:r>
              <a:rPr lang="fr-FR" dirty="0" smtClean="0"/>
              <a:t> a </a:t>
            </a:r>
            <a:r>
              <a:rPr lang="fr-FR" dirty="0" err="1" smtClean="0"/>
              <a:t>wretch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me I once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3-  À L'AVEUGLE LA VUE IL A DONNÉE </a:t>
            </a:r>
          </a:p>
          <a:p>
            <a:pPr>
              <a:defRPr/>
            </a:pPr>
            <a:r>
              <a:rPr lang="fr-FR" dirty="0" smtClean="0"/>
              <a:t>But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blind</a:t>
            </a:r>
            <a:r>
              <a:rPr lang="fr-FR" dirty="0" smtClean="0"/>
              <a:t> but </a:t>
            </a:r>
            <a:r>
              <a:rPr lang="fr-FR" dirty="0" err="1" smtClean="0"/>
              <a:t>now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DE BIEN DES PIÈGES ET DES DANGERS JE ME SUIS ÉCHAPPÉ </a:t>
            </a:r>
          </a:p>
          <a:p>
            <a:pPr>
              <a:defRPr/>
            </a:pPr>
            <a:r>
              <a:rPr lang="fr-FR" dirty="0" smtClean="0"/>
              <a:t>t'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taught</a:t>
            </a:r>
            <a:r>
              <a:rPr lang="fr-FR" dirty="0" smtClean="0"/>
              <a:t> 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to </a:t>
            </a:r>
            <a:r>
              <a:rPr lang="fr-FR" dirty="0" err="1" smtClean="0"/>
              <a:t>fear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5-  SA GRÂCE M'A CONDUIT JUSQUE-LÀ ELLE M’EMMÈNERA CHEZ MOI </a:t>
            </a:r>
          </a:p>
          <a:p>
            <a:pPr>
              <a:defRPr/>
            </a:pPr>
            <a:r>
              <a:rPr lang="fr-FR" dirty="0" smtClean="0"/>
              <a:t>And </a:t>
            </a:r>
            <a:r>
              <a:rPr lang="fr-FR" dirty="0" err="1" smtClean="0"/>
              <a:t>grace</a:t>
            </a:r>
            <a:r>
              <a:rPr lang="fr-FR" dirty="0" smtClean="0"/>
              <a:t>,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fears</a:t>
            </a:r>
            <a:r>
              <a:rPr lang="fr-FR" dirty="0" smtClean="0"/>
              <a:t> </a:t>
            </a:r>
            <a:r>
              <a:rPr lang="fr-FR" dirty="0" err="1" smtClean="0"/>
              <a:t>relieved</a:t>
            </a:r>
            <a:r>
              <a:rPr lang="fr-FR" dirty="0" smtClean="0"/>
              <a:t> How </a:t>
            </a:r>
            <a:r>
              <a:rPr lang="fr-FR" dirty="0" err="1" smtClean="0"/>
              <a:t>precious</a:t>
            </a:r>
            <a:r>
              <a:rPr lang="fr-FR" dirty="0" smtClean="0"/>
              <a:t> </a:t>
            </a:r>
            <a:r>
              <a:rPr lang="fr-FR" dirty="0" err="1" smtClean="0"/>
              <a:t>did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 </a:t>
            </a:r>
            <a:r>
              <a:rPr lang="fr-FR" dirty="0" err="1" smtClean="0"/>
              <a:t>appear</a:t>
            </a:r>
            <a:r>
              <a:rPr lang="fr-FR" dirty="0" smtClean="0"/>
              <a:t> the </a:t>
            </a:r>
            <a:r>
              <a:rPr lang="fr-FR" dirty="0" err="1" smtClean="0"/>
              <a:t>hour</a:t>
            </a:r>
            <a:r>
              <a:rPr lang="fr-FR" dirty="0" smtClean="0"/>
              <a:t> i first </a:t>
            </a:r>
            <a:r>
              <a:rPr lang="fr-FR" dirty="0" err="1" smtClean="0"/>
              <a:t>believed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6-  QUAND NOUS Y SERONS DEPUIS DIX MILLE ANS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we've</a:t>
            </a:r>
            <a:r>
              <a:rPr lang="fr-FR" dirty="0" smtClean="0"/>
              <a:t> been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ten</a:t>
            </a:r>
            <a:r>
              <a:rPr lang="fr-FR" dirty="0" smtClean="0"/>
              <a:t> </a:t>
            </a:r>
            <a:r>
              <a:rPr lang="fr-FR" dirty="0" err="1" smtClean="0"/>
              <a:t>thousand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7-  BRILLANTS COMME LE SOLEIL  </a:t>
            </a:r>
          </a:p>
          <a:p>
            <a:pPr>
              <a:defRPr/>
            </a:pPr>
            <a:r>
              <a:rPr lang="fr-FR" dirty="0" err="1" smtClean="0"/>
              <a:t>bright</a:t>
            </a:r>
            <a:r>
              <a:rPr lang="fr-FR" dirty="0" smtClean="0"/>
              <a:t> </a:t>
            </a:r>
            <a:r>
              <a:rPr lang="fr-FR" dirty="0" err="1" smtClean="0"/>
              <a:t>shining</a:t>
            </a:r>
            <a:r>
              <a:rPr lang="fr-FR" dirty="0" smtClean="0"/>
              <a:t> as the </a:t>
            </a:r>
            <a:r>
              <a:rPr lang="fr-FR" dirty="0" err="1" smtClean="0"/>
              <a:t>sun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CHAQUE JOUR PASSÉ À LE LOUER SERA COMME LE PREMIER </a:t>
            </a:r>
          </a:p>
          <a:p>
            <a:pPr>
              <a:defRPr/>
            </a:pPr>
            <a:r>
              <a:rPr lang="fr-FR" dirty="0" err="1" smtClean="0"/>
              <a:t>We’ve</a:t>
            </a:r>
            <a:r>
              <a:rPr lang="fr-FR" dirty="0" smtClean="0"/>
              <a:t> no </a:t>
            </a:r>
            <a:r>
              <a:rPr lang="fr-FR" dirty="0" err="1" smtClean="0"/>
              <a:t>less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to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god's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 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we've</a:t>
            </a:r>
            <a:r>
              <a:rPr lang="fr-FR" dirty="0" smtClean="0"/>
              <a:t> first </a:t>
            </a:r>
            <a:r>
              <a:rPr lang="fr-FR" dirty="0" err="1" smtClean="0"/>
              <a:t>begun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QUELLE GRÂCE ADMIRABLE ! </a:t>
            </a:r>
          </a:p>
          <a:p>
            <a:pPr>
              <a:defRPr/>
            </a:pPr>
            <a:r>
              <a:rPr lang="fr-FR" dirty="0" err="1" smtClean="0"/>
              <a:t>Amazing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r>
              <a:rPr lang="fr-FR" dirty="0" smtClean="0"/>
              <a:t>
</a:t>
            </a:r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QUELLE GRÂCE ADMIRABLE ET SANS ÉGALE </a:t>
            </a:r>
          </a:p>
          <a:p>
            <a:r>
              <a:rPr lang="fr-FR" altLang="fr-FR"/>
              <a:t>Amazing grace How sweet the sound</a:t>
            </a:r>
          </a:p>
          <a:p>
            <a:r>
              <a:rPr lang="fr-FR" altLang="fr-FR"/>
              <a:t>2-  POUR QUE JE SOIS SAUVÉ J'ÉTAIS SI LOIN, MAIS IL M'A TROUVÉ </a:t>
            </a:r>
          </a:p>
          <a:p>
            <a:r>
              <a:rPr lang="fr-FR" altLang="fr-FR"/>
              <a:t>That saved a wretch like me I once was lost</a:t>
            </a:r>
          </a:p>
          <a:p>
            <a:r>
              <a:rPr lang="fr-FR" altLang="fr-FR"/>
              <a:t>3-  À L'AVEUGLE LA VUE IL A DONNÉE </a:t>
            </a:r>
          </a:p>
          <a:p>
            <a:r>
              <a:rPr lang="fr-FR" altLang="fr-FR"/>
              <a:t>But now am found Was blind but now i see</a:t>
            </a:r>
          </a:p>
          <a:p>
            <a:endParaRPr lang="fr-FR" altLang="fr-FR"/>
          </a:p>
          <a:p>
            <a:r>
              <a:rPr lang="fr-FR" altLang="fr-FR"/>
              <a:t>4-  DE BIEN DES PIÈGES ET DES DANGERS JE ME SUIS ÉCHAPPÉ </a:t>
            </a:r>
          </a:p>
          <a:p>
            <a:r>
              <a:rPr lang="fr-FR" altLang="fr-FR"/>
              <a:t>t'was grace that taught  My heart to fear</a:t>
            </a:r>
          </a:p>
          <a:p>
            <a:r>
              <a:rPr lang="fr-FR" altLang="fr-FR"/>
              <a:t>5-  SA GRÂCE M'A CONDUIT JUSQUE-LÀ ELLE M’EMMÈNERA CHEZ MOI </a:t>
            </a:r>
          </a:p>
          <a:p>
            <a:r>
              <a:rPr lang="fr-FR" altLang="fr-FR"/>
              <a:t>And grace, my fears relieved How precious did that grace appear the hour i first believed</a:t>
            </a:r>
          </a:p>
          <a:p>
            <a:endParaRPr lang="fr-FR" altLang="fr-FR"/>
          </a:p>
          <a:p>
            <a:r>
              <a:rPr lang="fr-FR" altLang="fr-FR"/>
              <a:t>6-  QUAND NOUS Y SERONS DEPUIS DIX MILLE ANS</a:t>
            </a:r>
          </a:p>
          <a:p>
            <a:r>
              <a:rPr lang="fr-FR" altLang="fr-FR"/>
              <a:t>When we've been here ten thousand years </a:t>
            </a:r>
          </a:p>
          <a:p>
            <a:r>
              <a:rPr lang="fr-FR" altLang="fr-FR"/>
              <a:t>7-  BRILLANTS COMME LE SOLEIL  </a:t>
            </a:r>
          </a:p>
          <a:p>
            <a:r>
              <a:rPr lang="fr-FR" altLang="fr-FR"/>
              <a:t>bright shining as the sun</a:t>
            </a:r>
          </a:p>
          <a:p>
            <a:r>
              <a:rPr lang="fr-FR" altLang="fr-FR"/>
              <a:t>8-  CHAQUE JOUR PASSÉ À LE LOUER SERA COMME LE PREMIER </a:t>
            </a:r>
          </a:p>
          <a:p>
            <a:r>
              <a:rPr lang="fr-FR" altLang="fr-FR"/>
              <a:t>We’ve no less days to sing god's praise than when we've first begun</a:t>
            </a:r>
          </a:p>
          <a:p>
            <a:endParaRPr lang="fr-FR" altLang="fr-FR"/>
          </a:p>
          <a:p>
            <a:r>
              <a:rPr lang="fr-FR" altLang="fr-FR"/>
              <a:t>9-  QUELLE GRÂCE ADMIRABLE ! </a:t>
            </a:r>
          </a:p>
          <a:p>
            <a:r>
              <a:rPr lang="fr-FR" altLang="fr-FR"/>
              <a:t>Amazing grace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defRPr/>
            </a:pPr>
            <a:r>
              <a:rPr lang="fr-FR" altLang="fr-FR" smtClean="0"/>
              <a:t>1-  QUELLE GRÂCE ADMIRABLE ET SANS ÉGALE </a:t>
            </a:r>
          </a:p>
          <a:p>
            <a:pPr>
              <a:defRPr/>
            </a:pPr>
            <a:r>
              <a:rPr lang="fr-FR" altLang="fr-FR" smtClean="0"/>
              <a:t>Amazing grace How sweet the sound</a:t>
            </a:r>
          </a:p>
          <a:p>
            <a:pPr>
              <a:defRPr/>
            </a:pPr>
            <a:r>
              <a:rPr lang="fr-FR" altLang="fr-FR" smtClean="0"/>
              <a:t>2-  POUR QUE JE SOIS SAUVÉ J'ÉTAIS SI LOIN, MAIS IL M'A TROUVÉ </a:t>
            </a:r>
          </a:p>
          <a:p>
            <a:pPr>
              <a:defRPr/>
            </a:pPr>
            <a:r>
              <a:rPr lang="fr-FR" altLang="fr-FR" smtClean="0"/>
              <a:t>That saved a wretch like me I once was lost</a:t>
            </a:r>
          </a:p>
          <a:p>
            <a:pPr>
              <a:defRPr/>
            </a:pPr>
            <a:r>
              <a:rPr lang="fr-FR" altLang="fr-FR" smtClean="0"/>
              <a:t>3-  À L'AVEUGLE LA VUE IL A DONNÉE </a:t>
            </a:r>
          </a:p>
          <a:p>
            <a:pPr>
              <a:defRPr/>
            </a:pPr>
            <a:r>
              <a:rPr lang="fr-FR" altLang="fr-FR" smtClean="0"/>
              <a:t>But now am found Was blind but now i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 DE BIEN DES PIÈGES ET DES DANGERS JE ME SUIS ÉCHAPPÉ </a:t>
            </a:r>
          </a:p>
          <a:p>
            <a:pPr>
              <a:defRPr/>
            </a:pPr>
            <a:r>
              <a:rPr lang="fr-FR" altLang="fr-FR" smtClean="0"/>
              <a:t>t'was grace that taught  My heart to fear</a:t>
            </a:r>
          </a:p>
          <a:p>
            <a:pPr>
              <a:defRPr/>
            </a:pPr>
            <a:r>
              <a:rPr lang="fr-FR" altLang="fr-FR" smtClean="0"/>
              <a:t>5-  SA GRÂCE M'A CONDUIT JUSQUE-LÀ ELLE M’EMMÈNERA CHEZ MOI </a:t>
            </a:r>
          </a:p>
          <a:p>
            <a:pPr>
              <a:defRPr/>
            </a:pPr>
            <a:r>
              <a:rPr lang="fr-FR" altLang="fr-FR" smtClean="0"/>
              <a:t>And grace, my fears relieved How precious did that grace appear the hour i first believed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QUAND NOUS Y SERONS DEPUIS DIX MILLE ANS</a:t>
            </a:r>
          </a:p>
          <a:p>
            <a:pPr>
              <a:defRPr/>
            </a:pPr>
            <a:r>
              <a:rPr lang="fr-FR" altLang="fr-FR" smtClean="0"/>
              <a:t>When we've been here ten thousand years </a:t>
            </a:r>
          </a:p>
          <a:p>
            <a:pPr>
              <a:defRPr/>
            </a:pPr>
            <a:r>
              <a:rPr lang="fr-FR" altLang="fr-FR" smtClean="0"/>
              <a:t>7-  BRILLANTS COMME LE SOLEIL  </a:t>
            </a:r>
          </a:p>
          <a:p>
            <a:pPr>
              <a:defRPr/>
            </a:pPr>
            <a:r>
              <a:rPr lang="fr-FR" altLang="fr-FR" smtClean="0"/>
              <a:t>bright shining as the sun</a:t>
            </a:r>
          </a:p>
          <a:p>
            <a:pPr>
              <a:defRPr/>
            </a:pPr>
            <a:r>
              <a:rPr lang="fr-FR" altLang="fr-FR" smtClean="0"/>
              <a:t>8-  CHAQUE JOUR PASSÉ À LE LOUER SERA COMME LE PREMIER </a:t>
            </a:r>
          </a:p>
          <a:p>
            <a:pPr>
              <a:defRPr/>
            </a:pPr>
            <a:r>
              <a:rPr lang="fr-FR" altLang="fr-FR" smtClean="0"/>
              <a:t>We’ve no less days to sing god's praise than when we've first begun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 QUELLE GRÂCE ADMIRABLE ! </a:t>
            </a:r>
          </a:p>
          <a:p>
            <a:pPr>
              <a:defRPr/>
            </a:pPr>
            <a:r>
              <a:rPr lang="fr-FR" altLang="fr-FR" smtClean="0"/>
              <a:t>Amazing grace
</a:t>
            </a:r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QUELLE GRÂCE ADMIRABLE ET SANS ÉGALE </a:t>
            </a:r>
          </a:p>
          <a:p>
            <a:r>
              <a:rPr lang="fr-FR" altLang="fr-FR"/>
              <a:t>Amazing grace How sweet the sound</a:t>
            </a:r>
          </a:p>
          <a:p>
            <a:r>
              <a:rPr lang="fr-FR" altLang="fr-FR"/>
              <a:t>2-  POUR QUE JE SOIS SAUVÉ J'ÉTAIS SI LOIN, MAIS IL M'A TROUVÉ </a:t>
            </a:r>
          </a:p>
          <a:p>
            <a:r>
              <a:rPr lang="fr-FR" altLang="fr-FR"/>
              <a:t>That saved a wretch like me I once was lost</a:t>
            </a:r>
          </a:p>
          <a:p>
            <a:r>
              <a:rPr lang="fr-FR" altLang="fr-FR"/>
              <a:t>3-  À L'AVEUGLE LA VUE IL A DONNÉE </a:t>
            </a:r>
          </a:p>
          <a:p>
            <a:r>
              <a:rPr lang="fr-FR" altLang="fr-FR"/>
              <a:t>But now am found Was blind but now i see</a:t>
            </a:r>
          </a:p>
          <a:p>
            <a:endParaRPr lang="fr-FR" altLang="fr-FR"/>
          </a:p>
          <a:p>
            <a:r>
              <a:rPr lang="fr-FR" altLang="fr-FR"/>
              <a:t>4-  DE BIEN DES PIÈGES ET DES DANGERS JE ME SUIS ÉCHAPPÉ </a:t>
            </a:r>
          </a:p>
          <a:p>
            <a:r>
              <a:rPr lang="fr-FR" altLang="fr-FR"/>
              <a:t>t'was grace that taught  My heart to fear</a:t>
            </a:r>
          </a:p>
          <a:p>
            <a:r>
              <a:rPr lang="fr-FR" altLang="fr-FR"/>
              <a:t>5-  SA GRÂCE M'A CONDUIT JUSQUE-LÀ ELLE M’EMMÈNERA CHEZ MOI </a:t>
            </a:r>
          </a:p>
          <a:p>
            <a:r>
              <a:rPr lang="fr-FR" altLang="fr-FR"/>
              <a:t>And grace, my fears relieved How precious did that grace appear the hour i first believed</a:t>
            </a:r>
          </a:p>
          <a:p>
            <a:endParaRPr lang="fr-FR" altLang="fr-FR"/>
          </a:p>
          <a:p>
            <a:r>
              <a:rPr lang="fr-FR" altLang="fr-FR"/>
              <a:t>6-  QUAND NOUS Y SERONS DEPUIS DIX MILLE ANS</a:t>
            </a:r>
          </a:p>
          <a:p>
            <a:r>
              <a:rPr lang="fr-FR" altLang="fr-FR"/>
              <a:t>When we've been here ten thousand years </a:t>
            </a:r>
          </a:p>
          <a:p>
            <a:r>
              <a:rPr lang="fr-FR" altLang="fr-FR"/>
              <a:t>7-  BRILLANTS COMME LE SOLEIL  </a:t>
            </a:r>
          </a:p>
          <a:p>
            <a:r>
              <a:rPr lang="fr-FR" altLang="fr-FR"/>
              <a:t>bright shining as the sun</a:t>
            </a:r>
          </a:p>
          <a:p>
            <a:r>
              <a:rPr lang="fr-FR" altLang="fr-FR"/>
              <a:t>8-  CHAQUE JOUR PASSÉ À LE LOUER SERA COMME LE PREMIER </a:t>
            </a:r>
          </a:p>
          <a:p>
            <a:r>
              <a:rPr lang="fr-FR" altLang="fr-FR"/>
              <a:t>We’ve no less days to sing god's praise than when we've first begun</a:t>
            </a:r>
          </a:p>
          <a:p>
            <a:endParaRPr lang="fr-FR" altLang="fr-FR"/>
          </a:p>
          <a:p>
            <a:r>
              <a:rPr lang="fr-FR" altLang="fr-FR"/>
              <a:t>9-  QUELLE GRÂCE ADMIRABLE ! </a:t>
            </a:r>
          </a:p>
          <a:p>
            <a:r>
              <a:rPr lang="fr-FR" altLang="fr-FR"/>
              <a:t>Amazing grace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defRPr/>
            </a:pPr>
            <a:r>
              <a:rPr lang="fr-FR" altLang="fr-FR" smtClean="0"/>
              <a:t>1-  QUELLE GRÂCE ADMIRABLE ET SANS ÉGALE </a:t>
            </a:r>
          </a:p>
          <a:p>
            <a:pPr>
              <a:defRPr/>
            </a:pPr>
            <a:r>
              <a:rPr lang="fr-FR" altLang="fr-FR" smtClean="0"/>
              <a:t>Amazing grace How sweet the sound</a:t>
            </a:r>
          </a:p>
          <a:p>
            <a:pPr>
              <a:defRPr/>
            </a:pPr>
            <a:r>
              <a:rPr lang="fr-FR" altLang="fr-FR" smtClean="0"/>
              <a:t>2-  POUR QUE JE SOIS SAUVÉ J'ÉTAIS SI LOIN, MAIS IL M'A TROUVÉ </a:t>
            </a:r>
          </a:p>
          <a:p>
            <a:pPr>
              <a:defRPr/>
            </a:pPr>
            <a:r>
              <a:rPr lang="fr-FR" altLang="fr-FR" smtClean="0"/>
              <a:t>That saved a wretch like me I once was lost</a:t>
            </a:r>
          </a:p>
          <a:p>
            <a:pPr>
              <a:defRPr/>
            </a:pPr>
            <a:r>
              <a:rPr lang="fr-FR" altLang="fr-FR" smtClean="0"/>
              <a:t>3-  À L'AVEUGLE LA VUE IL A DONNÉE </a:t>
            </a:r>
          </a:p>
          <a:p>
            <a:pPr>
              <a:defRPr/>
            </a:pPr>
            <a:r>
              <a:rPr lang="fr-FR" altLang="fr-FR" smtClean="0"/>
              <a:t>But now am found Was blind but now i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 DE BIEN DES PIÈGES ET DES DANGERS JE ME SUIS ÉCHAPPÉ </a:t>
            </a:r>
          </a:p>
          <a:p>
            <a:pPr>
              <a:defRPr/>
            </a:pPr>
            <a:r>
              <a:rPr lang="fr-FR" altLang="fr-FR" smtClean="0"/>
              <a:t>t'was grace that taught  My heart to fear</a:t>
            </a:r>
          </a:p>
          <a:p>
            <a:pPr>
              <a:defRPr/>
            </a:pPr>
            <a:r>
              <a:rPr lang="fr-FR" altLang="fr-FR" smtClean="0"/>
              <a:t>5-  SA GRÂCE M'A CONDUIT JUSQUE-LÀ ELLE M’EMMÈNERA CHEZ MOI </a:t>
            </a:r>
          </a:p>
          <a:p>
            <a:pPr>
              <a:defRPr/>
            </a:pPr>
            <a:r>
              <a:rPr lang="fr-FR" altLang="fr-FR" smtClean="0"/>
              <a:t>And grace, my fears relieved How precious did that grace appear the hour i first believed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QUAND NOUS Y SERONS DEPUIS DIX MILLE ANS</a:t>
            </a:r>
          </a:p>
          <a:p>
            <a:pPr>
              <a:defRPr/>
            </a:pPr>
            <a:r>
              <a:rPr lang="fr-FR" altLang="fr-FR" smtClean="0"/>
              <a:t>When we've been here ten thousand years </a:t>
            </a:r>
          </a:p>
          <a:p>
            <a:pPr>
              <a:defRPr/>
            </a:pPr>
            <a:r>
              <a:rPr lang="fr-FR" altLang="fr-FR" smtClean="0"/>
              <a:t>7-  BRILLANTS COMME LE SOLEIL  </a:t>
            </a:r>
          </a:p>
          <a:p>
            <a:pPr>
              <a:defRPr/>
            </a:pPr>
            <a:r>
              <a:rPr lang="fr-FR" altLang="fr-FR" smtClean="0"/>
              <a:t>bright shining as the sun</a:t>
            </a:r>
          </a:p>
          <a:p>
            <a:pPr>
              <a:defRPr/>
            </a:pPr>
            <a:r>
              <a:rPr lang="fr-FR" altLang="fr-FR" smtClean="0"/>
              <a:t>8-  CHAQUE JOUR PASSÉ À LE LOUER SERA COMME LE PREMIER </a:t>
            </a:r>
          </a:p>
          <a:p>
            <a:pPr>
              <a:defRPr/>
            </a:pPr>
            <a:r>
              <a:rPr lang="fr-FR" altLang="fr-FR" smtClean="0"/>
              <a:t>We’ve no less days to sing god's praise than when we've first begun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 QUELLE GRÂCE ADMIRABLE ! </a:t>
            </a:r>
          </a:p>
          <a:p>
            <a:pPr>
              <a:defRPr/>
            </a:pPr>
            <a:r>
              <a:rPr lang="fr-FR" altLang="fr-FR" smtClean="0"/>
              <a:t>Amazing grace
</a:t>
            </a: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QUELLE GRÂCE ADMIRABLE ET SANS ÉGALE </a:t>
            </a:r>
          </a:p>
          <a:p>
            <a:r>
              <a:rPr lang="fr-FR" altLang="fr-FR"/>
              <a:t>Amazing grace How sweet the sound</a:t>
            </a:r>
          </a:p>
          <a:p>
            <a:r>
              <a:rPr lang="fr-FR" altLang="fr-FR"/>
              <a:t>2-  POUR QUE JE SOIS SAUVÉ J'ÉTAIS SI LOIN, MAIS IL M'A TROUVÉ </a:t>
            </a:r>
          </a:p>
          <a:p>
            <a:r>
              <a:rPr lang="fr-FR" altLang="fr-FR"/>
              <a:t>That saved a wretch like me I once was lost</a:t>
            </a:r>
          </a:p>
          <a:p>
            <a:r>
              <a:rPr lang="fr-FR" altLang="fr-FR"/>
              <a:t>3-  À L'AVEUGLE LA VUE IL A DONNÉE </a:t>
            </a:r>
          </a:p>
          <a:p>
            <a:r>
              <a:rPr lang="fr-FR" altLang="fr-FR"/>
              <a:t>But now am found Was blind but now i see</a:t>
            </a:r>
          </a:p>
          <a:p>
            <a:endParaRPr lang="fr-FR" altLang="fr-FR"/>
          </a:p>
          <a:p>
            <a:r>
              <a:rPr lang="fr-FR" altLang="fr-FR"/>
              <a:t>4-  DE BIEN DES PIÈGES ET DES DANGERS JE ME SUIS ÉCHAPPÉ </a:t>
            </a:r>
          </a:p>
          <a:p>
            <a:r>
              <a:rPr lang="fr-FR" altLang="fr-FR"/>
              <a:t>t'was grace that taught  My heart to fear</a:t>
            </a:r>
          </a:p>
          <a:p>
            <a:r>
              <a:rPr lang="fr-FR" altLang="fr-FR"/>
              <a:t>5-  SA GRÂCE M'A CONDUIT JUSQUE-LÀ ELLE M’EMMÈNERA CHEZ MOI </a:t>
            </a:r>
          </a:p>
          <a:p>
            <a:r>
              <a:rPr lang="fr-FR" altLang="fr-FR"/>
              <a:t>And grace, my fears relieved How precious did that grace appear the hour i first believed</a:t>
            </a:r>
          </a:p>
          <a:p>
            <a:endParaRPr lang="fr-FR" altLang="fr-FR"/>
          </a:p>
          <a:p>
            <a:r>
              <a:rPr lang="fr-FR" altLang="fr-FR"/>
              <a:t>6-  QUAND NOUS Y SERONS DEPUIS DIX MILLE ANS</a:t>
            </a:r>
          </a:p>
          <a:p>
            <a:r>
              <a:rPr lang="fr-FR" altLang="fr-FR"/>
              <a:t>When we've been here ten thousand years </a:t>
            </a:r>
          </a:p>
          <a:p>
            <a:r>
              <a:rPr lang="fr-FR" altLang="fr-FR"/>
              <a:t>7-  BRILLANTS COMME LE SOLEIL  </a:t>
            </a:r>
          </a:p>
          <a:p>
            <a:r>
              <a:rPr lang="fr-FR" altLang="fr-FR"/>
              <a:t>bright shining as the sun</a:t>
            </a:r>
          </a:p>
          <a:p>
            <a:r>
              <a:rPr lang="fr-FR" altLang="fr-FR"/>
              <a:t>8-  CHAQUE JOUR PASSÉ À LE LOUER SERA COMME LE PREMIER </a:t>
            </a:r>
          </a:p>
          <a:p>
            <a:r>
              <a:rPr lang="fr-FR" altLang="fr-FR"/>
              <a:t>We’ve no less days to sing god's praise than when we've first begun</a:t>
            </a:r>
          </a:p>
          <a:p>
            <a:endParaRPr lang="fr-FR" altLang="fr-FR"/>
          </a:p>
          <a:p>
            <a:r>
              <a:rPr lang="fr-FR" altLang="fr-FR"/>
              <a:t>9-  QUELLE GRÂCE ADMIRABLE ! </a:t>
            </a:r>
          </a:p>
          <a:p>
            <a:r>
              <a:rPr lang="fr-FR" altLang="fr-FR"/>
              <a:t>Amazing grace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defRPr/>
            </a:pPr>
            <a:r>
              <a:rPr lang="fr-FR" altLang="fr-FR" smtClean="0"/>
              <a:t>1-  QUELLE GRÂCE ADMIRABLE ET SANS ÉGALE </a:t>
            </a:r>
          </a:p>
          <a:p>
            <a:pPr>
              <a:defRPr/>
            </a:pPr>
            <a:r>
              <a:rPr lang="fr-FR" altLang="fr-FR" smtClean="0"/>
              <a:t>Amazing grace How sweet the sound</a:t>
            </a:r>
          </a:p>
          <a:p>
            <a:pPr>
              <a:defRPr/>
            </a:pPr>
            <a:r>
              <a:rPr lang="fr-FR" altLang="fr-FR" smtClean="0"/>
              <a:t>2-  POUR QUE JE SOIS SAUVÉ J'ÉTAIS SI LOIN, MAIS IL M'A TROUVÉ </a:t>
            </a:r>
          </a:p>
          <a:p>
            <a:pPr>
              <a:defRPr/>
            </a:pPr>
            <a:r>
              <a:rPr lang="fr-FR" altLang="fr-FR" smtClean="0"/>
              <a:t>That saved a wretch like me I once was lost</a:t>
            </a:r>
          </a:p>
          <a:p>
            <a:pPr>
              <a:defRPr/>
            </a:pPr>
            <a:r>
              <a:rPr lang="fr-FR" altLang="fr-FR" smtClean="0"/>
              <a:t>3-  À L'AVEUGLE LA VUE IL A DONNÉE </a:t>
            </a:r>
          </a:p>
          <a:p>
            <a:pPr>
              <a:defRPr/>
            </a:pPr>
            <a:r>
              <a:rPr lang="fr-FR" altLang="fr-FR" smtClean="0"/>
              <a:t>But now am found Was blind but now i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 DE BIEN DES PIÈGES ET DES DANGERS JE ME SUIS ÉCHAPPÉ </a:t>
            </a:r>
          </a:p>
          <a:p>
            <a:pPr>
              <a:defRPr/>
            </a:pPr>
            <a:r>
              <a:rPr lang="fr-FR" altLang="fr-FR" smtClean="0"/>
              <a:t>t'was grace that taught  My heart to fear</a:t>
            </a:r>
          </a:p>
          <a:p>
            <a:pPr>
              <a:defRPr/>
            </a:pPr>
            <a:r>
              <a:rPr lang="fr-FR" altLang="fr-FR" smtClean="0"/>
              <a:t>5-  SA GRÂCE M'A CONDUIT JUSQUE-LÀ ELLE M’EMMÈNERA CHEZ MOI </a:t>
            </a:r>
          </a:p>
          <a:p>
            <a:pPr>
              <a:defRPr/>
            </a:pPr>
            <a:r>
              <a:rPr lang="fr-FR" altLang="fr-FR" smtClean="0"/>
              <a:t>And grace, my fears relieved How precious did that grace appear the hour i first believed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QUAND NOUS Y SERONS DEPUIS DIX MILLE ANS</a:t>
            </a:r>
          </a:p>
          <a:p>
            <a:pPr>
              <a:defRPr/>
            </a:pPr>
            <a:r>
              <a:rPr lang="fr-FR" altLang="fr-FR" smtClean="0"/>
              <a:t>When we've been here ten thousand years </a:t>
            </a:r>
          </a:p>
          <a:p>
            <a:pPr>
              <a:defRPr/>
            </a:pPr>
            <a:r>
              <a:rPr lang="fr-FR" altLang="fr-FR" smtClean="0"/>
              <a:t>7-  BRILLANTS COMME LE SOLEIL  </a:t>
            </a:r>
          </a:p>
          <a:p>
            <a:pPr>
              <a:defRPr/>
            </a:pPr>
            <a:r>
              <a:rPr lang="fr-FR" altLang="fr-FR" smtClean="0"/>
              <a:t>bright shining as the sun</a:t>
            </a:r>
          </a:p>
          <a:p>
            <a:pPr>
              <a:defRPr/>
            </a:pPr>
            <a:r>
              <a:rPr lang="fr-FR" altLang="fr-FR" smtClean="0"/>
              <a:t>8-  CHAQUE JOUR PASSÉ À LE LOUER SERA COMME LE PREMIER </a:t>
            </a:r>
          </a:p>
          <a:p>
            <a:pPr>
              <a:defRPr/>
            </a:pPr>
            <a:r>
              <a:rPr lang="fr-FR" altLang="fr-FR" smtClean="0"/>
              <a:t>We’ve no less days to sing god's praise than when we've first begun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 QUELLE GRÂCE ADMIRABLE ! </a:t>
            </a:r>
          </a:p>
          <a:p>
            <a:pPr>
              <a:defRPr/>
            </a:pPr>
            <a:r>
              <a:rPr lang="fr-FR" altLang="fr-FR" smtClean="0"/>
              <a:t>Amazing grace
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QUELLE GRÂCE ADMIRABLE ET SANS ÉGALE </a:t>
            </a:r>
          </a:p>
          <a:p>
            <a:r>
              <a:rPr lang="fr-FR" altLang="fr-FR"/>
              <a:t>Amazing grace How sweet the sound</a:t>
            </a:r>
          </a:p>
          <a:p>
            <a:r>
              <a:rPr lang="fr-FR" altLang="fr-FR"/>
              <a:t>2-  POUR QUE JE SOIS SAUVÉ J'ÉTAIS SI LOIN, MAIS IL M'A TROUVÉ </a:t>
            </a:r>
          </a:p>
          <a:p>
            <a:r>
              <a:rPr lang="fr-FR" altLang="fr-FR"/>
              <a:t>That saved a wretch like me I once was lost</a:t>
            </a:r>
          </a:p>
          <a:p>
            <a:r>
              <a:rPr lang="fr-FR" altLang="fr-FR"/>
              <a:t>3-  À L'AVEUGLE LA VUE IL A DONNÉE </a:t>
            </a:r>
          </a:p>
          <a:p>
            <a:r>
              <a:rPr lang="fr-FR" altLang="fr-FR"/>
              <a:t>But now am found Was blind but now i see</a:t>
            </a:r>
          </a:p>
          <a:p>
            <a:endParaRPr lang="fr-FR" altLang="fr-FR"/>
          </a:p>
          <a:p>
            <a:r>
              <a:rPr lang="fr-FR" altLang="fr-FR"/>
              <a:t>4-  DE BIEN DES PIÈGES ET DES DANGERS JE ME SUIS ÉCHAPPÉ </a:t>
            </a:r>
          </a:p>
          <a:p>
            <a:r>
              <a:rPr lang="fr-FR" altLang="fr-FR"/>
              <a:t>t'was grace that taught  My heart to fear</a:t>
            </a:r>
          </a:p>
          <a:p>
            <a:r>
              <a:rPr lang="fr-FR" altLang="fr-FR"/>
              <a:t>5-  SA GRÂCE M'A CONDUIT JUSQUE-LÀ ELLE M’EMMÈNERA CHEZ MOI </a:t>
            </a:r>
          </a:p>
          <a:p>
            <a:r>
              <a:rPr lang="fr-FR" altLang="fr-FR"/>
              <a:t>And grace, my fears relieved How precious did that grace appear the hour i first believed</a:t>
            </a:r>
          </a:p>
          <a:p>
            <a:endParaRPr lang="fr-FR" altLang="fr-FR"/>
          </a:p>
          <a:p>
            <a:r>
              <a:rPr lang="fr-FR" altLang="fr-FR"/>
              <a:t>6-  QUAND NOUS Y SERONS DEPUIS DIX MILLE ANS</a:t>
            </a:r>
          </a:p>
          <a:p>
            <a:r>
              <a:rPr lang="fr-FR" altLang="fr-FR"/>
              <a:t>When we've been here ten thousand years </a:t>
            </a:r>
          </a:p>
          <a:p>
            <a:r>
              <a:rPr lang="fr-FR" altLang="fr-FR"/>
              <a:t>7-  BRILLANTS COMME LE SOLEIL  </a:t>
            </a:r>
          </a:p>
          <a:p>
            <a:r>
              <a:rPr lang="fr-FR" altLang="fr-FR"/>
              <a:t>bright shining as the sun</a:t>
            </a:r>
          </a:p>
          <a:p>
            <a:r>
              <a:rPr lang="fr-FR" altLang="fr-FR"/>
              <a:t>8-  CHAQUE JOUR PASSÉ À LE LOUER SERA COMME LE PREMIER </a:t>
            </a:r>
          </a:p>
          <a:p>
            <a:r>
              <a:rPr lang="fr-FR" altLang="fr-FR"/>
              <a:t>We’ve no less days to sing god's praise than when we've first begun</a:t>
            </a:r>
          </a:p>
          <a:p>
            <a:endParaRPr lang="fr-FR" altLang="fr-FR"/>
          </a:p>
          <a:p>
            <a:r>
              <a:rPr lang="fr-FR" altLang="fr-FR"/>
              <a:t>9-  QUELLE GRÂCE ADMIRABLE ! </a:t>
            </a:r>
          </a:p>
          <a:p>
            <a:r>
              <a:rPr lang="fr-FR" altLang="fr-FR"/>
              <a:t>Amazing grace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defRPr/>
            </a:pPr>
            <a:r>
              <a:rPr lang="fr-FR" altLang="fr-FR" smtClean="0"/>
              <a:t>1-  QUELLE GRÂCE ADMIRABLE ET SANS ÉGALE </a:t>
            </a:r>
          </a:p>
          <a:p>
            <a:pPr>
              <a:defRPr/>
            </a:pPr>
            <a:r>
              <a:rPr lang="fr-FR" altLang="fr-FR" smtClean="0"/>
              <a:t>Amazing grace How sweet the sound</a:t>
            </a:r>
          </a:p>
          <a:p>
            <a:pPr>
              <a:defRPr/>
            </a:pPr>
            <a:r>
              <a:rPr lang="fr-FR" altLang="fr-FR" smtClean="0"/>
              <a:t>2-  POUR QUE JE SOIS SAUVÉ J'ÉTAIS SI LOIN, MAIS IL M'A TROUVÉ </a:t>
            </a:r>
          </a:p>
          <a:p>
            <a:pPr>
              <a:defRPr/>
            </a:pPr>
            <a:r>
              <a:rPr lang="fr-FR" altLang="fr-FR" smtClean="0"/>
              <a:t>That saved a wretch like me I once was lost</a:t>
            </a:r>
          </a:p>
          <a:p>
            <a:pPr>
              <a:defRPr/>
            </a:pPr>
            <a:r>
              <a:rPr lang="fr-FR" altLang="fr-FR" smtClean="0"/>
              <a:t>3-  À L'AVEUGLE LA VUE IL A DONNÉE </a:t>
            </a:r>
          </a:p>
          <a:p>
            <a:pPr>
              <a:defRPr/>
            </a:pPr>
            <a:r>
              <a:rPr lang="fr-FR" altLang="fr-FR" smtClean="0"/>
              <a:t>But now am found Was blind but now i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 DE BIEN DES PIÈGES ET DES DANGERS JE ME SUIS ÉCHAPPÉ </a:t>
            </a:r>
          </a:p>
          <a:p>
            <a:pPr>
              <a:defRPr/>
            </a:pPr>
            <a:r>
              <a:rPr lang="fr-FR" altLang="fr-FR" smtClean="0"/>
              <a:t>t'was grace that taught  My heart to fear</a:t>
            </a:r>
          </a:p>
          <a:p>
            <a:pPr>
              <a:defRPr/>
            </a:pPr>
            <a:r>
              <a:rPr lang="fr-FR" altLang="fr-FR" smtClean="0"/>
              <a:t>5-  SA GRÂCE M'A CONDUIT JUSQUE-LÀ ELLE M’EMMÈNERA CHEZ MOI </a:t>
            </a:r>
          </a:p>
          <a:p>
            <a:pPr>
              <a:defRPr/>
            </a:pPr>
            <a:r>
              <a:rPr lang="fr-FR" altLang="fr-FR" smtClean="0"/>
              <a:t>And grace, my fears relieved How precious did that grace appear the hour i first believed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QUAND NOUS Y SERONS DEPUIS DIX MILLE ANS</a:t>
            </a:r>
          </a:p>
          <a:p>
            <a:pPr>
              <a:defRPr/>
            </a:pPr>
            <a:r>
              <a:rPr lang="fr-FR" altLang="fr-FR" smtClean="0"/>
              <a:t>When we've been here ten thousand years </a:t>
            </a:r>
          </a:p>
          <a:p>
            <a:pPr>
              <a:defRPr/>
            </a:pPr>
            <a:r>
              <a:rPr lang="fr-FR" altLang="fr-FR" smtClean="0"/>
              <a:t>7-  BRILLANTS COMME LE SOLEIL  </a:t>
            </a:r>
          </a:p>
          <a:p>
            <a:pPr>
              <a:defRPr/>
            </a:pPr>
            <a:r>
              <a:rPr lang="fr-FR" altLang="fr-FR" smtClean="0"/>
              <a:t>bright shining as the sun</a:t>
            </a:r>
          </a:p>
          <a:p>
            <a:pPr>
              <a:defRPr/>
            </a:pPr>
            <a:r>
              <a:rPr lang="fr-FR" altLang="fr-FR" smtClean="0"/>
              <a:t>8-  CHAQUE JOUR PASSÉ À LE LOUER SERA COMME LE PREMIER </a:t>
            </a:r>
          </a:p>
          <a:p>
            <a:pPr>
              <a:defRPr/>
            </a:pPr>
            <a:r>
              <a:rPr lang="fr-FR" altLang="fr-FR" smtClean="0"/>
              <a:t>We’ve no less days to sing god's praise than when we've first begun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 QUELLE GRÂCE ADMIRABLE ! </a:t>
            </a:r>
          </a:p>
          <a:p>
            <a:pPr>
              <a:defRPr/>
            </a:pPr>
            <a:r>
              <a:rPr lang="fr-FR" altLang="fr-FR" smtClean="0"/>
              <a:t>Amazing grace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QUELLE GRÂCE ADMIRABLE ET SANS ÉGALE </a:t>
            </a:r>
          </a:p>
          <a:p>
            <a:r>
              <a:rPr lang="fr-FR" altLang="fr-FR"/>
              <a:t>Amazing grace How sweet the sound</a:t>
            </a:r>
          </a:p>
          <a:p>
            <a:r>
              <a:rPr lang="fr-FR" altLang="fr-FR"/>
              <a:t>2-  POUR QUE JE SOIS SAUVÉ J'ÉTAIS SI LOIN, MAIS IL M'A TROUVÉ </a:t>
            </a:r>
          </a:p>
          <a:p>
            <a:r>
              <a:rPr lang="fr-FR" altLang="fr-FR"/>
              <a:t>That saved a wretch like me I once was lost</a:t>
            </a:r>
          </a:p>
          <a:p>
            <a:r>
              <a:rPr lang="fr-FR" altLang="fr-FR"/>
              <a:t>3-  À L'AVEUGLE LA VUE IL A DONNÉE </a:t>
            </a:r>
          </a:p>
          <a:p>
            <a:r>
              <a:rPr lang="fr-FR" altLang="fr-FR"/>
              <a:t>But now am found Was blind but now i see</a:t>
            </a:r>
          </a:p>
          <a:p>
            <a:endParaRPr lang="fr-FR" altLang="fr-FR"/>
          </a:p>
          <a:p>
            <a:r>
              <a:rPr lang="fr-FR" altLang="fr-FR"/>
              <a:t>4-  DE BIEN DES PIÈGES ET DES DANGERS JE ME SUIS ÉCHAPPÉ </a:t>
            </a:r>
          </a:p>
          <a:p>
            <a:r>
              <a:rPr lang="fr-FR" altLang="fr-FR"/>
              <a:t>t'was grace that taught  My heart to fear</a:t>
            </a:r>
          </a:p>
          <a:p>
            <a:r>
              <a:rPr lang="fr-FR" altLang="fr-FR"/>
              <a:t>5-  SA GRÂCE M'A CONDUIT JUSQUE-LÀ ELLE M’EMMÈNERA CHEZ MOI </a:t>
            </a:r>
          </a:p>
          <a:p>
            <a:r>
              <a:rPr lang="fr-FR" altLang="fr-FR"/>
              <a:t>And grace, my fears relieved How precious did that grace appear the hour i first believed</a:t>
            </a:r>
          </a:p>
          <a:p>
            <a:endParaRPr lang="fr-FR" altLang="fr-FR"/>
          </a:p>
          <a:p>
            <a:r>
              <a:rPr lang="fr-FR" altLang="fr-FR"/>
              <a:t>6-  QUAND NOUS Y SERONS DEPUIS DIX MILLE ANS</a:t>
            </a:r>
          </a:p>
          <a:p>
            <a:r>
              <a:rPr lang="fr-FR" altLang="fr-FR"/>
              <a:t>When we've been here ten thousand years </a:t>
            </a:r>
          </a:p>
          <a:p>
            <a:r>
              <a:rPr lang="fr-FR" altLang="fr-FR"/>
              <a:t>7-  BRILLANTS COMME LE SOLEIL  </a:t>
            </a:r>
          </a:p>
          <a:p>
            <a:r>
              <a:rPr lang="fr-FR" altLang="fr-FR"/>
              <a:t>bright shining as the sun</a:t>
            </a:r>
          </a:p>
          <a:p>
            <a:r>
              <a:rPr lang="fr-FR" altLang="fr-FR"/>
              <a:t>8-  CHAQUE JOUR PASSÉ À LE LOUER SERA COMME LE PREMIER </a:t>
            </a:r>
          </a:p>
          <a:p>
            <a:r>
              <a:rPr lang="fr-FR" altLang="fr-FR"/>
              <a:t>We’ve no less days to sing god's praise than when we've first begun</a:t>
            </a:r>
          </a:p>
          <a:p>
            <a:endParaRPr lang="fr-FR" altLang="fr-FR"/>
          </a:p>
          <a:p>
            <a:r>
              <a:rPr lang="fr-FR" altLang="fr-FR"/>
              <a:t>9-  QUELLE GRÂCE ADMIRABLE ! </a:t>
            </a:r>
          </a:p>
          <a:p>
            <a:r>
              <a:rPr lang="fr-FR" altLang="fr-FR"/>
              <a:t>Amazing grace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defRPr/>
            </a:pPr>
            <a:r>
              <a:rPr lang="fr-FR" altLang="fr-FR" smtClean="0"/>
              <a:t>1-  QUELLE GRÂCE ADMIRABLE ET SANS ÉGALE </a:t>
            </a:r>
          </a:p>
          <a:p>
            <a:pPr>
              <a:defRPr/>
            </a:pPr>
            <a:r>
              <a:rPr lang="fr-FR" altLang="fr-FR" smtClean="0"/>
              <a:t>Amazing grace How sweet the sound</a:t>
            </a:r>
          </a:p>
          <a:p>
            <a:pPr>
              <a:defRPr/>
            </a:pPr>
            <a:r>
              <a:rPr lang="fr-FR" altLang="fr-FR" smtClean="0"/>
              <a:t>2-  POUR QUE JE SOIS SAUVÉ J'ÉTAIS SI LOIN, MAIS IL M'A TROUVÉ </a:t>
            </a:r>
          </a:p>
          <a:p>
            <a:pPr>
              <a:defRPr/>
            </a:pPr>
            <a:r>
              <a:rPr lang="fr-FR" altLang="fr-FR" smtClean="0"/>
              <a:t>That saved a wretch like me I once was lost</a:t>
            </a:r>
          </a:p>
          <a:p>
            <a:pPr>
              <a:defRPr/>
            </a:pPr>
            <a:r>
              <a:rPr lang="fr-FR" altLang="fr-FR" smtClean="0"/>
              <a:t>3-  À L'AVEUGLE LA VUE IL A DONNÉE </a:t>
            </a:r>
          </a:p>
          <a:p>
            <a:pPr>
              <a:defRPr/>
            </a:pPr>
            <a:r>
              <a:rPr lang="fr-FR" altLang="fr-FR" smtClean="0"/>
              <a:t>But now am found Was blind but now i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 DE BIEN DES PIÈGES ET DES DANGERS JE ME SUIS ÉCHAPPÉ </a:t>
            </a:r>
          </a:p>
          <a:p>
            <a:pPr>
              <a:defRPr/>
            </a:pPr>
            <a:r>
              <a:rPr lang="fr-FR" altLang="fr-FR" smtClean="0"/>
              <a:t>t'was grace that taught  My heart to fear</a:t>
            </a:r>
          </a:p>
          <a:p>
            <a:pPr>
              <a:defRPr/>
            </a:pPr>
            <a:r>
              <a:rPr lang="fr-FR" altLang="fr-FR" smtClean="0"/>
              <a:t>5-  SA GRÂCE M'A CONDUIT JUSQUE-LÀ ELLE M’EMMÈNERA CHEZ MOI </a:t>
            </a:r>
          </a:p>
          <a:p>
            <a:pPr>
              <a:defRPr/>
            </a:pPr>
            <a:r>
              <a:rPr lang="fr-FR" altLang="fr-FR" smtClean="0"/>
              <a:t>And grace, my fears relieved How precious did that grace appear the hour i first believed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QUAND NOUS Y SERONS DEPUIS DIX MILLE ANS</a:t>
            </a:r>
          </a:p>
          <a:p>
            <a:pPr>
              <a:defRPr/>
            </a:pPr>
            <a:r>
              <a:rPr lang="fr-FR" altLang="fr-FR" smtClean="0"/>
              <a:t>When we've been here ten thousand years </a:t>
            </a:r>
          </a:p>
          <a:p>
            <a:pPr>
              <a:defRPr/>
            </a:pPr>
            <a:r>
              <a:rPr lang="fr-FR" altLang="fr-FR" smtClean="0"/>
              <a:t>7-  BRILLANTS COMME LE SOLEIL  </a:t>
            </a:r>
          </a:p>
          <a:p>
            <a:pPr>
              <a:defRPr/>
            </a:pPr>
            <a:r>
              <a:rPr lang="fr-FR" altLang="fr-FR" smtClean="0"/>
              <a:t>bright shining as the sun</a:t>
            </a:r>
          </a:p>
          <a:p>
            <a:pPr>
              <a:defRPr/>
            </a:pPr>
            <a:r>
              <a:rPr lang="fr-FR" altLang="fr-FR" smtClean="0"/>
              <a:t>8-  CHAQUE JOUR PASSÉ À LE LOUER SERA COMME LE PREMIER </a:t>
            </a:r>
          </a:p>
          <a:p>
            <a:pPr>
              <a:defRPr/>
            </a:pPr>
            <a:r>
              <a:rPr lang="fr-FR" altLang="fr-FR" smtClean="0"/>
              <a:t>We’ve no less days to sing god's praise than when we've first begun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 QUELLE GRÂCE ADMIRABLE ! </a:t>
            </a:r>
          </a:p>
          <a:p>
            <a:pPr>
              <a:defRPr/>
            </a:pPr>
            <a:r>
              <a:rPr lang="fr-FR" altLang="fr-FR" smtClean="0"/>
              <a:t>Amazing grace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QUELLE GRÂCE ADMIRABLE ET SANS ÉGALE </a:t>
            </a:r>
          </a:p>
          <a:p>
            <a:r>
              <a:rPr lang="fr-FR" altLang="fr-FR"/>
              <a:t>Amazing grace How sweet the sound</a:t>
            </a:r>
          </a:p>
          <a:p>
            <a:r>
              <a:rPr lang="fr-FR" altLang="fr-FR"/>
              <a:t>2-  POUR QUE JE SOIS SAUVÉ J'ÉTAIS SI LOIN, MAIS IL M'A TROUVÉ </a:t>
            </a:r>
          </a:p>
          <a:p>
            <a:r>
              <a:rPr lang="fr-FR" altLang="fr-FR"/>
              <a:t>That saved a wretch like me I once was lost</a:t>
            </a:r>
          </a:p>
          <a:p>
            <a:r>
              <a:rPr lang="fr-FR" altLang="fr-FR"/>
              <a:t>3-  À L'AVEUGLE LA VUE IL A DONNÉE </a:t>
            </a:r>
          </a:p>
          <a:p>
            <a:r>
              <a:rPr lang="fr-FR" altLang="fr-FR"/>
              <a:t>But now am found Was blind but now i see</a:t>
            </a:r>
          </a:p>
          <a:p>
            <a:endParaRPr lang="fr-FR" altLang="fr-FR"/>
          </a:p>
          <a:p>
            <a:r>
              <a:rPr lang="fr-FR" altLang="fr-FR"/>
              <a:t>4-  DE BIEN DES PIÈGES ET DES DANGERS JE ME SUIS ÉCHAPPÉ </a:t>
            </a:r>
          </a:p>
          <a:p>
            <a:r>
              <a:rPr lang="fr-FR" altLang="fr-FR"/>
              <a:t>t'was grace that taught  My heart to fear</a:t>
            </a:r>
          </a:p>
          <a:p>
            <a:r>
              <a:rPr lang="fr-FR" altLang="fr-FR"/>
              <a:t>5-  SA GRÂCE M'A CONDUIT JUSQUE-LÀ ELLE M’EMMÈNERA CHEZ MOI </a:t>
            </a:r>
          </a:p>
          <a:p>
            <a:r>
              <a:rPr lang="fr-FR" altLang="fr-FR"/>
              <a:t>And grace, my fears relieved How precious did that grace appear the hour i first believed</a:t>
            </a:r>
          </a:p>
          <a:p>
            <a:endParaRPr lang="fr-FR" altLang="fr-FR"/>
          </a:p>
          <a:p>
            <a:r>
              <a:rPr lang="fr-FR" altLang="fr-FR"/>
              <a:t>6-  QUAND NOUS Y SERONS DEPUIS DIX MILLE ANS</a:t>
            </a:r>
          </a:p>
          <a:p>
            <a:r>
              <a:rPr lang="fr-FR" altLang="fr-FR"/>
              <a:t>When we've been here ten thousand years </a:t>
            </a:r>
          </a:p>
          <a:p>
            <a:r>
              <a:rPr lang="fr-FR" altLang="fr-FR"/>
              <a:t>7-  BRILLANTS COMME LE SOLEIL  </a:t>
            </a:r>
          </a:p>
          <a:p>
            <a:r>
              <a:rPr lang="fr-FR" altLang="fr-FR"/>
              <a:t>bright shining as the sun</a:t>
            </a:r>
          </a:p>
          <a:p>
            <a:r>
              <a:rPr lang="fr-FR" altLang="fr-FR"/>
              <a:t>8-  CHAQUE JOUR PASSÉ À LE LOUER SERA COMME LE PREMIER </a:t>
            </a:r>
          </a:p>
          <a:p>
            <a:r>
              <a:rPr lang="fr-FR" altLang="fr-FR"/>
              <a:t>We’ve no less days to sing god's praise than when we've first begun</a:t>
            </a:r>
          </a:p>
          <a:p>
            <a:endParaRPr lang="fr-FR" altLang="fr-FR"/>
          </a:p>
          <a:p>
            <a:r>
              <a:rPr lang="fr-FR" altLang="fr-FR"/>
              <a:t>9-  QUELLE GRÂCE ADMIRABLE ! </a:t>
            </a:r>
          </a:p>
          <a:p>
            <a:r>
              <a:rPr lang="fr-FR" altLang="fr-FR"/>
              <a:t>Amazing grace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1-  QUELLE GRÂCE ADMIRABLE ET SANS ÉGALE </a:t>
            </a:r>
          </a:p>
          <a:p>
            <a:pPr>
              <a:defRPr/>
            </a:pPr>
            <a:r>
              <a:rPr lang="fr-FR" smtClean="0"/>
              <a:t>Amazing grace How sweet the sound</a:t>
            </a:r>
          </a:p>
          <a:p>
            <a:pPr>
              <a:defRPr/>
            </a:pPr>
            <a:r>
              <a:rPr lang="fr-FR" smtClean="0"/>
              <a:t>2-  POUR QUE JE SOIS SAUVÉ J'ÉTAIS SI LOIN, MAIS IL M'A TROUVÉ </a:t>
            </a:r>
          </a:p>
          <a:p>
            <a:pPr>
              <a:defRPr/>
            </a:pPr>
            <a:r>
              <a:rPr lang="fr-FR" smtClean="0"/>
              <a:t>That saved a wretch like me I once was lost</a:t>
            </a:r>
          </a:p>
          <a:p>
            <a:pPr>
              <a:defRPr/>
            </a:pPr>
            <a:r>
              <a:rPr lang="fr-FR" smtClean="0"/>
              <a:t>3-  À L'AVEUGLE LA VUE IL A DONNÉE </a:t>
            </a:r>
          </a:p>
          <a:p>
            <a:pPr>
              <a:defRPr/>
            </a:pPr>
            <a:r>
              <a:rPr lang="fr-FR" smtClean="0"/>
              <a:t>But now am found Was blind but now i see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DE BIEN DES PIÈGES ET DES DANGERS JE ME SUIS ÉCHAPPÉ </a:t>
            </a:r>
          </a:p>
          <a:p>
            <a:pPr>
              <a:defRPr/>
            </a:pPr>
            <a:r>
              <a:rPr lang="fr-FR" smtClean="0"/>
              <a:t>t'was grace that taught  My heart to fear</a:t>
            </a:r>
          </a:p>
          <a:p>
            <a:pPr>
              <a:defRPr/>
            </a:pPr>
            <a:r>
              <a:rPr lang="fr-FR" smtClean="0"/>
              <a:t>5-  SA GRÂCE M'A CONDUIT JUSQUE-LÀ ELLE M’EMMÈNERA CHEZ MOI </a:t>
            </a:r>
          </a:p>
          <a:p>
            <a:pPr>
              <a:defRPr/>
            </a:pPr>
            <a:r>
              <a:rPr lang="fr-FR" smtClean="0"/>
              <a:t>And grace, my fears relieved How precious did that grace appear the hour i first believed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QUAND NOUS Y SERONS DEPUIS DIX MILLE ANS</a:t>
            </a:r>
          </a:p>
          <a:p>
            <a:pPr>
              <a:defRPr/>
            </a:pPr>
            <a:r>
              <a:rPr lang="fr-FR" smtClean="0"/>
              <a:t>When we've been here ten thousand years </a:t>
            </a:r>
          </a:p>
          <a:p>
            <a:pPr>
              <a:defRPr/>
            </a:pPr>
            <a:r>
              <a:rPr lang="fr-FR" smtClean="0"/>
              <a:t>7-  BRILLANTS COMME LE SOLEIL  </a:t>
            </a:r>
          </a:p>
          <a:p>
            <a:pPr>
              <a:defRPr/>
            </a:pPr>
            <a:r>
              <a:rPr lang="fr-FR" smtClean="0"/>
              <a:t>bright shining as the sun</a:t>
            </a:r>
          </a:p>
          <a:p>
            <a:pPr>
              <a:defRPr/>
            </a:pPr>
            <a:r>
              <a:rPr lang="fr-FR" smtClean="0"/>
              <a:t>8-  CHAQUE JOUR PASSÉ À LE LOUER SERA COMME LE PREMIER </a:t>
            </a:r>
          </a:p>
          <a:p>
            <a:pPr>
              <a:defRPr/>
            </a:pPr>
            <a:r>
              <a:rPr lang="fr-FR" smtClean="0"/>
              <a:t>We’ve no less days to sing god's praise than when we've first begun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QUELLE GRÂCE ADMIRABLE ! </a:t>
            </a:r>
          </a:p>
          <a:p>
            <a:pPr>
              <a:defRPr/>
            </a:pPr>
            <a:r>
              <a:rPr lang="fr-FR" smtClean="0"/>
              <a:t>Amazing grace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QUELLE GRÂCE ADMIRABLE ET SANS ÉGALE </a:t>
            </a:r>
          </a:p>
          <a:p>
            <a:r>
              <a:rPr lang="fr-FR" altLang="fr-FR"/>
              <a:t>Amazing grace How sweet the sound</a:t>
            </a:r>
          </a:p>
          <a:p>
            <a:r>
              <a:rPr lang="fr-FR" altLang="fr-FR"/>
              <a:t>2-  POUR QUE JE SOIS SAUVÉ J'ÉTAIS SI LOIN, MAIS IL M'A TROUVÉ </a:t>
            </a:r>
          </a:p>
          <a:p>
            <a:r>
              <a:rPr lang="fr-FR" altLang="fr-FR"/>
              <a:t>That saved a wretch like me I once was lost</a:t>
            </a:r>
          </a:p>
          <a:p>
            <a:r>
              <a:rPr lang="fr-FR" altLang="fr-FR"/>
              <a:t>3-  À L'AVEUGLE LA VUE IL A DONNÉE </a:t>
            </a:r>
          </a:p>
          <a:p>
            <a:r>
              <a:rPr lang="fr-FR" altLang="fr-FR"/>
              <a:t>But now am found Was blind but now i see</a:t>
            </a:r>
          </a:p>
          <a:p>
            <a:endParaRPr lang="fr-FR" altLang="fr-FR"/>
          </a:p>
          <a:p>
            <a:r>
              <a:rPr lang="fr-FR" altLang="fr-FR"/>
              <a:t>4-  DE BIEN DES PIÈGES ET DES DANGERS JE ME SUIS ÉCHAPPÉ </a:t>
            </a:r>
          </a:p>
          <a:p>
            <a:r>
              <a:rPr lang="fr-FR" altLang="fr-FR"/>
              <a:t>t'was grace that taught  My heart to fear</a:t>
            </a:r>
          </a:p>
          <a:p>
            <a:r>
              <a:rPr lang="fr-FR" altLang="fr-FR"/>
              <a:t>5-  SA GRÂCE M'A CONDUIT JUSQUE-LÀ ELLE M’EMMÈNERA CHEZ MOI </a:t>
            </a:r>
          </a:p>
          <a:p>
            <a:r>
              <a:rPr lang="fr-FR" altLang="fr-FR"/>
              <a:t>And grace, my fears relieved How precious did that grace appear the hour i first believed</a:t>
            </a:r>
          </a:p>
          <a:p>
            <a:endParaRPr lang="fr-FR" altLang="fr-FR"/>
          </a:p>
          <a:p>
            <a:r>
              <a:rPr lang="fr-FR" altLang="fr-FR"/>
              <a:t>6-  QUAND NOUS Y SERONS DEPUIS DIX MILLE ANS</a:t>
            </a:r>
          </a:p>
          <a:p>
            <a:r>
              <a:rPr lang="fr-FR" altLang="fr-FR"/>
              <a:t>When we've been here ten thousand years </a:t>
            </a:r>
          </a:p>
          <a:p>
            <a:r>
              <a:rPr lang="fr-FR" altLang="fr-FR"/>
              <a:t>7-  BRILLANTS COMME LE SOLEIL  </a:t>
            </a:r>
          </a:p>
          <a:p>
            <a:r>
              <a:rPr lang="fr-FR" altLang="fr-FR"/>
              <a:t>bright shining as the sun</a:t>
            </a:r>
          </a:p>
          <a:p>
            <a:r>
              <a:rPr lang="fr-FR" altLang="fr-FR"/>
              <a:t>8-  CHAQUE JOUR PASSÉ À LE LOUER SERA COMME LE PREMIER </a:t>
            </a:r>
          </a:p>
          <a:p>
            <a:r>
              <a:rPr lang="fr-FR" altLang="fr-FR"/>
              <a:t>We’ve no less days to sing god's praise than when we've first begun</a:t>
            </a:r>
          </a:p>
          <a:p>
            <a:endParaRPr lang="fr-FR" altLang="fr-FR"/>
          </a:p>
          <a:p>
            <a:r>
              <a:rPr lang="fr-FR" altLang="fr-FR"/>
              <a:t>9-  QUELLE GRÂCE ADMIRABLE ! </a:t>
            </a:r>
          </a:p>
          <a:p>
            <a:r>
              <a:rPr lang="fr-FR" altLang="fr-FR"/>
              <a:t>Amazing grace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defRPr/>
            </a:pPr>
            <a:r>
              <a:rPr lang="fr-FR" altLang="fr-FR" smtClean="0"/>
              <a:t>1-  QUELLE GRÂCE ADMIRABLE ET SANS ÉGALE </a:t>
            </a:r>
          </a:p>
          <a:p>
            <a:pPr>
              <a:defRPr/>
            </a:pPr>
            <a:r>
              <a:rPr lang="fr-FR" altLang="fr-FR" smtClean="0"/>
              <a:t>Amazing grace How sweet the sound</a:t>
            </a:r>
          </a:p>
          <a:p>
            <a:pPr>
              <a:defRPr/>
            </a:pPr>
            <a:r>
              <a:rPr lang="fr-FR" altLang="fr-FR" smtClean="0"/>
              <a:t>2-  POUR QUE JE SOIS SAUVÉ J'ÉTAIS SI LOIN, MAIS IL M'A TROUVÉ </a:t>
            </a:r>
          </a:p>
          <a:p>
            <a:pPr>
              <a:defRPr/>
            </a:pPr>
            <a:r>
              <a:rPr lang="fr-FR" altLang="fr-FR" smtClean="0"/>
              <a:t>That saved a wretch like me I once was lost</a:t>
            </a:r>
          </a:p>
          <a:p>
            <a:pPr>
              <a:defRPr/>
            </a:pPr>
            <a:r>
              <a:rPr lang="fr-FR" altLang="fr-FR" smtClean="0"/>
              <a:t>3-  À L'AVEUGLE LA VUE IL A DONNÉE </a:t>
            </a:r>
          </a:p>
          <a:p>
            <a:pPr>
              <a:defRPr/>
            </a:pPr>
            <a:r>
              <a:rPr lang="fr-FR" altLang="fr-FR" smtClean="0"/>
              <a:t>But now am found Was blind but now i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 DE BIEN DES PIÈGES ET DES DANGERS JE ME SUIS ÉCHAPPÉ </a:t>
            </a:r>
          </a:p>
          <a:p>
            <a:pPr>
              <a:defRPr/>
            </a:pPr>
            <a:r>
              <a:rPr lang="fr-FR" altLang="fr-FR" smtClean="0"/>
              <a:t>t'was grace that taught  My heart to fear</a:t>
            </a:r>
          </a:p>
          <a:p>
            <a:pPr>
              <a:defRPr/>
            </a:pPr>
            <a:r>
              <a:rPr lang="fr-FR" altLang="fr-FR" smtClean="0"/>
              <a:t>5-  SA GRÂCE M'A CONDUIT JUSQUE-LÀ ELLE M’EMMÈNERA CHEZ MOI </a:t>
            </a:r>
          </a:p>
          <a:p>
            <a:pPr>
              <a:defRPr/>
            </a:pPr>
            <a:r>
              <a:rPr lang="fr-FR" altLang="fr-FR" smtClean="0"/>
              <a:t>And grace, my fears relieved How precious did that grace appear the hour i first believed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QUAND NOUS Y SERONS DEPUIS DIX MILLE ANS</a:t>
            </a:r>
          </a:p>
          <a:p>
            <a:pPr>
              <a:defRPr/>
            </a:pPr>
            <a:r>
              <a:rPr lang="fr-FR" altLang="fr-FR" smtClean="0"/>
              <a:t>When we've been here ten thousand years </a:t>
            </a:r>
          </a:p>
          <a:p>
            <a:pPr>
              <a:defRPr/>
            </a:pPr>
            <a:r>
              <a:rPr lang="fr-FR" altLang="fr-FR" smtClean="0"/>
              <a:t>7-  BRILLANTS COMME LE SOLEIL  </a:t>
            </a:r>
          </a:p>
          <a:p>
            <a:pPr>
              <a:defRPr/>
            </a:pPr>
            <a:r>
              <a:rPr lang="fr-FR" altLang="fr-FR" smtClean="0"/>
              <a:t>bright shining as the sun</a:t>
            </a:r>
          </a:p>
          <a:p>
            <a:pPr>
              <a:defRPr/>
            </a:pPr>
            <a:r>
              <a:rPr lang="fr-FR" altLang="fr-FR" smtClean="0"/>
              <a:t>8-  CHAQUE JOUR PASSÉ À LE LOUER SERA COMME LE PREMIER </a:t>
            </a:r>
          </a:p>
          <a:p>
            <a:pPr>
              <a:defRPr/>
            </a:pPr>
            <a:r>
              <a:rPr lang="fr-FR" altLang="fr-FR" smtClean="0"/>
              <a:t>We’ve no less days to sing god's praise than when we've first begun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 QUELLE GRÂCE ADMIRABLE ! </a:t>
            </a:r>
          </a:p>
          <a:p>
            <a:pPr>
              <a:defRPr/>
            </a:pPr>
            <a:r>
              <a:rPr lang="fr-FR" altLang="fr-FR" smtClean="0"/>
              <a:t>Amazing grace
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QUELLE GRÂCE ADMIRABLE ET SANS ÉGALE </a:t>
            </a:r>
          </a:p>
          <a:p>
            <a:r>
              <a:rPr lang="fr-FR" altLang="fr-FR"/>
              <a:t>Amazing grace How sweet the sound</a:t>
            </a:r>
          </a:p>
          <a:p>
            <a:r>
              <a:rPr lang="fr-FR" altLang="fr-FR"/>
              <a:t>2-  POUR QUE JE SOIS SAUVÉ J'ÉTAIS SI LOIN, MAIS IL M'A TROUVÉ </a:t>
            </a:r>
          </a:p>
          <a:p>
            <a:r>
              <a:rPr lang="fr-FR" altLang="fr-FR"/>
              <a:t>That saved a wretch like me I once was lost</a:t>
            </a:r>
          </a:p>
          <a:p>
            <a:r>
              <a:rPr lang="fr-FR" altLang="fr-FR"/>
              <a:t>3-  À L'AVEUGLE LA VUE IL A DONNÉE </a:t>
            </a:r>
          </a:p>
          <a:p>
            <a:r>
              <a:rPr lang="fr-FR" altLang="fr-FR"/>
              <a:t>But now am found Was blind but now i see</a:t>
            </a:r>
          </a:p>
          <a:p>
            <a:endParaRPr lang="fr-FR" altLang="fr-FR"/>
          </a:p>
          <a:p>
            <a:r>
              <a:rPr lang="fr-FR" altLang="fr-FR"/>
              <a:t>4-  DE BIEN DES PIÈGES ET DES DANGERS JE ME SUIS ÉCHAPPÉ </a:t>
            </a:r>
          </a:p>
          <a:p>
            <a:r>
              <a:rPr lang="fr-FR" altLang="fr-FR"/>
              <a:t>t'was grace that taught  My heart to fear</a:t>
            </a:r>
          </a:p>
          <a:p>
            <a:r>
              <a:rPr lang="fr-FR" altLang="fr-FR"/>
              <a:t>5-  SA GRÂCE M'A CONDUIT JUSQUE-LÀ ELLE M’EMMÈNERA CHEZ MOI </a:t>
            </a:r>
          </a:p>
          <a:p>
            <a:r>
              <a:rPr lang="fr-FR" altLang="fr-FR"/>
              <a:t>And grace, my fears relieved How precious did that grace appear the hour i first believed</a:t>
            </a:r>
          </a:p>
          <a:p>
            <a:endParaRPr lang="fr-FR" altLang="fr-FR"/>
          </a:p>
          <a:p>
            <a:r>
              <a:rPr lang="fr-FR" altLang="fr-FR"/>
              <a:t>6-  QUAND NOUS Y SERONS DEPUIS DIX MILLE ANS</a:t>
            </a:r>
          </a:p>
          <a:p>
            <a:r>
              <a:rPr lang="fr-FR" altLang="fr-FR"/>
              <a:t>When we've been here ten thousand years </a:t>
            </a:r>
          </a:p>
          <a:p>
            <a:r>
              <a:rPr lang="fr-FR" altLang="fr-FR"/>
              <a:t>7-  BRILLANTS COMME LE SOLEIL  </a:t>
            </a:r>
          </a:p>
          <a:p>
            <a:r>
              <a:rPr lang="fr-FR" altLang="fr-FR"/>
              <a:t>bright shining as the sun</a:t>
            </a:r>
          </a:p>
          <a:p>
            <a:r>
              <a:rPr lang="fr-FR" altLang="fr-FR"/>
              <a:t>8-  CHAQUE JOUR PASSÉ À LE LOUER SERA COMME LE PREMIER </a:t>
            </a:r>
          </a:p>
          <a:p>
            <a:r>
              <a:rPr lang="fr-FR" altLang="fr-FR"/>
              <a:t>We’ve no less days to sing god's praise than when we've first begun</a:t>
            </a:r>
          </a:p>
          <a:p>
            <a:endParaRPr lang="fr-FR" altLang="fr-FR"/>
          </a:p>
          <a:p>
            <a:r>
              <a:rPr lang="fr-FR" altLang="fr-FR"/>
              <a:t>9-  QUELLE GRÂCE ADMIRABLE ! </a:t>
            </a:r>
          </a:p>
          <a:p>
            <a:r>
              <a:rPr lang="fr-FR" altLang="fr-FR"/>
              <a:t>Amazing grace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defRPr/>
            </a:pPr>
            <a:r>
              <a:rPr lang="fr-FR" altLang="fr-FR" smtClean="0"/>
              <a:t>1-  QUELLE GRÂCE ADMIRABLE ET SANS ÉGALE </a:t>
            </a:r>
          </a:p>
          <a:p>
            <a:pPr>
              <a:defRPr/>
            </a:pPr>
            <a:r>
              <a:rPr lang="fr-FR" altLang="fr-FR" smtClean="0"/>
              <a:t>Amazing grace How sweet the sound</a:t>
            </a:r>
          </a:p>
          <a:p>
            <a:pPr>
              <a:defRPr/>
            </a:pPr>
            <a:r>
              <a:rPr lang="fr-FR" altLang="fr-FR" smtClean="0"/>
              <a:t>2-  POUR QUE JE SOIS SAUVÉ J'ÉTAIS SI LOIN, MAIS IL M'A TROUVÉ </a:t>
            </a:r>
          </a:p>
          <a:p>
            <a:pPr>
              <a:defRPr/>
            </a:pPr>
            <a:r>
              <a:rPr lang="fr-FR" altLang="fr-FR" smtClean="0"/>
              <a:t>That saved a wretch like me I once was lost</a:t>
            </a:r>
          </a:p>
          <a:p>
            <a:pPr>
              <a:defRPr/>
            </a:pPr>
            <a:r>
              <a:rPr lang="fr-FR" altLang="fr-FR" smtClean="0"/>
              <a:t>3-  À L'AVEUGLE LA VUE IL A DONNÉE </a:t>
            </a:r>
          </a:p>
          <a:p>
            <a:pPr>
              <a:defRPr/>
            </a:pPr>
            <a:r>
              <a:rPr lang="fr-FR" altLang="fr-FR" smtClean="0"/>
              <a:t>But now am found Was blind but now i see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4-  DE BIEN DES PIÈGES ET DES DANGERS JE ME SUIS ÉCHAPPÉ </a:t>
            </a:r>
          </a:p>
          <a:p>
            <a:pPr>
              <a:defRPr/>
            </a:pPr>
            <a:r>
              <a:rPr lang="fr-FR" altLang="fr-FR" smtClean="0"/>
              <a:t>t'was grace that taught  My heart to fear</a:t>
            </a:r>
          </a:p>
          <a:p>
            <a:pPr>
              <a:defRPr/>
            </a:pPr>
            <a:r>
              <a:rPr lang="fr-FR" altLang="fr-FR" smtClean="0"/>
              <a:t>5-  SA GRÂCE M'A CONDUIT JUSQUE-LÀ ELLE M’EMMÈNERA CHEZ MOI </a:t>
            </a:r>
          </a:p>
          <a:p>
            <a:pPr>
              <a:defRPr/>
            </a:pPr>
            <a:r>
              <a:rPr lang="fr-FR" altLang="fr-FR" smtClean="0"/>
              <a:t>And grace, my fears relieved How precious did that grace appear the hour i first believed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6-  QUAND NOUS Y SERONS DEPUIS DIX MILLE ANS</a:t>
            </a:r>
          </a:p>
          <a:p>
            <a:pPr>
              <a:defRPr/>
            </a:pPr>
            <a:r>
              <a:rPr lang="fr-FR" altLang="fr-FR" smtClean="0"/>
              <a:t>When we've been here ten thousand years </a:t>
            </a:r>
          </a:p>
          <a:p>
            <a:pPr>
              <a:defRPr/>
            </a:pPr>
            <a:r>
              <a:rPr lang="fr-FR" altLang="fr-FR" smtClean="0"/>
              <a:t>7-  BRILLANTS COMME LE SOLEIL  </a:t>
            </a:r>
          </a:p>
          <a:p>
            <a:pPr>
              <a:defRPr/>
            </a:pPr>
            <a:r>
              <a:rPr lang="fr-FR" altLang="fr-FR" smtClean="0"/>
              <a:t>bright shining as the sun</a:t>
            </a:r>
          </a:p>
          <a:p>
            <a:pPr>
              <a:defRPr/>
            </a:pPr>
            <a:r>
              <a:rPr lang="fr-FR" altLang="fr-FR" smtClean="0"/>
              <a:t>8-  CHAQUE JOUR PASSÉ À LE LOUER SERA COMME LE PREMIER </a:t>
            </a:r>
          </a:p>
          <a:p>
            <a:pPr>
              <a:defRPr/>
            </a:pPr>
            <a:r>
              <a:rPr lang="fr-FR" altLang="fr-FR" smtClean="0"/>
              <a:t>We’ve no less days to sing god's praise than when we've first begun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9-  QUELLE GRÂCE ADMIRABLE ! </a:t>
            </a:r>
          </a:p>
          <a:p>
            <a:pPr>
              <a:defRPr/>
            </a:pPr>
            <a:r>
              <a:rPr lang="fr-FR" altLang="fr-FR" smtClean="0"/>
              <a:t>Amazing grace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QUELLE GRÂCE ADMIRABLE ET SANS ÉGALE </a:t>
            </a:r>
          </a:p>
          <a:p>
            <a:r>
              <a:rPr lang="fr-FR" altLang="fr-FR"/>
              <a:t>Amazing grace How sweet the sound</a:t>
            </a:r>
          </a:p>
          <a:p>
            <a:r>
              <a:rPr lang="fr-FR" altLang="fr-FR"/>
              <a:t>2-  POUR QUE JE SOIS SAUVÉ J'ÉTAIS SI LOIN, MAIS IL M'A TROUVÉ </a:t>
            </a:r>
          </a:p>
          <a:p>
            <a:r>
              <a:rPr lang="fr-FR" altLang="fr-FR"/>
              <a:t>That saved a wretch like me I once was lost</a:t>
            </a:r>
          </a:p>
          <a:p>
            <a:r>
              <a:rPr lang="fr-FR" altLang="fr-FR"/>
              <a:t>3-  À L'AVEUGLE LA VUE IL A DONNÉE </a:t>
            </a:r>
          </a:p>
          <a:p>
            <a:r>
              <a:rPr lang="fr-FR" altLang="fr-FR"/>
              <a:t>But now am found Was blind but now i see</a:t>
            </a:r>
          </a:p>
          <a:p>
            <a:endParaRPr lang="fr-FR" altLang="fr-FR"/>
          </a:p>
          <a:p>
            <a:r>
              <a:rPr lang="fr-FR" altLang="fr-FR"/>
              <a:t>4-  DE BIEN DES PIÈGES ET DES DANGERS JE ME SUIS ÉCHAPPÉ </a:t>
            </a:r>
          </a:p>
          <a:p>
            <a:r>
              <a:rPr lang="fr-FR" altLang="fr-FR"/>
              <a:t>t'was grace that taught  My heart to fear</a:t>
            </a:r>
          </a:p>
          <a:p>
            <a:r>
              <a:rPr lang="fr-FR" altLang="fr-FR"/>
              <a:t>5-  SA GRÂCE M'A CONDUIT JUSQUE-LÀ ELLE M’EMMÈNERA CHEZ MOI </a:t>
            </a:r>
          </a:p>
          <a:p>
            <a:r>
              <a:rPr lang="fr-FR" altLang="fr-FR"/>
              <a:t>And grace, my fears relieved How precious did that grace appear the hour i first believed</a:t>
            </a:r>
          </a:p>
          <a:p>
            <a:endParaRPr lang="fr-FR" altLang="fr-FR"/>
          </a:p>
          <a:p>
            <a:r>
              <a:rPr lang="fr-FR" altLang="fr-FR"/>
              <a:t>6-  QUAND NOUS Y SERONS DEPUIS DIX MILLE ANS</a:t>
            </a:r>
          </a:p>
          <a:p>
            <a:r>
              <a:rPr lang="fr-FR" altLang="fr-FR"/>
              <a:t>When we've been here ten thousand years </a:t>
            </a:r>
          </a:p>
          <a:p>
            <a:r>
              <a:rPr lang="fr-FR" altLang="fr-FR"/>
              <a:t>7-  BRILLANTS COMME LE SOLEIL  </a:t>
            </a:r>
          </a:p>
          <a:p>
            <a:r>
              <a:rPr lang="fr-FR" altLang="fr-FR"/>
              <a:t>bright shining as the sun</a:t>
            </a:r>
          </a:p>
          <a:p>
            <a:r>
              <a:rPr lang="fr-FR" altLang="fr-FR"/>
              <a:t>8-  CHAQUE JOUR PASSÉ À LE LOUER SERA COMME LE PREMIER </a:t>
            </a:r>
          </a:p>
          <a:p>
            <a:r>
              <a:rPr lang="fr-FR" altLang="fr-FR"/>
              <a:t>We’ve no less days to sing god's praise than when we've first begun</a:t>
            </a:r>
          </a:p>
          <a:p>
            <a:endParaRPr lang="fr-FR" altLang="fr-FR"/>
          </a:p>
          <a:p>
            <a:r>
              <a:rPr lang="fr-FR" altLang="fr-FR"/>
              <a:t>9-  QUELLE GRÂCE ADMIRABLE ! </a:t>
            </a:r>
          </a:p>
          <a:p>
            <a:r>
              <a:rPr lang="fr-FR" altLang="fr-FR"/>
              <a:t>Amazing grace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AD95B4-6FEA-401C-96B2-91A732D06B5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8EC4F7-9DEA-4A03-B798-BC8AF08F86D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B16083-E4F5-441C-B56D-49F5FD174E9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75E0A-E0B5-461B-99DD-253D9964451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DAF562-9A23-42C1-BA3F-B7A4D08B230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6556B-A9BF-4D8C-A257-5F9D4131103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67F4A-86D9-4205-BEF6-81E616E462B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08B95-D29F-4285-AB3F-4FC078C4ED8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7C363-EC7E-4238-A6A5-E5213EEB2489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DD16B2-3AF9-4DA8-8936-569D76A9D34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00446-5FA6-4495-879F-F078256BD40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9211BCF2-31D0-4C89-AB7D-295A069AD92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QUELLE GRÂCE ADMIRABLE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SANS ÉGALE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QUE JE SOIS SAUVÉ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J'ÉTAIS SI LOIN, MAIS IL M'A TROUVÉ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L'AVEUGLE LA VUE IL A DONNÉE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BIEN DES PIÈGES ET DES DANGERS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SUIS ÉCHAPPÉ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 GRÂCE M'A CONDUIT JUSQUE-LÀ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M’EMMÈNERA CHEZ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Y SERONS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DEPUIS DIX MILLE ANS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BRILLANTS COMME LE SOLEIL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JOUR PASSÉ À LE LOUER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SERA COMME LE PREMIER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QUELLE GRÂCE ADMIRABLE 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1818</Words>
  <Application>Microsoft Office PowerPoint</Application>
  <PresentationFormat>On-screen Show (4:3)</PresentationFormat>
  <Paragraphs>393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157</cp:revision>
  <dcterms:created xsi:type="dcterms:W3CDTF">2002-08-17T10:50:50Z</dcterms:created>
  <dcterms:modified xsi:type="dcterms:W3CDTF">2017-07-08T16:31:41Z</dcterms:modified>
</cp:coreProperties>
</file>