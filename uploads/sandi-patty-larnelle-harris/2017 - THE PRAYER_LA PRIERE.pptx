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2" r:id="rId2"/>
    <p:sldId id="287" r:id="rId3"/>
    <p:sldId id="286" r:id="rId4"/>
    <p:sldId id="285" r:id="rId5"/>
    <p:sldId id="288" r:id="rId6"/>
    <p:sldId id="284" r:id="rId7"/>
    <p:sldId id="283" r:id="rId8"/>
    <p:sldId id="282" r:id="rId9"/>
    <p:sldId id="281" r:id="rId10"/>
    <p:sldId id="289" r:id="rId11"/>
    <p:sldId id="280" r:id="rId12"/>
    <p:sldId id="279" r:id="rId13"/>
    <p:sldId id="290" r:id="rId14"/>
    <p:sldId id="278" r:id="rId15"/>
    <p:sldId id="277" r:id="rId16"/>
    <p:sldId id="276" r:id="rId17"/>
    <p:sldId id="291" r:id="rId18"/>
    <p:sldId id="275" r:id="rId19"/>
    <p:sldId id="274" r:id="rId2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27536" autoAdjust="0"/>
  </p:normalViewPr>
  <p:slideViewPr>
    <p:cSldViewPr>
      <p:cViewPr varScale="1">
        <p:scale>
          <a:sx n="20" d="100"/>
          <a:sy n="20" d="100"/>
        </p:scale>
        <p:origin x="900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82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26EA60E-840E-414E-AC71-16E853AC3C8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2D95F72-E1FE-475D-AA06-E8624DC98EAC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 JE PRIE QUE TA SAGESSE NOUS GUIDE ET NOUS ÉCLAIRE </a:t>
            </a:r>
          </a:p>
          <a:p>
            <a:pPr>
              <a:defRPr/>
            </a:pPr>
            <a:r>
              <a:rPr lang="en-US" dirty="0" smtClean="0"/>
              <a:t>I pray you'll be our eyes, and watch us where we go</a:t>
            </a:r>
          </a:p>
          <a:p>
            <a:pPr>
              <a:defRPr/>
            </a:pPr>
            <a:r>
              <a:rPr lang="fr-FR" dirty="0" smtClean="0"/>
              <a:t>2-  QU’ELLE SOIT NOTRE RICHESSE QUAND NOUS NE SAURONS QUOI FAIRE  </a:t>
            </a:r>
          </a:p>
          <a:p>
            <a:pPr>
              <a:defRPr/>
            </a:pPr>
            <a:r>
              <a:rPr lang="en-US" dirty="0" smtClean="0"/>
              <a:t>And help us to be wise in times when we don't know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3-  TELLE EST NOTRE PRIÈRE QUAND NOUS PERDONS NOTRE CHEMIN </a:t>
            </a:r>
          </a:p>
          <a:p>
            <a:pPr>
              <a:defRPr/>
            </a:pPr>
            <a:r>
              <a:rPr lang="en-US" dirty="0" smtClean="0"/>
              <a:t>Let this be our prayer, when we lose our 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4-  CONDUIS-NOUS SUR TA VOIE </a:t>
            </a:r>
          </a:p>
          <a:p>
            <a:pPr>
              <a:defRPr/>
            </a:pPr>
            <a:r>
              <a:rPr lang="en-US" dirty="0" smtClean="0"/>
              <a:t>Lead us to the place</a:t>
            </a:r>
            <a:r>
              <a:rPr lang="fr-FR" dirty="0" smtClean="0"/>
              <a:t>
5-  GUIDE-NOUS PAR TA GRÂCE OÙ NOUS SERONS DANS TA PAIX </a:t>
            </a:r>
          </a:p>
          <a:p>
            <a:pPr>
              <a:defRPr/>
            </a:pPr>
            <a:r>
              <a:rPr lang="en-US" dirty="0" smtClean="0"/>
              <a:t>guide us with your grace</a:t>
            </a:r>
            <a:endParaRPr lang="fr-FR" dirty="0" smtClean="0"/>
          </a:p>
          <a:p>
            <a:pPr>
              <a:defRPr/>
            </a:pPr>
            <a:r>
              <a:rPr lang="en-US" dirty="0" smtClean="0"/>
              <a:t>To a place where we'll be safe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
6-  JE PRIE QUE TA LUMIÈRE DEMEURE DANS NOS CŒURS 
7-  QUAND VIENDRONT LES TÉNÈBRES RÉVÈLE-TOI, SEIGNEUR 
8-  TELLE EST NOTRE PRIÈRE QUAND LA LUMIÈRE SE PERD 
9-  CONDUIS-NOUS SUR TA VOIE 
10-  GUIDE-NOUS PAR TA GRÂCE OÙ NOUS SERONS DANS TA PAIX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dirty="0" smtClean="0"/>
              <a:t>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JE PRIE QUE TA SAGESSE NOUS GUIDE ET NOUS ÉCLAIRE 
2-  QU’ELLE SOIT NOTRE RICHESSE QUAND NOUS NE SAURONS QUOI FAIRE  
3-  TELLE EST NOTRE PRIÈRE QUAND NOUS PERDONS NOTRE CHEMIN 
4-  CONDUIS-NOUS SUR TA VOIE 
5-  GUIDE-NOUS PAR TA GRÂCE OÙ NOUS SERONS DANS TA PAIX 
6-  JE PRIE QUE TA LUMIÈRE DEMEURE DANS NOS CŒURS 
7-  QUAND VIENDRONT LES TÉNÈBRES RÉVÈLE-TOI, SEIGNEUR 
8-  TELLE EST NOTRE PRIÈRE QUAND LA LUMIÈRE SE PERD 
9-  CONDUIS-NOUS SUR TA VOIE 
10-  GUIDE-NOUS PAR TA GRÂCE OÙ NOUS SERONS DANS TA PAIX 
11-  JE PRIE POUR UN MONDE OÙ RÈGNERAIT LA PAIX 
12-  UN MONDE DE JUSTICE ET D’ESPÉRANCE  
13-  OÙ TOUS LES CŒURS BRISÉS SERONT RESTAURÉS 
14-  PAR L’AMOUR ET LA FRATERNITÉ 
15-  NOUS PRIONS QUE TON CŒUR SOIT TOURNÉ VERS NOS VIES 
16-  ET QUE CHACUN TROUVE QUELQU’UN À AIMER 
17-  TELLE EST NOTRE PRIÈRE COMME TOUT ENFANT   
18-  CONDUIS-NOUS SUR TA VOIE 
19-  GUIDE-NOUS PAR TA GRÂCE OÙ NOUS SERONS DANS TA PAIX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18B79-845C-428D-BE9C-80A9D2805C3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ADDC9D-C44B-41CF-B9CB-657D6455B27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3A307-2814-4474-AC75-D8E2AFA872F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0C2BC6-FB26-4A59-986E-C0D153ECBDC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5529A0-3300-46D4-97E3-144CF8D877A5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640BF6-807E-4F30-A2B1-D6E055E9EAF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95C78F-CD75-4B31-8E71-0D64222A0D28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306806-F711-4756-B86A-D0203B17B4B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29F193-51D1-446F-B07E-56A88814CDB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76766A-83AD-4FB6-B7C3-219DAFC3A26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6752A9-0663-4AEF-B54B-33591469BB6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58CC7D2-E71B-41C8-9827-5CD59BA36244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 QUE TA SAGESSE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GUIDE ET NOUS ÉCLAIRE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QU’ELLE SOIT NOTRE RICHESSE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NE SAURONS QUOI FAIRE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 EST NOTRE PRIÈRE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PERDONS NOTRE CHEMIN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CONDUIS-NOUS SUR TA VOIE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GUIDE-NOUS PAR TA GRÂCE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NOUS SERONS DANS TA PAIX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 QUE TA LUMIÈRE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DEMEURE DANS NOS CŒURS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VIENDRONT LES TÉNÈBRES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RÉVÈLE-TOI,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 EST NOTRE PRIÈRE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LUMIÈRE SE PERD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CONDUIS-NOUS SUR TA VOIE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GUIDE-NOUS PAR TA GRÂCE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NOUS SERONS DANS TA PAIX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PRIE POUR UN MONDE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RÈGNERAIT LA PAIX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MONDE DE JUSTICE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D’ESPÉRANCE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TOUS LES CŒURS BRISÉS SERONT RESTAURÉS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L’AMOUR ET LA FRATERNITÉ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PRIONS QUE TON CŒUR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TOURNÉ VERS NOS VIES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CHACUN TROUVE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QUELQU’UN À AIMER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 EST NOTRE PRIÈRE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ENFANT 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CONDUIS-NOUS SUR TA VOIE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GUIDE-NOUS PAR TA GRÂCE OÙ NOUS SERONS DANS TA PAIX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601</Words>
  <Application>Microsoft Office PowerPoint</Application>
  <PresentationFormat>On-screen Show (4:3)</PresentationFormat>
  <Paragraphs>82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Christel TSAGUE</cp:lastModifiedBy>
  <cp:revision>155</cp:revision>
  <dcterms:created xsi:type="dcterms:W3CDTF">2002-08-17T10:50:50Z</dcterms:created>
  <dcterms:modified xsi:type="dcterms:W3CDTF">2017-07-06T18:37:57Z</dcterms:modified>
</cp:coreProperties>
</file>