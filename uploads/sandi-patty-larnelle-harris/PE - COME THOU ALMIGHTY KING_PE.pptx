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3" autoAdjust="0"/>
    <p:restoredTop sz="90929"/>
  </p:normalViewPr>
  <p:slideViewPr>
    <p:cSldViewPr>
      <p:cViewPr>
        <p:scale>
          <a:sx n="40" d="100"/>
          <a:sy n="40" d="100"/>
        </p:scale>
        <p:origin x="144" y="-35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1268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2D38AA4-8562-467F-B2C4-A30FB3E2260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380985-390D-4D1A-8111-E2DD83858F87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1D0F0F-550A-42B8-9870-7CE62DDDBDC8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CA86AF-DD82-432C-A6CA-FA4051B8503B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8395A0-F31D-4147-9873-342D971637D5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53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4B81BA-A656-40E5-B428-943EC48D0560}" type="slidenum">
              <a:rPr lang="fr-FR" smtClean="0"/>
              <a:pPr/>
              <a:t>5</a:t>
            </a:fld>
            <a:endParaRPr lang="fr-FR" smtClean="0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4C5874-B736-43E6-A38B-44355BF5492D}" type="slidenum">
              <a:rPr lang="fr-FR" smtClean="0"/>
              <a:pPr/>
              <a:t>6</a:t>
            </a:fld>
            <a:endParaRPr lang="fr-FR" smtClean="0"/>
          </a:p>
        </p:txBody>
      </p:sp>
      <p:sp>
        <p:nvSpPr>
          <p:cNvPr id="174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F67F9A-4A4F-4880-82AE-7F603DDABB27}" type="slidenum">
              <a:rPr lang="fr-FR" smtClean="0"/>
              <a:pPr/>
              <a:t>7</a:t>
            </a:fld>
            <a:endParaRPr lang="fr-FR" smtClean="0"/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80C81A-694F-4468-A144-5E2CFE9A60FF}" type="slidenum">
              <a:rPr lang="fr-FR" smtClean="0"/>
              <a:pPr/>
              <a:t>8</a:t>
            </a:fld>
            <a:endParaRPr lang="fr-FR" smtClean="0"/>
          </a:p>
        </p:txBody>
      </p:sp>
      <p:sp>
        <p:nvSpPr>
          <p:cNvPr id="194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07969B-5DE3-425C-B2C3-85BCF54BCE5B}" type="slidenum">
              <a:rPr lang="fr-FR" smtClean="0"/>
              <a:pPr/>
              <a:t>9</a:t>
            </a:fld>
            <a:endParaRPr lang="fr-FR" smtClean="0"/>
          </a:p>
        </p:txBody>
      </p:sp>
      <p:sp>
        <p:nvSpPr>
          <p:cNvPr id="204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A32E1-8494-4C05-B8C3-3C7ECBC70A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42A832-D30B-4A84-B2CE-98D57C765C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CDC4E0-D701-40BE-8CD1-5FE9356E40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C2477D-B418-4B02-8D01-3F0ABE47B6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76D298-3396-4123-B097-6076821068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9C69B8-C4D7-4204-8937-C86F030143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E1CF9-790D-4EE9-9800-6ABC87C459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6E014C-43F4-49A7-88DA-22631EB04C4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36D2C0-7E52-46F6-B975-5E6D5E7B4A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2D6481-A5B8-49A1-BE0E-92734A71B4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F47509-7BF9-4AC4-AC7F-8DC3883373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361000A-EA51-4468-8460-EC95831B58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VIENS, Ô ROI TOUT-PUISSANT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REÇOIS NOTRE OFFRANDE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TE PROCLAMONS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SEIGNEUR ET MAÎTRE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VIENS, Ô ROI TOUT-PUISSANT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JÉSUS, NOUS VOICI ASSEMBLÉS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UNE ÉGLISE, UN BUT, UN ROI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VENONS OFFRIR LA LOUANGE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CHANTENT LES SAINTS À TOUT JAMAIS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QU’ELLE RÉSONNE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SOMMES VENUS TE RENCONTRER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FAIS DE NOUS DES PIERRES VIVANTES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TON FEU REMPLISSE LE TEMPLE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À NOUVEAU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TE PRIONS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SEIGNEUR, PRENDS LE TRÔNE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OUI, SEIGNEUR PRENDS LE TRÔNE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REFRAIN 2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VIENS, Ô ROI TOUT-PUISSANT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CHANTERONS TES CHANTS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MONTRE-NOUS TA GLOIRE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NOUS CRIERONS « SAINT »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VIENS, Ô ROI TOUT-PUISSANT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 Ô ROI TOUT-PUISSANT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SAINT ESPRIT, REMPLIS CET ENDROIT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 PURIFIER NOS CŒURS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SANCTIFIE TON TEMPLE, SEIGNEUR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EN CET INSTANT, RÉPANDS TA GLOIRE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PUISSANCE ICI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VIENS, Ô ROI TOUT-PUISSANT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REÇOIS NOTRE OFFRANDE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VIENS, Ô ROI TOUT-PUISSANT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CHANTERONS TES CHANTS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5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VIENS, Ô ROI TOUT-PUISSANT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REÇOIS NOTRE OFFRANDE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TE PROCLAMONS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SEIGNEUR ET MAÎTRE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VIENS, Ô ROI TOUT-PUISSANT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VIENS, Ô ROI TOUT-PUISSANT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CHANTERONS TES CHANTS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MONTRE-NOUS TA GLOIRE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NOUS CRIERONS « SAINT »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VIENS, Ô ROI TOUT-PUISSANT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 Ô ROI TOUT-PUISSANT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COME THOU ALMIGHTY KING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TAKE UP OUR OFFERING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MASTER, WE NAME YOU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LORD, WE PROCLAIM YOU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COME THOU ALMIGHTY KING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JESUS WE GATHER TOGETHER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ONE CHURCH, ONE PURPOSE, ONE KING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WE COME TO OFFER THE PRAISE THAT THE SAINTS SING FOREVER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OH, LET IT RING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LORD, WE HAVE COME HERE TO MEET YOU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BIND US NOW AS LIVING STONES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COME LET YOUR FIRE FILL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THE TEMPLE AGAIN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WE ENTREAT YOU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LORD, BE ENTHRONED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LORD, MAY YOU BE ENTHRONED</a:t>
            </a: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COME THOU ALMIGHTY KING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HELP US THY NAME TO SING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SHOW US YOUR GLORY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WE WILL CRY, "HOLY"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COME THOU ALMIGHTY KING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COME THOU ALMIGHTY KING</a:t>
            </a:r>
          </a:p>
          <a:p>
            <a:pPr algn="ctr">
              <a:lnSpc>
                <a:spcPct val="110000"/>
              </a:lnSpc>
            </a:pPr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HOLY SPIRIT, ENTER THIS PLACE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HEARTS AND MINDS BE PURIFIED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CLEANSE THY TEMPLE--LEAVE NOT A TRACE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LORD, IN THIS HOUR MAY YOUR GLORY </a:t>
            </a:r>
          </a:p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AND POWER OVERFLOW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OVERFLOW</a:t>
            </a: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5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JESUS WE GATHER TOGETHER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ONE CHURCH, ONE PURPOSE, ONE KING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WE COME TO OFFER THE PRAISE THAT THE SAINTS SING FOREVER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OH, LET IT RING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LORD, WE HAVE COME HERE TO MEET YOU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BIND US NOW AS LIVING STONES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COME LET YOUR FIRE FILL THE TEMPLE AGAIN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WE ENTREAT YOU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LORD, BE ENTHRONED</a:t>
            </a:r>
            <a:br>
              <a:rPr lang="en-US" sz="28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LORD, MAY YOU BE ENTHRONED</a:t>
            </a: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168</Words>
  <Application>Microsoft Office PowerPoint</Application>
  <PresentationFormat>On-screen Show (4:3)</PresentationFormat>
  <Paragraphs>65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Times New Roman</vt:lpstr>
      <vt:lpstr>Arial</vt:lpstr>
      <vt:lpstr>Arial Black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CELIA</cp:lastModifiedBy>
  <cp:revision>51</cp:revision>
  <dcterms:created xsi:type="dcterms:W3CDTF">2002-08-17T13:12:10Z</dcterms:created>
  <dcterms:modified xsi:type="dcterms:W3CDTF">2014-11-08T09:41:07Z</dcterms:modified>
</cp:coreProperties>
</file>