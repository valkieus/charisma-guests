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9" r:id="rId3"/>
    <p:sldId id="261" r:id="rId4"/>
    <p:sldId id="262" r:id="rId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78" autoAdjust="0"/>
    <p:restoredTop sz="90929"/>
  </p:normalViewPr>
  <p:slideViewPr>
    <p:cSldViewPr>
      <p:cViewPr>
        <p:scale>
          <a:sx n="40" d="100"/>
          <a:sy n="40" d="100"/>
        </p:scale>
        <p:origin x="-1320" y="-6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148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50D2AE06-C282-472F-A711-C63E3B579FCE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6B7C806-55E8-4EC4-878C-C5D0685FF105}" type="slidenum">
              <a:rPr lang="fr-FR" smtClean="0"/>
              <a:pPr/>
              <a:t>1</a:t>
            </a:fld>
            <a:endParaRPr lang="fr-FR" smtClean="0"/>
          </a:p>
        </p:txBody>
      </p:sp>
      <p:sp>
        <p:nvSpPr>
          <p:cNvPr id="717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D07B01B-A8E5-4122-AF98-25FE3C46F579}" type="slidenum">
              <a:rPr lang="fr-FR" smtClean="0"/>
              <a:pPr/>
              <a:t>2</a:t>
            </a:fld>
            <a:endParaRPr lang="fr-FR" smtClean="0"/>
          </a:p>
        </p:txBody>
      </p:sp>
      <p:sp>
        <p:nvSpPr>
          <p:cNvPr id="819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FB4F914-9F27-453B-AA24-D0E9A1DEF3DC}" type="slidenum">
              <a:rPr lang="fr-FR" smtClean="0"/>
              <a:pPr/>
              <a:t>3</a:t>
            </a:fld>
            <a:endParaRPr lang="fr-FR" smtClean="0"/>
          </a:p>
        </p:txBody>
      </p:sp>
      <p:sp>
        <p:nvSpPr>
          <p:cNvPr id="921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3813D4-9E5A-4F1A-8986-C02E10BF5F23}" type="slidenum">
              <a:rPr lang="fr-FR" smtClean="0"/>
              <a:pPr/>
              <a:t>4</a:t>
            </a:fld>
            <a:endParaRPr lang="fr-FR" smtClean="0"/>
          </a:p>
        </p:txBody>
      </p:sp>
      <p:sp>
        <p:nvSpPr>
          <p:cNvPr id="1024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F7376E-B95E-4F20-905B-10127C03F5D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1261E6-083B-421D-A272-42253C06F0D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33A20E-8CE8-46D0-8FAC-AA11EFB0493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641268-8850-4106-A319-1337805C8AF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7EFE01-F667-444E-AADD-F28780E6898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D84F1B-52C0-45EA-995B-D8D4FB1D3AE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1225EE-D5E6-4A97-907F-636C068F83C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7F164B-A962-455C-94C8-A1A33F3F252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C15CA3-39C8-4615-A244-F2E52F5B347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2ABB56-B665-4389-BBE8-313A94F03DD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6B966F-915E-48C7-9DD6-E0CA2DC0EC8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CA0A9691-CC56-4497-BDB2-1F58592FDCD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NOUS L'AVONS VU RENDRE L'ESPRIT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IL L'A DIT, TOUT EST FINI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ET  NOUS AVONS ASSISTE À SA MORT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ATTENDANT SANS RELÂCHE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QUE LES GARDES LE DÉTACHENT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ET JOSEPH A IMPLORÉ SON CORPS</a:t>
            </a: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TARD DANS L'APRÈS-MIDI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NOUS L'AVONS ENSEVELI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ET  LE TOMBEAU A ÉTÉ SCELLÉ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C'EST SI FOU JE LE SAIS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SA MORT FUT SI VRAIE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MAIS ÉCOUTE CE QUI M'EST ARRIVÉ </a:t>
            </a: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J'AI VU MON JÉSUS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IL EST VIVANT CROIS-MOI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J'AI VU MON JÉSUS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IL VIT MON PRÉCIEUX ROI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ET  JE SAIS QUE LUI AUSSI M'A VU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C'EST LE PLUS BEL INSTANT QUE J'AI VÉCU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TOUTE MA VIE D'AVANT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NE COMPTE PLUS À PRÉSENT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J'AI VU MON JÉSUS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ET JE SUIS CHANGÉ À TOUT JAMAIS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D'ABORD ELLE ENTENDIT SA VOIX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QUI LUI DEMANDAIT POURQUOI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TOUTES CES LARMES ET CES PLEURS TOUT BAS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J'AI DIT DANS MA DOULEUR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"OU EST MON SEIGNEUR?"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IL M'A DIT , C'EST BIEN MOI, ME VOILÀ 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J'AI VU MON JÉSUS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IL EST VIVANT CROIS-MOI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J'AI VU MON JÉSUS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IL VIT MON PRÉCIEUX ROI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ET  JE SAIS QUE LUI AUSSI M'A VU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OUI C'EST LE PLUS BEL INSTANT QUE J'AI VÉCU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TOUTE MA VIE D'AVANT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NE COMPTE PLUS À PRÉSENT 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J'AI VU MON JÉSUS, J'AI VU MON JÉSUS, J'AI VU MON JÉSUS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ET OUI TOUTE MA VIE D'AVANT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NE COMPTE PLUS À PRÉSENT 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J'AI VU MON JÉSUS	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ET JE SUIS CHANGÉ À TOUT JAMAIS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</TotalTime>
  <Words>91</Words>
  <Application>Microsoft Office PowerPoint</Application>
  <PresentationFormat>On-screen Show (4:3)</PresentationFormat>
  <Paragraphs>47</Paragraphs>
  <Slides>4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9" baseType="lpstr">
      <vt:lpstr>Times New Roman</vt:lpstr>
      <vt:lpstr>Arial</vt:lpstr>
      <vt:lpstr>Arial Black</vt:lpstr>
      <vt:lpstr>Arial Narrow</vt:lpstr>
      <vt:lpstr>Default Design</vt:lpstr>
      <vt:lpstr>Diapositive 1</vt:lpstr>
      <vt:lpstr>Diapositive 2</vt:lpstr>
      <vt:lpstr>Diapositive 3</vt:lpstr>
      <vt:lpstr>Diapositive 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</cp:lastModifiedBy>
  <cp:revision>68</cp:revision>
  <dcterms:created xsi:type="dcterms:W3CDTF">2002-08-17T12:16:38Z</dcterms:created>
  <dcterms:modified xsi:type="dcterms:W3CDTF">2014-11-03T21:09:15Z</dcterms:modified>
</cp:coreProperties>
</file>