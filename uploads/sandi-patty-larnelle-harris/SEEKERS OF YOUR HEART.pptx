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6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36678" autoAdjust="0"/>
  </p:normalViewPr>
  <p:slideViewPr>
    <p:cSldViewPr>
      <p:cViewPr>
        <p:scale>
          <a:sx n="46" d="100"/>
          <a:sy n="46" d="100"/>
        </p:scale>
        <p:origin x="-84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72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659F12A-547E-4C04-A4A4-50E2E3BF62D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4AD7A44-3C2D-4F6B-8B44-92D892C1072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SI TU N'AS PAS LA PREMIÈRE PLACE SI TU N'ES PAS DEVANT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POUR METTRE EN NOUS TON ESPRIT NOUS CHANGER DU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To fill us with your spirit Renew us from within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RIEN NE M'IMPORTE RIEN N'EST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CAR SANS TA SAINTE PRÉSENCE NOS VIES SERAIENT GÂCHÉES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NOUS VOULONS TE TOUCHER VIVRE POUR TE MONTRER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QUE NOUS T'AIMONS SEIGNEUR NOUS POURSUIVONS TON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PARCE QUE TON CŒUR FUT BRISÉ PARCE QUE TU AS VU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your heart was broken Because You saw the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À CAUSE DE CE DON DE TOI À CAUSE DE LA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Because You gave so freely Because of Calvary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NOUS SOMMES APPELÉS PAR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CRÉATION RESTAURÉE REMPLIE DU DIEU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UNTIL WE GIVE YOU FIRST PLACE UNTIL WE LET YOU BEGIN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WITHOUT YOUR HOLY PRESENCE OUR LIVES ARE LIVED IN VAIN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LORD WE WANT TO KNOW YOU LIVE OUR LIVES TO SHOW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ALL THE LOVE WE OWE YOU WE'RE SEEKERS OF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COMPLETED CREATIONS FILLED WITH YOU ALONE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N'AS PAS LA PREMIÈRE PLACE SI TU N'ES PAS DEVANT</a:t>
            </a:r>
          </a:p>
          <a:p>
            <a:r>
              <a:rPr lang="en-US" smtClean="0"/>
              <a:t>     Until we give You first place Until we let You begin</a:t>
            </a:r>
          </a:p>
          <a:p>
            <a:r>
              <a:rPr lang="en-US" smtClean="0"/>
              <a:t>2-  POUR METTRE EN NOUS TON ESPRIT NOUS CHANGER DU DEDANS</a:t>
            </a:r>
          </a:p>
          <a:p>
            <a:r>
              <a:rPr lang="en-US" smtClean="0"/>
              <a:t>     To fill us with your spirit Renew us from within</a:t>
            </a:r>
          </a:p>
          <a:p>
            <a:r>
              <a:rPr lang="en-US" smtClean="0"/>
              <a:t>3-  RIEN NE M'IMPORTE RIEN N'EST FAIT</a:t>
            </a:r>
          </a:p>
          <a:p>
            <a:r>
              <a:rPr lang="en-US" smtClean="0"/>
              <a:t>     Nothing matters Nothing's gained</a:t>
            </a:r>
          </a:p>
          <a:p>
            <a:r>
              <a:rPr lang="en-US" smtClean="0"/>
              <a:t>4-  CAR SANS TA SAINTE PRÉSENCE NOS VIES SERAIENT GÂCHÉES</a:t>
            </a:r>
          </a:p>
          <a:p>
            <a:r>
              <a:rPr lang="en-US" smtClean="0"/>
              <a:t>   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5-  NOUS VOULONS TE TOUCHER VIVRE POUR TE MONTRER</a:t>
            </a:r>
          </a:p>
          <a:p>
            <a:r>
              <a:rPr lang="en-US" smtClean="0"/>
              <a:t>	     Lord we want to know You Live our lives to show You</a:t>
            </a:r>
          </a:p>
          <a:p>
            <a:r>
              <a:rPr lang="en-US" smtClean="0"/>
              <a:t>	6-  QUE NOUS T'AIMONS SEIGNEUR NOUS POURSUIVONS TON CŒUR</a:t>
            </a:r>
          </a:p>
          <a:p>
            <a:r>
              <a:rPr lang="en-US" smtClean="0"/>
              <a:t>	     All the love we owe You We're seekers of your heart</a:t>
            </a:r>
          </a:p>
          <a:p>
            <a:endParaRPr lang="en-US" smtClean="0"/>
          </a:p>
          <a:p>
            <a:r>
              <a:rPr lang="en-US" smtClean="0"/>
              <a:t>7-  PARCE QUE TON CŒUR FUT BRISÉ PARCE QUE TU AS VU NOS VIES</a:t>
            </a:r>
          </a:p>
          <a:p>
            <a:r>
              <a:rPr lang="en-US" smtClean="0"/>
              <a:t>     Because your heart was broken Because You saw the need</a:t>
            </a:r>
          </a:p>
          <a:p>
            <a:r>
              <a:rPr lang="en-US" smtClean="0"/>
              <a:t>8-  À CAUSE DE CE DON DE TOI À CAUSE DE LA CROIX</a:t>
            </a:r>
          </a:p>
          <a:p>
            <a:r>
              <a:rPr lang="en-US" smtClean="0"/>
              <a:t>     Because You gave so freely Because of Calvary</a:t>
            </a:r>
          </a:p>
          <a:p>
            <a:r>
              <a:rPr lang="en-US" smtClean="0"/>
              <a:t>9-  NOUS SOMMES APPELÉS PAR TON NOM</a:t>
            </a:r>
          </a:p>
          <a:p>
            <a:r>
              <a:rPr lang="en-US" smtClean="0"/>
              <a:t>     We can now be Called your own</a:t>
            </a:r>
          </a:p>
          <a:p>
            <a:r>
              <a:rPr lang="en-US" smtClean="0"/>
              <a:t>10-  CRÉATION RESTAURÉE REMPLIE DU DIEU VIVANT</a:t>
            </a:r>
          </a:p>
          <a:p>
            <a:r>
              <a:rPr lang="en-US" smtClean="0"/>
              <a:t>     Completed creations Filled with You alone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11-  UNTIL WE GIVE YOU FIRST PLACE UNTIL WE LET YOU BEGIN</a:t>
            </a:r>
          </a:p>
          <a:p>
            <a:r>
              <a:rPr lang="en-US" smtClean="0"/>
              <a:t>12-  TO FILL US WITH YOUR SPIRIT RENEW US FROM WITHIN</a:t>
            </a:r>
            <a:br>
              <a:rPr lang="en-US" smtClean="0"/>
            </a:br>
            <a:r>
              <a:rPr lang="en-US" smtClean="0"/>
              <a:t>13-  NOTHING MATTERS NOTHING'S GAINED</a:t>
            </a:r>
          </a:p>
          <a:p>
            <a:r>
              <a:rPr lang="en-US" smtClean="0"/>
              <a:t>14-  WITHOUT YOUR HOLY PRESENCE OUR LIVES ARE LIVED IN VAIN</a:t>
            </a:r>
          </a:p>
          <a:p>
            <a:endParaRPr lang="en-US" smtClean="0"/>
          </a:p>
          <a:p>
            <a:r>
              <a:rPr lang="en-US" smtClean="0"/>
              <a:t>	15-  LORD WE WANT TO KNOW YOU LIVE OUR LIVES TO SHOW YOU</a:t>
            </a:r>
          </a:p>
          <a:p>
            <a:r>
              <a:rPr lang="en-US" smtClean="0"/>
              <a:t>	16-  ALL THE LOVE WE OWE YOU WE'RE SEEKERS OF YOUR HEART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17-  BECAUSE YOUR HEART WAS BROKEN BECAUSE YOU SAW THE NEED</a:t>
            </a:r>
            <a:br>
              <a:rPr lang="en-US" smtClean="0"/>
            </a:br>
            <a:r>
              <a:rPr lang="en-US" smtClean="0"/>
              <a:t>18-  BECAUSE YOU GAVE SO FREELY  BECAUSE OF CALVARY</a:t>
            </a:r>
            <a:br>
              <a:rPr lang="en-US" smtClean="0"/>
            </a:br>
            <a:r>
              <a:rPr lang="en-US" smtClean="0"/>
              <a:t>19-  WE CAN NOW BE CALLED YOUR OWN</a:t>
            </a:r>
          </a:p>
          <a:p>
            <a:r>
              <a:rPr lang="en-US" smtClean="0"/>
              <a:t>20-  COMPLETED CREATIONS FILLED WITH YOU ALONE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22CB8-07EC-43C2-82DA-6A85A2C648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9EABC-3DA2-44AF-B10E-47E2F49755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4F0E0-6F85-475E-B5AA-CEA495622A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6984F-62E1-4682-BE0D-202619282B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554D9B-E6F0-442C-A489-FCDAABDF58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5554F-A003-489A-B933-697CA0AFEB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795353-FC56-4D46-9377-81CB8A3060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9AAD00-C779-4C9D-B1BF-F7CEE0E25F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C01D2C-A74F-41EB-9C06-680B1A34C9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B8D9F-048E-463D-A62A-B7A130A618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A72EAC-BE89-4E62-A69E-2FEF88EC10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BE1DDA7-972A-45F7-ACF1-2FD5A5EA5E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TU N'AS PAS LA PREMIÈRE PLACE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TU N'ES PAS DEVANT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METTRE EN NOUS TON 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CHANGER DU DEDANS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RIEN NE M'IMPORTE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RIEN N'EST FAIT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SANS TA SAINTE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NOS VIES SERAIENT GÂCHÉES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 VOULONS TE TOUCHER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VIVRE POUR TE MONTRER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NOUS T'AIMONS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POURSUIVONS TON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PARCE QUE TON CŒUR FUT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PARCE QUE TU AS VU NOS VIES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CAUSE DE CE DON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CAUSE DE LA CROIX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APPELÉS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 TON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CRÉATION RESTAURÉE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REMPLIE DU DIEU VIVANT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UNTIL WE GIVE YOU FIRST PLACE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UNTIL WE LET YOU BEGIN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 FILL US WITH YOUR SPIRIT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RENEW US FROM WITHIN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NOTHING MATTERS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NOTHING'S GAINED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WITHOUT YOUR HOLY PRESENCE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OUR LIVES ARE LIVED IN VAIN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LORD WE WANT TO KNOW YOU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LIVE OUR LIVES TO SHOW YOU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ALL THE LOVE WE OWE YOU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WE'RE SEEKERS OF YOUR HEART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BECAUSE YOUR HEART WAS BROKEN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BECAUSE YOU SAW THE NEED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BECAUSE YOU GAVE SO FREELY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BECAUSE OF CALVARY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WE CAN NOW BE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CALLED YOUR OWN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COMPLETED CREATIONS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FILLED WITH YOU ALONE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2848</Words>
  <Application>Microsoft Office PowerPoint</Application>
  <PresentationFormat>On-screen Show (4:3)</PresentationFormat>
  <Paragraphs>1390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49</cp:revision>
  <dcterms:created xsi:type="dcterms:W3CDTF">2002-08-17T13:12:10Z</dcterms:created>
  <dcterms:modified xsi:type="dcterms:W3CDTF">2014-11-09T04:27:27Z</dcterms:modified>
</cp:coreProperties>
</file>