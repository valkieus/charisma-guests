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84932" autoAdjust="0"/>
  </p:normalViewPr>
  <p:slideViewPr>
    <p:cSldViewPr>
      <p:cViewPr varScale="1">
        <p:scale>
          <a:sx n="42" d="100"/>
          <a:sy n="42" d="100"/>
        </p:scale>
        <p:origin x="-114" y="-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2E50F6-FC09-42C7-816B-83A4D3F2364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4F79806-566B-407A-A9FF-C4CE2876A4D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LOUE-LE POUR SES ŒUVRES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GLOIRE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SON AMOUR DURE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QU'IL Y AIT DE LA LOUANGE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CRI DE JOIE À DIEU TOUTE LA TERRE</a:t>
            </a:r>
            <a:br>
              <a:rPr lang="fr-FR" smtClean="0"/>
            </a:br>
            <a:r>
              <a:rPr lang="fr-FR" smtClean="0"/>
              <a:t>LOUE LE SEIGNEUR DES CIEUX</a:t>
            </a:r>
          </a:p>
          <a:p>
            <a:r>
              <a:rPr lang="fr-FR" smtClean="0"/>
              <a:t>2-  LE SEIGNEUR DE LA TERRE</a:t>
            </a:r>
            <a:br>
              <a:rPr lang="fr-FR" smtClean="0"/>
            </a:br>
            <a:r>
              <a:rPr lang="fr-FR" smtClean="0"/>
              <a:t>LOUE-LE POUR SA PUISSANTE FORCE</a:t>
            </a:r>
          </a:p>
          <a:p>
            <a:r>
              <a:rPr lang="fr-FR" smtClean="0"/>
              <a:t>3-  LOUE-LE POUR SES ŒUVRES</a:t>
            </a:r>
          </a:p>
          <a:p>
            <a:r>
              <a:rPr lang="fr-FR" smtClean="0"/>
              <a:t>4-  LOUEZ DIEU TOUTES NATIONS</a:t>
            </a:r>
            <a:br>
              <a:rPr lang="fr-FR" smtClean="0"/>
            </a:br>
            <a:r>
              <a:rPr lang="fr-FR" smtClean="0"/>
              <a:t>LOUEZ-LE VOUS ROIS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LOUEZ-LE CRÉATION</a:t>
            </a:r>
            <a:br>
              <a:rPr lang="fr-FR" smtClean="0"/>
            </a:br>
            <a:r>
              <a:rPr lang="fr-FR" smtClean="0"/>
              <a:t>ET QUE VOS VOIX CHANTENT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6-  GLOIRE AU SEIGNEUR</a:t>
            </a:r>
          </a:p>
          <a:p>
            <a:r>
              <a:rPr lang="fr-FR" smtClean="0"/>
              <a:t>7-  CRIS DE JOIE À DIEU TOUTE LA TERRE</a:t>
            </a:r>
            <a:br>
              <a:rPr lang="fr-FR" smtClean="0"/>
            </a:br>
            <a:r>
              <a:rPr lang="fr-FR" smtClean="0"/>
              <a:t>CHANTE GLOIRE À SON NOM</a:t>
            </a:r>
          </a:p>
          <a:p>
            <a:r>
              <a:rPr lang="fr-FR" smtClean="0"/>
              <a:t>8-  PROCLAMEZ BIEN HAUT</a:t>
            </a:r>
            <a:br>
              <a:rPr lang="fr-FR" smtClean="0"/>
            </a:br>
            <a:r>
              <a:rPr lang="fr-FR" smtClean="0"/>
              <a:t>SES MERVEILLES</a:t>
            </a:r>
          </a:p>
          <a:p>
            <a:r>
              <a:rPr lang="fr-FR" smtClean="0"/>
              <a:t>9-  PROCLAMEZ SA JUSTICE</a:t>
            </a:r>
            <a:br>
              <a:rPr lang="fr-FR" smtClean="0"/>
            </a:br>
            <a:r>
              <a:rPr lang="fr-FR" smtClean="0"/>
              <a:t>GLOIRE ET HONNEUR</a:t>
            </a:r>
          </a:p>
          <a:p>
            <a:r>
              <a:rPr lang="fr-FR" smtClean="0"/>
              <a:t>10- 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11-  VENEZ ET RENDONS SES LOUANGES</a:t>
            </a:r>
            <a:br>
              <a:rPr lang="fr-FR" smtClean="0"/>
            </a:br>
            <a:r>
              <a:rPr lang="fr-FR" smtClean="0"/>
              <a:t>GLORIEUSES</a:t>
            </a:r>
          </a:p>
          <a:p>
            <a:r>
              <a:rPr lang="fr-FR" smtClean="0"/>
              <a:t>12-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14-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16-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17-  QU'IL Y AIT DE LA LOUANGE</a:t>
            </a:r>
          </a:p>
          <a:p>
            <a:r>
              <a:rPr lang="fr-FR" smtClean="0"/>
              <a:t>18-  IL HABITE AU MILIEU DES LOUANGES</a:t>
            </a:r>
            <a:br>
              <a:rPr lang="fr-FR" smtClean="0"/>
            </a:br>
            <a:r>
              <a:rPr lang="fr-FR" smtClean="0"/>
              <a:t> ET DEMEURE EN NOUS</a:t>
            </a:r>
          </a:p>
          <a:p>
            <a:r>
              <a:rPr lang="fr-FR" smtClean="0"/>
              <a:t>19-  LA PAIX QU'IL NOUS DONNE</a:t>
            </a:r>
            <a:br>
              <a:rPr lang="fr-FR" smtClean="0"/>
            </a:br>
            <a:r>
              <a:rPr lang="fr-FR" smtClean="0"/>
              <a:t>EST UNIQUE</a:t>
            </a:r>
          </a:p>
          <a:p>
            <a:r>
              <a:rPr lang="fr-FR" smtClean="0"/>
              <a:t>20-  SON AMOUR DURE TOUJOURS</a:t>
            </a:r>
          </a:p>
          <a:p>
            <a:r>
              <a:rPr lang="fr-FR" smtClean="0"/>
              <a:t>21-  ALORS LEVEZ VOS VOIX</a:t>
            </a:r>
            <a:br>
              <a:rPr lang="fr-FR" smtClean="0"/>
            </a:br>
            <a:r>
              <a:rPr lang="fr-FR" smtClean="0"/>
              <a:t>CHANTEZ AVEC JOIE</a:t>
            </a:r>
          </a:p>
          <a:p>
            <a:r>
              <a:rPr lang="fr-FR" smtClean="0"/>
              <a:t>22-  PROCLAMEZ AVEC JOIE</a:t>
            </a:r>
            <a:br>
              <a:rPr lang="fr-FR" smtClean="0"/>
            </a:br>
            <a:r>
              <a:rPr lang="fr-FR" smtClean="0"/>
              <a:t>QUE JÉSUS CHRIST EST ROI</a:t>
            </a:r>
          </a:p>
          <a:p>
            <a:r>
              <a:rPr lang="fr-FR" smtClean="0"/>
              <a:t>23-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24-  CHANTONS AU SEIGNEUR</a:t>
            </a:r>
            <a:br>
              <a:rPr lang="fr-FR" smtClean="0"/>
            </a:br>
            <a:r>
              <a:rPr lang="fr-FR" smtClean="0"/>
              <a:t>RENDONS LUI GLOIRE</a:t>
            </a:r>
          </a:p>
          <a:p>
            <a:r>
              <a:rPr lang="fr-FR" smtClean="0"/>
              <a:t>25-  QU'IL Y AIT DE LA LOUANGE</a:t>
            </a:r>
            <a:br>
              <a:rPr lang="fr-FR" smtClean="0"/>
            </a:br>
            <a:r>
              <a:rPr lang="fr-FR" smtClean="0"/>
              <a:t>ET DE LA JOIE DANS NOS CŒURS</a:t>
            </a:r>
          </a:p>
          <a:p>
            <a:r>
              <a:rPr lang="fr-FR" smtClean="0"/>
              <a:t>26-  ET POUR TOUJOURS</a:t>
            </a:r>
            <a:br>
              <a:rPr lang="fr-FR" smtClean="0"/>
            </a:br>
            <a:r>
              <a:rPr lang="fr-FR" smtClean="0"/>
              <a:t>REMPLISSONS L'ATMOSPHÈRE</a:t>
            </a:r>
          </a:p>
          <a:p>
            <a:r>
              <a:rPr lang="fr-FR" smtClean="0"/>
              <a:t>27-  QU'IL Y AIT DE LA LOUANGE</a:t>
            </a:r>
          </a:p>
          <a:p>
            <a:r>
              <a:rPr lang="fr-FR" smtClean="0"/>
              <a:t>28-  NOUS LOUONS TON NOM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29-  Ô SEIGNEUR</a:t>
            </a:r>
            <a:br>
              <a:rPr lang="fr-FR" smtClean="0"/>
            </a:br>
            <a:r>
              <a:rPr lang="fr-FR" smtClean="0"/>
              <a:t> NOUS MAGNIFIONS TON NOM</a:t>
            </a:r>
          </a:p>
          <a:p>
            <a:r>
              <a:rPr lang="fr-FR" smtClean="0"/>
              <a:t>30-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31-  ÉTERNEL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32-  QUE TON NOM EST MAGNIFIQUE</a:t>
            </a:r>
            <a:br>
              <a:rPr lang="fr-FR" smtClean="0"/>
            </a:br>
            <a:r>
              <a:rPr lang="fr-FR" smtClean="0"/>
              <a:t>SUR TOUTE LA TERRE</a:t>
            </a:r>
          </a:p>
          <a:p>
            <a:r>
              <a:rPr lang="fr-FR" smtClean="0"/>
              <a:t>33-  Ô SEIGNEUR, NOUS LOUONS TON NOM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Ô SEIGNEUR</a:t>
            </a:r>
            <a:br>
              <a:rPr lang="fr-FR" smtClean="0"/>
            </a:br>
            <a:r>
              <a:rPr lang="fr-FR" smtClean="0"/>
              <a:t>NOUS MAGNIFIONS  TON NOM </a:t>
            </a:r>
          </a:p>
          <a:p>
            <a:r>
              <a:rPr lang="fr-FR" smtClean="0"/>
              <a:t>35-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36-  PRINCE DE PAIX DIEU TOUT PUISSANT</a:t>
            </a:r>
            <a:br>
              <a:rPr lang="fr-FR" smtClean="0"/>
            </a:br>
            <a:r>
              <a:rPr lang="fr-FR" smtClean="0"/>
              <a:t>Ô SEIGNEUR DIEU TOUT PUISSANT</a:t>
            </a:r>
          </a:p>
          <a:p>
            <a:r>
              <a:rPr lang="fr-FR" smtClean="0"/>
              <a:t>37-  HOSANNA, HOSANNA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38-  HOSANNA, HOSANNA</a:t>
            </a:r>
            <a:br>
              <a:rPr lang="fr-FR" smtClean="0"/>
            </a:br>
            <a:r>
              <a:rPr lang="fr-FR" smtClean="0"/>
              <a:t>DIEU DE TOUTE L'ÉTERNITÉ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HOSANNA, HOSANNA</a:t>
            </a:r>
            <a:br>
              <a:rPr lang="fr-FR" smtClean="0"/>
            </a:br>
            <a:r>
              <a:rPr lang="fr-FR" smtClean="0"/>
              <a:t>LÈVE TES MAINS EN VICTOIRE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40-  HOSANNA, HOSANNA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41-  IL VA RENDRE SON PEUPLE LIBRE</a:t>
            </a:r>
            <a:br>
              <a:rPr lang="fr-FR" smtClean="0"/>
            </a:br>
            <a:r>
              <a:rPr lang="fr-FR" smtClean="0"/>
              <a:t>IL VA RENDRE SON PEUPLE LIBRE</a:t>
            </a:r>
          </a:p>
          <a:p>
            <a:r>
              <a:rPr lang="fr-FR" smtClean="0"/>
              <a:t>42-  CRIS DE JOIE</a:t>
            </a:r>
            <a:br>
              <a:rPr lang="fr-FR" smtClean="0"/>
            </a:br>
            <a:r>
              <a:rPr lang="fr-FR" smtClean="0"/>
              <a:t>À DIEU TOUTE LA TERRE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43-  CHANTE GLOIRE À SON NOM</a:t>
            </a:r>
            <a:br>
              <a:rPr lang="fr-FR" smtClean="0"/>
            </a:br>
            <a:r>
              <a:rPr lang="fr-FR" smtClean="0"/>
              <a:t>DIS...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44-  SES MERVEILLEUSES ŒUVRES</a:t>
            </a:r>
            <a:br>
              <a:rPr lang="fr-FR" smtClean="0"/>
            </a:br>
            <a:r>
              <a:rPr lang="fr-FR" smtClean="0"/>
              <a:t>ET PROCLAMES SA JUSTICE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45-  GLOIRE ET HONNEUR, BÉNÉDICTION</a:t>
            </a:r>
            <a:br>
              <a:rPr lang="fr-FR" smtClean="0"/>
            </a:br>
            <a:r>
              <a:rPr lang="fr-FR" smtClean="0"/>
              <a:t>PUISSANCE SOIENT AU SEIGNEUR</a:t>
            </a:r>
          </a:p>
          <a:p>
            <a:r>
              <a:rPr lang="fr-FR" smtClean="0"/>
              <a:t>46-  VENEZ ET RENDONS SES LOUANGES</a:t>
            </a:r>
            <a:br>
              <a:rPr lang="fr-FR" smtClean="0"/>
            </a:br>
            <a:r>
              <a:rPr lang="fr-FR" smtClean="0"/>
              <a:t> GLORIEUSES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F7616-AB5E-4EAA-B9BB-E9FD881D62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68F20-3622-40B3-901B-F25D9FAB2E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F0681-5A64-4E2D-9C54-13D62EAB6A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70DAD-FFA1-490B-9659-7FCCF9AA36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BD01-6FA4-4A81-AD4A-7728EE98F7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CF289-931B-4A7F-A6B1-7C81B1488A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599C4-20AC-4FC3-A38F-51FB64C606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FC285-7444-4F17-A29E-AEC61E219F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8FF2B-D085-4E42-9BF2-C2386E5350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13E4E-D828-45D4-AF4B-F3E3C34B11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74A51-F61C-4EFA-99E4-1AE7874BEE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9AD0AB8-7346-4B09-AFAE-C9E3DF8205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 DE JOIE À DIEU TOUTE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 LE SEIGNEUR DES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DE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LOUE-LE POUR SA PUISSANTE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LOUE-LE POUR SES ŒUVRES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DIEU TOUTES NATIONS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LOUEZ-LE VOUS 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LOUEZ-LE CRÉATION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VOS VOIX CHANTENT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AU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CRIS DE JOIE À DIEU TOUTE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GLOIRE À SON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PROCLAMEZ BIEN HAUT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MERVEILLES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PROCLAMEZ SA JUSTICE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ET HONNEUR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BÉNÉDICTION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PUISSANCE SOIENT AU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VENEZ ET RENDONS SES LOUANGES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JOIE DANS NOS CŒURS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AU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RENDONS LUI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TOUJOURS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REMPLISSONS L'ATMOSPHÈRE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HABITE AU MILIEU DES LOUANGES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DEMEURE EN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PAIX QU'IL NOUS DONNE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DURE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LEVEZ VOS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CHANTEZ AVEC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PROCLAMEZ AVEC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JÉSUS CHRIST EST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AU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RENDONS LUI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TOUJOURS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REMPLISSONS L'ATMOSPHÈRE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Y AIT DE LA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LOUONS TON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NOUS MAGNIFIONS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PRINCE DE PAIX DIEU TOUT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 DIEU TOUT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ÉTERNEL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 EST MAGNIFIQUE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SEIGNEUR, NOUS LOUONS TON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MAGNIFIONS  TON NOM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PRINCE DE PAIX DIEU TOUT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 DIEU TOUT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PRINCE DE PAIX DIEU TOUT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SEIGNEUR DIEU TOUT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TOUTE L'ÉTERNITÉ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MAINS EN VICTOIRE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 RENDRE SON PEUPLE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 RENDRE SON PEUPLE LIBRE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 RENDRE SON PEUPLE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CRIS DE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 TOUTE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GLOIRE À SON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DIS...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MERVEILLEUSES ŒUVRES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PROCLAMES SA JUSTICE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ET HONNEUR, BÉNÉDICTION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VENEZ ET RENDONS SES LOUANGES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GLORIEUSES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1029</Words>
  <Application>Microsoft Office PowerPoint</Application>
  <PresentationFormat>On-screen Show (4:3)</PresentationFormat>
  <Paragraphs>4278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Franklin Gothic Medium</vt:lpstr>
      <vt:lpstr>Arial</vt:lpstr>
      <vt:lpstr>Calibri</vt:lpstr>
      <vt:lpstr>Default Design</vt:lpstr>
      <vt:lpstr>CRI DE JOIE À DIEU TOUTE LA TERRE LOUE LE SEIGNEUR DES CIEUX</vt:lpstr>
      <vt:lpstr>LE SEIGNEUR DE LA TERRE LOUE-LE POUR SA PUISSANTE FORCE</vt:lpstr>
      <vt:lpstr>LOUE-LE POUR SES ŒUVRES</vt:lpstr>
      <vt:lpstr>LOUEZ DIEU TOUTES NATIONS LOUEZ-LE VOUS ROIS </vt:lpstr>
      <vt:lpstr>LOUEZ-LE CRÉATION ET QUE VOS VOIX CHANTENT </vt:lpstr>
      <vt:lpstr>GLOIRE AU SEIGNEUR</vt:lpstr>
      <vt:lpstr>CRIS DE JOIE À DIEU TOUTE LA TERRE CHANTE GLOIRE À SON NOM</vt:lpstr>
      <vt:lpstr>PROCLAMEZ BIEN HAUT SES MERVEILLES</vt:lpstr>
      <vt:lpstr>PROCLAMEZ SA JUSTICE GLOIRE ET HONNEUR</vt:lpstr>
      <vt:lpstr>BÉNÉDICTION PUISSANCE SOIENT AU SEIGNEUR</vt:lpstr>
      <vt:lpstr>VENEZ ET RENDONS SES LOUANGES GLORIEUSES</vt:lpstr>
      <vt:lpstr>QU'IL Y AIT DE LA LOUANGE ET DE LA JOIE DANS NOS CŒURS </vt:lpstr>
      <vt:lpstr>CHANTONS AU SEIGNEUR RENDONS LUI GLOIRE</vt:lpstr>
      <vt:lpstr>QU'IL Y AIT DE LA LOUANGE ET DE LA JOIE DANS NOS CŒURS</vt:lpstr>
      <vt:lpstr>QU'IL Y AIT DE LA LOUANGE ET DE LA JOIE DANS NOS CŒURS</vt:lpstr>
      <vt:lpstr>ET POUR TOUJOURS REMPLISSONS L'ATMOSPHÈRE</vt:lpstr>
      <vt:lpstr>QU'IL Y AIT DE LA LOUANGE</vt:lpstr>
      <vt:lpstr>IL HABITE AU MILIEU DES LOUANGES  ET DEMEURE EN NOUS</vt:lpstr>
      <vt:lpstr>LA PAIX QU'IL NOUS DONNE EST UNIQUE</vt:lpstr>
      <vt:lpstr>SON AMOUR DURE TOUJOURS</vt:lpstr>
      <vt:lpstr>ALORS LEVEZ VOS VOIX CHANTEZ AVEC JOIE</vt:lpstr>
      <vt:lpstr>PROCLAMEZ AVEC JOIE QUE JÉSUS CHRIST EST ROI</vt:lpstr>
      <vt:lpstr>QU'IL Y AIT DE LA LOUANGE ET DE LA JOIE DANS NOS CŒURS</vt:lpstr>
      <vt:lpstr>CHANTONS AU SEIGNEUR RENDONS LUI GLOIRE</vt:lpstr>
      <vt:lpstr>QU'IL Y AIT DE LA LOUANGE ET DE LA JOIE DANS NOS CŒURS</vt:lpstr>
      <vt:lpstr>ET POUR TOUJOURS REMPLISSONS L'ATMOSPHÈRE</vt:lpstr>
      <vt:lpstr>QU'IL Y AIT DE LA LOUANGE</vt:lpstr>
      <vt:lpstr>NOUS LOUONS TON NOM </vt:lpstr>
      <vt:lpstr>Ô SEIGNEUR  NOUS MAGNIFIONS TON NOM</vt:lpstr>
      <vt:lpstr>PRINCE DE PAIX DIEU TOUT PUISSANT Ô SEIGNEUR DIEU TOUT PUISSANT </vt:lpstr>
      <vt:lpstr>ÉTERNEL SEIGNEUR </vt:lpstr>
      <vt:lpstr>QUE TON NOM EST MAGNIFIQUE SUR TOUTE LA TERRE</vt:lpstr>
      <vt:lpstr>Ô SEIGNEUR, NOUS LOUONS TON NOM  </vt:lpstr>
      <vt:lpstr>Ô SEIGNEUR NOUS MAGNIFIONS  TON NOM </vt:lpstr>
      <vt:lpstr>PRINCE DE PAIX DIEU TOUT PUISSANT Ô SEIGNEUR DIEU TOUT PUISSANT </vt:lpstr>
      <vt:lpstr>PRINCE DE PAIX DIEU TOUT PUISSANT Ô SEIGNEUR DIEU TOUT PUISSANT</vt:lpstr>
      <vt:lpstr>HOSANNA, HOSANNA </vt:lpstr>
      <vt:lpstr>HOSANNA, HOSANNA DIEU DE TOUTE L'ÉTERNITÉ </vt:lpstr>
      <vt:lpstr>HOSANNA, HOSANNA LÈVE TES MAINS EN VICTOIRE </vt:lpstr>
      <vt:lpstr>HOSANNA, HOSANNA IL VA RENDRE SON PEUPLE LIBRE</vt:lpstr>
      <vt:lpstr>IL VA RENDRE SON PEUPLE LIBRE IL VA RENDRE SON PEUPLE LIBRE</vt:lpstr>
      <vt:lpstr>CRIS DE JOIE À DIEU TOUTE LA TERRE </vt:lpstr>
      <vt:lpstr>CHANTE GLOIRE À SON NOM DIS... </vt:lpstr>
      <vt:lpstr>SES MERVEILLEUSES ŒUVRES ET PROCLAMES SA JUSTICE </vt:lpstr>
      <vt:lpstr>GLOIRE ET HONNEUR, BÉNÉDICTION PUISSANCE SOIENT AU SEIGNEUR</vt:lpstr>
      <vt:lpstr>VENEZ ET RENDONS SES LOUANGES  GLORIEUSES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130</cp:revision>
  <dcterms:created xsi:type="dcterms:W3CDTF">2002-08-17T10:50:50Z</dcterms:created>
  <dcterms:modified xsi:type="dcterms:W3CDTF">2014-11-09T09:40:10Z</dcterms:modified>
</cp:coreProperties>
</file>