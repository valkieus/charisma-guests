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77061" autoAdjust="0"/>
  </p:normalViewPr>
  <p:slideViewPr>
    <p:cSldViewPr>
      <p:cViewPr varScale="1">
        <p:scale>
          <a:sx n="80" d="100"/>
          <a:sy n="80" d="100"/>
        </p:scale>
        <p:origin x="-94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BF7722C-F857-4129-8FEF-776D813B7C6A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688B4A5-3989-4DBD-B9F4-837E733272A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IMPRO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IMPRO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807EF-0FDD-490F-8DDC-C307FA2ADA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70BF6-9781-4761-8F8A-71232A38A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044492-AA4F-47B9-A66D-BEA9EB6B85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7A6762-7A74-4319-9A0B-628F6503BF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66357F-A46A-4E6E-959B-3E3D922A72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07072-E058-4A36-ABBF-9C11E813F0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E4556-C4CA-400B-B436-8D05B689D7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16B1C-94AB-434F-AA2D-9BEF29720B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6AC35-4974-43AD-B8A8-3D6B74CAC8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CFF61-2D6B-4C88-80F6-BFBDBDBE29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21275-423A-493B-855D-9024CE2B6F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D56EA4-CE52-4993-9CDC-CAD8901D9A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IMPROÉ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5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Franklin Gothic Medium</vt:lpstr>
      <vt:lpstr>Arial</vt:lpstr>
      <vt:lpstr>Calibri</vt:lpstr>
      <vt:lpstr>Default Design</vt:lpstr>
      <vt:lpstr>Diapositive 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TAD</cp:lastModifiedBy>
  <cp:revision>153</cp:revision>
  <dcterms:created xsi:type="dcterms:W3CDTF">2002-08-17T10:50:50Z</dcterms:created>
  <dcterms:modified xsi:type="dcterms:W3CDTF">2017-07-03T06:43:01Z</dcterms:modified>
</cp:coreProperties>
</file>