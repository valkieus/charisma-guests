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61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>
        <p:scale>
          <a:sx n="50" d="100"/>
          <a:sy n="50" d="100"/>
        </p:scale>
        <p:origin x="-300" y="-7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29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448341C-B334-4A3D-8B26-F8E504DC42A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C55A67-E1A8-4E93-BE03-F3BFDA70B28B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502416-CC8E-4F9C-9BDE-867A0C76732C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781091-4A74-4EAB-A989-2DA43AEB76C7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7F8667-C9F3-451F-A297-6DFCE3909921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80BD88-596E-4BF4-B2B0-F4145027FE2D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B82E20-357C-48D2-8602-38EA3A597D3A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FD45E7-AF6B-4897-A563-D8B867A9CA88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27877E-0BB3-4BEB-AA88-3D211EFECB1B}" type="slidenum">
              <a:rPr lang="fr-FR" smtClean="0"/>
              <a:pPr/>
              <a:t>8</a:t>
            </a:fld>
            <a:endParaRPr lang="fr-FR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3A5A03-C09D-40C8-8D58-2205D6A83329}" type="slidenum">
              <a:rPr lang="fr-FR" smtClean="0"/>
              <a:pPr/>
              <a:t>9</a:t>
            </a:fld>
            <a:endParaRPr lang="fr-FR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5464D4-90A5-4012-A80E-EA8C05483FAF}" type="slidenum">
              <a:rPr lang="fr-FR" smtClean="0"/>
              <a:pPr/>
              <a:t>10</a:t>
            </a:fld>
            <a:endParaRPr lang="fr-FR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C8028D-877C-46AE-AD71-927C7F8495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B5875-8A11-4244-8A28-E7A06BFFE6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CD4A9-6921-4BD5-BE0B-7D373FBC74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A3305-A8E5-4717-BF30-F4CDA897CB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D74F73-6C96-493F-9FD6-2ED7717D61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7EC97A-17CC-4721-9504-44E89B7398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5F24D1-E83A-4574-8024-A4B3ACB823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AB255E-EE50-4060-BA29-B9C7732B8A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C68784-BD72-44BE-9D4D-3F04240481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B89D50-CCCE-4AA9-92AD-902AAF7BC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E8ACC-297D-408C-8305-E694FD308E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F1A0A65-ED93-4319-8540-B989CAECCD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QUAND JE PARLERAIS LES LANGUES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DES HOMMES ET DES ANGES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SANS AMOUR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JE NE SUIS QU’UN AIRAIN QUI RÉSONNE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OU UNE CYMBALE QUI RETENTIT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ET QUAND J'AURAIS LE DON DE PROPHÉTIE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LA SCIENCE DE TOUS LES MYSTÈRES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ET TOUTE LA CONNAISSANCE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QUAND J'AURAIS MÊME LA FOI JUSQU'À TRANSPORTER DES MONTAGNES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SI JE N'AI PAS L’AMOUR, JE NE SUIS RIEN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ET SI JE DONNAIS TOUS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MES BIENS AU PAUVRE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SI JE LIVRAIS MON CORPS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POUR ÊTRE BRÛLÉ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SI JE N'AI PAS L’AMOUR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CELA NE ME SERT DE RIEN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L’AMOUR EST PATIENT PLEIN DE BONTÉ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L’AMOUR N'EST POINT ENVIEUX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NE SE VANTE POINT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IL NE S'ENFLE POINT D'ORGUEIL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IL NE FAIT RIEN DE MALHONNÊTE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NE CHERCHE POINT SON INTÉRÊT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IL NE S'IRRITE POINT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ET NE SE SOUVIENT PAS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DES ERREURS PASSÉES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L’AMOUR NE SE RÉJOUIT POINT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DE L'INJUSTICE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MAIS IL SE RÉJOUIT DE LA VÉRITÉ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IL EXCUSE TOUT, IL CROIT TOUT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 IL ESPÈRE TOUT, IL SUPPORTE TOUT</a:t>
            </a: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-15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L’AMOUR NE PÉRIT JAMAIS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MAIS LES PROPHÉTIES PRENDRONT FIN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LES LANGUES CESSERONT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LA CONNAISSANCE DISPARAÎTRA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CAR NOUS CONNAISSONS EN PARTIE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ET NOUS PROPHÉTISONS EN PARTIE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MAIS QUAND CE QUI EST PARFAIT SERA VENU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CE QUI EST PARTIEL DISPARAÎTRA</a:t>
            </a: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LORSQUE J'ÉTAIS ENFANT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JE PARLAIS COMME UN ENFANT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JE PENSAIS COMME UN ENFANT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JE RAISONNAIS COMME UN ENFANT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LORSQUE JE SUIS DEVENU HOMME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J'AI FAIT DISPARAÎTRE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CE QUI ÉTAIT DE L'ENFANT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AUJOURD'HUI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NOUS VOYONS AU MOYEN D'UN MIROIR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D'UNE MANIÈRE OBSCURE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MAIS ALORS, NOUS VERRONS FACE À FACE AUJOURD'HUI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JE CONNAIS EN PARTIE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MAIS ALORS, JE CONNAÎTRAI PLEINEMENT COMME J'AI ÉTÉ CONNU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MAINTENANT DONC CES TROIS CHOSES DEMEURENT: LA FOI, L'ESPÉRANCE, L’AMOUR 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MAIS LA PLUS GRANDE DE CES CHOSES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C'EST L’AMOUR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IF I SPEAK IN THE TONGUES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OF MEN AND OF ANGELS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BUT HAVE NOT LOVE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 AM ONLY A RESOUNDING GONG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OR CLANGING CYMBAL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10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AND IF I HAVE THE GIFT OF PROPHESY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AND CAN FATHOM ALL MYSTERIES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AND ALL KNOWLEDGE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AND IF I HAVE A FAITH THAT CAN MOVE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THE MOUNTAINS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BUT HAVE NOT LOVE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 AM NOTHING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IF I GIVE ALL I POSSESS TO THE POOR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AND SURRENDER MY BODY TO THE FLAMES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BUT HAVE NOT LOVE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 GAIN NOTHING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LOVE IS PATIENT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LOVE IS KIND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IT DOES NOT ENVY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DOES NOT BOAST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IT IS NOT PROUD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IT IS NOT RUDE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IT IS NOT SELF-SEEKING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IT IS NOT EASILY ANGERED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IT KEEPS NO RECORD OF WRONGS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LOVE DOES NOT DELIGHT IN EVIL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BUT REJOICES WITH THE TRUTH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IT ALWAYS PROTECTS, ALWAYS TRUSTS ALWAYS HOPES, ALWAYS PERSEVERES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LOVE NEVER FAILS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BUT WHERE THERE ARE PROPHECIES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THEY WILL CEASE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WHERE THERE ARE TONGUES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THEY WILL BE STILLED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WHERE THERE IS KNOWLEDGE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IT WILL PASS AWAY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FOR WE KNOW IN PART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AND WE PROPHESY IN PART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BUT WHEN PERFECTION COMES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THE IMPERFECT DISAPPEARS</a:t>
            </a: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WHEN I WAS A CHILD I TALKED LIKE A CHILD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 THOUGHT LIKE A CHILD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 I REASONED LIKE A CHILD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WHEN I BECAME A MAN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 PUT MY CHILDISH WAYS BEHIND ME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NOW WE SEE BUT A POOR REFLECTION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AS IN A MIRROR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THEN WE SHALL SEE FACE TO FACE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NOW I KNOW IN PART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THEN I SHALL KNOW FULLY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EVEN AS I AM FULLY KNOWN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AND NOW THESE THREE REMAIN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FAITH, HOPE AND LOVE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BUT THE GREATEST OF THESE IS LOVE</a:t>
            </a:r>
            <a:br>
              <a:rPr lang="en-US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THE GREATEST OF THESE IS LOVE</a:t>
            </a: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194</Words>
  <Application>Microsoft Office PowerPoint</Application>
  <PresentationFormat>On-screen Show (4:3)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62</cp:revision>
  <dcterms:created xsi:type="dcterms:W3CDTF">2002-08-17T12:16:38Z</dcterms:created>
  <dcterms:modified xsi:type="dcterms:W3CDTF">2014-11-08T12:47:13Z</dcterms:modified>
</cp:coreProperties>
</file>