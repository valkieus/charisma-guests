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2" r:id="rId2"/>
    <p:sldId id="273" r:id="rId3"/>
    <p:sldId id="274" r:id="rId4"/>
    <p:sldId id="287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9" r:id="rId17"/>
    <p:sldId id="288" r:id="rId18"/>
    <p:sldId id="286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641" autoAdjust="0"/>
  </p:normalViewPr>
  <p:slideViewPr>
    <p:cSldViewPr>
      <p:cViewPr varScale="1">
        <p:scale>
          <a:sx n="45" d="100"/>
          <a:sy n="45" d="100"/>
        </p:scale>
        <p:origin x="-196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6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AEB139F-5E04-44EB-A537-ECB62D7E1F5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91CE688-EE3F-4F30-B507-3065E0AF837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It’s</a:t>
            </a:r>
            <a:r>
              <a:rPr lang="fr-FR" dirty="0" smtClean="0"/>
              <a:t>  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easy</a:t>
            </a:r>
            <a:r>
              <a:rPr lang="fr-FR" dirty="0" smtClean="0"/>
              <a:t> to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all of life </a:t>
            </a:r>
            <a:r>
              <a:rPr lang="fr-FR" dirty="0" err="1" smtClean="0"/>
              <a:t>seems</a:t>
            </a:r>
            <a:r>
              <a:rPr lang="fr-FR" dirty="0" smtClean="0"/>
              <a:t> </a:t>
            </a:r>
            <a:r>
              <a:rPr lang="fr-FR" dirty="0" err="1" smtClean="0"/>
              <a:t>fair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He’s</a:t>
            </a:r>
            <a:r>
              <a:rPr lang="fr-FR" dirty="0" smtClean="0"/>
              <a:t> been </a:t>
            </a:r>
            <a:r>
              <a:rPr lang="fr-FR" dirty="0" err="1" smtClean="0"/>
              <a:t>faithful</a:t>
            </a:r>
            <a:r>
              <a:rPr lang="fr-FR" dirty="0" smtClean="0"/>
              <a:t> To </a:t>
            </a:r>
            <a:r>
              <a:rPr lang="fr-FR" dirty="0" err="1" smtClean="0"/>
              <a:t>save</a:t>
            </a:r>
            <a:r>
              <a:rPr lang="fr-FR" dirty="0" smtClean="0"/>
              <a:t> and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in the </a:t>
            </a:r>
            <a:r>
              <a:rPr lang="fr-FR" dirty="0" err="1" smtClean="0"/>
              <a:t>fire</a:t>
            </a:r>
            <a:r>
              <a:rPr lang="fr-FR" dirty="0" smtClean="0"/>
              <a:t> And </a:t>
            </a:r>
            <a:r>
              <a:rPr lang="fr-FR" dirty="0" err="1" smtClean="0"/>
              <a:t>dreams</a:t>
            </a:r>
            <a:r>
              <a:rPr lang="fr-FR" dirty="0" smtClean="0"/>
              <a:t> come </a:t>
            </a:r>
            <a:r>
              <a:rPr lang="fr-FR" dirty="0" err="1" smtClean="0"/>
              <a:t>crashing</a:t>
            </a:r>
            <a:r>
              <a:rPr lang="fr-FR" dirty="0" smtClean="0"/>
              <a:t>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</a:t>
            </a:r>
            <a:r>
              <a:rPr lang="fr-FR" dirty="0" err="1" smtClean="0"/>
              <a:t>hold</a:t>
            </a:r>
            <a:r>
              <a:rPr lang="fr-FR" dirty="0" smtClean="0"/>
              <a:t> on and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I </a:t>
            </a:r>
            <a:r>
              <a:rPr lang="fr-FR" dirty="0" err="1" smtClean="0"/>
              <a:t>got</a:t>
            </a:r>
            <a:r>
              <a:rPr lang="fr-FR" dirty="0" smtClean="0"/>
              <a:t> to do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Sometimes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the night </a:t>
            </a:r>
            <a:r>
              <a:rPr lang="fr-FR" dirty="0" err="1" smtClean="0"/>
              <a:t>comes</a:t>
            </a:r>
            <a:r>
              <a:rPr lang="fr-FR" dirty="0" smtClean="0"/>
              <a:t> And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very</a:t>
            </a:r>
            <a:r>
              <a:rPr lang="fr-FR" dirty="0" smtClean="0"/>
              <a:t>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fears</a:t>
            </a:r>
            <a:r>
              <a:rPr lang="fr-FR" dirty="0" smtClean="0"/>
              <a:t> come in And </a:t>
            </a:r>
            <a:r>
              <a:rPr lang="fr-FR" dirty="0" err="1" smtClean="0"/>
              <a:t>try</a:t>
            </a:r>
            <a:r>
              <a:rPr lang="fr-FR" dirty="0" smtClean="0"/>
              <a:t> to </a:t>
            </a:r>
            <a:r>
              <a:rPr lang="fr-FR" dirty="0" err="1" smtClean="0"/>
              <a:t>steel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song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But </a:t>
            </a:r>
            <a:r>
              <a:rPr lang="fr-FR" dirty="0" err="1" smtClean="0"/>
              <a:t>when</a:t>
            </a:r>
            <a:r>
              <a:rPr lang="fr-FR" dirty="0" smtClean="0"/>
              <a:t> the tune </a:t>
            </a:r>
            <a:r>
              <a:rPr lang="fr-FR" dirty="0" err="1" smtClean="0"/>
              <a:t>is</a:t>
            </a:r>
            <a:r>
              <a:rPr lang="fr-FR" dirty="0" smtClean="0"/>
              <a:t> fading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you’ve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you’ve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do </a:t>
            </a:r>
            <a:r>
              <a:rPr lang="fr-FR" dirty="0" err="1" smtClean="0"/>
              <a:t>is</a:t>
            </a:r>
            <a:r>
              <a:rPr lang="fr-FR" dirty="0" smtClean="0"/>
              <a:t>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ground</a:t>
            </a:r>
            <a:r>
              <a:rPr lang="fr-FR" dirty="0" smtClean="0"/>
              <a:t> </a:t>
            </a:r>
            <a:r>
              <a:rPr lang="fr-FR" dirty="0" err="1" smtClean="0"/>
              <a:t>today</a:t>
            </a:r>
            <a:r>
              <a:rPr lang="fr-FR" dirty="0" smtClean="0"/>
              <a:t> You know </a:t>
            </a:r>
            <a:r>
              <a:rPr lang="fr-FR" dirty="0" err="1" smtClean="0"/>
              <a:t>what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whom</a:t>
            </a:r>
            <a:r>
              <a:rPr lang="fr-FR" dirty="0" smtClean="0"/>
              <a:t>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 All </a:t>
            </a:r>
            <a:r>
              <a:rPr lang="fr-FR" dirty="0" err="1" smtClean="0"/>
              <a:t>creatures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below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Above</a:t>
            </a:r>
            <a:r>
              <a:rPr lang="fr-FR" dirty="0" smtClean="0"/>
              <a:t>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heavenly</a:t>
            </a:r>
            <a:r>
              <a:rPr lang="fr-FR" dirty="0" smtClean="0"/>
              <a:t>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, Son And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Ghost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the blessing </a:t>
            </a:r>
            <a:r>
              <a:rPr lang="fr-FR" dirty="0" err="1" smtClean="0"/>
              <a:t>blow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all </a:t>
            </a:r>
            <a:r>
              <a:rPr lang="fr-FR" dirty="0" err="1" smtClean="0"/>
              <a:t>creature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C’EST SI FACILE DE REMERCIER QUAND TOUT NOUS SEMBLE JUSTE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 so easy to thank Him When all of life seems fair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LORSQU’IL A ÉTÉ FIDÈLE POUR SAUVER ET NOUS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He’s been faithful To save and get you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MAIS AU MILIEU DU FEU QUAND TES RÊVES S’EFFONDRENT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you’re in the fire And dreams come crashing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QUAND LES FORCES QUE TU AVAIS S ENFUIENT LOIN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5-  ACCROCHE-TOI ET DÉCLARE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hold on and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JE N’AI BESOIN QUE DE LOUER LE SEIGNEUR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I got to do is praise Him Praise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PARFOIS QUAND LA NUIT VIENT ET SEMBLE SI LONGUE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Sometimes when the night comes And feel so very long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8-  LES VIELLES PEURS VIENNENT POUR  VOLER TA CHANSON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Old fears come in And try to steel your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MAIS QUAND LA MUSIQUE S’ÉTEINT ET TU TE SENS PERDU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when the tune is fading And you feel you’ve lost your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SEULE CHOSE À FAIRE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you’ve got to do is
11-  TIENS FERME AUJOURD’HUI TU SAIS QUOI DÉCLARER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Hold your ground today You know what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LOUEZ DIEU LE SEUL QUI PEUT BÉNIR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God  From whom all blessings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LOUEZ-LE CRÉATURES DE LA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 All creatures here below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LOUEZ-LE EN HAUT HÔTES DES CIEUX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Above Ye heavenly hosts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LOUEZ LE PÈRE LE FILS ET SAINT ESPRIT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Father, Son And Holy Ghost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de fin: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JE N’AI BESOIN QUE    X3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DE LOUER LE SEIGNEUR       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15-  LOUEZ-LE QUAND IL BÉNI LOUEZ-LE VOUS SA CRÉATION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when the blessing blow Praise Him all creature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C’EST SI FACILE DE REMERCIER QUAND TOUT NOUS SEMBLE JUSTE </a:t>
            </a:r>
          </a:p>
          <a:p>
            <a:r>
              <a:rPr lang="fr-FR" smtClean="0"/>
              <a:t>It’s  so easy to thank Him When all of life seems fair</a:t>
            </a:r>
          </a:p>
          <a:p>
            <a:r>
              <a:rPr lang="fr-FR" smtClean="0"/>
              <a:t>2-  LORSQU’IL A ÉTÉ FIDÈLE POUR SAUVER ET NOUS COMBLER</a:t>
            </a:r>
          </a:p>
          <a:p>
            <a:r>
              <a:rPr lang="fr-FR" smtClean="0"/>
              <a:t>When He’s been faithful To save and get you there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3-  MAIS AU MILIEU DU FEU QUAND TES RÊVES S’EFFONDRENT</a:t>
            </a:r>
          </a:p>
          <a:p>
            <a:r>
              <a:rPr lang="fr-FR" smtClean="0"/>
              <a:t>But when you’re in the fire And dreams come crashing down</a:t>
            </a:r>
          </a:p>
          <a:p>
            <a:endParaRPr lang="fr-FR" smtClean="0"/>
          </a:p>
          <a:p>
            <a:r>
              <a:rPr lang="fr-FR" smtClean="0"/>
              <a:t>4-  QUAND LES FORCES QUE TU AVAIS S ENFUIENT LOIN DE TOI</a:t>
            </a:r>
          </a:p>
          <a:p>
            <a:r>
              <a:rPr lang="fr-FR" smtClean="0"/>
              <a:t> 
5-  ACCROCHE-TOI ET DÉCLARE </a:t>
            </a:r>
          </a:p>
          <a:p>
            <a:r>
              <a:rPr lang="fr-FR" smtClean="0"/>
              <a:t>Just hold on and say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6-  JE N’AI BESOIN QUE DE LOUER LE SEIGNEUR         x3</a:t>
            </a:r>
          </a:p>
          <a:p>
            <a:r>
              <a:rPr lang="fr-FR" smtClean="0"/>
              <a:t>	All I got to do is praise Him Praise the Lord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7-  PARFOIS QUAND LA NUIT VIENT ET SEMBLE SI LONGUE</a:t>
            </a:r>
          </a:p>
          <a:p>
            <a:r>
              <a:rPr lang="fr-FR" smtClean="0"/>
              <a:t>Sometimes when the night comes And feel so very long</a:t>
            </a:r>
          </a:p>
          <a:p>
            <a:r>
              <a:rPr lang="fr-FR" smtClean="0"/>
              <a:t> 8-  LES VIELLES PEURS VIENNENT POUR  VOLER TA CHANSON</a:t>
            </a:r>
          </a:p>
          <a:p>
            <a:r>
              <a:rPr lang="fr-FR" smtClean="0"/>
              <a:t>Old fears come in And try to steel your song</a:t>
            </a:r>
          </a:p>
          <a:p>
            <a:r>
              <a:rPr lang="fr-FR" smtClean="0"/>
              <a:t> 
9-  MAIS QUAND LA MUSIQUE S’ÉTEINT ET TU TE SENS PERDU </a:t>
            </a:r>
          </a:p>
          <a:p>
            <a:r>
              <a:rPr lang="fr-FR" smtClean="0"/>
              <a:t>But when the tune is fading And you feel you’ve lost your way</a:t>
            </a:r>
          </a:p>
          <a:p>
            <a:r>
              <a:rPr lang="fr-FR" smtClean="0"/>
              <a:t>10-  LA SEULE CHOSE À FAIRE : </a:t>
            </a:r>
          </a:p>
          <a:p>
            <a:r>
              <a:rPr lang="fr-FR" smtClean="0"/>
              <a:t>All you’ve got to do is
11-  TIENS FERME AUJOURD’HUI TU SAIS QUOI DÉCLARER </a:t>
            </a:r>
          </a:p>
          <a:p>
            <a:r>
              <a:rPr lang="fr-FR" smtClean="0"/>
              <a:t>Hold your ground today You know what to say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12-  LOUEZ DIEU LE SEUL QUI PEUT BÉNIR </a:t>
            </a:r>
          </a:p>
          <a:p>
            <a:r>
              <a:rPr lang="fr-FR" smtClean="0"/>
              <a:t>Praise God  From whom all blessings come</a:t>
            </a:r>
          </a:p>
          <a:p>
            <a:r>
              <a:rPr lang="fr-FR" smtClean="0"/>
              <a:t>13-  LOUEZ-LE CRÉATURES DE LA TERRE </a:t>
            </a:r>
          </a:p>
          <a:p>
            <a:r>
              <a:rPr lang="fr-FR" smtClean="0"/>
              <a:t>Praise Him  All creatures here below</a:t>
            </a:r>
          </a:p>
          <a:p>
            <a:r>
              <a:rPr lang="fr-FR" smtClean="0"/>
              <a:t>14-  LOUEZ-LE EN HAUT HÔTES DES CIEUX </a:t>
            </a:r>
          </a:p>
          <a:p>
            <a:r>
              <a:rPr lang="fr-FR" smtClean="0"/>
              <a:t>Praise Him Above Ye heavenly hosts</a:t>
            </a:r>
          </a:p>
          <a:p>
            <a:r>
              <a:rPr lang="fr-FR" smtClean="0"/>
              <a:t>15-  LOUEZ LE PÈRE LE FILS ET SAINT ESPRIT</a:t>
            </a:r>
          </a:p>
          <a:p>
            <a:r>
              <a:rPr lang="fr-FR" smtClean="0"/>
              <a:t>Praise Father, Son And Holy Ghost</a:t>
            </a:r>
          </a:p>
          <a:p>
            <a:endParaRPr lang="fr-FR" smtClean="0"/>
          </a:p>
          <a:p>
            <a:r>
              <a:rPr lang="fr-FR" smtClean="0"/>
              <a:t>	Refrain de fin:</a:t>
            </a:r>
          </a:p>
          <a:p>
            <a:r>
              <a:rPr lang="fr-FR" smtClean="0"/>
              <a:t>	16- JE N’AI BESOIN QUE    X3 </a:t>
            </a:r>
          </a:p>
          <a:p>
            <a:r>
              <a:rPr lang="fr-FR" smtClean="0"/>
              <a:t>	17- DE LOUER LE SEIGNEUR           X3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 
15-  LOUEZ-LE QUAND IL BÉNI LOUEZ-LE VOUS SA CRÉATION  </a:t>
            </a:r>
          </a:p>
          <a:p>
            <a:r>
              <a:rPr lang="fr-FR" smtClean="0"/>
              <a:t>Praise Him when the blessing blow Praise Him all creature</a:t>
            </a:r>
          </a:p>
          <a:p>
            <a:endParaRPr lang="fr-FR" smtClean="0"/>
          </a:p>
          <a:p>
            <a:r>
              <a:rPr lang="fr-FR" smtClean="0"/>
              <a:t>	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C46CF-832C-43E0-9CDE-2F3D8041A1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8164E8-C830-457E-AD53-2C8BFB0C13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0483D-038E-479A-A998-28995BB973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D89D1-0893-47D9-812D-24267FBEF4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0459B-AF54-4669-A14E-732B472B22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3F04B9-A635-407C-BD10-28883D0E46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42E6B-DCE6-464C-A46F-96A4C5E32A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42F62-9262-4F2E-9BFD-CC00DC9BE4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61F4F-AEE1-4ACF-A8DB-83F5C288AE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87C67-EF5B-42EE-886A-A1226942D7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CCEB0-D6BA-4DE5-B688-2C28D62A24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A515301-6FB2-4410-934C-D7AD8AD3F0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FACILE DE REMERCIER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TOUT NOUS SEMBLE JUSTE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LORSQU’IL A ÉTÉ FIDÈLE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SAUVER ET NOUS COMBLER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AU MILIEU DU FEU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TES RÊVES S’EFFONDRENT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LES FORCES QUE TU AVAIS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S’ENFUIENT LOIN DE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ACCROCHE-TOI ET DÉCLARE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LOUER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PARFOIS QUAND LA NUIT VIENT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SEMBLE SI LONGUE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VIELLES PEURS VIENNENT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 VOLER TA CHANSON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QUAND LA MUSIQUE S’ÉTEINT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TE SENS PERDU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SEULE CHOSE À FAIRE :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TIENS FERME AUJOURD’HUI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SAIS QUOI DÉCLARER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SEUL QUI PEUT BÉNIR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CRÉATURES DE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HAUT HÔTES DES 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PÈRE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FILS ET SAINT ESPRIT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LOUER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QUAND IL BÉNI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VOUS SA CRÉATION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559</Words>
  <Application>Microsoft Office PowerPoint</Application>
  <PresentationFormat>On-screen Show (4:3)</PresentationFormat>
  <Paragraphs>1688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167</cp:revision>
  <dcterms:created xsi:type="dcterms:W3CDTF">2002-08-17T10:50:50Z</dcterms:created>
  <dcterms:modified xsi:type="dcterms:W3CDTF">2017-07-09T08:30:22Z</dcterms:modified>
</cp:coreProperties>
</file>