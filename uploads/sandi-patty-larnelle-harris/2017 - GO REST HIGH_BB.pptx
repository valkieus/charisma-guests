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72" r:id="rId2"/>
    <p:sldId id="273" r:id="rId3"/>
    <p:sldId id="274" r:id="rId4"/>
    <p:sldId id="275" r:id="rId5"/>
    <p:sldId id="276" r:id="rId6"/>
    <p:sldId id="277" r:id="rId7"/>
    <p:sldId id="278" r:id="rId8"/>
    <p:sldId id="279" r:id="rId9"/>
    <p:sldId id="280" r:id="rId10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0" autoAdjust="0"/>
    <p:restoredTop sz="56034" autoAdjust="0"/>
  </p:normalViewPr>
  <p:slideViewPr>
    <p:cSldViewPr>
      <p:cViewPr varScale="1">
        <p:scale>
          <a:sx n="53" d="100"/>
          <a:sy n="53" d="100"/>
        </p:scale>
        <p:origin x="-90" y="-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1254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37FC9D5-1DD3-4A74-BC15-D82F69B5F8E6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64B8E683-DC89-44E6-B589-E4A0101B066B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SAIS QUE TA VIE SUR TERRE ÉTAIT DURE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know your life On earth was troubled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TOI SEUL EN CONNAIS LA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only you could know the pain.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TU N’AVAIS PAS PEUR  D’AFFRONTER LE DIABLE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weren't afraid to face the devil,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MÊME LA PLUIE TE CONNAISSAIT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were no stranger to the rain.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VAS REPOSER SUR CETTE MONTAGNE FILS TON ŒUVRE SUR TERRE EST ACHEVÉE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Go rest high on that mountain Son, your work on earth is done.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REJOINS LE CIEL AVEC UN CRI D’AMOUR POUR LE PÈRE ET LE FILS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Go to heaven a-shoutin‘ Love for the Father and the Son.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OH COMME NOUS AVONS PLEURÉ QUAND TU NOUS AS QUITTÉS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Oh, how we cried the day you left us We gathered round your grave to grieve.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AUTOUR DE TA TOMBE  REMPLIS DE PEINE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gathered round your grave to grieve.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J’AURAI AIMÉ VOIR LE VISAGE DES ANGES QUAND ILS T’ÉCOUTENT CHANTER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wish I could see the angels faces When they hear your sweet voice sing.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  <a:endParaRPr lang="fr-FR" dirty="0" smtClean="0"/>
          </a:p>
        </p:txBody>
      </p:sp>
      <p:sp>
        <p:nvSpPr>
          <p:cNvPr id="122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SAIS QUE TA VIE SUR TERRE ÉTAIT DURE </a:t>
            </a:r>
          </a:p>
          <a:p>
            <a:r>
              <a:rPr lang="fr-FR" smtClean="0"/>
              <a:t>I know your life On earth was troubled</a:t>
            </a:r>
          </a:p>
          <a:p>
            <a:r>
              <a:rPr lang="fr-FR" smtClean="0"/>
              <a:t>2-  ET TOI SEUL EN CONNAIS LA PEINE</a:t>
            </a:r>
          </a:p>
          <a:p>
            <a:r>
              <a:rPr lang="fr-FR" smtClean="0"/>
              <a:t>And only you could know the pain.</a:t>
            </a:r>
          </a:p>
          <a:p>
            <a:r>
              <a:rPr lang="fr-FR" smtClean="0"/>
              <a:t> 3-  TU N’AVAIS PAS PEUR  D’AFFRONTER LE DIABLE </a:t>
            </a:r>
          </a:p>
          <a:p>
            <a:r>
              <a:rPr lang="fr-FR" smtClean="0"/>
              <a:t>You weren't afraid to face the devil,</a:t>
            </a:r>
          </a:p>
          <a:p>
            <a:r>
              <a:rPr lang="fr-FR" smtClean="0"/>
              <a:t>4-  ET MÊME LA PLUIE TE CONNAISSAIT </a:t>
            </a:r>
          </a:p>
          <a:p>
            <a:r>
              <a:rPr lang="fr-FR" smtClean="0"/>
              <a:t>You were no stranger to the rain.</a:t>
            </a:r>
          </a:p>
          <a:p>
            <a:endParaRPr lang="fr-FR" smtClean="0"/>
          </a:p>
          <a:p>
            <a:r>
              <a:rPr lang="fr-FR" smtClean="0"/>
              <a:t>	Refrain: </a:t>
            </a:r>
          </a:p>
          <a:p>
            <a:r>
              <a:rPr lang="fr-FR" smtClean="0"/>
              <a:t>	5-  VAS REPOSER SUR CETTE MONTAGNE FILS TON ŒUVRE SUR TERRE EST ACHEVÉE </a:t>
            </a:r>
          </a:p>
          <a:p>
            <a:r>
              <a:rPr lang="fr-FR" smtClean="0"/>
              <a:t>	Go rest high on that mountain Son, your work on earth is done.</a:t>
            </a:r>
          </a:p>
          <a:p>
            <a:r>
              <a:rPr lang="fr-FR" smtClean="0"/>
              <a:t>	6-  REJOINS LE CIEL AVEC UN CRI D’AMOUR POUR LE PÈRE ET LE FILS </a:t>
            </a:r>
          </a:p>
          <a:p>
            <a:r>
              <a:rPr lang="fr-FR" smtClean="0"/>
              <a:t>	Go to heaven a-shoutin‘ Love for the Father and the Son.</a:t>
            </a:r>
          </a:p>
          <a:p>
            <a:endParaRPr lang="fr-FR" smtClean="0"/>
          </a:p>
          <a:p>
            <a:r>
              <a:rPr lang="fr-FR" smtClean="0"/>
              <a:t>7-  OH COMME NOUS AVONS PLEURÉ QUAND TU NOUS AS QUITTÉS </a:t>
            </a:r>
          </a:p>
          <a:p>
            <a:r>
              <a:rPr lang="fr-FR" smtClean="0"/>
              <a:t>Oh, how we cried the day you left us We gathered round your grave to grieve.</a:t>
            </a:r>
          </a:p>
          <a:p>
            <a:r>
              <a:rPr lang="fr-FR" smtClean="0"/>
              <a:t>8-  AUTOUR DE TA TOMBE  REMPLIS DE PEINE </a:t>
            </a:r>
          </a:p>
          <a:p>
            <a:r>
              <a:rPr lang="fr-FR" smtClean="0"/>
              <a:t>We gathered round your grave to grieve.</a:t>
            </a:r>
          </a:p>
          <a:p>
            <a:r>
              <a:rPr lang="fr-FR" smtClean="0"/>
              <a:t>9-  J’AURAI AIMÉ VOIR LE VISAGE DES ANGES QUAND ILS T’ÉCOUTENT CHANTER </a:t>
            </a:r>
          </a:p>
          <a:p>
            <a:r>
              <a:rPr lang="fr-FR" smtClean="0"/>
              <a:t>I wish I could see the angels faces When they hear your sweet voice sing.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SAIS QUE TA VIE SUR TERRE ÉTAIT DURE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know your life On earth was troubled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TOI SEUL EN CONNAIS LA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only you could know the pain.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TU N’AVAIS PAS PEUR  D’AFFRONTER LE DIABLE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weren't afraid to face the devil,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MÊME LA PLUIE TE CONNAISSAIT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were no stranger to the rain.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VAS REPOSER SUR CETTE MONTAGNE FILS TON ŒUVRE SUR TERRE EST ACHEVÉE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Go rest high on that mountain Son, your work on earth is done.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REJOINS LE CIEL AVEC UN CRI D’AMOUR POUR LE PÈRE ET LE FILS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Go to heaven a-shoutin‘ Love for the Father and the Son.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OH COMME NOUS AVONS PLEURÉ QUAND TU NOUS AS QUITTÉS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Oh, how we cried the day you left us We gathered round your grave to grieve.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AUTOUR DE TA TOMBE  REMPLIS DE PEINE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gathered round your grave to grieve.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J’AURAI AIMÉ VOIR LE VISAGE DES ANGES QUAND ILS T’ÉCOUTENT CHANTER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wish I could see the angels faces When they hear your sweet voice sing.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  <a:endParaRPr lang="fr-FR" dirty="0" smtClean="0"/>
          </a:p>
        </p:txBody>
      </p:sp>
      <p:sp>
        <p:nvSpPr>
          <p:cNvPr id="133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SAIS QUE TA VIE SUR TERRE ÉTAIT DURE </a:t>
            </a:r>
          </a:p>
          <a:p>
            <a:r>
              <a:rPr lang="fr-FR" smtClean="0"/>
              <a:t>I know your life On earth was troubled</a:t>
            </a:r>
          </a:p>
          <a:p>
            <a:r>
              <a:rPr lang="fr-FR" smtClean="0"/>
              <a:t>2-  ET TOI SEUL EN CONNAIS LA PEINE</a:t>
            </a:r>
          </a:p>
          <a:p>
            <a:r>
              <a:rPr lang="fr-FR" smtClean="0"/>
              <a:t>And only you could know the pain.</a:t>
            </a:r>
          </a:p>
          <a:p>
            <a:r>
              <a:rPr lang="fr-FR" smtClean="0"/>
              <a:t> 3-  TU N’AVAIS PAS PEUR  D’AFFRONTER LE DIABLE </a:t>
            </a:r>
          </a:p>
          <a:p>
            <a:r>
              <a:rPr lang="fr-FR" smtClean="0"/>
              <a:t>You weren't afraid to face the devil,</a:t>
            </a:r>
          </a:p>
          <a:p>
            <a:r>
              <a:rPr lang="fr-FR" smtClean="0"/>
              <a:t>4-  ET MÊME LA PLUIE TE CONNAISSAIT </a:t>
            </a:r>
          </a:p>
          <a:p>
            <a:r>
              <a:rPr lang="fr-FR" smtClean="0"/>
              <a:t>You were no stranger to the rain.</a:t>
            </a:r>
          </a:p>
          <a:p>
            <a:endParaRPr lang="fr-FR" smtClean="0"/>
          </a:p>
          <a:p>
            <a:r>
              <a:rPr lang="fr-FR" smtClean="0"/>
              <a:t>	Refrain: </a:t>
            </a:r>
          </a:p>
          <a:p>
            <a:r>
              <a:rPr lang="fr-FR" smtClean="0"/>
              <a:t>	5-  VAS REPOSER SUR CETTE MONTAGNE FILS TON ŒUVRE SUR TERRE EST ACHEVÉE </a:t>
            </a:r>
          </a:p>
          <a:p>
            <a:r>
              <a:rPr lang="fr-FR" smtClean="0"/>
              <a:t>	Go rest high on that mountain Son, your work on earth is done.</a:t>
            </a:r>
          </a:p>
          <a:p>
            <a:r>
              <a:rPr lang="fr-FR" smtClean="0"/>
              <a:t>	6-  REJOINS LE CIEL AVEC UN CRI D’AMOUR POUR LE PÈRE ET LE FILS </a:t>
            </a:r>
          </a:p>
          <a:p>
            <a:r>
              <a:rPr lang="fr-FR" smtClean="0"/>
              <a:t>	Go to heaven a-shoutin‘ Love for the Father and the Son.</a:t>
            </a:r>
          </a:p>
          <a:p>
            <a:endParaRPr lang="fr-FR" smtClean="0"/>
          </a:p>
          <a:p>
            <a:r>
              <a:rPr lang="fr-FR" smtClean="0"/>
              <a:t>7-  OH COMME NOUS AVONS PLEURÉ QUAND TU NOUS AS QUITTÉS </a:t>
            </a:r>
          </a:p>
          <a:p>
            <a:r>
              <a:rPr lang="fr-FR" smtClean="0"/>
              <a:t>Oh, how we cried the day you left us We gathered round your grave to grieve.</a:t>
            </a:r>
          </a:p>
          <a:p>
            <a:r>
              <a:rPr lang="fr-FR" smtClean="0"/>
              <a:t>8-  AUTOUR DE TA TOMBE  REMPLIS DE PEINE </a:t>
            </a:r>
          </a:p>
          <a:p>
            <a:r>
              <a:rPr lang="fr-FR" smtClean="0"/>
              <a:t>We gathered round your grave to grieve.</a:t>
            </a:r>
          </a:p>
          <a:p>
            <a:r>
              <a:rPr lang="fr-FR" smtClean="0"/>
              <a:t>9-  J’AURAI AIMÉ VOIR LE VISAGE DES ANGES QUAND ILS T’ÉCOUTENT CHANTER </a:t>
            </a:r>
          </a:p>
          <a:p>
            <a:r>
              <a:rPr lang="fr-FR" smtClean="0"/>
              <a:t>I wish I could see the angels faces When they hear your sweet voice sing.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SAIS QUE TA VIE SUR TERRE ÉTAIT DURE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know your life On earth was troubled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TOI SEUL EN CONNAIS LA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only you could know the pain.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TU N’AVAIS PAS PEUR  D’AFFRONTER LE DIABLE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weren't afraid to face the devil,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MÊME LA PLUIE TE CONNAISSAIT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were no stranger to the rain.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VAS REPOSER SUR CETTE MONTAGNE FILS TON ŒUVRE SUR TERRE EST ACHEVÉE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Go rest high on that mountain Son, your work on earth is done.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REJOINS LE CIEL AVEC UN CRI D’AMOUR POUR LE PÈRE ET LE FILS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Go to heaven a-shoutin‘ Love for the Father and the Son.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OH COMME NOUS AVONS PLEURÉ QUAND TU NOUS AS QUITTÉS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Oh, how we cried the day you left us We gathered round your grave to grieve.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AUTOUR DE TA TOMBE  REMPLIS DE PEINE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gathered round your grave to grieve.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J’AURAI AIMÉ VOIR LE VISAGE DES ANGES QUAND ILS T’ÉCOUTENT CHANTER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wish I could see the angels faces When they hear your sweet voice sing.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  <a:endParaRPr lang="fr-FR" dirty="0" smtClean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SAIS QUE TA VIE SUR TERRE ÉTAIT DURE </a:t>
            </a:r>
          </a:p>
          <a:p>
            <a:r>
              <a:rPr lang="fr-FR" smtClean="0"/>
              <a:t>I know your life On earth was troubled</a:t>
            </a:r>
          </a:p>
          <a:p>
            <a:r>
              <a:rPr lang="fr-FR" smtClean="0"/>
              <a:t>2-  ET TOI SEUL EN CONNAIS LA PEINE</a:t>
            </a:r>
          </a:p>
          <a:p>
            <a:r>
              <a:rPr lang="fr-FR" smtClean="0"/>
              <a:t>And only you could know the pain.</a:t>
            </a:r>
          </a:p>
          <a:p>
            <a:r>
              <a:rPr lang="fr-FR" smtClean="0"/>
              <a:t> 3-  TU N’AVAIS PAS PEUR  D’AFFRONTER LE DIABLE </a:t>
            </a:r>
          </a:p>
          <a:p>
            <a:r>
              <a:rPr lang="fr-FR" smtClean="0"/>
              <a:t>You weren't afraid to face the devil,</a:t>
            </a:r>
          </a:p>
          <a:p>
            <a:r>
              <a:rPr lang="fr-FR" smtClean="0"/>
              <a:t>4-  ET MÊME LA PLUIE TE CONNAISSAIT </a:t>
            </a:r>
          </a:p>
          <a:p>
            <a:r>
              <a:rPr lang="fr-FR" smtClean="0"/>
              <a:t>You were no stranger to the rain.</a:t>
            </a:r>
          </a:p>
          <a:p>
            <a:endParaRPr lang="fr-FR" smtClean="0"/>
          </a:p>
          <a:p>
            <a:r>
              <a:rPr lang="fr-FR" smtClean="0"/>
              <a:t>	Refrain: </a:t>
            </a:r>
          </a:p>
          <a:p>
            <a:r>
              <a:rPr lang="fr-FR" smtClean="0"/>
              <a:t>	5-  VAS REPOSER SUR CETTE MONTAGNE FILS TON ŒUVRE SUR TERRE EST ACHEVÉE </a:t>
            </a:r>
          </a:p>
          <a:p>
            <a:r>
              <a:rPr lang="fr-FR" smtClean="0"/>
              <a:t>	Go rest high on that mountain Son, your work on earth is done.</a:t>
            </a:r>
          </a:p>
          <a:p>
            <a:r>
              <a:rPr lang="fr-FR" smtClean="0"/>
              <a:t>	6-  REJOINS LE CIEL AVEC UN CRI D’AMOUR POUR LE PÈRE ET LE FILS </a:t>
            </a:r>
          </a:p>
          <a:p>
            <a:r>
              <a:rPr lang="fr-FR" smtClean="0"/>
              <a:t>	Go to heaven a-shoutin‘ Love for the Father and the Son.</a:t>
            </a:r>
          </a:p>
          <a:p>
            <a:endParaRPr lang="fr-FR" smtClean="0"/>
          </a:p>
          <a:p>
            <a:r>
              <a:rPr lang="fr-FR" smtClean="0"/>
              <a:t>7-  OH COMME NOUS AVONS PLEURÉ QUAND TU NOUS AS QUITTÉS </a:t>
            </a:r>
          </a:p>
          <a:p>
            <a:r>
              <a:rPr lang="fr-FR" smtClean="0"/>
              <a:t>Oh, how we cried the day you left us We gathered round your grave to grieve.</a:t>
            </a:r>
          </a:p>
          <a:p>
            <a:r>
              <a:rPr lang="fr-FR" smtClean="0"/>
              <a:t>8-  AUTOUR DE TA TOMBE  REMPLIS DE PEINE </a:t>
            </a:r>
          </a:p>
          <a:p>
            <a:r>
              <a:rPr lang="fr-FR" smtClean="0"/>
              <a:t>We gathered round your grave to grieve.</a:t>
            </a:r>
          </a:p>
          <a:p>
            <a:r>
              <a:rPr lang="fr-FR" smtClean="0"/>
              <a:t>9-  J’AURAI AIMÉ VOIR LE VISAGE DES ANGES QUAND ILS T’ÉCOUTENT CHANTER </a:t>
            </a:r>
          </a:p>
          <a:p>
            <a:r>
              <a:rPr lang="fr-FR" smtClean="0"/>
              <a:t>I wish I could see the angels faces When they hear your sweet voice sing.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SAIS QUE TA VIE SUR TERRE ÉTAIT DURE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know your life On earth was troubled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TOI SEUL EN CONNAIS LA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only you could know the pain.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TU N’AVAIS PAS PEUR  D’AFFRONTER LE DIABLE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weren't afraid to face the devil,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MÊME LA PLUIE TE CONNAISSAIT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were no stranger to the rain.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VAS REPOSER SUR CETTE MONTAGNE FILS TON ŒUVRE SUR TERRE EST ACHEVÉE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Go rest high on that mountain Son, your work on earth is done.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REJOINS LE CIEL AVEC UN CRI D’AMOUR POUR LE PÈRE ET LE FILS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Go to heaven a-shoutin‘ Love for the Father and the Son.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OH COMME NOUS AVONS PLEURÉ QUAND TU NOUS AS QUITTÉS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Oh, how we cried the day you left us We gathered round your grave to grieve.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AUTOUR DE TA TOMBE  REMPLIS DE PEINE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gathered round your grave to grieve.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J’AURAI AIMÉ VOIR LE VISAGE DES ANGES QUAND ILS T’ÉCOUTENT CHANTER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wish I could see the angels faces When they hear your sweet voice sing.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  <a:endParaRPr lang="fr-FR" dirty="0" smtClean="0"/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SAIS QUE TA VIE SUR TERRE ÉTAIT DURE </a:t>
            </a:r>
          </a:p>
          <a:p>
            <a:r>
              <a:rPr lang="fr-FR" smtClean="0"/>
              <a:t>I know your life On earth was troubled</a:t>
            </a:r>
          </a:p>
          <a:p>
            <a:r>
              <a:rPr lang="fr-FR" smtClean="0"/>
              <a:t>2-  ET TOI SEUL EN CONNAIS LA PEINE</a:t>
            </a:r>
          </a:p>
          <a:p>
            <a:r>
              <a:rPr lang="fr-FR" smtClean="0"/>
              <a:t>And only you could know the pain.</a:t>
            </a:r>
          </a:p>
          <a:p>
            <a:r>
              <a:rPr lang="fr-FR" smtClean="0"/>
              <a:t> 3-  TU N’AVAIS PAS PEUR  D’AFFRONTER LE DIABLE </a:t>
            </a:r>
          </a:p>
          <a:p>
            <a:r>
              <a:rPr lang="fr-FR" smtClean="0"/>
              <a:t>You weren't afraid to face the devil,</a:t>
            </a:r>
          </a:p>
          <a:p>
            <a:r>
              <a:rPr lang="fr-FR" smtClean="0"/>
              <a:t>4-  ET MÊME LA PLUIE TE CONNAISSAIT </a:t>
            </a:r>
          </a:p>
          <a:p>
            <a:r>
              <a:rPr lang="fr-FR" smtClean="0"/>
              <a:t>You were no stranger to the rain.</a:t>
            </a:r>
          </a:p>
          <a:p>
            <a:endParaRPr lang="fr-FR" smtClean="0"/>
          </a:p>
          <a:p>
            <a:r>
              <a:rPr lang="fr-FR" smtClean="0"/>
              <a:t>	Refrain: </a:t>
            </a:r>
          </a:p>
          <a:p>
            <a:r>
              <a:rPr lang="fr-FR" smtClean="0"/>
              <a:t>	5-  VAS REPOSER SUR CETTE MONTAGNE FILS TON ŒUVRE SUR TERRE EST ACHEVÉE </a:t>
            </a:r>
          </a:p>
          <a:p>
            <a:r>
              <a:rPr lang="fr-FR" smtClean="0"/>
              <a:t>	Go rest high on that mountain Son, your work on earth is done.</a:t>
            </a:r>
          </a:p>
          <a:p>
            <a:r>
              <a:rPr lang="fr-FR" smtClean="0"/>
              <a:t>	6-  REJOINS LE CIEL AVEC UN CRI D’AMOUR POUR LE PÈRE ET LE FILS </a:t>
            </a:r>
          </a:p>
          <a:p>
            <a:r>
              <a:rPr lang="fr-FR" smtClean="0"/>
              <a:t>	Go to heaven a-shoutin‘ Love for the Father and the Son.</a:t>
            </a:r>
          </a:p>
          <a:p>
            <a:endParaRPr lang="fr-FR" smtClean="0"/>
          </a:p>
          <a:p>
            <a:r>
              <a:rPr lang="fr-FR" smtClean="0"/>
              <a:t>7-  OH COMME NOUS AVONS PLEURÉ QUAND TU NOUS AS QUITTÉS </a:t>
            </a:r>
          </a:p>
          <a:p>
            <a:r>
              <a:rPr lang="fr-FR" smtClean="0"/>
              <a:t>Oh, how we cried the day you left us We gathered round your grave to grieve.</a:t>
            </a:r>
          </a:p>
          <a:p>
            <a:r>
              <a:rPr lang="fr-FR" smtClean="0"/>
              <a:t>8-  AUTOUR DE TA TOMBE  REMPLIS DE PEINE </a:t>
            </a:r>
          </a:p>
          <a:p>
            <a:r>
              <a:rPr lang="fr-FR" smtClean="0"/>
              <a:t>We gathered round your grave to grieve.</a:t>
            </a:r>
          </a:p>
          <a:p>
            <a:r>
              <a:rPr lang="fr-FR" smtClean="0"/>
              <a:t>9-  J’AURAI AIMÉ VOIR LE VISAGE DES ANGES QUAND ILS T’ÉCOUTENT CHANTER </a:t>
            </a:r>
          </a:p>
          <a:p>
            <a:r>
              <a:rPr lang="fr-FR" smtClean="0"/>
              <a:t>I wish I could see the angels faces When they hear your sweet voice sing.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SAIS QUE TA VIE SUR TERRE ÉTAIT DURE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know your life On earth was troubled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TOI SEUL EN CONNAIS LA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only you could know the pain.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TU N’AVAIS PAS PEUR  D’AFFRONTER LE DIABLE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weren't afraid to face the devil,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MÊME LA PLUIE TE CONNAISSAIT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were no stranger to the rain.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VAS REPOSER SUR CETTE MONTAGNE FILS TON ŒUVRE SUR TERRE EST ACHEVÉE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Go rest high on that mountain Son, your work on earth is done.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REJOINS LE CIEL AVEC UN CRI D’AMOUR POUR LE PÈRE ET LE FILS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Go to heaven a-shoutin‘ Love for the Father and the Son.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OH COMME NOUS AVONS PLEURÉ QUAND TU NOUS AS QUITTÉS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Oh, how we cried the day you left us We gathered round your grave to grieve.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AUTOUR DE TA TOMBE  REMPLIS DE PEINE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gathered round your grave to grieve.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J’AURAI AIMÉ VOIR LE VISAGE DES ANGES QUAND ILS T’ÉCOUTENT CHANTER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wish I could see the angels faces When they hear your sweet voice sing.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  <a:endParaRPr lang="fr-FR" dirty="0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SAIS QUE TA VIE SUR TERRE ÉTAIT DURE </a:t>
            </a:r>
          </a:p>
          <a:p>
            <a:r>
              <a:rPr lang="fr-FR" smtClean="0"/>
              <a:t>I know your life On earth was troubled</a:t>
            </a:r>
          </a:p>
          <a:p>
            <a:r>
              <a:rPr lang="fr-FR" smtClean="0"/>
              <a:t>2-  ET TOI SEUL EN CONNAIS LA PEINE</a:t>
            </a:r>
          </a:p>
          <a:p>
            <a:r>
              <a:rPr lang="fr-FR" smtClean="0"/>
              <a:t>And only you could know the pain.</a:t>
            </a:r>
          </a:p>
          <a:p>
            <a:r>
              <a:rPr lang="fr-FR" smtClean="0"/>
              <a:t> 3-  TU N’AVAIS PAS PEUR  D’AFFRONTER LE DIABLE </a:t>
            </a:r>
          </a:p>
          <a:p>
            <a:r>
              <a:rPr lang="fr-FR" smtClean="0"/>
              <a:t>You weren't afraid to face the devil,</a:t>
            </a:r>
          </a:p>
          <a:p>
            <a:r>
              <a:rPr lang="fr-FR" smtClean="0"/>
              <a:t>4-  ET MÊME LA PLUIE TE CONNAISSAIT </a:t>
            </a:r>
          </a:p>
          <a:p>
            <a:r>
              <a:rPr lang="fr-FR" smtClean="0"/>
              <a:t>You were no stranger to the rain.</a:t>
            </a:r>
          </a:p>
          <a:p>
            <a:endParaRPr lang="fr-FR" smtClean="0"/>
          </a:p>
          <a:p>
            <a:r>
              <a:rPr lang="fr-FR" smtClean="0"/>
              <a:t>	Refrain: </a:t>
            </a:r>
          </a:p>
          <a:p>
            <a:r>
              <a:rPr lang="fr-FR" smtClean="0"/>
              <a:t>	5-  VAS REPOSER SUR CETTE MONTAGNE FILS TON ŒUVRE SUR TERRE EST ACHEVÉE </a:t>
            </a:r>
          </a:p>
          <a:p>
            <a:r>
              <a:rPr lang="fr-FR" smtClean="0"/>
              <a:t>	Go rest high on that mountain Son, your work on earth is done.</a:t>
            </a:r>
          </a:p>
          <a:p>
            <a:r>
              <a:rPr lang="fr-FR" smtClean="0"/>
              <a:t>	6-  REJOINS LE CIEL AVEC UN CRI D’AMOUR POUR LE PÈRE ET LE FILS </a:t>
            </a:r>
          </a:p>
          <a:p>
            <a:r>
              <a:rPr lang="fr-FR" smtClean="0"/>
              <a:t>	Go to heaven a-shoutin‘ Love for the Father and the Son.</a:t>
            </a:r>
          </a:p>
          <a:p>
            <a:endParaRPr lang="fr-FR" smtClean="0"/>
          </a:p>
          <a:p>
            <a:r>
              <a:rPr lang="fr-FR" smtClean="0"/>
              <a:t>7-  OH COMME NOUS AVONS PLEURÉ QUAND TU NOUS AS QUITTÉS </a:t>
            </a:r>
          </a:p>
          <a:p>
            <a:r>
              <a:rPr lang="fr-FR" smtClean="0"/>
              <a:t>Oh, how we cried the day you left us We gathered round your grave to grieve.</a:t>
            </a:r>
          </a:p>
          <a:p>
            <a:r>
              <a:rPr lang="fr-FR" smtClean="0"/>
              <a:t>8-  AUTOUR DE TA TOMBE  REMPLIS DE PEINE </a:t>
            </a:r>
          </a:p>
          <a:p>
            <a:r>
              <a:rPr lang="fr-FR" smtClean="0"/>
              <a:t>We gathered round your grave to grieve.</a:t>
            </a:r>
          </a:p>
          <a:p>
            <a:r>
              <a:rPr lang="fr-FR" smtClean="0"/>
              <a:t>9-  J’AURAI AIMÉ VOIR LE VISAGE DES ANGES QUAND ILS T’ÉCOUTENT CHANTER </a:t>
            </a:r>
          </a:p>
          <a:p>
            <a:r>
              <a:rPr lang="fr-FR" smtClean="0"/>
              <a:t>I wish I could see the angels faces When they hear your sweet voice sing.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SAIS QUE TA VIE SUR TERRE ÉTAIT DURE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know your life On earth was troubled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TOI SEUL EN CONNAIS LA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only you could know the pain.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TU N’AVAIS PAS PEUR  D’AFFRONTER LE DIABLE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weren't afraid to face the devil,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MÊME LA PLUIE TE CONNAISSAIT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were no stranger to the rain.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VAS REPOSER SUR CETTE MONTAGNE FILS TON ŒUVRE SUR TERRE EST ACHEVÉE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Go rest high on that mountain Son, your work on earth is done.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REJOINS LE CIEL AVEC UN CRI D’AMOUR POUR LE PÈRE ET LE FILS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Go to heaven a-shoutin‘ Love for the Father and the Son.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OH COMME NOUS AVONS PLEURÉ QUAND TU NOUS AS QUITTÉS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Oh, how we cried the day you left us We gathered round your grave to grieve.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AUTOUR DE TA TOMBE  REMPLIS DE PEINE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gathered round your grave to grieve.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J’AURAI AIMÉ VOIR LE VISAGE DES ANGES QUAND ILS T’ÉCOUTENT CHANTER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wish I could see the angels faces When they hear your sweet voice sing.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  <a:endParaRPr lang="fr-FR" dirty="0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SAIS QUE TA VIE SUR TERRE ÉTAIT DURE </a:t>
            </a:r>
          </a:p>
          <a:p>
            <a:r>
              <a:rPr lang="fr-FR" smtClean="0"/>
              <a:t>I know your life On earth was troubled</a:t>
            </a:r>
          </a:p>
          <a:p>
            <a:r>
              <a:rPr lang="fr-FR" smtClean="0"/>
              <a:t>2-  ET TOI SEUL EN CONNAIS LA PEINE</a:t>
            </a:r>
          </a:p>
          <a:p>
            <a:r>
              <a:rPr lang="fr-FR" smtClean="0"/>
              <a:t>And only you could know the pain.</a:t>
            </a:r>
          </a:p>
          <a:p>
            <a:r>
              <a:rPr lang="fr-FR" smtClean="0"/>
              <a:t> 3-  TU N’AVAIS PAS PEUR  D’AFFRONTER LE DIABLE </a:t>
            </a:r>
          </a:p>
          <a:p>
            <a:r>
              <a:rPr lang="fr-FR" smtClean="0"/>
              <a:t>You weren't afraid to face the devil,</a:t>
            </a:r>
          </a:p>
          <a:p>
            <a:r>
              <a:rPr lang="fr-FR" smtClean="0"/>
              <a:t>4-  ET MÊME LA PLUIE TE CONNAISSAIT </a:t>
            </a:r>
          </a:p>
          <a:p>
            <a:r>
              <a:rPr lang="fr-FR" smtClean="0"/>
              <a:t>You were no stranger to the rain.</a:t>
            </a:r>
          </a:p>
          <a:p>
            <a:endParaRPr lang="fr-FR" smtClean="0"/>
          </a:p>
          <a:p>
            <a:r>
              <a:rPr lang="fr-FR" smtClean="0"/>
              <a:t>	Refrain: </a:t>
            </a:r>
          </a:p>
          <a:p>
            <a:r>
              <a:rPr lang="fr-FR" smtClean="0"/>
              <a:t>	5-  VAS REPOSER SUR CETTE MONTAGNE FILS TON ŒUVRE SUR TERRE EST ACHEVÉE </a:t>
            </a:r>
          </a:p>
          <a:p>
            <a:r>
              <a:rPr lang="fr-FR" smtClean="0"/>
              <a:t>	Go rest high on that mountain Son, your work on earth is done.</a:t>
            </a:r>
          </a:p>
          <a:p>
            <a:r>
              <a:rPr lang="fr-FR" smtClean="0"/>
              <a:t>	6-  REJOINS LE CIEL AVEC UN CRI D’AMOUR POUR LE PÈRE ET LE FILS </a:t>
            </a:r>
          </a:p>
          <a:p>
            <a:r>
              <a:rPr lang="fr-FR" smtClean="0"/>
              <a:t>	Go to heaven a-shoutin‘ Love for the Father and the Son.</a:t>
            </a:r>
          </a:p>
          <a:p>
            <a:endParaRPr lang="fr-FR" smtClean="0"/>
          </a:p>
          <a:p>
            <a:r>
              <a:rPr lang="fr-FR" smtClean="0"/>
              <a:t>7-  OH COMME NOUS AVONS PLEURÉ QUAND TU NOUS AS QUITTÉS </a:t>
            </a:r>
          </a:p>
          <a:p>
            <a:r>
              <a:rPr lang="fr-FR" smtClean="0"/>
              <a:t>Oh, how we cried the day you left us We gathered round your grave to grieve.</a:t>
            </a:r>
          </a:p>
          <a:p>
            <a:r>
              <a:rPr lang="fr-FR" smtClean="0"/>
              <a:t>8-  AUTOUR DE TA TOMBE  REMPLIS DE PEINE </a:t>
            </a:r>
          </a:p>
          <a:p>
            <a:r>
              <a:rPr lang="fr-FR" smtClean="0"/>
              <a:t>We gathered round your grave to grieve.</a:t>
            </a:r>
          </a:p>
          <a:p>
            <a:r>
              <a:rPr lang="fr-FR" smtClean="0"/>
              <a:t>9-  J’AURAI AIMÉ VOIR LE VISAGE DES ANGES QUAND ILS T’ÉCOUTENT CHANTER </a:t>
            </a:r>
          </a:p>
          <a:p>
            <a:r>
              <a:rPr lang="fr-FR" smtClean="0"/>
              <a:t>I wish I could see the angels faces When they hear your sweet voice sing.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SAIS QUE TA VIE SUR TERRE ÉTAIT DURE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know your life On earth was troubled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TOI SEUL EN CONNAIS LA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only you could know the pain.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TU N’AVAIS PAS PEUR  D’AFFRONTER LE DIABLE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weren't afraid to face the devil,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MÊME LA PLUIE TE CONNAISSAIT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were no stranger to the rain.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VAS REPOSER SUR CETTE MONTAGNE FILS TON ŒUVRE SUR TERRE EST ACHEVÉE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Go rest high on that mountain Son, your work on earth is done.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REJOINS LE CIEL AVEC UN CRI D’AMOUR POUR LE PÈRE ET LE FILS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Go to heaven a-shoutin‘ Love for the Father and the Son.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OH COMME NOUS AVONS PLEURÉ QUAND TU NOUS AS QUITTÉS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Oh, how we cried the day you left us We gathered round your grave to grieve.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AUTOUR DE TA TOMBE  REMPLIS DE PEINE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gathered round your grave to grieve.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J’AURAI AIMÉ VOIR LE VISAGE DES ANGES QUAND ILS T’ÉCOUTENT CHANTER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wish I could see the angels faces When they hear your sweet voice sing.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SAIS QUE TA VIE SUR TERRE ÉTAIT DURE </a:t>
            </a:r>
          </a:p>
          <a:p>
            <a:r>
              <a:rPr lang="fr-FR" smtClean="0"/>
              <a:t>I know your life On earth was troubled</a:t>
            </a:r>
          </a:p>
          <a:p>
            <a:r>
              <a:rPr lang="fr-FR" smtClean="0"/>
              <a:t>2-  ET TOI SEUL EN CONNAIS LA PEINE</a:t>
            </a:r>
          </a:p>
          <a:p>
            <a:r>
              <a:rPr lang="fr-FR" smtClean="0"/>
              <a:t>And only you could know the pain.</a:t>
            </a:r>
          </a:p>
          <a:p>
            <a:r>
              <a:rPr lang="fr-FR" smtClean="0"/>
              <a:t> 3-  TU N’AVAIS PAS PEUR  D’AFFRONTER LE DIABLE </a:t>
            </a:r>
          </a:p>
          <a:p>
            <a:r>
              <a:rPr lang="fr-FR" smtClean="0"/>
              <a:t>You weren't afraid to face the devil,</a:t>
            </a:r>
          </a:p>
          <a:p>
            <a:r>
              <a:rPr lang="fr-FR" smtClean="0"/>
              <a:t>4-  ET MÊME LA PLUIE TE CONNAISSAIT </a:t>
            </a:r>
          </a:p>
          <a:p>
            <a:r>
              <a:rPr lang="fr-FR" smtClean="0"/>
              <a:t>You were no stranger to the rain.</a:t>
            </a:r>
          </a:p>
          <a:p>
            <a:endParaRPr lang="fr-FR" smtClean="0"/>
          </a:p>
          <a:p>
            <a:r>
              <a:rPr lang="fr-FR" smtClean="0"/>
              <a:t>	Refrain: </a:t>
            </a:r>
          </a:p>
          <a:p>
            <a:r>
              <a:rPr lang="fr-FR" smtClean="0"/>
              <a:t>	5-  VAS REPOSER SUR CETTE MONTAGNE FILS TON ŒUVRE SUR TERRE EST ACHEVÉE </a:t>
            </a:r>
          </a:p>
          <a:p>
            <a:r>
              <a:rPr lang="fr-FR" smtClean="0"/>
              <a:t>	Go rest high on that mountain Son, your work on earth is done.</a:t>
            </a:r>
          </a:p>
          <a:p>
            <a:r>
              <a:rPr lang="fr-FR" smtClean="0"/>
              <a:t>	6-  REJOINS LE CIEL AVEC UN CRI D’AMOUR POUR LE PÈRE ET LE FILS </a:t>
            </a:r>
          </a:p>
          <a:p>
            <a:r>
              <a:rPr lang="fr-FR" smtClean="0"/>
              <a:t>	Go to heaven a-shoutin‘ Love for the Father and the Son.</a:t>
            </a:r>
          </a:p>
          <a:p>
            <a:endParaRPr lang="fr-FR" smtClean="0"/>
          </a:p>
          <a:p>
            <a:r>
              <a:rPr lang="fr-FR" smtClean="0"/>
              <a:t>7-  OH COMME NOUS AVONS PLEURÉ QUAND TU NOUS AS QUITTÉS </a:t>
            </a:r>
          </a:p>
          <a:p>
            <a:r>
              <a:rPr lang="fr-FR" smtClean="0"/>
              <a:t>Oh, how we cried the day you left us We gathered round your grave to grieve.</a:t>
            </a:r>
          </a:p>
          <a:p>
            <a:r>
              <a:rPr lang="fr-FR" smtClean="0"/>
              <a:t>8-  AUTOUR DE TA TOMBE  REMPLIS DE PEINE </a:t>
            </a:r>
          </a:p>
          <a:p>
            <a:r>
              <a:rPr lang="fr-FR" smtClean="0"/>
              <a:t>We gathered round your grave to grieve.</a:t>
            </a:r>
          </a:p>
          <a:p>
            <a:r>
              <a:rPr lang="fr-FR" smtClean="0"/>
              <a:t>9-  J’AURAI AIMÉ VOIR LE VISAGE DES ANGES QUAND ILS T’ÉCOUTENT CHANTER </a:t>
            </a:r>
          </a:p>
          <a:p>
            <a:r>
              <a:rPr lang="fr-FR" smtClean="0"/>
              <a:t>I wish I could see the angels faces When they hear your sweet voice sing.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SAIS QUE TA VIE SUR TERRE ÉTAIT DURE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know your life On earth was troubled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TOI SEUL EN CONNAIS LA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only you could know the pain.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TU N’AVAIS PAS PEUR  D’AFFRONTER LE DIABLE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weren't afraid to face the devil,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MÊME LA PLUIE TE CONNAISSAIT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were no stranger to the rain.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VAS REPOSER SUR CETTE MONTAGNE FILS TON ŒUVRE SUR TERRE EST ACHEVÉE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Go rest high on that mountain Son, your work on earth is done.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REJOINS LE CIEL AVEC UN CRI D’AMOUR POUR LE PÈRE ET LE FILS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Go to heaven a-shoutin‘ Love for the Father and the Son.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OH COMME NOUS AVONS PLEURÉ QUAND TU NOUS AS QUITTÉS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Oh, how we cried the day you left us We gathered round your grave to grieve.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AUTOUR DE TA TOMBE  REMPLIS DE PEINE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gathered round your grave to grieve.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J’AURAI AIMÉ VOIR LE VISAGE DES ANGES QUAND ILS T’ÉCOUTENT CHANTER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wish I could see the angels faces When they hear your sweet voice sing.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SAIS QUE TA VIE SUR TERRE ÉTAIT DURE </a:t>
            </a:r>
          </a:p>
          <a:p>
            <a:r>
              <a:rPr lang="fr-FR" smtClean="0"/>
              <a:t>I know your life On earth was troubled</a:t>
            </a:r>
          </a:p>
          <a:p>
            <a:r>
              <a:rPr lang="fr-FR" smtClean="0"/>
              <a:t>2-  ET TOI SEUL EN CONNAIS LA PEINE</a:t>
            </a:r>
          </a:p>
          <a:p>
            <a:r>
              <a:rPr lang="fr-FR" smtClean="0"/>
              <a:t>And only you could know the pain.</a:t>
            </a:r>
          </a:p>
          <a:p>
            <a:r>
              <a:rPr lang="fr-FR" smtClean="0"/>
              <a:t> 3-  TU N’AVAIS PAS PEUR  D’AFFRONTER LE DIABLE </a:t>
            </a:r>
          </a:p>
          <a:p>
            <a:r>
              <a:rPr lang="fr-FR" smtClean="0"/>
              <a:t>You weren't afraid to face the devil,</a:t>
            </a:r>
          </a:p>
          <a:p>
            <a:r>
              <a:rPr lang="fr-FR" smtClean="0"/>
              <a:t>4-  ET MÊME LA PLUIE TE CONNAISSAIT </a:t>
            </a:r>
          </a:p>
          <a:p>
            <a:r>
              <a:rPr lang="fr-FR" smtClean="0"/>
              <a:t>You were no stranger to the rain.</a:t>
            </a:r>
          </a:p>
          <a:p>
            <a:endParaRPr lang="fr-FR" smtClean="0"/>
          </a:p>
          <a:p>
            <a:r>
              <a:rPr lang="fr-FR" smtClean="0"/>
              <a:t>	Refrain: </a:t>
            </a:r>
          </a:p>
          <a:p>
            <a:r>
              <a:rPr lang="fr-FR" smtClean="0"/>
              <a:t>	5-  VAS REPOSER SUR CETTE MONTAGNE FILS TON ŒUVRE SUR TERRE EST ACHEVÉE </a:t>
            </a:r>
          </a:p>
          <a:p>
            <a:r>
              <a:rPr lang="fr-FR" smtClean="0"/>
              <a:t>	Go rest high on that mountain Son, your work on earth is done.</a:t>
            </a:r>
          </a:p>
          <a:p>
            <a:r>
              <a:rPr lang="fr-FR" smtClean="0"/>
              <a:t>	6-  REJOINS LE CIEL AVEC UN CRI D’AMOUR POUR LE PÈRE ET LE FILS </a:t>
            </a:r>
          </a:p>
          <a:p>
            <a:r>
              <a:rPr lang="fr-FR" smtClean="0"/>
              <a:t>	Go to heaven a-shoutin‘ Love for the Father and the Son.</a:t>
            </a:r>
          </a:p>
          <a:p>
            <a:endParaRPr lang="fr-FR" smtClean="0"/>
          </a:p>
          <a:p>
            <a:r>
              <a:rPr lang="fr-FR" smtClean="0"/>
              <a:t>7-  OH COMME NOUS AVONS PLEURÉ QUAND TU NOUS AS QUITTÉS </a:t>
            </a:r>
          </a:p>
          <a:p>
            <a:r>
              <a:rPr lang="fr-FR" smtClean="0"/>
              <a:t>Oh, how we cried the day you left us We gathered round your grave to grieve.</a:t>
            </a:r>
          </a:p>
          <a:p>
            <a:r>
              <a:rPr lang="fr-FR" smtClean="0"/>
              <a:t>8-  AUTOUR DE TA TOMBE  REMPLIS DE PEINE </a:t>
            </a:r>
          </a:p>
          <a:p>
            <a:r>
              <a:rPr lang="fr-FR" smtClean="0"/>
              <a:t>We gathered round your grave to grieve.</a:t>
            </a:r>
          </a:p>
          <a:p>
            <a:r>
              <a:rPr lang="fr-FR" smtClean="0"/>
              <a:t>9-  J’AURAI AIMÉ VOIR LE VISAGE DES ANGES QUAND ILS T’ÉCOUTENT CHANTER </a:t>
            </a:r>
          </a:p>
          <a:p>
            <a:r>
              <a:rPr lang="fr-FR" smtClean="0"/>
              <a:t>I wish I could see the angels faces When they hear your sweet voice sing.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SAIS QUE TA VIE SUR TERRE ÉTAIT DURE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know your life On earth was troubled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TOI SEUL EN CONNAIS LA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only you could know the pain.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TU N’AVAIS PAS PEUR  D’AFFRONTER LE DIABLE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weren't afraid to face the devil,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MÊME LA PLUIE TE CONNAISSAIT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were no stranger to the rain.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VAS REPOSER SUR CETTE MONTAGNE FILS TON ŒUVRE SUR TERRE EST ACHEVÉE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Go rest high on that mountain Son, your work on earth is done.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REJOINS LE CIEL AVEC UN CRI D’AMOUR POUR LE PÈRE ET LE FILS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Go to heaven a-shoutin‘ Love for the Father and the Son.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OH COMME NOUS AVONS PLEURÉ QUAND TU NOUS AS QUITTÉS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Oh, how we cried the day you left us We gathered round your grave to grieve.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AUTOUR DE TA TOMBE  REMPLIS DE PEINE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gathered round your grave to grieve.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J’AURAI AIMÉ VOIR LE VISAGE DES ANGES QUAND ILS T’ÉCOUTENT CHANTER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wish I could see the angels faces When they hear your sweet voice sing.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SAIS QUE TA VIE SUR TERRE ÉTAIT DURE </a:t>
            </a:r>
          </a:p>
          <a:p>
            <a:r>
              <a:rPr lang="fr-FR" smtClean="0"/>
              <a:t>I know your life On earth was troubled</a:t>
            </a:r>
          </a:p>
          <a:p>
            <a:r>
              <a:rPr lang="fr-FR" smtClean="0"/>
              <a:t>2-  ET TOI SEUL EN CONNAIS LA PEINE</a:t>
            </a:r>
          </a:p>
          <a:p>
            <a:r>
              <a:rPr lang="fr-FR" smtClean="0"/>
              <a:t>And only you could know the pain.</a:t>
            </a:r>
          </a:p>
          <a:p>
            <a:r>
              <a:rPr lang="fr-FR" smtClean="0"/>
              <a:t> 3-  TU N’AVAIS PAS PEUR  D’AFFRONTER LE DIABLE </a:t>
            </a:r>
          </a:p>
          <a:p>
            <a:r>
              <a:rPr lang="fr-FR" smtClean="0"/>
              <a:t>You weren't afraid to face the devil,</a:t>
            </a:r>
          </a:p>
          <a:p>
            <a:r>
              <a:rPr lang="fr-FR" smtClean="0"/>
              <a:t>4-  ET MÊME LA PLUIE TE CONNAISSAIT </a:t>
            </a:r>
          </a:p>
          <a:p>
            <a:r>
              <a:rPr lang="fr-FR" smtClean="0"/>
              <a:t>You were no stranger to the rain.</a:t>
            </a:r>
          </a:p>
          <a:p>
            <a:endParaRPr lang="fr-FR" smtClean="0"/>
          </a:p>
          <a:p>
            <a:r>
              <a:rPr lang="fr-FR" smtClean="0"/>
              <a:t>	Refrain: </a:t>
            </a:r>
          </a:p>
          <a:p>
            <a:r>
              <a:rPr lang="fr-FR" smtClean="0"/>
              <a:t>	5-  VAS REPOSER SUR CETTE MONTAGNE FILS TON ŒUVRE SUR TERRE EST ACHEVÉE </a:t>
            </a:r>
          </a:p>
          <a:p>
            <a:r>
              <a:rPr lang="fr-FR" smtClean="0"/>
              <a:t>	Go rest high on that mountain Son, your work on earth is done.</a:t>
            </a:r>
          </a:p>
          <a:p>
            <a:r>
              <a:rPr lang="fr-FR" smtClean="0"/>
              <a:t>	6-  REJOINS LE CIEL AVEC UN CRI D’AMOUR POUR LE PÈRE ET LE FILS </a:t>
            </a:r>
          </a:p>
          <a:p>
            <a:r>
              <a:rPr lang="fr-FR" smtClean="0"/>
              <a:t>	Go to heaven a-shoutin‘ Love for the Father and the Son.</a:t>
            </a:r>
          </a:p>
          <a:p>
            <a:endParaRPr lang="fr-FR" smtClean="0"/>
          </a:p>
          <a:p>
            <a:r>
              <a:rPr lang="fr-FR" smtClean="0"/>
              <a:t>7-  OH COMME NOUS AVONS PLEURÉ QUAND TU NOUS AS QUITTÉS </a:t>
            </a:r>
          </a:p>
          <a:p>
            <a:r>
              <a:rPr lang="fr-FR" smtClean="0"/>
              <a:t>Oh, how we cried the day you left us We gathered round your grave to grieve.</a:t>
            </a:r>
          </a:p>
          <a:p>
            <a:r>
              <a:rPr lang="fr-FR" smtClean="0"/>
              <a:t>8-  AUTOUR DE TA TOMBE  REMPLIS DE PEINE </a:t>
            </a:r>
          </a:p>
          <a:p>
            <a:r>
              <a:rPr lang="fr-FR" smtClean="0"/>
              <a:t>We gathered round your grave to grieve.</a:t>
            </a:r>
          </a:p>
          <a:p>
            <a:r>
              <a:rPr lang="fr-FR" smtClean="0"/>
              <a:t>9-  J’AURAI AIMÉ VOIR LE VISAGE DES ANGES QUAND ILS T’ÉCOUTENT CHANTER </a:t>
            </a:r>
          </a:p>
          <a:p>
            <a:r>
              <a:rPr lang="fr-FR" smtClean="0"/>
              <a:t>I wish I could see the angels faces When they hear your sweet voice sing.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314317-11E9-4182-94C0-11BC93D82F1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EDF92B-41CE-4142-82F4-CFA391D0112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F7D4B6-BD1A-4037-910E-47E319F7AE5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F6206C-5D0C-41BB-908A-347FFA2F0A1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A79E75-6AE6-40C7-8550-3F63783E289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BAA13C-171E-426F-B12D-8A0A025A1FF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B4A271-93B9-44D1-90C6-3339CB022D2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EA314A-9E61-4B92-9D4A-F7AB05364AE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EE69E1-3475-4DA0-9425-FF402814805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EA5E55-EAC6-47E9-9EB0-54FB176F58C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A11637-9460-40D6-99AF-67355BEEDA5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3F3A3D46-2BC3-4BCE-BF16-5C614536F3B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SAIS QUE TA VIE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SUR TERRE ÉTAIT DURE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TOI SEUL EN CONNAIS LA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PEINE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N’AVAIS PAS PEUR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D’AFFRONTER LE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DIABLE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MÊME LA PLUIE TE CONNAISSAIT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VAS REPOSER SUR CETTE MONTAGNE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FILS TON ŒUVRE SUR TERRE EST ACHEVÉE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REJOINS LE CIEL AVEC UN CRI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D’AMOUR POUR LE PÈRE ET LE FILS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 COMME NOUS AVONS PLEURÉ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TU NOUS AS QUITTÉS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AUTOUR DE TA TOMBE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REMPLIS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PEINE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9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J’AURAI AIMÉ VOIR LE VISAGE DES ANGES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9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ILS T’ÉCOUTENT CHANTER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1519</TotalTime>
  <Words>1270</Words>
  <Application>Microsoft Office PowerPoint</Application>
  <PresentationFormat>On-screen Show (4:3)</PresentationFormat>
  <Paragraphs>430</Paragraphs>
  <Slides>9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My-t Yeahman</cp:lastModifiedBy>
  <cp:revision>156</cp:revision>
  <dcterms:created xsi:type="dcterms:W3CDTF">2002-08-17T10:50:50Z</dcterms:created>
  <dcterms:modified xsi:type="dcterms:W3CDTF">2017-07-08T23:09:45Z</dcterms:modified>
</cp:coreProperties>
</file>