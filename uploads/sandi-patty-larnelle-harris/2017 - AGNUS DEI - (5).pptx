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2" r:id="rId2"/>
    <p:sldId id="273" r:id="rId3"/>
    <p:sldId id="274" r:id="rId4"/>
    <p:sldId id="275" r:id="rId5"/>
    <p:sldId id="276" r:id="rId6"/>
    <p:sldId id="277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53405" autoAdjust="0"/>
  </p:normalViewPr>
  <p:slideViewPr>
    <p:cSldViewPr>
      <p:cViewPr varScale="1">
        <p:scale>
          <a:sx n="56" d="100"/>
          <a:sy n="56" d="100"/>
        </p:scale>
        <p:origin x="-163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7D5A732-CC09-4344-AED7-903A67123D8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F02891A-1EE6-44A8-A3EA-2FEC1D76778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ALLÉLUIA, ALLÉLUIA, AU SEIGNEUR DIEU TOUT-PUISSANT QUI RÈGNE</a:t>
            </a:r>
          </a:p>
          <a:p>
            <a:pPr>
              <a:defRPr/>
            </a:pPr>
            <a:r>
              <a:rPr lang="en-US" dirty="0" smtClean="0"/>
              <a:t>ALLELUIA</a:t>
            </a:r>
            <a:r>
              <a:rPr lang="fr-FR" dirty="0" smtClean="0"/>
              <a:t> </a:t>
            </a:r>
            <a:r>
              <a:rPr lang="en-US" dirty="0" smtClean="0"/>
              <a:t>ALLELUIA</a:t>
            </a:r>
            <a:r>
              <a:rPr lang="fr-FR" dirty="0" smtClean="0"/>
              <a:t> </a:t>
            </a:r>
            <a:r>
              <a:rPr lang="en-US" dirty="0" smtClean="0"/>
              <a:t>FOR THE LORD GOD ALMIGHTY REIGNS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ALLÉLUIA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SAINT, SAINT TU ES SAINT, SEIGNEUR </a:t>
            </a:r>
          </a:p>
          <a:p>
            <a:pPr>
              <a:defRPr/>
            </a:pPr>
            <a:r>
              <a:rPr lang="en-US" dirty="0" smtClean="0"/>
              <a:t>HOLY</a:t>
            </a:r>
            <a:r>
              <a:rPr lang="fr-FR" dirty="0" smtClean="0"/>
              <a:t> </a:t>
            </a:r>
            <a:r>
              <a:rPr lang="en-US" dirty="0" smtClean="0"/>
              <a:t>HOLY ARE YOU LORD GOD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DIEU TOUT-PUISSANT</a:t>
            </a:r>
          </a:p>
          <a:p>
            <a:pPr>
              <a:defRPr/>
            </a:pPr>
            <a:r>
              <a:rPr lang="en-US" dirty="0" smtClean="0"/>
              <a:t>ALMIGHTY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DIGNE EST L’AGNEAU </a:t>
            </a:r>
            <a:r>
              <a:rPr lang="en-US" dirty="0" smtClean="0">
                <a:solidFill>
                  <a:schemeClr val="bg1"/>
                </a:solidFill>
              </a:rPr>
              <a:t>DIGNE EST L’AGNEAU</a:t>
            </a:r>
          </a:p>
          <a:p>
            <a:pPr>
              <a:defRPr/>
            </a:pPr>
            <a:r>
              <a:rPr lang="en-US" dirty="0" smtClean="0"/>
              <a:t>WORTHY IS THE LAMB</a:t>
            </a:r>
            <a:r>
              <a:rPr lang="fr-FR" dirty="0" smtClean="0"/>
              <a:t> </a:t>
            </a:r>
            <a:r>
              <a:rPr lang="en-US" dirty="0" smtClean="0"/>
              <a:t>WORTHY IS THE LAMB</a:t>
            </a:r>
            <a:endParaRPr lang="fr-FR" dirty="0" smtClean="0"/>
          </a:p>
          <a:p>
            <a:pPr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6- AMEN</a:t>
            </a:r>
          </a:p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AMEN</a:t>
            </a:r>
            <a:endParaRPr lang="fr-FR" dirty="0" smtClean="0">
              <a:solidFill>
                <a:schemeClr val="bg1"/>
              </a:solidFill>
            </a:endParaRPr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ALLÉLUIA, ALLÉLUIA, AU SEIGNEUR DIEU TOUT-PUISSANT QUI RÈGNE</a:t>
            </a:r>
          </a:p>
          <a:p>
            <a:pPr>
              <a:defRPr/>
            </a:pPr>
            <a:r>
              <a:rPr lang="en-US" dirty="0" smtClean="0"/>
              <a:t>ALLELUIA</a:t>
            </a:r>
            <a:r>
              <a:rPr lang="fr-FR" dirty="0" smtClean="0"/>
              <a:t> </a:t>
            </a:r>
            <a:r>
              <a:rPr lang="en-US" dirty="0" smtClean="0"/>
              <a:t>ALLELUIA</a:t>
            </a:r>
            <a:r>
              <a:rPr lang="fr-FR" dirty="0" smtClean="0"/>
              <a:t> </a:t>
            </a:r>
            <a:r>
              <a:rPr lang="en-US" dirty="0" smtClean="0"/>
              <a:t>FOR THE LORD GOD ALMIGHTY REIGNS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ALLÉLUIA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SAINT, SAINT TU ES SAINT, SEIGNEUR </a:t>
            </a:r>
          </a:p>
          <a:p>
            <a:pPr>
              <a:defRPr/>
            </a:pPr>
            <a:r>
              <a:rPr lang="en-US" dirty="0" smtClean="0"/>
              <a:t>HOLY</a:t>
            </a:r>
            <a:r>
              <a:rPr lang="fr-FR" dirty="0" smtClean="0"/>
              <a:t> </a:t>
            </a:r>
            <a:r>
              <a:rPr lang="en-US" dirty="0" smtClean="0"/>
              <a:t>HOLY ARE YOU LORD GOD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DIEU TOUT-PUISSANT</a:t>
            </a:r>
          </a:p>
          <a:p>
            <a:pPr>
              <a:defRPr/>
            </a:pPr>
            <a:r>
              <a:rPr lang="en-US" dirty="0" smtClean="0"/>
              <a:t>ALMIGHTY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DIGNE EST L’AGNEAU </a:t>
            </a:r>
            <a:r>
              <a:rPr lang="en-US" dirty="0" smtClean="0">
                <a:solidFill>
                  <a:schemeClr val="bg1"/>
                </a:solidFill>
              </a:rPr>
              <a:t>DIGNE EST L’AGNEAU</a:t>
            </a:r>
          </a:p>
          <a:p>
            <a:pPr>
              <a:defRPr/>
            </a:pPr>
            <a:r>
              <a:rPr lang="en-US" dirty="0" smtClean="0"/>
              <a:t>WORTHY IS THE LAMB</a:t>
            </a:r>
            <a:r>
              <a:rPr lang="fr-FR" dirty="0" smtClean="0"/>
              <a:t> </a:t>
            </a:r>
            <a:r>
              <a:rPr lang="en-US" dirty="0" smtClean="0"/>
              <a:t>WORTHY IS THE LAMB</a:t>
            </a:r>
            <a:endParaRPr lang="fr-FR" dirty="0" smtClean="0"/>
          </a:p>
          <a:p>
            <a:pPr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6- AMEN</a:t>
            </a:r>
          </a:p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AMEN</a:t>
            </a: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ALLÉLUIA, ALLÉLUIA, AU SEIGNEUR DIEU TOUT-PUISSANT QUI RÈGNE</a:t>
            </a:r>
          </a:p>
          <a:p>
            <a:pPr>
              <a:defRPr/>
            </a:pPr>
            <a:r>
              <a:rPr lang="en-US" dirty="0" smtClean="0"/>
              <a:t>ALLELUIA</a:t>
            </a:r>
            <a:r>
              <a:rPr lang="fr-FR" dirty="0" smtClean="0"/>
              <a:t> </a:t>
            </a:r>
            <a:r>
              <a:rPr lang="en-US" dirty="0" smtClean="0"/>
              <a:t>ALLELUIA</a:t>
            </a:r>
            <a:r>
              <a:rPr lang="fr-FR" dirty="0" smtClean="0"/>
              <a:t> </a:t>
            </a:r>
            <a:r>
              <a:rPr lang="en-US" dirty="0" smtClean="0"/>
              <a:t>FOR THE LORD GOD ALMIGHTY REIGNS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ALLÉLUIA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SAINT, SAINT TU ES SAINT, SEIGNEUR </a:t>
            </a:r>
          </a:p>
          <a:p>
            <a:pPr>
              <a:defRPr/>
            </a:pPr>
            <a:r>
              <a:rPr lang="en-US" dirty="0" smtClean="0"/>
              <a:t>HOLY</a:t>
            </a:r>
            <a:r>
              <a:rPr lang="fr-FR" dirty="0" smtClean="0"/>
              <a:t> </a:t>
            </a:r>
            <a:r>
              <a:rPr lang="en-US" dirty="0" smtClean="0"/>
              <a:t>HOLY ARE YOU LORD GOD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DIEU TOUT-PUISSANT</a:t>
            </a:r>
          </a:p>
          <a:p>
            <a:pPr>
              <a:defRPr/>
            </a:pPr>
            <a:r>
              <a:rPr lang="en-US" dirty="0" smtClean="0"/>
              <a:t>ALMIGHTY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DIGNE EST L’AGNEAU </a:t>
            </a:r>
            <a:r>
              <a:rPr lang="en-US" dirty="0" smtClean="0">
                <a:solidFill>
                  <a:schemeClr val="bg1"/>
                </a:solidFill>
              </a:rPr>
              <a:t>DIGNE EST L’AGNEAU</a:t>
            </a:r>
          </a:p>
          <a:p>
            <a:pPr>
              <a:defRPr/>
            </a:pPr>
            <a:r>
              <a:rPr lang="en-US" dirty="0" smtClean="0"/>
              <a:t>WORTHY IS THE LAMB</a:t>
            </a:r>
            <a:r>
              <a:rPr lang="fr-FR" dirty="0" smtClean="0"/>
              <a:t> </a:t>
            </a:r>
            <a:r>
              <a:rPr lang="en-US" dirty="0" smtClean="0"/>
              <a:t>WORTHY IS THE LAMB</a:t>
            </a:r>
            <a:endParaRPr lang="fr-FR" dirty="0" smtClean="0"/>
          </a:p>
          <a:p>
            <a:pPr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6- AMEN</a:t>
            </a:r>
          </a:p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AMEN</a:t>
            </a:r>
            <a:endParaRPr lang="fr-FR" dirty="0" smtClean="0">
              <a:solidFill>
                <a:schemeClr val="bg1"/>
              </a:solidFill>
            </a:endParaRPr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ALLÉLUIA, ALLÉLUIA, AU SEIGNEUR DIEU TOUT-PUISSANT QUI RÈGNE</a:t>
            </a:r>
          </a:p>
          <a:p>
            <a:pPr>
              <a:defRPr/>
            </a:pPr>
            <a:r>
              <a:rPr lang="en-US" dirty="0" smtClean="0"/>
              <a:t>ALLELUIA</a:t>
            </a:r>
            <a:r>
              <a:rPr lang="fr-FR" dirty="0" smtClean="0"/>
              <a:t> </a:t>
            </a:r>
            <a:r>
              <a:rPr lang="en-US" dirty="0" smtClean="0"/>
              <a:t>ALLELUIA</a:t>
            </a:r>
            <a:r>
              <a:rPr lang="fr-FR" dirty="0" smtClean="0"/>
              <a:t> </a:t>
            </a:r>
            <a:r>
              <a:rPr lang="en-US" dirty="0" smtClean="0"/>
              <a:t>FOR THE LORD GOD ALMIGHTY REIGNS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ALLÉLUIA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SAINT, SAINT TU ES SAINT, SEIGNEUR </a:t>
            </a:r>
          </a:p>
          <a:p>
            <a:pPr>
              <a:defRPr/>
            </a:pPr>
            <a:r>
              <a:rPr lang="en-US" dirty="0" smtClean="0"/>
              <a:t>HOLY</a:t>
            </a:r>
            <a:r>
              <a:rPr lang="fr-FR" dirty="0" smtClean="0"/>
              <a:t> </a:t>
            </a:r>
            <a:r>
              <a:rPr lang="en-US" dirty="0" smtClean="0"/>
              <a:t>HOLY ARE YOU LORD GOD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DIEU TOUT-PUISSANT</a:t>
            </a:r>
          </a:p>
          <a:p>
            <a:pPr>
              <a:defRPr/>
            </a:pPr>
            <a:r>
              <a:rPr lang="en-US" dirty="0" smtClean="0"/>
              <a:t>ALMIGHTY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DIGNE EST L’AGNEAU </a:t>
            </a:r>
            <a:r>
              <a:rPr lang="en-US" dirty="0" smtClean="0">
                <a:solidFill>
                  <a:schemeClr val="bg1"/>
                </a:solidFill>
              </a:rPr>
              <a:t>DIGNE EST L’AGNEAU</a:t>
            </a:r>
          </a:p>
          <a:p>
            <a:pPr>
              <a:defRPr/>
            </a:pPr>
            <a:r>
              <a:rPr lang="en-US" dirty="0" smtClean="0"/>
              <a:t>WORTHY IS THE LAMB</a:t>
            </a:r>
            <a:r>
              <a:rPr lang="fr-FR" dirty="0" smtClean="0"/>
              <a:t> </a:t>
            </a:r>
            <a:r>
              <a:rPr lang="en-US" dirty="0" smtClean="0"/>
              <a:t>WORTHY IS THE LAMB</a:t>
            </a:r>
            <a:endParaRPr lang="fr-FR" dirty="0" smtClean="0"/>
          </a:p>
          <a:p>
            <a:pPr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6- AMEN</a:t>
            </a:r>
          </a:p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AMEN</a:t>
            </a:r>
            <a:endParaRPr lang="fr-FR" dirty="0" smtClean="0">
              <a:solidFill>
                <a:schemeClr val="bg1"/>
              </a:solidFill>
            </a:endParaRPr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ALLÉLUIA, ALLÉLUIA, AU SEIGNEUR DIEU TOUT-PUISSANT QUI RÈGNE</a:t>
            </a:r>
          </a:p>
          <a:p>
            <a:pPr>
              <a:defRPr/>
            </a:pPr>
            <a:r>
              <a:rPr lang="en-US" dirty="0" smtClean="0"/>
              <a:t>ALLELUIA</a:t>
            </a:r>
            <a:r>
              <a:rPr lang="fr-FR" dirty="0" smtClean="0"/>
              <a:t> </a:t>
            </a:r>
            <a:r>
              <a:rPr lang="en-US" dirty="0" smtClean="0"/>
              <a:t>ALLELUIA</a:t>
            </a:r>
            <a:r>
              <a:rPr lang="fr-FR" dirty="0" smtClean="0"/>
              <a:t> </a:t>
            </a:r>
            <a:r>
              <a:rPr lang="en-US" dirty="0" smtClean="0"/>
              <a:t>FOR THE LORD GOD ALMIGHTY REIGNS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ALLÉLUIA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SAINT, SAINT TU ES SAINT, SEIGNEUR </a:t>
            </a:r>
          </a:p>
          <a:p>
            <a:pPr>
              <a:defRPr/>
            </a:pPr>
            <a:r>
              <a:rPr lang="en-US" dirty="0" smtClean="0"/>
              <a:t>HOLY</a:t>
            </a:r>
            <a:r>
              <a:rPr lang="fr-FR" dirty="0" smtClean="0"/>
              <a:t> </a:t>
            </a:r>
            <a:r>
              <a:rPr lang="en-US" dirty="0" smtClean="0"/>
              <a:t>HOLY ARE YOU LORD GOD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DIEU TOUT-PUISSANT</a:t>
            </a:r>
          </a:p>
          <a:p>
            <a:pPr>
              <a:defRPr/>
            </a:pPr>
            <a:r>
              <a:rPr lang="en-US" dirty="0" smtClean="0"/>
              <a:t>ALMIGHTY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DIGNE EST L’AGNEAU </a:t>
            </a:r>
            <a:r>
              <a:rPr lang="en-US" dirty="0" smtClean="0">
                <a:solidFill>
                  <a:schemeClr val="bg1"/>
                </a:solidFill>
              </a:rPr>
              <a:t>DIGNE EST L’AGNEAU</a:t>
            </a:r>
          </a:p>
          <a:p>
            <a:pPr>
              <a:defRPr/>
            </a:pPr>
            <a:r>
              <a:rPr lang="en-US" dirty="0" smtClean="0"/>
              <a:t>WORTHY IS THE LAMB</a:t>
            </a:r>
            <a:r>
              <a:rPr lang="fr-FR" dirty="0" smtClean="0"/>
              <a:t> </a:t>
            </a:r>
            <a:r>
              <a:rPr lang="en-US" dirty="0" smtClean="0"/>
              <a:t>WORTHY IS THE LAMB</a:t>
            </a:r>
            <a:endParaRPr lang="fr-FR" dirty="0" smtClean="0"/>
          </a:p>
          <a:p>
            <a:pPr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6- AMEN</a:t>
            </a:r>
          </a:p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AMEN</a:t>
            </a:r>
            <a:endParaRPr lang="fr-FR" dirty="0" smtClean="0">
              <a:solidFill>
                <a:schemeClr val="bg1"/>
              </a:solidFill>
            </a:endParaRPr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ALLÉLUIA, ALLÉLUIA, AU SEIGNEUR DIEU TOUT-PUISSANT QUI RÈGNE</a:t>
            </a:r>
          </a:p>
          <a:p>
            <a:pPr>
              <a:defRPr/>
            </a:pPr>
            <a:r>
              <a:rPr lang="en-US" dirty="0" smtClean="0"/>
              <a:t>ALLELUIA</a:t>
            </a:r>
            <a:r>
              <a:rPr lang="fr-FR" dirty="0" smtClean="0"/>
              <a:t> </a:t>
            </a:r>
            <a:r>
              <a:rPr lang="en-US" dirty="0" smtClean="0"/>
              <a:t>ALLELUIA</a:t>
            </a:r>
            <a:r>
              <a:rPr lang="fr-FR" dirty="0" smtClean="0"/>
              <a:t> </a:t>
            </a:r>
            <a:r>
              <a:rPr lang="en-US" dirty="0" smtClean="0"/>
              <a:t>FOR THE LORD GOD ALMIGHTY REIGNS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ALLÉLUIA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smtClean="0">
                <a:solidFill>
                  <a:schemeClr val="bg1"/>
                </a:solidFill>
              </a:rPr>
              <a:t>3- SAINT</a:t>
            </a:r>
            <a:r>
              <a:rPr lang="fr-FR" dirty="0" smtClean="0">
                <a:solidFill>
                  <a:schemeClr val="bg1"/>
                </a:solidFill>
              </a:rPr>
              <a:t>, SAINT TU ES SAINT, SEIGNEUR </a:t>
            </a:r>
          </a:p>
          <a:p>
            <a:pPr>
              <a:defRPr/>
            </a:pPr>
            <a:r>
              <a:rPr lang="en-US" dirty="0" smtClean="0"/>
              <a:t>HOLY</a:t>
            </a:r>
            <a:r>
              <a:rPr lang="fr-FR" dirty="0" smtClean="0"/>
              <a:t> </a:t>
            </a:r>
            <a:r>
              <a:rPr lang="en-US" dirty="0" smtClean="0"/>
              <a:t>HOLY ARE YOU LORD GOD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DIEU TOUT-PUISSANT</a:t>
            </a:r>
          </a:p>
          <a:p>
            <a:pPr>
              <a:defRPr/>
            </a:pPr>
            <a:r>
              <a:rPr lang="en-US" dirty="0" smtClean="0"/>
              <a:t>ALMIGHTY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DIGNE EST L’AGNEAU </a:t>
            </a:r>
            <a:r>
              <a:rPr lang="en-US" dirty="0" smtClean="0">
                <a:solidFill>
                  <a:schemeClr val="bg1"/>
                </a:solidFill>
              </a:rPr>
              <a:t>DIGNE EST L’AGNEAU</a:t>
            </a:r>
          </a:p>
          <a:p>
            <a:pPr>
              <a:defRPr/>
            </a:pPr>
            <a:r>
              <a:rPr lang="en-US" dirty="0" smtClean="0"/>
              <a:t>WORTHY IS THE LAMB</a:t>
            </a:r>
            <a:r>
              <a:rPr lang="fr-FR" dirty="0" smtClean="0"/>
              <a:t> </a:t>
            </a:r>
            <a:r>
              <a:rPr lang="en-US" dirty="0" smtClean="0"/>
              <a:t>WORTHY IS THE LAMB</a:t>
            </a:r>
            <a:endParaRPr lang="fr-FR" dirty="0" smtClean="0"/>
          </a:p>
          <a:p>
            <a:pPr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6- AMEN</a:t>
            </a:r>
          </a:p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AMEN</a:t>
            </a:r>
            <a:endParaRPr lang="fr-FR" dirty="0" smtClean="0">
              <a:solidFill>
                <a:schemeClr val="bg1"/>
              </a:solidFill>
            </a:endParaRPr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FC1D9F-798D-46CA-BE78-4A34AF5C21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2D3F85-D06E-44F9-B6F6-0977EF2A02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FF90A-DC8D-4FD2-9151-8D33AE88E4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1D2CB6-C6ED-4A16-84F7-0C63B39DEB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7E160-2E44-4877-99DC-8CD84D4572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52AA2F-D2D3-493C-BE5E-927F103E05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0C327-EAEC-4520-A42A-5555A52DF1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20FE3-F8C9-4D07-B2CD-29700CD33D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0EB53F-6712-4001-8276-16F786FB09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D54721-E960-4946-B0BF-E876CF21C2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C872C-AA1B-4E39-ADF4-24569A4468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DFB943F-5685-4613-981F-5790D9DB62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ALLÉLUIA, ALLÉLUIA, AU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TOUT-PUISSANT QUI RÈGNE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, SAINT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SAINT, SEIGNEUR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TOUT-PUISSANT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DIGNE EST L’AGNEAU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DIGNE EST L’AGNEAU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AMEN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1536</TotalTime>
  <Words>388</Words>
  <Application>Microsoft Office PowerPoint</Application>
  <PresentationFormat>On-screen Show (4:3)</PresentationFormat>
  <Paragraphs>117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159</cp:revision>
  <dcterms:created xsi:type="dcterms:W3CDTF">2002-08-17T10:50:50Z</dcterms:created>
  <dcterms:modified xsi:type="dcterms:W3CDTF">2017-07-09T07:31:06Z</dcterms:modified>
</cp:coreProperties>
</file>