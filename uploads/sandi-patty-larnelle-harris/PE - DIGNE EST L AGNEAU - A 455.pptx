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8" r:id="rId2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93" autoAdjust="0"/>
    <p:restoredTop sz="90929"/>
  </p:normalViewPr>
  <p:slideViewPr>
    <p:cSldViewPr>
      <p:cViewPr varScale="1">
        <p:scale>
          <a:sx n="66" d="100"/>
          <a:sy n="66" d="100"/>
        </p:scale>
        <p:origin x="-108" y="-7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076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fld id="{6A2FA412-83CB-4B2B-8B98-F323D8130653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719EADE-306B-438C-B14E-4D4BF31B0B17}" type="slidenum">
              <a:rPr lang="fr-FR" smtClean="0"/>
              <a:pPr/>
              <a:t>1</a:t>
            </a:fld>
            <a:endParaRPr lang="fr-FR" smtClean="0"/>
          </a:p>
        </p:txBody>
      </p:sp>
      <p:sp>
        <p:nvSpPr>
          <p:cNvPr id="409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C08183-A34E-4529-9A01-E4035FDE03A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4BAD43-C095-44F6-B80F-27F426E926C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8A91E0-C1D3-4B48-A630-996937F0193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D5674E-D786-45BA-936F-5B0B10894DE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31E1FA-FBF5-41BA-ADFC-32A450C98A5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63E7DF-8012-4F3E-B2CC-055F4D81773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6A96FC-02E6-40D6-9B1C-33C7F7B54C0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A0C3E8-1A7B-4E0C-A546-EC1B49C1480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8690DE-230D-4E61-AFCA-D1CC1CB708C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9C8974-F9DA-4BDE-8E41-A6798B122A5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F6E3CA-C713-49E1-B8AA-C5674260939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fld id="{3162485A-3E50-4B93-B9A5-EA23C7B71E0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en-GB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GB" sz="3200">
                <a:solidFill>
                  <a:schemeClr val="bg1"/>
                </a:solidFill>
                <a:latin typeface="Arial Black" pitchFamily="34" charset="0"/>
              </a:rPr>
              <a:t>ALLÉLUIA, ALLÉLUIA, AU SEIGNEUR</a:t>
            </a:r>
          </a:p>
          <a:p>
            <a:pPr algn="ctr">
              <a:lnSpc>
                <a:spcPct val="110000"/>
              </a:lnSpc>
            </a:pPr>
            <a:r>
              <a:rPr lang="en-GB" sz="3200">
                <a:solidFill>
                  <a:schemeClr val="bg1"/>
                </a:solidFill>
                <a:latin typeface="Arial Black" pitchFamily="34" charset="0"/>
              </a:rPr>
              <a:t>DIEU TOUT-PUISSANT QUI RÈGNE</a:t>
            </a:r>
          </a:p>
          <a:p>
            <a:pPr algn="ctr">
              <a:lnSpc>
                <a:spcPct val="110000"/>
              </a:lnSpc>
            </a:pPr>
            <a:endParaRPr lang="en-GB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GB" sz="3200">
                <a:solidFill>
                  <a:schemeClr val="bg1"/>
                </a:solidFill>
                <a:latin typeface="Arial Black" pitchFamily="34" charset="0"/>
              </a:rPr>
              <a:t> ALLÉLUIA</a:t>
            </a:r>
          </a:p>
          <a:p>
            <a:pPr algn="ctr">
              <a:lnSpc>
                <a:spcPct val="110000"/>
              </a:lnSpc>
            </a:pPr>
            <a:endParaRPr lang="en-GB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GB" sz="3200">
                <a:solidFill>
                  <a:schemeClr val="bg1"/>
                </a:solidFill>
                <a:latin typeface="Arial Black" pitchFamily="34" charset="0"/>
              </a:rPr>
              <a:t>SAINT, SAINT, SAINT, SAINT, SAINT</a:t>
            </a:r>
          </a:p>
          <a:p>
            <a:pPr algn="ctr">
              <a:lnSpc>
                <a:spcPct val="110000"/>
              </a:lnSpc>
            </a:pPr>
            <a:r>
              <a:rPr lang="en-GB" sz="3200">
                <a:solidFill>
                  <a:schemeClr val="bg1"/>
                </a:solidFill>
                <a:latin typeface="Arial Black" pitchFamily="34" charset="0"/>
              </a:rPr>
              <a:t>TU ES SAINT SEIGNEUR</a:t>
            </a:r>
          </a:p>
          <a:p>
            <a:pPr algn="ctr">
              <a:lnSpc>
                <a:spcPct val="110000"/>
              </a:lnSpc>
            </a:pPr>
            <a:r>
              <a:rPr lang="en-GB" sz="3200">
                <a:solidFill>
                  <a:schemeClr val="bg1"/>
                </a:solidFill>
                <a:latin typeface="Arial Black" pitchFamily="34" charset="0"/>
              </a:rPr>
              <a:t>DIEU TOUT-PUISSANT</a:t>
            </a:r>
          </a:p>
          <a:p>
            <a:pPr algn="ctr">
              <a:lnSpc>
                <a:spcPct val="110000"/>
              </a:lnSpc>
            </a:pPr>
            <a:endParaRPr lang="en-GB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GB" sz="3200">
                <a:solidFill>
                  <a:schemeClr val="bg1"/>
                </a:solidFill>
                <a:latin typeface="Arial Black" pitchFamily="34" charset="0"/>
              </a:rPr>
              <a:t>DIGNE EST L’AGNEAU</a:t>
            </a:r>
          </a:p>
          <a:p>
            <a:pPr algn="ctr">
              <a:lnSpc>
                <a:spcPct val="110000"/>
              </a:lnSpc>
            </a:pPr>
            <a:r>
              <a:rPr lang="en-GB" sz="3200">
                <a:solidFill>
                  <a:schemeClr val="bg1"/>
                </a:solidFill>
                <a:latin typeface="Arial Black" pitchFamily="34" charset="0"/>
              </a:rPr>
              <a:t>DIGNE EST L’AGNEAU</a:t>
            </a:r>
          </a:p>
          <a:p>
            <a:pPr algn="ctr">
              <a:lnSpc>
                <a:spcPct val="110000"/>
              </a:lnSpc>
            </a:pPr>
            <a:endParaRPr lang="en-GB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GB" sz="3200">
                <a:solidFill>
                  <a:schemeClr val="bg1"/>
                </a:solidFill>
                <a:latin typeface="Arial Black" pitchFamily="34" charset="0"/>
              </a:rPr>
              <a:t>AMEN</a:t>
            </a:r>
          </a:p>
          <a:p>
            <a:pPr algn="ctr">
              <a:lnSpc>
                <a:spcPct val="110000"/>
              </a:lnSpc>
            </a:pPr>
            <a:endParaRPr lang="en-GB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GB" sz="28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4119" name="Text Box 2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r>
              <a:rPr lang="fr-FR" sz="280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  <a:cs typeface="Arial" charset="0"/>
              </a:rPr>
              <a:t>455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371</TotalTime>
  <Words>36</Words>
  <Application>Microsoft PowerPoint</Application>
  <PresentationFormat>On-screen Show (4:3)</PresentationFormat>
  <Paragraphs>16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Franklin Gothic Medium</vt:lpstr>
      <vt:lpstr>Arial</vt:lpstr>
      <vt:lpstr>Arial Black</vt:lpstr>
      <vt:lpstr>Arial Narrow</vt:lpstr>
      <vt:lpstr>Default Design</vt:lpstr>
      <vt:lpstr>Diapositive 1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TAD</cp:lastModifiedBy>
  <cp:revision>53</cp:revision>
  <dcterms:created xsi:type="dcterms:W3CDTF">2002-08-17T10:50:50Z</dcterms:created>
  <dcterms:modified xsi:type="dcterms:W3CDTF">2012-07-14T22:17:14Z</dcterms:modified>
</cp:coreProperties>
</file>