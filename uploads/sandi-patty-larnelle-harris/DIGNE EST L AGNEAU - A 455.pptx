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9" r:id="rId5"/>
    <p:sldId id="262" r:id="rId6"/>
    <p:sldId id="267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2" autoAdjust="0"/>
    <p:restoredTop sz="56958" autoAdjust="0"/>
  </p:normalViewPr>
  <p:slideViewPr>
    <p:cSldViewPr>
      <p:cViewPr varScale="1">
        <p:scale>
          <a:sx n="38" d="100"/>
          <a:sy n="38" d="100"/>
        </p:scale>
        <p:origin x="-76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343430-DCDB-499B-99D3-A8A63029D3C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7F075-74D5-45EC-8EA5-D3966E4D48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4BB89-C9F7-45BD-949B-52AC2EB124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68AEB-1295-4C00-BBDC-9D6E292DCB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1A38B-A702-4C55-A07E-EB1F4622C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D44F5-9441-4108-9599-EFEA2E1C52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3E7A8-B719-4900-B2B3-F9756F359D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3F84C-54FE-4735-B767-809A1CF35C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D61ED-A0DD-4C51-BB6D-189CF5FB59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B08C0-18FE-419F-8B3F-97D41E1FBC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FD316-89B2-430A-B3B5-F0683DC273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6CA08-2452-4BF8-B5F2-C1B804A851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B62185-8834-4BB7-BA31-266CF34551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TOUT-PUISSANT QUI RÈGNE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TU ES SAINT SEIGNEUR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DIGNE EST L’AGNEAU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185</Words>
  <Application>Microsoft PowerPoint</Application>
  <PresentationFormat>On-screen Show (4:3)</PresentationFormat>
  <Paragraphs>103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Franklin Gothic Medium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51</cp:revision>
  <dcterms:created xsi:type="dcterms:W3CDTF">2002-08-17T10:50:50Z</dcterms:created>
  <dcterms:modified xsi:type="dcterms:W3CDTF">2014-08-23T20:07:29Z</dcterms:modified>
</cp:coreProperties>
</file>