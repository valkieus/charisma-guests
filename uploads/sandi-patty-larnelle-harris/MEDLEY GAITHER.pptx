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40788" autoAdjust="0"/>
  </p:normalViewPr>
  <p:slideViewPr>
    <p:cSldViewPr>
      <p:cViewPr>
        <p:scale>
          <a:sx n="40" d="100"/>
          <a:sy n="40" d="100"/>
        </p:scale>
        <p:origin x="-2082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6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03CCB05-9E37-457D-A321-3509662AB82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1DF3E0D-273B-4F4A-8A87-C19787C6B0A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LA VALEUR DE CELUI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FIDÈLE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QUAND ILS DISENT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QUE JE NE SUIS QU’UN 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VOULANT VIVRE SES RÊVES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QUAND ILS APPELLENT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UN MIRACLE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UN MYTHE TU COMPRENDRAS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UN INSTANT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TOUTES CES CHOSES CACHÉES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VERRAS SA BONTÉ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QUI EST SANS LIMITE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SUR CE ROCHER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JE CONSTRUIS MON ROYAUME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SUR CE ROCHER, POUR TOUJOURS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 À JAMAIS, JE ME TIENDRAI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SUR CE ROCHER DE RÉVÉLATION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J’ÉTABLIRAI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UNE PUISSANTE NATION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QUI TIENDRA FERME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CONTRE LES TEMPÊTES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SUR CE ROCHER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LORSQUE TOUT MES PLANS S'ÉCROULENT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QUAND JE N'AI PRESQUE PLUS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DE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QUAND LA SEULE CHOSE À FAIRE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EST DE DÉPENDRE DE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ET LA PUISSANCE DE 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ET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TON NOM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TA PUISSANCE SOUDAIN APPARAÎT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NOUS POUVONS VOIR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LES PLANS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ET VOIR LA MAIN DU MAÎTRE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QUAND NOUS INVOQUONS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IL Y A DE LA FORCE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DE LA PUISSANCE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DE L'ESPOIR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BÉNI CELUI QUI VIENT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DANS LE NOM DU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ET SON PEUPLE DIRA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NOUS L'APPELLERONS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PRINCE DE PAIX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37-  ET SI MERVEILLEUX CONSEILLER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DIEU PUISSANT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JE L'APPELLERAI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</a:t>
            </a:r>
            <a:br>
              <a:rPr lang="fr-FR" smtClean="0"/>
            </a:br>
            <a:r>
              <a:rPr lang="fr-FR" smtClean="0"/>
              <a:t>MARCHENT PAR LA VUE CONDUITS</a:t>
            </a:r>
          </a:p>
          <a:p>
            <a:r>
              <a:rPr lang="fr-FR" smtClean="0"/>
              <a:t>2-  PAR LEURS REGARDS</a:t>
            </a:r>
            <a:br>
              <a:rPr lang="fr-FR" smtClean="0"/>
            </a:br>
            <a:r>
              <a:rPr lang="fr-FR" smtClean="0"/>
              <a:t> TU VERRAS DES CHOSES</a:t>
            </a:r>
          </a:p>
          <a:p>
            <a:r>
              <a:rPr lang="fr-FR" smtClean="0"/>
              <a:t>3-  QUI SONT ÉTERNELLES</a:t>
            </a:r>
            <a:br>
              <a:rPr lang="fr-FR" smtClean="0"/>
            </a:br>
            <a:r>
              <a:rPr lang="fr-FR" smtClean="0"/>
              <a:t> TU SAURAS ET CONNAÎTRAS</a:t>
            </a:r>
          </a:p>
          <a:p>
            <a:r>
              <a:rPr lang="fr-FR" smtClean="0"/>
              <a:t>4-  AVEC UNE FOI D’ENFANT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5-  LA VALEUR DE CELUI</a:t>
            </a:r>
          </a:p>
          <a:p>
            <a:r>
              <a:rPr lang="fr-FR" smtClean="0"/>
              <a:t>QUI EST FIDÈLE</a:t>
            </a:r>
          </a:p>
          <a:p>
            <a:r>
              <a:rPr lang="fr-FR" smtClean="0"/>
              <a:t>6-  QUAND ILS DISENT </a:t>
            </a:r>
          </a:p>
          <a:p>
            <a:r>
              <a:rPr lang="fr-FR" smtClean="0"/>
              <a:t>QUE JE NE SUIS QU’UN HOMME</a:t>
            </a:r>
          </a:p>
          <a:p>
            <a:r>
              <a:rPr lang="fr-FR" smtClean="0"/>
              <a:t>7-  VOULANT VIVRE SES RÊVES</a:t>
            </a:r>
          </a:p>
          <a:p>
            <a:r>
              <a:rPr lang="fr-FR" smtClean="0"/>
              <a:t>QUAND ILS APPELLENT </a:t>
            </a:r>
          </a:p>
          <a:p>
            <a:r>
              <a:rPr lang="fr-FR" smtClean="0"/>
              <a:t>8-  UN MIRACLE</a:t>
            </a:r>
          </a:p>
          <a:p>
            <a:r>
              <a:rPr lang="fr-FR" smtClean="0"/>
              <a:t>UN MYTHE TU COMPRENDRAS</a:t>
            </a:r>
          </a:p>
          <a:p>
            <a:r>
              <a:rPr lang="fr-FR" smtClean="0"/>
              <a:t>9-  EN UN INSTANT </a:t>
            </a:r>
          </a:p>
          <a:p>
            <a:r>
              <a:rPr lang="fr-FR" smtClean="0"/>
              <a:t>TOUTES CES CHOSES CACHÉES</a:t>
            </a:r>
          </a:p>
          <a:p>
            <a:r>
              <a:rPr lang="fr-FR" smtClean="0"/>
              <a:t>10-  TU VERRAS SA BONTÉ</a:t>
            </a:r>
          </a:p>
          <a:p>
            <a:r>
              <a:rPr lang="fr-FR" smtClean="0"/>
              <a:t>QUI EST SANS LIMITE</a:t>
            </a:r>
          </a:p>
          <a:p>
            <a:r>
              <a:rPr lang="fr-FR" smtClean="0"/>
              <a:t>11-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12-  SUR CE ROCHER </a:t>
            </a:r>
          </a:p>
          <a:p>
            <a:r>
              <a:rPr lang="fr-FR" smtClean="0"/>
              <a:t>POUR TOUJOURS</a:t>
            </a:r>
          </a:p>
          <a:p>
            <a:r>
              <a:rPr lang="fr-FR" smtClean="0"/>
              <a:t>13-  À JAMAIS, JE ME TIENDRAI</a:t>
            </a:r>
          </a:p>
          <a:p>
            <a:r>
              <a:rPr lang="fr-FR" smtClean="0"/>
              <a:t>14-  SUR CE ROCHER</a:t>
            </a:r>
          </a:p>
          <a:p>
            <a:r>
              <a:rPr lang="fr-FR" smtClean="0"/>
              <a:t>JE CONSTRUIS MON ROYAUME</a:t>
            </a:r>
          </a:p>
          <a:p>
            <a:r>
              <a:rPr lang="fr-FR" smtClean="0"/>
              <a:t>15-  SUR CE ROCHER, POUR TOUJOURS</a:t>
            </a:r>
          </a:p>
          <a:p>
            <a:r>
              <a:rPr lang="fr-FR" smtClean="0"/>
              <a:t> À JAMAIS, JE ME TIENDRAI</a:t>
            </a:r>
          </a:p>
          <a:p>
            <a:r>
              <a:rPr lang="fr-FR" smtClean="0"/>
              <a:t>16-  SUR CE ROCHER DE RÉVÉLATION</a:t>
            </a:r>
          </a:p>
          <a:p>
            <a:r>
              <a:rPr lang="fr-FR" smtClean="0"/>
              <a:t>J’ÉTABLIRAI</a:t>
            </a:r>
          </a:p>
          <a:p>
            <a:r>
              <a:rPr lang="fr-FR" smtClean="0"/>
              <a:t>17-  UNE PUISSANTE NATION</a:t>
            </a:r>
          </a:p>
          <a:p>
            <a:r>
              <a:rPr lang="fr-FR" smtClean="0"/>
              <a:t>18-  QUI TIENDRA FERME </a:t>
            </a:r>
          </a:p>
          <a:p>
            <a:r>
              <a:rPr lang="fr-FR" smtClean="0"/>
              <a:t>CONTRE LES TEMPÊTES</a:t>
            </a:r>
          </a:p>
          <a:p>
            <a:r>
              <a:rPr lang="fr-FR" smtClean="0"/>
              <a:t>19-  SUR CE ROCHER</a:t>
            </a:r>
          </a:p>
          <a:p>
            <a:r>
              <a:rPr lang="fr-FR" smtClean="0"/>
              <a:t>20-  LORSQUE TOUT MES PLANS S'ÉCROULENT</a:t>
            </a:r>
          </a:p>
          <a:p>
            <a:r>
              <a:rPr lang="fr-FR" smtClean="0"/>
              <a:t>21-  QUAND JE N'AI PRESQUE PLUS</a:t>
            </a:r>
          </a:p>
          <a:p>
            <a:r>
              <a:rPr lang="fr-FR" smtClean="0"/>
              <a:t>DE FORCE</a:t>
            </a:r>
          </a:p>
          <a:p>
            <a:r>
              <a:rPr lang="fr-FR" smtClean="0"/>
              <a:t>22-  QUAND LA SEULE CHOSE À FAIRE</a:t>
            </a:r>
          </a:p>
          <a:p>
            <a:r>
              <a:rPr lang="fr-FR" smtClean="0"/>
              <a:t>EST DE DÉPENDRE DE TOI</a:t>
            </a:r>
          </a:p>
          <a:p>
            <a:r>
              <a:rPr lang="fr-FR" smtClean="0"/>
              <a:t>23-  ET LA PUISSANCE DE TON NOM</a:t>
            </a:r>
          </a:p>
          <a:p>
            <a:r>
              <a:rPr lang="fr-FR" smtClean="0"/>
              <a:t>24-  ET QUAND NOUS INVOQUONS</a:t>
            </a:r>
          </a:p>
          <a:p>
            <a:r>
              <a:rPr lang="fr-FR" smtClean="0"/>
              <a:t>TON NOM</a:t>
            </a:r>
          </a:p>
          <a:p>
            <a:r>
              <a:rPr lang="fr-FR" smtClean="0"/>
              <a:t>25-  TA PUISSANCE SOUDAIN APPARAÎT</a:t>
            </a:r>
          </a:p>
          <a:p>
            <a:r>
              <a:rPr lang="fr-FR" smtClean="0"/>
              <a:t>26-  NOUS POUVONS VOIR </a:t>
            </a:r>
          </a:p>
          <a:p>
            <a:r>
              <a:rPr lang="fr-FR" smtClean="0"/>
              <a:t>LES PLANS DU MAÎTRE</a:t>
            </a:r>
          </a:p>
          <a:p>
            <a:r>
              <a:rPr lang="fr-FR" smtClean="0"/>
              <a:t>27-  ET VOIR LA MAIN DU MAÎTRE</a:t>
            </a:r>
          </a:p>
          <a:p>
            <a:r>
              <a:rPr lang="fr-FR" smtClean="0"/>
              <a:t>28-  QUAND NOUS INVOQUONS</a:t>
            </a:r>
          </a:p>
          <a:p>
            <a:r>
              <a:rPr lang="fr-FR" smtClean="0"/>
              <a:t>LE NOM DU SEIGNEUR</a:t>
            </a:r>
          </a:p>
          <a:p>
            <a:r>
              <a:rPr lang="fr-FR" smtClean="0"/>
              <a:t>29-  IL Y A DE LA FORCE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30-  DE LA PUISSANCE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31-  DE L'ESPOIR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32-  BÉNI CELUI QUI VIENT</a:t>
            </a:r>
          </a:p>
          <a:p>
            <a:r>
              <a:rPr lang="fr-FR" smtClean="0"/>
              <a:t>DANS LE NOM DU SEIGNEUR</a:t>
            </a:r>
          </a:p>
          <a:p>
            <a:r>
              <a:rPr lang="fr-FR" smtClean="0"/>
              <a:t>33-  COMME IL L'A DIT</a:t>
            </a:r>
            <a:br>
              <a:rPr lang="fr-FR" smtClean="0"/>
            </a:br>
            <a:r>
              <a:rPr lang="fr-FR" smtClean="0"/>
              <a:t>IL EST RESSUSCITÉ</a:t>
            </a:r>
          </a:p>
          <a:p>
            <a:r>
              <a:rPr lang="fr-FR" smtClean="0"/>
              <a:t>34-  ET SON PEUPLE DIRA</a:t>
            </a:r>
          </a:p>
          <a:p>
            <a:r>
              <a:rPr lang="fr-FR" smtClean="0"/>
              <a:t>35-  NOUS L'APPELLERONS ROI DES ROIS</a:t>
            </a:r>
            <a:br>
              <a:rPr lang="fr-FR" smtClean="0"/>
            </a:br>
            <a:r>
              <a:rPr lang="fr-FR" smtClean="0"/>
              <a:t>ET SEIGNEURS DES SEIGNEUR</a:t>
            </a:r>
          </a:p>
          <a:p>
            <a:r>
              <a:rPr lang="fr-FR" smtClean="0"/>
              <a:t>36-  NOUS L'APPELLERONS</a:t>
            </a:r>
          </a:p>
          <a:p>
            <a:r>
              <a:rPr lang="fr-FR" smtClean="0"/>
              <a:t>PRINCE DE PAIX</a:t>
            </a:r>
          </a:p>
          <a:p>
            <a:r>
              <a:rPr lang="fr-FR" smtClean="0"/>
              <a:t>37-  ET SI MERVEILLEUX CONSEILLER DIEU PUISSANT</a:t>
            </a:r>
          </a:p>
          <a:p>
            <a:r>
              <a:rPr lang="fr-FR" smtClean="0"/>
              <a:t>38-  JE L'APPELLERAI ROI DES ROIS</a:t>
            </a:r>
            <a:br>
              <a:rPr lang="fr-FR" smtClean="0"/>
            </a:br>
            <a:r>
              <a:rPr lang="fr-FR" smtClean="0"/>
              <a:t>ET SEIGNEURS DES SEIGNEURS</a:t>
            </a:r>
          </a:p>
          <a:p>
            <a:r>
              <a:rPr lang="fr-FR" smtClean="0"/>
              <a:t>39-  JE L'APPELLERAI PRINCE DE PAIX</a:t>
            </a:r>
            <a:br>
              <a:rPr lang="fr-FR" smtClean="0"/>
            </a:br>
            <a:r>
              <a:rPr lang="fr-FR" smtClean="0"/>
              <a:t>ET SI MERVEILLEUX CONSEILLER</a:t>
            </a:r>
          </a:p>
          <a:p>
            <a:r>
              <a:rPr lang="fr-FR" smtClean="0"/>
              <a:t>40-  DIEU PUISSANT</a:t>
            </a:r>
          </a:p>
          <a:p>
            <a:r>
              <a:rPr lang="fr-FR" smtClean="0"/>
              <a:t>41-  JE L'APPELLERAI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F15FE-D699-433E-ACF8-B83A3E84D5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6EF57-754F-46C2-A398-2714CFBDCC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98949-5EA3-4A36-9054-8A5CDFBBAF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5C2DA-3828-492C-8D12-9F76AF48F7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1AFBC-C5DA-445F-B7F6-E7B7CF2ACF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965F62-399B-4165-81E2-AFA23775B8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7FEA4-C18E-4C4F-A842-49693CA9FE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D57B6-580F-482D-B44A-8B0B242890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C0301-B927-42A9-9D1C-F18A9DF50D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479CE-CFEF-4E2C-8447-4B63846C44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8E1A2-E012-4234-8740-E39D60A5AA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0F48E0-56B5-488B-ADA7-25B4BD7B33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CERTAINS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MARCHENT PAR LA VUE CONDUITS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LEURS REGARDS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VERRAS DES CHOSES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SONT ÉTERNELLES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SAURAS ET CONNAÎTRAS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UNE FOI D’ENFANT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VALEUR DE CELUI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FIDÈLE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ILS DISENT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NE SUIS QU’UN HOMME</a:t>
            </a: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VOULANT VIVRE SES RÊVES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ILS APPELLENT 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MIRACLE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MYTHE TU COMPRENDRAS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UN INSTANT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CES CHOSES CACHÉES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VERRAS SA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SANS LIMITE</a:t>
            </a:r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CONSTRUIS MON ROYAUME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ROCHER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TOUJOURS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JAMAIS, JE ME TIENDRAI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CONSTRUIS MON ROYAUME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ROCHER,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JAMAIS, JE ME TIENDRAI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ROCHER DE RÉVÉLATION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J’ÉTABLIRAI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PUISSANTE NATION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TIENDRA FERME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CONTRE LES TEMPÊTES</a:t>
            </a:r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 ROCHER</a:t>
            </a: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TOUT MES PLANS S'ÉCROULENT</a:t>
            </a: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N'AI PRESQUE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FORCE</a:t>
            </a:r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SEULE CHOSE À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DE DÉPENDRE DE TOI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PUISSANCE DE TON NOM</a:t>
            </a:r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NOUS INVOQUONS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PUISSANCE SOUDAIN APPARAÎT</a:t>
            </a: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POUVONS VOIR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PLANS DU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MAÎTRE</a:t>
            </a:r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VOIR LA MAIN DU MAÎTRE</a:t>
            </a:r>
          </a:p>
        </p:txBody>
      </p:sp>
      <p:sp>
        <p:nvSpPr>
          <p:cNvPr id="2867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INVOQUONS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DU SEIGNEUR</a:t>
            </a:r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DE LA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</a:p>
        </p:txBody>
      </p:sp>
      <p:sp>
        <p:nvSpPr>
          <p:cNvPr id="3174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L'ESPOIR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</a:p>
        </p:txBody>
      </p:sp>
      <p:sp>
        <p:nvSpPr>
          <p:cNvPr id="3277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CELUI QUI VIENT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IL L'A DIT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RESSUSCITÉ</a:t>
            </a:r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PEUPLE DIRA</a:t>
            </a:r>
          </a:p>
        </p:txBody>
      </p:sp>
      <p:sp>
        <p:nvSpPr>
          <p:cNvPr id="3584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L'APPELLERONS ROI DES ROIS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SEIGNEURS DES SEIGNEUR</a:t>
            </a: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L'APPELLERONS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PRINCE DE PAIX</a:t>
            </a:r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MERVEILLEUX CONSEILLER DIEU PUISSANT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L'APPELLERAI ROI DES ROIS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SEIGNEURS DES SEIGNEURS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L'APPELLERAI PRINCE DE PAIX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MERVEILLEUX CONSEILLER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PUISSANT</a:t>
            </a: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9207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L'APPELLERAI ROI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3177</TotalTime>
  <Words>491</Words>
  <Application>Microsoft Office PowerPoint</Application>
  <PresentationFormat>On-screen Show (4:3)</PresentationFormat>
  <Paragraphs>5229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152</cp:revision>
  <dcterms:created xsi:type="dcterms:W3CDTF">2002-08-17T10:50:50Z</dcterms:created>
  <dcterms:modified xsi:type="dcterms:W3CDTF">2014-11-09T11:00:04Z</dcterms:modified>
</cp:coreProperties>
</file>