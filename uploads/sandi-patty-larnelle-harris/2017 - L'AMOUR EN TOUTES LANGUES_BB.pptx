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3" r:id="rId2"/>
    <p:sldId id="292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6314" autoAdjust="0"/>
  </p:normalViewPr>
  <p:slideViewPr>
    <p:cSldViewPr>
      <p:cViewPr varScale="1">
        <p:scale>
          <a:sx n="50" d="100"/>
          <a:sy n="50" d="100"/>
        </p:scale>
        <p:origin x="-180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D854ACF-9384-44BE-A353-6EB57B63BAB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0E756D7-BA89-4E06-A34F-03098B0E113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sounds</a:t>
            </a:r>
            <a:r>
              <a:rPr lang="fr-FR" dirty="0" smtClean="0"/>
              <a:t> are all as </a:t>
            </a:r>
            <a:r>
              <a:rPr lang="fr-FR" dirty="0" err="1" smtClean="0"/>
              <a:t>different</a:t>
            </a:r>
            <a:r>
              <a:rPr lang="fr-FR" dirty="0" smtClean="0"/>
              <a:t> As the lands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which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though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words</a:t>
            </a:r>
            <a:r>
              <a:rPr lang="fr-FR" dirty="0" smtClean="0"/>
              <a:t> are all unique Our </a:t>
            </a:r>
            <a:r>
              <a:rPr lang="fr-FR" dirty="0" err="1" smtClean="0"/>
              <a:t>hearts</a:t>
            </a:r>
            <a:r>
              <a:rPr lang="fr-FR" dirty="0" smtClean="0"/>
              <a:t> are </a:t>
            </a:r>
            <a:r>
              <a:rPr lang="fr-FR" dirty="0" err="1" smtClean="0"/>
              <a:t>still</a:t>
            </a:r>
            <a:r>
              <a:rPr lang="fr-FR" dirty="0" smtClean="0"/>
              <a:t> the </a:t>
            </a:r>
            <a:r>
              <a:rPr lang="fr-FR" dirty="0" err="1" smtClean="0"/>
              <a:t>same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Love in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language</a:t>
            </a:r>
            <a:r>
              <a:rPr lang="fr-FR" dirty="0" smtClean="0"/>
              <a:t>, straight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Pulls us all </a:t>
            </a:r>
            <a:r>
              <a:rPr lang="fr-FR" dirty="0" err="1" smtClean="0"/>
              <a:t>together</a:t>
            </a:r>
            <a:r>
              <a:rPr lang="fr-FR" dirty="0" smtClean="0"/>
              <a:t>,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apart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once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learn</a:t>
            </a:r>
            <a:r>
              <a:rPr lang="fr-FR" dirty="0" smtClean="0"/>
              <a:t> to </a:t>
            </a:r>
            <a:r>
              <a:rPr lang="fr-FR" dirty="0" err="1" smtClean="0"/>
              <a:t>speak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, all the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Love in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language</a:t>
            </a:r>
            <a:r>
              <a:rPr lang="fr-FR" dirty="0" smtClean="0"/>
              <a:t>, </a:t>
            </a:r>
            <a:r>
              <a:rPr lang="fr-FR" dirty="0" err="1" smtClean="0"/>
              <a:t>fluently</a:t>
            </a:r>
            <a:r>
              <a:rPr lang="fr-FR" dirty="0" smtClean="0"/>
              <a:t> </a:t>
            </a:r>
            <a:r>
              <a:rPr lang="fr-FR" dirty="0" err="1" smtClean="0"/>
              <a:t>spoken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teach</a:t>
            </a:r>
            <a:r>
              <a:rPr lang="fr-FR" dirty="0" smtClean="0"/>
              <a:t> the </a:t>
            </a:r>
            <a:r>
              <a:rPr lang="fr-FR" dirty="0" err="1" smtClean="0"/>
              <a:t>young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differences</a:t>
            </a:r>
            <a:r>
              <a:rPr lang="fr-FR" dirty="0" smtClean="0"/>
              <a:t> </a:t>
            </a:r>
            <a:r>
              <a:rPr lang="fr-FR" dirty="0" err="1" smtClean="0"/>
              <a:t>yet</a:t>
            </a:r>
            <a:r>
              <a:rPr lang="fr-FR" dirty="0" smtClean="0"/>
              <a:t> look how </a:t>
            </a:r>
            <a:r>
              <a:rPr lang="fr-FR" dirty="0" err="1" smtClean="0"/>
              <a:t>we're</a:t>
            </a:r>
            <a:r>
              <a:rPr lang="fr-FR" dirty="0" smtClean="0"/>
              <a:t> the </a:t>
            </a:r>
            <a:r>
              <a:rPr lang="fr-FR" dirty="0" err="1" smtClean="0"/>
              <a:t>same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love to </a:t>
            </a:r>
            <a:r>
              <a:rPr lang="fr-FR" dirty="0" err="1" smtClean="0"/>
              <a:t>laugh</a:t>
            </a:r>
            <a:r>
              <a:rPr lang="fr-FR" dirty="0" smtClean="0"/>
              <a:t> to </a:t>
            </a:r>
            <a:r>
              <a:rPr lang="fr-FR" dirty="0" err="1" smtClean="0"/>
              <a:t>dream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dreams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know the </a:t>
            </a:r>
            <a:r>
              <a:rPr lang="fr-FR" dirty="0" err="1" smtClean="0"/>
              <a:t>sting</a:t>
            </a:r>
            <a:r>
              <a:rPr lang="fr-FR" dirty="0" smtClean="0"/>
              <a:t>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From</a:t>
            </a:r>
            <a:r>
              <a:rPr lang="fr-FR" dirty="0" smtClean="0"/>
              <a:t> Leningrad to Lexington The </a:t>
            </a:r>
            <a:r>
              <a:rPr lang="fr-FR" dirty="0" err="1" smtClean="0"/>
              <a:t>farmer</a:t>
            </a:r>
            <a:r>
              <a:rPr lang="fr-FR" dirty="0" smtClean="0"/>
              <a:t> loves </a:t>
            </a:r>
            <a:r>
              <a:rPr lang="fr-FR" dirty="0" err="1" smtClean="0"/>
              <a:t>his</a:t>
            </a:r>
            <a:r>
              <a:rPr lang="fr-FR" dirty="0" smtClean="0"/>
              <a:t>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daddies</a:t>
            </a:r>
            <a:r>
              <a:rPr lang="fr-FR" dirty="0" smtClean="0"/>
              <a:t> all </a:t>
            </a:r>
            <a:r>
              <a:rPr lang="fr-FR" dirty="0" err="1" smtClean="0"/>
              <a:t>get</a:t>
            </a:r>
            <a:r>
              <a:rPr lang="fr-FR" dirty="0" smtClean="0"/>
              <a:t> </a:t>
            </a:r>
            <a:r>
              <a:rPr lang="fr-FR" dirty="0" err="1" smtClean="0"/>
              <a:t>misty</a:t>
            </a:r>
            <a:r>
              <a:rPr lang="fr-FR" dirty="0" smtClean="0"/>
              <a:t>-</a:t>
            </a:r>
            <a:r>
              <a:rPr lang="fr-FR" dirty="0" err="1" smtClean="0"/>
              <a:t>eyed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</a:t>
            </a:r>
            <a:r>
              <a:rPr lang="fr-FR" dirty="0" err="1" smtClean="0"/>
              <a:t>daughter's</a:t>
            </a:r>
            <a:r>
              <a:rPr lang="fr-FR" dirty="0" smtClean="0"/>
              <a:t>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maybe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realize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How </a:t>
            </a:r>
            <a:r>
              <a:rPr lang="fr-FR" dirty="0" err="1" smtClean="0"/>
              <a:t>much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to </a:t>
            </a:r>
            <a:r>
              <a:rPr lang="fr-FR" dirty="0" err="1" smtClean="0"/>
              <a:t>share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too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r>
              <a:rPr lang="fr-FR" dirty="0" smtClean="0"/>
              <a:t> in </a:t>
            </a:r>
            <a:r>
              <a:rPr lang="fr-FR" dirty="0" err="1" smtClean="0"/>
              <a:t>common</a:t>
            </a:r>
            <a:r>
              <a:rPr lang="fr-FR" dirty="0" smtClean="0"/>
              <a:t> To </a:t>
            </a:r>
            <a:r>
              <a:rPr lang="fr-FR" dirty="0" err="1" smtClean="0"/>
              <a:t>pretend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isn't</a:t>
            </a:r>
            <a:r>
              <a:rPr lang="fr-FR" dirty="0" smtClean="0"/>
              <a:t> </a:t>
            </a:r>
            <a:r>
              <a:rPr lang="fr-FR" smtClean="0"/>
              <a:t>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Though</a:t>
            </a:r>
            <a:r>
              <a:rPr lang="fr-FR" dirty="0" smtClean="0"/>
              <a:t> the </a:t>
            </a:r>
            <a:r>
              <a:rPr lang="fr-FR" dirty="0" err="1" smtClean="0"/>
              <a:t>rhetoric</a:t>
            </a:r>
            <a:r>
              <a:rPr lang="fr-FR" dirty="0" smtClean="0"/>
              <a:t> of </a:t>
            </a:r>
            <a:r>
              <a:rPr lang="fr-FR" dirty="0" err="1" smtClean="0"/>
              <a:t>government</a:t>
            </a:r>
            <a:r>
              <a:rPr lang="fr-FR" dirty="0" smtClean="0"/>
              <a:t> May </a:t>
            </a:r>
            <a:r>
              <a:rPr lang="fr-FR" dirty="0" err="1" smtClean="0"/>
              <a:t>keep</a:t>
            </a:r>
            <a:r>
              <a:rPr lang="fr-FR" dirty="0" smtClean="0"/>
              <a:t> us </a:t>
            </a:r>
            <a:r>
              <a:rPr lang="fr-FR" dirty="0" err="1" smtClean="0"/>
              <a:t>worlds</a:t>
            </a:r>
            <a:r>
              <a:rPr lang="fr-FR" dirty="0" smtClean="0"/>
              <a:t> </a:t>
            </a:r>
            <a:r>
              <a:rPr lang="fr-FR" dirty="0" err="1" smtClean="0"/>
              <a:t>apart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no </a:t>
            </a:r>
            <a:r>
              <a:rPr lang="fr-FR" dirty="0" err="1" smtClean="0"/>
              <a:t>misinterpreting</a:t>
            </a:r>
            <a:r>
              <a:rPr lang="fr-FR" dirty="0" smtClean="0"/>
              <a:t> The </a:t>
            </a:r>
            <a:r>
              <a:rPr lang="fr-FR" dirty="0" err="1" smtClean="0"/>
              <a:t>language</a:t>
            </a:r>
            <a:r>
              <a:rPr lang="fr-FR" dirty="0" smtClean="0"/>
              <a:t> of the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T'AIME, TE AMO, JAG ALSKJAR DU ICH LIEBE DICH, I LOVE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LES SONS SONT TOUS DIFFÉRENTS COMME LES PAYS D'OÙ ILS VIENNENT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sounds are all as different As the lands from which they came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LES MOTS SONT TOUS UNIQUES MAIS LES CŒURS SONT TOUS LES MÊMES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though our words are all unique Our hearts are still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L'AMOUR EN TOUTES LANGUES QUAND IL INONDE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straight from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NOUS ATTIRE ET NOUS RASSEMBLE ET BRISE LA FROIDEUR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Pulls us all together, never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QUAND NOUS PARLONS SON LANGAGE QUAND LE MONDE VA L'ÉCOUTER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once we learn to speak it, all the world will hear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L'AMOUR EN TOUTES LANGUES NOUS ALLONS COURAMMENT LE PARLER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Love in any language, fluently spoken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NOUS ENSEIGNONS NOS DIFFÉRENCES MAIS NOUS AVONS LE MÊME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teach the young our differences yet look how we're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AIMONS RIRE ET RÊVER PARFOIS NOUS PLEURONS DE DOULEUR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love to laugh to dream our dreams we know the sting of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LENINGRAD À LEXINGTON LE FERMIER AIME SA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Leningrad to Lexington The farmer loves his land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FILLES, QUAND ELLES SE MARIENT FONT TOUJOURS PLEURER LEUR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daddies all get misty-eyed To give their daughter's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NOUS RÉALISERONS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maybe when we realize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NOUS AVONS TANT À PARTAGER CET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much there is to share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EST DANS NOS CŒURS NOUS NE POURRONS PLUS LE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We'll find too much in common To pretend it isn't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LA RHETORIQUE DU GOUVERNEMENT NOOUS GARDE DANS LES MONDES ELOIGNES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the rhetoric of government May keep us worlds apart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L’INTERPRETATION DU LANGUAGE DU CŒUR RESTE LE MEME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 misinterpreting The language of the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T'AIME, TE AMO, JAG ALSKJAR DU ICH LIEBE DICH, I LOVE YOU </a:t>
            </a:r>
          </a:p>
          <a:p>
            <a:r>
              <a:rPr lang="fr-FR" altLang="fr-FR" smtClean="0"/>
              <a:t>2-  LES SONS SONT TOUS DIFFÉRENTS COMME LES PAYS D'OÙ ILS VIENNENT	</a:t>
            </a:r>
          </a:p>
          <a:p>
            <a:r>
              <a:rPr lang="fr-FR" altLang="fr-FR" smtClean="0"/>
              <a:t>The sounds are all as different As the lands from which they came</a:t>
            </a:r>
          </a:p>
          <a:p>
            <a:r>
              <a:rPr lang="fr-FR" altLang="fr-FR" smtClean="0"/>
              <a:t> 3-  LES MOTS SONT TOUS UNIQUES MAIS LES CŒURS SONT TOUS LES MÊMES </a:t>
            </a:r>
          </a:p>
          <a:p>
            <a:r>
              <a:rPr lang="fr-FR" altLang="fr-FR" smtClean="0"/>
              <a:t>And though our words are all unique Our hearts are still the same</a:t>
            </a:r>
          </a:p>
          <a:p>
            <a:endParaRPr lang="fr-FR" altLang="fr-FR" smtClean="0"/>
          </a:p>
          <a:p>
            <a:r>
              <a:rPr lang="fr-FR" altLang="fr-FR" smtClean="0"/>
              <a:t>	Refrain :</a:t>
            </a:r>
          </a:p>
          <a:p>
            <a:r>
              <a:rPr lang="fr-FR" altLang="fr-FR" smtClean="0"/>
              <a:t>	4-  L'AMOUR EN TOUTES LANGUES QUAND IL INONDE NOS CŒURS </a:t>
            </a:r>
          </a:p>
          <a:p>
            <a:r>
              <a:rPr lang="fr-FR" altLang="fr-FR" smtClean="0"/>
              <a:t>	Love in any language, straight from the heart</a:t>
            </a:r>
          </a:p>
          <a:p>
            <a:r>
              <a:rPr lang="fr-FR" altLang="fr-FR" smtClean="0"/>
              <a:t>	5-  NOUS ATTIRE ET NOUS RASSEMBLE ET BRISE LA FROIDEUR </a:t>
            </a:r>
          </a:p>
          <a:p>
            <a:r>
              <a:rPr lang="fr-FR" altLang="fr-FR" smtClean="0"/>
              <a:t>	Pulls us all together, never apart</a:t>
            </a:r>
          </a:p>
          <a:p>
            <a:r>
              <a:rPr lang="fr-FR" altLang="fr-FR" smtClean="0"/>
              <a:t>	6-  QUAND NOUS PARLONS SON LANGAGE QUAND LE MONDE VA L'ÉCOUTER </a:t>
            </a:r>
          </a:p>
          <a:p>
            <a:r>
              <a:rPr lang="fr-FR" altLang="fr-FR" smtClean="0"/>
              <a:t>	And once we learn to speak it, all the world will hear</a:t>
            </a:r>
          </a:p>
          <a:p>
            <a:r>
              <a:rPr lang="fr-FR" altLang="fr-FR" smtClean="0"/>
              <a:t>	7-  L'AMOUR EN TOUTES LANGUES NOUS ALLONS COURAMMENT LE PARLER </a:t>
            </a:r>
          </a:p>
          <a:p>
            <a:r>
              <a:rPr lang="fr-FR" altLang="fr-FR" smtClean="0"/>
              <a:t>	Love in any language, fluently spoken here</a:t>
            </a:r>
          </a:p>
          <a:p>
            <a:endParaRPr lang="fr-FR" altLang="fr-FR" smtClean="0"/>
          </a:p>
          <a:p>
            <a:r>
              <a:rPr lang="fr-FR" altLang="fr-FR" smtClean="0"/>
              <a:t>8-  NOUS ENSEIGNONS NOS DIFFÉRENCES MAIS NOUS AVONS LE MÊME CŒUR </a:t>
            </a:r>
          </a:p>
          <a:p>
            <a:r>
              <a:rPr lang="fr-FR" altLang="fr-FR" smtClean="0"/>
              <a:t>we teach the young our differences yet look how we're the same</a:t>
            </a:r>
          </a:p>
          <a:p>
            <a:r>
              <a:rPr lang="fr-FR" altLang="fr-FR" smtClean="0"/>
              <a:t>7-  NOUS AIMONS RIRE ET RÊVER PARFOIS NOUS PLEURONS DE DOULEUR </a:t>
            </a:r>
          </a:p>
          <a:p>
            <a:r>
              <a:rPr lang="fr-FR" altLang="fr-FR" smtClean="0"/>
              <a:t>we love to laugh to dream our dreams we know the sting of pain</a:t>
            </a:r>
          </a:p>
          <a:p>
            <a:endParaRPr lang="fr-FR" altLang="fr-FR" smtClean="0"/>
          </a:p>
          <a:p>
            <a:r>
              <a:rPr lang="fr-FR" altLang="fr-FR" smtClean="0"/>
              <a:t>10-  DE LENINGRAD À LEXINGTON LE FERMIER AIME SA TERRE </a:t>
            </a:r>
          </a:p>
          <a:p>
            <a:r>
              <a:rPr lang="fr-FR" altLang="fr-FR" smtClean="0"/>
              <a:t>From Leningrad to Lexington The farmer loves his land</a:t>
            </a:r>
          </a:p>
          <a:p>
            <a:r>
              <a:rPr lang="fr-FR" altLang="fr-FR" smtClean="0"/>
              <a:t>11-  LES FILLES, QUAND ELLES SE MARIENT FONT TOUJOURS PLEURER LEUR PÈRE </a:t>
            </a:r>
          </a:p>
          <a:p>
            <a:r>
              <a:rPr lang="fr-FR" altLang="fr-FR" smtClean="0"/>
              <a:t>And daddies all get misty-eyed To give their daughter's hand</a:t>
            </a:r>
          </a:p>
          <a:p>
            <a:r>
              <a:rPr lang="fr-FR" altLang="fr-FR" smtClean="0"/>
              <a:t>12-  QUAND NOUS RÉALISERONS </a:t>
            </a:r>
          </a:p>
          <a:p>
            <a:r>
              <a:rPr lang="fr-FR" altLang="fr-FR" smtClean="0"/>
              <a:t>Oh, maybe when we realize</a:t>
            </a:r>
          </a:p>
          <a:p>
            <a:r>
              <a:rPr lang="fr-FR" altLang="fr-FR" smtClean="0"/>
              <a:t>13-  QUE NOUS AVONS TANT À PARTAGER CET AMOUR </a:t>
            </a:r>
          </a:p>
          <a:p>
            <a:r>
              <a:rPr lang="fr-FR" altLang="fr-FR" smtClean="0"/>
              <a:t>How much there is to share</a:t>
            </a:r>
          </a:p>
          <a:p>
            <a:r>
              <a:rPr lang="fr-FR" altLang="fr-FR" smtClean="0"/>
              <a:t>14-  QUI EST DANS NOS CŒURS NOUS NE POURRONS PLUS LE CACHER</a:t>
            </a:r>
          </a:p>
          <a:p>
            <a:r>
              <a:rPr lang="fr-FR" altLang="fr-FR" smtClean="0"/>
              <a:t>We'll find too much in common To pretend it isn't there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15-  LA RHETORIQUE DU GOUVERNEMENT NOOUS GARDE DANS LES MONDES ELOIGNES</a:t>
            </a:r>
          </a:p>
          <a:p>
            <a:r>
              <a:rPr lang="fr-FR" altLang="fr-FR" smtClean="0"/>
              <a:t>Though the rhetoric of government May keep us worlds apart</a:t>
            </a:r>
          </a:p>
          <a:p>
            <a:r>
              <a:rPr lang="fr-FR" altLang="fr-FR" smtClean="0"/>
              <a:t>16-  L’INTERPRETATION DU LANGUAGE DU CŒUR RESTE LE MEME</a:t>
            </a:r>
          </a:p>
          <a:p>
            <a:r>
              <a:rPr lang="fr-FR" altLang="fr-FR" smtClean="0"/>
              <a:t>There's no misinterpreting The language of the heart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AFAFE-8C2D-4275-AEAB-5889F683CA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27906-4121-43CF-AFCB-982564C793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50906-5BE2-43D3-ACC0-CE56312946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48E886-E372-4BBB-9989-6C7EB820B4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DB3CD-194A-4E15-9FBD-92E3DF9C04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8B23F-1736-4544-9337-B10E5C1199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E4A1E-A6D6-48CD-BF70-1139921DAF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98025-E753-443F-96F0-8BE385A561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C29567-140B-40EE-B495-04E4441F88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9C80B-0C7B-4AF2-B467-BCB1DF13B8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CD6691-7463-4718-B58A-7ACBEDD1C2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897659F-2689-42EB-87C1-B149750773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T'AIME , TE AMO, AISHITERU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ANI OHEVET OTHKA, I LOVE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SONS SONT TOUS DIFFÉRENTS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LES PAYS D'OÙ ILS VIENNENT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MOTS SONT TOUS UNIQUES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LES CŒURS SONT TOUS LES MÊMES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L'AMOUR EN TOUTES LANGUES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 INONDE NOS CŒURS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ATTIRE ET NOUS RASSEMBLE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BRISE LA FROIDEUR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PARLONS SON LANGAGE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 MONDE VA L'ÉCOUTER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L'AMOUR EN TOUTES LANGUES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ALLONS COURAMMENT LE PARLER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ENSEIGNONS NOS DIFFÉRENCES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NOUS AVONS LE MÊME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AIMONS RIRE ET RÊVER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 NOUS PLEURONS DE DOULEUR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LENINGRAD À LEXINGTON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FERMIER AIME SA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FILLES, QUAND ELLES SE MARIENT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FONT TOUJOURS PLEURER LEUR 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RÉALISERONS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NOUS AVONS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TANT À PARTAGER CET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DANS NOS CŒURS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NE POURRONS PLUS LE CACHER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7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RHÉTORIQUE DU GOUVERNEMENT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7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GARDE DANS LES MONDES ÉLOIGNÉS</a:t>
            </a:r>
            <a:endParaRPr lang="fr-FR" sz="37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L’INTERPRÉTATION DU LANGAGE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CŒUR RESTE LE MÊME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1693</TotalTime>
  <Words>1083</Words>
  <Application>Microsoft Office PowerPoint</Application>
  <PresentationFormat>On-screen Show (4:3)</PresentationFormat>
  <Paragraphs>1311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177</cp:revision>
  <dcterms:created xsi:type="dcterms:W3CDTF">2002-08-17T10:50:50Z</dcterms:created>
  <dcterms:modified xsi:type="dcterms:W3CDTF">2017-07-08T21:54:00Z</dcterms:modified>
</cp:coreProperties>
</file>