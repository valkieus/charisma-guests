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260" r:id="rId5"/>
    <p:sldId id="261" r:id="rId6"/>
    <p:sldId id="262" r:id="rId7"/>
    <p:sldId id="296" r:id="rId8"/>
    <p:sldId id="263" r:id="rId9"/>
    <p:sldId id="264" r:id="rId10"/>
    <p:sldId id="265" r:id="rId11"/>
    <p:sldId id="266" r:id="rId12"/>
    <p:sldId id="297" r:id="rId13"/>
    <p:sldId id="267" r:id="rId14"/>
    <p:sldId id="268" r:id="rId15"/>
    <p:sldId id="269" r:id="rId16"/>
    <p:sldId id="275" r:id="rId17"/>
    <p:sldId id="271" r:id="rId18"/>
    <p:sldId id="272" r:id="rId19"/>
    <p:sldId id="273" r:id="rId20"/>
    <p:sldId id="298" r:id="rId21"/>
    <p:sldId id="299" r:id="rId22"/>
    <p:sldId id="276" r:id="rId23"/>
    <p:sldId id="277" r:id="rId24"/>
    <p:sldId id="295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0" autoAdjust="0"/>
    <p:restoredTop sz="39619" autoAdjust="0"/>
  </p:normalViewPr>
  <p:slideViewPr>
    <p:cSldViewPr>
      <p:cViewPr>
        <p:scale>
          <a:sx n="51" d="100"/>
          <a:sy n="51" d="100"/>
        </p:scale>
        <p:origin x="-80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45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BF395A-E2EF-4CAE-9089-601AF5798BB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DD8355A-0D05-4AE0-B25D-81AA2E62E65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GLOIRE AU SEIGNEUR LE TOUT-PUISSANT ROI DE LA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LOUE-LE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 my soul,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VOUS TOUS ICI APPROCHEZ-VOUS DONC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7 - QUI SUR TOUTE CHOSE RÈGNE MERVEILLEUSEMENT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ABRITEZ-VOUS SOUS SES AILES ET SA MAIN VOUS SOUTIENDRA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VOYEZ COMMENT TOUS SES DÉSIRS S'ACCOMPLISSENT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FIDÈLEMENT SELON SA PAROLE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QUI TE BÉNIT ET TE DÉFEND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PENSE À NOUVEAU À CE QUE PEUT FAIRE LE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Ponder A 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SI SON AMOUR TE FORTIFIE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ALLÉLUIA, NOUS CHANTERONS ALLÉLUIA ALLÉLUIA, NOUS CHANTERONS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GLOIRE AU SEIGNEUR QUE TOUT CE QUI EST EN MOI L'ADORE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ET QUE SON PEUPLE S'ÉCRIE AMEN ET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ET POUR TOUJOURS NOUS L'ADORONS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Gladly for aye we adore Him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GLOIRE AU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O MY SOUL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ALL YE WHO HEAR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WHO O'ER ALL THINGS 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PRAISE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PRAISE TO THE LORD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HALLELUIA WE WILL SING HALLELUIA HALLELUIA WE WILL SING ALLELUIA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GLOIRE AU SEIGNEUR LE TOUT-PUISSANT ROI DE LA CRÉATION</a:t>
            </a:r>
          </a:p>
          <a:p>
            <a:r>
              <a:rPr lang="en-US" smtClean="0"/>
              <a:t>     Praise To The Lord, The Almighty The King Of Creation</a:t>
            </a:r>
          </a:p>
          <a:p>
            <a:r>
              <a:rPr lang="en-US" smtClean="0"/>
              <a:t>2-  LOUE-LE MON ÂME</a:t>
            </a:r>
          </a:p>
          <a:p>
            <a:r>
              <a:rPr lang="en-US" smtClean="0"/>
              <a:t>     O my soul, praise Him</a:t>
            </a:r>
          </a:p>
          <a:p>
            <a:r>
              <a:rPr lang="en-US" smtClean="0"/>
              <a:t>3-  IL EST TA FORCE ET TA RÉDEMPTION</a:t>
            </a:r>
          </a:p>
          <a:p>
            <a:r>
              <a:rPr lang="en-US" smtClean="0"/>
              <a:t>     Praise Him For He Is Thy Health And Salvation</a:t>
            </a:r>
          </a:p>
          <a:p>
            <a:r>
              <a:rPr lang="en-US" smtClean="0"/>
              <a:t>4-  VOUS TOUS ICI APPROCHEZ-VOUS DONC DE LUI</a:t>
            </a:r>
          </a:p>
          <a:p>
            <a:r>
              <a:rPr lang="en-US" smtClean="0"/>
              <a:t>     All Ye Who Hear  Now To His Temple Draw Near</a:t>
            </a:r>
            <a:br>
              <a:rPr lang="en-US" smtClean="0"/>
            </a:br>
            <a:r>
              <a:rPr lang="en-US" smtClean="0"/>
              <a:t>5-  AVEC MOI EN ADORATION</a:t>
            </a:r>
          </a:p>
          <a:p>
            <a:r>
              <a:rPr lang="en-US" smtClean="0"/>
              <a:t>     Praise Him In Glad Adoration</a:t>
            </a:r>
          </a:p>
          <a:p>
            <a:endParaRPr lang="en-US" smtClean="0"/>
          </a:p>
          <a:p>
            <a:r>
              <a:rPr lang="en-US" smtClean="0"/>
              <a:t>6-  GLOIRE AU SEIGNEUR</a:t>
            </a:r>
          </a:p>
          <a:p>
            <a:r>
              <a:rPr lang="en-US" smtClean="0"/>
              <a:t>     Praise To The Lord</a:t>
            </a:r>
          </a:p>
          <a:p>
            <a:r>
              <a:rPr lang="en-US" smtClean="0"/>
              <a:t>7 - QUI SUR TOUTE CHOSE RÈGNE MERVEILLEUSEMENT</a:t>
            </a:r>
          </a:p>
          <a:p>
            <a:r>
              <a:rPr lang="en-US" smtClean="0"/>
              <a:t>     Who O'er All Things So Wonderfully Reigneth</a:t>
            </a:r>
          </a:p>
          <a:p>
            <a:r>
              <a:rPr lang="en-US" smtClean="0"/>
              <a:t>8-  ABRITEZ-VOUS SOUS SES AILES ET SA MAIN VOUS SOUTIENDRA</a:t>
            </a:r>
          </a:p>
          <a:p>
            <a:r>
              <a:rPr lang="en-US" smtClean="0"/>
              <a:t>     Shelters Thee Under His Wings Yea, So Gladly Sustaineth</a:t>
            </a:r>
          </a:p>
          <a:p>
            <a:r>
              <a:rPr lang="en-US" smtClean="0"/>
              <a:t>9-  VOYEZ COMMENT TOUS SES DÉSIRS S'ACCOMPLISSENT</a:t>
            </a:r>
          </a:p>
          <a:p>
            <a:r>
              <a:rPr lang="en-US" smtClean="0"/>
              <a:t>     Hast Thou Not Seen How Thy Desires E'er Have Been</a:t>
            </a:r>
          </a:p>
          <a:p>
            <a:r>
              <a:rPr lang="en-US" smtClean="0"/>
              <a:t>10-  FIDÈLEMENT SELON SA PAROLE ?</a:t>
            </a:r>
          </a:p>
          <a:p>
            <a:r>
              <a:rPr lang="en-US" smtClean="0"/>
              <a:t>      Granted In What He Ordaineth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11-  GLOIRE AU SEIGNEUR</a:t>
            </a:r>
          </a:p>
          <a:p>
            <a:r>
              <a:rPr lang="en-US" smtClean="0"/>
              <a:t>      Praise To The Lord</a:t>
            </a:r>
          </a:p>
          <a:p>
            <a:r>
              <a:rPr lang="en-US" smtClean="0"/>
              <a:t>12-  QUI TE BÉNIT ET TE DÉFEND TOUJOURS</a:t>
            </a:r>
          </a:p>
          <a:p>
            <a:r>
              <a:rPr lang="en-US" smtClean="0"/>
              <a:t>       Who Doth Prosper  They Work And Defend Thee</a:t>
            </a:r>
            <a:br>
              <a:rPr lang="en-US" smtClean="0"/>
            </a:br>
            <a:r>
              <a:rPr lang="en-US" smtClean="0"/>
              <a:t>13-  SÛREMENT, SA BONTÉ ET SA GRÂCE  TE SUIVRONT CHAQUE JOUR</a:t>
            </a:r>
          </a:p>
          <a:p>
            <a:r>
              <a:rPr lang="en-US" smtClean="0"/>
              <a:t>       Surely His Goodness And Mercy Here Daily Attend Thee</a:t>
            </a:r>
          </a:p>
          <a:p>
            <a:r>
              <a:rPr lang="en-US" smtClean="0"/>
              <a:t>14-  PENSE À NOUVEAU À CE QUE PEUT FAIRE LE TRÈS HAUT</a:t>
            </a:r>
          </a:p>
          <a:p>
            <a:r>
              <a:rPr lang="en-US" smtClean="0"/>
              <a:t>       Ponder A New What The Almighty Can Do</a:t>
            </a:r>
          </a:p>
          <a:p>
            <a:r>
              <a:rPr lang="en-US" smtClean="0"/>
              <a:t>15-  SI SON AMOUR TE FORTIFIE</a:t>
            </a:r>
          </a:p>
          <a:p>
            <a:r>
              <a:rPr lang="en-US" smtClean="0"/>
              <a:t>       If With His Love He Befriend Thee</a:t>
            </a:r>
          </a:p>
          <a:p>
            <a:r>
              <a:rPr lang="en-US" smtClean="0"/>
              <a:t>16-  ALLÉLUIA, NOUS CHANTERONS ALLÉLUIA ALLÉLUIA, NOUS CHANTERONS ALLÉLUIA</a:t>
            </a:r>
          </a:p>
          <a:p>
            <a:endParaRPr lang="en-US" smtClean="0"/>
          </a:p>
          <a:p>
            <a:r>
              <a:rPr lang="en-US" smtClean="0"/>
              <a:t>17-  GLOIRE AU SEIGNEUR QUE TOUT CE QUI EST EN MOI L'ADORE</a:t>
            </a:r>
          </a:p>
          <a:p>
            <a:r>
              <a:rPr lang="en-US" smtClean="0"/>
              <a:t>       Praise to the Lord, O let all that is in me adore Him </a:t>
            </a:r>
            <a:br>
              <a:rPr lang="en-US" smtClean="0"/>
            </a:br>
            <a:r>
              <a:rPr lang="en-US" smtClean="0"/>
              <a:t>18-  QUE TOUT CE QUI VIT ET RESPIRE VIENNE LOUER DEVANT LUI</a:t>
            </a:r>
          </a:p>
          <a:p>
            <a:r>
              <a:rPr lang="en-US" smtClean="0"/>
              <a:t>       All that hath life and breath Come now with praises before Him</a:t>
            </a:r>
          </a:p>
          <a:p>
            <a:r>
              <a:rPr lang="en-US" smtClean="0"/>
              <a:t>19-  ET QUE SON PEUPLE S'ÉCRIE AMEN ET AMEN</a:t>
            </a:r>
          </a:p>
          <a:p>
            <a:r>
              <a:rPr lang="en-US" smtClean="0"/>
              <a:t>       Let the 'amen' sound from His people again</a:t>
            </a:r>
          </a:p>
          <a:p>
            <a:endParaRPr lang="en-US" smtClean="0"/>
          </a:p>
          <a:p>
            <a:r>
              <a:rPr lang="en-US" smtClean="0"/>
              <a:t>20-  ET POUR TOUJOURS NOUS L'ADORONS</a:t>
            </a:r>
          </a:p>
          <a:p>
            <a:r>
              <a:rPr lang="en-US" smtClean="0"/>
              <a:t>       Gladly for aye we adore Him </a:t>
            </a:r>
          </a:p>
          <a:p>
            <a:endParaRPr lang="en-US" smtClean="0"/>
          </a:p>
          <a:p>
            <a:r>
              <a:rPr lang="en-US" smtClean="0"/>
              <a:t>21-  GLOIRE AU SEIGNEUR</a:t>
            </a:r>
          </a:p>
          <a:p>
            <a:r>
              <a:rPr lang="en-US" smtClean="0"/>
              <a:t>       Praise to the Lord</a:t>
            </a:r>
          </a:p>
          <a:p>
            <a:endParaRPr lang="en-US" smtClean="0"/>
          </a:p>
          <a:p>
            <a:r>
              <a:rPr lang="en-US" smtClean="0"/>
              <a:t>22-  PRAISE TO THE LORD, THE ALMIGHTY THE KING OF CREATION</a:t>
            </a:r>
          </a:p>
          <a:p>
            <a:r>
              <a:rPr lang="en-US" smtClean="0"/>
              <a:t>23-  O MY SOUL </a:t>
            </a:r>
          </a:p>
          <a:p>
            <a:r>
              <a:rPr lang="en-US" smtClean="0"/>
              <a:t>24-  PRAISE HIM FOR HE IS THY HEALTH AND SALVATION</a:t>
            </a:r>
          </a:p>
          <a:p>
            <a:r>
              <a:rPr lang="en-US" smtClean="0"/>
              <a:t>25-  ALL YE WHO HEAR NOW TO HIS TEMPLE DRAW NEAR</a:t>
            </a:r>
          </a:p>
          <a:p>
            <a:r>
              <a:rPr lang="en-US" smtClean="0"/>
              <a:t>26-  PRAISE HIM IN GLAD ADORATION</a:t>
            </a:r>
          </a:p>
          <a:p>
            <a:endParaRPr lang="en-US" smtClean="0"/>
          </a:p>
          <a:p>
            <a:r>
              <a:rPr lang="en-US" smtClean="0"/>
              <a:t>27-  PRAISE TO THE LORD</a:t>
            </a:r>
          </a:p>
          <a:p>
            <a:r>
              <a:rPr lang="en-US" smtClean="0"/>
              <a:t>28-  WHO O'ER ALL THINGS  SO WONDERFULLY REIGNETH</a:t>
            </a:r>
          </a:p>
          <a:p>
            <a:r>
              <a:rPr lang="en-US" smtClean="0"/>
              <a:t>29-  SHELTERS THEE UNDER HIS WINGS YEA, SO GLADLY SUSTAINETH</a:t>
            </a:r>
          </a:p>
          <a:p>
            <a:r>
              <a:rPr lang="en-US" smtClean="0"/>
              <a:t>30-  HAST THOU NOT SEEN HOW THY DESIRES E'ER HAVE BEEN</a:t>
            </a:r>
          </a:p>
          <a:p>
            <a:r>
              <a:rPr lang="en-US" smtClean="0"/>
              <a:t>31-  GRANTED IN WHAT HE ORDAINETH</a:t>
            </a:r>
          </a:p>
          <a:p>
            <a:endParaRPr lang="en-US" smtClean="0"/>
          </a:p>
          <a:p>
            <a:r>
              <a:rPr lang="en-US" smtClean="0"/>
              <a:t>32-  PRAISE TO THE LORD</a:t>
            </a:r>
          </a:p>
          <a:p>
            <a:r>
              <a:rPr lang="en-US" smtClean="0"/>
              <a:t>33-  WHO DOTH PROSPER THEY WORK AND DEFEND THEE</a:t>
            </a:r>
          </a:p>
          <a:p>
            <a:r>
              <a:rPr lang="en-US" smtClean="0"/>
              <a:t>34-  SURELY HIS GOODNESS AND MERCY HERE DAILY ATTEND THEE</a:t>
            </a:r>
            <a:br>
              <a:rPr lang="en-US" smtClean="0"/>
            </a:br>
            <a:r>
              <a:rPr lang="en-US" smtClean="0"/>
              <a:t>35-  PONDER A NEW WHAT THE ALMIGHTY CAN DO</a:t>
            </a:r>
            <a:br>
              <a:rPr lang="en-US" smtClean="0"/>
            </a:br>
            <a:r>
              <a:rPr lang="en-US" smtClean="0"/>
              <a:t>36-  IF WITH HIS LOVE HE BEFRIEND THEE</a:t>
            </a:r>
          </a:p>
          <a:p>
            <a:endParaRPr lang="en-US" smtClean="0"/>
          </a:p>
          <a:p>
            <a:r>
              <a:rPr lang="en-US" smtClean="0"/>
              <a:t>37-  PRAISE TO THE LORD O LET ALL THAT IS IN ME ADORE HIM</a:t>
            </a:r>
          </a:p>
          <a:p>
            <a:r>
              <a:rPr lang="en-US" smtClean="0"/>
              <a:t>38-  ALL THAT HATH LIFE AND BREATH COME NOW WITH PRAISES BEFORE HIM</a:t>
            </a:r>
          </a:p>
          <a:p>
            <a:r>
              <a:rPr lang="en-US" smtClean="0"/>
              <a:t>39-  LET THE 'AMEN' SOUND FROM HIS PEOPLE AGAIN</a:t>
            </a:r>
          </a:p>
          <a:p>
            <a:endParaRPr lang="en-US" smtClean="0"/>
          </a:p>
          <a:p>
            <a:r>
              <a:rPr lang="en-US" smtClean="0"/>
              <a:t>40-  GLADLY FOR AYE WE ADORE HIM</a:t>
            </a:r>
          </a:p>
          <a:p>
            <a:endParaRPr lang="en-US" smtClean="0"/>
          </a:p>
          <a:p>
            <a:r>
              <a:rPr lang="en-US" smtClean="0"/>
              <a:t>41-  HALLELUIA WE WILL SING HALLELUIA HALLELUIA WE WILL SING ALLELUIA</a:t>
            </a:r>
          </a:p>
          <a:p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BCA4E-4CD7-4B36-8FAA-5FD738A96F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5CC88-158B-474C-9830-FD3741E9F3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A7F4E-1498-4CAC-BCB6-A6DDD8904E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35914-00E2-487A-8171-9F3EE632D5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65478-4B83-4D02-851B-CF13C9DCCD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30C30-BEAA-4BAC-9096-3CD538B4A6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2D3F9-22CB-493C-A921-C14FCB0ABA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FCD2A7-A0A9-40CE-9E9D-54F9102056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9B676-6566-4843-93BA-E74D281769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FA014-C122-4612-9A10-66FA871E36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8377-C3C6-4E0B-96F6-3D55FA91DA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DA71201-5FEA-4CBA-B661-27E550584A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GLOIRE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TOUT-PUISSANT ROI DE LA CRÉATION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LOUE-LE MON ÂME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TA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ET TA RÉDEMPTION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VOUS TOUS ICI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APPROCHEZ-VOUS DONC DE LUI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MOI EN ADORATION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GLOIRE AU SEIGNEUR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SUR TOUTE CHOSE RÈGNE MERVEILLEUSEMENT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ABRITEZ-VOUS SOUS SES AILES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SA MAIN VOUS SOUTIENDRA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VOYEZ COMMENT TOUS SES DÉSIRS S'ACCOMPLISSENT 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FIDÈLEMENT SELON SA PAROLE ?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GLOIRE AU SEIGNEUR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TE BÉNIT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TE DÉFEND TOUJOURS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SÛREMENT, SA BONTÉ ET SA GRÂCE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 SUIVRONT CHAQUE JOUR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PENSE À NOUVEAU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CE QUE PEUT FAIRE LE TRÈS HAUT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SON AMOUR TE FORTIFIE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ALLÉLUIA, NOUS CHANTERONS 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ALLÉLUIA, NOUS CHANTERONS ALLÉLUIA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GLOIRE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TOUT CE QUI EST EN MOI L'ADORE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TOUT CE QUI VIT ET RESPIRE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VIENNE LOUER DEVANT LUI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QUE SON PEUPLE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S'ÉCRIE AMEN ET AMEN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POUR TOUJOURS NOUS L'ADORONS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GLOIRE AU SEIGNEUR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PRAISE TO THE LORD, THE ALMIGHTY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THE KING OF CREATION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 MY SOUL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PRAISE HIM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HE IS THY HEALTH AND SALVATION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 YE WHO HEAR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NOW TO HIS TEMPLE DRAW NEAR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PRAISE HIM IN GLAD ADORATION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PRAISE TO THE LORD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WHO O'ER ALL THINGS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SO WONDERFULLY REIGNETH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SHELTERS THEE UNDER HIS WINGS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YEA, SO GLADLY SUSTAINETH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HAST THOU NOT SEEN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HOW THY DESIRES E'ER HAVE BEEN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GRANTED IN WHAT HE ORDAINETH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PRAISE TO THE LORD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WHO DOTH PROSPER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THEY WORK AND DEFEND THEE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SURELY HIS GOODNESS AND MERCY HERE DAILY ATTEND THEE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PONDER A NEW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WHAT THE ALMIGHTY CAN DO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IF WITH HIS LOVE HE BEFRIEND THEE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PRAISE TO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 LET ALL THAT IS IN ME ADORE HIM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 THAT HATH LIFE AND BREATH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COME NOW WITH PRAISES BEFORE HIM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LET THE 'AMEN' SOUND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FROM HIS PEOPLE AGAIN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GLADLY FOR AYE WE ADORE HIM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19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HALLELUIA WE WILL SING HALLELUIA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HALLELUIA WE WILL SING ALLELUIA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6024</Words>
  <Application>Microsoft Office PowerPoint</Application>
  <PresentationFormat>On-screen Show (4:3)</PresentationFormat>
  <Paragraphs>5472</Paragraphs>
  <Slides>41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64</cp:revision>
  <dcterms:created xsi:type="dcterms:W3CDTF">2002-08-17T13:12:10Z</dcterms:created>
  <dcterms:modified xsi:type="dcterms:W3CDTF">2014-11-09T03:46:39Z</dcterms:modified>
</cp:coreProperties>
</file>