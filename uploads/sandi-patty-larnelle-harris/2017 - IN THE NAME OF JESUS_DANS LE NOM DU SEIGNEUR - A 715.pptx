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0" r:id="rId2"/>
    <p:sldId id="271" r:id="rId3"/>
    <p:sldId id="273" r:id="rId4"/>
    <p:sldId id="274" r:id="rId5"/>
    <p:sldId id="275" r:id="rId6"/>
    <p:sldId id="276" r:id="rId7"/>
    <p:sldId id="278" r:id="rId8"/>
    <p:sldId id="279" r:id="rId9"/>
    <p:sldId id="280" r:id="rId10"/>
    <p:sldId id="281" r:id="rId11"/>
    <p:sldId id="282" r:id="rId12"/>
    <p:sldId id="283" r:id="rId13"/>
    <p:sldId id="285" r:id="rId14"/>
    <p:sldId id="286" r:id="rId15"/>
    <p:sldId id="287" r:id="rId16"/>
    <p:sldId id="288" r:id="rId17"/>
    <p:sldId id="291" r:id="rId18"/>
    <p:sldId id="289" r:id="rId19"/>
    <p:sldId id="290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7949" autoAdjust="0"/>
    <p:restoredTop sz="66408" autoAdjust="0"/>
  </p:normalViewPr>
  <p:slideViewPr>
    <p:cSldViewPr>
      <p:cViewPr varScale="1">
        <p:scale>
          <a:sx n="17" d="100"/>
          <a:sy n="17" d="100"/>
        </p:scale>
        <p:origin x="-93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6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F16238-3F53-4083-885C-CB9FCFCAAA8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D08BEC6-B2EB-4592-A325-01912FDC48C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DES FOULES SE SONT PRÉCIPITÉES POUR VOIR CET HOMME DE GALILÉE</a:t>
            </a:r>
          </a:p>
          <a:p>
            <a:pPr>
              <a:defRPr/>
            </a:pPr>
            <a:r>
              <a:rPr lang="fr-FR" dirty="0" err="1" smtClean="0"/>
              <a:t>Crowds</a:t>
            </a:r>
            <a:r>
              <a:rPr lang="fr-FR" dirty="0" smtClean="0"/>
              <a:t> have </a:t>
            </a:r>
            <a:r>
              <a:rPr lang="fr-FR" dirty="0" err="1" smtClean="0"/>
              <a:t>lined</a:t>
            </a:r>
            <a:r>
              <a:rPr lang="fr-FR" dirty="0" smtClean="0"/>
              <a:t> the </a:t>
            </a:r>
            <a:r>
              <a:rPr lang="fr-FR" dirty="0" err="1" smtClean="0"/>
              <a:t>narrow</a:t>
            </a:r>
            <a:r>
              <a:rPr lang="fr-FR" dirty="0" smtClean="0"/>
              <a:t> </a:t>
            </a:r>
            <a:r>
              <a:rPr lang="fr-FR" dirty="0" err="1" smtClean="0"/>
              <a:t>street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man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Galilee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a </a:t>
            </a:r>
            <a:r>
              <a:rPr lang="fr-FR" dirty="0" err="1" smtClean="0"/>
              <a:t>carpenter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leading</a:t>
            </a:r>
            <a:r>
              <a:rPr lang="fr-FR" dirty="0" smtClean="0"/>
              <a:t> </a:t>
            </a:r>
            <a:r>
              <a:rPr lang="fr-FR" dirty="0" err="1" smtClean="0"/>
              <a:t>fools</a:t>
            </a:r>
            <a:r>
              <a:rPr lang="fr-FR" dirty="0" smtClean="0"/>
              <a:t> </a:t>
            </a:r>
            <a:r>
              <a:rPr lang="fr-FR" dirty="0" err="1" smtClean="0"/>
              <a:t>astray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a </a:t>
            </a:r>
            <a:r>
              <a:rPr lang="fr-FR" dirty="0" err="1" smtClean="0"/>
              <a:t>carpenter</a:t>
            </a:r>
            <a:r>
              <a:rPr lang="fr-FR" dirty="0" smtClean="0"/>
              <a:t> </a:t>
            </a:r>
            <a:r>
              <a:rPr lang="fr-FR" dirty="0" err="1" smtClean="0"/>
              <a:t>some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leading</a:t>
            </a:r>
            <a:r>
              <a:rPr lang="fr-FR" dirty="0" smtClean="0"/>
              <a:t> </a:t>
            </a:r>
            <a:r>
              <a:rPr lang="fr-FR" dirty="0" err="1" smtClean="0"/>
              <a:t>fools</a:t>
            </a:r>
            <a:r>
              <a:rPr lang="fr-FR" dirty="0" smtClean="0"/>
              <a:t> </a:t>
            </a:r>
            <a:r>
              <a:rPr lang="fr-FR" dirty="0" err="1" smtClean="0"/>
              <a:t>astray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,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glimpse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CETTE PUISSANCE QUI SONDE LES CŒURS</a:t>
            </a:r>
            <a:br>
              <a:rPr lang="fr-FR" dirty="0" smtClean="0"/>
            </a:br>
            <a:r>
              <a:rPr lang="fr-FR" dirty="0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IL Y A LA FORCE DANS LE NOM DU SEIGNEUR</a:t>
            </a:r>
            <a:br>
              <a:rPr lang="fr-FR" dirty="0" smtClean="0"/>
            </a:br>
            <a:r>
              <a:rPr lang="fr-FR" dirty="0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TANT D’ESPOIR DANS LE NOM DU SEIGNEUR</a:t>
            </a:r>
            <a:br>
              <a:rPr lang="fr-FR" dirty="0" smtClean="0"/>
            </a:br>
            <a:r>
              <a:rPr lang="fr-FR" dirty="0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ET QUAND NOUS INVOQUONS SON NOM</a:t>
            </a:r>
            <a:br>
              <a:rPr lang="fr-FR" dirty="0" smtClean="0"/>
            </a:br>
            <a:r>
              <a:rPr lang="fr-FR" dirty="0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NOUS VOYONS SA VOLONTÉ</a:t>
            </a:r>
            <a:br>
              <a:rPr lang="fr-FR" dirty="0" smtClean="0"/>
            </a:br>
            <a:r>
              <a:rPr lang="fr-FR" dirty="0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DES FOULES SE SONT PRÉCIPITÉES POUR VOIR CET HOMME DE GALILÉE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DIT QU’IL N’EST QU’UN CHARPENTIER VENU POUR NOUS ÉGARER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BEAUCOUP S’ARRÊTENT POUR LE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CAR IL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LORSQUE MES PROJETS M’OUBLIENT ET LORSQUE MES FORCES ME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QUAND JE N’AI PLUS D’AUTRE CHOIX QUE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DE LA PUISSANCE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QUAND NOUS ALLONS AU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POUR TOUJOURS, ADORÉ IL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MON CRÉATEUR RÉDEMPTEUR ET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SE SONT PRÉCIPITÉES POUR VOIR CET HOMME DE GALILÉE</a:t>
            </a:r>
          </a:p>
          <a:p>
            <a:r>
              <a:rPr lang="fr-FR" smtClean="0"/>
              <a:t>2-  ON DIT QU’IL N’EST QU’UN CHARPENTIER VENU POUR NOUS ÉGARER</a:t>
            </a:r>
          </a:p>
          <a:p>
            <a:r>
              <a:rPr lang="fr-FR" smtClean="0"/>
              <a:t>3-  MAIS BEAUCOUP S’ARRÊTENT POUR LE LOUER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4-  ET DANS SES YEUX CHACUN PEUT VOIR</a:t>
            </a:r>
          </a:p>
          <a:p>
            <a:r>
              <a:rPr lang="fr-FR" smtClean="0"/>
              <a:t>5-  CETTE PUISSANCE QUI SONDE LES CŒURS</a:t>
            </a:r>
            <a:br>
              <a:rPr lang="fr-FR" smtClean="0"/>
            </a:br>
            <a:r>
              <a:rPr lang="fr-FR" smtClean="0"/>
              <a:t>6-  IL CONNAÎT LA PENSÉE DU PÈRE IL NOUS RÉVÈLE SES MYSTÈRES</a:t>
            </a:r>
          </a:p>
          <a:p>
            <a:r>
              <a:rPr lang="fr-FR" smtClean="0"/>
              <a:t>7-  CAR IL VIENT DANS LE NOM DU SEIGNEUR</a:t>
            </a:r>
          </a:p>
          <a:p>
            <a:endParaRPr lang="fr-FR" smtClean="0"/>
          </a:p>
          <a:p>
            <a:r>
              <a:rPr lang="fr-FR" smtClean="0"/>
              <a:t>	8-  IL Y A LA FORCE DANS LE NOM DU SEIGNEUR</a:t>
            </a:r>
            <a:br>
              <a:rPr lang="fr-FR" smtClean="0"/>
            </a:br>
            <a:r>
              <a:rPr lang="fr-FR" smtClean="0"/>
              <a:t>	9-  LA PUISSANCE DANS LE NOM DU SEIGNEUR</a:t>
            </a:r>
          </a:p>
          <a:p>
            <a:r>
              <a:rPr lang="fr-FR" smtClean="0"/>
              <a:t>	10-  TANT D’ESPOIR DANS LE NOM DU SEIGNEUR</a:t>
            </a:r>
            <a:br>
              <a:rPr lang="fr-FR" smtClean="0"/>
            </a:br>
            <a:r>
              <a:rPr lang="fr-FR" smtClean="0"/>
              <a:t>	11-  BÉNI, CELUI QUI VIENT DANS LE NOM DU SEIGNEUR</a:t>
            </a:r>
          </a:p>
          <a:p>
            <a:endParaRPr lang="fr-FR" smtClean="0"/>
          </a:p>
          <a:p>
            <a:r>
              <a:rPr lang="fr-FR" smtClean="0"/>
              <a:t>12-  LORSQUE MES PROJETS M’OUBLIENT ET LORSQUE MES FORCES ME FUIENT</a:t>
            </a:r>
          </a:p>
          <a:p>
            <a:r>
              <a:rPr lang="fr-FR" smtClean="0"/>
              <a:t>13-  QUAND JE N’AI PLUS D’AUTRE CHOIX QUE DE DÉPENDRE DE TOI</a:t>
            </a:r>
          </a:p>
          <a:p>
            <a:endParaRPr lang="fr-FR" smtClean="0"/>
          </a:p>
          <a:p>
            <a:r>
              <a:rPr lang="fr-FR" smtClean="0"/>
              <a:t>14-  ET DE LA PUISSANCE DE TON NOM</a:t>
            </a:r>
          </a:p>
          <a:p>
            <a:r>
              <a:rPr lang="fr-FR" smtClean="0"/>
              <a:t>15-  ET QUAND NOUS INVOQUONS SON NOM</a:t>
            </a:r>
            <a:br>
              <a:rPr lang="fr-FR" smtClean="0"/>
            </a:br>
            <a:r>
              <a:rPr lang="fr-FR" smtClean="0"/>
              <a:t>SA FORCE SOUDAIN PARAÎT</a:t>
            </a:r>
          </a:p>
          <a:p>
            <a:r>
              <a:rPr lang="fr-FR" smtClean="0"/>
              <a:t>16-  NOUS VOYONS SA VOLONTÉ</a:t>
            </a:r>
            <a:br>
              <a:rPr lang="fr-FR" smtClean="0"/>
            </a:br>
            <a:r>
              <a:rPr lang="fr-FR" smtClean="0"/>
              <a:t>SA MAIN VIENT NOUS RELEVER</a:t>
            </a:r>
          </a:p>
          <a:p>
            <a:r>
              <a:rPr lang="fr-FR" smtClean="0"/>
              <a:t>17-  QUAND NOUS ALLONS AU NOM DU SEIGNEUR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18-  POUR TOUJOURS, ADORÉ IL SERA</a:t>
            </a:r>
          </a:p>
          <a:p>
            <a:r>
              <a:rPr lang="fr-FR" smtClean="0"/>
              <a:t>19-  MON CRÉATEUR RÉDEMPTEUR ET ROI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E7303-3C97-483F-A785-D85932B704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4E633-C7DE-4909-B335-70F3FFBD50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EBDAE-A7E0-4218-8B16-ACD6AA459B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854A1-3D7E-4290-BDD0-D27FBABBE7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8D359-C45C-42AB-9503-1D12DE994F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FF596-A10A-40E6-AF27-E0D581ADFE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AB0E4-2CDC-4DEF-8F6A-46E155B71A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02599-C9E9-4CF8-B461-C9A3D4DE57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F64C3-0DC3-401E-BCF3-D4B973F7D5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7E90A-E39F-4722-B1FA-5B3EA6130D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57D072-38A2-4637-8E74-E8AECDABDF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99A7BDD-3C83-4BBF-B6E5-9FC6E13550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FOULES SE SONT PRÉCIPITÉES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VOIR CET HOMME DE GALILÉE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DIT QU’IL N’EST QU’UN CHARPENTIER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VENU POUR NOUS ÉGARER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BEAUCOUP S’ARRÊTENT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LOUER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 SES YEUX CHACUN PEUT VOIR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PUISSANCE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SONDE LES CŒURS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CONNAÎT LA PENSÉE DU PÈRE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NOUS RÉVÈLE SES MYSTÈRES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VIENT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LA FORCE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PUISSANCE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TANT D’ESPOIR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BÉNI, CELUI QUI VIENT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DU SEIGNEUR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MES PROJETS M’OUBLIENT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LORSQUE MES FORCES ME FUIENT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N’AI PLUS D’AUTRE CHOIX QUE DE DÉPENDRE DE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LA PUISSANCE DE TON NOM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NOUS INVOQUONS SON NOM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FORCE SOUDAIN PARAÎT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VOYONS SA VOLONTÉ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MAIN VIENT NOUS RELEVER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ALLONS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NOM DU SEIGNEUR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TOUJOURS, ADORÉ IL SERA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CRÉATEUR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RÉDEMPTEUR ET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1259</Words>
  <Application>Microsoft Office PowerPoint</Application>
  <PresentationFormat>On-screen Show (4:3)</PresentationFormat>
  <Paragraphs>822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Franklin Gothic Medium</vt:lpstr>
      <vt:lpstr>Arial</vt:lpstr>
      <vt:lpstr>Calibri</vt:lpstr>
      <vt:lpstr>Default Design</vt:lpstr>
      <vt:lpstr>DES FOULES SE SONT PRÉCIPITÉES POUR VOIR CET HOMME DE GALILÉE</vt:lpstr>
      <vt:lpstr>ON DIT QU’IL N’EST QU’UN CHARPENTIER VENU POUR NOUS ÉGARER</vt:lpstr>
      <vt:lpstr>MAIS BEAUCOUP S’ARRÊTENT  POUR LE LOUER  </vt:lpstr>
      <vt:lpstr>ET DANS SES YEUX CHACUN PEUT VOIR</vt:lpstr>
      <vt:lpstr>CETTE PUISSANCE QUI SONDE LES CŒURS </vt:lpstr>
      <vt:lpstr>IL CONNAÎT LA PENSÉE DU PÈRE IL NOUS RÉVÈLE SES MYSTÈRES</vt:lpstr>
      <vt:lpstr>CAR IL VIENT DANS LE NOM DU SEIGNEUR</vt:lpstr>
      <vt:lpstr>IL Y A LA FORCE DANS LE NOM DU SEIGNEUR </vt:lpstr>
      <vt:lpstr>LA PUISSANCE DANS LE NOM DU SEIGNEUR</vt:lpstr>
      <vt:lpstr>TANT D’ESPOIR DANS LE NOM DU SEIGNEUR </vt:lpstr>
      <vt:lpstr>BÉNI, CELUI QUI VIENT DANS LE NOM DU SEIGNEUR</vt:lpstr>
      <vt:lpstr>LORSQUE MES PROJETS M’OUBLIENT ET LORSQUE MES FORCES ME FUIENT</vt:lpstr>
      <vt:lpstr>QUAND JE N’AI PLUS D’AUTRE CHOIX QUE DE DÉPENDRE DE TOI</vt:lpstr>
      <vt:lpstr>ET DE LA PUISSANCE DE TON NOM </vt:lpstr>
      <vt:lpstr>ET QUAND NOUS INVOQUONS SON NOM SA FORCE SOUDAIN PARAÎT</vt:lpstr>
      <vt:lpstr>NOUS VOYONS SA VOLONTÉ SA MAIN VIENT NOUS RELEVER</vt:lpstr>
      <vt:lpstr>QUAND NOUS ALLONS AU NOM DU SEIGNEUR</vt:lpstr>
      <vt:lpstr>POUR TOUJOURS, ADORÉ IL SERA</vt:lpstr>
      <vt:lpstr>MON CRÉATEUR RÉDEMPTEUR ET ROI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138</cp:revision>
  <dcterms:created xsi:type="dcterms:W3CDTF">2002-08-17T10:50:50Z</dcterms:created>
  <dcterms:modified xsi:type="dcterms:W3CDTF">2017-07-09T08:06:12Z</dcterms:modified>
</cp:coreProperties>
</file>