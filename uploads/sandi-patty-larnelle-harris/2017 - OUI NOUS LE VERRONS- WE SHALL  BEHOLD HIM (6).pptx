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3" r:id="rId11"/>
    <p:sldId id="281" r:id="rId12"/>
    <p:sldId id="282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0899" autoAdjust="0"/>
  </p:normalViewPr>
  <p:slideViewPr>
    <p:cSldViewPr>
      <p:cViewPr varScale="1">
        <p:scale>
          <a:sx n="45" d="100"/>
          <a:sy n="45" d="100"/>
        </p:scale>
        <p:origin x="-1266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D1451F0-F670-4102-80F2-B8276496D2C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60AEA2D-C00B-489A-8860-8F9C60B9A1E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</a:t>
            </a:r>
            <a:r>
              <a:rPr lang="fr-FR" dirty="0" smtClean="0">
                <a:solidFill>
                  <a:schemeClr val="bg1"/>
                </a:solidFill>
              </a:rPr>
              <a:t>LE CIEL SE DÉVOILE PRÉPARANT SON ENTRÉE</a:t>
            </a:r>
          </a:p>
          <a:p>
            <a:pPr>
              <a:defRPr/>
            </a:pPr>
            <a:r>
              <a:rPr lang="en-US" dirty="0" smtClean="0"/>
              <a:t>THE SKY SHALL UNFOLD</a:t>
            </a:r>
            <a:r>
              <a:rPr lang="fr-FR" dirty="0" smtClean="0"/>
              <a:t> </a:t>
            </a:r>
            <a:r>
              <a:rPr lang="en-US" dirty="0" smtClean="0"/>
              <a:t>PREPARING HIS ENTRANCE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2- LES ÉTOILES L’ACCLAMENT AU SON DES LOUANGES</a:t>
            </a:r>
          </a:p>
          <a:p>
            <a:pPr>
              <a:defRPr/>
            </a:pPr>
            <a:r>
              <a:rPr lang="en-US" dirty="0" smtClean="0"/>
              <a:t>THE STARS SHALL APPLAUD HIM</a:t>
            </a:r>
            <a:r>
              <a:rPr lang="fr-FR" dirty="0" smtClean="0"/>
              <a:t> </a:t>
            </a:r>
            <a:r>
              <a:rPr lang="en-US" dirty="0" smtClean="0"/>
              <a:t>WITH THUNDERS OF PRAISE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3- L’ÉCLAT DANS SES YEUX RELÈVE CEUX QUI L’ATTENDENT</a:t>
            </a:r>
          </a:p>
          <a:p>
            <a:pPr>
              <a:defRPr/>
            </a:pPr>
            <a:r>
              <a:rPr lang="en-US" dirty="0" smtClean="0"/>
              <a:t>THE SWEET LIGHT IN HIS EYES, SHALL ENHANCE THOSE AWAITING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4- NOUS LE VERRONS FACE À FACE,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	Refrain: </a:t>
            </a: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5-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6- FACE À FACE DANS TOUTE SA SPLENDEUR</a:t>
            </a:r>
          </a:p>
          <a:p>
            <a:pPr>
              <a:defRPr/>
            </a:pPr>
            <a:r>
              <a:rPr lang="en-US" dirty="0" smtClean="0"/>
              <a:t>FACE TO FACE IN ALL OF HIS GLORY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7- OUI NOUS LE VERRONS OUI NOUS LE VERRONS</a:t>
            </a:r>
          </a:p>
          <a:p>
            <a:pPr>
              <a:defRPr/>
            </a:pPr>
            <a:r>
              <a:rPr lang="en-US" dirty="0" smtClean="0"/>
              <a:t>O WE SHALL BEHOLD HIM, YES WE SHALL BEHOLD HIM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8- FACE À FACE, NOTRE SAUVEUR ET ROI</a:t>
            </a:r>
          </a:p>
          <a:p>
            <a:pPr>
              <a:defRPr/>
            </a:pPr>
            <a:r>
              <a:rPr lang="en-US" dirty="0" smtClean="0"/>
              <a:t>FACE TO FACE, OUR SAVIOR AND LORD</a:t>
            </a: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Couplet 2:</a:t>
            </a:r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9- LES ANGES PROCLAMENT L’ÉCHO DE SON RETOUR</a:t>
            </a:r>
          </a:p>
          <a:p>
            <a:pPr>
              <a:defRPr/>
            </a:pPr>
            <a:r>
              <a:rPr lang="en-US" dirty="0" smtClean="0"/>
              <a:t>THE ANGEL WILL SOUND, THE SHOUT OF HIS COMING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10- CEUX QUI DORMENT SE LÈVENT D’UN PROFOND SOMMEIL</a:t>
            </a:r>
          </a:p>
          <a:p>
            <a:pPr>
              <a:defRPr/>
            </a:pPr>
            <a:r>
              <a:rPr lang="en-US" dirty="0" smtClean="0"/>
              <a:t>AND THE SLEEPING SHALL RISE, FROM THERE SLUMBERING PLACE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11- ET CEUX QUI RESTERONT ILS SERONT CHANGÉS</a:t>
            </a:r>
          </a:p>
          <a:p>
            <a:pPr>
              <a:defRPr/>
            </a:pPr>
            <a:r>
              <a:rPr lang="en-US" dirty="0" smtClean="0"/>
              <a:t>AND THOSE REMAINING, SHALL BE CHANGED IN A MOMENT</a:t>
            </a:r>
            <a:endParaRPr lang="fr-FR" dirty="0" smtClean="0"/>
          </a:p>
          <a:p>
            <a:pPr>
              <a:defRPr/>
            </a:pPr>
            <a:endParaRPr lang="fr-F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dirty="0" smtClean="0">
                <a:solidFill>
                  <a:schemeClr val="bg1"/>
                </a:solidFill>
              </a:rPr>
              <a:t>12- NOUS LE VERRONS FACE À FACE</a:t>
            </a:r>
          </a:p>
          <a:p>
            <a:pPr>
              <a:defRPr/>
            </a:pPr>
            <a:r>
              <a:rPr lang="en-US" dirty="0" smtClean="0"/>
              <a:t>AND WE SHALL BEHOLD HIM, THEN FACE TO FACE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3E6E5-7247-427D-A404-74490310D7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19A04-5F96-4F36-B6D2-CE22AD4712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91A85-6D2C-4D97-9DFB-C44DD72A39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FE8829-DB97-41F1-A06C-F8EEC5A84B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4D0C-0D11-4DFF-9057-767B52126F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04273-A06A-4A42-B647-37D55CA72C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103185-E312-4592-BCA4-497EC4A4D7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5A869-53EE-4648-A5EB-6A2FB72D89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09A1F1-3D47-4DC1-83E0-DAEBEAF9B8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74138-A8B2-40A7-8901-CCE9255BA7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A6170-5010-4B00-A1CA-E44F0F2D69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23B7365-4C97-4AD5-9FAB-82DCCB00ED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LE CIEL SE DÉVOILE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PRÉPARANT SON ENTRÉE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LES ÉTOILES L’ACCLAMENT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AU SON DES LOUANGES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L’ÉCLAT DANS SES YEUX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RELÈVE CEUX QUI L’ATTENDENT</a:t>
            </a:r>
          </a:p>
          <a:p>
            <a:pPr algn="ctr">
              <a:defRPr/>
            </a:pPr>
            <a:endParaRPr lang="fr-FR" sz="40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NOUS LE VERRONS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FACE À FACE, FACE À FACE</a:t>
            </a:r>
          </a:p>
          <a:p>
            <a:pPr algn="ctr">
              <a:defRPr/>
            </a:pPr>
            <a:endParaRPr lang="fr-FR" sz="40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OUI NOUS LE VERRONS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 OUI NOUS LE VERRONS</a:t>
            </a:r>
          </a:p>
          <a:p>
            <a:pPr algn="ctr">
              <a:defRPr/>
            </a:pPr>
            <a:endParaRPr lang="fr-FR" sz="40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FACE À FACE DANS TOUTE SA SPLENDEUR</a:t>
            </a:r>
          </a:p>
          <a:p>
            <a:pPr algn="ctr">
              <a:defRPr/>
            </a:pPr>
            <a:endParaRPr lang="fr-FR" sz="40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OUI NOUS LE VERRONS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 OUI NOUS LE VERRONS</a:t>
            </a:r>
          </a:p>
          <a:p>
            <a:pPr algn="ctr">
              <a:defRPr/>
            </a:pPr>
            <a:endParaRPr lang="fr-FR" sz="40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FACE À FACE, NOTRE SAUVEUR ET ROI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LES ANGES PROCLAMENT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L’ÉCHO DE SON RETOUR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CEUX QUI DORMENT SE LÈVENT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D’UN PROFOND SOMMEIL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ET CEUX QUI RESTERONT</a:t>
            </a:r>
          </a:p>
          <a:p>
            <a:pPr algn="ctr">
              <a:defRPr/>
            </a:pPr>
            <a:r>
              <a:rPr lang="fr-FR" sz="4000" dirty="0">
                <a:solidFill>
                  <a:schemeClr val="bg1"/>
                </a:solidFill>
              </a:rPr>
              <a:t>ILS SERONT CHANGÉS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NOUS LE VERRONS FACE À FACE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993</Words>
  <Application>Microsoft Office PowerPoint</Application>
  <PresentationFormat>On-screen Show (4:3)</PresentationFormat>
  <Paragraphs>525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DELL</cp:lastModifiedBy>
  <cp:revision>157</cp:revision>
  <dcterms:created xsi:type="dcterms:W3CDTF">2002-08-17T10:50:50Z</dcterms:created>
  <dcterms:modified xsi:type="dcterms:W3CDTF">2017-07-08T11:54:44Z</dcterms:modified>
</cp:coreProperties>
</file>