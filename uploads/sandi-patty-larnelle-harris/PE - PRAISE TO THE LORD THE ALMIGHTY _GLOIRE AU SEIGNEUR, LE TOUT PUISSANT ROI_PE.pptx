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60" r:id="rId4"/>
    <p:sldId id="261" r:id="rId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43" autoAdjust="0"/>
    <p:restoredTop sz="90929"/>
  </p:normalViewPr>
  <p:slideViewPr>
    <p:cSldViewPr>
      <p:cViewPr varScale="1">
        <p:scale>
          <a:sx n="63" d="100"/>
          <a:sy n="63" d="100"/>
        </p:scale>
        <p:origin x="-1422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148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1C6572E-AE17-44EA-8E69-D6F43E5A95F1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B7AE95F-09C7-4BF3-9FE0-57F858D61232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717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A1CC9D-B586-42B2-B995-BBAA56B4BADC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81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1D658D3-C494-41A6-B744-88D74C43B7AC}" type="slidenum">
              <a:rPr lang="fr-FR" smtClean="0"/>
              <a:pPr/>
              <a:t>3</a:t>
            </a:fld>
            <a:endParaRPr lang="fr-FR" smtClean="0"/>
          </a:p>
        </p:txBody>
      </p:sp>
      <p:sp>
        <p:nvSpPr>
          <p:cNvPr id="921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6F68B5A-5A05-4978-8F6D-39F3CE50C722}" type="slidenum">
              <a:rPr lang="fr-FR" smtClean="0"/>
              <a:pPr/>
              <a:t>4</a:t>
            </a:fld>
            <a:endParaRPr lang="fr-FR" smtClean="0"/>
          </a:p>
        </p:txBody>
      </p:sp>
      <p:sp>
        <p:nvSpPr>
          <p:cNvPr id="102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9A719E-E110-47AD-841A-FD594DC33C8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F7481D-07E0-4E9B-87F4-C73A00C782E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3D2F99-5543-477E-94E4-DD99EC5C3D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00CCD8-4844-4A37-86CE-025B455813C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A88516-935A-4BB1-B7BE-C2674A2AF4B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FFD9D0-F06A-4E3C-B4A5-098BEA2F247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774F0D-A5A4-4BBE-B1D5-9B0CB7D9B1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9DC5-0516-4166-9F8F-A57FC20E5AD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29FF2A-01EE-4499-B8AF-C380FB534FC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1478DF-FEE2-4AB8-8354-E08349751A4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83CE8E-59F3-4D6D-9E16-1038E74C83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4120D75-60ED-40E6-86BE-BFF616AC329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7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GLOIRE AU SEIGNEUR, LE TOUT-PUISSANT 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ROI DE LA CRÉATION</a:t>
            </a:r>
            <a:br>
              <a:rPr lang="fr-FR" sz="27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LOUE-LE, Ô MON ÂME, CAR IL EST TA FORCE ET TA RÉDEMPTION</a:t>
            </a:r>
            <a:br>
              <a:rPr lang="fr-FR" sz="27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VOUS TOUS ICI, APPROCHEZ-VOUS 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DONC DE LUI AVEC MOI EN ADORATION</a:t>
            </a:r>
          </a:p>
          <a:p>
            <a:pPr algn="ctr">
              <a:lnSpc>
                <a:spcPct val="110000"/>
              </a:lnSpc>
            </a:pPr>
            <a:endParaRPr lang="fr-FR" sz="14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GLOIRE AU SEIGNEUR QUI SUR TOUTE CHOSE RÈGNE MERVEILLEUSEMENT</a:t>
            </a:r>
            <a:br>
              <a:rPr lang="fr-FR" sz="27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ABRITEZ-VOUS SOUS SES AILES 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ET SA MAIN VOUS SOUTIENDRA</a:t>
            </a:r>
            <a:br>
              <a:rPr lang="fr-FR" sz="27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VOYEZ COMMENT TOUS SES DÉSIRS S'ACCOMPLISSENT </a:t>
            </a:r>
            <a:br>
              <a:rPr lang="fr-FR" sz="27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GLORIEUSEMENT SELON CE QU'IL ORDONNE ?</a:t>
            </a:r>
            <a:br>
              <a:rPr lang="fr-FR" sz="2700">
                <a:solidFill>
                  <a:schemeClr val="bg1"/>
                </a:solidFill>
                <a:latin typeface="Arial Black" pitchFamily="34" charset="0"/>
              </a:rPr>
            </a:br>
            <a:endParaRPr lang="en-GB" sz="27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5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500">
                <a:solidFill>
                  <a:schemeClr val="bg1"/>
                </a:solidFill>
                <a:latin typeface="Arial Black" pitchFamily="34" charset="0"/>
              </a:rPr>
              <a:t>GLOIRE AU SEIGNEUR QUI TE BÉNIT </a:t>
            </a:r>
          </a:p>
          <a:p>
            <a:pPr algn="ctr">
              <a:lnSpc>
                <a:spcPct val="110000"/>
              </a:lnSpc>
            </a:pPr>
            <a:r>
              <a:rPr lang="fr-FR" sz="2500">
                <a:solidFill>
                  <a:schemeClr val="bg1"/>
                </a:solidFill>
                <a:latin typeface="Arial Black" pitchFamily="34" charset="0"/>
              </a:rPr>
              <a:t>ET TE DÉFEND TOUJOURS</a:t>
            </a:r>
            <a:br>
              <a:rPr lang="fr-FR" sz="25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500">
                <a:solidFill>
                  <a:schemeClr val="bg1"/>
                </a:solidFill>
                <a:latin typeface="Arial Black" pitchFamily="34" charset="0"/>
              </a:rPr>
              <a:t>SÛREMENT, SA BONTÉ ET SA GRÂCE </a:t>
            </a:r>
          </a:p>
          <a:p>
            <a:pPr algn="ctr">
              <a:lnSpc>
                <a:spcPct val="110000"/>
              </a:lnSpc>
            </a:pPr>
            <a:r>
              <a:rPr lang="fr-FR" sz="2500">
                <a:solidFill>
                  <a:schemeClr val="bg1"/>
                </a:solidFill>
                <a:latin typeface="Arial Black" pitchFamily="34" charset="0"/>
              </a:rPr>
              <a:t>TE SUIVRONT CHAQUE JOUR</a:t>
            </a:r>
            <a:br>
              <a:rPr lang="fr-FR" sz="25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500">
                <a:solidFill>
                  <a:schemeClr val="bg1"/>
                </a:solidFill>
                <a:latin typeface="Arial Black" pitchFamily="34" charset="0"/>
              </a:rPr>
              <a:t>PENSE À NOUVEAU </a:t>
            </a:r>
          </a:p>
          <a:p>
            <a:pPr algn="ctr">
              <a:lnSpc>
                <a:spcPct val="110000"/>
              </a:lnSpc>
            </a:pPr>
            <a:r>
              <a:rPr lang="fr-FR" sz="2500">
                <a:solidFill>
                  <a:schemeClr val="bg1"/>
                </a:solidFill>
                <a:latin typeface="Arial Black" pitchFamily="34" charset="0"/>
              </a:rPr>
              <a:t>À CE QUE PEUT FAIRE LE TRÈS HAUT</a:t>
            </a:r>
            <a:br>
              <a:rPr lang="fr-FR" sz="25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500">
                <a:solidFill>
                  <a:schemeClr val="bg1"/>
                </a:solidFill>
                <a:latin typeface="Arial Black" pitchFamily="34" charset="0"/>
              </a:rPr>
              <a:t>SI SON AMOUR TE FORTIFIE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500">
                <a:solidFill>
                  <a:schemeClr val="bg1"/>
                </a:solidFill>
                <a:latin typeface="Arial Black" pitchFamily="34" charset="0"/>
              </a:rPr>
              <a:t>GLOIRE AU SEIGNEUR </a:t>
            </a:r>
          </a:p>
          <a:p>
            <a:pPr algn="ctr">
              <a:lnSpc>
                <a:spcPct val="110000"/>
              </a:lnSpc>
            </a:pPr>
            <a:r>
              <a:rPr lang="fr-FR" sz="2500">
                <a:solidFill>
                  <a:schemeClr val="bg1"/>
                </a:solidFill>
                <a:latin typeface="Arial Black" pitchFamily="34" charset="0"/>
              </a:rPr>
              <a:t>QUE TOUT CE QUI EST EN MOI L'ADORE</a:t>
            </a:r>
            <a:br>
              <a:rPr lang="fr-FR" sz="25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500">
                <a:solidFill>
                  <a:schemeClr val="bg1"/>
                </a:solidFill>
                <a:latin typeface="Arial Black" pitchFamily="34" charset="0"/>
              </a:rPr>
              <a:t>QUE TOUT CE QUI VIT ET RESPIRE </a:t>
            </a:r>
          </a:p>
          <a:p>
            <a:pPr algn="ctr">
              <a:lnSpc>
                <a:spcPct val="110000"/>
              </a:lnSpc>
            </a:pPr>
            <a:r>
              <a:rPr lang="fr-FR" sz="2500">
                <a:solidFill>
                  <a:schemeClr val="bg1"/>
                </a:solidFill>
                <a:latin typeface="Arial Black" pitchFamily="34" charset="0"/>
              </a:rPr>
              <a:t>VIENNE LOUER DEVANT LUI</a:t>
            </a:r>
            <a:br>
              <a:rPr lang="fr-FR" sz="25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500">
                <a:solidFill>
                  <a:schemeClr val="bg1"/>
                </a:solidFill>
                <a:latin typeface="Arial Black" pitchFamily="34" charset="0"/>
              </a:rPr>
              <a:t>ET QUE SON PEUPLE S'ÉCRIE AMEN ET AMEN</a:t>
            </a:r>
            <a:br>
              <a:rPr lang="fr-FR" sz="2500">
                <a:solidFill>
                  <a:schemeClr val="bg1"/>
                </a:solidFill>
                <a:latin typeface="Arial Black" pitchFamily="34" charset="0"/>
              </a:rPr>
            </a:br>
            <a:endParaRPr lang="fr-FR" sz="2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500">
                <a:solidFill>
                  <a:schemeClr val="bg1"/>
                </a:solidFill>
                <a:latin typeface="Arial Black" pitchFamily="34" charset="0"/>
              </a:rPr>
              <a:t>ALLELUIA</a:t>
            </a:r>
            <a:endParaRPr lang="en-GB" sz="25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5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US" sz="11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>
                <a:solidFill>
                  <a:schemeClr val="bg1"/>
                </a:solidFill>
                <a:latin typeface="Arial Black" pitchFamily="34" charset="0"/>
              </a:rPr>
              <a:t>PRAISE TO THE LORD, THE ALMIGHTY</a:t>
            </a:r>
            <a:br>
              <a:rPr lang="en-US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>
                <a:solidFill>
                  <a:schemeClr val="bg1"/>
                </a:solidFill>
                <a:latin typeface="Arial Black" pitchFamily="34" charset="0"/>
              </a:rPr>
              <a:t>THE KING OF CREATION</a:t>
            </a:r>
            <a:br>
              <a:rPr lang="en-US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>
                <a:solidFill>
                  <a:schemeClr val="bg1"/>
                </a:solidFill>
                <a:latin typeface="Arial Black" pitchFamily="34" charset="0"/>
              </a:rPr>
              <a:t>O MY SOUL, PRAISE HIM</a:t>
            </a:r>
            <a:br>
              <a:rPr lang="en-US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>
                <a:solidFill>
                  <a:schemeClr val="bg1"/>
                </a:solidFill>
                <a:latin typeface="Arial Black" pitchFamily="34" charset="0"/>
              </a:rPr>
              <a:t>FOR HE IS THY HEALTH AND SALVATION</a:t>
            </a:r>
            <a:br>
              <a:rPr lang="en-US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>
                <a:solidFill>
                  <a:schemeClr val="bg1"/>
                </a:solidFill>
                <a:latin typeface="Arial Black" pitchFamily="34" charset="0"/>
              </a:rPr>
              <a:t>ALL YE WHO HEAR, NOW TO HIS TEMPLE DRAW NEAR</a:t>
            </a:r>
            <a:br>
              <a:rPr lang="en-US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>
                <a:solidFill>
                  <a:schemeClr val="bg1"/>
                </a:solidFill>
                <a:latin typeface="Arial Black" pitchFamily="34" charset="0"/>
              </a:rPr>
              <a:t>PRAISE HIM IN GLAD ADORATION</a:t>
            </a:r>
          </a:p>
          <a:p>
            <a:pPr algn="ctr">
              <a:lnSpc>
                <a:spcPct val="110000"/>
              </a:lnSpc>
            </a:pPr>
            <a:endParaRPr lang="en-US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>
                <a:solidFill>
                  <a:schemeClr val="bg1"/>
                </a:solidFill>
                <a:latin typeface="Arial Black" pitchFamily="34" charset="0"/>
              </a:rPr>
              <a:t>PRAISE TO THE LORD</a:t>
            </a:r>
            <a:br>
              <a:rPr lang="en-US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>
                <a:solidFill>
                  <a:schemeClr val="bg1"/>
                </a:solidFill>
                <a:latin typeface="Arial Black" pitchFamily="34" charset="0"/>
              </a:rPr>
              <a:t>WHO O'ER ALL THINGS SO WONDERFULLY REIGNETH</a:t>
            </a:r>
            <a:br>
              <a:rPr lang="en-US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>
                <a:solidFill>
                  <a:schemeClr val="bg1"/>
                </a:solidFill>
                <a:latin typeface="Arial Black" pitchFamily="34" charset="0"/>
              </a:rPr>
              <a:t>SHELTERS THEE UNDER HIS WINGS</a:t>
            </a:r>
            <a:br>
              <a:rPr lang="en-US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>
                <a:solidFill>
                  <a:schemeClr val="bg1"/>
                </a:solidFill>
                <a:latin typeface="Arial Black" pitchFamily="34" charset="0"/>
              </a:rPr>
              <a:t>YEA, SO GLADLY SUSTAINETH</a:t>
            </a:r>
            <a:br>
              <a:rPr lang="en-US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>
                <a:solidFill>
                  <a:schemeClr val="bg1"/>
                </a:solidFill>
                <a:latin typeface="Arial Black" pitchFamily="34" charset="0"/>
              </a:rPr>
              <a:t>HAST THOU NOT SEEN HOW THY DESIRES E'ER HAVE BEEN</a:t>
            </a:r>
            <a:br>
              <a:rPr lang="en-US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>
                <a:solidFill>
                  <a:schemeClr val="bg1"/>
                </a:solidFill>
                <a:latin typeface="Arial Black" pitchFamily="34" charset="0"/>
              </a:rPr>
              <a:t>GRANTED IN WHAT HE ORDAINETH</a:t>
            </a:r>
            <a:endParaRPr lang="en-GB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5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PRAISE TO THE LORD</a:t>
            </a:r>
            <a:br>
              <a:rPr lang="en-US" sz="26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WHO DOTH PROSPER THEY WORK 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AND DEFEND THEE</a:t>
            </a:r>
            <a:br>
              <a:rPr lang="en-US" sz="26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SURELY HIS GOODNESS AND MERCY HERE DAILY ATTEND THEE</a:t>
            </a:r>
            <a:br>
              <a:rPr lang="en-US" sz="26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PONDER A NEW WHAT 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THE ALMIGHTY CAN DO</a:t>
            </a:r>
            <a:br>
              <a:rPr lang="en-US" sz="26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IF WITH HIS LOVE HE BEFRIEND THEE</a:t>
            </a:r>
          </a:p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>
                <a:solidFill>
                  <a:schemeClr val="bg1"/>
                </a:solidFill>
                <a:latin typeface="Arial Black" pitchFamily="34" charset="0"/>
              </a:rPr>
              <a:t>PRAISE TO THE LORD</a:t>
            </a:r>
          </a:p>
          <a:p>
            <a:pPr algn="ctr">
              <a:lnSpc>
                <a:spcPct val="110000"/>
              </a:lnSpc>
            </a:pPr>
            <a:r>
              <a:rPr lang="en-US">
                <a:solidFill>
                  <a:schemeClr val="bg1"/>
                </a:solidFill>
                <a:latin typeface="Arial Black" pitchFamily="34" charset="0"/>
              </a:rPr>
              <a:t>O LET ALL THAT IS IN ME ADORE HIM</a:t>
            </a:r>
            <a:br>
              <a:rPr lang="en-US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>
                <a:solidFill>
                  <a:schemeClr val="bg1"/>
                </a:solidFill>
                <a:latin typeface="Arial Black" pitchFamily="34" charset="0"/>
              </a:rPr>
              <a:t>ALL THAT HATH LIFE AND BREATH</a:t>
            </a:r>
            <a:br>
              <a:rPr lang="en-US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>
                <a:solidFill>
                  <a:schemeClr val="bg1"/>
                </a:solidFill>
                <a:latin typeface="Arial Black" pitchFamily="34" charset="0"/>
              </a:rPr>
              <a:t>COME NOW WITH PRAISES BEFORE HIM</a:t>
            </a:r>
            <a:br>
              <a:rPr lang="en-US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>
                <a:solidFill>
                  <a:schemeClr val="bg1"/>
                </a:solidFill>
                <a:latin typeface="Arial Black" pitchFamily="34" charset="0"/>
              </a:rPr>
              <a:t>LET THE 'AMEN' SOUND FROM HIS PEOPLE AGAIN</a:t>
            </a:r>
            <a:br>
              <a:rPr lang="en-US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>
                <a:solidFill>
                  <a:schemeClr val="bg1"/>
                </a:solidFill>
                <a:latin typeface="Arial Black" pitchFamily="34" charset="0"/>
              </a:rPr>
              <a:t>GLADLY FOR AYE WE ADORE HIM</a:t>
            </a:r>
          </a:p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>
                <a:solidFill>
                  <a:schemeClr val="bg1"/>
                </a:solidFill>
                <a:latin typeface="Arial Black" pitchFamily="34" charset="0"/>
              </a:rPr>
              <a:t>HALLELUJAH, HALLELUJAH</a:t>
            </a:r>
          </a:p>
          <a:p>
            <a:pPr algn="ctr">
              <a:lnSpc>
                <a:spcPct val="110000"/>
              </a:lnSpc>
            </a:pPr>
            <a:r>
              <a:rPr lang="en-US">
                <a:solidFill>
                  <a:schemeClr val="bg1"/>
                </a:solidFill>
                <a:latin typeface="Arial Black" pitchFamily="34" charset="0"/>
              </a:rPr>
              <a:t> HALLELUJAH, HALLELUJAH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35</Words>
  <Application>Microsoft Office PowerPoint</Application>
  <PresentationFormat>On-screen Show (4:3)</PresentationFormat>
  <Paragraphs>33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Times New Roman</vt:lpstr>
      <vt:lpstr>Arial</vt:lpstr>
      <vt:lpstr>Arial Black</vt:lpstr>
      <vt:lpstr>Default Design</vt:lpstr>
      <vt:lpstr>Diapositive 1</vt:lpstr>
      <vt:lpstr>Diapositive 2</vt:lpstr>
      <vt:lpstr>Diapositive 3</vt:lpstr>
      <vt:lpstr>Diapositive 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49</cp:revision>
  <dcterms:created xsi:type="dcterms:W3CDTF">2002-08-17T13:12:10Z</dcterms:created>
  <dcterms:modified xsi:type="dcterms:W3CDTF">2014-11-08T17:21:53Z</dcterms:modified>
</cp:coreProperties>
</file>