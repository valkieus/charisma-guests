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3" r:id="rId5"/>
    <p:sldId id="264" r:id="rId6"/>
    <p:sldId id="265" r:id="rId7"/>
    <p:sldId id="266" r:id="rId8"/>
    <p:sldId id="267" r:id="rId9"/>
    <p:sldId id="268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314887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86" autoAdjust="0"/>
    <p:restoredTop sz="90929"/>
  </p:normalViewPr>
  <p:slideViewPr>
    <p:cSldViewPr>
      <p:cViewPr>
        <p:scale>
          <a:sx n="46" d="100"/>
          <a:sy n="46" d="100"/>
        </p:scale>
        <p:origin x="-354" y="-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BE7292F-A859-4310-B261-79226CB95AA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1363EEB-4203-40E8-8FE7-0E8E326A6AA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C0F63C9-3046-465B-8A0F-054450843E9C}" type="slidenum">
              <a:rPr lang="fr-FR" smtClean="0"/>
              <a:pPr/>
              <a:t>1</a:t>
            </a:fld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CBE582E-09B3-4DD9-815D-B9F09EBF17EE}" type="slidenum">
              <a:rPr lang="fr-FR" smtClean="0"/>
              <a:pPr/>
              <a:t>2</a:t>
            </a:fld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BD6FB6B-C9CF-40DF-916B-AAA63E5B712F}" type="slidenum">
              <a:rPr lang="fr-FR" smtClean="0"/>
              <a:pPr/>
              <a:t>3</a:t>
            </a:fld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CBC6A35-F1C3-43B7-B797-F24280ECEE54}" type="slidenum">
              <a:rPr lang="fr-FR" smtClean="0"/>
              <a:pPr/>
              <a:t>4</a:t>
            </a:fld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871E5EE-C9C3-4613-B313-081411508D92}" type="slidenum">
              <a:rPr lang="fr-FR" smtClean="0"/>
              <a:pPr/>
              <a:t>5</a:t>
            </a:fld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F5605CC-4068-4D3A-B542-B7989FB1BCD7}" type="slidenum">
              <a:rPr lang="fr-FR" smtClean="0"/>
              <a:pPr/>
              <a:t>6</a:t>
            </a:fld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D9CDFAF-4B0D-4A61-839D-52D3FD824561}" type="slidenum">
              <a:rPr lang="fr-FR" smtClean="0"/>
              <a:pPr/>
              <a:t>7</a:t>
            </a:fld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4B50BA2-ED21-42F4-90F7-CAD4F704AE09}" type="slidenum">
              <a:rPr lang="fr-FR" smtClean="0"/>
              <a:pPr/>
              <a:t>8</a:t>
            </a:fld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10119E5-487D-474F-95D5-9B7A9E90D75F}" type="slidenum">
              <a:rPr lang="fr-FR" smtClean="0"/>
              <a:pPr/>
              <a:t>9</a:t>
            </a:fld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858E61-EDF9-4D6D-8F68-0374AB259D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0C67C-2E91-456C-8673-DC1FA2D1E2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04C4D-DA08-4A9C-BDBC-A169D4CEE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FF8FF-16A0-49CB-AB27-E226C475AB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D0D21-F6B0-4E83-97B2-35C846536C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7C014-CA0C-4D5F-BF5B-A5BEDBBE44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167BE2-09CF-40C3-B56C-906DF7D8DF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4E3DC-FC84-4658-B92D-35557BBAB4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FD8A5-2F78-446A-852C-28AD333AEE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13A26C-50ED-4833-A24C-FB83A25775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CB02A-DAB6-437C-8CB8-9C07278BC8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2814E40-9E82-4B72-99CA-DF21A0814C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J’AI L’ASSURANCE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D’ÊTRE EN JÉSUS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QUELLE ESPÉRANCE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DE SA GLOIRE VENUE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ENFANT DU SALUT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DIEU M’A RACHETÉ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NÉ DE SON ESPRIT 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SON SANG M’A LAVÉ</a:t>
            </a:r>
          </a:p>
        </p:txBody>
      </p:sp>
      <p:sp>
        <p:nvSpPr>
          <p:cNvPr id="2080" name="Text Box 32"/>
          <p:cNvSpPr txBox="1">
            <a:spLocks noChangeArrowheads="1"/>
          </p:cNvSpPr>
          <p:nvPr/>
        </p:nvSpPr>
        <p:spPr bwMode="auto">
          <a:xfrm>
            <a:off x="8316913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2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388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C’EST MON HISTOIRE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C’EST MON CHANT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LOUER MON SAUVEUR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LE JOUR DURANT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C’EST MON HISTOIRE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C’EST MON CHANT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LOUER MON SAUVEUR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À CHAQUE INSTANT</a:t>
            </a:r>
          </a:p>
        </p:txBody>
      </p:sp>
      <p:sp>
        <p:nvSpPr>
          <p:cNvPr id="5151" name="Text Box 31"/>
          <p:cNvSpPr txBox="1">
            <a:spLocks noChangeArrowheads="1"/>
          </p:cNvSpPr>
          <p:nvPr/>
        </p:nvSpPr>
        <p:spPr bwMode="auto">
          <a:xfrm>
            <a:off x="8316913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2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388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PARFAITE SOUMISSION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PARFAIT BONHEUR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L’HEURE DE SON RETOUR BRILLE DANS MON COEUR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L’ÉCHO DES ANGES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QUI CLAMENT FORT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SON GRAND AMOUR 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ET SA MISÉRICORDE</a:t>
            </a:r>
          </a:p>
        </p:txBody>
      </p:sp>
      <p:sp>
        <p:nvSpPr>
          <p:cNvPr id="6177" name="Text Box 33"/>
          <p:cNvSpPr txBox="1">
            <a:spLocks noChangeArrowheads="1"/>
          </p:cNvSpPr>
          <p:nvPr/>
        </p:nvSpPr>
        <p:spPr bwMode="auto">
          <a:xfrm>
            <a:off x="8316913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2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388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PARFAITE SOUMISSION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J’AI TOUT EN LUI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AVEC MON SAUVEUR 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JE SUIS BÉNI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JE SUIS DANS L’ATTENTE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PLEIN DE CONFIANCE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REMPLI DE BONTÉ</a:t>
            </a: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DE SA TOUTE PUISSANCE</a:t>
            </a:r>
          </a:p>
        </p:txBody>
      </p:sp>
      <p:sp>
        <p:nvSpPr>
          <p:cNvPr id="9247" name="Text Box 31"/>
          <p:cNvSpPr txBox="1">
            <a:spLocks noChangeArrowheads="1"/>
          </p:cNvSpPr>
          <p:nvPr/>
        </p:nvSpPr>
        <p:spPr bwMode="auto">
          <a:xfrm>
            <a:off x="8316913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2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388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BLESSED ASSURANCE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JESUS IS MINE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OH, WHAT A FORETASTE OF GLORY DIVINE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AIR OF SALVATION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PURCHASE OF GOD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BORN OF HIS SPIRIT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WASHED IN HIS BLOOD</a:t>
            </a: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9247" name="Text Box 31"/>
          <p:cNvSpPr txBox="1">
            <a:spLocks noChangeArrowheads="1"/>
          </p:cNvSpPr>
          <p:nvPr/>
        </p:nvSpPr>
        <p:spPr bwMode="auto">
          <a:xfrm>
            <a:off x="8316913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2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388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THIS IS MY STORY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THIS IS MY SONG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PRAISING MY SAVIOUR ALL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DAY LONG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THIS IS MY STORY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THIS IS MY SONG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PRAISING MY SAVIOUR ALL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DAY LONG</a:t>
            </a: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9247" name="Text Box 31"/>
          <p:cNvSpPr txBox="1">
            <a:spLocks noChangeArrowheads="1"/>
          </p:cNvSpPr>
          <p:nvPr/>
        </p:nvSpPr>
        <p:spPr bwMode="auto">
          <a:xfrm>
            <a:off x="8316913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2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388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 </a:t>
            </a: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PERFECT SUBMITION</a:t>
            </a:r>
          </a:p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PERFECT DELIGHT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VISIONS OF RAPTURE NOW BURST ON MY SIDE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ANGELS DESCENDING</a:t>
            </a:r>
          </a:p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BRING FROM ABOVE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ECHOS OF MERCY</a:t>
            </a:r>
          </a:p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WHISPERS OF LOVE</a:t>
            </a:r>
            <a:endParaRPr lang="fr-FR" sz="3600"/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 b="1" u="sng"/>
              <a:t>En anglais</a:t>
            </a:r>
            <a:r>
              <a:rPr lang="fr-FR" sz="3600"/>
              <a:t> :</a:t>
            </a:r>
          </a:p>
          <a:p>
            <a:r>
              <a:rPr lang="fr-FR" sz="3600"/>
              <a:t> </a:t>
            </a:r>
          </a:p>
          <a:p>
            <a:r>
              <a:rPr lang="en-US" sz="3600"/>
              <a:t>Blessed assurance, Jesus is mine</a:t>
            </a:r>
            <a:br>
              <a:rPr lang="en-US" sz="3600"/>
            </a:br>
            <a:r>
              <a:rPr lang="en-US" sz="3600"/>
              <a:t>Oh, what a foretaste of glory divine</a:t>
            </a:r>
            <a:br>
              <a:rPr lang="en-US" sz="3600"/>
            </a:br>
            <a:r>
              <a:rPr lang="en-US" sz="3600"/>
              <a:t>Air of salvation, purchase of God</a:t>
            </a:r>
            <a:br>
              <a:rPr lang="en-US" sz="3600"/>
            </a:br>
            <a:r>
              <a:rPr lang="en-US" sz="3600"/>
              <a:t>Born of his spirit, washed in his blood.</a:t>
            </a:r>
            <a:br>
              <a:rPr lang="en-US" sz="3600"/>
            </a:br>
            <a:r>
              <a:rPr lang="en-US" sz="3600"/>
              <a:t/>
            </a:r>
            <a:br>
              <a:rPr lang="en-US" sz="3600"/>
            </a:br>
            <a:r>
              <a:rPr lang="en-US" sz="3600"/>
              <a:t>This is my story, this is my song</a:t>
            </a:r>
            <a:br>
              <a:rPr lang="en-US" sz="3600"/>
            </a:br>
            <a:r>
              <a:rPr lang="en-US" sz="3600"/>
              <a:t>Praising my Saviour all the day long</a:t>
            </a:r>
            <a:br>
              <a:rPr lang="en-US" sz="3600"/>
            </a:br>
            <a:r>
              <a:rPr lang="en-US" sz="3600"/>
              <a:t>This is my story, this is my song</a:t>
            </a:r>
            <a:br>
              <a:rPr lang="en-US" sz="3600"/>
            </a:br>
            <a:r>
              <a:rPr lang="en-US" sz="3600"/>
              <a:t>Praising my Saviour all the day long.</a:t>
            </a:r>
            <a:br>
              <a:rPr lang="en-US" sz="3600"/>
            </a:br>
            <a:r>
              <a:rPr lang="en-US" sz="3600"/>
              <a:t/>
            </a:r>
            <a:br>
              <a:rPr lang="en-US" sz="3600"/>
            </a:br>
            <a:r>
              <a:rPr lang="en-US" sz="3600"/>
              <a:t>Perfect submition, perfect delight</a:t>
            </a:r>
            <a:br>
              <a:rPr lang="en-US" sz="3600"/>
            </a:br>
            <a:r>
              <a:rPr lang="en-US" sz="3600"/>
              <a:t>Visions of rapture now burst on my side</a:t>
            </a:r>
            <a:br>
              <a:rPr lang="en-US" sz="3600"/>
            </a:br>
            <a:r>
              <a:rPr lang="en-US" sz="3600"/>
              <a:t>Angels descending bring from above</a:t>
            </a:r>
            <a:br>
              <a:rPr lang="en-US" sz="3600"/>
            </a:br>
            <a:r>
              <a:rPr lang="en-US" sz="3600"/>
              <a:t>Echos of mercy, whispers of love.</a:t>
            </a:r>
            <a:br>
              <a:rPr lang="en-US" sz="3600"/>
            </a:br>
            <a:r>
              <a:rPr lang="en-US" sz="3600"/>
              <a:t/>
            </a:r>
            <a:br>
              <a:rPr lang="en-US" sz="3600"/>
            </a:br>
            <a:r>
              <a:rPr lang="en-US" sz="3600"/>
              <a:t>This is my story this is my song</a:t>
            </a:r>
            <a:br>
              <a:rPr lang="en-US" sz="3600"/>
            </a:br>
            <a:r>
              <a:rPr lang="en-US" sz="3600"/>
              <a:t>Praising my Saviour all the day long</a:t>
            </a:r>
            <a:br>
              <a:rPr lang="en-US" sz="3600"/>
            </a:br>
            <a:r>
              <a:rPr lang="en-US" sz="3600"/>
              <a:t>This is my story, this is my song</a:t>
            </a:r>
            <a:br>
              <a:rPr lang="en-US" sz="3600"/>
            </a:br>
            <a:r>
              <a:rPr lang="en-US" sz="3600"/>
              <a:t>Praising my Saviour all the day long.</a:t>
            </a: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9247" name="Text Box 31"/>
          <p:cNvSpPr txBox="1">
            <a:spLocks noChangeArrowheads="1"/>
          </p:cNvSpPr>
          <p:nvPr/>
        </p:nvSpPr>
        <p:spPr bwMode="auto">
          <a:xfrm>
            <a:off x="8316913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2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388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 </a:t>
            </a: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THIS IS MY STORY</a:t>
            </a:r>
          </a:p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THIS IS MY SONG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PRAISING MY SAVIOUR</a:t>
            </a:r>
          </a:p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ALL THE DAY LONG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THIS IS MY STORY</a:t>
            </a:r>
          </a:p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THIS IS MY SONG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PRAISING MY SAVIOUR</a:t>
            </a:r>
          </a:p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ALL THE DAY LONG</a:t>
            </a:r>
            <a:endParaRPr lang="fr-FR" sz="3600"/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 b="1" u="sng"/>
              <a:t>En anglais</a:t>
            </a:r>
            <a:r>
              <a:rPr lang="fr-FR" sz="3600"/>
              <a:t> :</a:t>
            </a:r>
          </a:p>
          <a:p>
            <a:r>
              <a:rPr lang="fr-FR" sz="3600"/>
              <a:t> </a:t>
            </a:r>
          </a:p>
          <a:p>
            <a:r>
              <a:rPr lang="en-US" sz="3600"/>
              <a:t>Blessed assurance, Jesus is mine</a:t>
            </a:r>
            <a:br>
              <a:rPr lang="en-US" sz="3600"/>
            </a:br>
            <a:r>
              <a:rPr lang="en-US" sz="3600"/>
              <a:t>Oh, what a foretaste of glory divine</a:t>
            </a:r>
            <a:br>
              <a:rPr lang="en-US" sz="3600"/>
            </a:br>
            <a:r>
              <a:rPr lang="en-US" sz="3600"/>
              <a:t>Air of salvation, purchase of God</a:t>
            </a:r>
            <a:br>
              <a:rPr lang="en-US" sz="3600"/>
            </a:br>
            <a:r>
              <a:rPr lang="en-US" sz="3600"/>
              <a:t>Born of his spirit, washed in his blood.</a:t>
            </a:r>
            <a:br>
              <a:rPr lang="en-US" sz="3600"/>
            </a:br>
            <a:r>
              <a:rPr lang="en-US" sz="3600"/>
              <a:t/>
            </a:r>
            <a:br>
              <a:rPr lang="en-US" sz="3600"/>
            </a:br>
            <a:r>
              <a:rPr lang="en-US" sz="3600"/>
              <a:t>This is my story, this is my song</a:t>
            </a:r>
            <a:br>
              <a:rPr lang="en-US" sz="3600"/>
            </a:br>
            <a:r>
              <a:rPr lang="en-US" sz="3600"/>
              <a:t>Praising my Saviour all the day long</a:t>
            </a:r>
            <a:br>
              <a:rPr lang="en-US" sz="3600"/>
            </a:br>
            <a:r>
              <a:rPr lang="en-US" sz="3600"/>
              <a:t>This is my story, this is my song</a:t>
            </a:r>
            <a:br>
              <a:rPr lang="en-US" sz="3600"/>
            </a:br>
            <a:r>
              <a:rPr lang="en-US" sz="3600"/>
              <a:t>Praising my Saviour all the day long.</a:t>
            </a:r>
            <a:br>
              <a:rPr lang="en-US" sz="3600"/>
            </a:br>
            <a:r>
              <a:rPr lang="en-US" sz="3600"/>
              <a:t/>
            </a:r>
            <a:br>
              <a:rPr lang="en-US" sz="3600"/>
            </a:br>
            <a:r>
              <a:rPr lang="en-US" sz="3600"/>
              <a:t>Perfect submition, perfect delight</a:t>
            </a:r>
            <a:br>
              <a:rPr lang="en-US" sz="3600"/>
            </a:br>
            <a:r>
              <a:rPr lang="en-US" sz="3600"/>
              <a:t>Visions of rapture now burst on my side</a:t>
            </a:r>
            <a:br>
              <a:rPr lang="en-US" sz="3600"/>
            </a:br>
            <a:r>
              <a:rPr lang="en-US" sz="3600"/>
              <a:t>Angels descending bring from above</a:t>
            </a:r>
            <a:br>
              <a:rPr lang="en-US" sz="3600"/>
            </a:br>
            <a:r>
              <a:rPr lang="en-US" sz="3600"/>
              <a:t>Echos of mercy, whispers of love.</a:t>
            </a:r>
            <a:br>
              <a:rPr lang="en-US" sz="3600"/>
            </a:br>
            <a:r>
              <a:rPr lang="en-US" sz="3600"/>
              <a:t/>
            </a:r>
            <a:br>
              <a:rPr lang="en-US" sz="3600"/>
            </a:br>
            <a:r>
              <a:rPr lang="en-US" sz="3600"/>
              <a:t>This is my story this is my song</a:t>
            </a:r>
            <a:br>
              <a:rPr lang="en-US" sz="3600"/>
            </a:br>
            <a:r>
              <a:rPr lang="en-US" sz="3600"/>
              <a:t>Praising my Saviour all the day long</a:t>
            </a:r>
            <a:br>
              <a:rPr lang="en-US" sz="3600"/>
            </a:br>
            <a:r>
              <a:rPr lang="en-US" sz="3600"/>
              <a:t>This is my story, this is my song</a:t>
            </a:r>
            <a:br>
              <a:rPr lang="en-US" sz="3600"/>
            </a:br>
            <a:r>
              <a:rPr lang="en-US" sz="3600"/>
              <a:t>Praising my Saviour all the day long.</a:t>
            </a: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9247" name="Text Box 31"/>
          <p:cNvSpPr txBox="1">
            <a:spLocks noChangeArrowheads="1"/>
          </p:cNvSpPr>
          <p:nvPr/>
        </p:nvSpPr>
        <p:spPr bwMode="auto">
          <a:xfrm>
            <a:off x="8316913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2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388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 </a:t>
            </a: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THIS IS MY STORY</a:t>
            </a:r>
          </a:p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THIS IS MY SONG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PRAISING MY SAVIOUR ALL THE DAY LONG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THIS IS MY STORY</a:t>
            </a:r>
          </a:p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THIS IS MY SONG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PRAISING MY SAVIOUR ALL</a:t>
            </a:r>
          </a:p>
          <a:p>
            <a:pPr algn="ctr"/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DAY LONG</a:t>
            </a:r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/>
              <a:t> </a:t>
            </a:r>
          </a:p>
          <a:p>
            <a:r>
              <a:rPr lang="fr-FR" sz="3600" b="1" u="sng"/>
              <a:t>En anglais</a:t>
            </a:r>
            <a:r>
              <a:rPr lang="fr-FR" sz="3600"/>
              <a:t> :</a:t>
            </a:r>
          </a:p>
          <a:p>
            <a:r>
              <a:rPr lang="fr-FR" sz="3600"/>
              <a:t> </a:t>
            </a:r>
          </a:p>
          <a:p>
            <a:r>
              <a:rPr lang="en-US" sz="3600"/>
              <a:t>Blessed assurance, Jesus is mine</a:t>
            </a:r>
            <a:br>
              <a:rPr lang="en-US" sz="3600"/>
            </a:br>
            <a:r>
              <a:rPr lang="en-US" sz="3600"/>
              <a:t>Oh, what a foretaste of glory divine</a:t>
            </a:r>
            <a:br>
              <a:rPr lang="en-US" sz="3600"/>
            </a:br>
            <a:r>
              <a:rPr lang="en-US" sz="3600"/>
              <a:t>Air of salvation, purchase of God</a:t>
            </a:r>
            <a:br>
              <a:rPr lang="en-US" sz="3600"/>
            </a:br>
            <a:r>
              <a:rPr lang="en-US" sz="3600"/>
              <a:t>Born of his spirit, washed in his blood.</a:t>
            </a:r>
            <a:br>
              <a:rPr lang="en-US" sz="3600"/>
            </a:br>
            <a:r>
              <a:rPr lang="en-US" sz="3600"/>
              <a:t/>
            </a:r>
            <a:br>
              <a:rPr lang="en-US" sz="3600"/>
            </a:br>
            <a:r>
              <a:rPr lang="en-US" sz="3600"/>
              <a:t>This is my story, this is my song</a:t>
            </a:r>
            <a:br>
              <a:rPr lang="en-US" sz="3600"/>
            </a:br>
            <a:r>
              <a:rPr lang="en-US" sz="3600"/>
              <a:t>Praising my Saviour all the day long</a:t>
            </a:r>
            <a:br>
              <a:rPr lang="en-US" sz="3600"/>
            </a:br>
            <a:r>
              <a:rPr lang="en-US" sz="3600"/>
              <a:t>This is my story, this is my song</a:t>
            </a:r>
            <a:br>
              <a:rPr lang="en-US" sz="3600"/>
            </a:br>
            <a:r>
              <a:rPr lang="en-US" sz="3600"/>
              <a:t>Praising my Saviour all the day long.</a:t>
            </a:r>
            <a:br>
              <a:rPr lang="en-US" sz="3600"/>
            </a:br>
            <a:r>
              <a:rPr lang="en-US" sz="3600"/>
              <a:t/>
            </a:r>
            <a:br>
              <a:rPr lang="en-US" sz="3600"/>
            </a:br>
            <a:r>
              <a:rPr lang="en-US" sz="3600"/>
              <a:t>Perfect submition, perfect delight</a:t>
            </a:r>
            <a:br>
              <a:rPr lang="en-US" sz="3600"/>
            </a:br>
            <a:r>
              <a:rPr lang="en-US" sz="3600"/>
              <a:t>Visions of rapture now burst on my side</a:t>
            </a:r>
            <a:br>
              <a:rPr lang="en-US" sz="3600"/>
            </a:br>
            <a:r>
              <a:rPr lang="en-US" sz="3600"/>
              <a:t>Angels descending bring from above</a:t>
            </a:r>
            <a:br>
              <a:rPr lang="en-US" sz="3600"/>
            </a:br>
            <a:r>
              <a:rPr lang="en-US" sz="3600"/>
              <a:t>Echos of mercy, whispers of love.</a:t>
            </a:r>
            <a:br>
              <a:rPr lang="en-US" sz="3600"/>
            </a:br>
            <a:r>
              <a:rPr lang="en-US" sz="3600"/>
              <a:t/>
            </a:r>
            <a:br>
              <a:rPr lang="en-US" sz="3600"/>
            </a:br>
            <a:r>
              <a:rPr lang="en-US" sz="3600"/>
              <a:t>This is my story this is my song</a:t>
            </a:r>
            <a:br>
              <a:rPr lang="en-US" sz="3600"/>
            </a:br>
            <a:r>
              <a:rPr lang="en-US" sz="3600"/>
              <a:t>Praising my Saviour all the day long</a:t>
            </a:r>
            <a:br>
              <a:rPr lang="en-US" sz="3600"/>
            </a:br>
            <a:r>
              <a:rPr lang="en-US" sz="3600"/>
              <a:t>This is my story, this is my song</a:t>
            </a:r>
            <a:br>
              <a:rPr lang="en-US" sz="3600"/>
            </a:br>
            <a:r>
              <a:rPr lang="en-US" sz="3600"/>
              <a:t>Praising my Saviour all the day long.</a:t>
            </a: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9247" name="Text Box 31"/>
          <p:cNvSpPr txBox="1">
            <a:spLocks noChangeArrowheads="1"/>
          </p:cNvSpPr>
          <p:nvPr/>
        </p:nvSpPr>
        <p:spPr bwMode="auto">
          <a:xfrm>
            <a:off x="8316913" y="6308725"/>
            <a:ext cx="7540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2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388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122</Words>
  <Application>Microsoft PowerPoint</Application>
  <PresentationFormat>On-screen Show (4:3)</PresentationFormat>
  <Paragraphs>190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Times New Roman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45</cp:revision>
  <dcterms:created xsi:type="dcterms:W3CDTF">2002-08-17T09:30:25Z</dcterms:created>
  <dcterms:modified xsi:type="dcterms:W3CDTF">2014-11-08T17:48:31Z</dcterms:modified>
</cp:coreProperties>
</file>