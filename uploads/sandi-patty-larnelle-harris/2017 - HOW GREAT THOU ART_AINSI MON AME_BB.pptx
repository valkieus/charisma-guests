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2" r:id="rId2"/>
    <p:sldId id="273" r:id="rId3"/>
    <p:sldId id="274" r:id="rId4"/>
    <p:sldId id="283" r:id="rId5"/>
    <p:sldId id="275" r:id="rId6"/>
    <p:sldId id="277" r:id="rId7"/>
    <p:sldId id="278" r:id="rId8"/>
    <p:sldId id="284" r:id="rId9"/>
    <p:sldId id="279" r:id="rId10"/>
    <p:sldId id="280" r:id="rId11"/>
    <p:sldId id="285" r:id="rId12"/>
    <p:sldId id="281" r:id="rId13"/>
    <p:sldId id="286" r:id="rId14"/>
    <p:sldId id="282" r:id="rId15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69" autoAdjust="0"/>
    <p:restoredTop sz="58184" autoAdjust="0"/>
  </p:normalViewPr>
  <p:slideViewPr>
    <p:cSldViewPr>
      <p:cViewPr varScale="1">
        <p:scale>
          <a:sx n="48" d="100"/>
          <a:sy n="48" d="100"/>
        </p:scale>
        <p:origin x="-114" y="-3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BE706A1-76F0-4540-ABC2-22B1962C259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381C6BD-9545-4C8F-B8CB-A105E294D63E}" type="slidenum">
              <a:rPr lang="fr-FR" altLang="en-US"/>
              <a:pPr>
                <a:defRPr/>
              </a:pPr>
              <a:t>‹#›</a:t>
            </a:fld>
            <a:endParaRPr lang="fr-F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1- DIEU TOUT-PUISSANT QUAND MON CŒUR CONSIDÈRE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o lord my god, when i in awesome wonder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2- TOUT L'UNIVERS CRÉE PAR TON POUVOIR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consider all the worlds thy hands have made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3- LE CIEL D'AZUR, LES ÉCLAIRS, LE TONNERRE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see the stars, i hear the rolling thunder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4- LE CLAIR MATIN OU LES OMBRES DU SOIR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thy power throughout the universe displayed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5- AINSI MON ÂME CHANTE LOUANGE À TOI TU ES SI GRAND, TU ES SI GRAND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sings my soul my saviour god, to thee how great thou 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6- ET QUAND JE PENSE QUE DIEU A DONNÉ SON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when i think that god his son not sparing sent him to die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7- POUR ME SAUVER, JE NE PEUX L'IMAGINER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scarce can take it in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8- QUE SUR LA CROIX IL A PORTÉ MES FARDEAUX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that on the cross my burden gladly bearing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9- ET IL EST MORT POUR LAVER MES PÉCHÉS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he bled and died to take away my sin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10- QUAND IL VIENDRA AUX SONS DE CÉLÉBRATION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when christ shall come with shout of acclamation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11- POUR ME CHERCHER, JE SERAI DANS LA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take me home, what joy shall fill my heart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12- ET PROSTERNÉ HUMBLEMENT EN T'ADORANT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i shall bow in humble adoration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13- JE CHANTERAI QUE MON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then proclaim "my god, how great thou art!"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Fin: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14- TU ES SI GRAND, TU ES SI GRAND, TU ES SI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how great thou art, how great thou art! </a:t>
            </a:r>
            <a:endParaRPr lang="fr-FR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smtClean="0"/>
              <a:t>1- DIEU TOUT-PUISSANT QUAND MON CŒUR CONSIDÈRE  </a:t>
            </a:r>
          </a:p>
          <a:p>
            <a:r>
              <a:rPr lang="en-US" altLang="en-US" smtClean="0"/>
              <a:t>o lord my god, when i in awesome wonder</a:t>
            </a:r>
          </a:p>
          <a:p>
            <a:endParaRPr lang="en-US" altLang="en-US" smtClean="0"/>
          </a:p>
          <a:p>
            <a:r>
              <a:rPr lang="en-US" altLang="en-US" smtClean="0"/>
              <a:t>2- TOUT L'UNIVERS CRÉE PAR TON POUVOIR</a:t>
            </a:r>
          </a:p>
          <a:p>
            <a:r>
              <a:rPr lang="en-US" altLang="en-US" smtClean="0"/>
              <a:t>consider all the worlds thy hands have made</a:t>
            </a:r>
          </a:p>
          <a:p>
            <a:endParaRPr lang="en-US" altLang="en-US" smtClean="0"/>
          </a:p>
          <a:p>
            <a:r>
              <a:rPr lang="en-US" altLang="en-US" smtClean="0"/>
              <a:t>3- LE CIEL D'AZUR, LES ÉCLAIRS, LE TONNERRE</a:t>
            </a:r>
          </a:p>
          <a:p>
            <a:r>
              <a:rPr lang="en-US" altLang="en-US" smtClean="0"/>
              <a:t>i see the stars, i hear the rolling thunder</a:t>
            </a:r>
          </a:p>
          <a:p>
            <a:endParaRPr lang="en-US" altLang="en-US" smtClean="0"/>
          </a:p>
          <a:p>
            <a:r>
              <a:rPr lang="en-US" altLang="en-US" smtClean="0"/>
              <a:t>4- LE CLAIR MATIN OU LES OMBRES DU SOIR</a:t>
            </a:r>
          </a:p>
          <a:p>
            <a:r>
              <a:rPr lang="en-US" altLang="en-US" smtClean="0"/>
              <a:t>thy power throughout the universe displayed</a:t>
            </a:r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5- AINSI MON ÂME CHANTE LOUANGE À TOI TU ES SI GRAND, TU ES SI GRAND  x2</a:t>
            </a:r>
          </a:p>
          <a:p>
            <a:r>
              <a:rPr lang="en-US" altLang="en-US" smtClean="0"/>
              <a:t>then sings my soul my saviour god, to thee how great thou art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6- ET QUAND JE PENSE QUE DIEU A DONNÉ SON FILS</a:t>
            </a:r>
          </a:p>
          <a:p>
            <a:r>
              <a:rPr lang="en-US" altLang="en-US" smtClean="0"/>
              <a:t>and when i think that god his son not sparing sent him to die </a:t>
            </a:r>
          </a:p>
          <a:p>
            <a:endParaRPr lang="en-US" altLang="en-US" smtClean="0"/>
          </a:p>
          <a:p>
            <a:r>
              <a:rPr lang="en-US" altLang="en-US" smtClean="0"/>
              <a:t>7- POUR ME SAUVER, JE NE PEUX L'IMAGINER</a:t>
            </a:r>
          </a:p>
          <a:p>
            <a:r>
              <a:rPr lang="en-US" altLang="en-US" smtClean="0"/>
              <a:t>i scarce can take it in </a:t>
            </a:r>
          </a:p>
          <a:p>
            <a:endParaRPr lang="en-US" altLang="en-US" smtClean="0"/>
          </a:p>
          <a:p>
            <a:r>
              <a:rPr lang="en-US" altLang="en-US" smtClean="0"/>
              <a:t>8- QUE SUR LA CROIX IL A PORTÉ MES FARDEAUX</a:t>
            </a:r>
          </a:p>
          <a:p>
            <a:r>
              <a:rPr lang="en-US" altLang="en-US" smtClean="0"/>
              <a:t>that on the cross my burden gladly bearing</a:t>
            </a:r>
          </a:p>
          <a:p>
            <a:endParaRPr lang="en-US" altLang="en-US" smtClean="0"/>
          </a:p>
          <a:p>
            <a:r>
              <a:rPr lang="en-US" altLang="en-US" smtClean="0"/>
              <a:t>9- ET IL EST MORT POUR LAVER MES PÉCHÉS</a:t>
            </a:r>
          </a:p>
          <a:p>
            <a:r>
              <a:rPr lang="en-US" altLang="en-US" smtClean="0"/>
              <a:t>he bled and died to take away my sin</a:t>
            </a:r>
          </a:p>
          <a:p>
            <a:endParaRPr lang="en-US" altLang="en-US" smtClean="0"/>
          </a:p>
          <a:p>
            <a:r>
              <a:rPr lang="en-US" altLang="en-US" smtClean="0"/>
              <a:t>10- QUAND IL VIENDRA AUX SONS DE CÉLÉBRATION</a:t>
            </a:r>
          </a:p>
          <a:p>
            <a:r>
              <a:rPr lang="en-US" altLang="en-US" smtClean="0"/>
              <a:t>when christ shall come with shout of acclamation</a:t>
            </a:r>
          </a:p>
          <a:p>
            <a:endParaRPr lang="en-US" altLang="en-US" smtClean="0"/>
          </a:p>
          <a:p>
            <a:r>
              <a:rPr lang="en-US" altLang="en-US" smtClean="0"/>
              <a:t>11- POUR ME CHERCHER, JE SERAI DANS LA JOIE</a:t>
            </a:r>
          </a:p>
          <a:p>
            <a:r>
              <a:rPr lang="en-US" altLang="en-US" smtClean="0"/>
              <a:t>and take me home, what joy shall fill my heart</a:t>
            </a:r>
          </a:p>
          <a:p>
            <a:endParaRPr lang="en-US" altLang="en-US" smtClean="0"/>
          </a:p>
          <a:p>
            <a:r>
              <a:rPr lang="en-US" altLang="en-US" smtClean="0"/>
              <a:t>12- ET PROSTERNÉ HUMBLEMENT EN T'ADORANT</a:t>
            </a:r>
          </a:p>
          <a:p>
            <a:r>
              <a:rPr lang="en-US" altLang="en-US" smtClean="0"/>
              <a:t>then i shall bow in humble adoration</a:t>
            </a:r>
          </a:p>
          <a:p>
            <a:endParaRPr lang="en-US" altLang="en-US" smtClean="0"/>
          </a:p>
          <a:p>
            <a:r>
              <a:rPr lang="en-US" altLang="en-US" smtClean="0"/>
              <a:t>13- JE CHANTERAI QUE MON DIEU EST SI GRAND</a:t>
            </a:r>
          </a:p>
          <a:p>
            <a:r>
              <a:rPr lang="en-US" altLang="en-US" smtClean="0"/>
              <a:t>and then proclaim "my god, how great thou art!"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Fin: </a:t>
            </a:r>
          </a:p>
          <a:p>
            <a:r>
              <a:rPr lang="en-US" altLang="en-US" smtClean="0"/>
              <a:t>14- TU ES SI GRAND, TU ES SI GRAND, TU ES SI GRAND </a:t>
            </a:r>
          </a:p>
          <a:p>
            <a:r>
              <a:rPr lang="en-US" altLang="en-US" smtClean="0"/>
              <a:t>how great thou art, how great thou art! </a:t>
            </a:r>
            <a:endParaRPr lang="fr-FR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1- DIEU TOUT-PUISSANT QUAND MON CŒUR CONSIDÈRE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o lord my god, when i in awesome wonder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2- TOUT L'UNIVERS CRÉE PAR TON POUVOIR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consider all the worlds thy hands have made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3- LE CIEL D'AZUR, LES ÉCLAIRS, LE TONNERRE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see the stars, i hear the rolling thunder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4- LE CLAIR MATIN OU LES OMBRES DU SOIR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thy power throughout the universe displayed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5- AINSI MON ÂME CHANTE LOUANGE À TOI TU ES SI GRAND, TU ES SI GRAND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sings my soul my saviour god, to thee how great thou 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6- ET QUAND JE PENSE QUE DIEU A DONNÉ SON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when i think that god his son not sparing sent him to die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7- POUR ME SAUVER, JE NE PEUX L'IMAGINER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scarce can take it in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8- QUE SUR LA CROIX IL A PORTÉ MES FARDEAUX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that on the cross my burden gladly bearing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9- ET IL EST MORT POUR LAVER MES PÉCHÉS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he bled and died to take away my sin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10- QUAND IL VIENDRA AUX SONS DE CÉLÉBRATION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when christ shall come with shout of acclamation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11- POUR ME CHERCHER, JE SERAI DANS LA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take me home, what joy shall fill my heart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12- ET PROSTERNÉ HUMBLEMENT EN T'ADORANT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i shall bow in humble adoration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13- JE CHANTERAI QUE MON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then proclaim "my god, how great thou art!"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Fin: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14- TU ES SI GRAND, TU ES SI GRAND, TU ES SI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how great thou art, how great thou art! </a:t>
            </a: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smtClean="0"/>
              <a:t>1- DIEU TOUT-PUISSANT QUAND MON CŒUR CONSIDÈRE  </a:t>
            </a:r>
          </a:p>
          <a:p>
            <a:r>
              <a:rPr lang="en-US" altLang="en-US" smtClean="0"/>
              <a:t>o lord my god, when i in awesome wonder</a:t>
            </a:r>
          </a:p>
          <a:p>
            <a:endParaRPr lang="en-US" altLang="en-US" smtClean="0"/>
          </a:p>
          <a:p>
            <a:r>
              <a:rPr lang="en-US" altLang="en-US" smtClean="0"/>
              <a:t>2- TOUT L'UNIVERS CRÉE PAR TON POUVOIR</a:t>
            </a:r>
          </a:p>
          <a:p>
            <a:r>
              <a:rPr lang="en-US" altLang="en-US" smtClean="0"/>
              <a:t>consider all the worlds thy hands have made</a:t>
            </a:r>
          </a:p>
          <a:p>
            <a:endParaRPr lang="en-US" altLang="en-US" smtClean="0"/>
          </a:p>
          <a:p>
            <a:r>
              <a:rPr lang="en-US" altLang="en-US" smtClean="0"/>
              <a:t>3- LE CIEL D'AZUR, LES ÉCLAIRS, LE TONNERRE</a:t>
            </a:r>
          </a:p>
          <a:p>
            <a:r>
              <a:rPr lang="en-US" altLang="en-US" smtClean="0"/>
              <a:t>i see the stars, i hear the rolling thunder</a:t>
            </a:r>
          </a:p>
          <a:p>
            <a:endParaRPr lang="en-US" altLang="en-US" smtClean="0"/>
          </a:p>
          <a:p>
            <a:r>
              <a:rPr lang="en-US" altLang="en-US" smtClean="0"/>
              <a:t>4- LE CLAIR MATIN OU LES OMBRES DU SOIR</a:t>
            </a:r>
          </a:p>
          <a:p>
            <a:r>
              <a:rPr lang="en-US" altLang="en-US" smtClean="0"/>
              <a:t>thy power throughout the universe displayed</a:t>
            </a:r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5- AINSI MON ÂME CHANTE LOUANGE À TOI TU ES SI GRAND, TU ES SI GRAND  x2</a:t>
            </a:r>
          </a:p>
          <a:p>
            <a:r>
              <a:rPr lang="en-US" altLang="en-US" smtClean="0"/>
              <a:t>then sings my soul my saviour god, to thee how great thou art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6- ET QUAND JE PENSE QUE DIEU A DONNÉ SON FILS</a:t>
            </a:r>
          </a:p>
          <a:p>
            <a:r>
              <a:rPr lang="en-US" altLang="en-US" smtClean="0"/>
              <a:t>and when i think that god his son not sparing sent him to die </a:t>
            </a:r>
          </a:p>
          <a:p>
            <a:endParaRPr lang="en-US" altLang="en-US" smtClean="0"/>
          </a:p>
          <a:p>
            <a:r>
              <a:rPr lang="en-US" altLang="en-US" smtClean="0"/>
              <a:t>7- POUR ME SAUVER, JE NE PEUX L'IMAGINER</a:t>
            </a:r>
          </a:p>
          <a:p>
            <a:r>
              <a:rPr lang="en-US" altLang="en-US" smtClean="0"/>
              <a:t>i scarce can take it in </a:t>
            </a:r>
          </a:p>
          <a:p>
            <a:endParaRPr lang="en-US" altLang="en-US" smtClean="0"/>
          </a:p>
          <a:p>
            <a:r>
              <a:rPr lang="en-US" altLang="en-US" smtClean="0"/>
              <a:t>8- QUE SUR LA CROIX IL A PORTÉ MES FARDEAUX</a:t>
            </a:r>
          </a:p>
          <a:p>
            <a:r>
              <a:rPr lang="en-US" altLang="en-US" smtClean="0"/>
              <a:t>that on the cross my burden gladly bearing</a:t>
            </a:r>
          </a:p>
          <a:p>
            <a:endParaRPr lang="en-US" altLang="en-US" smtClean="0"/>
          </a:p>
          <a:p>
            <a:r>
              <a:rPr lang="en-US" altLang="en-US" smtClean="0"/>
              <a:t>9- ET IL EST MORT POUR LAVER MES PÉCHÉS</a:t>
            </a:r>
          </a:p>
          <a:p>
            <a:r>
              <a:rPr lang="en-US" altLang="en-US" smtClean="0"/>
              <a:t>he bled and died to take away my sin</a:t>
            </a:r>
          </a:p>
          <a:p>
            <a:endParaRPr lang="en-US" altLang="en-US" smtClean="0"/>
          </a:p>
          <a:p>
            <a:r>
              <a:rPr lang="en-US" altLang="en-US" smtClean="0"/>
              <a:t>10- QUAND IL VIENDRA AUX SONS DE CÉLÉBRATION</a:t>
            </a:r>
          </a:p>
          <a:p>
            <a:r>
              <a:rPr lang="en-US" altLang="en-US" smtClean="0"/>
              <a:t>when christ shall come with shout of acclamation</a:t>
            </a:r>
          </a:p>
          <a:p>
            <a:endParaRPr lang="en-US" altLang="en-US" smtClean="0"/>
          </a:p>
          <a:p>
            <a:r>
              <a:rPr lang="en-US" altLang="en-US" smtClean="0"/>
              <a:t>11- POUR ME CHERCHER, JE SERAI DANS LA JOIE</a:t>
            </a:r>
          </a:p>
          <a:p>
            <a:r>
              <a:rPr lang="en-US" altLang="en-US" smtClean="0"/>
              <a:t>and take me home, what joy shall fill my heart</a:t>
            </a:r>
          </a:p>
          <a:p>
            <a:endParaRPr lang="en-US" altLang="en-US" smtClean="0"/>
          </a:p>
          <a:p>
            <a:r>
              <a:rPr lang="en-US" altLang="en-US" smtClean="0"/>
              <a:t>12- ET PROSTERNÉ HUMBLEMENT EN T'ADORANT</a:t>
            </a:r>
          </a:p>
          <a:p>
            <a:r>
              <a:rPr lang="en-US" altLang="en-US" smtClean="0"/>
              <a:t>then i shall bow in humble adoration</a:t>
            </a:r>
          </a:p>
          <a:p>
            <a:endParaRPr lang="en-US" altLang="en-US" smtClean="0"/>
          </a:p>
          <a:p>
            <a:r>
              <a:rPr lang="en-US" altLang="en-US" smtClean="0"/>
              <a:t>13- JE CHANTERAI QUE MON DIEU EST SI GRAND</a:t>
            </a:r>
          </a:p>
          <a:p>
            <a:r>
              <a:rPr lang="en-US" altLang="en-US" smtClean="0"/>
              <a:t>and then proclaim "my god, how great thou art!"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Fin: </a:t>
            </a:r>
          </a:p>
          <a:p>
            <a:r>
              <a:rPr lang="en-US" altLang="en-US" smtClean="0"/>
              <a:t>14- TU ES SI GRAND, TU ES SI GRAND, TU ES SI GRAND </a:t>
            </a:r>
          </a:p>
          <a:p>
            <a:r>
              <a:rPr lang="en-US" altLang="en-US" smtClean="0"/>
              <a:t>how great thou art, how great thou art! </a:t>
            </a:r>
            <a:endParaRPr lang="fr-FR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1- DIEU TOUT-PUISSANT QUAND MON CŒUR CONSIDÈRE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o lord my god, when i in awesome wonder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2- TOUT L'UNIVERS CRÉE PAR TON POUVOIR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consider all the worlds thy hands have made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3- LE CIEL D'AZUR, LES ÉCLAIRS, LE TONNERRE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see the stars, i hear the rolling thunder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4- LE CLAIR MATIN OU LES OMBRES DU SOIR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thy power throughout the universe displayed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5- AINSI MON ÂME CHANTE LOUANGE À TOI TU ES SI GRAND, TU ES SI GRAND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sings my soul my saviour god, to thee how great thou 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6- ET QUAND JE PENSE QUE DIEU A DONNÉ SON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when i think that god his son not sparing sent him to die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7- POUR ME SAUVER, JE NE PEUX L'IMAGINER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scarce can take it in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8- QUE SUR LA CROIX IL A PORTÉ MES FARDEAUX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that on the cross my burden gladly bearing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9- ET IL EST MORT POUR LAVER MES PÉCHÉS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he bled and died to take away my sin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10- QUAND IL VIENDRA AUX SONS DE CÉLÉBRATION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when christ shall come with shout of acclamation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11- POUR ME CHERCHER, JE SERAI DANS LA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take me home, what joy shall fill my heart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12- ET PROSTERNÉ HUMBLEMENT EN T'ADORANT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i shall bow in humble adoration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13- JE CHANTERAI QUE MON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then proclaim "my god, how great thou art!"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Fin: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14- TU ES SI GRAND, TU ES SI GRAND, TU ES SI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how great thou art, how great thou art! </a:t>
            </a: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smtClean="0"/>
              <a:t>1- DIEU TOUT-PUISSANT QUAND MON CŒUR CONSIDÈRE  </a:t>
            </a:r>
          </a:p>
          <a:p>
            <a:r>
              <a:rPr lang="en-US" altLang="en-US" smtClean="0"/>
              <a:t>o lord my god, when i in awesome wonder</a:t>
            </a:r>
          </a:p>
          <a:p>
            <a:endParaRPr lang="en-US" altLang="en-US" smtClean="0"/>
          </a:p>
          <a:p>
            <a:r>
              <a:rPr lang="en-US" altLang="en-US" smtClean="0"/>
              <a:t>2- TOUT L'UNIVERS CRÉE PAR TON POUVOIR</a:t>
            </a:r>
          </a:p>
          <a:p>
            <a:r>
              <a:rPr lang="en-US" altLang="en-US" smtClean="0"/>
              <a:t>consider all the worlds thy hands have made</a:t>
            </a:r>
          </a:p>
          <a:p>
            <a:endParaRPr lang="en-US" altLang="en-US" smtClean="0"/>
          </a:p>
          <a:p>
            <a:r>
              <a:rPr lang="en-US" altLang="en-US" smtClean="0"/>
              <a:t>3- LE CIEL D'AZUR, LES ÉCLAIRS, LE TONNERRE</a:t>
            </a:r>
          </a:p>
          <a:p>
            <a:r>
              <a:rPr lang="en-US" altLang="en-US" smtClean="0"/>
              <a:t>i see the stars, i hear the rolling thunder</a:t>
            </a:r>
          </a:p>
          <a:p>
            <a:endParaRPr lang="en-US" altLang="en-US" smtClean="0"/>
          </a:p>
          <a:p>
            <a:r>
              <a:rPr lang="en-US" altLang="en-US" smtClean="0"/>
              <a:t>4- LE CLAIR MATIN OU LES OMBRES DU SOIR</a:t>
            </a:r>
          </a:p>
          <a:p>
            <a:r>
              <a:rPr lang="en-US" altLang="en-US" smtClean="0"/>
              <a:t>thy power throughout the universe displayed</a:t>
            </a:r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5- AINSI MON ÂME CHANTE LOUANGE À TOI TU ES SI GRAND, TU ES SI GRAND  x2</a:t>
            </a:r>
          </a:p>
          <a:p>
            <a:r>
              <a:rPr lang="en-US" altLang="en-US" smtClean="0"/>
              <a:t>then sings my soul my saviour god, to thee how great thou art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6- ET QUAND JE PENSE QUE DIEU A DONNÉ SON FILS</a:t>
            </a:r>
          </a:p>
          <a:p>
            <a:r>
              <a:rPr lang="en-US" altLang="en-US" smtClean="0"/>
              <a:t>and when i think that god his son not sparing sent him to die </a:t>
            </a:r>
          </a:p>
          <a:p>
            <a:endParaRPr lang="en-US" altLang="en-US" smtClean="0"/>
          </a:p>
          <a:p>
            <a:r>
              <a:rPr lang="en-US" altLang="en-US" smtClean="0"/>
              <a:t>7- POUR ME SAUVER, JE NE PEUX L'IMAGINER</a:t>
            </a:r>
          </a:p>
          <a:p>
            <a:r>
              <a:rPr lang="en-US" altLang="en-US" smtClean="0"/>
              <a:t>i scarce can take it in </a:t>
            </a:r>
          </a:p>
          <a:p>
            <a:endParaRPr lang="en-US" altLang="en-US" smtClean="0"/>
          </a:p>
          <a:p>
            <a:r>
              <a:rPr lang="en-US" altLang="en-US" smtClean="0"/>
              <a:t>8- QUE SUR LA CROIX IL A PORTÉ MES FARDEAUX</a:t>
            </a:r>
          </a:p>
          <a:p>
            <a:r>
              <a:rPr lang="en-US" altLang="en-US" smtClean="0"/>
              <a:t>that on the cross my burden gladly bearing</a:t>
            </a:r>
          </a:p>
          <a:p>
            <a:endParaRPr lang="en-US" altLang="en-US" smtClean="0"/>
          </a:p>
          <a:p>
            <a:r>
              <a:rPr lang="en-US" altLang="en-US" smtClean="0"/>
              <a:t>9- ET IL EST MORT POUR LAVER MES PÉCHÉS</a:t>
            </a:r>
          </a:p>
          <a:p>
            <a:r>
              <a:rPr lang="en-US" altLang="en-US" smtClean="0"/>
              <a:t>he bled and died to take away my sin</a:t>
            </a:r>
          </a:p>
          <a:p>
            <a:endParaRPr lang="en-US" altLang="en-US" smtClean="0"/>
          </a:p>
          <a:p>
            <a:r>
              <a:rPr lang="en-US" altLang="en-US" smtClean="0"/>
              <a:t>10- QUAND IL VIENDRA AUX SONS DE CÉLÉBRATION</a:t>
            </a:r>
          </a:p>
          <a:p>
            <a:r>
              <a:rPr lang="en-US" altLang="en-US" smtClean="0"/>
              <a:t>when christ shall come with shout of acclamation</a:t>
            </a:r>
          </a:p>
          <a:p>
            <a:endParaRPr lang="en-US" altLang="en-US" smtClean="0"/>
          </a:p>
          <a:p>
            <a:r>
              <a:rPr lang="en-US" altLang="en-US" smtClean="0"/>
              <a:t>11- POUR ME CHERCHER, JE SERAI DANS LA JOIE</a:t>
            </a:r>
          </a:p>
          <a:p>
            <a:r>
              <a:rPr lang="en-US" altLang="en-US" smtClean="0"/>
              <a:t>and take me home, what joy shall fill my heart</a:t>
            </a:r>
          </a:p>
          <a:p>
            <a:endParaRPr lang="en-US" altLang="en-US" smtClean="0"/>
          </a:p>
          <a:p>
            <a:r>
              <a:rPr lang="en-US" altLang="en-US" smtClean="0"/>
              <a:t>12- ET PROSTERNÉ HUMBLEMENT EN T'ADORANT</a:t>
            </a:r>
          </a:p>
          <a:p>
            <a:r>
              <a:rPr lang="en-US" altLang="en-US" smtClean="0"/>
              <a:t>then i shall bow in humble adoration</a:t>
            </a:r>
          </a:p>
          <a:p>
            <a:endParaRPr lang="en-US" altLang="en-US" smtClean="0"/>
          </a:p>
          <a:p>
            <a:r>
              <a:rPr lang="en-US" altLang="en-US" smtClean="0"/>
              <a:t>13- JE CHANTERAI QUE MON DIEU EST SI GRAND</a:t>
            </a:r>
          </a:p>
          <a:p>
            <a:r>
              <a:rPr lang="en-US" altLang="en-US" smtClean="0"/>
              <a:t>and then proclaim "my god, how great thou art!"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Fin: </a:t>
            </a:r>
          </a:p>
          <a:p>
            <a:r>
              <a:rPr lang="en-US" altLang="en-US" smtClean="0"/>
              <a:t>14- TU ES SI GRAND, TU ES SI GRAND, TU ES SI GRAND </a:t>
            </a:r>
          </a:p>
          <a:p>
            <a:r>
              <a:rPr lang="en-US" altLang="en-US" smtClean="0"/>
              <a:t>how great thou art, how great thou art! </a:t>
            </a:r>
            <a:endParaRPr lang="fr-FR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1- DIEU TOUT-PUISSANT QUAND MON CŒUR CONSIDÈRE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o lord my god, when i in awesome wonder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2- TOUT L'UNIVERS CRÉE PAR TON POUVOIR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consider all the worlds thy hands have made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3- LE CIEL D'AZUR, LES ÉCLAIRS, LE TONNERRE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see the stars, i hear the rolling thunder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4- LE CLAIR MATIN OU LES OMBRES DU SOIR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thy power throughout the universe displayed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5- AINSI MON ÂME CHANTE LOUANGE À TOI TU ES SI GRAND, TU ES SI GRAND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sings my soul my saviour god, to thee how great thou 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6- ET QUAND JE PENSE QUE DIEU A DONNÉ SON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when i think that god his son not sparing sent him to die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7- POUR ME SAUVER, JE NE PEUX L'IMAGINER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scarce can take it in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8- QUE SUR LA CROIX IL A PORTÉ MES FARDEAUX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that on the cross my burden gladly bearing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9- ET IL EST MORT POUR LAVER MES PÉCHÉS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he bled and died to take away my sin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10- QUAND IL VIENDRA AUX SONS DE CÉLÉBRATION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when christ shall come with shout of acclamation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11- POUR ME CHERCHER, JE SERAI DANS LA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take me home, what joy shall fill my heart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12- ET PROSTERNÉ HUMBLEMENT EN T'ADORANT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i shall bow in humble adoration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13- JE CHANTERAI QUE MON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then proclaim "my god, how great thou art!"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Fin: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14- TU ES SI GRAND, TU ES SI GRAND, TU ES SI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how great thou art, how great thou art! </a:t>
            </a: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smtClean="0"/>
              <a:t>1- DIEU TOUT-PUISSANT QUAND MON CŒUR CONSIDÈRE  </a:t>
            </a:r>
          </a:p>
          <a:p>
            <a:r>
              <a:rPr lang="en-US" altLang="en-US" smtClean="0"/>
              <a:t>o lord my god, when i in awesome wonder</a:t>
            </a:r>
          </a:p>
          <a:p>
            <a:endParaRPr lang="en-US" altLang="en-US" smtClean="0"/>
          </a:p>
          <a:p>
            <a:r>
              <a:rPr lang="en-US" altLang="en-US" smtClean="0"/>
              <a:t>2- TOUT L'UNIVERS CRÉE PAR TON POUVOIR</a:t>
            </a:r>
          </a:p>
          <a:p>
            <a:r>
              <a:rPr lang="en-US" altLang="en-US" smtClean="0"/>
              <a:t>consider all the worlds thy hands have made</a:t>
            </a:r>
          </a:p>
          <a:p>
            <a:endParaRPr lang="en-US" altLang="en-US" smtClean="0"/>
          </a:p>
          <a:p>
            <a:r>
              <a:rPr lang="en-US" altLang="en-US" smtClean="0"/>
              <a:t>3- LE CIEL D'AZUR, LES ÉCLAIRS, LE TONNERRE</a:t>
            </a:r>
          </a:p>
          <a:p>
            <a:r>
              <a:rPr lang="en-US" altLang="en-US" smtClean="0"/>
              <a:t>i see the stars, i hear the rolling thunder</a:t>
            </a:r>
          </a:p>
          <a:p>
            <a:endParaRPr lang="en-US" altLang="en-US" smtClean="0"/>
          </a:p>
          <a:p>
            <a:r>
              <a:rPr lang="en-US" altLang="en-US" smtClean="0"/>
              <a:t>4- LE CLAIR MATIN OU LES OMBRES DU SOIR</a:t>
            </a:r>
          </a:p>
          <a:p>
            <a:r>
              <a:rPr lang="en-US" altLang="en-US" smtClean="0"/>
              <a:t>thy power throughout the universe displayed</a:t>
            </a:r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5- AINSI MON ÂME CHANTE LOUANGE À TOI TU ES SI GRAND, TU ES SI GRAND  x2</a:t>
            </a:r>
          </a:p>
          <a:p>
            <a:r>
              <a:rPr lang="en-US" altLang="en-US" smtClean="0"/>
              <a:t>then sings my soul my saviour god, to thee how great thou art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6- ET QUAND JE PENSE QUE DIEU A DONNÉ SON FILS</a:t>
            </a:r>
          </a:p>
          <a:p>
            <a:r>
              <a:rPr lang="en-US" altLang="en-US" smtClean="0"/>
              <a:t>and when i think that god his son not sparing sent him to die </a:t>
            </a:r>
          </a:p>
          <a:p>
            <a:endParaRPr lang="en-US" altLang="en-US" smtClean="0"/>
          </a:p>
          <a:p>
            <a:r>
              <a:rPr lang="en-US" altLang="en-US" smtClean="0"/>
              <a:t>7- POUR ME SAUVER, JE NE PEUX L'IMAGINER</a:t>
            </a:r>
          </a:p>
          <a:p>
            <a:r>
              <a:rPr lang="en-US" altLang="en-US" smtClean="0"/>
              <a:t>i scarce can take it in </a:t>
            </a:r>
          </a:p>
          <a:p>
            <a:endParaRPr lang="en-US" altLang="en-US" smtClean="0"/>
          </a:p>
          <a:p>
            <a:r>
              <a:rPr lang="en-US" altLang="en-US" smtClean="0"/>
              <a:t>8- QUE SUR LA CROIX IL A PORTÉ MES FARDEAUX</a:t>
            </a:r>
          </a:p>
          <a:p>
            <a:r>
              <a:rPr lang="en-US" altLang="en-US" smtClean="0"/>
              <a:t>that on the cross my burden gladly bearing</a:t>
            </a:r>
          </a:p>
          <a:p>
            <a:endParaRPr lang="en-US" altLang="en-US" smtClean="0"/>
          </a:p>
          <a:p>
            <a:r>
              <a:rPr lang="en-US" altLang="en-US" smtClean="0"/>
              <a:t>9- ET IL EST MORT POUR LAVER MES PÉCHÉS</a:t>
            </a:r>
          </a:p>
          <a:p>
            <a:r>
              <a:rPr lang="en-US" altLang="en-US" smtClean="0"/>
              <a:t>he bled and died to take away my sin</a:t>
            </a:r>
          </a:p>
          <a:p>
            <a:endParaRPr lang="en-US" altLang="en-US" smtClean="0"/>
          </a:p>
          <a:p>
            <a:r>
              <a:rPr lang="en-US" altLang="en-US" smtClean="0"/>
              <a:t>10- QUAND IL VIENDRA AUX SONS DE CÉLÉBRATION</a:t>
            </a:r>
          </a:p>
          <a:p>
            <a:r>
              <a:rPr lang="en-US" altLang="en-US" smtClean="0"/>
              <a:t>when christ shall come with shout of acclamation</a:t>
            </a:r>
          </a:p>
          <a:p>
            <a:endParaRPr lang="en-US" altLang="en-US" smtClean="0"/>
          </a:p>
          <a:p>
            <a:r>
              <a:rPr lang="en-US" altLang="en-US" smtClean="0"/>
              <a:t>11- POUR ME CHERCHER, JE SERAI DANS LA JOIE</a:t>
            </a:r>
          </a:p>
          <a:p>
            <a:r>
              <a:rPr lang="en-US" altLang="en-US" smtClean="0"/>
              <a:t>and take me home, what joy shall fill my heart</a:t>
            </a:r>
          </a:p>
          <a:p>
            <a:endParaRPr lang="en-US" altLang="en-US" smtClean="0"/>
          </a:p>
          <a:p>
            <a:r>
              <a:rPr lang="en-US" altLang="en-US" smtClean="0"/>
              <a:t>12- ET PROSTERNÉ HUMBLEMENT EN T'ADORANT</a:t>
            </a:r>
          </a:p>
          <a:p>
            <a:r>
              <a:rPr lang="en-US" altLang="en-US" smtClean="0"/>
              <a:t>then i shall bow in humble adoration</a:t>
            </a:r>
          </a:p>
          <a:p>
            <a:endParaRPr lang="en-US" altLang="en-US" smtClean="0"/>
          </a:p>
          <a:p>
            <a:r>
              <a:rPr lang="en-US" altLang="en-US" smtClean="0"/>
              <a:t>13- JE CHANTERAI QUE MON DIEU EST SI GRAND</a:t>
            </a:r>
          </a:p>
          <a:p>
            <a:r>
              <a:rPr lang="en-US" altLang="en-US" smtClean="0"/>
              <a:t>and then proclaim "my god, how great thou art!"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Fin: </a:t>
            </a:r>
          </a:p>
          <a:p>
            <a:r>
              <a:rPr lang="en-US" altLang="en-US" smtClean="0"/>
              <a:t>14- TU ES SI GRAND, TU ES SI GRAND, TU ES SI GRAND </a:t>
            </a:r>
          </a:p>
          <a:p>
            <a:r>
              <a:rPr lang="en-US" altLang="en-US" smtClean="0"/>
              <a:t>how great thou art, how great thou art! </a:t>
            </a:r>
            <a:endParaRPr lang="fr-FR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1- DIEU TOUT-PUISSANT QUAND MON CŒUR CONSIDÈRE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o lord my god, when i in awesome wonder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2- TOUT L'UNIVERS CRÉE PAR TON POUVOIR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consider all the worlds thy hands have made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3- LE CIEL D'AZUR, LES ÉCLAIRS, LE TONNERRE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see the stars, i hear the rolling thunder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4- LE CLAIR MATIN OU LES OMBRES DU SOIR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thy power throughout the universe displayed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5- AINSI MON ÂME CHANTE LOUANGE À TOI TU ES SI GRAND, TU ES SI GRAND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sings my soul my saviour god, to thee how great thou 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6- ET QUAND JE PENSE QUE DIEU A DONNÉ SON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when i think that god his son not sparing sent him to die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7- POUR ME SAUVER, JE NE PEUX L'IMAGINER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scarce can take it in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8- QUE SUR LA CROIX IL A PORTÉ MES FARDEAUX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that on the cross my burden gladly bearing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9- ET IL EST MORT POUR LAVER MES PÉCHÉS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he bled and died to take away my sin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10- QUAND IL VIENDRA AUX SONS DE CÉLÉBRATION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when christ shall come with shout of acclamation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11- POUR ME CHERCHER, JE SERAI DANS LA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take me home, what joy shall fill my heart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12- ET PROSTERNÉ HUMBLEMENT EN T'ADORANT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i shall bow in humble adoration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13- JE CHANTERAI QUE MON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then proclaim "my god, how great thou art!"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Fin: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14- TU ES SI GRAND, TU ES SI GRAND, TU ES SI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how great thou art, how great thou art! </a:t>
            </a: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smtClean="0"/>
              <a:t>1- DIEU TOUT-PUISSANT QUAND MON CŒUR CONSIDÈRE  </a:t>
            </a:r>
          </a:p>
          <a:p>
            <a:r>
              <a:rPr lang="en-US" altLang="en-US" smtClean="0"/>
              <a:t>o lord my god, when i in awesome wonder</a:t>
            </a:r>
          </a:p>
          <a:p>
            <a:endParaRPr lang="en-US" altLang="en-US" smtClean="0"/>
          </a:p>
          <a:p>
            <a:r>
              <a:rPr lang="en-US" altLang="en-US" smtClean="0"/>
              <a:t>2- TOUT L'UNIVERS CRÉE PAR TON POUVOIR</a:t>
            </a:r>
          </a:p>
          <a:p>
            <a:r>
              <a:rPr lang="en-US" altLang="en-US" smtClean="0"/>
              <a:t>consider all the worlds thy hands have made</a:t>
            </a:r>
          </a:p>
          <a:p>
            <a:endParaRPr lang="en-US" altLang="en-US" smtClean="0"/>
          </a:p>
          <a:p>
            <a:r>
              <a:rPr lang="en-US" altLang="en-US" smtClean="0"/>
              <a:t>3- LE CIEL D'AZUR, LES ÉCLAIRS, LE TONNERRE</a:t>
            </a:r>
          </a:p>
          <a:p>
            <a:r>
              <a:rPr lang="en-US" altLang="en-US" smtClean="0"/>
              <a:t>i see the stars, i hear the rolling thunder</a:t>
            </a:r>
          </a:p>
          <a:p>
            <a:endParaRPr lang="en-US" altLang="en-US" smtClean="0"/>
          </a:p>
          <a:p>
            <a:r>
              <a:rPr lang="en-US" altLang="en-US" smtClean="0"/>
              <a:t>4- LE CLAIR MATIN OU LES OMBRES DU SOIR</a:t>
            </a:r>
          </a:p>
          <a:p>
            <a:r>
              <a:rPr lang="en-US" altLang="en-US" smtClean="0"/>
              <a:t>thy power throughout the universe displayed</a:t>
            </a:r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5- AINSI MON ÂME CHANTE LOUANGE À TOI TU ES SI GRAND, TU ES SI GRAND  x2</a:t>
            </a:r>
          </a:p>
          <a:p>
            <a:r>
              <a:rPr lang="en-US" altLang="en-US" smtClean="0"/>
              <a:t>then sings my soul my saviour god, to thee how great thou art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6- ET QUAND JE PENSE QUE DIEU A DONNÉ SON FILS</a:t>
            </a:r>
          </a:p>
          <a:p>
            <a:r>
              <a:rPr lang="en-US" altLang="en-US" smtClean="0"/>
              <a:t>and when i think that god his son not sparing sent him to die </a:t>
            </a:r>
          </a:p>
          <a:p>
            <a:endParaRPr lang="en-US" altLang="en-US" smtClean="0"/>
          </a:p>
          <a:p>
            <a:r>
              <a:rPr lang="en-US" altLang="en-US" smtClean="0"/>
              <a:t>7- POUR ME SAUVER, JE NE PEUX L'IMAGINER</a:t>
            </a:r>
          </a:p>
          <a:p>
            <a:r>
              <a:rPr lang="en-US" altLang="en-US" smtClean="0"/>
              <a:t>i scarce can take it in </a:t>
            </a:r>
          </a:p>
          <a:p>
            <a:endParaRPr lang="en-US" altLang="en-US" smtClean="0"/>
          </a:p>
          <a:p>
            <a:r>
              <a:rPr lang="en-US" altLang="en-US" smtClean="0"/>
              <a:t>8- QUE SUR LA CROIX IL A PORTÉ MES FARDEAUX</a:t>
            </a:r>
          </a:p>
          <a:p>
            <a:r>
              <a:rPr lang="en-US" altLang="en-US" smtClean="0"/>
              <a:t>that on the cross my burden gladly bearing</a:t>
            </a:r>
          </a:p>
          <a:p>
            <a:endParaRPr lang="en-US" altLang="en-US" smtClean="0"/>
          </a:p>
          <a:p>
            <a:r>
              <a:rPr lang="en-US" altLang="en-US" smtClean="0"/>
              <a:t>9- ET IL EST MORT POUR LAVER MES PÉCHÉS</a:t>
            </a:r>
          </a:p>
          <a:p>
            <a:r>
              <a:rPr lang="en-US" altLang="en-US" smtClean="0"/>
              <a:t>he bled and died to take away my sin</a:t>
            </a:r>
          </a:p>
          <a:p>
            <a:endParaRPr lang="en-US" altLang="en-US" smtClean="0"/>
          </a:p>
          <a:p>
            <a:r>
              <a:rPr lang="en-US" altLang="en-US" smtClean="0"/>
              <a:t>10- QUAND IL VIENDRA AUX SONS DE CÉLÉBRATION</a:t>
            </a:r>
          </a:p>
          <a:p>
            <a:r>
              <a:rPr lang="en-US" altLang="en-US" smtClean="0"/>
              <a:t>when christ shall come with shout of acclamation</a:t>
            </a:r>
          </a:p>
          <a:p>
            <a:endParaRPr lang="en-US" altLang="en-US" smtClean="0"/>
          </a:p>
          <a:p>
            <a:r>
              <a:rPr lang="en-US" altLang="en-US" smtClean="0"/>
              <a:t>11- POUR ME CHERCHER, JE SERAI DANS LA JOIE</a:t>
            </a:r>
          </a:p>
          <a:p>
            <a:r>
              <a:rPr lang="en-US" altLang="en-US" smtClean="0"/>
              <a:t>and take me home, what joy shall fill my heart</a:t>
            </a:r>
          </a:p>
          <a:p>
            <a:endParaRPr lang="en-US" altLang="en-US" smtClean="0"/>
          </a:p>
          <a:p>
            <a:r>
              <a:rPr lang="en-US" altLang="en-US" smtClean="0"/>
              <a:t>12- ET PROSTERNÉ HUMBLEMENT EN T'ADORANT</a:t>
            </a:r>
          </a:p>
          <a:p>
            <a:r>
              <a:rPr lang="en-US" altLang="en-US" smtClean="0"/>
              <a:t>then i shall bow in humble adoration</a:t>
            </a:r>
          </a:p>
          <a:p>
            <a:endParaRPr lang="en-US" altLang="en-US" smtClean="0"/>
          </a:p>
          <a:p>
            <a:r>
              <a:rPr lang="en-US" altLang="en-US" smtClean="0"/>
              <a:t>13- JE CHANTERAI QUE MON DIEU EST SI GRAND</a:t>
            </a:r>
          </a:p>
          <a:p>
            <a:r>
              <a:rPr lang="en-US" altLang="en-US" smtClean="0"/>
              <a:t>and then proclaim "my god, how great thou art!"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Fin: </a:t>
            </a:r>
          </a:p>
          <a:p>
            <a:r>
              <a:rPr lang="en-US" altLang="en-US" smtClean="0"/>
              <a:t>14- TU ES SI GRAND, TU ES SI GRAND, TU ES SI GRAND </a:t>
            </a:r>
          </a:p>
          <a:p>
            <a:r>
              <a:rPr lang="en-US" altLang="en-US" smtClean="0"/>
              <a:t>how great thou art, how great thou art! </a:t>
            </a:r>
            <a:endParaRPr lang="fr-FR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1- DIEU TOUT-PUISSANT QUAND MON CŒUR CONSIDÈRE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o lord my god, when i in awesome wonder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2- TOUT L'UNIVERS CRÉE PAR TON POUVOIR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consider all the worlds thy hands have made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3- LE CIEL D'AZUR, LES ÉCLAIRS, LE TONNERRE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see the stars, i hear the rolling thunder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4- LE CLAIR MATIN OU LES OMBRES DU SOIR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thy power throughout the universe displayed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5- AINSI MON ÂME CHANTE LOUANGE À TOI TU ES SI GRAND, TU ES SI GRAND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sings my soul my saviour god, to thee how great thou 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6- ET QUAND JE PENSE QUE DIEU A DONNÉ SON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when i think that god his son not sparing sent him to die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7- POUR ME SAUVER, JE NE PEUX L'IMAGINER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scarce can take it in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8- QUE SUR LA CROIX IL A PORTÉ MES FARDEAUX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that on the cross my burden gladly bearing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9- ET IL EST MORT POUR LAVER MES PÉCHÉS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he bled and died to take away my sin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10- QUAND IL VIENDRA AUX SONS DE CÉLÉBRATION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when christ shall come with shout of acclamation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11- POUR ME CHERCHER, JE SERAI DANS LA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take me home, what joy shall fill my heart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12- ET PROSTERNÉ HUMBLEMENT EN T'ADORANT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i shall bow in humble adoration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13- JE CHANTERAI QUE MON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then proclaim "my god, how great thou art!"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Fin: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14- TU ES SI GRAND, TU ES SI GRAND, TU ES SI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how great thou art, how great thou art! </a:t>
            </a: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smtClean="0"/>
              <a:t>1- DIEU TOUT-PUISSANT QUAND MON CŒUR CONSIDÈRE  </a:t>
            </a:r>
          </a:p>
          <a:p>
            <a:r>
              <a:rPr lang="en-US" altLang="en-US" smtClean="0"/>
              <a:t>o lord my god, when i in awesome wonder</a:t>
            </a:r>
          </a:p>
          <a:p>
            <a:endParaRPr lang="en-US" altLang="en-US" smtClean="0"/>
          </a:p>
          <a:p>
            <a:r>
              <a:rPr lang="en-US" altLang="en-US" smtClean="0"/>
              <a:t>2- TOUT L'UNIVERS CRÉE PAR TON POUVOIR</a:t>
            </a:r>
          </a:p>
          <a:p>
            <a:r>
              <a:rPr lang="en-US" altLang="en-US" smtClean="0"/>
              <a:t>consider all the worlds thy hands have made</a:t>
            </a:r>
          </a:p>
          <a:p>
            <a:endParaRPr lang="en-US" altLang="en-US" smtClean="0"/>
          </a:p>
          <a:p>
            <a:r>
              <a:rPr lang="en-US" altLang="en-US" smtClean="0"/>
              <a:t>3- LE CIEL D'AZUR, LES ÉCLAIRS, LE TONNERRE</a:t>
            </a:r>
          </a:p>
          <a:p>
            <a:r>
              <a:rPr lang="en-US" altLang="en-US" smtClean="0"/>
              <a:t>i see the stars, i hear the rolling thunder</a:t>
            </a:r>
          </a:p>
          <a:p>
            <a:endParaRPr lang="en-US" altLang="en-US" smtClean="0"/>
          </a:p>
          <a:p>
            <a:r>
              <a:rPr lang="en-US" altLang="en-US" smtClean="0"/>
              <a:t>4- LE CLAIR MATIN OU LES OMBRES DU SOIR</a:t>
            </a:r>
          </a:p>
          <a:p>
            <a:r>
              <a:rPr lang="en-US" altLang="en-US" smtClean="0"/>
              <a:t>thy power throughout the universe displayed</a:t>
            </a:r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5- AINSI MON ÂME CHANTE LOUANGE À TOI TU ES SI GRAND, TU ES SI GRAND  x2</a:t>
            </a:r>
          </a:p>
          <a:p>
            <a:r>
              <a:rPr lang="en-US" altLang="en-US" smtClean="0"/>
              <a:t>then sings my soul my saviour god, to thee how great thou art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6- ET QUAND JE PENSE QUE DIEU A DONNÉ SON FILS</a:t>
            </a:r>
          </a:p>
          <a:p>
            <a:r>
              <a:rPr lang="en-US" altLang="en-US" smtClean="0"/>
              <a:t>and when i think that god his son not sparing sent him to die </a:t>
            </a:r>
          </a:p>
          <a:p>
            <a:endParaRPr lang="en-US" altLang="en-US" smtClean="0"/>
          </a:p>
          <a:p>
            <a:r>
              <a:rPr lang="en-US" altLang="en-US" smtClean="0"/>
              <a:t>7- POUR ME SAUVER, JE NE PEUX L'IMAGINER</a:t>
            </a:r>
          </a:p>
          <a:p>
            <a:r>
              <a:rPr lang="en-US" altLang="en-US" smtClean="0"/>
              <a:t>i scarce can take it in </a:t>
            </a:r>
          </a:p>
          <a:p>
            <a:endParaRPr lang="en-US" altLang="en-US" smtClean="0"/>
          </a:p>
          <a:p>
            <a:r>
              <a:rPr lang="en-US" altLang="en-US" smtClean="0"/>
              <a:t>8- QUE SUR LA CROIX IL A PORTÉ MES FARDEAUX</a:t>
            </a:r>
          </a:p>
          <a:p>
            <a:r>
              <a:rPr lang="en-US" altLang="en-US" smtClean="0"/>
              <a:t>that on the cross my burden gladly bearing</a:t>
            </a:r>
          </a:p>
          <a:p>
            <a:endParaRPr lang="en-US" altLang="en-US" smtClean="0"/>
          </a:p>
          <a:p>
            <a:r>
              <a:rPr lang="en-US" altLang="en-US" smtClean="0"/>
              <a:t>9- ET IL EST MORT POUR LAVER MES PÉCHÉS</a:t>
            </a:r>
          </a:p>
          <a:p>
            <a:r>
              <a:rPr lang="en-US" altLang="en-US" smtClean="0"/>
              <a:t>he bled and died to take away my sin</a:t>
            </a:r>
          </a:p>
          <a:p>
            <a:endParaRPr lang="en-US" altLang="en-US" smtClean="0"/>
          </a:p>
          <a:p>
            <a:r>
              <a:rPr lang="en-US" altLang="en-US" smtClean="0"/>
              <a:t>10- QUAND IL VIENDRA AUX SONS DE CÉLÉBRATION</a:t>
            </a:r>
          </a:p>
          <a:p>
            <a:r>
              <a:rPr lang="en-US" altLang="en-US" smtClean="0"/>
              <a:t>when christ shall come with shout of acclamation</a:t>
            </a:r>
          </a:p>
          <a:p>
            <a:endParaRPr lang="en-US" altLang="en-US" smtClean="0"/>
          </a:p>
          <a:p>
            <a:r>
              <a:rPr lang="en-US" altLang="en-US" smtClean="0"/>
              <a:t>11- POUR ME CHERCHER, JE SERAI DANS LA JOIE</a:t>
            </a:r>
          </a:p>
          <a:p>
            <a:r>
              <a:rPr lang="en-US" altLang="en-US" smtClean="0"/>
              <a:t>and take me home, what joy shall fill my heart</a:t>
            </a:r>
          </a:p>
          <a:p>
            <a:endParaRPr lang="en-US" altLang="en-US" smtClean="0"/>
          </a:p>
          <a:p>
            <a:r>
              <a:rPr lang="en-US" altLang="en-US" smtClean="0"/>
              <a:t>12- ET PROSTERNÉ HUMBLEMENT EN T'ADORANT</a:t>
            </a:r>
          </a:p>
          <a:p>
            <a:r>
              <a:rPr lang="en-US" altLang="en-US" smtClean="0"/>
              <a:t>then i shall bow in humble adoration</a:t>
            </a:r>
          </a:p>
          <a:p>
            <a:endParaRPr lang="en-US" altLang="en-US" smtClean="0"/>
          </a:p>
          <a:p>
            <a:r>
              <a:rPr lang="en-US" altLang="en-US" smtClean="0"/>
              <a:t>13- JE CHANTERAI QUE MON DIEU EST SI GRAND</a:t>
            </a:r>
          </a:p>
          <a:p>
            <a:r>
              <a:rPr lang="en-US" altLang="en-US" smtClean="0"/>
              <a:t>and then proclaim "my god, how great thou art!"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Fin: </a:t>
            </a:r>
          </a:p>
          <a:p>
            <a:r>
              <a:rPr lang="en-US" altLang="en-US" smtClean="0"/>
              <a:t>14- TU ES SI GRAND, TU ES SI GRAND, TU ES SI GRAND </a:t>
            </a:r>
          </a:p>
          <a:p>
            <a:r>
              <a:rPr lang="en-US" altLang="en-US" smtClean="0"/>
              <a:t>how great thou art, how great thou art! </a:t>
            </a:r>
            <a:endParaRPr lang="fr-FR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1- DIEU TOUT-PUISSANT QUAND MON CŒUR CONSIDÈRE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o lord my god, when i in awesome wonder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2- TOUT L'UNIVERS CRÉE PAR TON POUVOIR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consider all the worlds thy hands have made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3- LE CIEL D'AZUR, LES ÉCLAIRS, LE TONNERRE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see the stars, i hear the rolling thunder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4- LE CLAIR MATIN OU LES OMBRES DU SOIR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thy power throughout the universe displayed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5- AINSI MON ÂME CHANTE LOUANGE À TOI TU ES SI GRAND, TU ES SI GRAND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sings my soul my saviour god, to thee how great thou 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6- ET QUAND JE PENSE QUE DIEU A DONNÉ SON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when i think that god his son not sparing sent him to die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7- POUR ME SAUVER, JE NE PEUX L'IMAGINER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scarce can take it in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8- QUE SUR LA CROIX IL A PORTÉ MES FARDEAUX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that on the cross my burden gladly bearing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9- ET IL EST MORT POUR LAVER MES PÉCHÉS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he bled and died to take away my sin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10- QUAND IL VIENDRA AUX SONS DE CÉLÉBRATION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when christ shall come with shout of acclamation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11- POUR ME CHERCHER, JE SERAI DANS LA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take me home, what joy shall fill my heart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12- ET PROSTERNÉ HUMBLEMENT EN T'ADORANT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i shall bow in humble adoration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13- JE CHANTERAI QUE MON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then proclaim "my god, how great thou art!"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Fin: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14- TU ES SI GRAND, TU ES SI GRAND, TU ES SI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how great thou art, how great thou art! </a:t>
            </a: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smtClean="0"/>
              <a:t>1- DIEU TOUT-PUISSANT QUAND MON CŒUR CONSIDÈRE  </a:t>
            </a:r>
          </a:p>
          <a:p>
            <a:r>
              <a:rPr lang="en-US" altLang="en-US" smtClean="0"/>
              <a:t>o lord my god, when i in awesome wonder</a:t>
            </a:r>
          </a:p>
          <a:p>
            <a:endParaRPr lang="en-US" altLang="en-US" smtClean="0"/>
          </a:p>
          <a:p>
            <a:r>
              <a:rPr lang="en-US" altLang="en-US" smtClean="0"/>
              <a:t>2- TOUT L'UNIVERS CRÉE PAR TON POUVOIR</a:t>
            </a:r>
          </a:p>
          <a:p>
            <a:r>
              <a:rPr lang="en-US" altLang="en-US" smtClean="0"/>
              <a:t>consider all the worlds thy hands have made</a:t>
            </a:r>
          </a:p>
          <a:p>
            <a:endParaRPr lang="en-US" altLang="en-US" smtClean="0"/>
          </a:p>
          <a:p>
            <a:r>
              <a:rPr lang="en-US" altLang="en-US" smtClean="0"/>
              <a:t>3- LE CIEL D'AZUR, LES ÉCLAIRS, LE TONNERRE</a:t>
            </a:r>
          </a:p>
          <a:p>
            <a:r>
              <a:rPr lang="en-US" altLang="en-US" smtClean="0"/>
              <a:t>i see the stars, i hear the rolling thunder</a:t>
            </a:r>
          </a:p>
          <a:p>
            <a:endParaRPr lang="en-US" altLang="en-US" smtClean="0"/>
          </a:p>
          <a:p>
            <a:r>
              <a:rPr lang="en-US" altLang="en-US" smtClean="0"/>
              <a:t>4- LE CLAIR MATIN OU LES OMBRES DU SOIR</a:t>
            </a:r>
          </a:p>
          <a:p>
            <a:r>
              <a:rPr lang="en-US" altLang="en-US" smtClean="0"/>
              <a:t>thy power throughout the universe displayed</a:t>
            </a:r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5- AINSI MON ÂME CHANTE LOUANGE À TOI TU ES SI GRAND, TU ES SI GRAND  x2</a:t>
            </a:r>
          </a:p>
          <a:p>
            <a:r>
              <a:rPr lang="en-US" altLang="en-US" smtClean="0"/>
              <a:t>then sings my soul my saviour god, to thee how great thou art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6- ET QUAND JE PENSE QUE DIEU A DONNÉ SON FILS</a:t>
            </a:r>
          </a:p>
          <a:p>
            <a:r>
              <a:rPr lang="en-US" altLang="en-US" smtClean="0"/>
              <a:t>and when i think that god his son not sparing sent him to die </a:t>
            </a:r>
          </a:p>
          <a:p>
            <a:endParaRPr lang="en-US" altLang="en-US" smtClean="0"/>
          </a:p>
          <a:p>
            <a:r>
              <a:rPr lang="en-US" altLang="en-US" smtClean="0"/>
              <a:t>7- POUR ME SAUVER, JE NE PEUX L'IMAGINER</a:t>
            </a:r>
          </a:p>
          <a:p>
            <a:r>
              <a:rPr lang="en-US" altLang="en-US" smtClean="0"/>
              <a:t>i scarce can take it in </a:t>
            </a:r>
          </a:p>
          <a:p>
            <a:endParaRPr lang="en-US" altLang="en-US" smtClean="0"/>
          </a:p>
          <a:p>
            <a:r>
              <a:rPr lang="en-US" altLang="en-US" smtClean="0"/>
              <a:t>8- QUE SUR LA CROIX IL A PORTÉ MES FARDEAUX</a:t>
            </a:r>
          </a:p>
          <a:p>
            <a:r>
              <a:rPr lang="en-US" altLang="en-US" smtClean="0"/>
              <a:t>that on the cross my burden gladly bearing</a:t>
            </a:r>
          </a:p>
          <a:p>
            <a:endParaRPr lang="en-US" altLang="en-US" smtClean="0"/>
          </a:p>
          <a:p>
            <a:r>
              <a:rPr lang="en-US" altLang="en-US" smtClean="0"/>
              <a:t>9- ET IL EST MORT POUR LAVER MES PÉCHÉS</a:t>
            </a:r>
          </a:p>
          <a:p>
            <a:r>
              <a:rPr lang="en-US" altLang="en-US" smtClean="0"/>
              <a:t>he bled and died to take away my sin</a:t>
            </a:r>
          </a:p>
          <a:p>
            <a:endParaRPr lang="en-US" altLang="en-US" smtClean="0"/>
          </a:p>
          <a:p>
            <a:r>
              <a:rPr lang="en-US" altLang="en-US" smtClean="0"/>
              <a:t>10- QUAND IL VIENDRA AUX SONS DE CÉLÉBRATION</a:t>
            </a:r>
          </a:p>
          <a:p>
            <a:r>
              <a:rPr lang="en-US" altLang="en-US" smtClean="0"/>
              <a:t>when christ shall come with shout of acclamation</a:t>
            </a:r>
          </a:p>
          <a:p>
            <a:endParaRPr lang="en-US" altLang="en-US" smtClean="0"/>
          </a:p>
          <a:p>
            <a:r>
              <a:rPr lang="en-US" altLang="en-US" smtClean="0"/>
              <a:t>11- POUR ME CHERCHER, JE SERAI DANS LA JOIE</a:t>
            </a:r>
          </a:p>
          <a:p>
            <a:r>
              <a:rPr lang="en-US" altLang="en-US" smtClean="0"/>
              <a:t>and take me home, what joy shall fill my heart</a:t>
            </a:r>
          </a:p>
          <a:p>
            <a:endParaRPr lang="en-US" altLang="en-US" smtClean="0"/>
          </a:p>
          <a:p>
            <a:r>
              <a:rPr lang="en-US" altLang="en-US" smtClean="0"/>
              <a:t>12- ET PROSTERNÉ HUMBLEMENT EN T'ADORANT</a:t>
            </a:r>
          </a:p>
          <a:p>
            <a:r>
              <a:rPr lang="en-US" altLang="en-US" smtClean="0"/>
              <a:t>then i shall bow in humble adoration</a:t>
            </a:r>
          </a:p>
          <a:p>
            <a:endParaRPr lang="en-US" altLang="en-US" smtClean="0"/>
          </a:p>
          <a:p>
            <a:r>
              <a:rPr lang="en-US" altLang="en-US" smtClean="0"/>
              <a:t>13- JE CHANTERAI QUE MON DIEU EST SI GRAND</a:t>
            </a:r>
          </a:p>
          <a:p>
            <a:r>
              <a:rPr lang="en-US" altLang="en-US" smtClean="0"/>
              <a:t>and then proclaim "my god, how great thou art!"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Fin: </a:t>
            </a:r>
          </a:p>
          <a:p>
            <a:r>
              <a:rPr lang="en-US" altLang="en-US" smtClean="0"/>
              <a:t>14- TU ES SI GRAND, TU ES SI GRAND, TU ES SI GRAND </a:t>
            </a:r>
          </a:p>
          <a:p>
            <a:r>
              <a:rPr lang="en-US" altLang="en-US" smtClean="0"/>
              <a:t>how great thou art, how great thou art! </a:t>
            </a:r>
            <a:endParaRPr lang="fr-FR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1- DIEU TOUT-PUISSANT QUAND MON CŒUR CONSIDÈRE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o lord my god, when i in awesome wonder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2- TOUT L'UNIVERS CRÉE PAR TON POUVOIR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consider all the worlds thy hands have made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3- LE CIEL D'AZUR, LES ÉCLAIRS, LE TONNERRE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see the stars, i hear the rolling thunder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4- LE CLAIR MATIN OU LES OMBRES DU SOIR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thy power throughout the universe displayed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5- AINSI MON ÂME CHANTE LOUANGE À TOI TU ES SI GRAND, TU ES SI GRAND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sings my soul my saviour god, to thee how great thou 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6- ET QUAND JE PENSE QUE DIEU A DONNÉ SON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when i think that god his son not sparing sent him to die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7- POUR ME SAUVER, JE NE PEUX L'IMAGINER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scarce can take it in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8- QUE SUR LA CROIX IL A PORTÉ MES FARDEAUX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that on the cross my burden gladly bearing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9- ET IL EST MORT POUR LAVER MES PÉCHÉS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he bled and died to take away my sin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10- QUAND IL VIENDRA AUX SONS DE CÉLÉBRATION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when christ shall come with shout of acclamation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11- POUR ME CHERCHER, JE SERAI DANS LA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take me home, what joy shall fill my heart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12- ET PROSTERNÉ HUMBLEMENT EN T'ADORANT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i shall bow in humble adoration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13- JE CHANTERAI QUE MON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then proclaim "my god, how great thou art!"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Fin: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14- TU ES SI GRAND, TU ES SI GRAND, TU ES SI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how great thou art, how great thou art! </a:t>
            </a: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smtClean="0"/>
              <a:t>1- DIEU TOUT-PUISSANT QUAND MON CŒUR CONSIDÈRE  </a:t>
            </a:r>
          </a:p>
          <a:p>
            <a:r>
              <a:rPr lang="en-US" altLang="en-US" smtClean="0"/>
              <a:t>o lord my god, when i in awesome wonder</a:t>
            </a:r>
          </a:p>
          <a:p>
            <a:endParaRPr lang="en-US" altLang="en-US" smtClean="0"/>
          </a:p>
          <a:p>
            <a:r>
              <a:rPr lang="en-US" altLang="en-US" smtClean="0"/>
              <a:t>2- TOUT L'UNIVERS CRÉE PAR TON POUVOIR</a:t>
            </a:r>
          </a:p>
          <a:p>
            <a:r>
              <a:rPr lang="en-US" altLang="en-US" smtClean="0"/>
              <a:t>consider all the worlds thy hands have made</a:t>
            </a:r>
          </a:p>
          <a:p>
            <a:endParaRPr lang="en-US" altLang="en-US" smtClean="0"/>
          </a:p>
          <a:p>
            <a:r>
              <a:rPr lang="en-US" altLang="en-US" smtClean="0"/>
              <a:t>3- LE CIEL D'AZUR, LES ÉCLAIRS, LE TONNERRE</a:t>
            </a:r>
          </a:p>
          <a:p>
            <a:r>
              <a:rPr lang="en-US" altLang="en-US" smtClean="0"/>
              <a:t>i see the stars, i hear the rolling thunder</a:t>
            </a:r>
          </a:p>
          <a:p>
            <a:endParaRPr lang="en-US" altLang="en-US" smtClean="0"/>
          </a:p>
          <a:p>
            <a:r>
              <a:rPr lang="en-US" altLang="en-US" smtClean="0"/>
              <a:t>4- LE CLAIR MATIN OU LES OMBRES DU SOIR</a:t>
            </a:r>
          </a:p>
          <a:p>
            <a:r>
              <a:rPr lang="en-US" altLang="en-US" smtClean="0"/>
              <a:t>thy power throughout the universe displayed</a:t>
            </a:r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5- AINSI MON ÂME CHANTE LOUANGE À TOI TU ES SI GRAND, TU ES SI GRAND  x2</a:t>
            </a:r>
          </a:p>
          <a:p>
            <a:r>
              <a:rPr lang="en-US" altLang="en-US" smtClean="0"/>
              <a:t>then sings my soul my saviour god, to thee how great thou art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6- ET QUAND JE PENSE QUE DIEU A DONNÉ SON FILS</a:t>
            </a:r>
          </a:p>
          <a:p>
            <a:r>
              <a:rPr lang="en-US" altLang="en-US" smtClean="0"/>
              <a:t>and when i think that god his son not sparing sent him to die </a:t>
            </a:r>
          </a:p>
          <a:p>
            <a:endParaRPr lang="en-US" altLang="en-US" smtClean="0"/>
          </a:p>
          <a:p>
            <a:r>
              <a:rPr lang="en-US" altLang="en-US" smtClean="0"/>
              <a:t>7- POUR ME SAUVER, JE NE PEUX L'IMAGINER</a:t>
            </a:r>
          </a:p>
          <a:p>
            <a:r>
              <a:rPr lang="en-US" altLang="en-US" smtClean="0"/>
              <a:t>i scarce can take it in </a:t>
            </a:r>
          </a:p>
          <a:p>
            <a:endParaRPr lang="en-US" altLang="en-US" smtClean="0"/>
          </a:p>
          <a:p>
            <a:r>
              <a:rPr lang="en-US" altLang="en-US" smtClean="0"/>
              <a:t>8- QUE SUR LA CROIX IL A PORTÉ MES FARDEAUX</a:t>
            </a:r>
          </a:p>
          <a:p>
            <a:r>
              <a:rPr lang="en-US" altLang="en-US" smtClean="0"/>
              <a:t>that on the cross my burden gladly bearing</a:t>
            </a:r>
          </a:p>
          <a:p>
            <a:endParaRPr lang="en-US" altLang="en-US" smtClean="0"/>
          </a:p>
          <a:p>
            <a:r>
              <a:rPr lang="en-US" altLang="en-US" smtClean="0"/>
              <a:t>9- ET IL EST MORT POUR LAVER MES PÉCHÉS</a:t>
            </a:r>
          </a:p>
          <a:p>
            <a:r>
              <a:rPr lang="en-US" altLang="en-US" smtClean="0"/>
              <a:t>he bled and died to take away my sin</a:t>
            </a:r>
          </a:p>
          <a:p>
            <a:endParaRPr lang="en-US" altLang="en-US" smtClean="0"/>
          </a:p>
          <a:p>
            <a:r>
              <a:rPr lang="en-US" altLang="en-US" smtClean="0"/>
              <a:t>10- QUAND IL VIENDRA AUX SONS DE CÉLÉBRATION</a:t>
            </a:r>
          </a:p>
          <a:p>
            <a:r>
              <a:rPr lang="en-US" altLang="en-US" smtClean="0"/>
              <a:t>when christ shall come with shout of acclamation</a:t>
            </a:r>
          </a:p>
          <a:p>
            <a:endParaRPr lang="en-US" altLang="en-US" smtClean="0"/>
          </a:p>
          <a:p>
            <a:r>
              <a:rPr lang="en-US" altLang="en-US" smtClean="0"/>
              <a:t>11- POUR ME CHERCHER, JE SERAI DANS LA JOIE</a:t>
            </a:r>
          </a:p>
          <a:p>
            <a:r>
              <a:rPr lang="en-US" altLang="en-US" smtClean="0"/>
              <a:t>and take me home, what joy shall fill my heart</a:t>
            </a:r>
          </a:p>
          <a:p>
            <a:endParaRPr lang="en-US" altLang="en-US" smtClean="0"/>
          </a:p>
          <a:p>
            <a:r>
              <a:rPr lang="en-US" altLang="en-US" smtClean="0"/>
              <a:t>12- ET PROSTERNÉ HUMBLEMENT EN T'ADORANT</a:t>
            </a:r>
          </a:p>
          <a:p>
            <a:r>
              <a:rPr lang="en-US" altLang="en-US" smtClean="0"/>
              <a:t>then i shall bow in humble adoration</a:t>
            </a:r>
          </a:p>
          <a:p>
            <a:endParaRPr lang="en-US" altLang="en-US" smtClean="0"/>
          </a:p>
          <a:p>
            <a:r>
              <a:rPr lang="en-US" altLang="en-US" smtClean="0"/>
              <a:t>13- JE CHANTERAI QUE MON DIEU EST SI GRAND</a:t>
            </a:r>
          </a:p>
          <a:p>
            <a:r>
              <a:rPr lang="en-US" altLang="en-US" smtClean="0"/>
              <a:t>and then proclaim "my god, how great thou art!"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Fin: </a:t>
            </a:r>
          </a:p>
          <a:p>
            <a:r>
              <a:rPr lang="en-US" altLang="en-US" smtClean="0"/>
              <a:t>14- TU ES SI GRAND, TU ES SI GRAND, TU ES SI GRAND </a:t>
            </a:r>
          </a:p>
          <a:p>
            <a:r>
              <a:rPr lang="en-US" altLang="en-US" smtClean="0"/>
              <a:t>how great thou art, how great thou art! </a:t>
            </a:r>
            <a:endParaRPr lang="fr-FR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1- DIEU TOUT-PUISSANT QUAND MON CŒUR CONSIDÈRE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o lord my god, when i in awesome wonder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2- TOUT L'UNIVERS CRÉE PAR TON POUVOIR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consider all the worlds thy hands have made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3- LE CIEL D'AZUR, LES ÉCLAIRS, LE TONNERRE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see the stars, i hear the rolling thunder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4- LE CLAIR MATIN OU LES OMBRES DU SOIR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thy power throughout the universe displayed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5- AINSI MON ÂME CHANTE LOUANGE À TOI TU ES SI GRAND, TU ES SI GRAND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sings my soul my saviour god, to thee how great thou 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6- ET QUAND JE PENSE QUE DIEU A DONNÉ SON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when i think that god his son not sparing sent him to die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7- POUR ME SAUVER, JE NE PEUX L'IMAGINER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scarce can take it in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8- QUE SUR LA CROIX IL A PORTÉ MES FARDEAUX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that on the cross my burden gladly bearing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9- ET IL EST MORT POUR LAVER MES PÉCHÉS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he bled and died to take away my sin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10- QUAND IL VIENDRA AUX SONS DE CÉLÉBRATION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when christ shall come with shout of acclamation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11- POUR ME CHERCHER, JE SERAI DANS LA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take me home, what joy shall fill my heart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12- ET PROSTERNÉ HUMBLEMENT EN T'ADORANT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i shall bow in humble adoration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13- JE CHANTERAI QUE MON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then proclaim "my god, how great thou art!"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Fin: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14- TU ES SI GRAND, TU ES SI GRAND, TU ES SI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how great thou art, how great thou art! </a:t>
            </a: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smtClean="0"/>
              <a:t>1- DIEU TOUT-PUISSANT QUAND MON CŒUR CONSIDÈRE  </a:t>
            </a:r>
          </a:p>
          <a:p>
            <a:r>
              <a:rPr lang="en-US" altLang="en-US" smtClean="0"/>
              <a:t>o lord my god, when i in awesome wonder</a:t>
            </a:r>
          </a:p>
          <a:p>
            <a:endParaRPr lang="en-US" altLang="en-US" smtClean="0"/>
          </a:p>
          <a:p>
            <a:r>
              <a:rPr lang="en-US" altLang="en-US" smtClean="0"/>
              <a:t>2- TOUT L'UNIVERS CRÉE PAR TON POUVOIR</a:t>
            </a:r>
          </a:p>
          <a:p>
            <a:r>
              <a:rPr lang="en-US" altLang="en-US" smtClean="0"/>
              <a:t>consider all the worlds thy hands have made</a:t>
            </a:r>
          </a:p>
          <a:p>
            <a:endParaRPr lang="en-US" altLang="en-US" smtClean="0"/>
          </a:p>
          <a:p>
            <a:r>
              <a:rPr lang="en-US" altLang="en-US" smtClean="0"/>
              <a:t>3- LE CIEL D'AZUR, LES ÉCLAIRS, LE TONNERRE</a:t>
            </a:r>
          </a:p>
          <a:p>
            <a:r>
              <a:rPr lang="en-US" altLang="en-US" smtClean="0"/>
              <a:t>i see the stars, i hear the rolling thunder</a:t>
            </a:r>
          </a:p>
          <a:p>
            <a:endParaRPr lang="en-US" altLang="en-US" smtClean="0"/>
          </a:p>
          <a:p>
            <a:r>
              <a:rPr lang="en-US" altLang="en-US" smtClean="0"/>
              <a:t>4- LE CLAIR MATIN OU LES OMBRES DU SOIR</a:t>
            </a:r>
          </a:p>
          <a:p>
            <a:r>
              <a:rPr lang="en-US" altLang="en-US" smtClean="0"/>
              <a:t>thy power throughout the universe displayed</a:t>
            </a:r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5- AINSI MON ÂME CHANTE LOUANGE À TOI TU ES SI GRAND, TU ES SI GRAND  x2</a:t>
            </a:r>
          </a:p>
          <a:p>
            <a:r>
              <a:rPr lang="en-US" altLang="en-US" smtClean="0"/>
              <a:t>then sings my soul my saviour god, to thee how great thou art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6- ET QUAND JE PENSE QUE DIEU A DONNÉ SON FILS</a:t>
            </a:r>
          </a:p>
          <a:p>
            <a:r>
              <a:rPr lang="en-US" altLang="en-US" smtClean="0"/>
              <a:t>and when i think that god his son not sparing sent him to die </a:t>
            </a:r>
          </a:p>
          <a:p>
            <a:endParaRPr lang="en-US" altLang="en-US" smtClean="0"/>
          </a:p>
          <a:p>
            <a:r>
              <a:rPr lang="en-US" altLang="en-US" smtClean="0"/>
              <a:t>7- POUR ME SAUVER, JE NE PEUX L'IMAGINER</a:t>
            </a:r>
          </a:p>
          <a:p>
            <a:r>
              <a:rPr lang="en-US" altLang="en-US" smtClean="0"/>
              <a:t>i scarce can take it in </a:t>
            </a:r>
          </a:p>
          <a:p>
            <a:endParaRPr lang="en-US" altLang="en-US" smtClean="0"/>
          </a:p>
          <a:p>
            <a:r>
              <a:rPr lang="en-US" altLang="en-US" smtClean="0"/>
              <a:t>8- QUE SUR LA CROIX IL A PORTÉ MES FARDEAUX</a:t>
            </a:r>
          </a:p>
          <a:p>
            <a:r>
              <a:rPr lang="en-US" altLang="en-US" smtClean="0"/>
              <a:t>that on the cross my burden gladly bearing</a:t>
            </a:r>
          </a:p>
          <a:p>
            <a:endParaRPr lang="en-US" altLang="en-US" smtClean="0"/>
          </a:p>
          <a:p>
            <a:r>
              <a:rPr lang="en-US" altLang="en-US" smtClean="0"/>
              <a:t>9- ET IL EST MORT POUR LAVER MES PÉCHÉS</a:t>
            </a:r>
          </a:p>
          <a:p>
            <a:r>
              <a:rPr lang="en-US" altLang="en-US" smtClean="0"/>
              <a:t>he bled and died to take away my sin</a:t>
            </a:r>
          </a:p>
          <a:p>
            <a:endParaRPr lang="en-US" altLang="en-US" smtClean="0"/>
          </a:p>
          <a:p>
            <a:r>
              <a:rPr lang="en-US" altLang="en-US" smtClean="0"/>
              <a:t>10- QUAND IL VIENDRA AUX SONS DE CÉLÉBRATION</a:t>
            </a:r>
          </a:p>
          <a:p>
            <a:r>
              <a:rPr lang="en-US" altLang="en-US" smtClean="0"/>
              <a:t>when christ shall come with shout of acclamation</a:t>
            </a:r>
          </a:p>
          <a:p>
            <a:endParaRPr lang="en-US" altLang="en-US" smtClean="0"/>
          </a:p>
          <a:p>
            <a:r>
              <a:rPr lang="en-US" altLang="en-US" smtClean="0"/>
              <a:t>11- POUR ME CHERCHER, JE SERAI DANS LA JOIE</a:t>
            </a:r>
          </a:p>
          <a:p>
            <a:r>
              <a:rPr lang="en-US" altLang="en-US" smtClean="0"/>
              <a:t>and take me home, what joy shall fill my heart</a:t>
            </a:r>
          </a:p>
          <a:p>
            <a:endParaRPr lang="en-US" altLang="en-US" smtClean="0"/>
          </a:p>
          <a:p>
            <a:r>
              <a:rPr lang="en-US" altLang="en-US" smtClean="0"/>
              <a:t>12- ET PROSTERNÉ HUMBLEMENT EN T'ADORANT</a:t>
            </a:r>
          </a:p>
          <a:p>
            <a:r>
              <a:rPr lang="en-US" altLang="en-US" smtClean="0"/>
              <a:t>then i shall bow in humble adoration</a:t>
            </a:r>
          </a:p>
          <a:p>
            <a:endParaRPr lang="en-US" altLang="en-US" smtClean="0"/>
          </a:p>
          <a:p>
            <a:r>
              <a:rPr lang="en-US" altLang="en-US" smtClean="0"/>
              <a:t>13- JE CHANTERAI QUE MON DIEU EST SI GRAND</a:t>
            </a:r>
          </a:p>
          <a:p>
            <a:r>
              <a:rPr lang="en-US" altLang="en-US" smtClean="0"/>
              <a:t>and then proclaim "my god, how great thou art!"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Fin: </a:t>
            </a:r>
          </a:p>
          <a:p>
            <a:r>
              <a:rPr lang="en-US" altLang="en-US" smtClean="0"/>
              <a:t>14- TU ES SI GRAND, TU ES SI GRAND, TU ES SI GRAND </a:t>
            </a:r>
          </a:p>
          <a:p>
            <a:r>
              <a:rPr lang="en-US" altLang="en-US" smtClean="0"/>
              <a:t>how great thou art, how great thou art! </a:t>
            </a:r>
            <a:endParaRPr lang="fr-FR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1- DIEU TOUT-PUISSANT QUAND MON CŒUR CONSIDÈRE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o lord my god, when i in awesome wonder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2- TOUT L'UNIVERS CRÉE PAR TON POUVOIR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consider all the worlds thy hands have made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3- LE CIEL D'AZUR, LES ÉCLAIRS, LE TONNERRE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see the stars, i hear the rolling thunder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4- LE CLAIR MATIN OU LES OMBRES DU SOIR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thy power throughout the universe displayed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5- AINSI MON ÂME CHANTE LOUANGE À TOI TU ES SI GRAND, TU ES SI GRAND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sings my soul my saviour god, to thee how great thou 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6- ET QUAND JE PENSE QUE DIEU A DONNÉ SON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when i think that god his son not sparing sent him to die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7- POUR ME SAUVER, JE NE PEUX L'IMAGINER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scarce can take it in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8- QUE SUR LA CROIX IL A PORTÉ MES FARDEAUX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that on the cross my burden gladly bearing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9- ET IL EST MORT POUR LAVER MES PÉCHÉS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he bled and died to take away my sin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10- QUAND IL VIENDRA AUX SONS DE CÉLÉBRATION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when christ shall come with shout of acclamation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11- POUR ME CHERCHER, JE SERAI DANS LA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take me home, what joy shall fill my heart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12- ET PROSTERNÉ HUMBLEMENT EN T'ADORANT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i shall bow in humble adoration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13- JE CHANTERAI QUE MON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then proclaim "my god, how great thou art!"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Fin: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14- TU ES SI GRAND, TU ES SI GRAND, TU ES SI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how great thou art, how great thou art! </a:t>
            </a: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smtClean="0"/>
              <a:t>1- DIEU TOUT-PUISSANT QUAND MON CŒUR CONSIDÈRE  </a:t>
            </a:r>
          </a:p>
          <a:p>
            <a:r>
              <a:rPr lang="en-US" altLang="en-US" smtClean="0"/>
              <a:t>o lord my god, when i in awesome wonder</a:t>
            </a:r>
          </a:p>
          <a:p>
            <a:endParaRPr lang="en-US" altLang="en-US" smtClean="0"/>
          </a:p>
          <a:p>
            <a:r>
              <a:rPr lang="en-US" altLang="en-US" smtClean="0"/>
              <a:t>2- TOUT L'UNIVERS CRÉE PAR TON POUVOIR</a:t>
            </a:r>
          </a:p>
          <a:p>
            <a:r>
              <a:rPr lang="en-US" altLang="en-US" smtClean="0"/>
              <a:t>consider all the worlds thy hands have made</a:t>
            </a:r>
          </a:p>
          <a:p>
            <a:endParaRPr lang="en-US" altLang="en-US" smtClean="0"/>
          </a:p>
          <a:p>
            <a:r>
              <a:rPr lang="en-US" altLang="en-US" smtClean="0"/>
              <a:t>3- LE CIEL D'AZUR, LES ÉCLAIRS, LE TONNERRE</a:t>
            </a:r>
          </a:p>
          <a:p>
            <a:r>
              <a:rPr lang="en-US" altLang="en-US" smtClean="0"/>
              <a:t>i see the stars, i hear the rolling thunder</a:t>
            </a:r>
          </a:p>
          <a:p>
            <a:endParaRPr lang="en-US" altLang="en-US" smtClean="0"/>
          </a:p>
          <a:p>
            <a:r>
              <a:rPr lang="en-US" altLang="en-US" smtClean="0"/>
              <a:t>4- LE CLAIR MATIN OU LES OMBRES DU SOIR</a:t>
            </a:r>
          </a:p>
          <a:p>
            <a:r>
              <a:rPr lang="en-US" altLang="en-US" smtClean="0"/>
              <a:t>thy power throughout the universe displayed</a:t>
            </a:r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5- AINSI MON ÂME CHANTE LOUANGE À TOI TU ES SI GRAND, TU ES SI GRAND  x2</a:t>
            </a:r>
          </a:p>
          <a:p>
            <a:r>
              <a:rPr lang="en-US" altLang="en-US" smtClean="0"/>
              <a:t>then sings my soul my saviour god, to thee how great thou art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6- ET QUAND JE PENSE QUE DIEU A DONNÉ SON FILS</a:t>
            </a:r>
          </a:p>
          <a:p>
            <a:r>
              <a:rPr lang="en-US" altLang="en-US" smtClean="0"/>
              <a:t>and when i think that god his son not sparing sent him to die </a:t>
            </a:r>
          </a:p>
          <a:p>
            <a:endParaRPr lang="en-US" altLang="en-US" smtClean="0"/>
          </a:p>
          <a:p>
            <a:r>
              <a:rPr lang="en-US" altLang="en-US" smtClean="0"/>
              <a:t>7- POUR ME SAUVER, JE NE PEUX L'IMAGINER</a:t>
            </a:r>
          </a:p>
          <a:p>
            <a:r>
              <a:rPr lang="en-US" altLang="en-US" smtClean="0"/>
              <a:t>i scarce can take it in </a:t>
            </a:r>
          </a:p>
          <a:p>
            <a:endParaRPr lang="en-US" altLang="en-US" smtClean="0"/>
          </a:p>
          <a:p>
            <a:r>
              <a:rPr lang="en-US" altLang="en-US" smtClean="0"/>
              <a:t>8- QUE SUR LA CROIX IL A PORTÉ MES FARDEAUX</a:t>
            </a:r>
          </a:p>
          <a:p>
            <a:r>
              <a:rPr lang="en-US" altLang="en-US" smtClean="0"/>
              <a:t>that on the cross my burden gladly bearing</a:t>
            </a:r>
          </a:p>
          <a:p>
            <a:endParaRPr lang="en-US" altLang="en-US" smtClean="0"/>
          </a:p>
          <a:p>
            <a:r>
              <a:rPr lang="en-US" altLang="en-US" smtClean="0"/>
              <a:t>9- ET IL EST MORT POUR LAVER MES PÉCHÉS</a:t>
            </a:r>
          </a:p>
          <a:p>
            <a:r>
              <a:rPr lang="en-US" altLang="en-US" smtClean="0"/>
              <a:t>he bled and died to take away my sin</a:t>
            </a:r>
          </a:p>
          <a:p>
            <a:endParaRPr lang="en-US" altLang="en-US" smtClean="0"/>
          </a:p>
          <a:p>
            <a:r>
              <a:rPr lang="en-US" altLang="en-US" smtClean="0"/>
              <a:t>10- QUAND IL VIENDRA AUX SONS DE CÉLÉBRATION</a:t>
            </a:r>
          </a:p>
          <a:p>
            <a:r>
              <a:rPr lang="en-US" altLang="en-US" smtClean="0"/>
              <a:t>when christ shall come with shout of acclamation</a:t>
            </a:r>
          </a:p>
          <a:p>
            <a:endParaRPr lang="en-US" altLang="en-US" smtClean="0"/>
          </a:p>
          <a:p>
            <a:r>
              <a:rPr lang="en-US" altLang="en-US" smtClean="0"/>
              <a:t>11- POUR ME CHERCHER, JE SERAI DANS LA JOIE</a:t>
            </a:r>
          </a:p>
          <a:p>
            <a:r>
              <a:rPr lang="en-US" altLang="en-US" smtClean="0"/>
              <a:t>and take me home, what joy shall fill my heart</a:t>
            </a:r>
          </a:p>
          <a:p>
            <a:endParaRPr lang="en-US" altLang="en-US" smtClean="0"/>
          </a:p>
          <a:p>
            <a:r>
              <a:rPr lang="en-US" altLang="en-US" smtClean="0"/>
              <a:t>12- ET PROSTERNÉ HUMBLEMENT EN T'ADORANT</a:t>
            </a:r>
          </a:p>
          <a:p>
            <a:r>
              <a:rPr lang="en-US" altLang="en-US" smtClean="0"/>
              <a:t>then i shall bow in humble adoration</a:t>
            </a:r>
          </a:p>
          <a:p>
            <a:endParaRPr lang="en-US" altLang="en-US" smtClean="0"/>
          </a:p>
          <a:p>
            <a:r>
              <a:rPr lang="en-US" altLang="en-US" smtClean="0"/>
              <a:t>13- JE CHANTERAI QUE MON DIEU EST SI GRAND</a:t>
            </a:r>
          </a:p>
          <a:p>
            <a:r>
              <a:rPr lang="en-US" altLang="en-US" smtClean="0"/>
              <a:t>and then proclaim "my god, how great thou art!"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Fin: </a:t>
            </a:r>
          </a:p>
          <a:p>
            <a:r>
              <a:rPr lang="en-US" altLang="en-US" smtClean="0"/>
              <a:t>14- TU ES SI GRAND, TU ES SI GRAND, TU ES SI GRAND </a:t>
            </a:r>
          </a:p>
          <a:p>
            <a:r>
              <a:rPr lang="en-US" altLang="en-US" smtClean="0"/>
              <a:t>how great thou art, how great thou art! </a:t>
            </a:r>
            <a:endParaRPr lang="fr-FR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1- DIEU TOUT-PUISSANT QUAND MON CŒUR CONSIDÈRE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o lord my god, when i in awesome wonder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2- TOUT L'UNIVERS CRÉE PAR TON POUVOIR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consider all the worlds thy hands have made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3- LE CIEL D'AZUR, LES ÉCLAIRS, LE TONNERRE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see the stars, i hear the rolling thunder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4- LE CLAIR MATIN OU LES OMBRES DU SOIR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thy power throughout the universe displayed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5- AINSI MON ÂME CHANTE LOUANGE À TOI TU ES SI GRAND, TU ES SI GRAND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sings my soul my saviour god, to thee how great thou 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6- ET QUAND JE PENSE QUE DIEU A DONNÉ SON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when i think that god his son not sparing sent him to die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7- POUR ME SAUVER, JE NE PEUX L'IMAGINER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scarce can take it in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8- QUE SUR LA CROIX IL A PORTÉ MES FARDEAUX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that on the cross my burden gladly bearing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9- ET IL EST MORT POUR LAVER MES PÉCHÉS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he bled and died to take away my sin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10- QUAND IL VIENDRA AUX SONS DE CÉLÉBRATION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when christ shall come with shout of acclamation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11- POUR ME CHERCHER, JE SERAI DANS LA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take me home, what joy shall fill my heart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12- ET PROSTERNÉ HUMBLEMENT EN T'ADORANT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i shall bow in humble adoration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13- JE CHANTERAI QUE MON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then proclaim "my god, how great thou art!"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Fin: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14- TU ES SI GRAND, TU ES SI GRAND, TU ES SI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how great thou art, how great thou art! </a:t>
            </a:r>
            <a:endParaRPr lang="en-US" smtClean="0">
              <a:solidFill>
                <a:schemeClr val="bg1"/>
              </a:solidFill>
            </a:endParaRPr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smtClean="0"/>
              <a:t>1- DIEU TOUT-PUISSANT QUAND MON CŒUR CONSIDÈRE  </a:t>
            </a:r>
          </a:p>
          <a:p>
            <a:r>
              <a:rPr lang="en-US" altLang="en-US" smtClean="0"/>
              <a:t>o lord my god, when i in awesome wonder</a:t>
            </a:r>
          </a:p>
          <a:p>
            <a:endParaRPr lang="en-US" altLang="en-US" smtClean="0"/>
          </a:p>
          <a:p>
            <a:r>
              <a:rPr lang="en-US" altLang="en-US" smtClean="0"/>
              <a:t>2- TOUT L'UNIVERS CRÉE PAR TON POUVOIR</a:t>
            </a:r>
          </a:p>
          <a:p>
            <a:r>
              <a:rPr lang="en-US" altLang="en-US" smtClean="0"/>
              <a:t>consider all the worlds thy hands have made</a:t>
            </a:r>
          </a:p>
          <a:p>
            <a:endParaRPr lang="en-US" altLang="en-US" smtClean="0"/>
          </a:p>
          <a:p>
            <a:r>
              <a:rPr lang="en-US" altLang="en-US" smtClean="0"/>
              <a:t>3- LE CIEL D'AZUR, LES ÉCLAIRS, LE TONNERRE</a:t>
            </a:r>
          </a:p>
          <a:p>
            <a:r>
              <a:rPr lang="en-US" altLang="en-US" smtClean="0"/>
              <a:t>i see the stars, i hear the rolling thunder</a:t>
            </a:r>
          </a:p>
          <a:p>
            <a:endParaRPr lang="en-US" altLang="en-US" smtClean="0"/>
          </a:p>
          <a:p>
            <a:r>
              <a:rPr lang="en-US" altLang="en-US" smtClean="0"/>
              <a:t>4- LE CLAIR MATIN OU LES OMBRES DU SOIR</a:t>
            </a:r>
          </a:p>
          <a:p>
            <a:r>
              <a:rPr lang="en-US" altLang="en-US" smtClean="0"/>
              <a:t>thy power throughout the universe displayed</a:t>
            </a:r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5- AINSI MON ÂME CHANTE LOUANGE À TOI TU ES SI GRAND, TU ES SI GRAND  x2</a:t>
            </a:r>
          </a:p>
          <a:p>
            <a:r>
              <a:rPr lang="en-US" altLang="en-US" smtClean="0"/>
              <a:t>then sings my soul my saviour god, to thee how great thou art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6- ET QUAND JE PENSE QUE DIEU A DONNÉ SON FILS</a:t>
            </a:r>
          </a:p>
          <a:p>
            <a:r>
              <a:rPr lang="en-US" altLang="en-US" smtClean="0"/>
              <a:t>and when i think that god his son not sparing sent him to die </a:t>
            </a:r>
          </a:p>
          <a:p>
            <a:endParaRPr lang="en-US" altLang="en-US" smtClean="0"/>
          </a:p>
          <a:p>
            <a:r>
              <a:rPr lang="en-US" altLang="en-US" smtClean="0"/>
              <a:t>7- POUR ME SAUVER, JE NE PEUX L'IMAGINER</a:t>
            </a:r>
          </a:p>
          <a:p>
            <a:r>
              <a:rPr lang="en-US" altLang="en-US" smtClean="0"/>
              <a:t>i scarce can take it in </a:t>
            </a:r>
          </a:p>
          <a:p>
            <a:endParaRPr lang="en-US" altLang="en-US" smtClean="0"/>
          </a:p>
          <a:p>
            <a:r>
              <a:rPr lang="en-US" altLang="en-US" smtClean="0"/>
              <a:t>8- QUE SUR LA CROIX IL A PORTÉ MES FARDEAUX</a:t>
            </a:r>
          </a:p>
          <a:p>
            <a:r>
              <a:rPr lang="en-US" altLang="en-US" smtClean="0"/>
              <a:t>that on the cross my burden gladly bearing</a:t>
            </a:r>
          </a:p>
          <a:p>
            <a:endParaRPr lang="en-US" altLang="en-US" smtClean="0"/>
          </a:p>
          <a:p>
            <a:r>
              <a:rPr lang="en-US" altLang="en-US" smtClean="0"/>
              <a:t>9- ET IL EST MORT POUR LAVER MES PÉCHÉS</a:t>
            </a:r>
          </a:p>
          <a:p>
            <a:r>
              <a:rPr lang="en-US" altLang="en-US" smtClean="0"/>
              <a:t>he bled and died to take away my sin</a:t>
            </a:r>
          </a:p>
          <a:p>
            <a:endParaRPr lang="en-US" altLang="en-US" smtClean="0"/>
          </a:p>
          <a:p>
            <a:r>
              <a:rPr lang="en-US" altLang="en-US" smtClean="0"/>
              <a:t>10- QUAND IL VIENDRA AUX SONS DE CÉLÉBRATION</a:t>
            </a:r>
          </a:p>
          <a:p>
            <a:r>
              <a:rPr lang="en-US" altLang="en-US" smtClean="0"/>
              <a:t>when christ shall come with shout of acclamation</a:t>
            </a:r>
          </a:p>
          <a:p>
            <a:endParaRPr lang="en-US" altLang="en-US" smtClean="0"/>
          </a:p>
          <a:p>
            <a:r>
              <a:rPr lang="en-US" altLang="en-US" smtClean="0"/>
              <a:t>11- POUR ME CHERCHER, JE SERAI DANS LA JOIE</a:t>
            </a:r>
          </a:p>
          <a:p>
            <a:r>
              <a:rPr lang="en-US" altLang="en-US" smtClean="0"/>
              <a:t>and take me home, what joy shall fill my heart</a:t>
            </a:r>
          </a:p>
          <a:p>
            <a:endParaRPr lang="en-US" altLang="en-US" smtClean="0"/>
          </a:p>
          <a:p>
            <a:r>
              <a:rPr lang="en-US" altLang="en-US" smtClean="0"/>
              <a:t>12- ET PROSTERNÉ HUMBLEMENT EN T'ADORANT</a:t>
            </a:r>
          </a:p>
          <a:p>
            <a:r>
              <a:rPr lang="en-US" altLang="en-US" smtClean="0"/>
              <a:t>then i shall bow in humble adoration</a:t>
            </a:r>
          </a:p>
          <a:p>
            <a:endParaRPr lang="en-US" altLang="en-US" smtClean="0"/>
          </a:p>
          <a:p>
            <a:r>
              <a:rPr lang="en-US" altLang="en-US" smtClean="0"/>
              <a:t>13- JE CHANTERAI QUE MON DIEU EST SI GRAND</a:t>
            </a:r>
          </a:p>
          <a:p>
            <a:r>
              <a:rPr lang="en-US" altLang="en-US" smtClean="0"/>
              <a:t>and then proclaim "my god, how great thou art!"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Fin: </a:t>
            </a:r>
          </a:p>
          <a:p>
            <a:r>
              <a:rPr lang="en-US" altLang="en-US" smtClean="0"/>
              <a:t>14- TU ES SI GRAND, TU ES SI GRAND, TU ES SI GRAND </a:t>
            </a:r>
          </a:p>
          <a:p>
            <a:r>
              <a:rPr lang="en-US" altLang="en-US" smtClean="0"/>
              <a:t>how great thou art, how great thou art! </a:t>
            </a:r>
            <a:endParaRPr lang="fr-FR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1- DIEU TOUT-PUISSANT QUAND MON CŒUR CONSIDÈRE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o lord my god, when i in awesome wonder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2- TOUT L'UNIVERS CRÉE PAR TON POUVOIR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consider all the worlds thy hands have made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3- LE CIEL D'AZUR, LES ÉCLAIRS, LE TONNERRE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see the stars, i hear the rolling thunder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4- LE CLAIR MATIN OU LES OMBRES DU SOIR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thy power throughout the universe displayed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5- AINSI MON ÂME CHANTE LOUANGE À TOI TU ES SI GRAND, TU ES SI GRAND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sings my soul my saviour god, to thee how great thou 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6- ET QUAND JE PENSE QUE DIEU A DONNÉ SON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when i think that god his son not sparing sent him to die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7- POUR ME SAUVER, JE NE PEUX L'IMAGINER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scarce can take it in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8- QUE SUR LA CROIX IL A PORTÉ MES FARDEAUX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that on the cross my burden gladly bearing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9- ET IL EST MORT POUR LAVER MES PÉCHÉS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he bled and died to take away my sin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10- QUAND IL VIENDRA AUX SONS DE CÉLÉBRATION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when christ shall come with shout of acclamation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11- POUR ME CHERCHER, JE SERAI DANS LA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take me home, what joy shall fill my heart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12- ET PROSTERNÉ HUMBLEMENT EN T'ADORANT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i shall bow in humble adoration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13- JE CHANTERAI QUE MON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then proclaim "my god, how great thou art!"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Fin: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14- TU ES SI GRAND, TU ES SI GRAND, TU ES SI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how great thou art, how great thou art! </a:t>
            </a: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smtClean="0"/>
              <a:t>1- DIEU TOUT-PUISSANT QUAND MON CŒUR CONSIDÈRE  </a:t>
            </a:r>
          </a:p>
          <a:p>
            <a:r>
              <a:rPr lang="en-US" altLang="en-US" smtClean="0"/>
              <a:t>o lord my god, when i in awesome wonder</a:t>
            </a:r>
          </a:p>
          <a:p>
            <a:endParaRPr lang="en-US" altLang="en-US" smtClean="0"/>
          </a:p>
          <a:p>
            <a:r>
              <a:rPr lang="en-US" altLang="en-US" smtClean="0"/>
              <a:t>2- TOUT L'UNIVERS CRÉE PAR TON POUVOIR</a:t>
            </a:r>
          </a:p>
          <a:p>
            <a:r>
              <a:rPr lang="en-US" altLang="en-US" smtClean="0"/>
              <a:t>consider all the worlds thy hands have made</a:t>
            </a:r>
          </a:p>
          <a:p>
            <a:endParaRPr lang="en-US" altLang="en-US" smtClean="0"/>
          </a:p>
          <a:p>
            <a:r>
              <a:rPr lang="en-US" altLang="en-US" smtClean="0"/>
              <a:t>3- LE CIEL D'AZUR, LES ÉCLAIRS, LE TONNERRE</a:t>
            </a:r>
          </a:p>
          <a:p>
            <a:r>
              <a:rPr lang="en-US" altLang="en-US" smtClean="0"/>
              <a:t>i see the stars, i hear the rolling thunder</a:t>
            </a:r>
          </a:p>
          <a:p>
            <a:endParaRPr lang="en-US" altLang="en-US" smtClean="0"/>
          </a:p>
          <a:p>
            <a:r>
              <a:rPr lang="en-US" altLang="en-US" smtClean="0"/>
              <a:t>4- LE CLAIR MATIN OU LES OMBRES DU SOIR</a:t>
            </a:r>
          </a:p>
          <a:p>
            <a:r>
              <a:rPr lang="en-US" altLang="en-US" smtClean="0"/>
              <a:t>thy power throughout the universe displayed</a:t>
            </a:r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5- AINSI MON ÂME CHANTE LOUANGE À TOI TU ES SI GRAND, TU ES SI GRAND  x2</a:t>
            </a:r>
          </a:p>
          <a:p>
            <a:r>
              <a:rPr lang="en-US" altLang="en-US" smtClean="0"/>
              <a:t>then sings my soul my saviour god, to thee how great thou art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6- ET QUAND JE PENSE QUE DIEU A DONNÉ SON FILS</a:t>
            </a:r>
          </a:p>
          <a:p>
            <a:r>
              <a:rPr lang="en-US" altLang="en-US" smtClean="0"/>
              <a:t>and when i think that god his son not sparing sent him to die </a:t>
            </a:r>
          </a:p>
          <a:p>
            <a:endParaRPr lang="en-US" altLang="en-US" smtClean="0"/>
          </a:p>
          <a:p>
            <a:r>
              <a:rPr lang="en-US" altLang="en-US" smtClean="0"/>
              <a:t>7- POUR ME SAUVER, JE NE PEUX L'IMAGINER</a:t>
            </a:r>
          </a:p>
          <a:p>
            <a:r>
              <a:rPr lang="en-US" altLang="en-US" smtClean="0"/>
              <a:t>i scarce can take it in </a:t>
            </a:r>
          </a:p>
          <a:p>
            <a:endParaRPr lang="en-US" altLang="en-US" smtClean="0"/>
          </a:p>
          <a:p>
            <a:r>
              <a:rPr lang="en-US" altLang="en-US" smtClean="0"/>
              <a:t>8- QUE SUR LA CROIX IL A PORTÉ MES FARDEAUX</a:t>
            </a:r>
          </a:p>
          <a:p>
            <a:r>
              <a:rPr lang="en-US" altLang="en-US" smtClean="0"/>
              <a:t>that on the cross my burden gladly bearing</a:t>
            </a:r>
          </a:p>
          <a:p>
            <a:endParaRPr lang="en-US" altLang="en-US" smtClean="0"/>
          </a:p>
          <a:p>
            <a:r>
              <a:rPr lang="en-US" altLang="en-US" smtClean="0"/>
              <a:t>9- ET IL EST MORT POUR LAVER MES PÉCHÉS</a:t>
            </a:r>
          </a:p>
          <a:p>
            <a:r>
              <a:rPr lang="en-US" altLang="en-US" smtClean="0"/>
              <a:t>he bled and died to take away my sin</a:t>
            </a:r>
          </a:p>
          <a:p>
            <a:endParaRPr lang="en-US" altLang="en-US" smtClean="0"/>
          </a:p>
          <a:p>
            <a:r>
              <a:rPr lang="en-US" altLang="en-US" smtClean="0"/>
              <a:t>10- QUAND IL VIENDRA AUX SONS DE CÉLÉBRATION</a:t>
            </a:r>
          </a:p>
          <a:p>
            <a:r>
              <a:rPr lang="en-US" altLang="en-US" smtClean="0"/>
              <a:t>when christ shall come with shout of acclamation</a:t>
            </a:r>
          </a:p>
          <a:p>
            <a:endParaRPr lang="en-US" altLang="en-US" smtClean="0"/>
          </a:p>
          <a:p>
            <a:r>
              <a:rPr lang="en-US" altLang="en-US" smtClean="0"/>
              <a:t>11- POUR ME CHERCHER, JE SERAI DANS LA JOIE</a:t>
            </a:r>
          </a:p>
          <a:p>
            <a:r>
              <a:rPr lang="en-US" altLang="en-US" smtClean="0"/>
              <a:t>and take me home, what joy shall fill my heart</a:t>
            </a:r>
          </a:p>
          <a:p>
            <a:endParaRPr lang="en-US" altLang="en-US" smtClean="0"/>
          </a:p>
          <a:p>
            <a:r>
              <a:rPr lang="en-US" altLang="en-US" smtClean="0"/>
              <a:t>12- ET PROSTERNÉ HUMBLEMENT EN T'ADORANT</a:t>
            </a:r>
          </a:p>
          <a:p>
            <a:r>
              <a:rPr lang="en-US" altLang="en-US" smtClean="0"/>
              <a:t>then i shall bow in humble adoration</a:t>
            </a:r>
          </a:p>
          <a:p>
            <a:endParaRPr lang="en-US" altLang="en-US" smtClean="0"/>
          </a:p>
          <a:p>
            <a:r>
              <a:rPr lang="en-US" altLang="en-US" smtClean="0"/>
              <a:t>13- JE CHANTERAI QUE MON DIEU EST SI GRAND</a:t>
            </a:r>
          </a:p>
          <a:p>
            <a:r>
              <a:rPr lang="en-US" altLang="en-US" smtClean="0"/>
              <a:t>and then proclaim "my god, how great thou art!"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Fin: </a:t>
            </a:r>
          </a:p>
          <a:p>
            <a:r>
              <a:rPr lang="en-US" altLang="en-US" smtClean="0"/>
              <a:t>14- TU ES SI GRAND, TU ES SI GRAND, TU ES SI GRAND </a:t>
            </a:r>
          </a:p>
          <a:p>
            <a:r>
              <a:rPr lang="en-US" altLang="en-US" smtClean="0"/>
              <a:t>how great thou art, how great thou art! </a:t>
            </a:r>
            <a:endParaRPr lang="fr-FR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1- DIEU TOUT-PUISSANT QUAND MON CŒUR CONSIDÈRE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o lord my god, when i in awesome wonder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2- TOUT L'UNIVERS CRÉE PAR TON POUVOIR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consider all the worlds thy hands have made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3- LE CIEL D'AZUR, LES ÉCLAIRS, LE TONNERRE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see the stars, i hear the rolling thunder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4- LE CLAIR MATIN OU LES OMBRES DU SOIR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thy power throughout the universe displayed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5- AINSI MON ÂME CHANTE LOUANGE À TOI TU ES SI GRAND, TU ES SI GRAND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sings my soul my saviour god, to thee how great thou 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6- ET QUAND JE PENSE QUE DIEU A DONNÉ SON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when i think that god his son not sparing sent him to die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7- POUR ME SAUVER, JE NE PEUX L'IMAGINER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scarce can take it in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8- QUE SUR LA CROIX IL A PORTÉ MES FARDEAUX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that on the cross my burden gladly bearing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9- ET IL EST MORT POUR LAVER MES PÉCHÉS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he bled and died to take away my sin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10- QUAND IL VIENDRA AUX SONS DE CÉLÉBRATION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when christ shall come with shout of acclamation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11- POUR ME CHERCHER, JE SERAI DANS LA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take me home, what joy shall fill my heart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12- ET PROSTERNÉ HUMBLEMENT EN T'ADORANT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i shall bow in humble adoration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13- JE CHANTERAI QUE MON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then proclaim "my god, how great thou art!"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Fin: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14- TU ES SI GRAND, TU ES SI GRAND, TU ES SI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how great thou art, how great thou art! </a:t>
            </a: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smtClean="0"/>
              <a:t>1- DIEU TOUT-PUISSANT QUAND MON CŒUR CONSIDÈRE  </a:t>
            </a:r>
          </a:p>
          <a:p>
            <a:r>
              <a:rPr lang="en-US" altLang="en-US" smtClean="0"/>
              <a:t>o lord my god, when i in awesome wonder</a:t>
            </a:r>
          </a:p>
          <a:p>
            <a:endParaRPr lang="en-US" altLang="en-US" smtClean="0"/>
          </a:p>
          <a:p>
            <a:r>
              <a:rPr lang="en-US" altLang="en-US" smtClean="0"/>
              <a:t>2- TOUT L'UNIVERS CRÉE PAR TON POUVOIR</a:t>
            </a:r>
          </a:p>
          <a:p>
            <a:r>
              <a:rPr lang="en-US" altLang="en-US" smtClean="0"/>
              <a:t>consider all the worlds thy hands have made</a:t>
            </a:r>
          </a:p>
          <a:p>
            <a:endParaRPr lang="en-US" altLang="en-US" smtClean="0"/>
          </a:p>
          <a:p>
            <a:r>
              <a:rPr lang="en-US" altLang="en-US" smtClean="0"/>
              <a:t>3- LE CIEL D'AZUR, LES ÉCLAIRS, LE TONNERRE</a:t>
            </a:r>
          </a:p>
          <a:p>
            <a:r>
              <a:rPr lang="en-US" altLang="en-US" smtClean="0"/>
              <a:t>i see the stars, i hear the rolling thunder</a:t>
            </a:r>
          </a:p>
          <a:p>
            <a:endParaRPr lang="en-US" altLang="en-US" smtClean="0"/>
          </a:p>
          <a:p>
            <a:r>
              <a:rPr lang="en-US" altLang="en-US" smtClean="0"/>
              <a:t>4- LE CLAIR MATIN OU LES OMBRES DU SOIR</a:t>
            </a:r>
          </a:p>
          <a:p>
            <a:r>
              <a:rPr lang="en-US" altLang="en-US" smtClean="0"/>
              <a:t>thy power throughout the universe displayed</a:t>
            </a:r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5- AINSI MON ÂME CHANTE LOUANGE À TOI TU ES SI GRAND, TU ES SI GRAND  x2</a:t>
            </a:r>
          </a:p>
          <a:p>
            <a:r>
              <a:rPr lang="en-US" altLang="en-US" smtClean="0"/>
              <a:t>then sings my soul my saviour god, to thee how great thou art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6- ET QUAND JE PENSE QUE DIEU A DONNÉ SON FILS</a:t>
            </a:r>
          </a:p>
          <a:p>
            <a:r>
              <a:rPr lang="en-US" altLang="en-US" smtClean="0"/>
              <a:t>and when i think that god his son not sparing sent him to die </a:t>
            </a:r>
          </a:p>
          <a:p>
            <a:endParaRPr lang="en-US" altLang="en-US" smtClean="0"/>
          </a:p>
          <a:p>
            <a:r>
              <a:rPr lang="en-US" altLang="en-US" smtClean="0"/>
              <a:t>7- POUR ME SAUVER, JE NE PEUX L'IMAGINER</a:t>
            </a:r>
          </a:p>
          <a:p>
            <a:r>
              <a:rPr lang="en-US" altLang="en-US" smtClean="0"/>
              <a:t>i scarce can take it in </a:t>
            </a:r>
          </a:p>
          <a:p>
            <a:endParaRPr lang="en-US" altLang="en-US" smtClean="0"/>
          </a:p>
          <a:p>
            <a:r>
              <a:rPr lang="en-US" altLang="en-US" smtClean="0"/>
              <a:t>8- QUE SUR LA CROIX IL A PORTÉ MES FARDEAUX</a:t>
            </a:r>
          </a:p>
          <a:p>
            <a:r>
              <a:rPr lang="en-US" altLang="en-US" smtClean="0"/>
              <a:t>that on the cross my burden gladly bearing</a:t>
            </a:r>
          </a:p>
          <a:p>
            <a:endParaRPr lang="en-US" altLang="en-US" smtClean="0"/>
          </a:p>
          <a:p>
            <a:r>
              <a:rPr lang="en-US" altLang="en-US" smtClean="0"/>
              <a:t>9- ET IL EST MORT POUR LAVER MES PÉCHÉS</a:t>
            </a:r>
          </a:p>
          <a:p>
            <a:r>
              <a:rPr lang="en-US" altLang="en-US" smtClean="0"/>
              <a:t>he bled and died to take away my sin</a:t>
            </a:r>
          </a:p>
          <a:p>
            <a:endParaRPr lang="en-US" altLang="en-US" smtClean="0"/>
          </a:p>
          <a:p>
            <a:r>
              <a:rPr lang="en-US" altLang="en-US" smtClean="0"/>
              <a:t>10- QUAND IL VIENDRA AUX SONS DE CÉLÉBRATION</a:t>
            </a:r>
          </a:p>
          <a:p>
            <a:r>
              <a:rPr lang="en-US" altLang="en-US" smtClean="0"/>
              <a:t>when christ shall come with shout of acclamation</a:t>
            </a:r>
          </a:p>
          <a:p>
            <a:endParaRPr lang="en-US" altLang="en-US" smtClean="0"/>
          </a:p>
          <a:p>
            <a:r>
              <a:rPr lang="en-US" altLang="en-US" smtClean="0"/>
              <a:t>11- POUR ME CHERCHER, JE SERAI DANS LA JOIE</a:t>
            </a:r>
          </a:p>
          <a:p>
            <a:r>
              <a:rPr lang="en-US" altLang="en-US" smtClean="0"/>
              <a:t>and take me home, what joy shall fill my heart</a:t>
            </a:r>
          </a:p>
          <a:p>
            <a:endParaRPr lang="en-US" altLang="en-US" smtClean="0"/>
          </a:p>
          <a:p>
            <a:r>
              <a:rPr lang="en-US" altLang="en-US" smtClean="0"/>
              <a:t>12- ET PROSTERNÉ HUMBLEMENT EN T'ADORANT</a:t>
            </a:r>
          </a:p>
          <a:p>
            <a:r>
              <a:rPr lang="en-US" altLang="en-US" smtClean="0"/>
              <a:t>then i shall bow in humble adoration</a:t>
            </a:r>
          </a:p>
          <a:p>
            <a:endParaRPr lang="en-US" altLang="en-US" smtClean="0"/>
          </a:p>
          <a:p>
            <a:r>
              <a:rPr lang="en-US" altLang="en-US" smtClean="0"/>
              <a:t>13- JE CHANTERAI QUE MON DIEU EST SI GRAND</a:t>
            </a:r>
          </a:p>
          <a:p>
            <a:r>
              <a:rPr lang="en-US" altLang="en-US" smtClean="0"/>
              <a:t>and then proclaim "my god, how great thou art!"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Fin: </a:t>
            </a:r>
          </a:p>
          <a:p>
            <a:r>
              <a:rPr lang="en-US" altLang="en-US" smtClean="0"/>
              <a:t>14- TU ES SI GRAND, TU ES SI GRAND, TU ES SI GRAND </a:t>
            </a:r>
          </a:p>
          <a:p>
            <a:r>
              <a:rPr lang="en-US" altLang="en-US" smtClean="0"/>
              <a:t>how great thou art, how great thou art! </a:t>
            </a:r>
            <a:endParaRPr lang="fr-FR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1- DIEU TOUT-PUISSANT QUAND MON CŒUR CONSIDÈRE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o lord my god, when i in awesome wonder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2- TOUT L'UNIVERS CRÉE PAR TON POUVOIR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consider all the worlds thy hands have made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3- LE CIEL D'AZUR, LES ÉCLAIRS, LE TONNERRE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see the stars, i hear the rolling thunder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4- LE CLAIR MATIN OU LES OMBRES DU SOIR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thy power throughout the universe displayed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5- AINSI MON ÂME CHANTE LOUANGE À TOI TU ES SI GRAND, TU ES SI GRAND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sings my soul my saviour god, to thee how great thou 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6- ET QUAND JE PENSE QUE DIEU A DONNÉ SON FILS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when i think that god his son not sparing sent him to die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7- POUR ME SAUVER, JE NE PEUX L'IMAGINER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i scarce can take it in 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8- QUE SUR LA CROIX IL A PORTÉ MES FARDEAUX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that on the cross my burden gladly bearing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9- ET IL EST MORT POUR LAVER MES PÉCHÉS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he bled and died to take away my sin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10- QUAND IL VIENDRA AUX SONS DE CÉLÉBRATION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when christ shall come with shout of acclamation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11- POUR ME CHERCHER, JE SERAI DANS LA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take me home, what joy shall fill my heart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12- ET PROSTERNÉ HUMBLEMENT EN T'ADORANT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then i shall bow in humble adoration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13- JE CHANTERAI QUE MON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and then proclaim "my god, how great thou art!"</a:t>
            </a: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fr-FR" smtClean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Fin: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14- TU ES SI GRAND, TU ES SI GRAND, TU ES SI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>
                <a:solidFill>
                  <a:schemeClr val="bg1"/>
                </a:solidFill>
              </a:rPr>
              <a:t>how great thou art, how great thou art! </a:t>
            </a: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smtClean="0"/>
              <a:t>1- DIEU TOUT-PUISSANT QUAND MON CŒUR CONSIDÈRE  </a:t>
            </a:r>
          </a:p>
          <a:p>
            <a:r>
              <a:rPr lang="en-US" altLang="en-US" smtClean="0"/>
              <a:t>o lord my god, when i in awesome wonder</a:t>
            </a:r>
          </a:p>
          <a:p>
            <a:endParaRPr lang="en-US" altLang="en-US" smtClean="0"/>
          </a:p>
          <a:p>
            <a:r>
              <a:rPr lang="en-US" altLang="en-US" smtClean="0"/>
              <a:t>2- TOUT L'UNIVERS CRÉE PAR TON POUVOIR</a:t>
            </a:r>
          </a:p>
          <a:p>
            <a:r>
              <a:rPr lang="en-US" altLang="en-US" smtClean="0"/>
              <a:t>consider all the worlds thy hands have made</a:t>
            </a:r>
          </a:p>
          <a:p>
            <a:endParaRPr lang="en-US" altLang="en-US" smtClean="0"/>
          </a:p>
          <a:p>
            <a:r>
              <a:rPr lang="en-US" altLang="en-US" smtClean="0"/>
              <a:t>3- LE CIEL D'AZUR, LES ÉCLAIRS, LE TONNERRE</a:t>
            </a:r>
          </a:p>
          <a:p>
            <a:r>
              <a:rPr lang="en-US" altLang="en-US" smtClean="0"/>
              <a:t>i see the stars, i hear the rolling thunder</a:t>
            </a:r>
          </a:p>
          <a:p>
            <a:endParaRPr lang="en-US" altLang="en-US" smtClean="0"/>
          </a:p>
          <a:p>
            <a:r>
              <a:rPr lang="en-US" altLang="en-US" smtClean="0"/>
              <a:t>4- LE CLAIR MATIN OU LES OMBRES DU SOIR</a:t>
            </a:r>
          </a:p>
          <a:p>
            <a:r>
              <a:rPr lang="en-US" altLang="en-US" smtClean="0"/>
              <a:t>thy power throughout the universe displayed</a:t>
            </a:r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5- AINSI MON ÂME CHANTE LOUANGE À TOI TU ES SI GRAND, TU ES SI GRAND  x2</a:t>
            </a:r>
          </a:p>
          <a:p>
            <a:r>
              <a:rPr lang="en-US" altLang="en-US" smtClean="0"/>
              <a:t>then sings my soul my saviour god, to thee how great thou art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6- ET QUAND JE PENSE QUE DIEU A DONNÉ SON FILS</a:t>
            </a:r>
          </a:p>
          <a:p>
            <a:r>
              <a:rPr lang="en-US" altLang="en-US" smtClean="0"/>
              <a:t>and when i think that god his son not sparing sent him to die </a:t>
            </a:r>
          </a:p>
          <a:p>
            <a:endParaRPr lang="en-US" altLang="en-US" smtClean="0"/>
          </a:p>
          <a:p>
            <a:r>
              <a:rPr lang="en-US" altLang="en-US" smtClean="0"/>
              <a:t>7- POUR ME SAUVER, JE NE PEUX L'IMAGINER</a:t>
            </a:r>
          </a:p>
          <a:p>
            <a:r>
              <a:rPr lang="en-US" altLang="en-US" smtClean="0"/>
              <a:t>i scarce can take it in </a:t>
            </a:r>
          </a:p>
          <a:p>
            <a:endParaRPr lang="en-US" altLang="en-US" smtClean="0"/>
          </a:p>
          <a:p>
            <a:r>
              <a:rPr lang="en-US" altLang="en-US" smtClean="0"/>
              <a:t>8- QUE SUR LA CROIX IL A PORTÉ MES FARDEAUX</a:t>
            </a:r>
          </a:p>
          <a:p>
            <a:r>
              <a:rPr lang="en-US" altLang="en-US" smtClean="0"/>
              <a:t>that on the cross my burden gladly bearing</a:t>
            </a:r>
          </a:p>
          <a:p>
            <a:endParaRPr lang="en-US" altLang="en-US" smtClean="0"/>
          </a:p>
          <a:p>
            <a:r>
              <a:rPr lang="en-US" altLang="en-US" smtClean="0"/>
              <a:t>9- ET IL EST MORT POUR LAVER MES PÉCHÉS</a:t>
            </a:r>
          </a:p>
          <a:p>
            <a:r>
              <a:rPr lang="en-US" altLang="en-US" smtClean="0"/>
              <a:t>he bled and died to take away my sin</a:t>
            </a:r>
          </a:p>
          <a:p>
            <a:endParaRPr lang="en-US" altLang="en-US" smtClean="0"/>
          </a:p>
          <a:p>
            <a:r>
              <a:rPr lang="en-US" altLang="en-US" smtClean="0"/>
              <a:t>10- QUAND IL VIENDRA AUX SONS DE CÉLÉBRATION</a:t>
            </a:r>
          </a:p>
          <a:p>
            <a:r>
              <a:rPr lang="en-US" altLang="en-US" smtClean="0"/>
              <a:t>when christ shall come with shout of acclamation</a:t>
            </a:r>
          </a:p>
          <a:p>
            <a:endParaRPr lang="en-US" altLang="en-US" smtClean="0"/>
          </a:p>
          <a:p>
            <a:r>
              <a:rPr lang="en-US" altLang="en-US" smtClean="0"/>
              <a:t>11- POUR ME CHERCHER, JE SERAI DANS LA JOIE</a:t>
            </a:r>
          </a:p>
          <a:p>
            <a:r>
              <a:rPr lang="en-US" altLang="en-US" smtClean="0"/>
              <a:t>and take me home, what joy shall fill my heart</a:t>
            </a:r>
          </a:p>
          <a:p>
            <a:endParaRPr lang="en-US" altLang="en-US" smtClean="0"/>
          </a:p>
          <a:p>
            <a:r>
              <a:rPr lang="en-US" altLang="en-US" smtClean="0"/>
              <a:t>12- ET PROSTERNÉ HUMBLEMENT EN T'ADORANT</a:t>
            </a:r>
          </a:p>
          <a:p>
            <a:r>
              <a:rPr lang="en-US" altLang="en-US" smtClean="0"/>
              <a:t>then i shall bow in humble adoration</a:t>
            </a:r>
          </a:p>
          <a:p>
            <a:endParaRPr lang="en-US" altLang="en-US" smtClean="0"/>
          </a:p>
          <a:p>
            <a:r>
              <a:rPr lang="en-US" altLang="en-US" smtClean="0"/>
              <a:t>13- JE CHANTERAI QUE MON DIEU EST SI GRAND</a:t>
            </a:r>
          </a:p>
          <a:p>
            <a:r>
              <a:rPr lang="en-US" altLang="en-US" smtClean="0"/>
              <a:t>and then proclaim "my god, how great thou art!"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	Refrain: </a:t>
            </a:r>
          </a:p>
          <a:p>
            <a:r>
              <a:rPr lang="en-US" altLang="en-US" smtClean="0"/>
              <a:t>Fin: </a:t>
            </a:r>
          </a:p>
          <a:p>
            <a:r>
              <a:rPr lang="en-US" altLang="en-US" smtClean="0"/>
              <a:t>14- TU ES SI GRAND, TU ES SI GRAND, TU ES SI GRAND </a:t>
            </a:r>
          </a:p>
          <a:p>
            <a:r>
              <a:rPr lang="en-US" altLang="en-US" smtClean="0"/>
              <a:t>how great thou art, how great thou art! </a:t>
            </a:r>
            <a:endParaRPr lang="fr-FR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639CEF-1700-463A-BA16-CE06B0ABFF3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844889-D430-42A7-A7BD-95ACD78ABD6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F74CF-66E0-4C4A-9D9F-7FF12FA7507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C9DCF6-9664-4A1B-89E4-C21589C3396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DFBF69-287B-4AC8-9D45-DB54F3C65E2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E6F548-1398-49B9-BF9B-ED6221AC2A2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2A2FAF-35EE-4246-806E-BC6A3AC056B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3E9151-AE95-45A2-8A1E-9311343D488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3A19C9-CBAC-4FCB-8993-75C074A479A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486422-AA40-48B3-9EA4-5CB0ACCC01A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352217-73B1-414F-A75B-46E16A2B576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text styles</a:t>
            </a:r>
          </a:p>
          <a:p>
            <a:pPr lvl="1"/>
            <a:r>
              <a:rPr lang="en-GB" altLang="en-US" smtClean="0"/>
              <a:t>Second level</a:t>
            </a:r>
          </a:p>
          <a:p>
            <a:pPr lvl="2"/>
            <a:r>
              <a:rPr lang="en-GB" altLang="en-US" smtClean="0"/>
              <a:t>Third level</a:t>
            </a:r>
          </a:p>
          <a:p>
            <a:pPr lvl="3"/>
            <a:r>
              <a:rPr lang="en-GB" altLang="en-US" smtClean="0"/>
              <a:t>Fourth level</a:t>
            </a:r>
          </a:p>
          <a:p>
            <a:pPr lvl="4"/>
            <a:r>
              <a:rPr lang="en-GB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7A825DBD-8F42-49C6-8291-2CFCC3B0E35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7356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TOUT-PUISSANT                                QUAND MON CŒUR CONSIDÈRE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7356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L'UNIVERS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CRÉE PAR TON POUVOIR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3075" name="TextBox 4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  <p:sp>
        <p:nvSpPr>
          <p:cNvPr id="3076" name="TextBox 6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7356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CIEL D'AZUR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ÉCLAIRS LE TONNERRE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en-US" sz="4000" dirty="0"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4099" name="TextBox 4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  <p:sp>
        <p:nvSpPr>
          <p:cNvPr id="4100" name="TextBox 5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7356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CLAIR MATIN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 LES OMBRES DU SOIR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en-US" sz="4000" dirty="0"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5123" name="TextBox 5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7356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AINSI MON ÂME CHANTE LOUANGE À TOI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SI GRAND, TU ES SI GRAND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en-US" sz="4000" dirty="0"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6147" name="TextBox 4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  <p:sp>
        <p:nvSpPr>
          <p:cNvPr id="6148" name="TextBox 5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7356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QUAND JE PENSE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DIEU A DONNÉ SON FILS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en-US" sz="4000" dirty="0"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7171" name="TextBox 4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  <p:sp>
        <p:nvSpPr>
          <p:cNvPr id="7172" name="TextBox 5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7356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ME SAUVER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JE NE PEUX L'IMAGINER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lnSpc>
                <a:spcPct val="90000"/>
              </a:lnSpc>
              <a:defRPr/>
            </a:pPr>
            <a:endParaRPr lang="en-US" sz="4000" dirty="0"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8195" name="TextBox 4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  <p:sp>
        <p:nvSpPr>
          <p:cNvPr id="8196" name="TextBox 5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7356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SUR LA CROIX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A PORTÉ MES FARDEAUX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lnSpc>
                <a:spcPct val="90000"/>
              </a:lnSpc>
              <a:defRPr/>
            </a:pPr>
            <a:endParaRPr lang="en-US" sz="4000" dirty="0"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9219" name="TextBox 4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  <p:sp>
        <p:nvSpPr>
          <p:cNvPr id="9220" name="TextBox 5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7356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IL EST MORT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POUR LAVER MES PÉCHÉS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lnSpc>
                <a:spcPct val="90000"/>
              </a:lnSpc>
              <a:defRPr/>
            </a:pPr>
            <a:endParaRPr lang="en-US" sz="4000" dirty="0"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10243" name="TextBox 4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  <p:sp>
        <p:nvSpPr>
          <p:cNvPr id="10244" name="TextBox 5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7356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IL VIENDRA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AUX SONS DE CÉLÉBRATION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lnSpc>
                <a:spcPct val="90000"/>
              </a:lnSpc>
              <a:defRPr/>
            </a:pPr>
            <a:endParaRPr lang="en-US" sz="4000" dirty="0"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11267" name="TextBox 4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  <p:sp>
        <p:nvSpPr>
          <p:cNvPr id="11268" name="TextBox 5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7356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ME CHERCHER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JE SERAI DANS LA JOIE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lnSpc>
                <a:spcPct val="90000"/>
              </a:lnSpc>
              <a:defRPr/>
            </a:pPr>
            <a:endParaRPr lang="en-US" sz="4000" dirty="0"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12291" name="TextBox 4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  <p:sp>
        <p:nvSpPr>
          <p:cNvPr id="12292" name="TextBox 5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7356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PROSTERNÉ HUMBLEMENT  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T'ADORANT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lnSpc>
                <a:spcPct val="90000"/>
              </a:lnSpc>
              <a:defRPr/>
            </a:pPr>
            <a:endParaRPr lang="en-US" sz="4000" dirty="0"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13315" name="TextBox 4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  <p:sp>
        <p:nvSpPr>
          <p:cNvPr id="13316" name="TextBox 5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7356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CHANTERAI 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MON DIEU EST SI GRAND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lnSpc>
                <a:spcPct val="90000"/>
              </a:lnSpc>
              <a:defRPr/>
            </a:pPr>
            <a:endParaRPr lang="en-US" sz="4000" dirty="0"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14339" name="TextBox 4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  <p:sp>
        <p:nvSpPr>
          <p:cNvPr id="14340" name="TextBox 5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7356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SI GRAND, TU ES SI GRAND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TU ES SI GRAND 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lnSpc>
                <a:spcPct val="90000"/>
              </a:lnSpc>
              <a:defRPr/>
            </a:pPr>
            <a:endParaRPr lang="en-US" sz="4000" dirty="0"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15363" name="TextBox 4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  <p:sp>
        <p:nvSpPr>
          <p:cNvPr id="15364" name="TextBox 5"/>
          <p:cNvSpPr txBox="1"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2597</TotalTime>
  <Words>1998</Words>
  <Application>Microsoft Office PowerPoint</Application>
  <PresentationFormat>On-screen Show (4:3)</PresentationFormat>
  <Paragraphs>1320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167</cp:revision>
  <dcterms:created xsi:type="dcterms:W3CDTF">2002-08-17T10:50:50Z</dcterms:created>
  <dcterms:modified xsi:type="dcterms:W3CDTF">2017-07-09T10:40:31Z</dcterms:modified>
</cp:coreProperties>
</file>