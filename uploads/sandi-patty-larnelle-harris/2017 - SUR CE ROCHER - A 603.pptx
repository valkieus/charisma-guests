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33" autoAdjust="0"/>
    <p:restoredTop sz="35525" autoAdjust="0"/>
  </p:normalViewPr>
  <p:slideViewPr>
    <p:cSldViewPr>
      <p:cViewPr>
        <p:scale>
          <a:sx n="41" d="100"/>
          <a:sy n="41" d="100"/>
        </p:scale>
        <p:origin x="-365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374FF38-E108-444B-BC61-08D4E9FF192E}" type="datetimeFigureOut">
              <a:rPr lang="fr-FR"/>
              <a:pPr>
                <a:defRPr/>
              </a:pPr>
              <a:t>27/02/2018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9A2A0A4B-8BAC-43D3-8622-10C3B07D7EF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37-  SUR CE ROCHER 
</a:t>
            </a: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11-  SUR CE ROCHER JE CONSTRUIS MON ROYAUME 
	12-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13-  TOUTE LA PUISSANCE DE L’ENFER NE PRÉVAUDRA PAS CONTRE LUI 
	14-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15-  SUR CE ROCHER JE CONSTRUIS MON ROYAUME 
	16-  SUR CE ROCHER, POUR TOUJOURS À JAMAIS,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SI DANS UN SIMPLE CHARPENTIER TU VOIS LE FILS DE DIEU 
21-  SI TU CHOISIS DE PERDRE QUAND TU PEUX GAGNER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SI TU VEUX VIVRE TA VIE AINSI SANS RIEN EN ESPÉRER 
23-  TU ES LÀ OÙ MON ROYAUME VA COMMENCER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24-  SUR CE ROCHER JE CONSTRUIS MON ROYAUME 
	25-  SUR CE ROCHER, POUR TOUJOURS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26-  TOUTE LA PUISSANCE DE L’ENFER NE PRÉVAUDRA PAS CONTRE LUI 
	27-  FACE AU TRÔNE DE SATAN JE RÉSISTERAI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28-  SUR CE ROCHER JE CONSTRUIS MON ROYAUME 
	29-  SUR CE ROCHER, POUR TOUJOURS  À JAMAIS JE ME TIENDRAI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32-  SUR CE ROCHER JE CONSTRUIS MON ROYAUME 
	33-  SUR CE ROCHER POUR TOUJOURS À JAMAIS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	36-  SUR CE ROCHER, J’ÉTABLIRAI SUR CE ROCHER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37-  SUR CE ROCHER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CERTAINS MARCHENT PAR LA VUE 
2-  CONDUITS PAR LEURS REGARDS 
3-  TU VERRAS DES CHOSES QUI SONT ÉTERNELLES 
4-  TU SAURAS ET CONNAÎTRAS AVEC UNE FOI D’ENFANT 
5-  LA VALEUR DE CELUI QUI EST FIDÈLE </a:t>
            </a:r>
          </a:p>
          <a:p>
            <a:r>
              <a:rPr lang="fr-FR" smtClean="0"/>
              <a:t>6-  QUAND ILS DISENT QUE JE NE SUIS QU’UN HOMME 
7-  VOULANT VIVRE SES RÊVES 
8-  QUAND ILS APPELLENT UN MIRACLE UN MYTHE 
9-  TU COMPRENDRAS EN UN INSTANT TOUTES CES CHOSES CACHÉES 
10-  TU VERRAS SA BONTÉ QUI EST SANS LIMITE </a:t>
            </a:r>
          </a:p>
          <a:p>
            <a:endParaRPr lang="fr-FR" smtClean="0"/>
          </a:p>
          <a:p>
            <a:r>
              <a:rPr lang="fr-FR" smtClean="0"/>
              <a:t>	11-  SUR CE ROCHER JE CONSTRUIS MON ROYAUME 
	12-  SUR CE ROCHER, POUR TOUJOURS À JAMAIS, JE ME TIENDRAI </a:t>
            </a:r>
          </a:p>
          <a:p>
            <a:r>
              <a:rPr lang="fr-FR" smtClean="0"/>
              <a:t>	13-  TOUTE LA PUISSANCE DE L’ENFER NE PRÉVAUDRA PAS CONTRE LUI 
	14-  FACE AU TRÔNE DE SATAN JE RÉSISTERAI </a:t>
            </a:r>
          </a:p>
          <a:p>
            <a:r>
              <a:rPr lang="fr-FR" smtClean="0"/>
              <a:t>	15-  SUR CE ROCHER JE CONSTRUIS MON ROYAUME 
	16-  SUR CE ROCHER, POUR TOUJOURS À JAMAIS, JE ME TIENDRAI </a:t>
            </a:r>
          </a:p>
          <a:p>
            <a:r>
              <a:rPr lang="fr-FR" smtClean="0"/>
              <a:t>	17-  SUR CE ROCHER DE RÉVÉLATION J’ÉTABLIRAI UNE PUISSANTE NATION 
	18-  QUI TIENDRA FERME CONTRE LES TEMPÊTES 
	19-  SUR CE ROCHER </a:t>
            </a:r>
          </a:p>
          <a:p>
            <a:endParaRPr lang="fr-FR" smtClean="0"/>
          </a:p>
          <a:p>
            <a:r>
              <a:rPr lang="fr-FR" smtClean="0"/>
              <a:t>20-  SI DANS UN SIMPLE CHARPENTIER TU VOIS LE FILS DE DIEU 
21-  SI TU CHOISIS DE PERDRE QUAND TU PEUX GAGNER </a:t>
            </a:r>
          </a:p>
          <a:p>
            <a:r>
              <a:rPr lang="fr-FR" smtClean="0"/>
              <a:t>22-  SI TU VEUX VIVRE TA VIE AINSI SANS RIEN EN ESPÉRER 
23-  TU ES LÀ OÙ MON ROYAUME VA COMMENCER 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24-  SUR CE ROCHER JE CONSTRUIS MON ROYAUME 
	25-  SUR CE ROCHER, POUR TOUJOURS À JAMAIS JE ME TIENDRAI </a:t>
            </a:r>
          </a:p>
          <a:p>
            <a:r>
              <a:rPr lang="fr-FR" smtClean="0"/>
              <a:t>	26-  TOUTE LA PUISSANCE DE L’ENFER NE PRÉVAUDRA PAS CONTRE LUI 
	27-  FACE AU TRÔNE DE SATAN JE RÉSISTERAI </a:t>
            </a:r>
          </a:p>
          <a:p>
            <a:endParaRPr lang="fr-FR" smtClean="0"/>
          </a:p>
          <a:p>
            <a:r>
              <a:rPr lang="fr-FR" smtClean="0"/>
              <a:t>	28-  SUR CE ROCHER JE CONSTRUIS MON ROYAUME 
	29-  SUR CE ROCHER, POUR TOUJOURS  À JAMAIS JE ME TIENDRAI </a:t>
            </a:r>
          </a:p>
          <a:p>
            <a:r>
              <a:rPr lang="fr-FR" smtClean="0"/>
              <a:t>	30-  SUR CE ROCHER DE RÉVÉLATION J’ÉTABLIRAI UNE PUISSANTE NATION 
	31-  QUI TIENDRA FERME  CONTRE LES TEMPÊTES </a:t>
            </a:r>
          </a:p>
          <a:p>
            <a:endParaRPr lang="fr-FR" smtClean="0"/>
          </a:p>
          <a:p>
            <a:r>
              <a:rPr lang="fr-FR" smtClean="0"/>
              <a:t>	32-  SUR CE ROCHER JE CONSTRUIS MON ROYAUME 
	33-  SUR CE ROCHER POUR TOUJOURS À JAMAIS </a:t>
            </a:r>
          </a:p>
          <a:p>
            <a:r>
              <a:rPr lang="fr-FR" smtClean="0"/>
              <a:t>	34-  SUR CE ROCHER DE RÉVÉLATION J’ÉTABLIRAI UNE PUISSANTE NATION 
	35-  QUI TIENDRA FERME  CONTRE LES TEMPÊTES</a:t>
            </a:r>
          </a:p>
          <a:p>
            <a:r>
              <a:rPr lang="fr-FR" smtClean="0"/>
              <a:t> 	36-  SUR CE ROCHER, J’ÉTABLIRAI SUR CE ROCHER </a:t>
            </a:r>
          </a:p>
          <a:p>
            <a:endParaRPr lang="fr-FR" smtClean="0"/>
          </a:p>
          <a:p>
            <a:r>
              <a:rPr lang="fr-FR" smtClean="0"/>
              <a:t>	37-  SUR CE ROCHER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885277-EAD2-4951-AAAE-3982DC44D0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4FD7-F25F-4846-ABEC-9FC7DC4191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B1617-298D-4BC0-A84E-F058001195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C36682-07EB-4D4B-A2C7-38688CDFE6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90B47-FA73-4831-A66F-D7E1BA4C72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6B890-A3B9-4C2C-B7AF-C663E8C3C6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20F9C-0784-4A58-B5EB-65A39876F8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DCC00-A75D-492D-9017-3484E5D1EF5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579FA-AB01-4082-9C53-034433327B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4443D-B3C6-4397-93E0-196320312AE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8C9CD-E94A-4A9E-9540-1C8794E8AD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0E9140-B32D-46BC-AD3F-8CFF9D18FA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CERTAINS MARCHENT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LA VUE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CONDUITS PAR LEURS REGARDS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VERRAS DES CHOSES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SONT ÉTERNELLES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SAURAS ET CONNAÎTRAS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UNE FOI D’ENFANT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VALEUR DE CELUI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FIDÈLE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DISENT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JE NE SUIS QU’UN HOMME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VOULANT VIVRE SES RÊVES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APPELLENT UN MIRACLE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MYTHE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COMPRENDRAS EN UN INSTANT TOUTES CES CHOSES CACHÉES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VERRAS SA BONTÉ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EST SANS LIMITE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JE ME TIENDRAI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PUISSANCE DE L’ENFER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PRÉVAUDRA PAS CONTRE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AU TRÔNE DE SATAN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RÉSISTERAI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JAMAIS, JE ME TIENDRAI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 DE RÉVÉLATION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J’ÉTABLIRAI UNE PUISSANTE NATION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TIENDRA FERME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CONTRE LES TEMPÊTES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DANS UN SIMPLE CHARPENTIER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VOIS LE FILS DE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CHOISIS DE PERDRE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TU PEUX GAGNER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SI TU VEUX VIVRE TA VIE AINSI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RIEN EN ESPÉRER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LÀ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MON ROYAUME VA COMMENCER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POUR TOUJOURS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JE ME TIENDRAI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 LA PUISSANCE DE L’ENFER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PRÉVAUDRA PAS CONTRE LUI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FACE AU TRÔNE DE SATAN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RÉSISTERAI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POUR TOUJOURS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JAMAIS JE ME TIENDRAI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 DE RÉVÉLATION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J’ÉTABLIRAI UNE PUISSANTE NATION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TIENDRA FERME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CONTRE LES TEMPÊTES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CONSTRUIS MON ROYAUME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TOUJOURS À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 DE RÉVÉLATION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J’ÉTABLIRAI UNE PUISSANTE NATION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TIENDRA FERME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CONTRE LES TEMPÊTES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ROCHER, J’ÉTABLIRAI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CE ROCHER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807</Words>
  <Application>Microsoft Office PowerPoint</Application>
  <PresentationFormat>On-screen Show (4:3)</PresentationFormat>
  <Paragraphs>1771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  <vt:lpstr>Diapositive 30</vt:lpstr>
      <vt:lpstr>Diapositive 31</vt:lpstr>
      <vt:lpstr>Diapositive 32</vt:lpstr>
      <vt:lpstr>Diapositive 33</vt:lpstr>
      <vt:lpstr>Diapositive 34</vt:lpstr>
      <vt:lpstr>Diapositive 35</vt:lpstr>
      <vt:lpstr>Diapositive 36</vt:lpstr>
      <vt:lpstr>Diapositive 37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ge_yomo</cp:lastModifiedBy>
  <cp:revision>74</cp:revision>
  <dcterms:created xsi:type="dcterms:W3CDTF">2002-08-17T10:50:50Z</dcterms:created>
  <dcterms:modified xsi:type="dcterms:W3CDTF">2017-06-30T11:22:22Z</dcterms:modified>
</cp:coreProperties>
</file>