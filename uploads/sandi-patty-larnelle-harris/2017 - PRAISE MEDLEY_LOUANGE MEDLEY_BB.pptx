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1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2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42438" autoAdjust="0"/>
  </p:normalViewPr>
  <p:slideViewPr>
    <p:cSldViewPr>
      <p:cViewPr varScale="1">
        <p:scale>
          <a:sx n="44" d="100"/>
          <a:sy n="44" d="100"/>
        </p:scale>
        <p:origin x="-191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B6984AF-9492-4404-B47E-EE6DD25228B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081E010-4433-4424-B5D0-7EF06BB2B52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inhabits</a:t>
            </a:r>
            <a:r>
              <a:rPr lang="fr-FR" dirty="0" smtClean="0"/>
              <a:t> the </a:t>
            </a:r>
            <a:r>
              <a:rPr lang="fr-FR" dirty="0" err="1" smtClean="0"/>
              <a:t>praise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people And </a:t>
            </a:r>
            <a:r>
              <a:rPr lang="fr-FR" dirty="0" err="1" smtClean="0"/>
              <a:t>dwells</a:t>
            </a:r>
            <a:r>
              <a:rPr lang="fr-FR" dirty="0" smtClean="0"/>
              <a:t> </a:t>
            </a:r>
            <a:r>
              <a:rPr lang="fr-FR" dirty="0" err="1" smtClean="0"/>
              <a:t>deep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gives</a:t>
            </a:r>
            <a:r>
              <a:rPr lang="fr-FR" dirty="0" smtClean="0"/>
              <a:t> none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equal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r>
              <a:rPr lang="fr-FR" dirty="0" smtClean="0"/>
              <a:t>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 lift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gladness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Proclaim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all the </a:t>
            </a:r>
            <a:r>
              <a:rPr lang="fr-FR" dirty="0" err="1" smtClean="0"/>
              <a:t>earth</a:t>
            </a:r>
            <a:r>
              <a:rPr lang="fr-FR" dirty="0" smtClean="0"/>
              <a:t> That </a:t>
            </a:r>
            <a:r>
              <a:rPr lang="fr-FR" dirty="0" err="1" smtClean="0"/>
              <a:t>Jesus</a:t>
            </a:r>
            <a:r>
              <a:rPr lang="fr-FR" dirty="0" smtClean="0"/>
              <a:t> Christ </a:t>
            </a:r>
            <a:r>
              <a:rPr lang="fr-FR" dirty="0" err="1" smtClean="0"/>
              <a:t>is</a:t>
            </a:r>
            <a:r>
              <a:rPr lang="fr-FR" dirty="0" smtClean="0"/>
              <a:t>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magnify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Prince of </a:t>
            </a:r>
            <a:r>
              <a:rPr lang="fr-FR" dirty="0" err="1" smtClean="0"/>
              <a:t>peace</a:t>
            </a:r>
            <a:r>
              <a:rPr lang="fr-FR" dirty="0" smtClean="0"/>
              <a:t>,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O Lord,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Lord, </a:t>
            </a:r>
            <a:r>
              <a:rPr lang="fr-FR" dirty="0" err="1" smtClean="0"/>
              <a:t>our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How </a:t>
            </a:r>
            <a:r>
              <a:rPr lang="fr-FR" dirty="0" err="1" smtClean="0"/>
              <a:t>majestic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O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magnify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Prince of </a:t>
            </a:r>
            <a:r>
              <a:rPr lang="fr-FR" dirty="0" err="1" smtClean="0"/>
              <a:t>peace</a:t>
            </a:r>
            <a:r>
              <a:rPr lang="fr-FR" dirty="0" smtClean="0"/>
              <a:t>,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O Lord,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HOSANNA, HOSANNA TE VOIR DANS TA </a:t>
            </a:r>
            <a:r>
              <a:rPr lang="fr-FR" dirty="0" err="1" smtClean="0"/>
              <a:t>MAJESTé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ride in </a:t>
            </a:r>
            <a:r>
              <a:rPr lang="fr-FR" dirty="0" err="1" smtClean="0"/>
              <a:t>majesty</a:t>
            </a:r>
            <a:r>
              <a:rPr lang="fr-FR" dirty="0" smtClean="0"/>
              <a:t>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Lord of all </a:t>
            </a:r>
            <a:r>
              <a:rPr lang="fr-FR" dirty="0" err="1" smtClean="0"/>
              <a:t>eternity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hands in </a:t>
            </a:r>
            <a:r>
              <a:rPr lang="fr-FR" dirty="0" err="1" smtClean="0"/>
              <a:t>victory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He's</a:t>
            </a:r>
            <a:r>
              <a:rPr lang="fr-FR" dirty="0" smtClean="0"/>
              <a:t> come to set </a:t>
            </a:r>
            <a:r>
              <a:rPr lang="fr-FR" dirty="0" err="1" smtClean="0"/>
              <a:t>His</a:t>
            </a:r>
            <a:r>
              <a:rPr lang="fr-FR" dirty="0" smtClean="0"/>
              <a:t>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VENEZ ET RENDONS  SES LOUANGES GLORIEUSES 
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inhabits</a:t>
            </a:r>
            <a:r>
              <a:rPr lang="fr-FR" dirty="0" smtClean="0"/>
              <a:t> the </a:t>
            </a:r>
            <a:r>
              <a:rPr lang="fr-FR" dirty="0" err="1" smtClean="0"/>
              <a:t>praise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people And </a:t>
            </a:r>
            <a:r>
              <a:rPr lang="fr-FR" dirty="0" err="1" smtClean="0"/>
              <a:t>dwells</a:t>
            </a:r>
            <a:r>
              <a:rPr lang="fr-FR" dirty="0" smtClean="0"/>
              <a:t> </a:t>
            </a:r>
            <a:r>
              <a:rPr lang="fr-FR" dirty="0" err="1" smtClean="0"/>
              <a:t>deep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gives</a:t>
            </a:r>
            <a:r>
              <a:rPr lang="fr-FR" dirty="0" smtClean="0"/>
              <a:t> none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equal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r>
              <a:rPr lang="fr-FR" dirty="0" smtClean="0"/>
              <a:t>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 lift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gladness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Proclaim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all the </a:t>
            </a:r>
            <a:r>
              <a:rPr lang="fr-FR" dirty="0" err="1" smtClean="0"/>
              <a:t>earth</a:t>
            </a:r>
            <a:r>
              <a:rPr lang="fr-FR" dirty="0" smtClean="0"/>
              <a:t> That </a:t>
            </a:r>
            <a:r>
              <a:rPr lang="fr-FR" dirty="0" err="1" smtClean="0"/>
              <a:t>Jesus</a:t>
            </a:r>
            <a:r>
              <a:rPr lang="fr-FR" dirty="0" smtClean="0"/>
              <a:t> Christ </a:t>
            </a:r>
            <a:r>
              <a:rPr lang="fr-FR" dirty="0" err="1" smtClean="0"/>
              <a:t>is</a:t>
            </a:r>
            <a:r>
              <a:rPr lang="fr-FR" dirty="0" smtClean="0"/>
              <a:t>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magnify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Prince of </a:t>
            </a:r>
            <a:r>
              <a:rPr lang="fr-FR" dirty="0" err="1" smtClean="0"/>
              <a:t>peace</a:t>
            </a:r>
            <a:r>
              <a:rPr lang="fr-FR" dirty="0" smtClean="0"/>
              <a:t>,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O Lord,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Lord, </a:t>
            </a:r>
            <a:r>
              <a:rPr lang="fr-FR" dirty="0" err="1" smtClean="0"/>
              <a:t>our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How </a:t>
            </a:r>
            <a:r>
              <a:rPr lang="fr-FR" dirty="0" err="1" smtClean="0"/>
              <a:t>majestic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O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magnify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Prince of </a:t>
            </a:r>
            <a:r>
              <a:rPr lang="fr-FR" dirty="0" err="1" smtClean="0"/>
              <a:t>peace</a:t>
            </a:r>
            <a:r>
              <a:rPr lang="fr-FR" dirty="0" smtClean="0"/>
              <a:t>,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O Lord,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HOSANNA, HOSANNA TE VOIR DANS TA </a:t>
            </a:r>
            <a:r>
              <a:rPr lang="fr-FR" dirty="0" err="1" smtClean="0"/>
              <a:t>MAJESTé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ride in </a:t>
            </a:r>
            <a:r>
              <a:rPr lang="fr-FR" dirty="0" err="1" smtClean="0"/>
              <a:t>majesty</a:t>
            </a:r>
            <a:r>
              <a:rPr lang="fr-FR" dirty="0" smtClean="0"/>
              <a:t>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Lord of all </a:t>
            </a:r>
            <a:r>
              <a:rPr lang="fr-FR" dirty="0" err="1" smtClean="0"/>
              <a:t>eternity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hands in </a:t>
            </a:r>
            <a:r>
              <a:rPr lang="fr-FR" dirty="0" err="1" smtClean="0"/>
              <a:t>victory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He's</a:t>
            </a:r>
            <a:r>
              <a:rPr lang="fr-FR" dirty="0" smtClean="0"/>
              <a:t> come to set </a:t>
            </a:r>
            <a:r>
              <a:rPr lang="fr-FR" dirty="0" err="1" smtClean="0"/>
              <a:t>His</a:t>
            </a:r>
            <a:r>
              <a:rPr lang="fr-FR" dirty="0" smtClean="0"/>
              <a:t>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VENEZ ET RENDONS  SES LOUANGES GLORIEUSES 
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************* CRIE DE JOIE à DIEU, TOUTE LA TERRE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LOUEZ DIEU TOUTES NATIONS LOUEZ-LE VOUS ROIS 
5-  LOUEZ-LE CRÉATION 
6-  ET QUE VOS VOIX  CHANTENT GLOIRE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VENEZ ET RENDONS  SES LOUANGES GLORIEUSES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QU'IL Y AIT DE LA LOUANGE ET DE LA JOIE DANS NOS CŒURS 
13-  CHANTONS AU SEIGNEUR RENDONS-LUI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QU'IL Y AIT DE LA LOUANGE ET DE LA JOIE DANS NOS CŒURS 
15-  ET POUR TOUJOURS REMPLISSONS L'ATMOSPHÈRE 
16-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HABITE AU MILIEU DES LOUANGES ET DEMEURE EN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inhabits the praise of His people And dwells deep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LA PAIX QU'IL NOUS DONNE EST UNIQUE SON AMOUR DURE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He gives none can equal His love, it knows no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ALORS, LEVEZ VOS VOIX CHANTEZ AVEC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 lift your voices With gladness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PROCLAMEZ AVEC JOIE QUE JÉSUS CHRIST EST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Proclaim through all the earth That Jesus Christ is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 NOUS LOUONS TON NOM******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Ô SEIGNEUR NOUS MAGNIFIONS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27-  PRINCE DE PAIX, DIEU TOUT-PUISSANT Ô SEIGNEUR,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ÉTERNEL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our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QUE TON NOM EST MAGNIFIQUE  SUR TOUTE LA TERRE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How majestic is Your name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Ô SEIGNEUR, NOUS LOUONS TON NOM Ô SEIGNEUR, NOUS MAGNIFIONS TON NOM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Lord, we praise Your name O Lord, we magnify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PRINCE DE PAIX, DIEU TOUT-PUISSANT Ô SEIGNEUR, DIEU TOUT-PUISSANT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Prince of peace, mighty God O Lord,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******* HOSANNA *******
32- 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HOSANNA, HOSANNA TE VOIR DANS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See him ride in majesty
34-  HOSANNA, HOSANNA DIEU DE TOUTE L'ÉTERNITÉ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Lord of all eternity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HOSANNA, HOSANNA LÈVE TES MAINS EN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Raise your hands in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HOSANNA, HOSANNA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hosanna, hosanna 
37-  IL VA RENDRE SON PEUPLE LIBRE	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He's come to set His people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VENEZ ET RENDONS  SES LOUANGES GLORIEUSES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	************* CRIE DE JOIE à DIEU, TOUTE LA TERRE **********</a:t>
            </a:r>
          </a:p>
          <a:p>
            <a:endParaRPr lang="fr-FR" altLang="fr-FR" smtClean="0"/>
          </a:p>
          <a:p>
            <a:r>
              <a:rPr lang="fr-FR" altLang="fr-FR" smtClean="0"/>
              <a:t>1-  CRIE DE JOIE À DIEU  TOUTE LA TERRE 
2-  LOUE LE SEIGNEUR DES CIEUX LE SEIGNEUR DE LA TERRE 
3-  LOUE-LE POUR SA PUISSANTE FORCE LOUE-LE POUR SES ŒUVRES </a:t>
            </a:r>
          </a:p>
          <a:p>
            <a:endParaRPr lang="fr-FR" altLang="fr-FR" smtClean="0"/>
          </a:p>
          <a:p>
            <a:r>
              <a:rPr lang="fr-FR" altLang="fr-FR" smtClean="0"/>
              <a:t>4-  LOUEZ DIEU TOUTES NATIONS LOUEZ-LE VOUS ROIS 
5-  LOUEZ-LE CRÉATION 
6-  ET QUE VOS VOIX  CHANTENT GLOIRE AU SEIGNEUR </a:t>
            </a:r>
          </a:p>
          <a:p>
            <a:endParaRPr lang="fr-FR" altLang="fr-FR" smtClean="0"/>
          </a:p>
          <a:p>
            <a:r>
              <a:rPr lang="fr-FR" altLang="fr-FR" smtClean="0"/>
              <a:t>7-  CRIE DE JOIE À DIEU, TOUTE LA TERRE CHANTE GLOIRE À SON NOM 
8-  PROCLAMEZ BIEN HAUT  SES MERVEILLES 
9-  PROCLAMEZ SA JUSTICE 
10-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11-  VENEZ ET RENDONS  SES LOUANGES GLORIEUSES </a:t>
            </a:r>
          </a:p>
          <a:p>
            <a:endParaRPr lang="fr-FR" altLang="fr-FR" smtClean="0"/>
          </a:p>
          <a:p>
            <a:r>
              <a:rPr lang="fr-FR" altLang="fr-FR" smtClean="0"/>
              <a:t>12-  QU'IL Y AIT DE LA LOUANGE ET DE LA JOIE DANS NOS CŒURS 
13-  CHANTONS AU SEIGNEUR RENDONS-LUI GLOIRE </a:t>
            </a:r>
          </a:p>
          <a:p>
            <a:endParaRPr lang="fr-FR" altLang="fr-FR" smtClean="0"/>
          </a:p>
          <a:p>
            <a:r>
              <a:rPr lang="fr-FR" altLang="fr-FR" smtClean="0"/>
              <a:t>14-  QU'IL Y AIT DE LA LOUANGE ET DE LA JOIE DANS NOS CŒURS 
15-  ET POUR TOUJOURS REMPLISSONS L'ATMOSPHÈRE 
16-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17-  IL HABITE AU MILIEU DES LOUANGES ET DEMEURE EN NOUS </a:t>
            </a:r>
          </a:p>
          <a:p>
            <a:r>
              <a:rPr lang="fr-FR" altLang="fr-FR" smtClean="0"/>
              <a:t>He inhabits the praise of His people And dwells deep within</a:t>
            </a:r>
          </a:p>
          <a:p>
            <a:r>
              <a:rPr lang="fr-FR" altLang="fr-FR" smtClean="0"/>
              <a:t>18-  LA PAIX QU'IL NOUS DONNE EST UNIQUE SON AMOUR DURE TOUJOURS </a:t>
            </a:r>
          </a:p>
          <a:p>
            <a:r>
              <a:rPr lang="fr-FR" altLang="fr-FR" smtClean="0"/>
              <a:t>The peace that He gives none can equal His love, it knows no end</a:t>
            </a:r>
          </a:p>
          <a:p>
            <a:r>
              <a:rPr lang="fr-FR" altLang="fr-FR" smtClean="0"/>
              <a:t>19-  ALORS, LEVEZ VOS VOIX CHANTEZ AVEC JOIE </a:t>
            </a:r>
          </a:p>
          <a:p>
            <a:r>
              <a:rPr lang="fr-FR" altLang="fr-FR" smtClean="0"/>
              <a:t>So lift your voices With gladness sing</a:t>
            </a:r>
          </a:p>
          <a:p>
            <a:r>
              <a:rPr lang="fr-FR" altLang="fr-FR" smtClean="0"/>
              <a:t>20-  PROCLAMEZ AVEC JOIE QUE JÉSUS CHRIST EST ROI </a:t>
            </a:r>
          </a:p>
          <a:p>
            <a:r>
              <a:rPr lang="fr-FR" altLang="fr-FR" smtClean="0"/>
              <a:t>Proclaim through all the earth That Jesus Christ is King</a:t>
            </a:r>
          </a:p>
          <a:p>
            <a:endParaRPr lang="fr-FR" altLang="fr-FR" smtClean="0"/>
          </a:p>
          <a:p>
            <a:r>
              <a:rPr lang="fr-FR" altLang="fr-FR" smtClean="0"/>
              <a:t>21-  QU'IL Y AIT DE LA LOUANGE ET DE LA JOIE DANS NOS CŒURS 
22-  CHANTONS AU SEIGNEUR RENDONS-LUI GLOIRE 
23-  QU'IL Y AIT DE LA LOUANGE ET DE LA JOIE DANS NOS CŒURS 
24-  ET POUR TOUJOURS REMPLISSONS L'ATMOSPHÈRE 
25-  QU'IL Y AIT DE LA LOUANGE </a:t>
            </a:r>
          </a:p>
          <a:p>
            <a:endParaRPr lang="fr-FR" altLang="fr-FR" smtClean="0"/>
          </a:p>
          <a:p>
            <a:r>
              <a:rPr lang="fr-FR" altLang="fr-FR" smtClean="0"/>
              <a:t>	***** NOUS LOUONS TON NOM******</a:t>
            </a:r>
          </a:p>
          <a:p>
            <a:endParaRPr lang="fr-FR" altLang="fr-FR" smtClean="0"/>
          </a:p>
          <a:p>
            <a:r>
              <a:rPr lang="fr-FR" altLang="fr-FR" smtClean="0"/>
              <a:t>26-  Ô SEIGNEUR NOUS MAGNIFIONS TON NOM</a:t>
            </a:r>
          </a:p>
          <a:p>
            <a:r>
              <a:rPr lang="fr-FR" altLang="fr-FR" smtClean="0"/>
              <a:t>O Lord, we magnify Your name</a:t>
            </a:r>
          </a:p>
          <a:p>
            <a:r>
              <a:rPr lang="fr-FR" altLang="fr-FR" smtClean="0"/>
              <a:t> 
27-  PRINCE DE PAIX, DIEU TOUT-PUISSANT Ô SEIGNEUR, DIEU TOUT-PUISSANT 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28-  ÉTERNEL SEIGNEUR </a:t>
            </a:r>
          </a:p>
          <a:p>
            <a:r>
              <a:rPr lang="fr-FR" altLang="fr-FR" smtClean="0"/>
              <a:t>O Lord, our Lord</a:t>
            </a:r>
          </a:p>
          <a:p>
            <a:r>
              <a:rPr lang="fr-FR" altLang="fr-FR" smtClean="0"/>
              <a:t>29-  QUE TON NOM EST MAGNIFIQUE  SUR TOUTE LA TERRE 	x2</a:t>
            </a:r>
          </a:p>
          <a:p>
            <a:r>
              <a:rPr lang="fr-FR" altLang="fr-FR" smtClean="0"/>
              <a:t>How majestic is Your name in all the earth</a:t>
            </a:r>
          </a:p>
          <a:p>
            <a:endParaRPr lang="fr-FR" altLang="fr-FR" smtClean="0"/>
          </a:p>
          <a:p>
            <a:r>
              <a:rPr lang="fr-FR" altLang="fr-FR" smtClean="0"/>
              <a:t>30-  Ô SEIGNEUR, NOUS LOUONS TON NOM Ô SEIGNEUR, NOUS MAGNIFIONS TON NOM 	x2</a:t>
            </a:r>
          </a:p>
          <a:p>
            <a:r>
              <a:rPr lang="fr-FR" altLang="fr-FR" smtClean="0"/>
              <a:t>O Lord, we praise Your name O Lord, we magnify Your name</a:t>
            </a:r>
          </a:p>
          <a:p>
            <a:endParaRPr lang="fr-FR" altLang="fr-FR" smtClean="0"/>
          </a:p>
          <a:p>
            <a:r>
              <a:rPr lang="fr-FR" altLang="fr-FR" smtClean="0"/>
              <a:t>31-  PRINCE DE PAIX, DIEU TOUT-PUISSANT Ô SEIGNEUR, DIEU TOUT-PUISSANT 	x2</a:t>
            </a:r>
          </a:p>
          <a:p>
            <a:r>
              <a:rPr lang="fr-FR" altLang="fr-FR" smtClean="0"/>
              <a:t>Prince of peace, mighty God O Lord, God Almighty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	******* HOSANNA *******
32-  HOSANNA, HOSANNA</a:t>
            </a:r>
          </a:p>
          <a:p>
            <a:r>
              <a:rPr lang="fr-FR" altLang="fr-FR" smtClean="0"/>
              <a:t>hosanna, hosanna </a:t>
            </a:r>
          </a:p>
          <a:p>
            <a:r>
              <a:rPr lang="fr-FR" altLang="fr-FR" smtClean="0"/>
              <a:t>33- HOSANNA, HOSANNA TE VOIR DANS TA MAJESTé</a:t>
            </a:r>
          </a:p>
          <a:p>
            <a:r>
              <a:rPr lang="fr-FR" altLang="fr-FR" smtClean="0"/>
              <a:t>hosanna, hosanna See him ride in majesty
34-  HOSANNA, HOSANNA DIEU DE TOUTE L'ÉTERNITÉ </a:t>
            </a:r>
          </a:p>
          <a:p>
            <a:r>
              <a:rPr lang="fr-FR" altLang="fr-FR" smtClean="0"/>
              <a:t>hosanna, hosanna Lord of all eternity</a:t>
            </a:r>
          </a:p>
          <a:p>
            <a:r>
              <a:rPr lang="fr-FR" altLang="fr-FR" smtClean="0"/>
              <a:t>35-  HOSANNA, HOSANNA LÈVE TES MAINS EN VICTOIRE </a:t>
            </a:r>
          </a:p>
          <a:p>
            <a:r>
              <a:rPr lang="fr-FR" altLang="fr-FR" smtClean="0"/>
              <a:t>hosanna, hosanna Raise your hands in victory</a:t>
            </a:r>
          </a:p>
          <a:p>
            <a:endParaRPr lang="fr-FR" altLang="fr-FR" smtClean="0"/>
          </a:p>
          <a:p>
            <a:r>
              <a:rPr lang="fr-FR" altLang="fr-FR" smtClean="0"/>
              <a:t>36-  HOSANNA, HOSANNA </a:t>
            </a:r>
          </a:p>
          <a:p>
            <a:r>
              <a:rPr lang="fr-FR" altLang="fr-FR" smtClean="0"/>
              <a:t>hosanna, hosanna 
37-  IL VA RENDRE SON PEUPLE LIBRE		x3</a:t>
            </a:r>
          </a:p>
          <a:p>
            <a:r>
              <a:rPr lang="fr-FR" altLang="fr-FR" smtClean="0"/>
              <a:t>He's come to set His people free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38-  CRIE DE JOIE À DIEU, TOUTE LA TERRE CHANTE GLOIRE À SON NOM 
39-  DIS : SES MERVEILLEUSES ŒUVRES ET PROCLAME SA JUSTICE 
40-  GLOIRE ET HONNEUR, BÉNÉDICTION PUISSANCE SOIENT AU SEIGNEUR </a:t>
            </a:r>
          </a:p>
          <a:p>
            <a:endParaRPr lang="fr-FR" altLang="fr-FR" smtClean="0"/>
          </a:p>
          <a:p>
            <a:r>
              <a:rPr lang="fr-FR" altLang="fr-FR" smtClean="0"/>
              <a:t>41-  VENEZ ET RENDONS  SES LOUANGES GLORIEUSES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E5F69-7064-409A-8A4A-EF4752A7BB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1EBE4-94BE-4C30-8685-074766E26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20996-C6DD-41F8-A98F-04D2DE2709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375B1-8652-4017-86E6-AA3AED54E1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B6CF4-5A55-4DD3-9F65-E31D4EFFCE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A4F57-99EC-4443-923B-11A460BD10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436FC-8F5D-4BD2-BF87-974FF69EA6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A910B-53BB-4693-A31F-4A9AE6C2C3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704A5-AF47-49B0-95B9-9DFD35CE92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5888AC-611F-46DA-9042-88362D2E2B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EA728-6172-489D-87D2-12593FA74E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2414B7E-04AD-4863-BF04-31BC8E3EC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À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 LE SEIGNEUR DES CIEUX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DE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LOUE-LE POUR SA PUISSANTE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LOUE-LE POUR SES ŒUVRES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DIEU TOUTES NATIONS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VOUS 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CRÉATION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VOS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CHANTENT GLOIRE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À DIEU, TOUTE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GLOIRE À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PROCLAMEZ BIEN HAUT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SES MERVEILLES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PROCLAMEZ SA JUSTICE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ET HONNEUR, BÉNÉDICTION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PUISSANCE SOIENT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ET RENDONS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QU'IL Y AIT DE LA LOUANGE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QU'IL Y AIT DE LA LOUANGE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REMPLISSONS L'ATMOSPHÈRE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QU'IL Y AIT DE LA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HABITE AU MILIEU DES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DEMEURE EN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PAIX QU'IL NOUS DONNE EST UNIQUE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ALORS, LEVEZ VOS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CHANTEZ AVEC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PROCLAMEZ AVEC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JÉSUS CHRIST EST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QU'IL Y AIT DE LA LOUANGE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QU'IL Y AIT DE LA LOUANGE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LA JOIE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REMPLISSONS L'ATMOSPHÈRE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QU'IL Y AIT DE LA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MAGNIFIONS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PRINCE DE PAIX, DIEU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SEIGNEUR, DIEU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ÉTERNEL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EST MAGNIFIQUE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SUR TOUTE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SEIGNEUR, NOUS LOUONS TON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SEIGNEUR, NOUS MAGNIFIONS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PRINCE DE PAIX, DIEU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SEIGNEUR, DIEU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VOIR DANS TA MAJESTÉ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TOUTE L'ÉTERNITÉ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LÈVE TES MAINS EN VICTOIRE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HOSANNA, HOSANNA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VA RENDRE SON PEUPLE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À DIEU, TOUTE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GLOIRE À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DIS: SES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MERVEILLEUSES ŒUVRES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PROCLAME SA JUSTICE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ET HONNEUR, BÉNÉDICTION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PUISSANCE SOIENT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ET RENDONS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331</Words>
  <Application>Microsoft Office PowerPoint</Application>
  <PresentationFormat>On-screen Show (4:3)</PresentationFormat>
  <Paragraphs>5076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172</cp:revision>
  <dcterms:created xsi:type="dcterms:W3CDTF">2002-08-17T10:50:50Z</dcterms:created>
  <dcterms:modified xsi:type="dcterms:W3CDTF">2017-07-09T08:21:11Z</dcterms:modified>
</cp:coreProperties>
</file>