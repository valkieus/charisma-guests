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1019" autoAdjust="0"/>
    <p:restoredTop sz="58809" autoAdjust="0"/>
  </p:normalViewPr>
  <p:slideViewPr>
    <p:cSldViewPr>
      <p:cViewPr varScale="1">
        <p:scale>
          <a:sx n="22" d="100"/>
          <a:sy n="22" d="100"/>
        </p:scale>
        <p:origin x="-150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88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723C2B-EE9E-42CB-A952-226A8EF981C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CA0A76C-1645-47C5-96E2-8749B822888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PRIE QUE TA SAGESSE NOUS GUIDE ET NOUS ÉCLAIRE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QU’ELLE SOIT NOTRE RICHESSE QUAND NOUS NE SAURONS QUOI FAIRE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C’EST NOTRE PRIÈRE À TOI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PRIE QUE TA LUMIÈRE DEMEURE DANS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luce che tu dai I pray we'll find your light,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VIENDRONT LES TÉNÈBRES RÉVÈLE-TOI,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ricordarci che When stars go out each night,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NOTRE PRIÈRE VERS TOI, TENDRE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Nella mia preghiera Let this be our prayer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MONTRE-NOUS TA VOIE CONDUIS-NOUS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OÙ NOUS SERONS PRÈS DU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DANS TON ROYAUME DE PAIX ET D’AMOUR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MONDE VERRA QUE TOI SEUL ES LE DIEU 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CE JOUR OÙ TU REDESCENDRAS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NOUS PRIONS QUE TON CŒUR SOIT TOURNÉ VERS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 forza che ci da We ask that life be kind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ENSEIGNE-NOUS SEIGNEUR TON AMOUR INFINI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Ognuno trovi amore We hope each soul will find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TELLE EST LA PRIÈRE DES CŒURS QUI ESPÈRENT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this be our prayer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MONTRE-NOUS TA VOIE CONDUIS TOUS NOS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 PRAY YOU'LL BE OUR EYES AND WATCH US WHERE WE 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AND HELP US TO BE WISE IN TIMES WHEN WE DON'T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LET THIS BE OUR PRAYER WHEN WE LOSE 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 A PLACE WHERE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LA LUCE CHE TU DAI I PRAY WE'LL FIND YOUR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NEL CUORE RESTERA AND HOLD IT IN OUR HEARTS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 RICORDARCI CHE WHEN STARS GO OUT EACH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L'ETERNA STELLA SEI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NELLA MIA PREGHIERA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QUANTA FEDE C‘È WHEN SHADOWS FILL OUR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LEAD US TO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SOGNAMO UN MONDO SENZA PIU VIOLENZA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UN MONDO DI GIUSTIZIA E DI SPERANZA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OGNUNO DIA LA MANO AL SUO VICINO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SIMBOLO DI PACE E DI FRATERNITA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FORZA CHE CI DA WE ASK THAT LIFE BE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E IL DESIDERIO CHE AND WATCH US FROM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OGNUNO TROVI AMORE WE HOPE EACH SOUL WILL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INTORNO E DENTRO A SE ANOTHER SOUL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LET THIS BE OUR PRAYER LET THIS BE OUR PRAYER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JUST LIKE EVERY CHILD JUST LIKE EVERY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NEEDS TO FIND A PLACE GUIDE US WITH YOUR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GIVE US FAITH SO WE'LL BE SAFE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E LA FEDE CHE HAI ACCESO IN NOI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SENTO CHE CI SALVERA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PRIE QUE TA SAGESSE NOUS GUIDE ET NOUS ÉCLAIRE </a:t>
            </a:r>
          </a:p>
          <a:p>
            <a:r>
              <a:rPr lang="fr-FR" smtClean="0"/>
              <a:t>I pray you'll be our eyes And watch us where we go</a:t>
            </a:r>
          </a:p>
          <a:p>
            <a:r>
              <a:rPr lang="fr-FR" smtClean="0"/>
              <a:t>2-  QU’ELLE SOIT NOTRE RICHESSE QUAND NOUS NE SAURONS QUOI FAIRE </a:t>
            </a:r>
          </a:p>
          <a:p>
            <a:r>
              <a:rPr lang="fr-FR" smtClean="0"/>
              <a:t>And help us to be wise In times when we don't know</a:t>
            </a:r>
          </a:p>
          <a:p>
            <a:r>
              <a:rPr lang="fr-FR" smtClean="0"/>
              <a:t>3-  C’EST NOTRE PRIÈRE À TOI NOTRE PÈRE</a:t>
            </a:r>
          </a:p>
          <a:p>
            <a:r>
              <a:rPr lang="fr-FR" smtClean="0"/>
              <a:t>Let this be our prayer when we lose our way</a:t>
            </a:r>
          </a:p>
          <a:p>
            <a:r>
              <a:rPr lang="fr-FR" smtClean="0"/>
              <a:t>4-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5-  OÙ NOUS SERONS PRÈS DU ROI</a:t>
            </a:r>
          </a:p>
          <a:p>
            <a:r>
              <a:rPr lang="fr-FR" smtClean="0"/>
              <a:t>To a place where we'll be safe</a:t>
            </a:r>
          </a:p>
          <a:p>
            <a:endParaRPr lang="fr-FR" smtClean="0"/>
          </a:p>
          <a:p>
            <a:r>
              <a:rPr lang="fr-FR" smtClean="0"/>
              <a:t>6-  JE PRIE QUE TA LUMIÈRE DEMEURE DANS NOS CŒURS</a:t>
            </a:r>
          </a:p>
          <a:p>
            <a:r>
              <a:rPr lang="fr-FR" smtClean="0"/>
              <a:t>La luce che tu dai I pray we'll find your light, Nel cuore restera And hold it in our hearts</a:t>
            </a:r>
          </a:p>
          <a:p>
            <a:r>
              <a:rPr lang="fr-FR" smtClean="0"/>
              <a:t>7-  QUAND VIENDRONT LES TÉNÈBRES RÉVÈLE-TOI, SEIGNEUR</a:t>
            </a:r>
          </a:p>
          <a:p>
            <a:r>
              <a:rPr lang="fr-FR" smtClean="0"/>
              <a:t>A ricordarci che When stars go out each night, L'eterna stella sei</a:t>
            </a:r>
          </a:p>
          <a:p>
            <a:r>
              <a:rPr lang="fr-FR" smtClean="0"/>
              <a:t>8-  C’EST NOTRE PRIÈRE VERS TOI, TENDRE PÈRE</a:t>
            </a:r>
          </a:p>
          <a:p>
            <a:r>
              <a:rPr lang="fr-FR" smtClean="0"/>
              <a:t>Nella mia preghiera Let this be our prayer Quanta fede c‘è When shadows fill our day</a:t>
            </a:r>
          </a:p>
          <a:p>
            <a:endParaRPr lang="fr-FR" smtClean="0"/>
          </a:p>
          <a:p>
            <a:r>
              <a:rPr lang="fr-FR" smtClean="0"/>
              <a:t>9-  MONTRE-NOUS TA VOIE CONDUIS-NOUS VERS TOI</a:t>
            </a:r>
          </a:p>
          <a:p>
            <a:r>
              <a:rPr lang="fr-FR" smtClean="0"/>
              <a:t>Lead us to a place Guide us with your grace</a:t>
            </a:r>
          </a:p>
          <a:p>
            <a:r>
              <a:rPr lang="fr-FR" smtClean="0"/>
              <a:t>10-  OÙ NOUS SERONS PRÈS DU ROI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11-  DANS TON ROYAUME DE PAIX ET D’AMOUR PARFAIT</a:t>
            </a:r>
          </a:p>
          <a:p>
            <a:r>
              <a:rPr lang="fr-FR" smtClean="0"/>
              <a:t>Sognamo un mondo senza piu violenza</a:t>
            </a:r>
          </a:p>
          <a:p>
            <a:r>
              <a:rPr lang="fr-FR" smtClean="0"/>
              <a:t>12-  LE MONDE VERRA QUE TOI SEUL ES LE DIEU VRAI</a:t>
            </a:r>
          </a:p>
          <a:p>
            <a:r>
              <a:rPr lang="fr-FR" smtClean="0"/>
              <a:t>Un mondo di giustizia e di speranza</a:t>
            </a:r>
          </a:p>
          <a:p>
            <a:r>
              <a:rPr lang="fr-FR" smtClean="0"/>
              <a:t>13-  EN CE JOUR OÙ TU REDESCENDRAS DU CIEL</a:t>
            </a:r>
          </a:p>
          <a:p>
            <a:r>
              <a:rPr lang="fr-FR" smtClean="0"/>
              <a:t>Ognuno dia la mano al suo vicino</a:t>
            </a:r>
            <a:br>
              <a:rPr lang="fr-FR" smtClean="0"/>
            </a:br>
            <a:r>
              <a:rPr lang="fr-FR" smtClean="0"/>
              <a:t> 14-  MANIFESTER TA GLOIRE TON RÈGNE, ÉTERNEL</a:t>
            </a:r>
          </a:p>
          <a:p>
            <a:r>
              <a:rPr lang="fr-FR" smtClean="0"/>
              <a:t>Simbolo di pace e di fraternita</a:t>
            </a:r>
          </a:p>
          <a:p>
            <a:endParaRPr lang="fr-FR" smtClean="0"/>
          </a:p>
          <a:p>
            <a:r>
              <a:rPr lang="fr-FR" smtClean="0"/>
              <a:t>15-  NOUS PRIONS QUE TON CŒUR SOIT TOURNÉ VERS NOS VIES</a:t>
            </a:r>
          </a:p>
          <a:p>
            <a:r>
              <a:rPr lang="fr-FR" smtClean="0"/>
              <a:t>La forza che ci da We ask that life be kind e il desiderio che And watch us from above</a:t>
            </a:r>
          </a:p>
          <a:p>
            <a:r>
              <a:rPr lang="fr-FR" smtClean="0"/>
              <a:t>16-  ENSEIGNE-NOUS SEIGNEUR TON AMOUR INFINI</a:t>
            </a:r>
          </a:p>
          <a:p>
            <a:r>
              <a:rPr lang="fr-FR" smtClean="0"/>
              <a:t>Ognuno trovi amore We hope each soul will find Intorno e dentro a se Another soul to love</a:t>
            </a:r>
          </a:p>
          <a:p>
            <a:r>
              <a:rPr lang="fr-FR" smtClean="0"/>
              <a:t>17-  TELLE EST LA PRIÈRE DES CŒURS QUI ESPÈRENT</a:t>
            </a:r>
          </a:p>
          <a:p>
            <a:r>
              <a:rPr lang="fr-FR" smtClean="0"/>
              <a:t>Let this be our prayer Just like every child</a:t>
            </a:r>
          </a:p>
          <a:p>
            <a:endParaRPr lang="fr-FR" smtClean="0"/>
          </a:p>
          <a:p>
            <a:r>
              <a:rPr lang="fr-FR" smtClean="0"/>
              <a:t>18-  MONTRE-NOUS TA VOIE CONDUIS TOUS NOS PAS</a:t>
            </a:r>
          </a:p>
          <a:p>
            <a:r>
              <a:rPr lang="fr-FR" smtClean="0"/>
              <a:t>Needs to find a place Guide us with your grace</a:t>
            </a:r>
            <a:br>
              <a:rPr lang="fr-FR" smtClean="0"/>
            </a:br>
            <a:r>
              <a:rPr lang="fr-FR" smtClean="0"/>
              <a:t>19-  QUE TA FOI NOUS GARDE EN TOI</a:t>
            </a:r>
          </a:p>
          <a:p>
            <a:r>
              <a:rPr lang="fr-FR" smtClean="0"/>
              <a:t>Give us faith so we'll be safe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20-  I PRAY YOU'LL BE OUR EYES AND WATCH US WHERE WE GO</a:t>
            </a:r>
          </a:p>
          <a:p>
            <a:r>
              <a:rPr lang="fr-FR" smtClean="0"/>
              <a:t>21-  AND HELP US TO BE WISE IN TIMES WHEN WE DON'T KNOW</a:t>
            </a:r>
          </a:p>
          <a:p>
            <a:endParaRPr lang="fr-FR" smtClean="0"/>
          </a:p>
          <a:p>
            <a:r>
              <a:rPr lang="fr-FR" smtClean="0"/>
              <a:t>22-  LET THIS BE OUR PRAYER WHEN WE LOSE OUR WAY</a:t>
            </a:r>
          </a:p>
          <a:p>
            <a:r>
              <a:rPr lang="fr-FR" smtClean="0"/>
              <a:t>23-  LEAD US TO A PLACE GUIDE US WITH YOUR GRACE</a:t>
            </a:r>
          </a:p>
          <a:p>
            <a:r>
              <a:rPr lang="fr-FR" smtClean="0"/>
              <a:t>24-  TO A PLACE WHERE WE'LL BE SAFE</a:t>
            </a:r>
          </a:p>
          <a:p>
            <a:endParaRPr lang="fr-FR" smtClean="0"/>
          </a:p>
          <a:p>
            <a:r>
              <a:rPr lang="fr-FR" smtClean="0"/>
              <a:t>25-  LA LUCE CHE TU DAI I PRAY WE'LL FIND YOUR LIGHT</a:t>
            </a:r>
          </a:p>
          <a:p>
            <a:r>
              <a:rPr lang="fr-FR" smtClean="0"/>
              <a:t>26-  NEL CUORE RESTERA AND HOLD IT IN OUR HEARTS</a:t>
            </a:r>
          </a:p>
          <a:p>
            <a:endParaRPr lang="fr-FR" smtClean="0"/>
          </a:p>
          <a:p>
            <a:r>
              <a:rPr lang="fr-FR" smtClean="0"/>
              <a:t>27-  A RICORDARCI CHE WHEN STARS GO OUT EACH NIGHT</a:t>
            </a:r>
          </a:p>
          <a:p>
            <a:r>
              <a:rPr lang="fr-FR" smtClean="0"/>
              <a:t>28-  L'ETERNA STELLA SEI</a:t>
            </a:r>
          </a:p>
          <a:p>
            <a:endParaRPr lang="fr-FR" smtClean="0"/>
          </a:p>
          <a:p>
            <a:r>
              <a:rPr lang="fr-FR" smtClean="0"/>
              <a:t>29-  NELLA MIA PREGHIERA LET THIS BE OUR PRAYER</a:t>
            </a:r>
          </a:p>
          <a:p>
            <a:r>
              <a:rPr lang="fr-FR" smtClean="0"/>
              <a:t>30-  QUANTA FEDE C‘È WHEN SHADOWS FILL OUR DAY</a:t>
            </a:r>
          </a:p>
          <a:p>
            <a:endParaRPr lang="fr-FR" smtClean="0"/>
          </a:p>
          <a:p>
            <a:r>
              <a:rPr lang="fr-FR" smtClean="0"/>
              <a:t>31-  LEAD US TO A PLACE GUIDE US WITH YOUR GRACE</a:t>
            </a:r>
          </a:p>
          <a:p>
            <a:r>
              <a:rPr lang="fr-FR" smtClean="0"/>
              <a:t>32-  GIVE US FAITH SO WE'LL BE SAFE</a:t>
            </a:r>
          </a:p>
          <a:p>
            <a:endParaRPr lang="fr-FR" smtClean="0"/>
          </a:p>
          <a:p>
            <a:r>
              <a:rPr lang="fr-FR" smtClean="0"/>
              <a:t>33-  SOGNAMO UN MONDO SENZA PIU VIOLENZA</a:t>
            </a:r>
          </a:p>
          <a:p>
            <a:r>
              <a:rPr lang="fr-FR" smtClean="0"/>
              <a:t>34-  UN MONDO DI GIUSTIZIA E DI SPERANZA</a:t>
            </a:r>
          </a:p>
          <a:p>
            <a:r>
              <a:rPr lang="fr-FR" smtClean="0"/>
              <a:t>35-  OGNUNO DIA LA MANO AL SUO VICINO</a:t>
            </a:r>
          </a:p>
          <a:p>
            <a:r>
              <a:rPr lang="fr-FR" smtClean="0"/>
              <a:t>36-  SIMBOLO DI PACE E DI FRATERNITA</a:t>
            </a:r>
          </a:p>
          <a:p>
            <a:endParaRPr lang="fr-FR" smtClean="0"/>
          </a:p>
          <a:p>
            <a:r>
              <a:rPr lang="fr-FR" smtClean="0"/>
              <a:t>37-  LA FORZA CHE CI DA WE ASK THAT LIFE BE KIND</a:t>
            </a:r>
          </a:p>
          <a:p>
            <a:r>
              <a:rPr lang="fr-FR" smtClean="0"/>
              <a:t>38-  E IL DESIDERIO CHE AND WATCH US FROM ABOVE</a:t>
            </a:r>
          </a:p>
          <a:p>
            <a:endParaRPr lang="fr-FR" smtClean="0"/>
          </a:p>
          <a:p>
            <a:r>
              <a:rPr lang="fr-FR" smtClean="0"/>
              <a:t>39-  OGNUNO TROVI AMORE WE HOPE EACH SOUL WILL FIND</a:t>
            </a:r>
          </a:p>
          <a:p>
            <a:r>
              <a:rPr lang="fr-FR" smtClean="0"/>
              <a:t>40-  INTORNO E DENTRO A SE ANOTHER SOUL TO LOVE</a:t>
            </a:r>
          </a:p>
          <a:p>
            <a:endParaRPr lang="fr-FR" smtClean="0"/>
          </a:p>
          <a:p>
            <a:r>
              <a:rPr lang="fr-FR" smtClean="0"/>
              <a:t>41-  LET THIS BE OUR PRAYER LET THIS BE OUR PRAYER</a:t>
            </a:r>
          </a:p>
          <a:p>
            <a:r>
              <a:rPr lang="fr-FR" smtClean="0"/>
              <a:t>42-  JUST LIKE EVERY CHILD JUST LIKE EVERY CHILD</a:t>
            </a:r>
          </a:p>
          <a:p>
            <a:endParaRPr lang="fr-FR" smtClean="0"/>
          </a:p>
          <a:p>
            <a:r>
              <a:rPr lang="fr-FR" smtClean="0"/>
              <a:t>43-  NEEDS TO FIND A PLACE GUIDE US WITH YOUR GRACE</a:t>
            </a:r>
          </a:p>
          <a:p>
            <a:r>
              <a:rPr lang="fr-FR" smtClean="0"/>
              <a:t>44-  GIVE US FAITH SO WE'LL BE SAFE</a:t>
            </a:r>
          </a:p>
          <a:p>
            <a:endParaRPr lang="fr-FR" smtClean="0"/>
          </a:p>
          <a:p>
            <a:r>
              <a:rPr lang="fr-FR" smtClean="0"/>
              <a:t>45-  E LA FEDE CHE HAI ACCESO IN NOI</a:t>
            </a:r>
          </a:p>
          <a:p>
            <a:r>
              <a:rPr lang="fr-FR" smtClean="0"/>
              <a:t>46-  SENTO CHE CI SALVERA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3DEE2-39C0-48A3-A47D-13EB497FC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A5488-406C-4001-A2C2-5C3AD9FFD1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E9C56-286F-41F2-BA90-F4629E6D52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18971-7F2E-4347-880C-2A389D449A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44439-662B-4B44-8843-F3D3A2FE86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8EB24-A73D-4319-857B-A7F5A72455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F1B684-36D4-46E7-9BF9-BEDAE73591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020AA-638F-4113-A702-26A7B70EDC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F42FC-CAD3-4165-9532-2CFA1EF963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91F92-3C1B-474F-813C-B877E8547C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00D40-9764-4254-9D11-E85D170FCA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889E095-5361-4877-9BD2-647EA14744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QUE TA SAGESSE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GUIDE ET NOUS ÉCLAIRE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QU’ELLE SOIT NOTRE RICHESSE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NE SAURONS QUOI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NOTRE PRIÈRE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TOI NOTRE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MONTRE-NOUS TA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CONDUIS-NOUS VERS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NOUS SERONS PRÈS DU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QUE TA LUMIÈRE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DEMEURE DANS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VIENDRONT LES TÉNÈBRES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RÉVÈLE-TOI,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NOTRE PRIÈRE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TOI, TENDRE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MONTRE-NOUS TA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CONDUIS-NOUS VERS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NOUS SERONS PRÈS DU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TON ROYAUME DE PAIX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D’AMOUR PARFAIT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MONDE VERRA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TOI SEUL ES LE DIEU 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REDESCENDRAS DU CIEL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MANIFESTER TA GLOIRE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RÈGNE, ÉTERNEL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PRIONS QUE TON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TOURNÉ VERS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ENSEIGNE-NOUS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INFINI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 EST LA PRIÈRE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CŒURS QUI ESPÈRENT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MONTRE-NOUS TA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CONDUIS TOUS NOS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FOI NOUS GARDE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PRAY YOU'LL BE OUR EYES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WATCH US WHERE WE GO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HELP US TO BE WISE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 TIMES WHEN WE DON'T KNOW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THIS BE OUR PRAYER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WE LOSE OUR WAY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LEAD US TO A PLACE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 US WITH YOUR GRACE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A PLACE WHERE WE'LL BE SAFE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LUCE CHE TU DAI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PRAY WE'LL FIND YOUR LIGHT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NEL CUORE RESTERA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HOLD IT IN OUR HEARTS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RICORDARCI CHE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STARS GO OUT EACH NIGHT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L'ETERNA STELLA SEI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NELLA MIA PREGHIERA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THIS BE OUR PRAYER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QUANTA FEDE C'È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SHADOWS FILL OUR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LEAD US TO A PLACE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 US WITH YOUR GRACE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 US FAITH SO WE'LL BE SAFE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SOGNAMO UN MONDO SENZA PIU VIOLENZA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MONDO DI GIUSTIZIA E DI SPERANZA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OGNUNO DIA LA MANO AL SUO VICINO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SIMBOLO DI PACE E DI FRATERNITA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FORZA CHE CI DA</a:t>
            </a:r>
            <a:b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ASK THAT LIFE BE KIND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 IL DESIDERIO CHE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WATCH US FROM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OGNUNO TROVI AMORE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HOPE EACH SOUL WILL FIND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INTORNO E DENTRO A SE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ANOTHER SOUL TO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THIS BE OUR PRAYER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THIS BE OUR PRAYER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LIKE EVERY CHILD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 LIKE EVERY CHILD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NEEDS TO FIND A PLACE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 US WITH YOUR GRACE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 US FAITH SO WE'LL BE SAFE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 LA FEDE CHE</a:t>
            </a:r>
            <a:b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HAI ACCESO IN NOI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it-IT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SENTO CHE CI SALVERA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23578</Words>
  <Application>Microsoft Office PowerPoint</Application>
  <PresentationFormat>On-screen Show (4:3)</PresentationFormat>
  <Paragraphs>7682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Franklin Gothic Medium</vt:lpstr>
      <vt:lpstr>Arial</vt:lpstr>
      <vt:lpstr>Calibri</vt:lpstr>
      <vt:lpstr>Default Design</vt:lpstr>
      <vt:lpstr>JE PRIE QUE TA SAGESSE NOUS GUIDE ET NOUS ÉCLAIRE</vt:lpstr>
      <vt:lpstr>QU’ELLE SOIT NOTRE RICHESSE QUAND NOUS NE SAURONS QUOI FAIRE</vt:lpstr>
      <vt:lpstr>C’EST NOTRE PRIÈRE À TOI NOTRE PÈRE</vt:lpstr>
      <vt:lpstr>MONTRE-NOUS TA VOIE CONDUIS-NOUS VERS TOI</vt:lpstr>
      <vt:lpstr>OÙ NOUS SERONS PRÈS DU ROI</vt:lpstr>
      <vt:lpstr>JE PRIE QUE TA LUMIÈRE DEMEURE DANS NOS CŒURS</vt:lpstr>
      <vt:lpstr>QUAND VIENDRONT LES TÉNÈBRES RÉVÈLE-TOI, SEIGNEUR</vt:lpstr>
      <vt:lpstr>C’EST NOTRE PRIÈRE VERS TOI, TENDRE PÈRE</vt:lpstr>
      <vt:lpstr>MONTRE-NOUS TA VOIE CONDUIS-NOUS VERS TOI</vt:lpstr>
      <vt:lpstr>OÙ NOUS SERONS PRÈS DU ROI</vt:lpstr>
      <vt:lpstr>DANS TON ROYAUME DE PAIX ET D’AMOUR PARFAIT</vt:lpstr>
      <vt:lpstr>LE MONDE VERRA QUE TOI SEUL ES LE DIEU VRAI</vt:lpstr>
      <vt:lpstr>EN CE JOUR OÙ TU REDESCENDRAS DU CIEL  </vt:lpstr>
      <vt:lpstr>MANIFESTER TA GLOIRE TON RÈGNE, ÉTERNEL</vt:lpstr>
      <vt:lpstr>NOUS PRIONS QUE TON CŒUR SOIT TOURNÉ VERS NOS VIES</vt:lpstr>
      <vt:lpstr>ENSEIGNE-NOUS SEIGNEUR TON AMOUR INFINI</vt:lpstr>
      <vt:lpstr>TELLE EST LA PRIÈRE DES CŒURS QUI ESPÈRENT</vt:lpstr>
      <vt:lpstr>MONTRE-NOUS TA VOIE CONDUIS TOUS NOS PAS</vt:lpstr>
      <vt:lpstr>QUE TA FOI NOUS GARDE EN TOI</vt:lpstr>
      <vt:lpstr>I PRAY YOU'LL BE OUR EYES AND WATCH US WHERE WE GO</vt:lpstr>
      <vt:lpstr>AND HELP US TO BE WISE IN TIMES WHEN WE DON'T KNOW</vt:lpstr>
      <vt:lpstr>LET THIS BE OUR PRAYER WHEN WE LOSE OUR WAY</vt:lpstr>
      <vt:lpstr>LEAD US TO A PLACE GUIDE US WITH YOUR GRACE</vt:lpstr>
      <vt:lpstr>TO A PLACE WHERE WE'LL BE SAFE</vt:lpstr>
      <vt:lpstr>LA LUCE CHE TU DAI I PRAY WE'LL FIND YOUR LIGHT</vt:lpstr>
      <vt:lpstr>NEL CUORE RESTERA AND HOLD IT IN OUR HEARTS</vt:lpstr>
      <vt:lpstr>A RICORDARCI CHE WHEN STARS GO OUT EACH NIGHT</vt:lpstr>
      <vt:lpstr>L'ETERNA STELLA SEI</vt:lpstr>
      <vt:lpstr>NELLA MIA PREGHIERA LET THIS BE OUR PRAYER</vt:lpstr>
      <vt:lpstr>QUANTA FEDE C'È WHEN SHADOWS FILL OUR DAY</vt:lpstr>
      <vt:lpstr>LEAD US TO A PLACE GUIDE US WITH YOUR GRACE</vt:lpstr>
      <vt:lpstr>GIVE US FAITH SO WE'LL BE SAFE</vt:lpstr>
      <vt:lpstr>SOGNAMO UN MONDO SENZA PIU VIOLENZA</vt:lpstr>
      <vt:lpstr>UN MONDO DI GIUSTIZIA E DI SPERANZA</vt:lpstr>
      <vt:lpstr>OGNUNO DIA LA MANO AL SUO VICINO</vt:lpstr>
      <vt:lpstr>SIMBOLO DI PACE E DI FRATERNITA</vt:lpstr>
      <vt:lpstr>LA FORZA CHE CI DA WE ASK THAT LIFE BE KIND</vt:lpstr>
      <vt:lpstr>E IL DESIDERIO CHE AND WATCH US FROM ABOVE</vt:lpstr>
      <vt:lpstr>OGNUNO TROVI AMORE WE HOPE EACH SOUL WILL FIND</vt:lpstr>
      <vt:lpstr>INTORNO E DENTRO A SE ANOTHER SOUL TO LOVE</vt:lpstr>
      <vt:lpstr>LET THIS BE OUR PRAYER LET THIS BE OUR PRAYER</vt:lpstr>
      <vt:lpstr>JUST LIKE EVERY CHILD JUST LIKE EVERY CHILD</vt:lpstr>
      <vt:lpstr>NEEDS TO FIND A PLACE GUIDE US WITH YOUR GRACE</vt:lpstr>
      <vt:lpstr>GIVE US FAITH SO WE'LL BE SAFE</vt:lpstr>
      <vt:lpstr>E LA FEDE CHE HAI ACCESO IN NOI</vt:lpstr>
      <vt:lpstr>SENTO CHE CI SALVERA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147</cp:revision>
  <dcterms:created xsi:type="dcterms:W3CDTF">2002-08-17T10:50:50Z</dcterms:created>
  <dcterms:modified xsi:type="dcterms:W3CDTF">2014-11-09T03:31:28Z</dcterms:modified>
</cp:coreProperties>
</file>