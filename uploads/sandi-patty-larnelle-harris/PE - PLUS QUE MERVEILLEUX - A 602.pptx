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2" r:id="rId3"/>
    <p:sldId id="263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8" autoAdjust="0"/>
    <p:restoredTop sz="97312" autoAdjust="0"/>
  </p:normalViewPr>
  <p:slideViewPr>
    <p:cSldViewPr>
      <p:cViewPr>
        <p:scale>
          <a:sx n="80" d="100"/>
          <a:sy n="80" d="100"/>
        </p:scale>
        <p:origin x="1500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2157C18-B55A-448C-8986-200D3FE399F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CB299-5020-46AB-B28B-D80424DA61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887D3-912C-46C5-B846-B1797F33B6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ABF7F-BD46-4DEB-A7B3-54418330AC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21B93-508F-42DA-AF39-2DB9944C25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2478D-01C5-472E-A443-FF62454757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302FE-5E8A-494A-B381-1C9031D790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81D73-7940-4FC1-8548-588370BCA9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FCB3D-2D5B-4D5A-8E65-4DDEEE4574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4E22F-8F6E-4098-A94B-ABDE2A941A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93AAF-19C5-4EEE-8C87-6D973BE62B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27FC3-DD8B-4CBC-A285-E7BC46D2FE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D05C44B-C75B-451F-84A9-B0D729D7BC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PROMIS QU’IL SERAIT UN CONSEILLER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DIEU PUISSANT ET LE PRINCE DE PAIX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PROMIS QU’IL SERAIT NOTRE PÈRE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QU’IL NOUS AIMERAIT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D’UN AMOUR PLUS QUE PARFAIT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J’AI ESSAYÉ, MAINTENANT JE SAIS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SES PROMESSES SONT VRAIES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TOUT CE QU’IL A DIT QU’IL SERAIT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JE NE CONNAIS AUCUN MOT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POURRAIT EXPRIMER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 QUE JÉSUS REPRÉSENTE POUR MOI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rgbClr val="003399"/>
          </a:solidFill>
          <a:ln w="952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7145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SI MERVEILLEUX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SURPASSE TOUTES MES PENSÉES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BIEN PLUS MERVEILLEUX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MON CŒUR N’A ESPÉRÉ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TELLEMENT PLUS GRAND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AU-DELÀ DE TOUT CE QUE J’AI CHERCHÉ</a:t>
            </a:r>
          </a:p>
          <a:p>
            <a:pPr algn="ctr">
              <a:lnSpc>
                <a:spcPct val="110000"/>
              </a:lnSpc>
            </a:pPr>
            <a:endParaRPr lang="fr-FR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TOUT POUR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PLUS GRAND DES TRÉSORS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TOUT CE QU’IL NOUS A PROMIS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PLUS ENCORE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rgbClr val="003399"/>
          </a:solidFill>
          <a:ln w="952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FABULEUX, IL EST GLORIEUX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 MIRACULEUX, ET SI PRÉCIEUX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SI MERVEILLEUX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CE QUE JÉSUS EST POUR MOI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IMPRESSIONNÉ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JE PENSE QUE LE ROI DE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 CHOISI LE CŒUR DE L’HOMME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Y DEMEURER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GRANDEUR DE SON AMOUR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J’OSE À PEINE Y CROIRE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JE PENSE À QUI JE SUIS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QUI IL EST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rgbClr val="003399"/>
          </a:solidFill>
          <a:ln w="952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602</a:t>
            </a:r>
            <a:endParaRPr lang="fr-FR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130</Words>
  <Application>Microsoft PowerPoint</Application>
  <PresentationFormat>On-screen Show (4:3)</PresentationFormat>
  <Paragraphs>42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Franklin Gothic Medium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67</cp:revision>
  <dcterms:created xsi:type="dcterms:W3CDTF">2002-08-17T10:50:50Z</dcterms:created>
  <dcterms:modified xsi:type="dcterms:W3CDTF">2013-05-12T08:20:57Z</dcterms:modified>
</cp:coreProperties>
</file>