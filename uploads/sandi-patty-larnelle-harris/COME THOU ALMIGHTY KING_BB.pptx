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98" r:id="rId19"/>
    <p:sldId id="299" r:id="rId20"/>
    <p:sldId id="300" r:id="rId21"/>
    <p:sldId id="301" r:id="rId22"/>
    <p:sldId id="302" r:id="rId23"/>
    <p:sldId id="30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96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97" r:id="rId40"/>
    <p:sldId id="288" r:id="rId4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9843" autoAdjust="0"/>
    <p:restoredTop sz="74740" autoAdjust="0"/>
  </p:normalViewPr>
  <p:slideViewPr>
    <p:cSldViewPr>
      <p:cViewPr>
        <p:scale>
          <a:sx n="46" d="100"/>
          <a:sy n="46" d="100"/>
        </p:scale>
        <p:origin x="-84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701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3237E75C-BC51-4422-A5DC-2A6F06FB07D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864A163C-2BF0-4155-98EC-C18EF96B747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b="1" i="1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  **** refrain 1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NOUS VOICI ASSEMBLÉS UNE ÉGLISE, UN BUT, UN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NOUS VENONS OFFRIR LA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We come to offer the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QUE LES SAINTS CHANTENT À JAMAIS, QU’ELLE RÉSONNE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that the saints sing forever,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TON FEU REMPLISSE LE TEMPLE À NOUVEAU, NOUS TE PRIONS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Come let your fire fill the temple again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PRENDS LE TRÔNE OUI, SEIGNEUR PRENDS LE TRÔNE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  **** refrain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ET PUISSANCE ICI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*** Refrain 1 et 2 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VIENS, Ô ROI TOUT-PUISSANT VIENS AGRÉER NOS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SEUL MAÎTRE TU ES SEIGNEUR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VIENS,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 VIENS, Ô ROI TOUT-PUISSANT FAIS NOUS CHANTER TES CHANTS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     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DANS TA GLOIRE ENFIN, NOUS CRIERONS « SAINT, SAINT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VIENS, Ô ROI TOUT-PUISSANT VIENS Ô ROI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*** Version anglais 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24-  COME THOU ALMIGHTY KING TAKE UP OUR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25-  MASTER, WE NAME YOU LORD, WE PROCLAIM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26- 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JESUS WE GATHER TOGETHER ONE CHURCH, ONE PURPOSE, ONE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WE COME TO OFFER THE PRAISE THAT THE SAINTS SING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OH, LET IT 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LORD, WE HAVE COME HERE TO MEET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BIND US NOW AS LIVING STONES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COME LET YOUR FIRE FILL THE TEMPLE AGAIN, WE ENTREAT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LORD, BE ENTHRONED LORD, MAY YOU BE ENTHRONED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COME THOU ALMIGHTY KING HELP US THY NAME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SHOW US YOUR GLORY WE WILL CRY, "HOLY"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COME THOU ALMIGHTY KING COME THOU ALMIGHTY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HOLY SPIRIT, ENTER THIS PLACE HEARTS AND MINDS BE PURIFIED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CLEANSE THY TEMPLE LEAVE NOT A TRACE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LORD, IN THIS HOUR MAY YOUR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AND POWER OVERFLOW OVERFLOW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Repeat chorus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                              **** refrain 1 ****</a:t>
            </a:r>
          </a:p>
          <a:p>
            <a:pPr>
              <a:defRPr/>
            </a:pPr>
            <a:r>
              <a:rPr lang="fr-FR" smtClean="0"/>
              <a:t>	1-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2-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3-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JÉSUS, NOUS VOICI ASSEMBLÉS UNE ÉGLISE, UN BUT, UN ROI</a:t>
            </a:r>
          </a:p>
          <a:p>
            <a:pPr>
              <a:defRPr/>
            </a:pPr>
            <a:r>
              <a:rPr lang="fr-FR" smtClean="0"/>
              <a:t>     Jesus we gather together One church, one purpose, one King</a:t>
            </a:r>
          </a:p>
          <a:p>
            <a:pPr>
              <a:defRPr/>
            </a:pPr>
            <a:r>
              <a:rPr lang="fr-FR" smtClean="0"/>
              <a:t>5-  NOUS VENONS OFFRIR LA LOUANGE</a:t>
            </a:r>
          </a:p>
          <a:p>
            <a:pPr>
              <a:defRPr/>
            </a:pPr>
            <a:r>
              <a:rPr lang="fr-FR" smtClean="0"/>
              <a:t>     We come to offer the praise</a:t>
            </a:r>
          </a:p>
          <a:p>
            <a:pPr>
              <a:defRPr/>
            </a:pPr>
            <a:r>
              <a:rPr lang="fr-FR" smtClean="0"/>
              <a:t>6-  QUE LES SAINTS CHANTENT À JAMAIS, QU’ELLE RÉSONNE</a:t>
            </a:r>
          </a:p>
          <a:p>
            <a:pPr>
              <a:defRPr/>
            </a:pPr>
            <a:r>
              <a:rPr lang="fr-FR" smtClean="0"/>
              <a:t>     that the saints sing forever, Oh, let it ring</a:t>
            </a:r>
          </a:p>
          <a:p>
            <a:pPr>
              <a:defRPr/>
            </a:pPr>
            <a:r>
              <a:rPr lang="fr-FR" smtClean="0"/>
              <a:t>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NOUS SOMMES VENUS TE RENCONTRER FAIS DE NOUS DES PIERRES VIVANTES</a:t>
            </a:r>
          </a:p>
          <a:p>
            <a:pPr>
              <a:defRPr/>
            </a:pPr>
            <a:r>
              <a:rPr lang="fr-FR" smtClean="0"/>
              <a:t>     Lord, we have come here to meet You Bind us now as living stones</a:t>
            </a:r>
          </a:p>
          <a:p>
            <a:pPr>
              <a:defRPr/>
            </a:pPr>
            <a:r>
              <a:rPr lang="fr-FR" smtClean="0"/>
              <a:t>8-  QUE TON FEU REMPLISSE LE TEMPLE À NOUVEAU, NOUS TE PRIONS </a:t>
            </a:r>
          </a:p>
          <a:p>
            <a:pPr>
              <a:defRPr/>
            </a:pPr>
            <a:r>
              <a:rPr lang="fr-FR" smtClean="0"/>
              <a:t>     Come let your fire fill the temple again We entreat You</a:t>
            </a:r>
          </a:p>
          <a:p>
            <a:pPr>
              <a:defRPr/>
            </a:pPr>
            <a:r>
              <a:rPr lang="fr-FR" smtClean="0"/>
              <a:t>9-  PRENDS LE TRÔNE OUI, SEIGNEUR PRENDS LE TRÔNE</a:t>
            </a:r>
          </a:p>
          <a:p>
            <a:pPr>
              <a:defRPr/>
            </a:pPr>
            <a:r>
              <a:rPr lang="fr-FR" smtClean="0"/>
              <a:t>   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                    **** refrain 2 ****</a:t>
            </a:r>
          </a:p>
          <a:p>
            <a:pPr>
              <a:defRPr/>
            </a:pPr>
            <a:r>
              <a:rPr lang="fr-FR" smtClean="0"/>
              <a:t>	10-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11-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12-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SAINT ESPRIT, REMPLIS CET ENDROIT VIENS PURIFIER NOS CŒURS  x2</a:t>
            </a:r>
          </a:p>
          <a:p>
            <a:pPr>
              <a:defRPr/>
            </a:pPr>
            <a:r>
              <a:rPr lang="fr-FR" smtClean="0"/>
              <a:t>       Holy spirit, enter this place Hearts and minds be purified</a:t>
            </a:r>
          </a:p>
          <a:p>
            <a:pPr>
              <a:defRPr/>
            </a:pPr>
            <a:r>
              <a:rPr lang="fr-FR" smtClean="0"/>
              <a:t>14-  SANCTIFIE TON TEMPLE, SEIGNEUR EN CET INSTANT, RÉPANDS TA GLOIRE</a:t>
            </a:r>
          </a:p>
          <a:p>
            <a:pPr>
              <a:defRPr/>
            </a:pPr>
            <a:r>
              <a:rPr lang="fr-FR" smtClean="0"/>
              <a:t>      Cleanse thy temple--leave not a trace Lord, in this hour may your glory </a:t>
            </a:r>
          </a:p>
          <a:p>
            <a:pPr>
              <a:defRPr/>
            </a:pPr>
            <a:r>
              <a:rPr lang="fr-FR" smtClean="0"/>
              <a:t>15-  ET PUISSANCE ICI</a:t>
            </a:r>
          </a:p>
          <a:p>
            <a:pPr>
              <a:defRPr/>
            </a:pPr>
            <a:r>
              <a:rPr lang="fr-FR" smtClean="0"/>
              <a:t>      And power overflow Overflow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VIENS, Ô ROI TOUT-PUISSANT VIENS AGRÉER NOS CHANTS</a:t>
            </a:r>
          </a:p>
          <a:p>
            <a:pPr>
              <a:defRPr/>
            </a:pPr>
            <a:r>
              <a:rPr lang="fr-FR" smtClean="0"/>
              <a:t>       Come thou almighty King Take up our offering</a:t>
            </a:r>
            <a:br>
              <a:rPr lang="fr-FR" smtClean="0"/>
            </a:br>
            <a:r>
              <a:rPr lang="fr-FR" smtClean="0"/>
              <a:t>17-  VIENS, Ô ROI TOUT-PUISSANT FAIS NOUS CHANTER TES CHANTS</a:t>
            </a:r>
          </a:p>
          <a:p>
            <a:pPr>
              <a:defRPr/>
            </a:pPr>
            <a:r>
              <a:rPr lang="fr-FR" smtClean="0"/>
              <a:t>       Come thou almighty King Help us thy name to sing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 Refrain 1 et 2 ****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18-  VIENS, Ô ROI TOUT-PUISSANT VIENS AGRÉER NOS CHANTS</a:t>
            </a:r>
          </a:p>
          <a:p>
            <a:pPr>
              <a:defRPr/>
            </a:pPr>
            <a:r>
              <a:rPr lang="fr-FR" smtClean="0"/>
              <a:t>	     Come thou almighty King Take up our offering</a:t>
            </a:r>
          </a:p>
          <a:p>
            <a:pPr>
              <a:defRPr/>
            </a:pPr>
            <a:r>
              <a:rPr lang="fr-FR" smtClean="0"/>
              <a:t>	19-  SEUL MAÎTRE TU ES SEIGNEUR À JAMAIS</a:t>
            </a:r>
          </a:p>
          <a:p>
            <a:pPr>
              <a:defRPr/>
            </a:pPr>
            <a:r>
              <a:rPr lang="fr-FR" smtClean="0"/>
              <a:t>	     Master, we name You Lord, we proclaim You</a:t>
            </a:r>
          </a:p>
          <a:p>
            <a:pPr>
              <a:defRPr/>
            </a:pPr>
            <a:r>
              <a:rPr lang="fr-FR" smtClean="0"/>
              <a:t>	20-  VIENS, Ô ROI TOUT-PUISSANT</a:t>
            </a:r>
          </a:p>
          <a:p>
            <a:pPr>
              <a:defRPr/>
            </a:pPr>
            <a:r>
              <a:rPr lang="fr-FR" smtClean="0"/>
              <a:t>	   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 VIENS, Ô ROI TOUT-PUISSANT FAIS NOUS CHANTER TES CHANTS</a:t>
            </a:r>
          </a:p>
          <a:p>
            <a:pPr>
              <a:defRPr/>
            </a:pPr>
            <a:r>
              <a:rPr lang="fr-FR" smtClean="0"/>
              <a:t> 	       Come thou almighty King Help us thy name to sing</a:t>
            </a:r>
          </a:p>
          <a:p>
            <a:pPr>
              <a:defRPr/>
            </a:pPr>
            <a:r>
              <a:rPr lang="fr-FR" smtClean="0"/>
              <a:t>	22-  DANS TA GLOIRE ENFIN, NOUS CRIERONS « SAINT, SAINT »</a:t>
            </a:r>
          </a:p>
          <a:p>
            <a:pPr>
              <a:defRPr/>
            </a:pPr>
            <a:r>
              <a:rPr lang="fr-FR" smtClean="0"/>
              <a:t>	       Show us your glory We will cry, "Holy"</a:t>
            </a:r>
          </a:p>
          <a:p>
            <a:pPr>
              <a:defRPr/>
            </a:pPr>
            <a:r>
              <a:rPr lang="fr-FR" smtClean="0"/>
              <a:t>	23-  VIENS, Ô ROI TOUT-PUISSANT VIENS Ô ROI TOUT-PUISSANT</a:t>
            </a:r>
          </a:p>
          <a:p>
            <a:pPr>
              <a:defRPr/>
            </a:pPr>
            <a:r>
              <a:rPr lang="fr-FR" smtClean="0"/>
              <a:t>	    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*** Version anglais ***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Chorus</a:t>
            </a:r>
          </a:p>
          <a:p>
            <a:pPr>
              <a:defRPr/>
            </a:pPr>
            <a:r>
              <a:rPr lang="fr-FR" smtClean="0"/>
              <a:t>      24-  COME THOU ALMIGHTY KING TAKE UP OUR OFFERING</a:t>
            </a:r>
          </a:p>
          <a:p>
            <a:pPr>
              <a:defRPr/>
            </a:pPr>
            <a:r>
              <a:rPr lang="fr-FR" smtClean="0"/>
              <a:t>      25-  MASTER, WE NAME YOU LORD, WE PROCLAIM YOU</a:t>
            </a:r>
          </a:p>
          <a:p>
            <a:pPr>
              <a:defRPr/>
            </a:pPr>
            <a:r>
              <a:rPr lang="fr-FR" smtClean="0"/>
              <a:t>      26- 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27-  JESUS WE GATHER TOGETHER ONE CHURCH, ONE PURPOSE, ONE KING</a:t>
            </a:r>
          </a:p>
          <a:p>
            <a:pPr>
              <a:defRPr/>
            </a:pPr>
            <a:r>
              <a:rPr lang="fr-FR" smtClean="0"/>
              <a:t>28-  WE COME TO OFFER THE PRAISE THAT THE SAINTS SING FOREVER</a:t>
            </a:r>
          </a:p>
          <a:p>
            <a:pPr>
              <a:defRPr/>
            </a:pPr>
            <a:r>
              <a:rPr lang="fr-FR" smtClean="0"/>
              <a:t>29-  OH, LET IT 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LORD, WE HAVE COME HERE TO MEET YOU</a:t>
            </a:r>
          </a:p>
          <a:p>
            <a:pPr>
              <a:defRPr/>
            </a:pPr>
            <a:r>
              <a:rPr lang="fr-FR" smtClean="0"/>
              <a:t>31-  BIND US NOW AS LIVING STONES</a:t>
            </a:r>
          </a:p>
          <a:p>
            <a:pPr>
              <a:defRPr/>
            </a:pPr>
            <a:r>
              <a:rPr lang="fr-FR" smtClean="0"/>
              <a:t>32-  COME LET YOUR FIRE FILL THE TEMPLE AGAIN, WE ENTREAT YOU</a:t>
            </a:r>
          </a:p>
          <a:p>
            <a:pPr>
              <a:defRPr/>
            </a:pPr>
            <a:r>
              <a:rPr lang="fr-FR" smtClean="0"/>
              <a:t>33-  LORD, BE ENTHRONED LORD, MAY YOU BE ENTHRONED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34-  COME THOU ALMIGHTY KING HELP US THY NAME TO SING</a:t>
            </a:r>
          </a:p>
          <a:p>
            <a:pPr>
              <a:defRPr/>
            </a:pPr>
            <a:r>
              <a:rPr lang="fr-FR" smtClean="0"/>
              <a:t>35-  SHOW US YOUR GLORY WE WILL CRY, "HOLY"</a:t>
            </a:r>
          </a:p>
          <a:p>
            <a:pPr>
              <a:defRPr/>
            </a:pPr>
            <a:r>
              <a:rPr lang="fr-FR" smtClean="0"/>
              <a:t>36-  COME THOU ALMIGHTY KING COME THOU ALMIGHTY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37-  HOLY SPIRIT, ENTER THIS PLACE HEARTS AND MINDS BE PURIFIED</a:t>
            </a:r>
          </a:p>
          <a:p>
            <a:pPr>
              <a:defRPr/>
            </a:pPr>
            <a:r>
              <a:rPr lang="fr-FR" smtClean="0"/>
              <a:t>38-  CLEANSE THY TEMPLE LEAVE NOT A TRACE</a:t>
            </a:r>
          </a:p>
          <a:p>
            <a:pPr>
              <a:defRPr/>
            </a:pPr>
            <a:r>
              <a:rPr lang="fr-FR" smtClean="0"/>
              <a:t>39-  LORD, IN THIS HOUR MAY YOUR GLORY </a:t>
            </a:r>
          </a:p>
          <a:p>
            <a:pPr>
              <a:defRPr/>
            </a:pPr>
            <a:r>
              <a:rPr lang="fr-FR" smtClean="0"/>
              <a:t>40-  AND POWER OVERFLOW OVERFLOW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Repeat chorus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86014-53E7-46AB-AB86-11D7B2EBD4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48C05-3EE6-4A33-A216-B30C9797D8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46A04-04D2-46ED-946B-60F5D0C9B2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5A2D6-208D-444A-A246-5A68BACD92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0D8C55-F3BB-4230-8667-97A10FA05E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FC4C10-8A6C-443D-80AF-FF8C1732DA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D3C6A-A183-4C9E-B746-BC7AC8C44D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35CFC-DFEE-451B-86A8-9ED3897BBE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16B386-5792-46FA-A219-80C0C3C18D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381A3-6E3D-4DC7-9059-56199A680E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0AF184-19B8-4210-BA63-4DF75843BF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49C03726-6247-47FA-8409-E390BC192A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VIENS, Ô ROI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 AGRÉER NOS CHANTS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SEUL MAÎTRE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SEIGNEUR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VIENS, Ô ROI TOUT-PUISSANT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JÉSUS, NOUS VOICI ASSEMBLÉS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UNE ÉGLISE, UN BUT, UN ROI</a:t>
            </a: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NOUS VENONS OFFRIR LA LOUANGE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QUE LES SAINTS CHANTENT À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QU’ELLE RÉSONNE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NOUS SOMMES VENUS TE RENCONTRER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FAIS DE NOUS DES PIERRES VIVANTES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QUE TON FEU REMPLISSE LE TEMPLE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À NOUVEAU, NOUS TE PRIONS </a:t>
            </a:r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PRENDS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LE TRÔNE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OUI, SEIGNEUR PRENDS LE TRÔNE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VIENS, Ô ROI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FAIS NOUS CHANTER TES CHANTS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DANS TA GLOIRE ENFIN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NOUS CRIERONS « SAINT, SAINT »</a:t>
            </a:r>
          </a:p>
        </p:txBody>
      </p:sp>
      <p:sp>
        <p:nvSpPr>
          <p:cNvPr id="122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VIENS, Ô ROI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 Ô ROI TOUT-PUISSANT</a:t>
            </a:r>
          </a:p>
        </p:txBody>
      </p:sp>
      <p:sp>
        <p:nvSpPr>
          <p:cNvPr id="133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SAINT ESPRIT, REMPLIS CET ENDROIT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 PURIFIER NOS CŒURS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SANCTIFIE TON TEMPLE,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EN CET INSTANT, RÉPANDS TA GLOIRE</a:t>
            </a:r>
          </a:p>
        </p:txBody>
      </p:sp>
      <p:sp>
        <p:nvSpPr>
          <p:cNvPr id="153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ET PUISSANCE ICI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VIENS, Ô ROI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 AGRÉER NOS CHANTS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VIENS, Ô ROI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NOUS CHANTERONS TES CHANTS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VIENS, Ô ROI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 AGRÉER NOS CHANTS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1945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SEUL MAÎTRE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SEIGNEUR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VIENS, Ô ROI TOUT-PUISSANT</a:t>
            </a: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VIENS, Ô ROI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FAIS NOUS CHANTER TES CHANTS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DANS TA GLOIRE ENFIN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NOUS CRIERONS « SAINT, SAINT »</a:t>
            </a:r>
          </a:p>
        </p:txBody>
      </p:sp>
      <p:sp>
        <p:nvSpPr>
          <p:cNvPr id="2355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VIENS, Ô ROI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VIENS Ô ROI TOUT-PUISSANT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COME THOU ALMIGHTY KING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TAKE UP OUR OFFERING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MASTER, WE NAME YOU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LORD, WE PROCLAIM YOU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COME THOU ALMIGHTY KING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JESUS WE GATHER TOGETHER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ONE CHURCH, ONE PURPOSE, ONE KING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WE COME TO OFFER THE PRAISE THAT THE SAINTS SING FOREVER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296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OH, LET IT RING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307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LORD, WE HAVE COME HERE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TO MEET YOU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317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BIND US NOW AS LIVING STONES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327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COME LET YOUR FIRE FILL THE TEMPLE AGAIN, WE ENTREAT YOU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337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LORD, BE ENTHRONED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LORD, MAY YOU BE ENTHRONED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COME THOU ALMIGHTY KING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HELP US THY NAME TO SING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3584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SHOW US YOUR GLORY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WE WILL CRY, "HOLY"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COME THOU ALMIGHTY KING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COME THOU ALMIGHTY KING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3789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HOLY SPIRIT, ENTER THIS PLACE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HEARTS AND MINDS BE PURIFIED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CLEANSE THY TEMPLE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LEAVE NOT A TRACE</a:t>
            </a:r>
          </a:p>
        </p:txBody>
      </p:sp>
      <p:sp>
        <p:nvSpPr>
          <p:cNvPr id="3993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LORD, IN THIS HOUR MAY YOUR GLORY 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-33338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AND POWER OVERFLOW</a:t>
            </a:r>
            <a:b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</a:b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  <a:cs typeface="+mn-cs"/>
              </a:rPr>
              <a:t>OVERFLOW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  <a:cs typeface="+mn-cs"/>
            </a:endParaRPr>
          </a:p>
        </p:txBody>
      </p:sp>
      <p:sp>
        <p:nvSpPr>
          <p:cNvPr id="4198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695</Words>
  <Application>Microsoft Office PowerPoint</Application>
  <PresentationFormat>On-screen Show (4:3)</PresentationFormat>
  <Paragraphs>6941</Paragraphs>
  <Slides>40</Slides>
  <Notes>40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58</cp:revision>
  <dcterms:created xsi:type="dcterms:W3CDTF">2002-08-17T13:12:10Z</dcterms:created>
  <dcterms:modified xsi:type="dcterms:W3CDTF">2014-11-09T04:04:29Z</dcterms:modified>
</cp:coreProperties>
</file>