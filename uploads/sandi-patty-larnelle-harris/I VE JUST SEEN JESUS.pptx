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06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31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57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58" r:id="rId49"/>
    <p:sldId id="326" r:id="rId50"/>
    <p:sldId id="327" r:id="rId51"/>
    <p:sldId id="328" r:id="rId52"/>
    <p:sldId id="329" r:id="rId53"/>
    <p:sldId id="330" r:id="rId5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47162" autoAdjust="0"/>
  </p:normalViewPr>
  <p:slideViewPr>
    <p:cSldViewPr>
      <p:cViewPr>
        <p:scale>
          <a:sx n="40" d="100"/>
          <a:sy n="40" d="100"/>
        </p:scale>
        <p:origin x="-17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62A88BC-BBA8-4C1D-9A29-E1C75024A86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060306-5ABC-4AFD-B0DB-3CE2CF57CB9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</a:t>
            </a:r>
            <a:r>
              <a:rPr lang="en-US" dirty="0" err="1" smtClean="0"/>
              <a:t>'Til</a:t>
            </a:r>
            <a:r>
              <a:rPr lang="en-US" dirty="0" smtClean="0"/>
              <a:t>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And I knew, He really saw me too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14-  QUI LUI DEMANDAIT POURQUOI TOUTES CES LARMES</a:t>
            </a:r>
            <a:br>
              <a:rPr lang="en-US" dirty="0" smtClean="0"/>
            </a:br>
            <a:r>
              <a:rPr lang="en-US" dirty="0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I've just seen Jesus Our precious lord alive</a:t>
            </a:r>
            <a:br>
              <a:rPr lang="en-US" dirty="0" smtClean="0"/>
            </a:br>
            <a:r>
              <a:rPr lang="en-US" dirty="0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And I knew, He really saw me too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I've just seen Jesus I've just seen Jesus I've just seen Jesus 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28-  WE HAD WATCHED AS HIS LIFE EBBED AWAY</a:t>
            </a:r>
            <a:br>
              <a:rPr lang="en-US" dirty="0" smtClean="0"/>
            </a:br>
            <a:r>
              <a:rPr lang="en-US" dirty="0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32-  WRAPPED HIS BODY AND SEALED UP THE GRAVE</a:t>
            </a:r>
            <a:br>
              <a:rPr lang="en-US" dirty="0" smtClean="0"/>
            </a:br>
            <a:r>
              <a:rPr lang="en-US" dirty="0" smtClean="0"/>
              <a:t>33-  SO I KNOW HOW YOU FEEL HIS DEATH WAS SO REAL</a:t>
            </a:r>
            <a:br>
              <a:rPr lang="en-US" dirty="0" smtClean="0"/>
            </a:br>
            <a:r>
              <a:rPr lang="en-US" dirty="0" smtClean="0"/>
              <a:t>34-  BUT PLEASE LISTEN AND HEAR WHAT I SAY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37-  AND I KNEW, HE REALLY SAW ME TOO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42-  ASKING WHAT WAS HER REASON FOR TEARS</a:t>
            </a:r>
            <a:br>
              <a:rPr lang="en-US" dirty="0" smtClean="0"/>
            </a:br>
            <a:r>
              <a:rPr lang="en-US" dirty="0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46-  I'VE JUST SEEN JESUS OUR PRECIOUS LORD ALIVE</a:t>
            </a:r>
            <a:br>
              <a:rPr lang="en-US" dirty="0" smtClean="0"/>
            </a:br>
            <a:r>
              <a:rPr lang="en-US" dirty="0" smtClean="0"/>
              <a:t>47-  AND I KNEW, HE REALLY SAW ME TOO</a:t>
            </a:r>
            <a:br>
              <a:rPr lang="en-US" dirty="0" smtClean="0"/>
            </a:b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52-  WON'T MATTER ANYMORE I'VE JUST SEEN JESUS</a:t>
            </a:r>
            <a:br>
              <a:rPr lang="en-US" dirty="0" smtClean="0"/>
            </a:br>
            <a:r>
              <a:rPr lang="en-US" dirty="0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NOUS L'AVONS VU RENDRE L'ESPRIT IL L'A DIT, TOUT EST FINI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knew He was dead "It is finished",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ET  NOUS AVONS ASSISTE À SA MORT ATTENDANT SANS RELÂCHE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We had watched as His life ebbed away Then we all stood around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QUE LES GARDES LE DÉTACHENT ET JOSEPH A IMPLORÉ SON CORPS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'Til the guards took Him down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TARD DANS L'APRÈS-MIDI NOUS L'AVONS ENSEVELI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ET  LE TOMBEAU A ÉTÉ SCELLÉ C'EST SI FOU JE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Wrapped His body and sealed up the grave So I know how you feel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SA MORT FUT SI VRAIE MAIS ÉCOUTE CE QUI M'EST ARRIVÉ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His death was so real But please listen and hear what I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D'ABORD ELLE ENTENDIT SA VOIX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Asking what was her reason for tears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J'AI DIT DANS MA DOULEUR "OU EST MON SEIGNEUR?"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IL M'A DIT , “C'EST BIEN MOI, ME VOILÀ”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He said, "Child, it is I, I am here“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J'AI VU MON JÉSUS IL EST VIVANT CROIS-MOI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J'AI VU MON JÉSUS IL VIT MON PRÉCIEUX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OUI C'EST LE PLUS BEL INSTANT QUE J'AI VÉCU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TOUTE MA VIE D'AVANT NE COMPTE PLUS À PRÉSENT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J'AI VU MON JÉSUS, J'AI VU MON JÉSUS J'AI VU MON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23-  ET OUI TOUTE MA VIE D'AVANT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24-  NE COMPTE PLUS À PRÉSENT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J'AI VU MON JÉSUS ET JE SUIS CHANGÉ À TOUT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26-  J'AI VU MON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27-  WE KNEW HE WAS DEAD IT IS FINISHED,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30-  JOSEPH BEGGED FOR HIS BODY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I'VE JUST SEEN JESUS OUR PRECIOUS LORD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39-  ALL THAT I'D DONE BEFORE WON'T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40-  I'VE JUST SEEN JESUS AND I'LL NEVER BE THE SAME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41-  IT WAS HIS VOICE SHE FIRST HEARD THOSE KIND GENTLE WORDS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44-  HE SAID, CHILD! IT IS I, I AM HERE!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45-  I'VE JUST SEEN JESUS I TELL YOU HE'S ALIVE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48-  AS IF TILL NOW, I'D NEVER LIVED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49-  ALL THAT I'D DONE BEFORE WON’T MATTER ANYMORE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51-  I'VE JUST SEEN JESUS ALL THAT I'D DONE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NOUS L'AVONS VU RENDRE L'ESPRIT IL L'A DIT, TOUT EST FINI</a:t>
            </a:r>
          </a:p>
          <a:p>
            <a:r>
              <a:rPr lang="en-US" smtClean="0"/>
              <a:t>     We knew He was dead "It is finished", He said</a:t>
            </a:r>
          </a:p>
          <a:p>
            <a:r>
              <a:rPr lang="en-US" smtClean="0"/>
              <a:t>2-  ET  NOUS AVONS ASSISTE À SA MORT ATTENDANT SANS RELÂCHE </a:t>
            </a:r>
          </a:p>
          <a:p>
            <a:r>
              <a:rPr lang="en-US" smtClean="0"/>
              <a:t>     We had watched as His life ebbed away Then we all stood around</a:t>
            </a:r>
          </a:p>
          <a:p>
            <a:r>
              <a:rPr lang="en-US" smtClean="0"/>
              <a:t>3-  QUE LES GARDES LE DÉTACHENT ET JOSEPH A IMPLORÉ SON CORPS</a:t>
            </a:r>
          </a:p>
          <a:p>
            <a:r>
              <a:rPr lang="en-US" smtClean="0"/>
              <a:t>     'Til the guards took Him down Joseph begged for His body that day</a:t>
            </a:r>
          </a:p>
          <a:p>
            <a:endParaRPr lang="en-US" smtClean="0"/>
          </a:p>
          <a:p>
            <a:r>
              <a:rPr lang="en-US" smtClean="0"/>
              <a:t>4-  TARD DANS L'APRÈS-MIDI NOUS L'AVONS ENSEVELI</a:t>
            </a:r>
          </a:p>
          <a:p>
            <a:r>
              <a:rPr lang="en-US" smtClean="0"/>
              <a:t>     It was late afternoon When we got to the tomb</a:t>
            </a:r>
          </a:p>
          <a:p>
            <a:r>
              <a:rPr lang="en-US" smtClean="0"/>
              <a:t>5-  ET  LE TOMBEAU A ÉTÉ SCELLÉ C'EST SI FOU JE LE SAIS</a:t>
            </a:r>
          </a:p>
          <a:p>
            <a:r>
              <a:rPr lang="en-US" smtClean="0"/>
              <a:t>     Wrapped His body and sealed up the grave So I know how you feel</a:t>
            </a:r>
          </a:p>
          <a:p>
            <a:r>
              <a:rPr lang="en-US" smtClean="0"/>
              <a:t>6-  SA MORT FUT SI VRAIE MAIS ÉCOUTE CE QUI M'EST ARRIVÉ</a:t>
            </a:r>
          </a:p>
          <a:p>
            <a:r>
              <a:rPr lang="en-US" smtClean="0"/>
              <a:t>His death was so real But please listen and hear what I say</a:t>
            </a:r>
          </a:p>
          <a:p>
            <a:endParaRPr lang="en-US" smtClean="0"/>
          </a:p>
          <a:p>
            <a:r>
              <a:rPr lang="en-US" smtClean="0"/>
              <a:t>7-  J'AI VU MON JÉSUS IL EST VIVANT CROIS-MOI</a:t>
            </a:r>
          </a:p>
          <a:p>
            <a:r>
              <a:rPr lang="en-US" smtClean="0"/>
              <a:t>     I've just seen Jesus I tell you He's alive</a:t>
            </a:r>
          </a:p>
          <a:p>
            <a:r>
              <a:rPr lang="en-US" smtClean="0"/>
              <a:t>8-  J'AI VU MON JÉSUS IL VIT MON PRÉCIEUX ROI</a:t>
            </a:r>
          </a:p>
          <a:p>
            <a:r>
              <a:rPr lang="en-US" smtClean="0"/>
              <a:t>     I've just seen Jesus Our precious Lord alive</a:t>
            </a:r>
          </a:p>
          <a:p>
            <a:r>
              <a:rPr lang="en-US" smtClean="0"/>
              <a:t>9-  ET  JE SAIS QUE LUI AUSSI M'A VU</a:t>
            </a:r>
          </a:p>
          <a:p>
            <a:r>
              <a:rPr lang="en-US" smtClean="0"/>
              <a:t>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10- 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11-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12-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13-  D'ABORD ELLE ENTENDIT SA VOIX</a:t>
            </a:r>
          </a:p>
          <a:p>
            <a:r>
              <a:rPr lang="en-US" smtClean="0"/>
              <a:t>       It was His voice she first heard Those kind gentle words</a:t>
            </a:r>
          </a:p>
          <a:p>
            <a:r>
              <a:rPr lang="en-US" smtClean="0"/>
              <a:t>14-  QUI LUI DEMANDAIT POURQUOI TOUTES CES LARMES</a:t>
            </a:r>
            <a:br>
              <a:rPr lang="en-US" smtClean="0"/>
            </a:br>
            <a:r>
              <a:rPr lang="en-US" smtClean="0"/>
              <a:t>ET CES PLEURS TOUT BAS</a:t>
            </a:r>
          </a:p>
          <a:p>
            <a:r>
              <a:rPr lang="en-US" smtClean="0"/>
              <a:t>       Asking what was her reason for tears</a:t>
            </a:r>
          </a:p>
          <a:p>
            <a:r>
              <a:rPr lang="en-US" smtClean="0"/>
              <a:t>15-  J'AI DIT DANS MA DOULEUR "OU EST MON SEIGNEUR?"</a:t>
            </a:r>
          </a:p>
          <a:p>
            <a:r>
              <a:rPr lang="en-US" smtClean="0"/>
              <a:t>       And I sobbed in despair My Lord is not there</a:t>
            </a:r>
          </a:p>
          <a:p>
            <a:r>
              <a:rPr lang="en-US" smtClean="0"/>
              <a:t>16-  IL M'A DIT , “C'EST BIEN MOI, ME VOILÀ”</a:t>
            </a:r>
          </a:p>
          <a:p>
            <a:r>
              <a:rPr lang="en-US" smtClean="0"/>
              <a:t>       He said, "Child, it is I, I am here“</a:t>
            </a:r>
          </a:p>
          <a:p>
            <a:endParaRPr lang="en-US" smtClean="0"/>
          </a:p>
          <a:p>
            <a:r>
              <a:rPr lang="en-US" smtClean="0"/>
              <a:t>17-  J'AI VU MON JÉSUS IL EST VIVANT CROIS-MOI</a:t>
            </a:r>
          </a:p>
          <a:p>
            <a:r>
              <a:rPr lang="en-US" smtClean="0"/>
              <a:t>       I've just seen Jesus I tell you He's alive</a:t>
            </a:r>
          </a:p>
          <a:p>
            <a:r>
              <a:rPr lang="en-US" smtClean="0"/>
              <a:t>18-  J'AI VU MON JÉSUS IL VIT MON PRÉCIEUX ROI</a:t>
            </a:r>
          </a:p>
          <a:p>
            <a:r>
              <a:rPr lang="en-US" smtClean="0"/>
              <a:t>       I've just seen Jesus Our precious lord alive</a:t>
            </a:r>
            <a:br>
              <a:rPr lang="en-US" smtClean="0"/>
            </a:br>
            <a:r>
              <a:rPr lang="en-US" smtClean="0"/>
              <a:t>19-  ET  JE SAIS QUE LUI AUSSI M'A VU</a:t>
            </a:r>
          </a:p>
          <a:p>
            <a:r>
              <a:rPr lang="en-US" smtClean="0"/>
              <a:t>     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20-  OUI C'EST LE PLUS BEL INSTANT QUE J'AI VÉCU</a:t>
            </a:r>
          </a:p>
          <a:p>
            <a:r>
              <a:rPr lang="en-US" smtClean="0"/>
              <a:t>       As if till now, I'd never lived</a:t>
            </a:r>
          </a:p>
          <a:p>
            <a:r>
              <a:rPr lang="en-US" smtClean="0"/>
              <a:t>21-  TOUTE MA VIE D'AVANT NE COMPTE PLUS À PRÉSENT </a:t>
            </a:r>
          </a:p>
          <a:p>
            <a:r>
              <a:rPr lang="en-US" smtClean="0"/>
              <a:t>       All that I'd done before Won't matter anymore</a:t>
            </a:r>
          </a:p>
          <a:p>
            <a:r>
              <a:rPr lang="en-US" smtClean="0"/>
              <a:t>22-  J'AI VU MON JÉSUS, J'AI VU MON JÉSUS J'AI VU MON JÉSUS</a:t>
            </a:r>
          </a:p>
          <a:p>
            <a:r>
              <a:rPr lang="en-US" smtClean="0"/>
              <a:t>I've just seen Jesus I've just seen Jesus I've just seen Jesus 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23-  ET OUI TOUTE MA VIE D'AVANT</a:t>
            </a:r>
          </a:p>
          <a:p>
            <a:r>
              <a:rPr lang="en-US" smtClean="0"/>
              <a:t>       All that I'd done before</a:t>
            </a:r>
          </a:p>
          <a:p>
            <a:r>
              <a:rPr lang="en-US" smtClean="0"/>
              <a:t>24-  NE COMPTE PLUS À PRÉSENT</a:t>
            </a:r>
          </a:p>
          <a:p>
            <a:r>
              <a:rPr lang="en-US" smtClean="0"/>
              <a:t>       Won't matter anymore</a:t>
            </a:r>
          </a:p>
          <a:p>
            <a:r>
              <a:rPr lang="en-US" smtClean="0"/>
              <a:t>25-  J'AI VU MON JÉSUS ET JE SUIS CHANGÉ À TOUT JAMAIS</a:t>
            </a:r>
          </a:p>
          <a:p>
            <a:r>
              <a:rPr lang="en-US" smtClean="0"/>
              <a:t>       I've just seen Jesus And I'll never be the same again</a:t>
            </a:r>
          </a:p>
          <a:p>
            <a:r>
              <a:rPr lang="en-US" smtClean="0"/>
              <a:t>26-  J'AI VU MON JÉSUS </a:t>
            </a:r>
          </a:p>
          <a:p>
            <a:endParaRPr lang="en-US" smtClean="0"/>
          </a:p>
          <a:p>
            <a:r>
              <a:rPr lang="en-US" smtClean="0"/>
              <a:t>27-  WE KNEW HE WAS DEAD IT IS FINISHED, HE SAID</a:t>
            </a:r>
          </a:p>
          <a:p>
            <a:r>
              <a:rPr lang="en-US" smtClean="0"/>
              <a:t>28-  WE HAD WATCHED AS HIS LIFE EBBED AWAY</a:t>
            </a:r>
            <a:br>
              <a:rPr lang="en-US" smtClean="0"/>
            </a:br>
            <a:r>
              <a:rPr lang="en-US" smtClean="0"/>
              <a:t>29-  THEN WE ALL STOOD AROUND TILL THE GUARDS TOOK HIM DOWN</a:t>
            </a:r>
          </a:p>
          <a:p>
            <a:r>
              <a:rPr lang="en-US" smtClean="0"/>
              <a:t>30-  JOSEPH BEGGED FOR HIS BODY THAT DAY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31-  IT WAS LATE AFTERNOON WHEN WE GOT TO THE TOMB</a:t>
            </a:r>
          </a:p>
          <a:p>
            <a:r>
              <a:rPr lang="en-US" smtClean="0"/>
              <a:t>32-  WRAPPED HIS BODY AND SEALED UP THE GRAVE</a:t>
            </a:r>
            <a:br>
              <a:rPr lang="en-US" smtClean="0"/>
            </a:br>
            <a:r>
              <a:rPr lang="en-US" smtClean="0"/>
              <a:t>33-  SO I KNOW HOW YOU FEEL HIS DEATH WAS SO REAL</a:t>
            </a:r>
            <a:br>
              <a:rPr lang="en-US" smtClean="0"/>
            </a:br>
            <a:r>
              <a:rPr lang="en-US" smtClean="0"/>
              <a:t>34-  BUT PLEASE LISTEN AND HEAR WHAT I SAY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35-  I'VE JUST SEEN JESUS I TELL YOU HE'S ALIVE</a:t>
            </a:r>
          </a:p>
          <a:p>
            <a:r>
              <a:rPr lang="en-US" smtClean="0"/>
              <a:t>36-  I'VE JUST SEEN JESUS OUR PRECIOUS LORD ALIVE</a:t>
            </a:r>
          </a:p>
          <a:p>
            <a:r>
              <a:rPr lang="en-US" smtClean="0"/>
              <a:t>37-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38-  AS IF TILL NOW, I'D NEVER LIVED</a:t>
            </a:r>
          </a:p>
          <a:p>
            <a:r>
              <a:rPr lang="en-US" smtClean="0"/>
              <a:t>39-  ALL THAT I'D DONE BEFORE WON'T MATTER ANYMORE</a:t>
            </a:r>
          </a:p>
          <a:p>
            <a:r>
              <a:rPr lang="en-US" smtClean="0"/>
              <a:t>40-  I'VE JUST SEEN JESUS AND I'LL NEVER BE THE SAME AGAIN</a:t>
            </a:r>
          </a:p>
          <a:p>
            <a:endParaRPr lang="en-US" smtClean="0"/>
          </a:p>
          <a:p>
            <a:r>
              <a:rPr lang="en-US" smtClean="0"/>
              <a:t>41-  IT WAS HIS VOICE SHE FIRST HEARD THOSE KIND GENTLE WORDS</a:t>
            </a:r>
          </a:p>
          <a:p>
            <a:r>
              <a:rPr lang="en-US" smtClean="0"/>
              <a:t>42-  ASKING WHAT WAS HER REASON FOR TEARS</a:t>
            </a:r>
            <a:br>
              <a:rPr lang="en-US" smtClean="0"/>
            </a:br>
            <a:r>
              <a:rPr lang="en-US" smtClean="0"/>
              <a:t>43-  AND I SOBBED IN DESPAIR MY LORD IS NOT THERE</a:t>
            </a:r>
          </a:p>
          <a:p>
            <a:r>
              <a:rPr lang="en-US" smtClean="0"/>
              <a:t>44-  HE SAID, CHILD! IT IS I, I AM HERE!</a:t>
            </a:r>
          </a:p>
          <a:p>
            <a:endParaRPr lang="en-US" smtClean="0"/>
          </a:p>
          <a:p>
            <a:r>
              <a:rPr lang="en-US" smtClean="0"/>
              <a:t>45-  I'VE JUST SEEN JESUS I TELL YOU HE'S ALIVE</a:t>
            </a:r>
          </a:p>
          <a:p>
            <a:r>
              <a:rPr lang="en-US" smtClean="0"/>
              <a:t>46-  I'VE JUST SEEN JESUS OUR PRECIOUS LORD ALIVE</a:t>
            </a:r>
            <a:br>
              <a:rPr lang="en-US" smtClean="0"/>
            </a:br>
            <a:r>
              <a:rPr lang="en-US" smtClean="0"/>
              <a:t>47-  AND I KNEW, HE REALLY SAW ME TOO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48-  AS IF TILL NOW, I'D NEVER LIVED</a:t>
            </a:r>
          </a:p>
          <a:p>
            <a:r>
              <a:rPr lang="en-US" smtClean="0"/>
              <a:t>49-  ALL THAT I'D DONE BEFORE WON’T MATTER ANYMORE</a:t>
            </a:r>
          </a:p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50-  I'VE JUST SEEN JESUS I'VE JUST SEEN JESUS</a:t>
            </a:r>
          </a:p>
          <a:p>
            <a:r>
              <a:rPr lang="en-US" smtClean="0"/>
              <a:t>51-  I'VE JUST SEEN JESUS ALL THAT I'D DONE BEFORE</a:t>
            </a:r>
          </a:p>
          <a:p>
            <a:r>
              <a:rPr lang="en-US" smtClean="0"/>
              <a:t>52-  WON'T MATTER ANYMORE I'VE JUST SEEN JESUS</a:t>
            </a:r>
            <a:br>
              <a:rPr lang="en-US" smtClean="0"/>
            </a:br>
            <a:r>
              <a:rPr lang="en-US" smtClean="0"/>
              <a:t>53-  AND I'LL NEVER BE THE SAME AGAIN I'VE JUST SEEN JESUS!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80363-DAA0-452D-B70E-397C73790F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1B1E3-69CA-4957-B6AF-7C571490D1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B96AE-C1FB-45CF-9558-8AD2E46DBC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A6CAE-22A5-4108-BEA2-8B9F8E7C29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25CC-157D-47BD-9F92-F76F84D810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5AE5F-CABB-405E-9AB1-AA5CFFF8AB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C337D-BFE8-49B2-BA13-B9F36FBAC9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A9AF1-4E1D-4D94-845A-DABB63CAB0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E8868-60D5-424A-B0C2-11A345EF53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017EA-6A09-4E8A-9A5A-683402DE3B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FA9D4-8BF0-470B-91A9-50AD383181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2A527D5-7492-45D7-BC53-D0BF66BEA7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L'AVONS VU RENDRE L'ESPRIT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L'A DIT, TOUT EST FINI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  NOUS AVONS ASSISTE À SA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ATTENDANT SANS RELÂCHE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GARDES LE DÉTACHENT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JOSEPH A IMPLORÉ SON CORPS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TARD DANS L'APRÈS-MIDI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L'AVONS ENSEVELI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  LE TOMBEAU A ÉTÉ SCELLÉ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SI FOU JE LE SAIS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MORT FUT SI VRAIE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ÉCOUTE CE QUI M'EST ARRIVÉ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VIVANT CROIS-MOI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 MON PRÉCIEUX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  JE SAIS QUE LUI AUSSI M'A VU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LE PLUS BEL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J'AI VÉCU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MA VIE D'AVANT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COMPTE PLUS À PRÉSENT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SUIS CHANGÉ À TOUT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D'ABORD ELLE ENTENDIT SA VOIX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LUI DEMANDAIT POURQUOI TOUTES CES LARMES ET CES PLEURS TOUT BAS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DIT DANS MA DOULEUR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« OÙ EST MON SEIGNEUR ?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M'A DIT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C'EST BIEN MOI, ME VOILÀ 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VIVANT CROIS-MOI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 MON PRÉCIEUX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  JE SAIS QUE LUI AUSSI M'A VU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C'EST LE PLUS BEL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J'AI VÉCU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MA VIE D'AVANT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COMPTE PLUS À PRÉSENT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JÉSUS, J'AI VU MON JÉSUS J'AI VU MON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OUI TOUTE MA VIE D'AVANT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COMPTE PLUS À PRÉSENT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SUIS CHANGÉ À TOUT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VU MON JÉSUS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KNEW HE WAS DEAD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IS FINISHED, HE SAID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WE HAD WATCHED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HIS LIFE EBBED AWAY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THEN WE ALL STOOD AROUND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TILL THE GUARDS TOOK HIM DOWN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JOSEPH BEGGED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HIS BODY THAT DAY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WAS LATE AFTERNOON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WE GOT TO THE TOMB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WRAPPED HIS BODY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SEALED UP THE GRAVE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 I KNOW HOW YOU FEEL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HIS DEATH WAS SO REAL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PLEASE LISTEN AND HEAR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WHAT I SAY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TELL YOU HE'S ALIVE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OUR PRECIOUS LORD ALIVE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 KNEW, HE REALLY SAW ME TOO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IF TILL NOW, I'D NEVER LIVED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THAT I'D DONE BEFORE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WON'T MATTER ANYMORE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I'LL NEVER BE THE SAME AGAIN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WAS HIS VOICE SHE FIRST HEARD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THOSE KIND GENTLE WORDS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ASKING WHAT WAS HER REASON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TEARS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 SOBBED IN DESPAIR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LORD IS NOT THERE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SAID, CHILD! IT IS I, I AM HERE!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TELL YOU HE'S ALIVE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OUR PRECIOUS LORD ALIVE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 KNEW, HE REALLY SAW ME TOO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IF TILL NOW, I'D NEVER LIVED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THAT I'D DONE BEFORE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WON'T MATTER ANYMORE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THAT I'D DONE BEFORE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WON'T MATTER ANYMORE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I'LL NEVER BE THE SAME AGAIN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JUST SEEN JESUS!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3231</Words>
  <Application>Microsoft Office PowerPoint</Application>
  <PresentationFormat>On-screen Show (4:3)</PresentationFormat>
  <Paragraphs>8215</Paragraphs>
  <Slides>53</Slides>
  <Notes>53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57" baseType="lpstr">
      <vt:lpstr>Franklin Gothic Medium</vt:lpstr>
      <vt:lpstr>Arial</vt:lpstr>
      <vt:lpstr>Calibri</vt:lpstr>
      <vt:lpstr>Default Design</vt:lpstr>
      <vt:lpstr>NOUS L'AVONS VU RENDRE L'ESPRIT IL L'A DIT, TOUT EST FINI</vt:lpstr>
      <vt:lpstr>ET  NOUS AVONS ASSISTE À SA MORT ATTENDANT SANS RELÂCHE </vt:lpstr>
      <vt:lpstr>QUE LES GARDES LE DÉTACHENT ET JOSEPH A IMPLORÉ SON CORPS</vt:lpstr>
      <vt:lpstr>TARD DANS L'APRÈS-MIDI NOUS L'AVONS ENSEVELI</vt:lpstr>
      <vt:lpstr>ET  LE TOMBEAU A ÉTÉ SCELLÉ  C'EST SI FOU JE LE SAIS</vt:lpstr>
      <vt:lpstr>SA MORT FUT SI VRAIE MAIS ÉCOUTE CE QUI M'EST ARRIVÉ</vt:lpstr>
      <vt:lpstr>J'AI VU MON JÉSUS IL EST VIVANT CROIS-MOI</vt:lpstr>
      <vt:lpstr>J'AI VU MON JÉSUS IL VIT MON PRÉCIEUX ROI</vt:lpstr>
      <vt:lpstr>ET  JE SAIS QUE LUI AUSSI M'A VU </vt:lpstr>
      <vt:lpstr>C'EST LE PLUS BEL INSTANT QUE J'AI VÉCU</vt:lpstr>
      <vt:lpstr>TOUTE MA VIE D'AVANT NE COMPTE PLUS À PRÉSENT </vt:lpstr>
      <vt:lpstr>J'AI VU MON JÉSUS ET JE SUIS CHANGÉ À TOUT JAMAIS</vt:lpstr>
      <vt:lpstr>D'ABORD ELLE ENTENDIT SA VOIX </vt:lpstr>
      <vt:lpstr>QUI LUI DEMANDAIT POURQUOI TOUTES CES LARMES ET CES PLEURS TOUT BAS </vt:lpstr>
      <vt:lpstr>J'AI DIT DANS MA DOULEUR  « OÙ EST MON SEIGNEUR ? »</vt:lpstr>
      <vt:lpstr>IL M'A DIT « C'EST BIEN MOI, ME VOILÀ »</vt:lpstr>
      <vt:lpstr>J'AI VU MON JÉSUS IL EST VIVANT CROIS-MOI</vt:lpstr>
      <vt:lpstr>J'AI VU MON JÉSUS IL VIT MON PRÉCIEUX ROI</vt:lpstr>
      <vt:lpstr>ET  JE SAIS QUE LUI AUSSI M'A VU </vt:lpstr>
      <vt:lpstr>OUI C'EST LE PLUS BEL INSTANT QUE J'AI VÉCU</vt:lpstr>
      <vt:lpstr>TOUTE MA VIE D'AVANT NE COMPTE PLUS À PRÉSENT </vt:lpstr>
      <vt:lpstr>J'AI VU MON JÉSUS, J'AI VU MON JÉSUS J'AI VU MON JÉSUS </vt:lpstr>
      <vt:lpstr>ET OUI TOUTE MA VIE D'AVANT</vt:lpstr>
      <vt:lpstr>NE COMPTE PLUS À PRÉSENT  </vt:lpstr>
      <vt:lpstr>J'AI VU MON JÉSUS  ET JE SUIS CHANGÉ À TOUT JAMAIS</vt:lpstr>
      <vt:lpstr>J'AI VU MON JÉSUS </vt:lpstr>
      <vt:lpstr>WE KNEW HE WAS DEAD IT IS FINISHED, HE SAID</vt:lpstr>
      <vt:lpstr>WE HAD WATCHED AS HIS LIFE EBBED AWAY </vt:lpstr>
      <vt:lpstr>THEN WE ALL STOOD AROUND TILL THE GUARDS TOOK HIM DOWN</vt:lpstr>
      <vt:lpstr>JOSEPH BEGGED FOR HIS BODY THAT DAY </vt:lpstr>
      <vt:lpstr>IT WAS LATE AFTERNOON WHEN WE GOT TO THE TOMB</vt:lpstr>
      <vt:lpstr>WRAPPED HIS BODY  AND SEALED UP THE GRAVE </vt:lpstr>
      <vt:lpstr>SO I KNOW HOW YOU FEEL HIS DEATH WAS SO REAL </vt:lpstr>
      <vt:lpstr>BUT PLEASE LISTEN AND HEAR WHAT I SAY </vt:lpstr>
      <vt:lpstr>I'VE JUST SEEN JESUS I TELL YOU HE'S ALIVE</vt:lpstr>
      <vt:lpstr>I'VE JUST SEEN JESUS OUR PRECIOUS LORD ALIVE</vt:lpstr>
      <vt:lpstr>AND I KNEW, HE REALLY SAW ME TOO </vt:lpstr>
      <vt:lpstr>AS IF TILL NOW, I'D NEVER LIVED</vt:lpstr>
      <vt:lpstr>ALL THAT I'D DONE BEFORE WON'T MATTER ANYMORE</vt:lpstr>
      <vt:lpstr>I'VE JUST SEEN JESUS AND I'LL NEVER BE THE SAME AGAIN</vt:lpstr>
      <vt:lpstr>IT WAS HIS VOICE SHE FIRST HEARD THOSE KIND GENTLE WORDS</vt:lpstr>
      <vt:lpstr>ASKING WHAT WAS HER REASON FOR TEARS </vt:lpstr>
      <vt:lpstr>AND I SOBBED IN DESPAIR MY LORD IS NOT THERE</vt:lpstr>
      <vt:lpstr>HE SAID, CHILD! IT IS I, I AM HERE!</vt:lpstr>
      <vt:lpstr>I'VE JUST SEEN JESUS I TELL YOU HE'S ALIVE</vt:lpstr>
      <vt:lpstr>I'VE JUST SEEN JESUS OUR PRECIOUS LORD ALIVE </vt:lpstr>
      <vt:lpstr>AND I KNEW, HE REALLY SAW ME TOO </vt:lpstr>
      <vt:lpstr>AS IF TILL NOW, I'D NEVER LIVED</vt:lpstr>
      <vt:lpstr>ALL THAT I'D DONE BEFORE WON'T MATTER ANYMORE </vt:lpstr>
      <vt:lpstr>I'VE JUST SEEN JESUS I'VE JUST SEEN JESUS</vt:lpstr>
      <vt:lpstr>I'VE JUST SEEN JESUS ALL THAT I'D DONE BEFORE</vt:lpstr>
      <vt:lpstr>WON'T MATTER ANYMORE I'VE JUST SEEN JESUS </vt:lpstr>
      <vt:lpstr>AND I'LL NEVER BE THE SAME AGAIN I'VE JUST SEEN JESUS!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146</cp:revision>
  <dcterms:created xsi:type="dcterms:W3CDTF">2002-08-17T10:50:50Z</dcterms:created>
  <dcterms:modified xsi:type="dcterms:W3CDTF">2014-11-09T09:23:05Z</dcterms:modified>
</cp:coreProperties>
</file>