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0" r:id="rId3"/>
    <p:sldId id="267" r:id="rId4"/>
    <p:sldId id="268" r:id="rId5"/>
    <p:sldId id="269" r:id="rId6"/>
    <p:sldId id="270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90929"/>
  </p:normalViewPr>
  <p:slideViewPr>
    <p:cSldViewPr>
      <p:cViewPr>
        <p:scale>
          <a:sx n="30" d="100"/>
          <a:sy n="30" d="100"/>
        </p:scale>
        <p:origin x="-582" y="-7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0DE5E7E-5633-4238-8A8C-98094256107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52CA57-74F4-4712-B07F-0838B66A0DB5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92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95218A-71FA-47B1-9BF1-4D04B2A40071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89A6FE-8BB7-4D50-9999-44426982A08B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4F1931-F1C0-44DF-A846-50931E7A5827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B168E4-A511-4363-AA42-E1869E5FFF01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F67C49-372B-4FE4-B6B1-2140C2488A8B}" type="slidenum">
              <a:rPr lang="fr-FR" smtClean="0"/>
              <a:pPr/>
              <a:t>6</a:t>
            </a:fld>
            <a:endParaRPr lang="fr-FR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D5DA49-57CE-44E7-A623-BFAB6CE8B1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169FCA-6B02-429F-AA5E-EE0703FAA3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FD01CA-1282-4CDF-8ADD-F6E3ED33ED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A3D50D-80F4-4883-AB21-52670F9908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CE589-44CE-4495-8872-F41EDDF8C5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D552E0-9C3E-4FE4-8751-49F93ABF4F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A53F0-FA04-426D-B64A-ABDC67A665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63E50A-28D4-482B-AFF5-0756585754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7E0777-B009-4CBF-BA19-71F788C60A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4FAF52-95CE-4F02-B31A-96217C9014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7457BE-A990-4065-B347-6F9F2074BF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5DB2FA9-E346-432B-9BF1-6987AB6ADC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SEIGNEUR JÉSUS EST DIGNE DE LOUANGES 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QUELQU'UN EST-IL D'ACCORD AVEC MOI 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LÀ OÙ DEUX OU TROIS S'ASSEMBLENT EN SON NOM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A DIT QU'IL SERAIT LÀ 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ME METS EN ACCORD AVEC CE MOUVEMENT </a:t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MENER À BIEN LE PLAN DU PÈRE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2800">
                <a:solidFill>
                  <a:schemeClr val="bg1"/>
                </a:solidFill>
                <a:latin typeface="Arial Black" pitchFamily="34" charset="0"/>
              </a:rPr>
            </a:b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SI TU NE TE LÈVES PAS POUR CE QUI EST JUSTE 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TU TOMBERAS POUR UN RIEN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VIENS ET DONNE TON VOTE À JÉSUS 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REVENDIQUE-LE COMME TON ROI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JE ME METS EN ACCORD AVEC CE MOUVEMENT 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POUR MENER À BIEN LE PLAN DU PÈRE 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 SI TU AIMES MON JÉSUS 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MONTRE-MOI TES MAINS 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SI TU AIMES MON JÉSUS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PRENDS POSITION 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L’AIMES-TU  OUI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TOUS POUR LUI, DISONS OUI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L'AIMES-TU  OUI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TOUS POUR LUI, DISONS OUI</a:t>
            </a: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QUELQU'UN PEUT TÉMOIGNER POUR LE SEIGNEUR 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QUELQU'UN QUI N'A PAS HONTE DE SE TENIR À SA PAROLE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 SI TU AIMES MON JÉSUS 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MONTRE-MOI TES MAINS 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SI TU AIMES MON JÉSUS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PRENDS POSITION 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L’AIMES-TU OUI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TOUS POUR LUI, DISONS OUI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L'AIMES-TU  OUI</a:t>
            </a:r>
            <a:br>
              <a:rPr lang="fr-FR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TOUS POUR LUI, DISONS OUI</a:t>
            </a: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 LORD JESUS DESERVES OUR PRAISE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WILL SOMEBODY SIMPLY AGREE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WHERE TWO OR MORE ARE GATHERED IN HIS NAME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 SAID THERE HE WOULD BE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 WANT TO SECOND THE MOTION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TO CARRY OUT THE FATHER'S PLAN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SO IF YOU LOVE MY JESUS LET ME SEE YOUR HAND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IF YOU LOVE MY JESUS TAKE A STAND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DO YOU LOVE HIM YES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THEN ALL IN FAVOR SAY, I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DO YOU LOVE HIM YES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ALL IN FAVOR SAY I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IF YOU DON'T STAND UP FOR WHAT IS RIGHT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YOU'RE GONNA FALL FOR ANYTHING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COME ON AND CAST YOUR VOTE FOR JESUS CHRIST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CLAIM HIM AS YOUR KING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 WANT TO SECOND THE MOTION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TO CARRY OUT THE FATHER'S PLAN 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SO IF YOU LOVE MY JESUS LET ME SEE YOUR HAND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IF YOU LOVE MY JESUS TAKE A STAND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DO YOU LOVE HIM YES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THEN ALL IN FAVOR SAY, I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DO YOU LOVE HIM YES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ALL IN FAVOR SAY, I</a:t>
            </a: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2000">
                <a:solidFill>
                  <a:schemeClr val="bg1"/>
                </a:solidFill>
                <a:latin typeface="Arial Black" pitchFamily="34" charset="0"/>
              </a:rPr>
            </a:b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*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CAN I GET A WITNESS TO TESTIFY FOR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 LORD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SOMEONE WHO IS NOT ASHAMED TO STAND UPON HIS WORD 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SO IF YOU LOVE MY JESUS LET ME SEE YOUR HAND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IF YOU LOVE MY JESUS TAKE A STAND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DO YOU LOVE HIM YES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THEN ALL IN FAVOR SAY, I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DO YOU LOVE HIM YES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ALL IN FAVOR SAY, I</a:t>
            </a: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2000">
                <a:solidFill>
                  <a:schemeClr val="bg1"/>
                </a:solidFill>
                <a:latin typeface="Arial Black" pitchFamily="34" charset="0"/>
              </a:rPr>
            </a:b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56</Words>
  <Application>Microsoft PowerPoint</Application>
  <PresentationFormat>On-screen Show (4:3)</PresentationFormat>
  <Paragraphs>28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48</cp:revision>
  <dcterms:created xsi:type="dcterms:W3CDTF">2002-08-17T13:12:10Z</dcterms:created>
  <dcterms:modified xsi:type="dcterms:W3CDTF">2014-11-08T16:14:01Z</dcterms:modified>
</cp:coreProperties>
</file>