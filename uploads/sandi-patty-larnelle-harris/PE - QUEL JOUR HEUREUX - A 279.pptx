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2" r:id="rId2"/>
    <p:sldId id="263" r:id="rId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8" autoAdjust="0"/>
    <p:restoredTop sz="90929"/>
  </p:normalViewPr>
  <p:slideViewPr>
    <p:cSldViewPr>
      <p:cViewPr varScale="1">
        <p:scale>
          <a:sx n="88" d="100"/>
          <a:sy n="88" d="100"/>
        </p:scale>
        <p:origin x="-91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100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E286699-CFB8-4CED-8240-7CBDC2D517E7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A6A4BD8-8D38-4EB9-BA09-E568D229D5BF}" type="slidenum">
              <a:rPr lang="fr-FR" smtClean="0"/>
              <a:pPr/>
              <a:t>1</a:t>
            </a:fld>
            <a:endParaRPr lang="fr-FR" smtClean="0"/>
          </a:p>
        </p:txBody>
      </p:sp>
      <p:sp>
        <p:nvSpPr>
          <p:cNvPr id="512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E2BCB3F-A012-4295-953F-D6A71B516619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61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00E58A-0E20-4A3F-BCDD-A766C3AA74C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DB3191-47A7-485C-A420-46882CD44DC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BDB27F-0DBE-42F2-8102-96D3027A82C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77A37F-D4D6-437F-B709-79DB897BF9D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823FAC-3881-41FC-A1FA-C9F8B06451E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874EAA-A6D3-48DA-84E9-BF8C7ED662D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55ED8-CCC7-4DBA-B244-29C2D277C67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FAFC12-3132-4839-A888-FB94B4472DA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82417A-EBFC-4D00-925B-47F67B48FDA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478370-C74A-4DE2-AF9D-A3FB54604F7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53FF66-E7B2-49CC-818B-A24C7E49A8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9AAE983-D985-41B1-8FE2-308EB8AFB1F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GB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GB" sz="12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QUEL JOUR HEUREUX !</a:t>
            </a:r>
          </a:p>
          <a:p>
            <a:pPr algn="ctr">
              <a:lnSpc>
                <a:spcPct val="110000"/>
              </a:lnSpc>
            </a:pPr>
            <a:endParaRPr lang="en-GB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CAR JÉSUS M’A LAVÉ</a:t>
            </a:r>
          </a:p>
          <a:p>
            <a:pPr algn="ctr">
              <a:lnSpc>
                <a:spcPct val="110000"/>
              </a:lnSpc>
            </a:pPr>
            <a:endParaRPr lang="en-GB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DE TOUS MES PÉCHÉS 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QUEL JOUR HEUREUX !</a:t>
            </a:r>
          </a:p>
          <a:p>
            <a:pPr algn="ctr">
              <a:lnSpc>
                <a:spcPct val="110000"/>
              </a:lnSpc>
            </a:pP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IL M’A APPRIS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À VEILLER ET À PRIER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ET CHAQUE JOUR 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IL Y A DE LA JOIE 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DANS MON CŒUR</a:t>
            </a:r>
          </a:p>
          <a:p>
            <a:pPr algn="ctr">
              <a:lnSpc>
                <a:spcPct val="110000"/>
              </a:lnSpc>
            </a:pP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DANS MON CŒUR</a:t>
            </a:r>
          </a:p>
          <a:p>
            <a:pPr algn="ctr">
              <a:lnSpc>
                <a:spcPct val="110000"/>
              </a:lnSpc>
            </a:pP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8237538" y="6235700"/>
            <a:ext cx="889000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r>
              <a:rPr lang="fr-FR" sz="2800">
                <a:solidFill>
                  <a:srgbClr val="B2B2B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rPr>
              <a:t>279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OH HAPPY DAY</a:t>
            </a:r>
          </a:p>
          <a:p>
            <a:pPr algn="ctr">
              <a:lnSpc>
                <a:spcPct val="110000"/>
              </a:lnSpc>
            </a:pP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WHEN JESUS WASHED</a:t>
            </a:r>
          </a:p>
          <a:p>
            <a:pPr algn="ctr">
              <a:lnSpc>
                <a:spcPct val="110000"/>
              </a:lnSpc>
            </a:pPr>
            <a:endParaRPr lang="en-GB" sz="14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HE WASHED MY SINS AWAY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OH HAPPY DAY</a:t>
            </a:r>
          </a:p>
          <a:p>
            <a:pPr algn="ctr">
              <a:lnSpc>
                <a:spcPct val="110000"/>
              </a:lnSpc>
            </a:pP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HE TAUGHT ME HOW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TO WATCH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FIGHT AND PRAY</a:t>
            </a:r>
          </a:p>
          <a:p>
            <a:pPr algn="ctr">
              <a:lnSpc>
                <a:spcPct val="110000"/>
              </a:lnSpc>
            </a:pPr>
            <a:endParaRPr lang="en-GB" sz="14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AND LIVE REJOICING EVERYDAY</a:t>
            </a:r>
          </a:p>
          <a:p>
            <a:pPr algn="ctr">
              <a:lnSpc>
                <a:spcPct val="110000"/>
              </a:lnSpc>
            </a:pP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8235950" y="6245225"/>
            <a:ext cx="908050" cy="58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r>
              <a:rPr lang="fr-FR" sz="2800">
                <a:solidFill>
                  <a:srgbClr val="B2B2B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rPr>
              <a:t>279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70</Words>
  <Application>Microsoft PowerPoint</Application>
  <PresentationFormat>On-screen Show (4:3)</PresentationFormat>
  <Paragraphs>32</Paragraphs>
  <Slides>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Times New Roman</vt:lpstr>
      <vt:lpstr>Arial</vt:lpstr>
      <vt:lpstr>Arial Black</vt:lpstr>
      <vt:lpstr>Arial Narrow</vt:lpstr>
      <vt:lpstr>Default Design</vt:lpstr>
      <vt:lpstr>Diapositive 1</vt:lpstr>
      <vt:lpstr>Diapositive 2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Dunamis</cp:lastModifiedBy>
  <cp:revision>39</cp:revision>
  <dcterms:created xsi:type="dcterms:W3CDTF">2002-08-17T11:00:22Z</dcterms:created>
  <dcterms:modified xsi:type="dcterms:W3CDTF">2012-07-09T22:29:58Z</dcterms:modified>
</cp:coreProperties>
</file>