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0" r:id="rId3"/>
    <p:sldId id="262" r:id="rId4"/>
    <p:sldId id="263" r:id="rId5"/>
    <p:sldId id="264" r:id="rId6"/>
    <p:sldId id="265" r:id="rId7"/>
    <p:sldId id="266" r:id="rId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43" autoAdjust="0"/>
    <p:restoredTop sz="90929"/>
  </p:normalViewPr>
  <p:slideViewPr>
    <p:cSldViewPr>
      <p:cViewPr varScale="1">
        <p:scale>
          <a:sx n="52" d="100"/>
          <a:sy n="52" d="100"/>
        </p:scale>
        <p:origin x="-8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22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7F168EF-8642-4876-AF11-3527FA4DBCB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1C4B19-5C78-41F0-AB00-B3AE93C0927F}" type="slidenum">
              <a:rPr lang="fr-FR" smtClean="0"/>
              <a:pPr/>
              <a:t>1</a:t>
            </a:fld>
            <a:endParaRPr lang="fr-FR" smtClean="0"/>
          </a:p>
        </p:txBody>
      </p:sp>
      <p:sp>
        <p:nvSpPr>
          <p:cNvPr id="102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141D808-2F84-4089-AA6C-8DF6E231FC7A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112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DEE32C0-6D01-4366-81D9-E9326D13809C}" type="slidenum">
              <a:rPr lang="fr-FR" smtClean="0"/>
              <a:pPr/>
              <a:t>3</a:t>
            </a:fld>
            <a:endParaRPr lang="fr-FR" smtClean="0"/>
          </a:p>
        </p:txBody>
      </p:sp>
      <p:sp>
        <p:nvSpPr>
          <p:cNvPr id="122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AC38EBD-8599-4FD0-BADF-1E665F65C8FA}" type="slidenum">
              <a:rPr lang="fr-FR" smtClean="0"/>
              <a:pPr/>
              <a:t>4</a:t>
            </a:fld>
            <a:endParaRPr lang="fr-FR" smtClean="0"/>
          </a:p>
        </p:txBody>
      </p:sp>
      <p:sp>
        <p:nvSpPr>
          <p:cNvPr id="133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5EC689-9209-417B-A1EE-CCE681D3E55D}" type="slidenum">
              <a:rPr lang="fr-FR" smtClean="0"/>
              <a:pPr/>
              <a:t>5</a:t>
            </a:fld>
            <a:endParaRPr lang="fr-FR" smtClean="0"/>
          </a:p>
        </p:txBody>
      </p:sp>
      <p:sp>
        <p:nvSpPr>
          <p:cNvPr id="143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F53F27-B38D-4D44-906B-804F51FCAC12}" type="slidenum">
              <a:rPr lang="fr-FR" smtClean="0"/>
              <a:pPr/>
              <a:t>6</a:t>
            </a:fld>
            <a:endParaRPr lang="fr-FR" smtClean="0"/>
          </a:p>
        </p:txBody>
      </p:sp>
      <p:sp>
        <p:nvSpPr>
          <p:cNvPr id="1536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D9723C-89BA-4A4A-A3DB-2336346ADDB2}" type="slidenum">
              <a:rPr lang="fr-FR" smtClean="0"/>
              <a:pPr/>
              <a:t>7</a:t>
            </a:fld>
            <a:endParaRPr lang="fr-FR" smtClean="0"/>
          </a:p>
        </p:txBody>
      </p:sp>
      <p:sp>
        <p:nvSpPr>
          <p:cNvPr id="1638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0C56E1-7442-4938-B8DD-6CD5FD7796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B761EC-79F8-4C77-9FFC-C2C1991E53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A520A7-D920-4678-9A84-38B3522CCD1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1FE797-6135-461B-9237-62425FFF4C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EEE9D2-86DF-4565-8E29-6692C5B962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D0668-197A-4145-90C6-B7B0CFA7EC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15077-D390-4CDB-8EA7-728766DD2B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846F34-CE88-4EFE-AD3C-6C25B51D89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F2C20C-E806-4B3E-98E6-F78659102B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CD77A6-7472-4557-8D0B-804CF57EE1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0DB80D-B121-41F8-9D5B-E5AC13E210F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F6AA4AC-1B06-4664-B839-20812AB2CF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 CIEL SE DÉVOILE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PRÉPARANT SON ENTRÉE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LES ÉTOILES L’ACCLAMENT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AU SON DES LOUANGES</a:t>
            </a:r>
          </a:p>
          <a:p>
            <a:pPr algn="ctr">
              <a:lnSpc>
                <a:spcPct val="110000"/>
              </a:lnSpc>
            </a:pPr>
            <a:endParaRPr lang="en-GB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L’ÉCLAT DANS SES YEUX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RELÈVE CEUX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QUI L’ATTENDENT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NOUS LE VERRONS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4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DANS TOUTE SA SPLENDEUR</a:t>
            </a:r>
          </a:p>
          <a:p>
            <a:pPr algn="ctr">
              <a:lnSpc>
                <a:spcPct val="110000"/>
              </a:lnSpc>
            </a:pPr>
            <a:endParaRPr lang="en-GB" sz="2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OUI, 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NOTRE SAUVEUR ET ROI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2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LES ANGES PROCLAMENT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L’ÉCHO DE SON RETOUR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CEUX QUI DORMENT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SE LÈVENT 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D’UN PROFOND SOMMEIL</a:t>
            </a:r>
          </a:p>
          <a:p>
            <a:pPr algn="ctr">
              <a:lnSpc>
                <a:spcPct val="110000"/>
              </a:lnSpc>
            </a:pPr>
            <a:endParaRPr lang="en-GB" sz="1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ET CEUX QUI RESTERONT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ILS SERONT CHANGÉS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NOUS LE VERRONS</a:t>
            </a:r>
          </a:p>
          <a:p>
            <a:pPr algn="ctr">
              <a:lnSpc>
                <a:spcPct val="110000"/>
              </a:lnSpc>
            </a:pPr>
            <a:r>
              <a:rPr lang="en-GB" sz="4000">
                <a:solidFill>
                  <a:schemeClr val="bg1"/>
                </a:solidFill>
                <a:latin typeface="Arial Black" pitchFamily="34" charset="0"/>
              </a:rPr>
              <a:t>FACE À FACE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GB" sz="20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SKY SHALL UNFOLD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PREPARING HIS ENTRANCE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STARS SHALL APPLAUD HIM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WITH THUNDERS OF PRAISE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SWEET LIGHT IN HIS EYES SHALL ENHANCE THOSE AWAITING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THEN FACE TO FACE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GB" sz="3500">
                <a:solidFill>
                  <a:schemeClr val="bg1"/>
                </a:solidFill>
                <a:latin typeface="Arial Black" pitchFamily="34" charset="0"/>
              </a:rPr>
              <a:t>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FACE TO FACE IN ALL OF HIS GLORY</a:t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O WE SHALL BEHOLD HIM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YES WE SHALL BEHOLD HIM</a:t>
            </a:r>
            <a:br>
              <a:rPr lang="fr-FR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FACE TO FACE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US" sz="3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ANGEL WILL SOUND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 SHOUT OF HIS COMING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THE SLEEPING SHALL RISE FROM THERE SLUMBERING PLACE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THOSE REMAINING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SHALL BE CHANGED IN A MOMENT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AND 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THEN FACE TO FACE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110000"/>
              </a:lnSpc>
            </a:pPr>
            <a:endParaRPr lang="en-US" sz="14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/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 YES WE SHALL BEHOLD HIM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FACE TO FACE IN ALL OF HIS GLORY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FACE TO FACE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WE SHALL BEHOLD HIM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OUR SAVIOR AND LORD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r>
              <a:rPr lang="en-US" sz="3500">
                <a:solidFill>
                  <a:schemeClr val="bg1"/>
                </a:solidFill>
                <a:latin typeface="Arial Black" pitchFamily="34" charset="0"/>
              </a:rPr>
              <a:t>SAVIOR AND LORD!</a:t>
            </a:r>
            <a:br>
              <a:rPr lang="en-US" sz="3500">
                <a:solidFill>
                  <a:schemeClr val="bg1"/>
                </a:solidFill>
                <a:latin typeface="Arial Black" pitchFamily="34" charset="0"/>
              </a:rPr>
            </a:br>
            <a:endParaRPr lang="en-GB" sz="3500">
              <a:solidFill>
                <a:schemeClr val="bg1"/>
              </a:solidFill>
              <a:latin typeface="Arial Black" pitchFamily="34" charset="0"/>
            </a:endParaRP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8240713" y="6253163"/>
            <a:ext cx="830262" cy="604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fr-FR" sz="360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  <a:cs typeface="Arial" charset="0"/>
              </a:rPr>
              <a:t>681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120</Words>
  <Application>Microsoft PowerPoint</Application>
  <PresentationFormat>On-screen Show (4:3)</PresentationFormat>
  <Paragraphs>66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Times New Roman</vt:lpstr>
      <vt:lpstr>Arial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CEC_INCRUSTATIONS</cp:lastModifiedBy>
  <cp:revision>43</cp:revision>
  <dcterms:created xsi:type="dcterms:W3CDTF">2002-08-17T13:12:10Z</dcterms:created>
  <dcterms:modified xsi:type="dcterms:W3CDTF">2012-07-08T10:13:15Z</dcterms:modified>
</cp:coreProperties>
</file>