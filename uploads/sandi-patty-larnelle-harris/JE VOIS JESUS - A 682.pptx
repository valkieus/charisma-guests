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217" autoAdjust="0"/>
  </p:normalViewPr>
  <p:slideViewPr>
    <p:cSldViewPr>
      <p:cViewPr varScale="1">
        <p:scale>
          <a:sx n="47" d="100"/>
          <a:sy n="47" d="100"/>
        </p:scale>
        <p:origin x="-58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D98575-D8A2-4617-B376-548792A9FFE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9E3F89A-86CB-4BA2-9A56-878098906A5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VOIS JÉSUS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VOIS JÉSUS EN CE LIEU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OUI UN FEU ARDENT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BRÛLE EN MON COEUR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VOIS JÉSUS EN CE 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JÉSUS</a:t>
            </a:r>
          </a:p>
          <a:p>
            <a:r>
              <a:rPr lang="fr-FR" smtClean="0"/>
              <a:t>2-  JE VOIS JÉSUS EN CE LIEU </a:t>
            </a:r>
          </a:p>
          <a:p>
            <a:r>
              <a:rPr lang="fr-FR" smtClean="0"/>
              <a:t>3-  OUI UN FEU ARDENT </a:t>
            </a:r>
          </a:p>
          <a:p>
            <a:r>
              <a:rPr lang="fr-FR" smtClean="0"/>
              <a:t>BRÛLE EN MON COEUR</a:t>
            </a:r>
          </a:p>
          <a:p>
            <a:r>
              <a:rPr lang="fr-FR" smtClean="0"/>
              <a:t>4-  JE VOIS JÉSUS EN CE LIEU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VOIS JÉSUS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VOIS JÉSUS EN CE LIEU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OUI UN FEU ARDENT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BRÛLE EN MON COEUR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VOIS JÉSUS EN CE 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JÉSUS</a:t>
            </a:r>
          </a:p>
          <a:p>
            <a:r>
              <a:rPr lang="fr-FR" smtClean="0"/>
              <a:t>2-  JE VOIS JÉSUS EN CE LIEU </a:t>
            </a:r>
          </a:p>
          <a:p>
            <a:r>
              <a:rPr lang="fr-FR" smtClean="0"/>
              <a:t>3-  OUI UN FEU ARDENT </a:t>
            </a:r>
          </a:p>
          <a:p>
            <a:r>
              <a:rPr lang="fr-FR" smtClean="0"/>
              <a:t>BRÛLE EN MON COEUR</a:t>
            </a:r>
          </a:p>
          <a:p>
            <a:r>
              <a:rPr lang="fr-FR" smtClean="0"/>
              <a:t>4-  JE VOIS JÉSUS EN CE LIEU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VOIS JÉSUS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VOIS JÉSUS EN CE LIEU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OUI UN FEU ARDENT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BRÛLE EN MON COEUR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VOIS JÉSUS EN CE 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JÉSUS</a:t>
            </a:r>
          </a:p>
          <a:p>
            <a:r>
              <a:rPr lang="fr-FR" smtClean="0"/>
              <a:t>2-  JE VOIS JÉSUS EN CE LIEU </a:t>
            </a:r>
          </a:p>
          <a:p>
            <a:r>
              <a:rPr lang="fr-FR" smtClean="0"/>
              <a:t>3-  OUI UN FEU ARDENT </a:t>
            </a:r>
          </a:p>
          <a:p>
            <a:r>
              <a:rPr lang="fr-FR" smtClean="0"/>
              <a:t>BRÛLE EN MON COEUR</a:t>
            </a:r>
          </a:p>
          <a:p>
            <a:r>
              <a:rPr lang="fr-FR" smtClean="0"/>
              <a:t>4-  JE VOIS JÉSUS EN CE LIEU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VOIS JÉSUS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VOIS JÉSUS EN CE LIEU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OUI UN FEU ARDENT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BRÛLE EN MON COEUR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VOIS JÉSUS EN CE LIEU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VOIS JÉSUS</a:t>
            </a:r>
          </a:p>
          <a:p>
            <a:r>
              <a:rPr lang="fr-FR" smtClean="0"/>
              <a:t>2-  JE VOIS JÉSUS EN CE LIEU </a:t>
            </a:r>
          </a:p>
          <a:p>
            <a:r>
              <a:rPr lang="fr-FR" smtClean="0"/>
              <a:t>3-  OUI UN FEU ARDENT </a:t>
            </a:r>
          </a:p>
          <a:p>
            <a:r>
              <a:rPr lang="fr-FR" smtClean="0"/>
              <a:t>BRÛLE EN MON COEUR</a:t>
            </a:r>
          </a:p>
          <a:p>
            <a:r>
              <a:rPr lang="fr-FR" smtClean="0"/>
              <a:t>4-  JE VOIS JÉSUS EN CE LIEU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27FD2-765D-4F1F-988A-B513A2EA8B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91915-7163-44C6-986B-BC397269D0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F59F-5E23-47F4-99E4-4613736FB2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1F435-665C-4827-91E5-D9C9C259D1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05353-4F36-4B84-956C-06BCC25109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C3157-1376-4880-9D74-4DD8B661ED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68E44-3709-47D2-9429-4F41BA8F6F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C96F2-ABB7-4593-9520-5B498E7562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637B6-7052-4B57-BE60-D236CCA4B0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18113-79E8-4E0A-8BC8-15E94D5813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FE8F8-6F64-4B5D-83CB-64D0B12B6E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02BF294-871E-4D5A-AC92-6C69DE1979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773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VOIS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773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VOIS JÉSUS EN CE LIEU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UN FEU ARDENT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BRÛLE EN MON COEUR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773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VOIS JÉSUS EN CE LIEU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239</Words>
  <Application>Microsoft PowerPoint</Application>
  <PresentationFormat>On-screen Show (4:3)</PresentationFormat>
  <Paragraphs>45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61</cp:revision>
  <dcterms:created xsi:type="dcterms:W3CDTF">2010-10-18T20:00:07Z</dcterms:created>
  <dcterms:modified xsi:type="dcterms:W3CDTF">2014-08-23T20:55:56Z</dcterms:modified>
</cp:coreProperties>
</file>