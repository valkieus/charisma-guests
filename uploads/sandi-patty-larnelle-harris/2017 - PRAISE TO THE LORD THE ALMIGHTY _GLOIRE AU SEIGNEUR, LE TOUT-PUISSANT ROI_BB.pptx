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274" r:id="rId3"/>
    <p:sldId id="273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7309" autoAdjust="0"/>
  </p:normalViewPr>
  <p:slideViewPr>
    <p:cSldViewPr>
      <p:cViewPr varScale="1">
        <p:scale>
          <a:sx n="43" d="100"/>
          <a:sy n="43" d="100"/>
        </p:scale>
        <p:origin x="-368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08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821476A-05AD-4908-9246-9D02C2A4E9F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CA18DE-D0B8-4667-A877-2E9F7175257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 AU SEIGNEUR LE TOUT-PUISSANT ROI DE LA CRÉATION </a:t>
            </a:r>
          </a:p>
          <a:p>
            <a:pPr>
              <a:defRPr/>
            </a:pPr>
            <a:r>
              <a:rPr lang="fr-FR" smtClean="0"/>
              <a:t>Praise to the Lord, the Almighty The King of creation</a:t>
            </a:r>
          </a:p>
          <a:p>
            <a:pPr>
              <a:defRPr/>
            </a:pPr>
            <a:r>
              <a:rPr lang="fr-FR" smtClean="0"/>
              <a:t>2-  LOUE-LE Ô MON ÂME, CAR IL EST  TA FORCE ET TA RÉDEMPTION</a:t>
            </a:r>
          </a:p>
          <a:p>
            <a:pPr>
              <a:defRPr/>
            </a:pPr>
            <a:r>
              <a:rPr lang="fr-FR" smtClean="0"/>
              <a:t>O my soul, praise Him For He is thy health and salvation</a:t>
            </a:r>
          </a:p>
          <a:p>
            <a:pPr>
              <a:defRPr/>
            </a:pPr>
            <a:r>
              <a:rPr lang="fr-FR" smtClean="0"/>
              <a:t> 3-  VOUS TOUS ICI APPROCHEZ-VOUS DONC DE LUI </a:t>
            </a:r>
          </a:p>
          <a:p>
            <a:pPr>
              <a:defRPr/>
            </a:pPr>
            <a:r>
              <a:rPr lang="fr-FR" smtClean="0"/>
              <a:t>All ye who hear, now to His temple draw near</a:t>
            </a:r>
          </a:p>
          <a:p>
            <a:pPr>
              <a:defRPr/>
            </a:pPr>
            <a:r>
              <a:rPr lang="fr-FR" smtClean="0"/>
              <a:t>4-  AVEC MOI EN ADORATION </a:t>
            </a:r>
          </a:p>
          <a:p>
            <a:pPr>
              <a:defRPr/>
            </a:pPr>
            <a:r>
              <a:rPr lang="fr-FR" smtClean="0"/>
              <a:t>Praise Him in glad adoration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>
              <a:defRPr/>
            </a:pPr>
            <a:r>
              <a:rPr lang="fr-FR" smtClean="0"/>
              <a:t>Praise to the Lord Who o'er all things so wonderfully reigneth</a:t>
            </a:r>
          </a:p>
          <a:p>
            <a:pPr>
              <a:defRPr/>
            </a:pPr>
            <a:r>
              <a:rPr lang="fr-FR" smtClean="0"/>
              <a:t>6-  ABRITEZ-VOUS SOUS SES AILES  ET SA MAIN VOUS SOUTIENDRA </a:t>
            </a:r>
          </a:p>
          <a:p>
            <a:pPr>
              <a:defRPr/>
            </a:pPr>
            <a:r>
              <a:rPr lang="fr-FR" smtClean="0"/>
              <a:t>Shelters thee under His wings Yea, so gladly sustaineth</a:t>
            </a:r>
          </a:p>
          <a:p>
            <a:pPr>
              <a:defRPr/>
            </a:pPr>
            <a:r>
              <a:rPr lang="fr-FR" smtClean="0"/>
              <a:t>7-  VOYEZ COMMENT  TOUS SES DÉSIRS S'ACCOMPLISSENT </a:t>
            </a:r>
          </a:p>
          <a:p>
            <a:pPr>
              <a:defRPr/>
            </a:pPr>
            <a:r>
              <a:rPr lang="fr-FR" smtClean="0"/>
              <a:t>Hast thou not seen how thy desires e'er have been</a:t>
            </a:r>
          </a:p>
          <a:p>
            <a:pPr>
              <a:defRPr/>
            </a:pPr>
            <a:r>
              <a:rPr lang="fr-FR" smtClean="0"/>
              <a:t>8-  GLORIEUSEMENT  SELON CE QU'IL ORDONNE </a:t>
            </a:r>
          </a:p>
          <a:p>
            <a:pPr>
              <a:defRPr/>
            </a:pPr>
            <a:r>
              <a:rPr lang="fr-FR" smtClean="0"/>
              <a:t>Granted in what He ordaineth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GLOIRE AU SEIGNEUR  QUI TE BÉNIT ET TE DÉFEND TOUJOURS </a:t>
            </a:r>
          </a:p>
          <a:p>
            <a:pPr>
              <a:defRPr/>
            </a:pPr>
            <a:r>
              <a:rPr lang="fr-FR" smtClean="0"/>
              <a:t>Praise to the Lord Who doth prosper they work and defend thee</a:t>
            </a:r>
          </a:p>
          <a:p>
            <a:pPr>
              <a:defRPr/>
            </a:pPr>
            <a:r>
              <a:rPr lang="fr-FR" smtClean="0"/>
              <a:t>10-  SÛREMENT SA BONTÉ ET SA GRÂCE  TE SUIVRONT CHAQUE JOUR </a:t>
            </a:r>
          </a:p>
          <a:p>
            <a:pPr>
              <a:defRPr/>
            </a:pPr>
            <a:r>
              <a:rPr lang="fr-FR" smtClean="0"/>
              <a:t>Surely His goodness and mercy here daily attend thee</a:t>
            </a:r>
          </a:p>
          <a:p>
            <a:pPr>
              <a:defRPr/>
            </a:pPr>
            <a:r>
              <a:rPr lang="fr-FR" smtClean="0"/>
              <a:t>11-  PENSE À NOUVEAU À CE QUE PEUT FAIRE LE TRÈS-HAUT </a:t>
            </a:r>
          </a:p>
          <a:p>
            <a:pPr>
              <a:defRPr/>
            </a:pPr>
            <a:r>
              <a:rPr lang="fr-FR" smtClean="0"/>
              <a:t>Ponder anew what the Almighty can do</a:t>
            </a:r>
          </a:p>
          <a:p>
            <a:pPr>
              <a:defRPr/>
            </a:pPr>
            <a:r>
              <a:rPr lang="fr-FR" smtClean="0"/>
              <a:t>12-  SI SON AMOUR TE FORTIFIE </a:t>
            </a:r>
          </a:p>
          <a:p>
            <a:pPr>
              <a:defRPr/>
            </a:pPr>
            <a:r>
              <a:rPr lang="fr-FR" smtClean="0"/>
              <a:t>If with His love He befriend thee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ALLÉLUIA NOUS CHANTERONS ALLÉLUIA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GLOIRE AU SEIGNEUR  QUE TOUT CE QUI EST EN MOI L'ADORE </a:t>
            </a:r>
          </a:p>
          <a:p>
            <a:pPr>
              <a:defRPr/>
            </a:pPr>
            <a:r>
              <a:rPr lang="fr-FR" smtClean="0"/>
              <a:t>Praise to the Lord, O let all that is in me adore Him</a:t>
            </a:r>
          </a:p>
          <a:p>
            <a:pPr>
              <a:defRPr/>
            </a:pPr>
            <a:r>
              <a:rPr lang="fr-FR" smtClean="0"/>
              <a:t>15-  QUE TOUT CE QUI VIT ET RESPIRE  VIENNE LOUER DEVANT LUI </a:t>
            </a:r>
          </a:p>
          <a:p>
            <a:pPr>
              <a:defRPr/>
            </a:pPr>
            <a:r>
              <a:rPr lang="fr-FR" smtClean="0"/>
              <a:t>All that hath life and breath Come now with praises before Him</a:t>
            </a:r>
          </a:p>
          <a:p>
            <a:pPr>
              <a:defRPr/>
            </a:pPr>
            <a:r>
              <a:rPr lang="fr-FR" smtClean="0"/>
              <a:t>16-  ET QUE SON PEUPLE S'ÉCRIE  AMEN ET AMEN </a:t>
            </a:r>
          </a:p>
          <a:p>
            <a:pPr>
              <a:defRPr/>
            </a:pPr>
            <a:r>
              <a:rPr lang="fr-FR" smtClean="0"/>
              <a:t>Let the 'amen' sound from His people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ADORONS-LE POUR TOUJOURS ADORONS-LE POUR TOUJOURS </a:t>
            </a:r>
          </a:p>
          <a:p>
            <a:pPr>
              <a:defRPr/>
            </a:pPr>
            <a:r>
              <a:rPr lang="fr-FR" smtClean="0"/>
              <a:t>Gladly for aye we adore Him</a:t>
            </a:r>
          </a:p>
          <a:p>
            <a:pPr>
              <a:defRPr/>
            </a:pPr>
            <a:r>
              <a:rPr lang="fr-FR" smtClean="0"/>
              <a:t>18-  GLOIRE AU SEIGNEUR 
</a:t>
            </a:r>
          </a:p>
          <a:p>
            <a:pPr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 AU SEIGNEUR LE TOUT-PUISSANT ROI DE LA CRÉATION </a:t>
            </a:r>
          </a:p>
          <a:p>
            <a:pPr>
              <a:defRPr/>
            </a:pPr>
            <a:r>
              <a:rPr lang="fr-FR" smtClean="0"/>
              <a:t>Praise to the Lord, the Almighty The King of creation</a:t>
            </a:r>
          </a:p>
          <a:p>
            <a:pPr>
              <a:defRPr/>
            </a:pPr>
            <a:r>
              <a:rPr lang="fr-FR" smtClean="0"/>
              <a:t>2-  LOUE-LE Ô MON ÂME, CAR IL EST  TA FORCE ET TA RÉDEMPTION</a:t>
            </a:r>
          </a:p>
          <a:p>
            <a:pPr>
              <a:defRPr/>
            </a:pPr>
            <a:r>
              <a:rPr lang="fr-FR" smtClean="0"/>
              <a:t>O my soul, praise Him For He is thy health and salvation</a:t>
            </a:r>
          </a:p>
          <a:p>
            <a:pPr>
              <a:defRPr/>
            </a:pPr>
            <a:r>
              <a:rPr lang="fr-FR" smtClean="0"/>
              <a:t> 3-  VOUS TOUS ICI APPROCHEZ-VOUS DONC DE LUI </a:t>
            </a:r>
          </a:p>
          <a:p>
            <a:pPr>
              <a:defRPr/>
            </a:pPr>
            <a:r>
              <a:rPr lang="fr-FR" smtClean="0"/>
              <a:t>All ye who hear, now to His temple draw near</a:t>
            </a:r>
          </a:p>
          <a:p>
            <a:pPr>
              <a:defRPr/>
            </a:pPr>
            <a:r>
              <a:rPr lang="fr-FR" smtClean="0"/>
              <a:t>4-  AVEC MOI EN ADORATION </a:t>
            </a:r>
          </a:p>
          <a:p>
            <a:pPr>
              <a:defRPr/>
            </a:pPr>
            <a:r>
              <a:rPr lang="fr-FR" smtClean="0"/>
              <a:t>Praise Him in glad adoration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>
              <a:defRPr/>
            </a:pPr>
            <a:r>
              <a:rPr lang="fr-FR" smtClean="0"/>
              <a:t>Praise to the Lord Who o'er all things so wonderfully reigneth</a:t>
            </a:r>
          </a:p>
          <a:p>
            <a:pPr>
              <a:defRPr/>
            </a:pPr>
            <a:r>
              <a:rPr lang="fr-FR" smtClean="0"/>
              <a:t>6-  ABRITEZ-VOUS SOUS SES AILES  ET SA MAIN VOUS SOUTIENDRA </a:t>
            </a:r>
          </a:p>
          <a:p>
            <a:pPr>
              <a:defRPr/>
            </a:pPr>
            <a:r>
              <a:rPr lang="fr-FR" smtClean="0"/>
              <a:t>Shelters thee under His wings Yea, so gladly sustaineth</a:t>
            </a:r>
          </a:p>
          <a:p>
            <a:pPr>
              <a:defRPr/>
            </a:pPr>
            <a:r>
              <a:rPr lang="fr-FR" smtClean="0"/>
              <a:t>7-  VOYEZ COMMENT  TOUS SES DÉSIRS S'ACCOMPLISSENT </a:t>
            </a:r>
          </a:p>
          <a:p>
            <a:pPr>
              <a:defRPr/>
            </a:pPr>
            <a:r>
              <a:rPr lang="fr-FR" smtClean="0"/>
              <a:t>Hast thou not seen how thy desires e'er have been</a:t>
            </a:r>
          </a:p>
          <a:p>
            <a:pPr>
              <a:defRPr/>
            </a:pPr>
            <a:r>
              <a:rPr lang="fr-FR" smtClean="0"/>
              <a:t>8-  GLORIEUSEMENT  SELON CE QU'IL ORDONNE </a:t>
            </a:r>
          </a:p>
          <a:p>
            <a:pPr>
              <a:defRPr/>
            </a:pPr>
            <a:r>
              <a:rPr lang="fr-FR" smtClean="0"/>
              <a:t>Granted in what He ordaineth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GLOIRE AU SEIGNEUR  QUI TE BÉNIT ET TE DÉFEND TOUJOURS </a:t>
            </a:r>
          </a:p>
          <a:p>
            <a:pPr>
              <a:defRPr/>
            </a:pPr>
            <a:r>
              <a:rPr lang="fr-FR" smtClean="0"/>
              <a:t>Praise to the Lord Who doth prosper they work and defend thee</a:t>
            </a:r>
          </a:p>
          <a:p>
            <a:pPr>
              <a:defRPr/>
            </a:pPr>
            <a:r>
              <a:rPr lang="fr-FR" smtClean="0"/>
              <a:t>10-  SÛREMENT SA BONTÉ ET SA GRÂCE  TE SUIVRONT CHAQUE JOUR </a:t>
            </a:r>
          </a:p>
          <a:p>
            <a:pPr>
              <a:defRPr/>
            </a:pPr>
            <a:r>
              <a:rPr lang="fr-FR" smtClean="0"/>
              <a:t>Surely His goodness and mercy here daily attend thee</a:t>
            </a:r>
          </a:p>
          <a:p>
            <a:pPr>
              <a:defRPr/>
            </a:pPr>
            <a:r>
              <a:rPr lang="fr-FR" smtClean="0"/>
              <a:t>11-  PENSE À NOUVEAU À CE QUE PEUT FAIRE LE TRÈS-HAUT </a:t>
            </a:r>
          </a:p>
          <a:p>
            <a:pPr>
              <a:defRPr/>
            </a:pPr>
            <a:r>
              <a:rPr lang="fr-FR" smtClean="0"/>
              <a:t>Ponder anew what the Almighty can do</a:t>
            </a:r>
          </a:p>
          <a:p>
            <a:pPr>
              <a:defRPr/>
            </a:pPr>
            <a:r>
              <a:rPr lang="fr-FR" smtClean="0"/>
              <a:t>12-  SI SON AMOUR TE FORTIFIE </a:t>
            </a:r>
          </a:p>
          <a:p>
            <a:pPr>
              <a:defRPr/>
            </a:pPr>
            <a:r>
              <a:rPr lang="fr-FR" smtClean="0"/>
              <a:t>If with His love He befriend thee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ALLÉLUIA NOUS CHANTERONS ALLÉLUIA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GLOIRE AU SEIGNEUR  QUE TOUT CE QUI EST EN MOI L'ADORE </a:t>
            </a:r>
          </a:p>
          <a:p>
            <a:pPr>
              <a:defRPr/>
            </a:pPr>
            <a:r>
              <a:rPr lang="fr-FR" smtClean="0"/>
              <a:t>Praise to the Lord, O let all that is in me adore Him</a:t>
            </a:r>
          </a:p>
          <a:p>
            <a:pPr>
              <a:defRPr/>
            </a:pPr>
            <a:r>
              <a:rPr lang="fr-FR" smtClean="0"/>
              <a:t>15-  QUE TOUT CE QUI VIT ET RESPIRE  VIENNE LOUER DEVANT LUI </a:t>
            </a:r>
          </a:p>
          <a:p>
            <a:pPr>
              <a:defRPr/>
            </a:pPr>
            <a:r>
              <a:rPr lang="fr-FR" smtClean="0"/>
              <a:t>All that hath life and breath Come now with praises before Him</a:t>
            </a:r>
          </a:p>
          <a:p>
            <a:pPr>
              <a:defRPr/>
            </a:pPr>
            <a:r>
              <a:rPr lang="fr-FR" smtClean="0"/>
              <a:t>16-  ET QUE SON PEUPLE S'ÉCRIE  AMEN ET AMEN </a:t>
            </a:r>
          </a:p>
          <a:p>
            <a:pPr>
              <a:defRPr/>
            </a:pPr>
            <a:r>
              <a:rPr lang="fr-FR" smtClean="0"/>
              <a:t>Let the 'amen' sound from His people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ADORONS-LE POUR TOUJOURS ADORONS-LE POUR TOUJOURS </a:t>
            </a:r>
          </a:p>
          <a:p>
            <a:pPr>
              <a:defRPr/>
            </a:pPr>
            <a:r>
              <a:rPr lang="fr-FR" smtClean="0"/>
              <a:t>Gladly for aye we adore Him</a:t>
            </a:r>
          </a:p>
          <a:p>
            <a:pPr>
              <a:defRPr/>
            </a:pPr>
            <a:r>
              <a:rPr lang="fr-FR" smtClean="0"/>
              <a:t>18-  GLOIRE AU SEIGNEUR 
</a:t>
            </a:r>
          </a:p>
          <a:p>
            <a:pPr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GLOIRE AU SEIGNEUR LE TOUT-PUISSANT ROI DE LA CRÉATION </a:t>
            </a:r>
          </a:p>
          <a:p>
            <a:pPr>
              <a:defRPr/>
            </a:pPr>
            <a:r>
              <a:rPr lang="fr-FR" smtClean="0"/>
              <a:t>Praise to the Lord, the Almighty The King of creation</a:t>
            </a:r>
          </a:p>
          <a:p>
            <a:pPr>
              <a:defRPr/>
            </a:pPr>
            <a:r>
              <a:rPr lang="fr-FR" smtClean="0"/>
              <a:t>2-  LOUE-LE Ô MON ÂME, CAR IL EST  TA FORCE ET TA RÉDEMPTION</a:t>
            </a:r>
          </a:p>
          <a:p>
            <a:pPr>
              <a:defRPr/>
            </a:pPr>
            <a:r>
              <a:rPr lang="fr-FR" smtClean="0"/>
              <a:t>O my soul, praise Him For He is thy health and salvation</a:t>
            </a:r>
          </a:p>
          <a:p>
            <a:pPr>
              <a:defRPr/>
            </a:pPr>
            <a:r>
              <a:rPr lang="fr-FR" smtClean="0"/>
              <a:t> 3-  VOUS TOUS ICI APPROCHEZ-VOUS DONC DE LUI </a:t>
            </a:r>
          </a:p>
          <a:p>
            <a:pPr>
              <a:defRPr/>
            </a:pPr>
            <a:r>
              <a:rPr lang="fr-FR" smtClean="0"/>
              <a:t>All ye who hear, now to His temple draw near</a:t>
            </a:r>
          </a:p>
          <a:p>
            <a:pPr>
              <a:defRPr/>
            </a:pPr>
            <a:r>
              <a:rPr lang="fr-FR" smtClean="0"/>
              <a:t>4-  AVEC MOI EN ADORATION </a:t>
            </a:r>
          </a:p>
          <a:p>
            <a:pPr>
              <a:defRPr/>
            </a:pPr>
            <a:r>
              <a:rPr lang="fr-FR" smtClean="0"/>
              <a:t>Praise Him in glad adoration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>
              <a:defRPr/>
            </a:pPr>
            <a:r>
              <a:rPr lang="fr-FR" smtClean="0"/>
              <a:t>Praise to the Lord Who o'er all things so wonderfully reigneth</a:t>
            </a:r>
          </a:p>
          <a:p>
            <a:pPr>
              <a:defRPr/>
            </a:pPr>
            <a:r>
              <a:rPr lang="fr-FR" smtClean="0"/>
              <a:t>6-  ABRITEZ-VOUS SOUS SES AILES  ET SA MAIN VOUS SOUTIENDRA </a:t>
            </a:r>
          </a:p>
          <a:p>
            <a:pPr>
              <a:defRPr/>
            </a:pPr>
            <a:r>
              <a:rPr lang="fr-FR" smtClean="0"/>
              <a:t>Shelters thee under His wings Yea, so gladly sustaineth</a:t>
            </a:r>
          </a:p>
          <a:p>
            <a:pPr>
              <a:defRPr/>
            </a:pPr>
            <a:r>
              <a:rPr lang="fr-FR" smtClean="0"/>
              <a:t>7-  VOYEZ COMMENT  TOUS SES DÉSIRS S'ACCOMPLISSENT </a:t>
            </a:r>
          </a:p>
          <a:p>
            <a:pPr>
              <a:defRPr/>
            </a:pPr>
            <a:r>
              <a:rPr lang="fr-FR" smtClean="0"/>
              <a:t>Hast thou not seen how thy desires e'er have been</a:t>
            </a:r>
          </a:p>
          <a:p>
            <a:pPr>
              <a:defRPr/>
            </a:pPr>
            <a:r>
              <a:rPr lang="fr-FR" smtClean="0"/>
              <a:t>8-  GLORIEUSEMENT  SELON CE QU'IL ORDONNE </a:t>
            </a:r>
          </a:p>
          <a:p>
            <a:pPr>
              <a:defRPr/>
            </a:pPr>
            <a:r>
              <a:rPr lang="fr-FR" smtClean="0"/>
              <a:t>Granted in what He ordaineth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GLOIRE AU SEIGNEUR  QUI TE BÉNIT ET TE DÉFEND TOUJOURS </a:t>
            </a:r>
          </a:p>
          <a:p>
            <a:pPr>
              <a:defRPr/>
            </a:pPr>
            <a:r>
              <a:rPr lang="fr-FR" smtClean="0"/>
              <a:t>Praise to the Lord Who doth prosper they work and defend thee</a:t>
            </a:r>
          </a:p>
          <a:p>
            <a:pPr>
              <a:defRPr/>
            </a:pPr>
            <a:r>
              <a:rPr lang="fr-FR" smtClean="0"/>
              <a:t>10-  SÛREMENT SA BONTÉ ET SA GRÂCE  TE SUIVRONT CHAQUE JOUR </a:t>
            </a:r>
          </a:p>
          <a:p>
            <a:pPr>
              <a:defRPr/>
            </a:pPr>
            <a:r>
              <a:rPr lang="fr-FR" smtClean="0"/>
              <a:t>Surely His goodness and mercy here daily attend thee</a:t>
            </a:r>
          </a:p>
          <a:p>
            <a:pPr>
              <a:defRPr/>
            </a:pPr>
            <a:r>
              <a:rPr lang="fr-FR" smtClean="0"/>
              <a:t>11-  PENSE À NOUVEAU À CE QUE PEUT FAIRE LE TRÈS-HAUT </a:t>
            </a:r>
          </a:p>
          <a:p>
            <a:pPr>
              <a:defRPr/>
            </a:pPr>
            <a:r>
              <a:rPr lang="fr-FR" smtClean="0"/>
              <a:t>Ponder anew what the Almighty can do</a:t>
            </a:r>
          </a:p>
          <a:p>
            <a:pPr>
              <a:defRPr/>
            </a:pPr>
            <a:r>
              <a:rPr lang="fr-FR" smtClean="0"/>
              <a:t>12-  SI SON AMOUR TE FORTIFIE </a:t>
            </a:r>
          </a:p>
          <a:p>
            <a:pPr>
              <a:defRPr/>
            </a:pPr>
            <a:r>
              <a:rPr lang="fr-FR" smtClean="0"/>
              <a:t>If with His love He befriend thee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ALLÉLUIA NOUS CHANTERONS ALLÉLUIA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GLOIRE AU SEIGNEUR  QUE TOUT CE QUI EST EN MOI L'ADORE </a:t>
            </a:r>
          </a:p>
          <a:p>
            <a:pPr>
              <a:defRPr/>
            </a:pPr>
            <a:r>
              <a:rPr lang="fr-FR" smtClean="0"/>
              <a:t>Praise to the Lord, O let all that is in me adore Him</a:t>
            </a:r>
          </a:p>
          <a:p>
            <a:pPr>
              <a:defRPr/>
            </a:pPr>
            <a:r>
              <a:rPr lang="fr-FR" smtClean="0"/>
              <a:t>15-  QUE TOUT CE QUI VIT ET RESPIRE  VIENNE LOUER DEVANT LUI </a:t>
            </a:r>
          </a:p>
          <a:p>
            <a:pPr>
              <a:defRPr/>
            </a:pPr>
            <a:r>
              <a:rPr lang="fr-FR" smtClean="0"/>
              <a:t>All that hath life and breath Come now with praises before Him</a:t>
            </a:r>
          </a:p>
          <a:p>
            <a:pPr>
              <a:defRPr/>
            </a:pPr>
            <a:r>
              <a:rPr lang="fr-FR" smtClean="0"/>
              <a:t>16-  ET QUE SON PEUPLE S'ÉCRIE  AMEN ET AMEN </a:t>
            </a:r>
          </a:p>
          <a:p>
            <a:pPr>
              <a:defRPr/>
            </a:pPr>
            <a:r>
              <a:rPr lang="fr-FR" smtClean="0"/>
              <a:t>Let the 'amen' sound from His people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ADORONS-LE POUR TOUJOURS ADORONS-LE POUR TOUJOURS </a:t>
            </a:r>
          </a:p>
          <a:p>
            <a:pPr>
              <a:defRPr/>
            </a:pPr>
            <a:r>
              <a:rPr lang="fr-FR" smtClean="0"/>
              <a:t>Gladly for aye we adore Him</a:t>
            </a:r>
          </a:p>
          <a:p>
            <a:pPr>
              <a:defRPr/>
            </a:pPr>
            <a:r>
              <a:rPr lang="fr-FR" smtClean="0"/>
              <a:t>18-  GLOIRE AU SEIGNEUR 
</a:t>
            </a:r>
          </a:p>
          <a:p>
            <a:pPr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the Almighty The King of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my soul, praise Him For He is thy health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ye who hear, now to His temple draw near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in glad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o'er all things so wonderfully reigneth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Shelters thee under His wings Yea, so gladly sustaineth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Hast thou not seen how thy desires e'er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Granted in what He ordaineth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 Who doth prosper they work and defend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Surely His goodness and mercy here daily attend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Ponder anew what the Almighty can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with His love He befriend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to the Lord, O let all that is in me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hath life and breath Come now with praises before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'amen' sound from His people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Gladly for aye we adore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19 - ALLÉLUIA 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Lord, the </a:t>
            </a:r>
            <a:r>
              <a:rPr lang="fr-FR" dirty="0" err="1" smtClean="0"/>
              <a:t>Almighty</a:t>
            </a:r>
            <a:r>
              <a:rPr lang="fr-FR" dirty="0" smtClean="0"/>
              <a:t> The King of </a:t>
            </a:r>
            <a:r>
              <a:rPr lang="fr-FR" dirty="0" err="1" smtClean="0"/>
              <a:t>creation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my</a:t>
            </a:r>
            <a:r>
              <a:rPr lang="fr-FR" dirty="0" smtClean="0"/>
              <a:t> soul,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For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health</a:t>
            </a:r>
            <a:r>
              <a:rPr lang="fr-FR" dirty="0" smtClean="0"/>
              <a:t>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, </a:t>
            </a:r>
            <a:r>
              <a:rPr lang="fr-FR" dirty="0" err="1" smtClean="0"/>
              <a:t>now</a:t>
            </a:r>
            <a:r>
              <a:rPr lang="fr-FR" dirty="0" smtClean="0"/>
              <a:t> to </a:t>
            </a:r>
            <a:r>
              <a:rPr lang="fr-FR" dirty="0" err="1" smtClean="0"/>
              <a:t>His</a:t>
            </a:r>
            <a:r>
              <a:rPr lang="fr-FR" dirty="0" smtClean="0"/>
              <a:t> temple </a:t>
            </a:r>
            <a:r>
              <a:rPr lang="fr-FR" dirty="0" err="1" smtClean="0"/>
              <a:t>draw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</a:t>
            </a:r>
            <a:r>
              <a:rPr lang="fr-FR" dirty="0" err="1" smtClean="0"/>
              <a:t>glad</a:t>
            </a:r>
            <a:r>
              <a:rPr lang="fr-FR" dirty="0" smtClean="0"/>
              <a:t>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o'er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wonderfully</a:t>
            </a:r>
            <a:r>
              <a:rPr lang="fr-FR" dirty="0" smtClean="0"/>
              <a:t> </a:t>
            </a:r>
            <a:r>
              <a:rPr lang="fr-FR" dirty="0" err="1" smtClean="0"/>
              <a:t>reigneth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Shelters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</a:t>
            </a:r>
            <a:r>
              <a:rPr lang="fr-FR" dirty="0" err="1" smtClean="0"/>
              <a:t>under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Yea</a:t>
            </a:r>
            <a:r>
              <a:rPr lang="fr-FR" dirty="0" smtClean="0"/>
              <a:t>,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gladly</a:t>
            </a:r>
            <a:r>
              <a:rPr lang="fr-FR" dirty="0" smtClean="0"/>
              <a:t> </a:t>
            </a:r>
            <a:r>
              <a:rPr lang="fr-FR" dirty="0" err="1" smtClean="0"/>
              <a:t>sustaineth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Hast </a:t>
            </a:r>
            <a:r>
              <a:rPr lang="fr-FR" dirty="0" err="1" smtClean="0"/>
              <a:t>thou</a:t>
            </a:r>
            <a:r>
              <a:rPr lang="fr-FR" dirty="0" smtClean="0"/>
              <a:t> not </a:t>
            </a:r>
            <a:r>
              <a:rPr lang="fr-FR" dirty="0" err="1" smtClean="0"/>
              <a:t>seen</a:t>
            </a:r>
            <a:r>
              <a:rPr lang="fr-FR" dirty="0" smtClean="0"/>
              <a:t> how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desires</a:t>
            </a:r>
            <a:r>
              <a:rPr lang="fr-FR" dirty="0" smtClean="0"/>
              <a:t> </a:t>
            </a:r>
            <a:r>
              <a:rPr lang="fr-FR" dirty="0" err="1" smtClean="0"/>
              <a:t>e'er</a:t>
            </a:r>
            <a:r>
              <a:rPr lang="fr-FR" dirty="0" smtClean="0"/>
              <a:t>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Granted</a:t>
            </a:r>
            <a:r>
              <a:rPr lang="fr-FR" dirty="0" smtClean="0"/>
              <a:t> in </a:t>
            </a:r>
            <a:r>
              <a:rPr lang="fr-FR" dirty="0" err="1" smtClean="0"/>
              <a:t>what</a:t>
            </a:r>
            <a:r>
              <a:rPr lang="fr-FR" dirty="0" smtClean="0"/>
              <a:t> He </a:t>
            </a:r>
            <a:r>
              <a:rPr lang="fr-FR" dirty="0" err="1" smtClean="0"/>
              <a:t>ordaineth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doth</a:t>
            </a:r>
            <a:r>
              <a:rPr lang="fr-FR" dirty="0" smtClean="0"/>
              <a:t> </a:t>
            </a:r>
            <a:r>
              <a:rPr lang="fr-FR" dirty="0" err="1" smtClean="0"/>
              <a:t>prosper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r>
              <a:rPr lang="fr-FR" dirty="0" smtClean="0"/>
              <a:t> and </a:t>
            </a:r>
            <a:r>
              <a:rPr lang="fr-FR" dirty="0" err="1" smtClean="0"/>
              <a:t>defend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Surely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goodness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daily</a:t>
            </a:r>
            <a:r>
              <a:rPr lang="fr-FR" dirty="0" smtClean="0"/>
              <a:t> attend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Ponder</a:t>
            </a:r>
            <a:r>
              <a:rPr lang="fr-FR" dirty="0" smtClean="0"/>
              <a:t> </a:t>
            </a:r>
            <a:r>
              <a:rPr lang="fr-FR" dirty="0" err="1" smtClean="0"/>
              <a:t>anew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</a:t>
            </a:r>
            <a:r>
              <a:rPr lang="fr-FR" dirty="0" err="1" smtClean="0"/>
              <a:t>Almighty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 He </a:t>
            </a:r>
            <a:r>
              <a:rPr lang="fr-FR" dirty="0" err="1" smtClean="0"/>
              <a:t>befriend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Lord, O let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me adore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hath</a:t>
            </a:r>
            <a:r>
              <a:rPr lang="fr-FR" dirty="0" smtClean="0"/>
              <a:t> life and </a:t>
            </a:r>
            <a:r>
              <a:rPr lang="fr-FR" dirty="0" err="1" smtClean="0"/>
              <a:t>breath</a:t>
            </a:r>
            <a:r>
              <a:rPr lang="fr-FR" dirty="0" smtClean="0"/>
              <a:t> Come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praises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'amen' </a:t>
            </a:r>
            <a:r>
              <a:rPr lang="fr-FR" dirty="0" err="1" smtClean="0"/>
              <a:t>sound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people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Gladly</a:t>
            </a:r>
            <a:r>
              <a:rPr lang="fr-FR" dirty="0" smtClean="0"/>
              <a:t> for aye </a:t>
            </a:r>
            <a:r>
              <a:rPr lang="fr-FR" dirty="0" err="1" smtClean="0"/>
              <a:t>we</a:t>
            </a:r>
            <a:r>
              <a:rPr lang="fr-FR" dirty="0" smtClean="0"/>
              <a:t> adore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19 - ALLÉLUIA </a:t>
            </a: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GLOIRE AU SEIGNEUR LE TOUT-PUISSANT ROI DE LA CRÉATION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Lord, the </a:t>
            </a:r>
            <a:r>
              <a:rPr lang="fr-FR" dirty="0" err="1" smtClean="0"/>
              <a:t>Almighty</a:t>
            </a:r>
            <a:r>
              <a:rPr lang="fr-FR" dirty="0" smtClean="0"/>
              <a:t> The King of </a:t>
            </a:r>
            <a:r>
              <a:rPr lang="fr-FR" dirty="0" err="1" smtClean="0"/>
              <a:t>creation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LOUE-LE Ô MON ÂME, CAR IL EST  TA FORCE ET TA RÉDEMPTION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my</a:t>
            </a:r>
            <a:r>
              <a:rPr lang="fr-FR" dirty="0" smtClean="0"/>
              <a:t> soul,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For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health</a:t>
            </a:r>
            <a:r>
              <a:rPr lang="fr-FR" dirty="0" smtClean="0"/>
              <a:t> and salvation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VOUS TOUS ICI APPROCHEZ-VOUS DONC DE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, </a:t>
            </a:r>
            <a:r>
              <a:rPr lang="fr-FR" dirty="0" err="1" smtClean="0"/>
              <a:t>now</a:t>
            </a:r>
            <a:r>
              <a:rPr lang="fr-FR" dirty="0" smtClean="0"/>
              <a:t> to </a:t>
            </a:r>
            <a:r>
              <a:rPr lang="fr-FR" dirty="0" err="1" smtClean="0"/>
              <a:t>His</a:t>
            </a:r>
            <a:r>
              <a:rPr lang="fr-FR" dirty="0" smtClean="0"/>
              <a:t> temple </a:t>
            </a:r>
            <a:r>
              <a:rPr lang="fr-FR" dirty="0" err="1" smtClean="0"/>
              <a:t>draw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AVEC MOI EN ADORATION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</a:t>
            </a:r>
            <a:r>
              <a:rPr lang="fr-FR" dirty="0" err="1" smtClean="0"/>
              <a:t>glad</a:t>
            </a:r>
            <a:r>
              <a:rPr lang="fr-FR" dirty="0" smtClean="0"/>
              <a:t> 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GLOIRE AU SEIGNEUR, QUI SUR TOUTE CHOSE RÈGNE MERVEILLEUSEMENT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o'er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wonderfully</a:t>
            </a:r>
            <a:r>
              <a:rPr lang="fr-FR" dirty="0" smtClean="0"/>
              <a:t> </a:t>
            </a:r>
            <a:r>
              <a:rPr lang="fr-FR" dirty="0" err="1" smtClean="0"/>
              <a:t>reigneth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ABRITEZ-VOUS SOUS SES AILES  ET SA MAIN VOUS SOUTIENDRA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Shelters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</a:t>
            </a:r>
            <a:r>
              <a:rPr lang="fr-FR" dirty="0" err="1" smtClean="0"/>
              <a:t>under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wings</a:t>
            </a:r>
            <a:r>
              <a:rPr lang="fr-FR" dirty="0" smtClean="0"/>
              <a:t> </a:t>
            </a:r>
            <a:r>
              <a:rPr lang="fr-FR" dirty="0" err="1" smtClean="0"/>
              <a:t>Yea</a:t>
            </a:r>
            <a:r>
              <a:rPr lang="fr-FR" dirty="0" smtClean="0"/>
              <a:t>,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gladly</a:t>
            </a:r>
            <a:r>
              <a:rPr lang="fr-FR" dirty="0" smtClean="0"/>
              <a:t> </a:t>
            </a:r>
            <a:r>
              <a:rPr lang="fr-FR" dirty="0" err="1" smtClean="0"/>
              <a:t>sustaineth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VOYEZ COMMENT  TOUS SES DÉSIRS S'ACCOMPLISSENT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Hast </a:t>
            </a:r>
            <a:r>
              <a:rPr lang="fr-FR" dirty="0" err="1" smtClean="0"/>
              <a:t>thou</a:t>
            </a:r>
            <a:r>
              <a:rPr lang="fr-FR" dirty="0" smtClean="0"/>
              <a:t> not </a:t>
            </a:r>
            <a:r>
              <a:rPr lang="fr-FR" dirty="0" err="1" smtClean="0"/>
              <a:t>seen</a:t>
            </a:r>
            <a:r>
              <a:rPr lang="fr-FR" dirty="0" smtClean="0"/>
              <a:t> how </a:t>
            </a:r>
            <a:r>
              <a:rPr lang="fr-FR" dirty="0" err="1" smtClean="0"/>
              <a:t>thy</a:t>
            </a:r>
            <a:r>
              <a:rPr lang="fr-FR" dirty="0" smtClean="0"/>
              <a:t> </a:t>
            </a:r>
            <a:r>
              <a:rPr lang="fr-FR" dirty="0" err="1" smtClean="0"/>
              <a:t>desires</a:t>
            </a:r>
            <a:r>
              <a:rPr lang="fr-FR" dirty="0" smtClean="0"/>
              <a:t> </a:t>
            </a:r>
            <a:r>
              <a:rPr lang="fr-FR" dirty="0" err="1" smtClean="0"/>
              <a:t>e'er</a:t>
            </a:r>
            <a:r>
              <a:rPr lang="fr-FR" dirty="0" smtClean="0"/>
              <a:t> have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GLORIEUSEMENT  SELON CE QU'IL ORDONNE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Granted</a:t>
            </a:r>
            <a:r>
              <a:rPr lang="fr-FR" dirty="0" smtClean="0"/>
              <a:t> in </a:t>
            </a:r>
            <a:r>
              <a:rPr lang="fr-FR" dirty="0" err="1" smtClean="0"/>
              <a:t>what</a:t>
            </a:r>
            <a:r>
              <a:rPr lang="fr-FR" dirty="0" smtClean="0"/>
              <a:t> He </a:t>
            </a:r>
            <a:r>
              <a:rPr lang="fr-FR" dirty="0" err="1" smtClean="0"/>
              <a:t>ordaineth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GLOIRE AU SEIGNEUR  QUI TE BÉNIT ET TE DÉFEND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doth</a:t>
            </a:r>
            <a:r>
              <a:rPr lang="fr-FR" dirty="0" smtClean="0"/>
              <a:t> </a:t>
            </a:r>
            <a:r>
              <a:rPr lang="fr-FR" dirty="0" err="1" smtClean="0"/>
              <a:t>prosper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r>
              <a:rPr lang="fr-FR" dirty="0" smtClean="0"/>
              <a:t> and </a:t>
            </a:r>
            <a:r>
              <a:rPr lang="fr-FR" dirty="0" err="1" smtClean="0"/>
              <a:t>defend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SÛREMENT SA BONTÉ ET SA GRÂCE  TE SUIVRONT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Surely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goodness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daily</a:t>
            </a:r>
            <a:r>
              <a:rPr lang="fr-FR" dirty="0" smtClean="0"/>
              <a:t> attend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PENSE À NOUVEAU À CE QUE PEUT FAIRE LE TRÈS-HAUT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Ponder</a:t>
            </a:r>
            <a:r>
              <a:rPr lang="fr-FR" dirty="0" smtClean="0"/>
              <a:t> </a:t>
            </a:r>
            <a:r>
              <a:rPr lang="fr-FR" dirty="0" err="1" smtClean="0"/>
              <a:t>anew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the </a:t>
            </a:r>
            <a:r>
              <a:rPr lang="fr-FR" dirty="0" err="1" smtClean="0"/>
              <a:t>Almighty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SI SON AMOUR TE FORTIFIE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 He </a:t>
            </a:r>
            <a:r>
              <a:rPr lang="fr-FR" dirty="0" err="1" smtClean="0"/>
              <a:t>befriend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ALLÉLUIA NOUS CHANTERONS ALLÉLUIA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GLOIRE AU SEIGNEUR  QUE TOUT CE QUI EST EN MOI L'ADORE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to the Lord, O let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me adore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QUE TOUT CE QUI VIT ET RESPIRE  VIENNE LOUER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hath</a:t>
            </a:r>
            <a:r>
              <a:rPr lang="fr-FR" dirty="0" smtClean="0"/>
              <a:t> life and </a:t>
            </a:r>
            <a:r>
              <a:rPr lang="fr-FR" dirty="0" err="1" smtClean="0"/>
              <a:t>breath</a:t>
            </a:r>
            <a:r>
              <a:rPr lang="fr-FR" dirty="0" smtClean="0"/>
              <a:t> Come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praises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QUE SON PEUPLE S'ÉCRIE  AMEN ET AMEN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'amen' </a:t>
            </a:r>
            <a:r>
              <a:rPr lang="fr-FR" dirty="0" err="1" smtClean="0"/>
              <a:t>sound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people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ADORONS-LE POUR TOUJOURS ADORONS-LE POUR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Gladly</a:t>
            </a:r>
            <a:r>
              <a:rPr lang="fr-FR" dirty="0" smtClean="0"/>
              <a:t> for aye </a:t>
            </a:r>
            <a:r>
              <a:rPr lang="fr-FR" dirty="0" err="1" smtClean="0"/>
              <a:t>we</a:t>
            </a:r>
            <a:r>
              <a:rPr lang="fr-FR" dirty="0" smtClean="0"/>
              <a:t> adore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GLOIRE AU SEIGNEUR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19 - ALLÉLUIA </a:t>
            </a: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GLOIRE AU SEIGNEUR LE TOUT-PUISSANT ROI DE LA CRÉATION </a:t>
            </a:r>
          </a:p>
          <a:p>
            <a:r>
              <a:rPr lang="fr-FR" altLang="fr-FR" smtClean="0"/>
              <a:t>Praise to the Lord, the Almighty The King of creation</a:t>
            </a:r>
          </a:p>
          <a:p>
            <a:r>
              <a:rPr lang="fr-FR" altLang="fr-FR" smtClean="0"/>
              <a:t>2-  LOUE-LE Ô MON ÂME, CAR IL EST  TA FORCE ET TA RÉDEMPTION</a:t>
            </a:r>
          </a:p>
          <a:p>
            <a:r>
              <a:rPr lang="fr-FR" altLang="fr-FR" smtClean="0"/>
              <a:t>O my soul, praise Him For He is thy health and salvation</a:t>
            </a:r>
          </a:p>
          <a:p>
            <a:r>
              <a:rPr lang="fr-FR" altLang="fr-FR" smtClean="0"/>
              <a:t> 3-  VOUS TOUS ICI APPROCHEZ-VOUS DONC DE LUI </a:t>
            </a:r>
          </a:p>
          <a:p>
            <a:r>
              <a:rPr lang="fr-FR" altLang="fr-FR" smtClean="0"/>
              <a:t>All ye who hear, now to His temple draw near</a:t>
            </a:r>
          </a:p>
          <a:p>
            <a:r>
              <a:rPr lang="fr-FR" altLang="fr-FR" smtClean="0"/>
              <a:t>4-  AVEC MOI EN ADORATION </a:t>
            </a:r>
          </a:p>
          <a:p>
            <a:r>
              <a:rPr lang="fr-FR" altLang="fr-FR" smtClean="0"/>
              <a:t>Praise Him in glad adoration</a:t>
            </a:r>
          </a:p>
          <a:p>
            <a:endParaRPr lang="fr-FR" altLang="fr-FR" smtClean="0"/>
          </a:p>
          <a:p>
            <a:r>
              <a:rPr lang="fr-FR" altLang="fr-FR" smtClean="0"/>
              <a:t>5-  GLOIRE AU SEIGNEUR, QUI SUR TOUTE CHOSE RÈGNE MERVEILLEUSEMENT </a:t>
            </a:r>
          </a:p>
          <a:p>
            <a:r>
              <a:rPr lang="fr-FR" altLang="fr-FR" smtClean="0"/>
              <a:t>Praise to the Lord Who o'er all things so wonderfully reigneth</a:t>
            </a:r>
          </a:p>
          <a:p>
            <a:r>
              <a:rPr lang="fr-FR" altLang="fr-FR" smtClean="0"/>
              <a:t>6-  ABRITEZ-VOUS SOUS SES AILES  ET SA MAIN VOUS SOUTIENDRA </a:t>
            </a:r>
          </a:p>
          <a:p>
            <a:r>
              <a:rPr lang="fr-FR" altLang="fr-FR" smtClean="0"/>
              <a:t>Shelters thee under His wings Yea, so gladly sustaineth</a:t>
            </a:r>
          </a:p>
          <a:p>
            <a:r>
              <a:rPr lang="fr-FR" altLang="fr-FR" smtClean="0"/>
              <a:t>7-  VOYEZ COMMENT  TOUS SES DÉSIRS S'ACCOMPLISSENT </a:t>
            </a:r>
          </a:p>
          <a:p>
            <a:r>
              <a:rPr lang="fr-FR" altLang="fr-FR" smtClean="0"/>
              <a:t>Hast thou not seen how thy desires e'er have been</a:t>
            </a:r>
          </a:p>
          <a:p>
            <a:r>
              <a:rPr lang="fr-FR" altLang="fr-FR" smtClean="0"/>
              <a:t>8-  GLORIEUSEMENT  SELON CE QU'IL ORDONNE </a:t>
            </a:r>
          </a:p>
          <a:p>
            <a:r>
              <a:rPr lang="fr-FR" altLang="fr-FR" smtClean="0"/>
              <a:t>Granted in what He ordaineth</a:t>
            </a:r>
          </a:p>
          <a:p>
            <a:endParaRPr lang="fr-FR" altLang="fr-FR" smtClean="0"/>
          </a:p>
          <a:p>
            <a:r>
              <a:rPr lang="fr-FR" altLang="fr-FR" smtClean="0"/>
              <a:t>9-  GLOIRE AU SEIGNEUR  QUI TE BÉNIT ET TE DÉFEND TOUJOURS </a:t>
            </a:r>
          </a:p>
          <a:p>
            <a:r>
              <a:rPr lang="fr-FR" altLang="fr-FR" smtClean="0"/>
              <a:t>Praise to the Lord Who doth prosper they work and defend thee</a:t>
            </a:r>
          </a:p>
          <a:p>
            <a:r>
              <a:rPr lang="fr-FR" altLang="fr-FR" smtClean="0"/>
              <a:t>10-  SÛREMENT SA BONTÉ ET SA GRÂCE  TE SUIVRONT CHAQUE JOUR </a:t>
            </a:r>
          </a:p>
          <a:p>
            <a:r>
              <a:rPr lang="fr-FR" altLang="fr-FR" smtClean="0"/>
              <a:t>Surely His goodness and mercy here daily attend thee</a:t>
            </a:r>
          </a:p>
          <a:p>
            <a:r>
              <a:rPr lang="fr-FR" altLang="fr-FR" smtClean="0"/>
              <a:t>11-  PENSE À NOUVEAU À CE QUE PEUT FAIRE LE TRÈS-HAUT </a:t>
            </a:r>
          </a:p>
          <a:p>
            <a:r>
              <a:rPr lang="fr-FR" altLang="fr-FR" smtClean="0"/>
              <a:t>Ponder anew what the Almighty can do</a:t>
            </a:r>
          </a:p>
          <a:p>
            <a:r>
              <a:rPr lang="fr-FR" altLang="fr-FR" smtClean="0"/>
              <a:t>12-  SI SON AMOUR TE FORTIFIE </a:t>
            </a:r>
          </a:p>
          <a:p>
            <a:r>
              <a:rPr lang="fr-FR" altLang="fr-FR" smtClean="0"/>
              <a:t>If with His love He befriend thee</a:t>
            </a:r>
          </a:p>
          <a:p>
            <a:endParaRPr lang="fr-FR" altLang="fr-FR" smtClean="0"/>
          </a:p>
          <a:p>
            <a:r>
              <a:rPr lang="fr-FR" altLang="fr-FR" smtClean="0"/>
              <a:t>13-  ALLÉLUIA NOUS CHANTERONS ALLÉLUIA      x2</a:t>
            </a:r>
          </a:p>
          <a:p>
            <a:endParaRPr lang="fr-FR" altLang="fr-FR" smtClean="0"/>
          </a:p>
          <a:p>
            <a:r>
              <a:rPr lang="fr-FR" altLang="fr-FR" smtClean="0"/>
              <a:t>14-  GLOIRE AU SEIGNEUR  QUE TOUT CE QUI EST EN MOI L'ADORE </a:t>
            </a:r>
          </a:p>
          <a:p>
            <a:r>
              <a:rPr lang="fr-FR" altLang="fr-FR" smtClean="0"/>
              <a:t>Praise to the Lord, O let all that is in me adore Him</a:t>
            </a:r>
          </a:p>
          <a:p>
            <a:r>
              <a:rPr lang="fr-FR" altLang="fr-FR" smtClean="0"/>
              <a:t>15-  QUE TOUT CE QUI VIT ET RESPIRE  VIENNE LOUER DEVANT LUI </a:t>
            </a:r>
          </a:p>
          <a:p>
            <a:r>
              <a:rPr lang="fr-FR" altLang="fr-FR" smtClean="0"/>
              <a:t>All that hath life and breath Come now with praises before Him</a:t>
            </a:r>
          </a:p>
          <a:p>
            <a:r>
              <a:rPr lang="fr-FR" altLang="fr-FR" smtClean="0"/>
              <a:t>16-  ET QUE SON PEUPLE S'ÉCRIE  AMEN ET AMEN </a:t>
            </a:r>
          </a:p>
          <a:p>
            <a:r>
              <a:rPr lang="fr-FR" altLang="fr-FR" smtClean="0"/>
              <a:t>Let the 'amen' sound from His people again</a:t>
            </a:r>
          </a:p>
          <a:p>
            <a:endParaRPr lang="fr-FR" altLang="fr-FR" smtClean="0"/>
          </a:p>
          <a:p>
            <a:r>
              <a:rPr lang="fr-FR" altLang="fr-FR" smtClean="0"/>
              <a:t>17-  ADORONS-LE POUR TOUJOURS ADORONS-LE POUR TOUJOURS </a:t>
            </a:r>
          </a:p>
          <a:p>
            <a:r>
              <a:rPr lang="fr-FR" altLang="fr-FR" smtClean="0"/>
              <a:t>Gladly for aye we adore Him</a:t>
            </a:r>
          </a:p>
          <a:p>
            <a:r>
              <a:rPr lang="fr-FR" altLang="fr-FR" smtClean="0"/>
              <a:t>18-  GLOIRE AU SEIGNEUR 
</a:t>
            </a:r>
          </a:p>
          <a:p>
            <a:r>
              <a:rPr lang="fr-FR" altLang="fr-FR" smtClean="0"/>
              <a:t>19 - ALLÉLUIA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0F38F-A425-4EDE-8E6A-9A3873F305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321E5-1093-484E-B5BB-AD25499BFC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26F8C1-EC79-4F06-A722-9CF9F778DE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64AC9-D4DD-4C66-B27F-72822D3418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7B364-258F-4837-84CD-FFE8098567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81C8B-293F-45B0-98E2-67F7C2EE93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0AF16-658C-4CAD-832F-36A125816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95C7-D11E-493E-9CEF-E4CD43188B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2909D-4250-4C6C-A6F1-B05CE34E45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C319D-DC88-4304-B8C9-8C4CD4851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DDF51-2475-4225-820F-FE97C6F70D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F475F91-0225-429F-B120-FC70B085C5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TOUT-PUISSANT ROI DE LA CRÉATION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LOUE-LE Ô MON ÂME, CAR IL EST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FORCE ET TA RÉDEMPTION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TOUS ICI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APPROCHEZ-VOUS DONC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MOI EN ADORATION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SEIGNEUR, QUI SUR TOUTE CHOSE RÈGNE MERVEILLEUSEMENT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ABRITEZ-VOUS SOUS SES AILES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 MAIN VOUS SOUTIENDRA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VOYEZ COMMENT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SES DÉSIRS S'ACCOMPLISSENT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GLORIEUSEMENT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SELON CE QU'IL ORDONNE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TE BÉNIT ET TE DÉFEND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SÛREMENT SA BONTÉ ET SA GRÂCE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SUIVRONT CHAQUE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PENSE À NOUVEAU À CE QUE PEUT FAIRE LE TRÈS-HAUT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SON AMOUR TE FORTIFIE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CHANTERONS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QUI EST EN MOI L'ADORE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QUI VIT ET RESPIRE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VIENNE LOUER DEVANT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SON PEUPLE S'ÉCRIE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 ET AMEN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ADORONS-LE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ADORONS-LE POUR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12036</Words>
  <Application>Microsoft Office PowerPoint</Application>
  <PresentationFormat>On-screen Show (4:3)</PresentationFormat>
  <Paragraphs>1552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164</cp:revision>
  <dcterms:created xsi:type="dcterms:W3CDTF">2002-08-17T10:50:50Z</dcterms:created>
  <dcterms:modified xsi:type="dcterms:W3CDTF">2017-07-06T14:31:56Z</dcterms:modified>
</cp:coreProperties>
</file>