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72" r:id="rId2"/>
    <p:sldId id="282" r:id="rId3"/>
    <p:sldId id="281" r:id="rId4"/>
    <p:sldId id="280" r:id="rId5"/>
    <p:sldId id="284" r:id="rId6"/>
    <p:sldId id="279" r:id="rId7"/>
    <p:sldId id="283" r:id="rId8"/>
    <p:sldId id="275" r:id="rId9"/>
    <p:sldId id="287" r:id="rId10"/>
    <p:sldId id="288" r:id="rId11"/>
  </p:sldIdLst>
  <p:sldSz cx="9144000" cy="6858000" type="screen4x3"/>
  <p:notesSz cx="6858000" cy="91440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Franklin Gothic Medium" pitchFamily="34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828A4"/>
    <a:srgbClr val="DF9245"/>
    <a:srgbClr val="CB69CD"/>
    <a:srgbClr val="000099"/>
    <a:srgbClr val="B2B2B2"/>
    <a:srgbClr val="DDDDDD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3600" autoAdjust="0"/>
    <p:restoredTop sz="37500" autoAdjust="0"/>
  </p:normalViewPr>
  <p:slideViewPr>
    <p:cSldViewPr>
      <p:cViewPr varScale="1">
        <p:scale>
          <a:sx n="38" d="100"/>
          <a:sy n="38" d="100"/>
        </p:scale>
        <p:origin x="-540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75" d="100"/>
        <a:sy n="75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DDB0173E-8DCC-4227-B4D4-F3E6F362845E}" type="datetimeFigureOut">
              <a:rPr lang="fr-FR"/>
              <a:pPr>
                <a:defRPr/>
              </a:pPr>
              <a:t>26/02/2018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fr-FR" noProof="0" smtClean="0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noProof="0" smtClean="0"/>
              <a:t>Cliquez pour modifier les styles du texte du masque</a:t>
            </a:r>
          </a:p>
          <a:p>
            <a:pPr lvl="1"/>
            <a:r>
              <a:rPr lang="fr-FR" noProof="0" smtClean="0"/>
              <a:t>Deuxième niveau</a:t>
            </a:r>
          </a:p>
          <a:p>
            <a:pPr lvl="2"/>
            <a:r>
              <a:rPr lang="fr-FR" noProof="0" smtClean="0"/>
              <a:t>Troisième niveau</a:t>
            </a:r>
          </a:p>
          <a:p>
            <a:pPr lvl="3"/>
            <a:r>
              <a:rPr lang="fr-FR" noProof="0" smtClean="0"/>
              <a:t>Quatrième niveau</a:t>
            </a:r>
          </a:p>
          <a:p>
            <a:pPr lvl="4"/>
            <a:r>
              <a:rPr lang="fr-FR" noProof="0" smtClean="0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CA858513-0157-4757-BFD6-D2D0175911DF}" type="slidenum">
              <a:rPr lang="fr-FR" altLang="fr-FR"/>
              <a:pPr>
                <a:defRPr/>
              </a:pPr>
              <a:t>‹#›</a:t>
            </a:fld>
            <a:endParaRPr lang="fr-FR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331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L’ASSURANCE D’ÊTRE EN JÉSUS</a:t>
            </a:r>
          </a:p>
          <a:p>
            <a:r>
              <a:rPr lang="fr-FR" smtClean="0"/>
              <a:t>Blessed assurance, Jesus is mine</a:t>
            </a:r>
          </a:p>
          <a:p>
            <a:r>
              <a:rPr lang="fr-FR" smtClean="0"/>
              <a:t>2-  QUELLE ESPÉRANCE DE SA GLOIRE VENUE </a:t>
            </a:r>
          </a:p>
          <a:p>
            <a:r>
              <a:rPr lang="fr-FR" smtClean="0"/>
              <a:t>Oh, what a foretaste of glory divine</a:t>
            </a:r>
          </a:p>
          <a:p>
            <a:r>
              <a:rPr lang="fr-FR" smtClean="0"/>
              <a:t>3-  ENFANT DU SALUT, DIEU M’A RACHETÉ NÉ DE SON ESPRIT, SON SANG M’A LAVÉ </a:t>
            </a:r>
          </a:p>
          <a:p>
            <a:r>
              <a:rPr lang="fr-FR" smtClean="0"/>
              <a:t>Air of salvation, purchase of God Born of his spirit, washed in his blood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MON HISTOIRE C’EST MON CHANT </a:t>
            </a:r>
          </a:p>
          <a:p>
            <a:r>
              <a:rPr lang="fr-FR" smtClean="0"/>
              <a:t>	This is my story, this is my song</a:t>
            </a:r>
          </a:p>
          <a:p>
            <a:r>
              <a:rPr lang="fr-FR" smtClean="0"/>
              <a:t>	5-  LOUER MON SAUVEUR LE JOUR DURANT</a:t>
            </a:r>
          </a:p>
          <a:p>
            <a:r>
              <a:rPr lang="fr-FR" smtClean="0"/>
              <a:t>	Praising my Saviour all the day long</a:t>
            </a:r>
          </a:p>
          <a:p>
            <a:r>
              <a:rPr lang="fr-FR" smtClean="0"/>
              <a:t>	6-  C’EST MON HISTOIRE C’EST MON CHANT </a:t>
            </a:r>
          </a:p>
          <a:p>
            <a:r>
              <a:rPr lang="fr-FR" smtClean="0"/>
              <a:t>	This is my story, this is my song</a:t>
            </a:r>
          </a:p>
          <a:p>
            <a:r>
              <a:rPr lang="fr-FR" smtClean="0"/>
              <a:t>	7-  LOUER MON SAUVEUR À CHAQUE INSTANT</a:t>
            </a:r>
          </a:p>
          <a:p>
            <a:r>
              <a:rPr lang="fr-FR" smtClean="0"/>
              <a:t>	Praising my Saviour all the day long </a:t>
            </a:r>
          </a:p>
          <a:p>
            <a:endParaRPr lang="fr-FR" smtClean="0"/>
          </a:p>
          <a:p>
            <a:r>
              <a:rPr lang="fr-FR" smtClean="0"/>
              <a:t>8-  PARFAITE SOUMISSION, J’AI TOUT EN LUI AVEC MON SAUVEUR, JE SUIS BÉNI </a:t>
            </a:r>
          </a:p>
          <a:p>
            <a:r>
              <a:rPr lang="fr-FR" smtClean="0"/>
              <a:t>Perfect submission, all is at rest I in my Savior am happy and bleat
9-  JE SUIS DANS L’ATTENTE PLEIN DE CONFIANCE </a:t>
            </a:r>
          </a:p>
          <a:p>
            <a:r>
              <a:rPr lang="fr-FR" smtClean="0"/>
              <a:t>Watching and waiting, looking above
10-  REMPLI DE BONTÉ DE SA TOUTE-PUISSANCE </a:t>
            </a:r>
          </a:p>
          <a:p>
            <a:r>
              <a:rPr lang="fr-FR" smtClean="0"/>
              <a:t>Filled with His goodness, lost in His love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  <p:sp>
        <p:nvSpPr>
          <p:cNvPr id="1331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J’AI L’ASSURANCE D’ÊTRE EN JÉSUS</a:t>
            </a:r>
          </a:p>
          <a:p>
            <a:r>
              <a:rPr lang="fr-FR" altLang="fr-FR" smtClean="0"/>
              <a:t>Blessed assurance, Jesus is mine</a:t>
            </a:r>
          </a:p>
          <a:p>
            <a:r>
              <a:rPr lang="fr-FR" altLang="fr-FR" smtClean="0"/>
              <a:t>2-  QUELLE ESPÉRANCE DE SA GLOIRE VENUE </a:t>
            </a:r>
          </a:p>
          <a:p>
            <a:r>
              <a:rPr lang="fr-FR" altLang="fr-FR" smtClean="0"/>
              <a:t>Oh, what a foretaste of glory divine</a:t>
            </a:r>
          </a:p>
          <a:p>
            <a:r>
              <a:rPr lang="fr-FR" altLang="fr-FR" smtClean="0"/>
              <a:t>3-  ENFANT DU SALUT, DIEU M’A RACHETÉ NÉ DE SON ESPRIT, SON SANG M’A LAVÉ </a:t>
            </a:r>
          </a:p>
          <a:p>
            <a:r>
              <a:rPr lang="fr-FR" altLang="fr-FR" smtClean="0"/>
              <a:t>Air of salvation, purchase of God Born of his spirit, washed in his blood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4-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5-  LOUER MON SAUVEUR LE JOUR DURANT</a:t>
            </a:r>
          </a:p>
          <a:p>
            <a:r>
              <a:rPr lang="fr-FR" altLang="fr-FR" smtClean="0"/>
              <a:t>	Praising my Saviour all the day long</a:t>
            </a:r>
          </a:p>
          <a:p>
            <a:r>
              <a:rPr lang="fr-FR" altLang="fr-FR" smtClean="0"/>
              <a:t>	6-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7-  LOUER MON SAUVEUR À CHAQUE INSTANT</a:t>
            </a:r>
          </a:p>
          <a:p>
            <a:r>
              <a:rPr lang="fr-FR" altLang="fr-FR" smtClean="0"/>
              <a:t>	Praising my Saviour all the day long </a:t>
            </a:r>
          </a:p>
          <a:p>
            <a:endParaRPr lang="fr-FR" altLang="fr-FR" smtClean="0"/>
          </a:p>
          <a:p>
            <a:r>
              <a:rPr lang="fr-FR" altLang="fr-FR" smtClean="0"/>
              <a:t>8-  PARFAITE SOUMISSION, J’AI TOUT EN LUI AVEC MON SAUVEUR, JE SUIS BÉNI </a:t>
            </a:r>
          </a:p>
          <a:p>
            <a:r>
              <a:rPr lang="fr-FR" altLang="fr-FR" smtClean="0"/>
              <a:t>Perfect submission, all is at rest I in my Savior am happy and bleat
9-  JE SUIS DANS L’ATTENTE PLEIN DE CONFIANCE </a:t>
            </a:r>
          </a:p>
          <a:p>
            <a:r>
              <a:rPr lang="fr-FR" altLang="fr-FR" smtClean="0"/>
              <a:t>Watching and waiting, looking above
10-  REMPLI DE BONTÉ DE SA TOUTE-PUISSANCE 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Refrain:
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4339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L’ASSURANCE D’ÊTRE EN JÉSUS</a:t>
            </a:r>
          </a:p>
          <a:p>
            <a:r>
              <a:rPr lang="fr-FR" smtClean="0"/>
              <a:t>Blessed assurance, Jesus is mine</a:t>
            </a:r>
          </a:p>
          <a:p>
            <a:r>
              <a:rPr lang="fr-FR" smtClean="0"/>
              <a:t>2-  QUELLE ESPÉRANCE DE SA GLOIRE VENUE </a:t>
            </a:r>
          </a:p>
          <a:p>
            <a:r>
              <a:rPr lang="fr-FR" smtClean="0"/>
              <a:t>Oh, what a foretaste of glory divine</a:t>
            </a:r>
          </a:p>
          <a:p>
            <a:r>
              <a:rPr lang="fr-FR" smtClean="0"/>
              <a:t>3-  ENFANT DU SALUT, DIEU M’A RACHETÉ NÉ DE SON ESPRIT, SON SANG M’A LAVÉ </a:t>
            </a:r>
          </a:p>
          <a:p>
            <a:r>
              <a:rPr lang="fr-FR" smtClean="0"/>
              <a:t>Air of salvation, purchase of God Born of his spirit, washed in his blood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MON HISTOIRE C’EST MON CHANT </a:t>
            </a:r>
          </a:p>
          <a:p>
            <a:r>
              <a:rPr lang="fr-FR" smtClean="0"/>
              <a:t>	This is my story, this is my song</a:t>
            </a:r>
          </a:p>
          <a:p>
            <a:r>
              <a:rPr lang="fr-FR" smtClean="0"/>
              <a:t>	5-  LOUER MON SAUVEUR LE JOUR DURANT</a:t>
            </a:r>
          </a:p>
          <a:p>
            <a:r>
              <a:rPr lang="fr-FR" smtClean="0"/>
              <a:t>	Praising my Saviour all the day long</a:t>
            </a:r>
          </a:p>
          <a:p>
            <a:r>
              <a:rPr lang="fr-FR" smtClean="0"/>
              <a:t>	6-  C’EST MON HISTOIRE C’EST MON CHANT </a:t>
            </a:r>
          </a:p>
          <a:p>
            <a:r>
              <a:rPr lang="fr-FR" smtClean="0"/>
              <a:t>	This is my story, this is my song</a:t>
            </a:r>
          </a:p>
          <a:p>
            <a:r>
              <a:rPr lang="fr-FR" smtClean="0"/>
              <a:t>	7-  LOUER MON SAUVEUR À CHAQUE INSTANT</a:t>
            </a:r>
          </a:p>
          <a:p>
            <a:r>
              <a:rPr lang="fr-FR" smtClean="0"/>
              <a:t>	Praising my Saviour all the day long </a:t>
            </a:r>
          </a:p>
          <a:p>
            <a:endParaRPr lang="fr-FR" smtClean="0"/>
          </a:p>
          <a:p>
            <a:r>
              <a:rPr lang="fr-FR" smtClean="0"/>
              <a:t>8-  PARFAITE SOUMISSION, J’AI TOUT EN LUI AVEC MON SAUVEUR, JE SUIS BÉNI </a:t>
            </a:r>
          </a:p>
          <a:p>
            <a:r>
              <a:rPr lang="fr-FR" smtClean="0"/>
              <a:t>Perfect submission, all is at rest I in my Savior am happy and bleat
9-  JE SUIS DANS L’ATTENTE PLEIN DE CONFIANCE </a:t>
            </a:r>
          </a:p>
          <a:p>
            <a:r>
              <a:rPr lang="fr-FR" smtClean="0"/>
              <a:t>Watching and waiting, looking above
10-  REMPLI DE BONTÉ DE SA TOUTE-PUISSANCE </a:t>
            </a:r>
          </a:p>
          <a:p>
            <a:r>
              <a:rPr lang="fr-FR" smtClean="0"/>
              <a:t>Filled with His goodness, lost in His love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  <p:sp>
        <p:nvSpPr>
          <p:cNvPr id="1434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J’AI L’ASSURANCE D’ÊTRE EN JÉSUS</a:t>
            </a:r>
          </a:p>
          <a:p>
            <a:r>
              <a:rPr lang="fr-FR" altLang="fr-FR" smtClean="0"/>
              <a:t>Blessed assurance, Jesus is mine</a:t>
            </a:r>
          </a:p>
          <a:p>
            <a:r>
              <a:rPr lang="fr-FR" altLang="fr-FR" smtClean="0"/>
              <a:t>2-  QUELLE ESPÉRANCE DE SA GLOIRE VENUE </a:t>
            </a:r>
          </a:p>
          <a:p>
            <a:r>
              <a:rPr lang="fr-FR" altLang="fr-FR" smtClean="0"/>
              <a:t>Oh, what a foretaste of glory divine</a:t>
            </a:r>
          </a:p>
          <a:p>
            <a:r>
              <a:rPr lang="fr-FR" altLang="fr-FR" smtClean="0"/>
              <a:t>3-  ENFANT DU SALUT, DIEU M’A RACHETÉ NÉ DE SON ESPRIT, SON SANG M’A LAVÉ </a:t>
            </a:r>
          </a:p>
          <a:p>
            <a:r>
              <a:rPr lang="fr-FR" altLang="fr-FR" smtClean="0"/>
              <a:t>Air of salvation, purchase of God Born of his spirit, washed in his blood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4-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5-  LOUER MON SAUVEUR LE JOUR DURANT</a:t>
            </a:r>
          </a:p>
          <a:p>
            <a:r>
              <a:rPr lang="fr-FR" altLang="fr-FR" smtClean="0"/>
              <a:t>	Praising my Saviour all the day long</a:t>
            </a:r>
          </a:p>
          <a:p>
            <a:r>
              <a:rPr lang="fr-FR" altLang="fr-FR" smtClean="0"/>
              <a:t>	6-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7-  LOUER MON SAUVEUR À CHAQUE INSTANT</a:t>
            </a:r>
          </a:p>
          <a:p>
            <a:r>
              <a:rPr lang="fr-FR" altLang="fr-FR" smtClean="0"/>
              <a:t>	Praising my Saviour all the day long </a:t>
            </a:r>
          </a:p>
          <a:p>
            <a:endParaRPr lang="fr-FR" altLang="fr-FR" smtClean="0"/>
          </a:p>
          <a:p>
            <a:r>
              <a:rPr lang="fr-FR" altLang="fr-FR" smtClean="0"/>
              <a:t>8-  PARFAITE SOUMISSION, J’AI TOUT EN LUI AVEC MON SAUVEUR, JE SUIS BÉNI </a:t>
            </a:r>
          </a:p>
          <a:p>
            <a:r>
              <a:rPr lang="fr-FR" altLang="fr-FR" smtClean="0"/>
              <a:t>Perfect submission, all is at rest I in my Savior am happy and bleat
9-  JE SUIS DANS L’ATTENTE PLEIN DE CONFIANCE </a:t>
            </a:r>
          </a:p>
          <a:p>
            <a:r>
              <a:rPr lang="fr-FR" altLang="fr-FR" smtClean="0"/>
              <a:t>Watching and waiting, looking above
10-  REMPLI DE BONTÉ DE SA TOUTE-PUISSANCE 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Refrain:
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536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L’ASSURANCE D’ÊTRE EN JÉSUS</a:t>
            </a:r>
          </a:p>
          <a:p>
            <a:r>
              <a:rPr lang="fr-FR" smtClean="0"/>
              <a:t>Blessed assurance, Jesus is mine</a:t>
            </a:r>
          </a:p>
          <a:p>
            <a:r>
              <a:rPr lang="fr-FR" smtClean="0"/>
              <a:t>2-  QUELLE ESPÉRANCE DE SA GLOIRE VENUE </a:t>
            </a:r>
          </a:p>
          <a:p>
            <a:r>
              <a:rPr lang="fr-FR" smtClean="0"/>
              <a:t>Oh, what a foretaste of glory divine</a:t>
            </a:r>
          </a:p>
          <a:p>
            <a:r>
              <a:rPr lang="fr-FR" smtClean="0"/>
              <a:t>3-  ENFANT DU SALUT, DIEU M’A RACHETÉ NÉ DE SON ESPRIT, SON SANG M’A LAVÉ </a:t>
            </a:r>
          </a:p>
          <a:p>
            <a:r>
              <a:rPr lang="fr-FR" smtClean="0"/>
              <a:t>Air of salvation, purchase of God Born of his spirit, washed in his blood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MON HISTOIRE C’EST MON CHANT </a:t>
            </a:r>
          </a:p>
          <a:p>
            <a:r>
              <a:rPr lang="fr-FR" smtClean="0"/>
              <a:t>	This is my story, this is my song</a:t>
            </a:r>
          </a:p>
          <a:p>
            <a:r>
              <a:rPr lang="fr-FR" smtClean="0"/>
              <a:t>	5-  LOUER MON SAUVEUR LE JOUR DURANT</a:t>
            </a:r>
          </a:p>
          <a:p>
            <a:r>
              <a:rPr lang="fr-FR" smtClean="0"/>
              <a:t>	Praising my Saviour all the day long</a:t>
            </a:r>
          </a:p>
          <a:p>
            <a:r>
              <a:rPr lang="fr-FR" smtClean="0"/>
              <a:t>	6-  C’EST MON HISTOIRE C’EST MON CHANT </a:t>
            </a:r>
          </a:p>
          <a:p>
            <a:r>
              <a:rPr lang="fr-FR" smtClean="0"/>
              <a:t>	This is my story, this is my song</a:t>
            </a:r>
          </a:p>
          <a:p>
            <a:r>
              <a:rPr lang="fr-FR" smtClean="0"/>
              <a:t>	7-  LOUER MON SAUVEUR À CHAQUE INSTANT</a:t>
            </a:r>
          </a:p>
          <a:p>
            <a:r>
              <a:rPr lang="fr-FR" smtClean="0"/>
              <a:t>	Praising my Saviour all the day long </a:t>
            </a:r>
          </a:p>
          <a:p>
            <a:endParaRPr lang="fr-FR" smtClean="0"/>
          </a:p>
          <a:p>
            <a:r>
              <a:rPr lang="fr-FR" smtClean="0"/>
              <a:t>8-  PARFAITE SOUMISSION, J’AI TOUT EN LUI AVEC MON SAUVEUR, JE SUIS BÉNI </a:t>
            </a:r>
          </a:p>
          <a:p>
            <a:r>
              <a:rPr lang="fr-FR" smtClean="0"/>
              <a:t>Perfect submission, all is at rest I in my Savior am happy and bleat
9-  JE SUIS DANS L’ATTENTE PLEIN DE CONFIANCE </a:t>
            </a:r>
          </a:p>
          <a:p>
            <a:r>
              <a:rPr lang="fr-FR" smtClean="0"/>
              <a:t>Watching and waiting, looking above
10-  REMPLI DE BONTÉ DE SA TOUTE-PUISSANCE </a:t>
            </a:r>
          </a:p>
          <a:p>
            <a:r>
              <a:rPr lang="fr-FR" smtClean="0"/>
              <a:t>Filled with His goodness, lost in His love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  <p:sp>
        <p:nvSpPr>
          <p:cNvPr id="1536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J’AI L’ASSURANCE D’ÊTRE EN JÉSUS</a:t>
            </a:r>
          </a:p>
          <a:p>
            <a:r>
              <a:rPr lang="fr-FR" altLang="fr-FR" smtClean="0"/>
              <a:t>Blessed assurance, Jesus is mine</a:t>
            </a:r>
          </a:p>
          <a:p>
            <a:r>
              <a:rPr lang="fr-FR" altLang="fr-FR" smtClean="0"/>
              <a:t>2-  QUELLE ESPÉRANCE DE SA GLOIRE VENUE </a:t>
            </a:r>
          </a:p>
          <a:p>
            <a:r>
              <a:rPr lang="fr-FR" altLang="fr-FR" smtClean="0"/>
              <a:t>Oh, what a foretaste of glory divine</a:t>
            </a:r>
          </a:p>
          <a:p>
            <a:r>
              <a:rPr lang="fr-FR" altLang="fr-FR" smtClean="0"/>
              <a:t>3-  ENFANT DU SALUT, DIEU M’A RACHETÉ NÉ DE SON ESPRIT, SON SANG M’A LAVÉ </a:t>
            </a:r>
          </a:p>
          <a:p>
            <a:r>
              <a:rPr lang="fr-FR" altLang="fr-FR" smtClean="0"/>
              <a:t>Air of salvation, purchase of God Born of his spirit, washed in his blood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4-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5-  LOUER MON SAUVEUR LE JOUR DURANT</a:t>
            </a:r>
          </a:p>
          <a:p>
            <a:r>
              <a:rPr lang="fr-FR" altLang="fr-FR" smtClean="0"/>
              <a:t>	Praising my Saviour all the day long</a:t>
            </a:r>
          </a:p>
          <a:p>
            <a:r>
              <a:rPr lang="fr-FR" altLang="fr-FR" smtClean="0"/>
              <a:t>	6-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7-  LOUER MON SAUVEUR À CHAQUE INSTANT</a:t>
            </a:r>
          </a:p>
          <a:p>
            <a:r>
              <a:rPr lang="fr-FR" altLang="fr-FR" smtClean="0"/>
              <a:t>	Praising my Saviour all the day long </a:t>
            </a:r>
          </a:p>
          <a:p>
            <a:endParaRPr lang="fr-FR" altLang="fr-FR" smtClean="0"/>
          </a:p>
          <a:p>
            <a:r>
              <a:rPr lang="fr-FR" altLang="fr-FR" smtClean="0"/>
              <a:t>8-  PARFAITE SOUMISSION, J’AI TOUT EN LUI AVEC MON SAUVEUR, JE SUIS BÉNI </a:t>
            </a:r>
          </a:p>
          <a:p>
            <a:r>
              <a:rPr lang="fr-FR" altLang="fr-FR" smtClean="0"/>
              <a:t>Perfect submission, all is at rest I in my Savior am happy and bleat
9-  JE SUIS DANS L’ATTENTE PLEIN DE CONFIANCE </a:t>
            </a:r>
          </a:p>
          <a:p>
            <a:r>
              <a:rPr lang="fr-FR" altLang="fr-FR" smtClean="0"/>
              <a:t>Watching and waiting, looking above
10-  REMPLI DE BONTÉ DE SA TOUTE-PUISSANCE 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Refrain:
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L’ASSURANCE D’ÊTRE EN JÉSUS</a:t>
            </a:r>
          </a:p>
          <a:p>
            <a:r>
              <a:rPr lang="fr-FR" smtClean="0"/>
              <a:t>Blessed assurance, Jesus is mine</a:t>
            </a:r>
          </a:p>
          <a:p>
            <a:r>
              <a:rPr lang="fr-FR" smtClean="0"/>
              <a:t>2-  QUELLE ESPÉRANCE DE SA GLOIRE VENUE </a:t>
            </a:r>
          </a:p>
          <a:p>
            <a:r>
              <a:rPr lang="fr-FR" smtClean="0"/>
              <a:t>Oh, what a foretaste of glory divine</a:t>
            </a:r>
          </a:p>
          <a:p>
            <a:r>
              <a:rPr lang="fr-FR" smtClean="0"/>
              <a:t>3-  ENFANT DU SALUT, DIEU M’A RACHETÉ NÉ DE SON ESPRIT, SON SANG M’A LAVÉ </a:t>
            </a:r>
          </a:p>
          <a:p>
            <a:r>
              <a:rPr lang="fr-FR" smtClean="0"/>
              <a:t>Air of salvation, purchase of God Born of his spirit, washed in his blood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MON HISTOIRE C’EST MON CHANT </a:t>
            </a:r>
          </a:p>
          <a:p>
            <a:r>
              <a:rPr lang="fr-FR" smtClean="0"/>
              <a:t>	This is my story, this is my song</a:t>
            </a:r>
          </a:p>
          <a:p>
            <a:r>
              <a:rPr lang="fr-FR" smtClean="0"/>
              <a:t>	5-  LOUER MON SAUVEUR LE JOUR DURANT</a:t>
            </a:r>
          </a:p>
          <a:p>
            <a:r>
              <a:rPr lang="fr-FR" smtClean="0"/>
              <a:t>	Praising my Saviour all the day long</a:t>
            </a:r>
          </a:p>
          <a:p>
            <a:r>
              <a:rPr lang="fr-FR" smtClean="0"/>
              <a:t>	6-  C’EST MON HISTOIRE C’EST MON CHANT </a:t>
            </a:r>
          </a:p>
          <a:p>
            <a:r>
              <a:rPr lang="fr-FR" smtClean="0"/>
              <a:t>	This is my story, this is my song</a:t>
            </a:r>
          </a:p>
          <a:p>
            <a:r>
              <a:rPr lang="fr-FR" smtClean="0"/>
              <a:t>	7-  LOUER MON SAUVEUR À CHAQUE INSTANT</a:t>
            </a:r>
          </a:p>
          <a:p>
            <a:r>
              <a:rPr lang="fr-FR" smtClean="0"/>
              <a:t>	Praising my Saviour all the day long </a:t>
            </a:r>
          </a:p>
          <a:p>
            <a:endParaRPr lang="fr-FR" smtClean="0"/>
          </a:p>
          <a:p>
            <a:r>
              <a:rPr lang="fr-FR" smtClean="0"/>
              <a:t>8-  PARFAITE SOUMISSION, J’AI TOUT EN LUI AVEC MON SAUVEUR, JE SUIS BÉNI </a:t>
            </a:r>
          </a:p>
          <a:p>
            <a:r>
              <a:rPr lang="fr-FR" smtClean="0"/>
              <a:t>Perfect submission, all is at rest I in my Savior am happy and bleat
9-  JE SUIS DANS L’ATTENTE PLEIN DE CONFIANCE </a:t>
            </a:r>
          </a:p>
          <a:p>
            <a:r>
              <a:rPr lang="fr-FR" smtClean="0"/>
              <a:t>Watching and waiting, looking above
10-  REMPLI DE BONTÉ DE SA TOUTE-PUISSANCE </a:t>
            </a:r>
          </a:p>
          <a:p>
            <a:r>
              <a:rPr lang="fr-FR" smtClean="0"/>
              <a:t>Filled with His goodness, lost in His love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  <p:sp>
        <p:nvSpPr>
          <p:cNvPr id="1638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J’AI L’ASSURANCE D’ÊTRE EN JÉSUS</a:t>
            </a:r>
          </a:p>
          <a:p>
            <a:r>
              <a:rPr lang="fr-FR" altLang="fr-FR" smtClean="0"/>
              <a:t>Blessed assurance, Jesus is mine</a:t>
            </a:r>
          </a:p>
          <a:p>
            <a:r>
              <a:rPr lang="fr-FR" altLang="fr-FR" smtClean="0"/>
              <a:t>2-  QUELLE ESPÉRANCE DE SA GLOIRE VENUE </a:t>
            </a:r>
          </a:p>
          <a:p>
            <a:r>
              <a:rPr lang="fr-FR" altLang="fr-FR" smtClean="0"/>
              <a:t>Oh, what a foretaste of glory divine</a:t>
            </a:r>
          </a:p>
          <a:p>
            <a:r>
              <a:rPr lang="fr-FR" altLang="fr-FR" smtClean="0"/>
              <a:t>3-  ENFANT DU SALUT, DIEU M’A RACHETÉ NÉ DE SON ESPRIT, SON SANG M’A LAVÉ </a:t>
            </a:r>
          </a:p>
          <a:p>
            <a:r>
              <a:rPr lang="fr-FR" altLang="fr-FR" smtClean="0"/>
              <a:t>Air of salvation, purchase of God Born of his spirit, washed in his blood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4-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5-  LOUER MON SAUVEUR LE JOUR DURANT</a:t>
            </a:r>
          </a:p>
          <a:p>
            <a:r>
              <a:rPr lang="fr-FR" altLang="fr-FR" smtClean="0"/>
              <a:t>	Praising my Saviour all the day long</a:t>
            </a:r>
          </a:p>
          <a:p>
            <a:r>
              <a:rPr lang="fr-FR" altLang="fr-FR" smtClean="0"/>
              <a:t>	6-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7-  LOUER MON SAUVEUR À CHAQUE INSTANT</a:t>
            </a:r>
          </a:p>
          <a:p>
            <a:r>
              <a:rPr lang="fr-FR" altLang="fr-FR" smtClean="0"/>
              <a:t>	Praising my Saviour all the day long </a:t>
            </a:r>
          </a:p>
          <a:p>
            <a:endParaRPr lang="fr-FR" altLang="fr-FR" smtClean="0"/>
          </a:p>
          <a:p>
            <a:r>
              <a:rPr lang="fr-FR" altLang="fr-FR" smtClean="0"/>
              <a:t>8-  PARFAITE SOUMISSION, J’AI TOUT EN LUI AVEC MON SAUVEUR, JE SUIS BÉNI </a:t>
            </a:r>
          </a:p>
          <a:p>
            <a:r>
              <a:rPr lang="fr-FR" altLang="fr-FR" smtClean="0"/>
              <a:t>Perfect submission, all is at rest I in my Savior am happy and bleat
9-  JE SUIS DANS L’ATTENTE PLEIN DE CONFIANCE </a:t>
            </a:r>
          </a:p>
          <a:p>
            <a:r>
              <a:rPr lang="fr-FR" altLang="fr-FR" smtClean="0"/>
              <a:t>Watching and waiting, looking above
10-  REMPLI DE BONTÉ DE SA TOUTE-PUISSANCE 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Refrain:
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2291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>
              <a:defRPr/>
            </a:pPr>
            <a:r>
              <a:rPr lang="fr-FR" altLang="fr-FR" smtClean="0"/>
              <a:t>1-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</a:t>
            </a:r>
          </a:p>
          <a:p>
            <a:pPr>
              <a:defRPr/>
            </a:pPr>
            <a:r>
              <a:rPr lang="fr-FR" altLang="fr-FR" smtClean="0"/>
              <a:t>2-  QUELLE ESPÉRANCE DE SA GLOIRE VENUE </a:t>
            </a:r>
          </a:p>
          <a:p>
            <a:pPr>
              <a:defRPr/>
            </a:pPr>
            <a:r>
              <a:rPr lang="fr-FR" altLang="fr-FR" smtClean="0"/>
              <a:t>Oh, what a foretaste of glory divine</a:t>
            </a:r>
          </a:p>
          <a:p>
            <a:pPr>
              <a:defRPr/>
            </a:pPr>
            <a:r>
              <a:rPr lang="fr-FR" altLang="fr-FR" smtClean="0"/>
              <a:t>3-  ENFANT DU SALUT, DIEU M’A RACHETÉ NÉ DE SON ESPRIT, SON SANG M’A LAVÉ </a:t>
            </a:r>
          </a:p>
          <a:p>
            <a:pPr>
              <a:defRPr/>
            </a:pPr>
            <a:r>
              <a:rPr lang="fr-FR" altLang="fr-FR" smtClean="0"/>
              <a:t>Air of salvation, purchase of God Born of his spirit, washed in his blood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</a:p>
          <a:p>
            <a:pPr>
              <a:defRPr/>
            </a:pPr>
            <a:r>
              <a:rPr lang="fr-FR" altLang="fr-FR" smtClean="0"/>
              <a:t>	4-  C’EST MON HISTOIRE C’EST MON CHANT </a:t>
            </a:r>
          </a:p>
          <a:p>
            <a:pPr>
              <a:defRPr/>
            </a:pPr>
            <a:r>
              <a:rPr lang="fr-FR" altLang="fr-FR" smtClean="0"/>
              <a:t>	This is my story, this is my song</a:t>
            </a:r>
          </a:p>
          <a:p>
            <a:pPr>
              <a:defRPr/>
            </a:pPr>
            <a:r>
              <a:rPr lang="fr-FR" altLang="fr-FR" smtClean="0"/>
              <a:t>	5-  LOUER MON SAUVEUR LE JOUR DURANT</a:t>
            </a:r>
          </a:p>
          <a:p>
            <a:pPr>
              <a:defRPr/>
            </a:pPr>
            <a:r>
              <a:rPr lang="fr-FR" altLang="fr-FR" smtClean="0"/>
              <a:t>	Praising my Saviour all the day long</a:t>
            </a:r>
          </a:p>
          <a:p>
            <a:pPr>
              <a:defRPr/>
            </a:pPr>
            <a:r>
              <a:rPr lang="fr-FR" altLang="fr-FR" smtClean="0"/>
              <a:t>	6-  C’EST MON HISTOIRE C’EST MON CHANT </a:t>
            </a:r>
          </a:p>
          <a:p>
            <a:pPr>
              <a:defRPr/>
            </a:pPr>
            <a:r>
              <a:rPr lang="fr-FR" altLang="fr-FR" smtClean="0"/>
              <a:t>	This is my story, this is my song</a:t>
            </a:r>
          </a:p>
          <a:p>
            <a:pPr>
              <a:defRPr/>
            </a:pPr>
            <a:r>
              <a:rPr lang="fr-FR" altLang="fr-FR" smtClean="0"/>
              <a:t>	7-  LOUER MON SAUVEUR À CHAQUE INSTANT</a:t>
            </a:r>
          </a:p>
          <a:p>
            <a:pPr>
              <a:defRPr/>
            </a:pPr>
            <a:r>
              <a:rPr lang="fr-FR" altLang="fr-FR" smtClean="0"/>
              <a:t>	Praising my Saviour all the day long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 PARFAITE SOUMISSION, J’AI TOUT EN LUI AVEC MON SAUVEUR, JE SUIS BÉNI </a:t>
            </a:r>
          </a:p>
          <a:p>
            <a:pPr>
              <a:defRPr/>
            </a:pPr>
            <a:r>
              <a:rPr lang="fr-FR" altLang="fr-FR" smtClean="0"/>
              <a:t>Perfect submission, all is at rest I in my Savior am happy and bleat
9-  JE SUIS DANS L’ATTENTE PLEIN DE CONFIANCE </a:t>
            </a:r>
          </a:p>
          <a:p>
            <a:pPr>
              <a:defRPr/>
            </a:pPr>
            <a:r>
              <a:rPr lang="fr-FR" altLang="fr-FR" smtClean="0"/>
              <a:t>Watching and waiting, looking above
10-  REMPLI DE BONTÉ DE SA TOUTE-PUISSANCE 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
</a:t>
            </a:r>
          </a:p>
        </p:txBody>
      </p:sp>
      <p:sp>
        <p:nvSpPr>
          <p:cNvPr id="1741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J’AI L’ASSURANCE D’ÊTRE EN JÉSUS</a:t>
            </a:r>
          </a:p>
          <a:p>
            <a:r>
              <a:rPr lang="fr-FR" altLang="fr-FR" smtClean="0"/>
              <a:t>Blessed assurance, Jesus is mine</a:t>
            </a:r>
          </a:p>
          <a:p>
            <a:r>
              <a:rPr lang="fr-FR" altLang="fr-FR" smtClean="0"/>
              <a:t>2-  QUELLE ESPÉRANCE DE SA GLOIRE VENUE </a:t>
            </a:r>
          </a:p>
          <a:p>
            <a:r>
              <a:rPr lang="fr-FR" altLang="fr-FR" smtClean="0"/>
              <a:t>Oh, what a foretaste of glory divine</a:t>
            </a:r>
          </a:p>
          <a:p>
            <a:r>
              <a:rPr lang="fr-FR" altLang="fr-FR" smtClean="0"/>
              <a:t>3-  ENFANT DU SALUT, DIEU M’A RACHETÉ NÉ DE SON ESPRIT, SON SANG M’A LAVÉ </a:t>
            </a:r>
          </a:p>
          <a:p>
            <a:r>
              <a:rPr lang="fr-FR" altLang="fr-FR" smtClean="0"/>
              <a:t>Air of salvation, purchase of God Born of his spirit, washed in his blood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4-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5-  LOUER MON SAUVEUR LE JOUR DURANT</a:t>
            </a:r>
          </a:p>
          <a:p>
            <a:r>
              <a:rPr lang="fr-FR" altLang="fr-FR" smtClean="0"/>
              <a:t>	Praising my Saviour all the day long</a:t>
            </a:r>
          </a:p>
          <a:p>
            <a:r>
              <a:rPr lang="fr-FR" altLang="fr-FR" smtClean="0"/>
              <a:t>	6-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7-  LOUER MON SAUVEUR À CHAQUE INSTANT</a:t>
            </a:r>
          </a:p>
          <a:p>
            <a:r>
              <a:rPr lang="fr-FR" altLang="fr-FR" smtClean="0"/>
              <a:t>	Praising my Saviour all the day long </a:t>
            </a:r>
          </a:p>
          <a:p>
            <a:endParaRPr lang="fr-FR" altLang="fr-FR" smtClean="0"/>
          </a:p>
          <a:p>
            <a:r>
              <a:rPr lang="fr-FR" altLang="fr-FR" smtClean="0"/>
              <a:t>8-  PARFAITE SOUMISSION, J’AI TOUT EN LUI AVEC MON SAUVEUR, JE SUIS BÉNI </a:t>
            </a:r>
          </a:p>
          <a:p>
            <a:r>
              <a:rPr lang="fr-FR" altLang="fr-FR" smtClean="0"/>
              <a:t>Perfect submission, all is at rest I in my Savior am happy and bleat
9-  JE SUIS DANS L’ATTENTE PLEIN DE CONFIANCE </a:t>
            </a:r>
          </a:p>
          <a:p>
            <a:r>
              <a:rPr lang="fr-FR" altLang="fr-FR" smtClean="0"/>
              <a:t>Watching and waiting, looking above
10-  REMPLI DE BONTÉ DE SA TOUTE-PUISSANCE 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Refrain:
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5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L’ASSURANCE D’ÊTRE EN JÉSUS</a:t>
            </a:r>
          </a:p>
          <a:p>
            <a:r>
              <a:rPr lang="fr-FR" smtClean="0"/>
              <a:t>Blessed assurance, Jesus is mine</a:t>
            </a:r>
          </a:p>
          <a:p>
            <a:r>
              <a:rPr lang="fr-FR" smtClean="0"/>
              <a:t>2-  QUELLE ESPÉRANCE DE SA GLOIRE VENUE </a:t>
            </a:r>
          </a:p>
          <a:p>
            <a:r>
              <a:rPr lang="fr-FR" smtClean="0"/>
              <a:t>Oh, what a foretaste of glory divine</a:t>
            </a:r>
          </a:p>
          <a:p>
            <a:r>
              <a:rPr lang="fr-FR" smtClean="0"/>
              <a:t>3-  ENFANT DU SALUT, DIEU M’A RACHETÉ NÉ DE SON ESPRIT, SON SANG M’A LAVÉ </a:t>
            </a:r>
          </a:p>
          <a:p>
            <a:r>
              <a:rPr lang="fr-FR" smtClean="0"/>
              <a:t>Air of salvation, purchase of God Born of his spirit, washed in his blood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MON HISTOIRE C’EST MON CHANT </a:t>
            </a:r>
          </a:p>
          <a:p>
            <a:r>
              <a:rPr lang="fr-FR" smtClean="0"/>
              <a:t>	This is my story, this is my song</a:t>
            </a:r>
          </a:p>
          <a:p>
            <a:r>
              <a:rPr lang="fr-FR" smtClean="0"/>
              <a:t>	5-  LOUER MON SAUVEUR LE JOUR DURANT</a:t>
            </a:r>
          </a:p>
          <a:p>
            <a:r>
              <a:rPr lang="fr-FR" smtClean="0"/>
              <a:t>	Praising my Saviour all the day long</a:t>
            </a:r>
          </a:p>
          <a:p>
            <a:r>
              <a:rPr lang="fr-FR" smtClean="0"/>
              <a:t>	6-  C’EST MON HISTOIRE C’EST MON CHANT </a:t>
            </a:r>
          </a:p>
          <a:p>
            <a:r>
              <a:rPr lang="fr-FR" smtClean="0"/>
              <a:t>	This is my story, this is my song</a:t>
            </a:r>
          </a:p>
          <a:p>
            <a:r>
              <a:rPr lang="fr-FR" smtClean="0"/>
              <a:t>	7-  LOUER MON SAUVEUR À CHAQUE INSTANT</a:t>
            </a:r>
          </a:p>
          <a:p>
            <a:r>
              <a:rPr lang="fr-FR" smtClean="0"/>
              <a:t>	Praising my Saviour all the day long </a:t>
            </a:r>
          </a:p>
          <a:p>
            <a:endParaRPr lang="fr-FR" smtClean="0"/>
          </a:p>
          <a:p>
            <a:r>
              <a:rPr lang="fr-FR" smtClean="0"/>
              <a:t>8-  PARFAITE SOUMISSION, J’AI TOUT EN LUI AVEC MON SAUVEUR, JE SUIS BÉNI </a:t>
            </a:r>
          </a:p>
          <a:p>
            <a:r>
              <a:rPr lang="fr-FR" smtClean="0"/>
              <a:t>Perfect submission, all is at rest I in my Savior am happy and bleat
9-  JE SUIS DANS L’ATTENTE PLEIN DE CONFIANCE </a:t>
            </a:r>
          </a:p>
          <a:p>
            <a:r>
              <a:rPr lang="fr-FR" smtClean="0"/>
              <a:t>Watching and waiting, looking above
10-  REMPLI DE BONTÉ DE SA TOUTE-PUISSANCE </a:t>
            </a:r>
          </a:p>
          <a:p>
            <a:r>
              <a:rPr lang="fr-FR" smtClean="0"/>
              <a:t>Filled with His goodness, lost in His love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  <p:sp>
        <p:nvSpPr>
          <p:cNvPr id="18436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J’AI L’ASSURANCE D’ÊTRE EN JÉSUS</a:t>
            </a:r>
          </a:p>
          <a:p>
            <a:r>
              <a:rPr lang="fr-FR" altLang="fr-FR" smtClean="0"/>
              <a:t>Blessed assurance, Jesus is mine</a:t>
            </a:r>
          </a:p>
          <a:p>
            <a:r>
              <a:rPr lang="fr-FR" altLang="fr-FR" smtClean="0"/>
              <a:t>2-  QUELLE ESPÉRANCE DE SA GLOIRE VENUE </a:t>
            </a:r>
          </a:p>
          <a:p>
            <a:r>
              <a:rPr lang="fr-FR" altLang="fr-FR" smtClean="0"/>
              <a:t>Oh, what a foretaste of glory divine</a:t>
            </a:r>
          </a:p>
          <a:p>
            <a:r>
              <a:rPr lang="fr-FR" altLang="fr-FR" smtClean="0"/>
              <a:t>3-  ENFANT DU SALUT, DIEU M’A RACHETÉ NÉ DE SON ESPRIT, SON SANG M’A LAVÉ </a:t>
            </a:r>
          </a:p>
          <a:p>
            <a:r>
              <a:rPr lang="fr-FR" altLang="fr-FR" smtClean="0"/>
              <a:t>Air of salvation, purchase of God Born of his spirit, washed in his blood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4-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5-  LOUER MON SAUVEUR LE JOUR DURANT</a:t>
            </a:r>
          </a:p>
          <a:p>
            <a:r>
              <a:rPr lang="fr-FR" altLang="fr-FR" smtClean="0"/>
              <a:t>	Praising my Saviour all the day long</a:t>
            </a:r>
          </a:p>
          <a:p>
            <a:r>
              <a:rPr lang="fr-FR" altLang="fr-FR" smtClean="0"/>
              <a:t>	6-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7-  LOUER MON SAUVEUR À CHAQUE INSTANT</a:t>
            </a:r>
          </a:p>
          <a:p>
            <a:r>
              <a:rPr lang="fr-FR" altLang="fr-FR" smtClean="0"/>
              <a:t>	Praising my Saviour all the day long </a:t>
            </a:r>
          </a:p>
          <a:p>
            <a:endParaRPr lang="fr-FR" altLang="fr-FR" smtClean="0"/>
          </a:p>
          <a:p>
            <a:r>
              <a:rPr lang="fr-FR" altLang="fr-FR" smtClean="0"/>
              <a:t>8-  PARFAITE SOUMISSION, J’AI TOUT EN LUI AVEC MON SAUVEUR, JE SUIS BÉNI </a:t>
            </a:r>
          </a:p>
          <a:p>
            <a:r>
              <a:rPr lang="fr-FR" altLang="fr-FR" smtClean="0"/>
              <a:t>Perfect submission, all is at rest I in my Savior am happy and bleat
9-  JE SUIS DANS L’ATTENTE PLEIN DE CONFIANCE </a:t>
            </a:r>
          </a:p>
          <a:p>
            <a:r>
              <a:rPr lang="fr-FR" altLang="fr-FR" smtClean="0"/>
              <a:t>Watching and waiting, looking above
10-  REMPLI DE BONTÉ DE SA TOUTE-PUISSANCE 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Refrain:
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70000" lnSpcReduction="20000"/>
          </a:bodyPr>
          <a:lstStyle/>
          <a:p>
            <a:pPr>
              <a:defRPr/>
            </a:pPr>
            <a:r>
              <a:rPr lang="fr-FR" altLang="fr-FR" smtClean="0"/>
              <a:t>1-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</a:t>
            </a:r>
          </a:p>
          <a:p>
            <a:pPr>
              <a:defRPr/>
            </a:pPr>
            <a:r>
              <a:rPr lang="fr-FR" altLang="fr-FR" smtClean="0"/>
              <a:t>2-  QUELLE ESPÉRANCE DE SA GLOIRE VENUE </a:t>
            </a:r>
          </a:p>
          <a:p>
            <a:pPr>
              <a:defRPr/>
            </a:pPr>
            <a:r>
              <a:rPr lang="fr-FR" altLang="fr-FR" smtClean="0"/>
              <a:t>Oh, what a foretaste of glory divine</a:t>
            </a:r>
          </a:p>
          <a:p>
            <a:pPr>
              <a:defRPr/>
            </a:pPr>
            <a:r>
              <a:rPr lang="fr-FR" altLang="fr-FR" smtClean="0"/>
              <a:t>3-  ENFANT DU SALUT, DIEU M’A RACHETÉ NÉ DE SON ESPRIT, SON SANG M’A LAVÉ </a:t>
            </a:r>
          </a:p>
          <a:p>
            <a:pPr>
              <a:defRPr/>
            </a:pPr>
            <a:r>
              <a:rPr lang="fr-FR" altLang="fr-FR" smtClean="0"/>
              <a:t>Air of salvation, purchase of God Born of his spirit, washed in his blood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</a:p>
          <a:p>
            <a:pPr>
              <a:defRPr/>
            </a:pPr>
            <a:r>
              <a:rPr lang="fr-FR" altLang="fr-FR" smtClean="0"/>
              <a:t>	4-  C’EST MON HISTOIRE C’EST MON CHANT </a:t>
            </a:r>
          </a:p>
          <a:p>
            <a:pPr>
              <a:defRPr/>
            </a:pPr>
            <a:r>
              <a:rPr lang="fr-FR" altLang="fr-FR" smtClean="0"/>
              <a:t>	This is my story, this is my song</a:t>
            </a:r>
          </a:p>
          <a:p>
            <a:pPr>
              <a:defRPr/>
            </a:pPr>
            <a:r>
              <a:rPr lang="fr-FR" altLang="fr-FR" smtClean="0"/>
              <a:t>	5-  LOUER MON SAUVEUR LE JOUR DURANT</a:t>
            </a:r>
          </a:p>
          <a:p>
            <a:pPr>
              <a:defRPr/>
            </a:pPr>
            <a:r>
              <a:rPr lang="fr-FR" altLang="fr-FR" smtClean="0"/>
              <a:t>	Praising my Saviour all the day long</a:t>
            </a:r>
          </a:p>
          <a:p>
            <a:pPr>
              <a:defRPr/>
            </a:pPr>
            <a:r>
              <a:rPr lang="fr-FR" altLang="fr-FR" smtClean="0"/>
              <a:t>	6-  C’EST MON HISTOIRE C’EST MON CHANT </a:t>
            </a:r>
          </a:p>
          <a:p>
            <a:pPr>
              <a:defRPr/>
            </a:pPr>
            <a:r>
              <a:rPr lang="fr-FR" altLang="fr-FR" smtClean="0"/>
              <a:t>	This is my story, this is my song</a:t>
            </a:r>
          </a:p>
          <a:p>
            <a:pPr>
              <a:defRPr/>
            </a:pPr>
            <a:r>
              <a:rPr lang="fr-FR" altLang="fr-FR" smtClean="0"/>
              <a:t>	7-  LOUER MON SAUVEUR À CHAQUE INSTANT</a:t>
            </a:r>
          </a:p>
          <a:p>
            <a:pPr>
              <a:defRPr/>
            </a:pPr>
            <a:r>
              <a:rPr lang="fr-FR" altLang="fr-FR" smtClean="0"/>
              <a:t>	Praising my Saviour all the day long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 PARFAITE SOUMISSION, J’AI TOUT EN LUI AVEC MON SAUVEUR, JE SUIS BÉNI </a:t>
            </a:r>
          </a:p>
          <a:p>
            <a:pPr>
              <a:defRPr/>
            </a:pPr>
            <a:r>
              <a:rPr lang="fr-FR" altLang="fr-FR" smtClean="0"/>
              <a:t>Perfect submission, all is at rest I in my Savior am happy and bleat
9-  JE SUIS DANS L’ATTENTE PLEIN DE CONFIANCE </a:t>
            </a:r>
          </a:p>
          <a:p>
            <a:pPr>
              <a:defRPr/>
            </a:pPr>
            <a:r>
              <a:rPr lang="fr-FR" altLang="fr-FR" smtClean="0"/>
              <a:t>Watching and waiting, looking above
10-  REMPLI DE BONTÉ DE SA TOUTE-PUISSANCE 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
</a:t>
            </a:r>
          </a:p>
        </p:txBody>
      </p:sp>
      <p:sp>
        <p:nvSpPr>
          <p:cNvPr id="19460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J’AI L’ASSURANCE D’ÊTRE EN JÉSUS</a:t>
            </a:r>
          </a:p>
          <a:p>
            <a:r>
              <a:rPr lang="fr-FR" altLang="fr-FR" smtClean="0"/>
              <a:t>Blessed assurance, Jesus is mine</a:t>
            </a:r>
          </a:p>
          <a:p>
            <a:r>
              <a:rPr lang="fr-FR" altLang="fr-FR" smtClean="0"/>
              <a:t>2-  QUELLE ESPÉRANCE DE SA GLOIRE VENUE </a:t>
            </a:r>
          </a:p>
          <a:p>
            <a:r>
              <a:rPr lang="fr-FR" altLang="fr-FR" smtClean="0"/>
              <a:t>Oh, what a foretaste of glory divine</a:t>
            </a:r>
          </a:p>
          <a:p>
            <a:r>
              <a:rPr lang="fr-FR" altLang="fr-FR" smtClean="0"/>
              <a:t>3-  ENFANT DU SALUT, DIEU M’A RACHETÉ NÉ DE SON ESPRIT, SON SANG M’A LAVÉ </a:t>
            </a:r>
          </a:p>
          <a:p>
            <a:r>
              <a:rPr lang="fr-FR" altLang="fr-FR" smtClean="0"/>
              <a:t>Air of salvation, purchase of God Born of his spirit, washed in his blood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4-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5-  LOUER MON SAUVEUR LE JOUR DURANT</a:t>
            </a:r>
          </a:p>
          <a:p>
            <a:r>
              <a:rPr lang="fr-FR" altLang="fr-FR" smtClean="0"/>
              <a:t>	Praising my Saviour all the day long</a:t>
            </a:r>
          </a:p>
          <a:p>
            <a:r>
              <a:rPr lang="fr-FR" altLang="fr-FR" smtClean="0"/>
              <a:t>	6-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7-  LOUER MON SAUVEUR À CHAQUE INSTANT</a:t>
            </a:r>
          </a:p>
          <a:p>
            <a:r>
              <a:rPr lang="fr-FR" altLang="fr-FR" smtClean="0"/>
              <a:t>	Praising my Saviour all the day long </a:t>
            </a:r>
          </a:p>
          <a:p>
            <a:endParaRPr lang="fr-FR" altLang="fr-FR" smtClean="0"/>
          </a:p>
          <a:p>
            <a:r>
              <a:rPr lang="fr-FR" altLang="fr-FR" smtClean="0"/>
              <a:t>8-  PARFAITE SOUMISSION, J’AI TOUT EN LUI AVEC MON SAUVEUR, JE SUIS BÉNI </a:t>
            </a:r>
          </a:p>
          <a:p>
            <a:r>
              <a:rPr lang="fr-FR" altLang="fr-FR" smtClean="0"/>
              <a:t>Perfect submission, all is at rest I in my Savior am happy and bleat
9-  JE SUIS DANS L’ATTENTE PLEIN DE CONFIANCE </a:t>
            </a:r>
          </a:p>
          <a:p>
            <a:r>
              <a:rPr lang="fr-FR" altLang="fr-FR" smtClean="0"/>
              <a:t>Watching and waiting, looking above
10-  REMPLI DE BONTÉ DE SA TOUTE-PUISSANCE 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Refrain:
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Espace réservé des commentaires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fr-FR" smtClean="0"/>
              <a:t>1-  J’AI L’ASSURANCE D’ÊTRE EN JÉSUS</a:t>
            </a:r>
          </a:p>
          <a:p>
            <a:r>
              <a:rPr lang="fr-FR" smtClean="0"/>
              <a:t>Blessed assurance, Jesus is mine</a:t>
            </a:r>
          </a:p>
          <a:p>
            <a:r>
              <a:rPr lang="fr-FR" smtClean="0"/>
              <a:t>2-  QUELLE ESPÉRANCE DE SA GLOIRE VENUE </a:t>
            </a:r>
          </a:p>
          <a:p>
            <a:r>
              <a:rPr lang="fr-FR" smtClean="0"/>
              <a:t>Oh, what a foretaste of glory divine</a:t>
            </a:r>
          </a:p>
          <a:p>
            <a:r>
              <a:rPr lang="fr-FR" smtClean="0"/>
              <a:t>3-  ENFANT DU SALUT, DIEU M’A RACHETÉ NÉ DE SON ESPRIT, SON SANG M’A LAVÉ </a:t>
            </a:r>
          </a:p>
          <a:p>
            <a:r>
              <a:rPr lang="fr-FR" smtClean="0"/>
              <a:t>Air of salvation, purchase of God Born of his spirit, washed in his blood</a:t>
            </a:r>
          </a:p>
          <a:p>
            <a:endParaRPr lang="fr-FR" smtClean="0"/>
          </a:p>
          <a:p>
            <a:r>
              <a:rPr lang="fr-FR" smtClean="0"/>
              <a:t>	Refrain:</a:t>
            </a:r>
          </a:p>
          <a:p>
            <a:r>
              <a:rPr lang="fr-FR" smtClean="0"/>
              <a:t>	4-  C’EST MON HISTOIRE C’EST MON CHANT </a:t>
            </a:r>
          </a:p>
          <a:p>
            <a:r>
              <a:rPr lang="fr-FR" smtClean="0"/>
              <a:t>	This is my story, this is my song</a:t>
            </a:r>
          </a:p>
          <a:p>
            <a:r>
              <a:rPr lang="fr-FR" smtClean="0"/>
              <a:t>	5-  LOUER MON SAUVEUR LE JOUR DURANT</a:t>
            </a:r>
          </a:p>
          <a:p>
            <a:r>
              <a:rPr lang="fr-FR" smtClean="0"/>
              <a:t>	Praising my Saviour all the day long</a:t>
            </a:r>
          </a:p>
          <a:p>
            <a:r>
              <a:rPr lang="fr-FR" smtClean="0"/>
              <a:t>	6-  C’EST MON HISTOIRE C’EST MON CHANT </a:t>
            </a:r>
          </a:p>
          <a:p>
            <a:r>
              <a:rPr lang="fr-FR" smtClean="0"/>
              <a:t>	This is my story, this is my song</a:t>
            </a:r>
          </a:p>
          <a:p>
            <a:r>
              <a:rPr lang="fr-FR" smtClean="0"/>
              <a:t>	7-  LOUER MON SAUVEUR À CHAQUE INSTANT</a:t>
            </a:r>
          </a:p>
          <a:p>
            <a:r>
              <a:rPr lang="fr-FR" smtClean="0"/>
              <a:t>	Praising my Saviour all the day long </a:t>
            </a:r>
          </a:p>
          <a:p>
            <a:endParaRPr lang="fr-FR" smtClean="0"/>
          </a:p>
          <a:p>
            <a:r>
              <a:rPr lang="fr-FR" smtClean="0"/>
              <a:t>8-  PARFAITE SOUMISSION, J’AI TOUT EN LUI AVEC MON SAUVEUR, JE SUIS BÉNI </a:t>
            </a:r>
          </a:p>
          <a:p>
            <a:r>
              <a:rPr lang="fr-FR" smtClean="0"/>
              <a:t>Perfect submission, all is at rest I in my Savior am happy and bleat
9-  JE SUIS DANS L’ATTENTE PLEIN DE CONFIANCE </a:t>
            </a:r>
          </a:p>
          <a:p>
            <a:r>
              <a:rPr lang="fr-FR" smtClean="0"/>
              <a:t>Watching and waiting, looking above
10-  REMPLI DE BONTÉ DE SA TOUTE-PUISSANCE </a:t>
            </a:r>
          </a:p>
          <a:p>
            <a:r>
              <a:rPr lang="fr-FR" smtClean="0"/>
              <a:t>Filled with His goodness, lost in His love</a:t>
            </a:r>
          </a:p>
          <a:p>
            <a:endParaRPr lang="fr-FR" smtClean="0"/>
          </a:p>
          <a:p>
            <a:r>
              <a:rPr lang="fr-FR" smtClean="0"/>
              <a:t>	Refrain:
</a:t>
            </a:r>
          </a:p>
        </p:txBody>
      </p:sp>
      <p:sp>
        <p:nvSpPr>
          <p:cNvPr id="20484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J’AI L’ASSURANCE D’ÊTRE EN JÉSUS</a:t>
            </a:r>
          </a:p>
          <a:p>
            <a:r>
              <a:rPr lang="fr-FR" altLang="fr-FR" smtClean="0"/>
              <a:t>Blessed assurance, Jesus is mine</a:t>
            </a:r>
          </a:p>
          <a:p>
            <a:r>
              <a:rPr lang="fr-FR" altLang="fr-FR" smtClean="0"/>
              <a:t>2-  QUELLE ESPÉRANCE DE SA GLOIRE VENUE </a:t>
            </a:r>
          </a:p>
          <a:p>
            <a:r>
              <a:rPr lang="fr-FR" altLang="fr-FR" smtClean="0"/>
              <a:t>Oh, what a foretaste of glory divine</a:t>
            </a:r>
          </a:p>
          <a:p>
            <a:r>
              <a:rPr lang="fr-FR" altLang="fr-FR" smtClean="0"/>
              <a:t>3-  ENFANT DU SALUT, DIEU M’A RACHETÉ NÉ DE SON ESPRIT, SON SANG M’A LAVÉ </a:t>
            </a:r>
          </a:p>
          <a:p>
            <a:r>
              <a:rPr lang="fr-FR" altLang="fr-FR" smtClean="0"/>
              <a:t>Air of salvation, purchase of God Born of his spirit, washed in his blood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4-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5-  LOUER MON SAUVEUR LE JOUR DURANT</a:t>
            </a:r>
          </a:p>
          <a:p>
            <a:r>
              <a:rPr lang="fr-FR" altLang="fr-FR" smtClean="0"/>
              <a:t>	Praising my Saviour all the day long</a:t>
            </a:r>
          </a:p>
          <a:p>
            <a:r>
              <a:rPr lang="fr-FR" altLang="fr-FR" smtClean="0"/>
              <a:t>	6-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7-  LOUER MON SAUVEUR À CHAQUE INSTANT</a:t>
            </a:r>
          </a:p>
          <a:p>
            <a:r>
              <a:rPr lang="fr-FR" altLang="fr-FR" smtClean="0"/>
              <a:t>	Praising my Saviour all the day long </a:t>
            </a:r>
          </a:p>
          <a:p>
            <a:endParaRPr lang="fr-FR" altLang="fr-FR" smtClean="0"/>
          </a:p>
          <a:p>
            <a:r>
              <a:rPr lang="fr-FR" altLang="fr-FR" smtClean="0"/>
              <a:t>8-  PARFAITE SOUMISSION, J’AI TOUT EN LUI AVEC MON SAUVEUR, JE SUIS BÉNI </a:t>
            </a:r>
          </a:p>
          <a:p>
            <a:r>
              <a:rPr lang="fr-FR" altLang="fr-FR" smtClean="0"/>
              <a:t>Perfect submission, all is at rest I in my Savior am happy and bleat
9-  JE SUIS DANS L’ATTENTE PLEIN DE CONFIANCE </a:t>
            </a:r>
          </a:p>
          <a:p>
            <a:r>
              <a:rPr lang="fr-FR" altLang="fr-FR" smtClean="0"/>
              <a:t>Watching and waiting, looking above
10-  REMPLI DE BONTÉ DE SA TOUTE-PUISSANCE 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Refrain:
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</a:t>
            </a:r>
          </a:p>
          <a:p>
            <a:pPr>
              <a:defRPr/>
            </a:pPr>
            <a:r>
              <a:rPr lang="fr-FR" altLang="fr-FR" smtClean="0"/>
              <a:t>2-  QUELLE ESPÉRANCE DE SA GLOIRE VENUE </a:t>
            </a:r>
          </a:p>
          <a:p>
            <a:pPr>
              <a:defRPr/>
            </a:pPr>
            <a:r>
              <a:rPr lang="fr-FR" altLang="fr-FR" smtClean="0"/>
              <a:t>Oh, what a foretaste of glory divine</a:t>
            </a:r>
          </a:p>
          <a:p>
            <a:pPr>
              <a:defRPr/>
            </a:pPr>
            <a:r>
              <a:rPr lang="fr-FR" altLang="fr-FR" smtClean="0"/>
              <a:t>3-  ENFANT DU SALUT, DIEU M’A RACHETÉ NÉ DE SON ESPRIT, SON SANG M’A LAVÉ </a:t>
            </a:r>
          </a:p>
          <a:p>
            <a:pPr>
              <a:defRPr/>
            </a:pPr>
            <a:r>
              <a:rPr lang="fr-FR" altLang="fr-FR" smtClean="0"/>
              <a:t>Air of salvation, purchase of God Born of his spirit, washed in his blood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</a:p>
          <a:p>
            <a:pPr>
              <a:defRPr/>
            </a:pPr>
            <a:r>
              <a:rPr lang="fr-FR" altLang="fr-FR" smtClean="0"/>
              <a:t>	4-  C’EST MON HISTOIRE C’EST MON CHANT </a:t>
            </a:r>
          </a:p>
          <a:p>
            <a:pPr>
              <a:defRPr/>
            </a:pPr>
            <a:r>
              <a:rPr lang="fr-FR" altLang="fr-FR" smtClean="0"/>
              <a:t>	This is my story, this is my song</a:t>
            </a:r>
          </a:p>
          <a:p>
            <a:pPr>
              <a:defRPr/>
            </a:pPr>
            <a:r>
              <a:rPr lang="fr-FR" altLang="fr-FR" smtClean="0"/>
              <a:t>	5-  LOUER MON SAUVEUR LE JOUR DURANT</a:t>
            </a:r>
          </a:p>
          <a:p>
            <a:pPr>
              <a:defRPr/>
            </a:pPr>
            <a:r>
              <a:rPr lang="fr-FR" altLang="fr-FR" smtClean="0"/>
              <a:t>	Praising my Saviour all the day long</a:t>
            </a:r>
          </a:p>
          <a:p>
            <a:pPr>
              <a:defRPr/>
            </a:pPr>
            <a:r>
              <a:rPr lang="fr-FR" altLang="fr-FR" smtClean="0"/>
              <a:t>	6-  C’EST MON HISTOIRE C’EST MON CHANT </a:t>
            </a:r>
          </a:p>
          <a:p>
            <a:pPr>
              <a:defRPr/>
            </a:pPr>
            <a:r>
              <a:rPr lang="fr-FR" altLang="fr-FR" smtClean="0"/>
              <a:t>	This is my story, this is my song</a:t>
            </a:r>
          </a:p>
          <a:p>
            <a:pPr>
              <a:defRPr/>
            </a:pPr>
            <a:r>
              <a:rPr lang="fr-FR" altLang="fr-FR" smtClean="0"/>
              <a:t>	7-  LOUER MON SAUVEUR À CHAQUE INSTANT</a:t>
            </a:r>
          </a:p>
          <a:p>
            <a:pPr>
              <a:defRPr/>
            </a:pPr>
            <a:r>
              <a:rPr lang="fr-FR" altLang="fr-FR" smtClean="0"/>
              <a:t>	Praising my Saviour all the day long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 PARFAITE SOUMISSION, J’AI TOUT EN LUI AVEC MON SAUVEUR, JE SUIS BÉNI </a:t>
            </a:r>
          </a:p>
          <a:p>
            <a:pPr>
              <a:defRPr/>
            </a:pPr>
            <a:r>
              <a:rPr lang="fr-FR" altLang="fr-FR" smtClean="0"/>
              <a:t>Perfect submission, all is at rest I in my Savior am happy and bleat
9-  JE SUIS DANS L’ATTENTE PLEIN DE CONFIANCE </a:t>
            </a:r>
          </a:p>
          <a:p>
            <a:pPr>
              <a:defRPr/>
            </a:pPr>
            <a:r>
              <a:rPr lang="fr-FR" altLang="fr-FR" smtClean="0"/>
              <a:t>Watching and waiting, looking above
10-  REMPLI DE BONTÉ DE SA TOUTE-PUISSANCE 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
</a:t>
            </a:r>
          </a:p>
        </p:txBody>
      </p:sp>
      <p:sp>
        <p:nvSpPr>
          <p:cNvPr id="21508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J’AI L’ASSURANCE D’ÊTRE EN JÉSUS</a:t>
            </a:r>
          </a:p>
          <a:p>
            <a:r>
              <a:rPr lang="fr-FR" altLang="fr-FR" smtClean="0"/>
              <a:t>Blessed assurance, Jesus is mine</a:t>
            </a:r>
          </a:p>
          <a:p>
            <a:r>
              <a:rPr lang="fr-FR" altLang="fr-FR" smtClean="0"/>
              <a:t>2-  QUELLE ESPÉRANCE DE SA GLOIRE VENUE </a:t>
            </a:r>
          </a:p>
          <a:p>
            <a:r>
              <a:rPr lang="fr-FR" altLang="fr-FR" smtClean="0"/>
              <a:t>Oh, what a foretaste of glory divine</a:t>
            </a:r>
          </a:p>
          <a:p>
            <a:r>
              <a:rPr lang="fr-FR" altLang="fr-FR" smtClean="0"/>
              <a:t>3-  ENFANT DU SALUT, DIEU M’A RACHETÉ NÉ DE SON ESPRIT, SON SANG M’A LAVÉ </a:t>
            </a:r>
          </a:p>
          <a:p>
            <a:r>
              <a:rPr lang="fr-FR" altLang="fr-FR" smtClean="0"/>
              <a:t>Air of salvation, purchase of God Born of his spirit, washed in his blood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4-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5-  LOUER MON SAUVEUR LE JOUR DURANT</a:t>
            </a:r>
          </a:p>
          <a:p>
            <a:r>
              <a:rPr lang="fr-FR" altLang="fr-FR" smtClean="0"/>
              <a:t>	Praising my Saviour all the day long</a:t>
            </a:r>
          </a:p>
          <a:p>
            <a:r>
              <a:rPr lang="fr-FR" altLang="fr-FR" smtClean="0"/>
              <a:t>	6-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7-  LOUER MON SAUVEUR À CHAQUE INSTANT</a:t>
            </a:r>
          </a:p>
          <a:p>
            <a:r>
              <a:rPr lang="fr-FR" altLang="fr-FR" smtClean="0"/>
              <a:t>	Praising my Saviour all the day long </a:t>
            </a:r>
          </a:p>
          <a:p>
            <a:endParaRPr lang="fr-FR" altLang="fr-FR" smtClean="0"/>
          </a:p>
          <a:p>
            <a:r>
              <a:rPr lang="fr-FR" altLang="fr-FR" smtClean="0"/>
              <a:t>8-  PARFAITE SOUMISSION, J’AI TOUT EN LUI AVEC MON SAUVEUR, JE SUIS BÉNI </a:t>
            </a:r>
          </a:p>
          <a:p>
            <a:r>
              <a:rPr lang="fr-FR" altLang="fr-FR" smtClean="0"/>
              <a:t>Perfect submission, all is at rest I in my Savior am happy and bleat
9-  JE SUIS DANS L’ATTENTE PLEIN DE CONFIANCE </a:t>
            </a:r>
          </a:p>
          <a:p>
            <a:r>
              <a:rPr lang="fr-FR" altLang="fr-FR" smtClean="0"/>
              <a:t>Watching and waiting, looking above
10-  REMPLI DE BONTÉ DE SA TOUTE-PUISSANCE 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Refrain:
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3" name="Espace réservé des commentaires 2"/>
          <p:cNvSpPr>
            <a:spLocks noGrp="1"/>
          </p:cNvSpPr>
          <p:nvPr>
            <p:ph type="body" idx="1"/>
          </p:nvPr>
        </p:nvSpPr>
        <p:spPr bwMode="auto">
          <a:extLst>
            <a:ext uri="{909E8E84-426E-40DD-AFC4-6F175D3DCCD1}"/>
            <a:ext uri="{91240B29-F687-4F45-9708-019B960494DF}"/>
          </a:extLst>
        </p:spPr>
        <p:txBody>
          <a:bodyPr wrap="square" numCol="1" anchor="t" anchorCtr="0" compatLnSpc="1">
            <a:prstTxWarp prst="textNoShape">
              <a:avLst/>
            </a:prstTxWarp>
            <a:normAutofit fontScale="47500" lnSpcReduction="20000"/>
          </a:bodyPr>
          <a:lstStyle/>
          <a:p>
            <a:pPr>
              <a:defRPr/>
            </a:pPr>
            <a:r>
              <a:rPr lang="fr-FR" altLang="fr-FR" smtClean="0"/>
              <a:t>1-  J’AI L’ASSURANCE D’ÊTRE EN JÉSUS</a:t>
            </a:r>
          </a:p>
          <a:p>
            <a:pPr>
              <a:defRPr/>
            </a:pPr>
            <a:r>
              <a:rPr lang="fr-FR" altLang="fr-FR" smtClean="0"/>
              <a:t>Blessed assurance, Jesus is mine</a:t>
            </a:r>
          </a:p>
          <a:p>
            <a:pPr>
              <a:defRPr/>
            </a:pPr>
            <a:r>
              <a:rPr lang="fr-FR" altLang="fr-FR" smtClean="0"/>
              <a:t>2-  QUELLE ESPÉRANCE DE SA GLOIRE VENUE </a:t>
            </a:r>
          </a:p>
          <a:p>
            <a:pPr>
              <a:defRPr/>
            </a:pPr>
            <a:r>
              <a:rPr lang="fr-FR" altLang="fr-FR" smtClean="0"/>
              <a:t>Oh, what a foretaste of glory divine</a:t>
            </a:r>
          </a:p>
          <a:p>
            <a:pPr>
              <a:defRPr/>
            </a:pPr>
            <a:r>
              <a:rPr lang="fr-FR" altLang="fr-FR" smtClean="0"/>
              <a:t>3-  ENFANT DU SALUT, DIEU M’A RACHETÉ NÉ DE SON ESPRIT, SON SANG M’A LAVÉ </a:t>
            </a:r>
          </a:p>
          <a:p>
            <a:pPr>
              <a:defRPr/>
            </a:pPr>
            <a:r>
              <a:rPr lang="fr-FR" altLang="fr-FR" smtClean="0"/>
              <a:t>Air of salvation, purchase of God Born of his spirit, washed in his blood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</a:t>
            </a:r>
          </a:p>
          <a:p>
            <a:pPr>
              <a:defRPr/>
            </a:pPr>
            <a:r>
              <a:rPr lang="fr-FR" altLang="fr-FR" smtClean="0"/>
              <a:t>	4-  C’EST MON HISTOIRE C’EST MON CHANT </a:t>
            </a:r>
          </a:p>
          <a:p>
            <a:pPr>
              <a:defRPr/>
            </a:pPr>
            <a:r>
              <a:rPr lang="fr-FR" altLang="fr-FR" smtClean="0"/>
              <a:t>	This is my story, this is my song</a:t>
            </a:r>
          </a:p>
          <a:p>
            <a:pPr>
              <a:defRPr/>
            </a:pPr>
            <a:r>
              <a:rPr lang="fr-FR" altLang="fr-FR" smtClean="0"/>
              <a:t>	5-  LOUER MON SAUVEUR LE JOUR DURANT</a:t>
            </a:r>
          </a:p>
          <a:p>
            <a:pPr>
              <a:defRPr/>
            </a:pPr>
            <a:r>
              <a:rPr lang="fr-FR" altLang="fr-FR" smtClean="0"/>
              <a:t>	Praising my Saviour all the day long</a:t>
            </a:r>
          </a:p>
          <a:p>
            <a:pPr>
              <a:defRPr/>
            </a:pPr>
            <a:r>
              <a:rPr lang="fr-FR" altLang="fr-FR" smtClean="0"/>
              <a:t>	6-  C’EST MON HISTOIRE C’EST MON CHANT </a:t>
            </a:r>
          </a:p>
          <a:p>
            <a:pPr>
              <a:defRPr/>
            </a:pPr>
            <a:r>
              <a:rPr lang="fr-FR" altLang="fr-FR" smtClean="0"/>
              <a:t>	This is my story, this is my song</a:t>
            </a:r>
          </a:p>
          <a:p>
            <a:pPr>
              <a:defRPr/>
            </a:pPr>
            <a:r>
              <a:rPr lang="fr-FR" altLang="fr-FR" smtClean="0"/>
              <a:t>	7-  LOUER MON SAUVEUR À CHAQUE INSTANT</a:t>
            </a:r>
          </a:p>
          <a:p>
            <a:pPr>
              <a:defRPr/>
            </a:pPr>
            <a:r>
              <a:rPr lang="fr-FR" altLang="fr-FR" smtClean="0"/>
              <a:t>	Praising my Saviour all the day long 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8-  PARFAITE SOUMISSION, J’AI TOUT EN LUI AVEC MON SAUVEUR, JE SUIS BÉNI </a:t>
            </a:r>
          </a:p>
          <a:p>
            <a:pPr>
              <a:defRPr/>
            </a:pPr>
            <a:r>
              <a:rPr lang="fr-FR" altLang="fr-FR" smtClean="0"/>
              <a:t>Perfect submission, all is at rest I in my Savior am happy and bleat
9-  JE SUIS DANS L’ATTENTE PLEIN DE CONFIANCE </a:t>
            </a:r>
          </a:p>
          <a:p>
            <a:pPr>
              <a:defRPr/>
            </a:pPr>
            <a:r>
              <a:rPr lang="fr-FR" altLang="fr-FR" smtClean="0"/>
              <a:t>Watching and waiting, looking above
10-  REMPLI DE BONTÉ DE SA TOUTE-PUISSANCE </a:t>
            </a:r>
          </a:p>
          <a:p>
            <a:pPr>
              <a:defRPr/>
            </a:pPr>
            <a:r>
              <a:rPr lang="fr-FR" altLang="fr-FR" smtClean="0"/>
              <a:t>Filled with His goodness, lost in His love</a:t>
            </a:r>
          </a:p>
          <a:p>
            <a:pPr>
              <a:defRPr/>
            </a:pPr>
            <a:endParaRPr lang="fr-FR" altLang="fr-FR" smtClean="0"/>
          </a:p>
          <a:p>
            <a:pPr>
              <a:defRPr/>
            </a:pPr>
            <a:r>
              <a:rPr lang="fr-FR" altLang="fr-FR" smtClean="0"/>
              <a:t>	Refrain:
</a:t>
            </a:r>
          </a:p>
        </p:txBody>
      </p:sp>
      <p:sp>
        <p:nvSpPr>
          <p:cNvPr id="22532" name="Espace réservé du numéro de diapositive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r>
              <a:rPr lang="fr-FR" altLang="fr-FR" smtClean="0"/>
              <a:t>1-  J’AI L’ASSURANCE D’ÊTRE EN JÉSUS</a:t>
            </a:r>
          </a:p>
          <a:p>
            <a:r>
              <a:rPr lang="fr-FR" altLang="fr-FR" smtClean="0"/>
              <a:t>Blessed assurance, Jesus is mine</a:t>
            </a:r>
          </a:p>
          <a:p>
            <a:r>
              <a:rPr lang="fr-FR" altLang="fr-FR" smtClean="0"/>
              <a:t>2-  QUELLE ESPÉRANCE DE SA GLOIRE VENUE </a:t>
            </a:r>
          </a:p>
          <a:p>
            <a:r>
              <a:rPr lang="fr-FR" altLang="fr-FR" smtClean="0"/>
              <a:t>Oh, what a foretaste of glory divine</a:t>
            </a:r>
          </a:p>
          <a:p>
            <a:r>
              <a:rPr lang="fr-FR" altLang="fr-FR" smtClean="0"/>
              <a:t>3-  ENFANT DU SALUT, DIEU M’A RACHETÉ NÉ DE SON ESPRIT, SON SANG M’A LAVÉ </a:t>
            </a:r>
          </a:p>
          <a:p>
            <a:r>
              <a:rPr lang="fr-FR" altLang="fr-FR" smtClean="0"/>
              <a:t>Air of salvation, purchase of God Born of his spirit, washed in his blood</a:t>
            </a:r>
          </a:p>
          <a:p>
            <a:endParaRPr lang="fr-FR" altLang="fr-FR" smtClean="0"/>
          </a:p>
          <a:p>
            <a:r>
              <a:rPr lang="fr-FR" altLang="fr-FR" smtClean="0"/>
              <a:t>	Refrain:</a:t>
            </a:r>
          </a:p>
          <a:p>
            <a:r>
              <a:rPr lang="fr-FR" altLang="fr-FR" smtClean="0"/>
              <a:t>	4-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5-  LOUER MON SAUVEUR LE JOUR DURANT</a:t>
            </a:r>
          </a:p>
          <a:p>
            <a:r>
              <a:rPr lang="fr-FR" altLang="fr-FR" smtClean="0"/>
              <a:t>	Praising my Saviour all the day long</a:t>
            </a:r>
          </a:p>
          <a:p>
            <a:r>
              <a:rPr lang="fr-FR" altLang="fr-FR" smtClean="0"/>
              <a:t>	6-  C’EST MON HISTOIRE C’EST MON CHANT </a:t>
            </a:r>
          </a:p>
          <a:p>
            <a:r>
              <a:rPr lang="fr-FR" altLang="fr-FR" smtClean="0"/>
              <a:t>	This is my story, this is my song</a:t>
            </a:r>
          </a:p>
          <a:p>
            <a:r>
              <a:rPr lang="fr-FR" altLang="fr-FR" smtClean="0"/>
              <a:t>	7-  LOUER MON SAUVEUR À CHAQUE INSTANT</a:t>
            </a:r>
          </a:p>
          <a:p>
            <a:r>
              <a:rPr lang="fr-FR" altLang="fr-FR" smtClean="0"/>
              <a:t>	Praising my Saviour all the day long </a:t>
            </a:r>
          </a:p>
          <a:p>
            <a:endParaRPr lang="fr-FR" altLang="fr-FR" smtClean="0"/>
          </a:p>
          <a:p>
            <a:r>
              <a:rPr lang="fr-FR" altLang="fr-FR" smtClean="0"/>
              <a:t>8-  PARFAITE SOUMISSION, J’AI TOUT EN LUI AVEC MON SAUVEUR, JE SUIS BÉNI </a:t>
            </a:r>
          </a:p>
          <a:p>
            <a:r>
              <a:rPr lang="fr-FR" altLang="fr-FR" smtClean="0"/>
              <a:t>Perfect submission, all is at rest I in my Savior am happy and bleat
9-  JE SUIS DANS L’ATTENTE PLEIN DE CONFIANCE </a:t>
            </a:r>
          </a:p>
          <a:p>
            <a:r>
              <a:rPr lang="fr-FR" altLang="fr-FR" smtClean="0"/>
              <a:t>Watching and waiting, looking above
10-  REMPLI DE BONTÉ DE SA TOUTE-PUISSANCE </a:t>
            </a:r>
          </a:p>
          <a:p>
            <a:r>
              <a:rPr lang="fr-FR" altLang="fr-FR" smtClean="0"/>
              <a:t>Filled with His goodness, lost in His love</a:t>
            </a:r>
          </a:p>
          <a:p>
            <a:endParaRPr lang="fr-FR" altLang="fr-FR" smtClean="0"/>
          </a:p>
          <a:p>
            <a:r>
              <a:rPr lang="fr-FR" altLang="fr-FR" smtClean="0"/>
              <a:t>	Refrain:
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68F4141-1852-40EB-BF94-66E7C3A06E3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FDE4C1-1F8E-4D94-8A0D-17BFAD5F85F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76C9359-AAD8-470C-96F0-6748C9ABE7B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65F2FCF-34F4-489B-9954-06274CB4E82B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BBE4D50-28DC-400D-B94F-7EDF1034142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2E10F0-0965-44EE-93F6-927E5A93FA80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89264AF-F66B-4DE8-BCAA-1E43EE25074A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DAAAB04-FCD5-4CFF-A3BB-669C4A3CD3B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69F8647-4950-4D03-A2D1-F9B8BF384414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FB18A30-6B3A-45E6-A6B8-7ECC0A91D9A1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C5A7C64-9356-4333-A7CE-87E152ABD557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fr-FR" smtClean="0"/>
              <a:t>Click to edit Master text styles</a:t>
            </a:r>
          </a:p>
          <a:p>
            <a:pPr lvl="1"/>
            <a:r>
              <a:rPr lang="en-GB" altLang="fr-FR" smtClean="0"/>
              <a:t>Second level</a:t>
            </a:r>
          </a:p>
          <a:p>
            <a:pPr lvl="2"/>
            <a:r>
              <a:rPr lang="en-GB" altLang="fr-FR" smtClean="0"/>
              <a:t>Third level</a:t>
            </a:r>
          </a:p>
          <a:p>
            <a:pPr lvl="3"/>
            <a:r>
              <a:rPr lang="en-GB" altLang="fr-FR" smtClean="0"/>
              <a:t>Fourth level</a:t>
            </a:r>
          </a:p>
          <a:p>
            <a:pPr lvl="4"/>
            <a:r>
              <a:rPr lang="en-GB" altLang="fr-FR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4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400"/>
            </a:lvl1pPr>
          </a:lstStyle>
          <a:p>
            <a:pPr>
              <a:defRPr/>
            </a:pPr>
            <a:fld id="{DA21984F-99CC-4046-8351-1484BC3A249D}" type="slidenum">
              <a:rPr lang="en-GB" altLang="fr-FR"/>
              <a:pPr>
                <a:defRPr/>
              </a:pPr>
              <a:t>‹#›</a:t>
            </a:fld>
            <a:endParaRPr lang="en-GB" altLang="fr-F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Franklin Gothic Medium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J’AI L’ASSURANCE D’ÊTRE EN JÉSUS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QUELLE ESPÉRANCE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SA GLOIRE VENUE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ENFANT DU SALUT, DIEU M’A RACHETÉ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NÉ DE SON ESPRIT, SON SANG M’A LAVÉ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MON HISTOIRE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MON CHANT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LOUER MON SAUVEUR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LE JOUR DURANT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MON HISTOIRE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C’EST MON CHANT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LOUER MON SAUVEUR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À CHAQUE INSTANT</a:t>
            </a:r>
            <a:endParaRPr lang="en-US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PARFAITE SOUMISSION, J’AI TOUT EN LUI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AVEC MON SAUVEUR, JE SUIS BÉNI</a:t>
            </a:r>
            <a:endParaRPr lang="fr-FR" sz="4000" dirty="0">
              <a:ln w="12700">
                <a:solidFill>
                  <a:srgbClr val="A6A6A6"/>
                </a:solidFill>
              </a:ln>
              <a:solidFill>
                <a:srgbClr val="FFFFFF"/>
              </a:solidFill>
              <a:effectLst>
                <a:prstShdw prst="shdw14" dist="35921" dir="2700001">
                  <a:scrgbClr r="0" g="0" b="0">
                    <a:alpha val="43000"/>
                  </a:scrgbClr>
                </a:prstShdw>
              </a:effectLst>
              <a:latin typeface="Franklin Gothic Medium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JE SUIS DANS L’ATTENTE 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PLEIN DE CONFIANCE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1" name="Rectangle 8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blurRad="63500" dist="37357" dir="2700000" rotWithShape="0">
              <a:srgbClr val="A6A6A6"/>
            </a:outerShdw>
          </a:effectLst>
        </p:spPr>
        <p:txBody>
          <a:bodyPr/>
          <a:lstStyle/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REMPLI DE BONTÉ</a:t>
            </a:r>
          </a:p>
          <a:p>
            <a:pPr algn="ctr" eaLnBrk="1" hangingPunct="1">
              <a:lnSpc>
                <a:spcPct val="90000"/>
              </a:lnSpc>
              <a:defRPr/>
            </a:pPr>
            <a:r>
              <a:rPr lang="fr-FR" sz="4000" dirty="0">
                <a:ln w="12700">
                  <a:solidFill>
                    <a:srgbClr val="A6A6A6"/>
                  </a:solidFill>
                </a:ln>
                <a:solidFill>
                  <a:srgbClr val="FFFFFF"/>
                </a:solidFill>
                <a:effectLst>
                  <a:prstShdw prst="shdw14" dist="35921" dir="2700001">
                    <a:scrgbClr r="0" g="0" b="0">
                      <a:alpha val="43000"/>
                    </a:scrgbClr>
                  </a:prstShdw>
                </a:effectLst>
                <a:latin typeface="Franklin Gothic Medium"/>
              </a:rPr>
              <a:t>DE SA TOUTE-PUISSANCE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Franklin Gothic Medium"/>
        <a:ea typeface=""/>
        <a:cs typeface=""/>
      </a:majorFont>
      <a:minorFont>
        <a:latin typeface="Franklin Gothic Medium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1579</TotalTime>
  <Words>1278</Words>
  <Application>Microsoft Office PowerPoint</Application>
  <PresentationFormat>On-screen Show (4:3)</PresentationFormat>
  <Paragraphs>479</Paragraphs>
  <Slides>10</Slides>
  <Notes>10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10</vt:i4>
      </vt:variant>
    </vt:vector>
  </HeadingPairs>
  <TitlesOfParts>
    <vt:vector size="14" baseType="lpstr">
      <vt:lpstr>Franklin Gothic Medium</vt:lpstr>
      <vt:lpstr>Arial</vt:lpstr>
      <vt:lpstr>Calibri</vt:lpstr>
      <vt:lpstr>Default Design</vt:lpstr>
      <vt:lpstr>Diapositive 1</vt:lpstr>
      <vt:lpstr>Diapositive 2</vt:lpstr>
      <vt:lpstr>Diapositive 3</vt:lpstr>
      <vt:lpstr>Diapositive 4</vt:lpstr>
      <vt:lpstr>Diapositive 5</vt:lpstr>
      <vt:lpstr>Diapositive 6</vt:lpstr>
      <vt:lpstr>Diapositive 7</vt:lpstr>
      <vt:lpstr>Diapositive 8</vt:lpstr>
      <vt:lpstr>Diapositive 9</vt:lpstr>
      <vt:lpstr>Diapositive 10</vt:lpstr>
    </vt:vector>
  </TitlesOfParts>
  <Company>bbx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bastide</dc:creator>
  <cp:lastModifiedBy>My-t Yeahman</cp:lastModifiedBy>
  <cp:revision>163</cp:revision>
  <dcterms:created xsi:type="dcterms:W3CDTF">2002-08-17T10:50:50Z</dcterms:created>
  <dcterms:modified xsi:type="dcterms:W3CDTF">2017-07-08T22:47:11Z</dcterms:modified>
</cp:coreProperties>
</file>