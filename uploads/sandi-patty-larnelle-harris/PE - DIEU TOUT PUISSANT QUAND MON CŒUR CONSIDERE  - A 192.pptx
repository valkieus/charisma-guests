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83" r:id="rId3"/>
    <p:sldId id="273" r:id="rId4"/>
    <p:sldId id="275" r:id="rId5"/>
    <p:sldId id="276" r:id="rId6"/>
    <p:sldId id="277" r:id="rId7"/>
    <p:sldId id="281" r:id="rId8"/>
    <p:sldId id="278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92" autoAdjust="0"/>
    <p:restoredTop sz="90929"/>
  </p:normalViewPr>
  <p:slideViewPr>
    <p:cSldViewPr>
      <p:cViewPr>
        <p:scale>
          <a:sx n="42" d="100"/>
          <a:sy n="42" d="100"/>
        </p:scale>
        <p:origin x="-198" y="-4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4D8534E-9836-462E-BCA6-D45F6A7A8E1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8DC31E7-C93C-493A-8EC5-408DC4489C9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B1DCEA6-0DF9-4FF4-AA25-FECE5D95FDDD}" type="slidenum">
              <a:rPr lang="fr-FR" smtClean="0"/>
              <a:pPr/>
              <a:t>1</a:t>
            </a:fld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4E07BB9-E092-49C4-AB24-21B1A72E3408}" type="slidenum">
              <a:rPr lang="fr-FR" smtClean="0"/>
              <a:pPr/>
              <a:t>2</a:t>
            </a:fld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1877CB3-590C-412B-B625-4F18DD76D0EC}" type="slidenum">
              <a:rPr lang="fr-FR" smtClean="0"/>
              <a:pPr/>
              <a:t>3</a:t>
            </a:fld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A2DE120-BBCE-4DB3-8C0E-D13F7DC093C6}" type="slidenum">
              <a:rPr lang="fr-FR" smtClean="0"/>
              <a:pPr/>
              <a:t>4</a:t>
            </a:fld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47203B4-E463-4F66-A86A-CC70340DD27B}" type="slidenum">
              <a:rPr lang="fr-FR" smtClean="0"/>
              <a:pPr/>
              <a:t>5</a:t>
            </a:fld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59C3316-71F3-48D1-9119-20360DAD5E3E}" type="slidenum">
              <a:rPr lang="fr-FR" smtClean="0"/>
              <a:pPr/>
              <a:t>6</a:t>
            </a:fld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813B2F9-C66D-4978-A492-3E92C25B8139}" type="slidenum">
              <a:rPr lang="fr-FR" smtClean="0"/>
              <a:pPr/>
              <a:t>7</a:t>
            </a:fld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81D0EC2-1F4C-467F-88A4-2A932D9D9561}" type="slidenum">
              <a:rPr lang="fr-FR" smtClean="0"/>
              <a:pPr/>
              <a:t>8</a:t>
            </a:fld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4B025-46E1-42A6-B041-596007CC28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F0E32A-563E-4C5F-B363-598483072F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24C1B-6C2D-4EB1-A8DA-C0C897C015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171E9D-7348-467C-9596-2D83DD26F3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F8B88-FBAF-47C3-9C76-DC29F765ED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BA49B-6E24-4ADD-9E8F-A4A252C79A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F6597-A66B-419C-9709-A32E1F83E1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427B5F-32E9-4852-BE9A-0E7C917634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B10A3C-CFEE-4EEE-8D49-5FADCA816D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513B4-6410-4EEF-A8A5-A86535249C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EBB50-ADCF-47A4-9406-A393B39BA2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999D3CA-04AD-4240-8146-7EABC887A0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DIEU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TOUT-PUISSANT</a:t>
            </a: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QUAND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MON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CŒUR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CONSIDÈRE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TOUT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L’UNIVERS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CRÉ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É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PAR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TON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POUVOIR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CIEL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D’AZUR, LES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ÉCLAIRS LE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TONNERRE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CLAIR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MATIN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OU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LES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OMBRES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DU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SOIR</a:t>
            </a: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AINSI, MON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ÂME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CHANTE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LOUANGE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À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TO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TU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ES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SI GRAND TU ES SI GRAND     X2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8" name="Text Box 30"/>
          <p:cNvSpPr txBox="1">
            <a:spLocks noChangeArrowheads="1"/>
          </p:cNvSpPr>
          <p:nvPr/>
        </p:nvSpPr>
        <p:spPr bwMode="auto">
          <a:xfrm>
            <a:off x="8318500" y="6299200"/>
            <a:ext cx="6746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QUAND PAR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LES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BOIS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OU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LA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FORÊT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PROFONDE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J’ERRE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ET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J’ENTENDS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TOUS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LES OISEAUX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CHANTER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 QUAND SUR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LES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MONTS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LA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SOURCE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AVEC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SON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ONDE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LIVRE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AU ZÉPHIR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SON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CHANT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DOUX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ET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LÉGER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AINSI, MON ÂME CHANTE LOUANGE À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ES SI GRAND TU ES SI GRAND     X2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8" name="Text Box 30"/>
          <p:cNvSpPr txBox="1">
            <a:spLocks noChangeArrowheads="1"/>
          </p:cNvSpPr>
          <p:nvPr/>
        </p:nvSpPr>
        <p:spPr bwMode="auto">
          <a:xfrm>
            <a:off x="8318500" y="6299200"/>
            <a:ext cx="6746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MAIS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QUAND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JE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SONGE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 Ô SUBLIME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MYSTÈRE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QU’UN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DIEU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SI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GRAND AIT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PU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PENSER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À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MO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QUE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SON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CHER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FILS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 EST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DEVENU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MON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FRÈRE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 ET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QUE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JE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SUIS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L’HÉRITIER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DU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GRAND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ROI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AINSI, MON ÂME CHANTE LOUANGE À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ES SI GRAND TU ES SI GRAND     X2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8318500" y="6299200"/>
            <a:ext cx="6746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 LORD MY GOD, WHEN I IN AWESOME WONDER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CONSIDER ALL THE WORLDS THY HANDS HAVE MADE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 SEE THE STARS, I HEAR THE ROLLING THUNDER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THY POWER THROUGHOUT THE UNIVERSE DISPLAYED</a:t>
            </a: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8318500" y="6299200"/>
            <a:ext cx="6746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THEN SINGS MY SOUL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MY SAVIOUR GOD, TO THEE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HOW GREAT THOU ART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HOW GREAT THOU ART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THEN SINGS MY SOUL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MY SAVIOUR GOD, TO THEE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HOW GREAT THOU ART, HOW GREAT THOU ART!</a:t>
            </a: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8318500" y="6299200"/>
            <a:ext cx="6746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WHEN I THINK THAT GOD HIS SON NOT SPARING SENT HIM TO DIE I SCARCE CAN TAKE IT IN 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THAT ON THE CROSS MY BURDEN GLADLY BEARING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 BLED AND DIED TO TAKE AWAY MY SIN</a:t>
            </a: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8318500" y="6299200"/>
            <a:ext cx="6746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WHEN CHRIST SHALL COME WITH SHOUT OF ACCLAMATION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TAKE ME HOME, WHAT JOY SHALL FILL MY HEART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THEN I SHALL BOW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IN HUMBLE ADORATION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THEN PROCLAIM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"MY GOD, HOW GREAT 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THOU ART!"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8318500" y="6299200"/>
            <a:ext cx="6746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192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THEN SINGS MY SOUL, MY SAVIOUR GOD, TO THEE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HOW GREAT THOU ART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HOW GREAT THOU ART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THEN SINGS MY SOUL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MY SAVIOUR GOD, TO THEE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HOW GREAT THOU ART, HOW GREAT THOU ART!</a:t>
            </a: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8318500" y="6299200"/>
            <a:ext cx="6746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356</Words>
  <Application>Microsoft PowerPoint</Application>
  <PresentationFormat>On-screen Show (4:3)</PresentationFormat>
  <Paragraphs>96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Times New Roman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55</cp:revision>
  <dcterms:created xsi:type="dcterms:W3CDTF">2002-08-17T09:59:54Z</dcterms:created>
  <dcterms:modified xsi:type="dcterms:W3CDTF">2014-11-08T17:48:23Z</dcterms:modified>
</cp:coreProperties>
</file>