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36678" autoAdjust="0"/>
  </p:normalViewPr>
  <p:slideViewPr>
    <p:cSldViewPr>
      <p:cViewPr>
        <p:scale>
          <a:sx n="46" d="100"/>
          <a:sy n="46" d="100"/>
        </p:scale>
        <p:origin x="-84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6A91F38-6CF8-43D6-BED1-F6626AA7469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8AE2953-BDF6-4C2A-ADED-F831D5E4C7F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IL ME DONNE UNE CONFIANCE QUE CE MONDE NE CONNAÎT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IL EST SEIGNEUR DE TOUTE CRÉATION ET DANS TOUTES LES SITUATIONS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SUIS HEUREUX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OH, DÈS LE COMMENCEMENT DIEU M’A CRÉÉ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IL A REMPLACÉ MES FAIBLES FONDATIONS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S’EST FAIT LUI-MÊME LA PIERRE ANGULAIRE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QUAND TOUT FUT PRÊT ET EN ORDRE IL A PROMIS CHAQUE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QU’IL SERAIT FIDÈLE POUR ME SOUTENIR PAR SA TOUTE- 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SI JE SUIS EMPRISONNÉ POUR AVOIR INVOQUÉ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IL FERA TOMBER TOUS LES MURS SOUS LA FERVEUR DE MA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would cause the walls to crumble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CAR LA CAUSE DE CHRIST J'AI CHOISIE SOUFFRIR JUSQU’À LA MORT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JE SERAI CONDUIT DANS LA GLOIRE DIRIGÉ PAR LA MAIN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CHAQUE MONTAGNE CHAQUE FORTERESSE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mountain,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CHAQUE MOT QUI N’EST PAS DE LUI PASSERA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JE SUIS HEUREUX SI HEUREUX, SI HEUREREUX…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I'm glad, so glad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MON ESPÉRANCE EST EN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CAN BE GLAD FOR MY HOPE IS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CAUSE HE GIVES A CONFIDENCE THAT THIS WORLD DOESN'T KNOW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HE'S THE LORD OF ALL CREATION AND WHATEVER THE SITUATION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I'M GLAD FOR MY HOPE'S IN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OH RIGHT FROM THE BEGINNING GOD MADE ME FOR HIS 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SO HE REPLACED MY WEAK FOUNDATION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AND MADE HIMSELF THE CORNERSTONE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WHEN ALL WAS READY AND IN ORDER HE PROMISED EVERY DAY AND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HE'D BE FAITHFUL TO SUSTAIN ME BY HIS MIGHTY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IF I LAND IN PRISON FOR CALLING ON GOD'S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HE WOULD CAUSE THE WALLS TO CRUMBLE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29-  UNDER THE FERVOR OF MY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FOR THE CAUSE OF CHRIST I'VE CHOSEN TO SUFFER DEATH TO PROVE MY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I'LL BE USHERED INTO GLORY LED BY GOD'S OWN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EVERY MOUNTAIN EVERY FORTRESS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EVERY WORD THAT IS NOT HIS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SUIS HEUREUX MON ESPÉRANCE EST EN DIEU</a:t>
            </a:r>
          </a:p>
          <a:p>
            <a:r>
              <a:rPr lang="en-US" smtClean="0"/>
              <a:t>     I can be glad For my hope is in the Lord</a:t>
            </a:r>
          </a:p>
          <a:p>
            <a:r>
              <a:rPr lang="en-US" smtClean="0"/>
              <a:t>2-  IL ME DONNE UNE CONFIANCE QUE CE MONDE NE CONNAÎT PAS</a:t>
            </a:r>
          </a:p>
          <a:p>
            <a:r>
              <a:rPr lang="en-US" smtClean="0"/>
              <a:t>     Cause He gives a confidence That this world doesn't know</a:t>
            </a:r>
          </a:p>
          <a:p>
            <a:r>
              <a:rPr lang="en-US" smtClean="0"/>
              <a:t>3-  IL EST SEIGNEUR DE TOUTE CRÉATION ET DANS TOUTES LES SITUATIONS</a:t>
            </a:r>
          </a:p>
          <a:p>
            <a:r>
              <a:rPr lang="en-US" smtClean="0"/>
              <a:t>     He's the Lord of all creation And whatever the situation</a:t>
            </a:r>
          </a:p>
          <a:p>
            <a:r>
              <a:rPr lang="en-US" smtClean="0"/>
              <a:t>4-  JE SUIS HEUREUX MON ESPÉRANCE EST EN DIEU</a:t>
            </a:r>
          </a:p>
          <a:p>
            <a:r>
              <a:rPr lang="en-US" smtClean="0"/>
              <a:t>     I'm glad for my hope's in the Lord</a:t>
            </a:r>
          </a:p>
          <a:p>
            <a:endParaRPr lang="en-US" smtClean="0"/>
          </a:p>
          <a:p>
            <a:r>
              <a:rPr lang="en-US" smtClean="0"/>
              <a:t>5-  OH, DÈS LE COMMENCEMENT DIEU M’A CRÉÉ</a:t>
            </a:r>
          </a:p>
          <a:p>
            <a:r>
              <a:rPr lang="en-US" smtClean="0"/>
              <a:t>     Oh right from the beginning God made me for His own</a:t>
            </a:r>
          </a:p>
          <a:p>
            <a:r>
              <a:rPr lang="en-US" smtClean="0"/>
              <a:t>6-  IL A REMPLACÉ MES FAIBLES FONDATIONS</a:t>
            </a:r>
          </a:p>
          <a:p>
            <a:r>
              <a:rPr lang="en-US" smtClean="0"/>
              <a:t>     So He replaced my weak foundation</a:t>
            </a:r>
          </a:p>
          <a:p>
            <a:r>
              <a:rPr lang="en-US" smtClean="0"/>
              <a:t>7-  ET S’EST FAIT LUI-MÊME LA PIERRE ANGULAIRE </a:t>
            </a:r>
          </a:p>
          <a:p>
            <a:r>
              <a:rPr lang="en-US" smtClean="0"/>
              <a:t>     And made Himself the cornerstone</a:t>
            </a:r>
          </a:p>
          <a:p>
            <a:r>
              <a:rPr lang="en-US" smtClean="0"/>
              <a:t>8-  QUAND TOUT FUT PRÊT ET EN ORDRE IL A PROMIS CHAQUE JOUR </a:t>
            </a:r>
          </a:p>
          <a:p>
            <a:r>
              <a:rPr lang="en-US" smtClean="0"/>
              <a:t>     When all was ready and in order He promised every day and hour</a:t>
            </a:r>
          </a:p>
          <a:p>
            <a:r>
              <a:rPr lang="en-US" smtClean="0"/>
              <a:t>9-  QU’IL SERAIT FIDÈLE POUR ME SOUTENIR PAR SA TOUTE-  PUISSANCE</a:t>
            </a:r>
          </a:p>
          <a:p>
            <a:r>
              <a:rPr lang="en-US" smtClean="0"/>
              <a:t>   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Refrain</a:t>
            </a:r>
          </a:p>
          <a:p>
            <a:endParaRPr lang="en-US" smtClean="0"/>
          </a:p>
          <a:p>
            <a:r>
              <a:rPr lang="en-US" smtClean="0"/>
              <a:t>10-  SI JE SUIS EMPRISONNÉ POUR AVOIR INVOQUÉ SON NOM</a:t>
            </a:r>
          </a:p>
          <a:p>
            <a:r>
              <a:rPr lang="en-US" smtClean="0"/>
              <a:t>       If I land in prison For calling on God's name</a:t>
            </a:r>
          </a:p>
          <a:p>
            <a:r>
              <a:rPr lang="en-US" smtClean="0"/>
              <a:t>11-  IL FERA TOMBER TOUS LES MURS SOUS LA FERVEUR DE MA LOUANGE</a:t>
            </a:r>
          </a:p>
          <a:p>
            <a:r>
              <a:rPr lang="en-US" smtClean="0"/>
              <a:t>       He would cause the walls to crumble Under the fervor of my praise</a:t>
            </a:r>
          </a:p>
          <a:p>
            <a:r>
              <a:rPr lang="en-US" smtClean="0"/>
              <a:t>12-  CAR LA CAUSE DE CHRIST J'AI CHOISIE SOUFFRIR JUSQU’À LA MORT POUR LUI</a:t>
            </a:r>
          </a:p>
          <a:p>
            <a:r>
              <a:rPr lang="en-US" smtClean="0"/>
              <a:t>       For the cause of Christ I've chosen To suffer death to prove my stand</a:t>
            </a:r>
          </a:p>
          <a:p>
            <a:r>
              <a:rPr lang="en-US" smtClean="0"/>
              <a:t>13-  JE SERAI CONDUIT DANS LA GLOIRE DIRIGÉ PAR LA MAIN DE DIEU</a:t>
            </a:r>
          </a:p>
          <a:p>
            <a:r>
              <a:rPr lang="en-US" smtClean="0"/>
              <a:t>     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14-  CHAQUE MONTAGNE CHAQUE FORTERESSE</a:t>
            </a:r>
          </a:p>
          <a:p>
            <a:r>
              <a:rPr lang="en-US" smtClean="0"/>
              <a:t>       Every mountain, every fortress</a:t>
            </a:r>
          </a:p>
          <a:p>
            <a:r>
              <a:rPr lang="en-US" smtClean="0"/>
              <a:t>15-  CHAQUE MOT QUI N’EST PAS DE LUI PASSERA</a:t>
            </a:r>
          </a:p>
          <a:p>
            <a:r>
              <a:rPr lang="en-US" smtClean="0"/>
              <a:t>       Every word that is not His will pass away</a:t>
            </a:r>
          </a:p>
          <a:p>
            <a:endParaRPr lang="en-US" smtClean="0"/>
          </a:p>
          <a:p>
            <a:r>
              <a:rPr lang="en-US" smtClean="0"/>
              <a:t>16-  JE SUIS HEUREUX SI HEUREUX, SI HEUREREUX…</a:t>
            </a:r>
          </a:p>
          <a:p>
            <a:r>
              <a:rPr lang="en-US" smtClean="0"/>
              <a:t>       I'm glad, so glad</a:t>
            </a:r>
          </a:p>
          <a:p>
            <a:r>
              <a:rPr lang="en-US" smtClean="0"/>
              <a:t>17-  MON ESPÉRANCE EST EN DIEU</a:t>
            </a:r>
          </a:p>
          <a:p>
            <a:r>
              <a:rPr lang="en-US" smtClean="0"/>
              <a:t>       for my hope's in the Lord</a:t>
            </a:r>
          </a:p>
          <a:p>
            <a:endParaRPr lang="en-US" smtClean="0"/>
          </a:p>
          <a:p>
            <a:r>
              <a:rPr lang="en-US" smtClean="0"/>
              <a:t>18-  I CAN BE GLAD FOR MY HOPE IS IN THE LORD</a:t>
            </a:r>
          </a:p>
          <a:p>
            <a:r>
              <a:rPr lang="en-US" smtClean="0"/>
              <a:t>19-  CAUSE HE GIVES A CONFIDENCE THAT THIS WORLD DOESN'T KNOW</a:t>
            </a:r>
          </a:p>
          <a:p>
            <a:r>
              <a:rPr lang="en-US" smtClean="0"/>
              <a:t>20-  HE'S THE LORD OF ALL CREATION AND WHATEVER THE SITUATION</a:t>
            </a:r>
          </a:p>
          <a:p>
            <a:r>
              <a:rPr lang="en-US" smtClean="0"/>
              <a:t>21-  I'M GLAD FOR MY HOPE'S IN THE LORD</a:t>
            </a:r>
          </a:p>
          <a:p>
            <a:endParaRPr lang="en-US" smtClean="0"/>
          </a:p>
          <a:p>
            <a:r>
              <a:rPr lang="en-US" smtClean="0"/>
              <a:t>22-  OH RIGHT FROM THE BEGINNING GOD MADE ME FOR HIS OWN</a:t>
            </a:r>
          </a:p>
          <a:p>
            <a:r>
              <a:rPr lang="en-US" smtClean="0"/>
              <a:t>23-  SO HE REPLACED MY WEAK FOUNDATION</a:t>
            </a:r>
          </a:p>
          <a:p>
            <a:r>
              <a:rPr lang="en-US" smtClean="0"/>
              <a:t>24-  AND MADE HIMSELF THE CORNERSTONE</a:t>
            </a:r>
          </a:p>
          <a:p>
            <a:r>
              <a:rPr lang="en-US" smtClean="0"/>
              <a:t>25-  WHEN ALL WAS READY AND IN ORDER HE PROMISED EVERY DAY AND HOUR</a:t>
            </a:r>
          </a:p>
          <a:p>
            <a:r>
              <a:rPr lang="en-US" smtClean="0"/>
              <a:t>26-  HE'D BE FAITHFUL TO SUSTAIN ME BY HIS MIGHTY POWER</a:t>
            </a:r>
          </a:p>
          <a:p>
            <a:endParaRPr lang="en-US" smtClean="0"/>
          </a:p>
          <a:p>
            <a:r>
              <a:rPr lang="en-US" smtClean="0"/>
              <a:t>27-  IF I LAND IN PRISON FOR CALLING ON GOD'S NAME</a:t>
            </a:r>
          </a:p>
          <a:p>
            <a:r>
              <a:rPr lang="en-US" smtClean="0"/>
              <a:t>28-  HE WOULD CAUSE THE WALLS TO CRUMBLE</a:t>
            </a:r>
          </a:p>
          <a:p>
            <a:r>
              <a:rPr lang="en-US" smtClean="0"/>
              <a:t>29-  UNDER THE FERVOR OF MY PRAISE</a:t>
            </a:r>
          </a:p>
          <a:p>
            <a:r>
              <a:rPr lang="en-US" smtClean="0"/>
              <a:t>30-  FOR THE CAUSE OF CHRIST I'VE CHOSEN TO SUFFER DEATH TO PROVE MY STAND</a:t>
            </a:r>
          </a:p>
          <a:p>
            <a:r>
              <a:rPr lang="en-US" smtClean="0"/>
              <a:t>31-  I'LL BE USHERED INTO GLORY LED BY GOD'S OWN HAND</a:t>
            </a:r>
          </a:p>
          <a:p>
            <a:endParaRPr lang="en-US" smtClean="0"/>
          </a:p>
          <a:p>
            <a:r>
              <a:rPr lang="en-US" smtClean="0"/>
              <a:t>32-  EVERY MOUNTAIN EVERY FORTRESS</a:t>
            </a:r>
          </a:p>
          <a:p>
            <a:r>
              <a:rPr lang="en-US" smtClean="0"/>
              <a:t>33-  EVERY WORD THAT IS NOT HIS WILL PASS AWAY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E25BB-2C06-452E-A688-D170D22FDD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7C744-E241-46D4-A2DC-642605F72E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B91AA-AB47-4135-A1B8-2B21FD1D67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E614E-4014-40E8-AF2B-0DD7F375E4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CEEEB-80F3-4787-9875-C29E44A0E9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18E9F-26F0-4A29-B0BD-4B548245D0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21166-082A-4602-A21D-BC21B94560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246AD-1538-42C2-A8AB-7EFF148B93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563CC-71BE-4570-87B0-E57A6D359E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8227F-994A-4EBE-9AD0-C90DB5D19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AE552-5DB5-45B3-935F-79CF3F2D04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225E083-31DA-4A11-BA7A-DC7B842681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SUIS HEUREUX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ESPÉRANCE EST EN DIEU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ME DONNE UNE CONFIANCE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CE MONDE NE CONNAÎT PAS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EST SEIGNEUR DE TOUTE CRÉATION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DANS TOUTES LES SITUATIONS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HEUREUX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ESPÉRANCE EST EN DIEU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OH, DÈS LE COMMENCEMENT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M’A CRÉÉ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REMPLACÉ MES FAIBLES FONDATIONS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S’EST FAIT LUI-MÊME LA PIERRE ANGULAIRE 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TOUT FUT PRÊT ET EN ORDRE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PROMIS CHAQUE JOUR 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SERAIT FIDÈLE POUR ME SOUTENIR PAR SA TOUTE-PUISSANCE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JE SUIS EMPRISONNÉ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AVOIR INVOQUÉ SON NOM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FERA TOMBER TOUS LES MURS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SOUS LA FERVEUR DE MA LOUANGE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LA CAUSE DE CHRIST J'AI CHOISIE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SOUFFRIR JUSQU’À LA MORT POUR LUI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SERAI CONDUIT DANS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DIRIGÉ PAR LA MAIN DE DIEU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CHAQUE MONTAGNE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CHAQUE FORTERESSE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CHAQUE MOT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N’EST PAS DE LUI PASSERA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HEUREUX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HEUREUX, SI HEUREUX…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ESPÉRANCE EST EN DIEU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 CAN BE GLAD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MY HOPE IS IN THE LORD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CAUSE HE GIVES A CONFIDENCE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THAT THIS WORLD DOESN'T KNOW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HE'S THE LORD OF ALL CREATION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WHATEVER THE SITUATION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I'M GLAD FOR MY HOPE'S IN THE LORD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OH RIGHT FROM THE BEGINNING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GOD MADE ME FOR HIS OWN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SO HE REPLACED MY WEAK FOUNDATION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AND MADE HIMSELF THE CORNERSTONE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WHEN ALL WAS READY AND IN ORDER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PROMISED EVERY DAY AND HOUR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HE'D BE FAITHFUL TO SUSTAIN ME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BY HIS MIGHTY POWER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IF I LAND IN PRISON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CALLING ON GOD'S NAME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HE WOULD CAUSE THE WALLS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CRUMBLE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UNDER THE FERVOR OF MY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FOR THE CAUSE OF CHRIST I'VE CHOSEN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 SUFFER DEATH TO PROVE MY STAND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I'LL BE USHERED INTO GLORY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LED BY GOD'S OWN HAND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EVERY MOUNTAIN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EVERY FORTRESS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EVERY WORD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THAT IS NOT HIS WILL PASS AWAY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33523</Words>
  <Application>Microsoft Office PowerPoint</Application>
  <PresentationFormat>On-screen Show (4:3)</PresentationFormat>
  <Paragraphs>4011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48</cp:revision>
  <dcterms:created xsi:type="dcterms:W3CDTF">2002-08-17T13:12:10Z</dcterms:created>
  <dcterms:modified xsi:type="dcterms:W3CDTF">2014-11-09T03:48:02Z</dcterms:modified>
</cp:coreProperties>
</file>