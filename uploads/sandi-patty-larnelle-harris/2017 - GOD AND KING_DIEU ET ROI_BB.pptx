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7676" autoAdjust="0"/>
  </p:normalViewPr>
  <p:slideViewPr>
    <p:cSldViewPr>
      <p:cViewPr varScale="1">
        <p:scale>
          <a:sx n="48" d="100"/>
          <a:sy n="48" d="100"/>
        </p:scale>
        <p:origin x="-114" y="-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72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35F4B38-0B2B-476A-97A1-42D781BAB44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E5083E8-9939-42B4-897E-96953953F52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All the creatures of our God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Lift up your voice to Him and sing O praise Him, O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all things there Creator bless And worship Him in humbleness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hail The Savior of the world Honor and power are His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my King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All the creatures of our God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Lift up your voice to Him and sing O praise Him, O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all things there Creator bless And worship Him in humbleness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hail The Savior of the world Honor and power are His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my King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All the creatures of our God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Lift up your voice to Him and sing O praise Him, O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all things there Creator bless And worship Him in humbleness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hail The Savior of the world Honor and power are His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my King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All the creatures of our God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Lift up your voice to Him and sing O praise Him, O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all things there Creator bless And worship Him in humbleness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hail The Savior of the world Honor and power are His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my King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All the creatures of our God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Lift up your voice to Him and sing O praise Him, O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all things there Creator bless And worship Him in humbleness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hail The Savior of the world Honor and power are His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my King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All the </a:t>
            </a:r>
            <a:r>
              <a:rPr lang="fr-FR" dirty="0" err="1" smtClean="0"/>
              <a:t>creatures</a:t>
            </a:r>
            <a:r>
              <a:rPr lang="fr-FR" dirty="0" smtClean="0"/>
              <a:t> of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Lift up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voice</a:t>
            </a:r>
            <a:r>
              <a:rPr lang="fr-FR" dirty="0" smtClean="0"/>
              <a:t> to </a:t>
            </a:r>
            <a:r>
              <a:rPr lang="fr-FR" dirty="0" err="1" smtClean="0"/>
              <a:t>Him</a:t>
            </a:r>
            <a:r>
              <a:rPr lang="fr-FR" dirty="0" smtClean="0"/>
              <a:t> and </a:t>
            </a:r>
            <a:r>
              <a:rPr lang="fr-FR" dirty="0" err="1" smtClean="0"/>
              <a:t>sing</a:t>
            </a:r>
            <a:r>
              <a:rPr lang="fr-FR" dirty="0" smtClean="0"/>
              <a:t> 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, 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all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Creator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And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in </a:t>
            </a:r>
            <a:r>
              <a:rPr lang="fr-FR" dirty="0" err="1" smtClean="0"/>
              <a:t>humbleness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O LOUEZ-LE, O LOUEZ-LE ALLÉLUIA </a:t>
            </a:r>
            <a:r>
              <a:rPr lang="fr-FR" dirty="0" err="1" smtClean="0"/>
              <a:t>ALLÉLUIA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, 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Halleluia</a:t>
            </a:r>
            <a:r>
              <a:rPr lang="fr-FR" dirty="0" smtClean="0"/>
              <a:t>, </a:t>
            </a:r>
            <a:r>
              <a:rPr lang="fr-FR" dirty="0" err="1" smtClean="0"/>
              <a:t>Halléluia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All </a:t>
            </a:r>
            <a:r>
              <a:rPr lang="fr-FR" dirty="0" err="1" smtClean="0"/>
              <a:t>glory</a:t>
            </a:r>
            <a:r>
              <a:rPr lang="fr-FR" dirty="0" smtClean="0"/>
              <a:t> to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Every</a:t>
            </a:r>
            <a:r>
              <a:rPr lang="fr-FR" dirty="0" smtClean="0"/>
              <a:t> crown </a:t>
            </a:r>
            <a:r>
              <a:rPr lang="fr-FR" dirty="0" err="1" smtClean="0"/>
              <a:t>thrown</a:t>
            </a:r>
            <a:r>
              <a:rPr lang="fr-FR" dirty="0" smtClean="0"/>
              <a:t> down In </a:t>
            </a:r>
            <a:r>
              <a:rPr lang="fr-FR" dirty="0" err="1" smtClean="0"/>
              <a:t>offering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knee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bow</a:t>
            </a:r>
            <a:r>
              <a:rPr lang="fr-FR" dirty="0" smtClean="0"/>
              <a:t>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And </a:t>
            </a:r>
            <a:r>
              <a:rPr lang="fr-FR" dirty="0" err="1" smtClean="0"/>
              <a:t>voice</a:t>
            </a:r>
            <a:r>
              <a:rPr lang="fr-FR" dirty="0" smtClean="0"/>
              <a:t> </a:t>
            </a:r>
            <a:r>
              <a:rPr lang="fr-FR" dirty="0" err="1" smtClean="0"/>
              <a:t>proclaim</a:t>
            </a:r>
            <a:r>
              <a:rPr lang="fr-FR" dirty="0" smtClean="0"/>
              <a:t>  You are </a:t>
            </a:r>
            <a:r>
              <a:rPr lang="fr-FR" dirty="0" err="1" smtClean="0"/>
              <a:t>God</a:t>
            </a:r>
            <a:r>
              <a:rPr lang="fr-FR" dirty="0" smtClean="0"/>
              <a:t>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hail</a:t>
            </a:r>
            <a:r>
              <a:rPr lang="fr-FR" dirty="0" smtClean="0"/>
              <a:t> The </a:t>
            </a:r>
            <a:r>
              <a:rPr lang="fr-FR" dirty="0" err="1" smtClean="0"/>
              <a:t>Savior</a:t>
            </a:r>
            <a:r>
              <a:rPr lang="fr-FR" dirty="0" smtClean="0"/>
              <a:t> of the world </a:t>
            </a:r>
            <a:r>
              <a:rPr lang="fr-FR" dirty="0" err="1" smtClean="0"/>
              <a:t>Honor</a:t>
            </a:r>
            <a:r>
              <a:rPr lang="fr-FR" dirty="0" smtClean="0"/>
              <a:t> and power are </a:t>
            </a:r>
            <a:r>
              <a:rPr lang="fr-FR" dirty="0" err="1" smtClean="0"/>
              <a:t>His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O LOUEZ-LE, O LOUEZ-LE ALLÉLUIA </a:t>
            </a:r>
            <a:r>
              <a:rPr lang="fr-FR" dirty="0" err="1" smtClean="0"/>
              <a:t>ALLÉLUIA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, 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Halleluia</a:t>
            </a:r>
            <a:r>
              <a:rPr lang="fr-FR" dirty="0" smtClean="0"/>
              <a:t>, </a:t>
            </a:r>
            <a:r>
              <a:rPr lang="fr-FR" dirty="0" err="1" smtClean="0"/>
              <a:t>Halléluia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, 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All </a:t>
            </a:r>
            <a:r>
              <a:rPr lang="fr-FR" dirty="0" err="1" smtClean="0"/>
              <a:t>glory</a:t>
            </a:r>
            <a:r>
              <a:rPr lang="fr-FR" dirty="0" smtClean="0"/>
              <a:t> to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Every</a:t>
            </a:r>
            <a:r>
              <a:rPr lang="fr-FR" dirty="0" smtClean="0"/>
              <a:t> crown </a:t>
            </a:r>
            <a:r>
              <a:rPr lang="fr-FR" dirty="0" err="1" smtClean="0"/>
              <a:t>thrown</a:t>
            </a:r>
            <a:r>
              <a:rPr lang="fr-FR" dirty="0" smtClean="0"/>
              <a:t> down In </a:t>
            </a:r>
            <a:r>
              <a:rPr lang="fr-FR" dirty="0" err="1" smtClean="0"/>
              <a:t>offering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knee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bow</a:t>
            </a:r>
            <a:r>
              <a:rPr lang="fr-FR" dirty="0" smtClean="0"/>
              <a:t>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And </a:t>
            </a:r>
            <a:r>
              <a:rPr lang="fr-FR" dirty="0" err="1" smtClean="0"/>
              <a:t>voice</a:t>
            </a:r>
            <a:r>
              <a:rPr lang="fr-FR" dirty="0" smtClean="0"/>
              <a:t> </a:t>
            </a:r>
            <a:r>
              <a:rPr lang="fr-FR" dirty="0" err="1" smtClean="0"/>
              <a:t>proclaim</a:t>
            </a:r>
            <a:r>
              <a:rPr lang="fr-FR" dirty="0" smtClean="0"/>
              <a:t>  You are </a:t>
            </a:r>
            <a:r>
              <a:rPr lang="fr-FR" dirty="0" err="1" smtClean="0"/>
              <a:t>God</a:t>
            </a:r>
            <a:r>
              <a:rPr lang="fr-FR" dirty="0" smtClean="0"/>
              <a:t> You are </a:t>
            </a:r>
            <a:r>
              <a:rPr lang="fr-FR" dirty="0" err="1" smtClean="0"/>
              <a:t>my</a:t>
            </a:r>
            <a:r>
              <a:rPr lang="fr-FR" dirty="0" smtClean="0"/>
              <a:t> King</a:t>
            </a:r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All the </a:t>
            </a:r>
            <a:r>
              <a:rPr lang="fr-FR" dirty="0" err="1" smtClean="0"/>
              <a:t>creatures</a:t>
            </a:r>
            <a:r>
              <a:rPr lang="fr-FR" dirty="0" smtClean="0"/>
              <a:t> of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Lift up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voice</a:t>
            </a:r>
            <a:r>
              <a:rPr lang="fr-FR" dirty="0" smtClean="0"/>
              <a:t> to </a:t>
            </a:r>
            <a:r>
              <a:rPr lang="fr-FR" dirty="0" err="1" smtClean="0"/>
              <a:t>Him</a:t>
            </a:r>
            <a:r>
              <a:rPr lang="fr-FR" dirty="0" smtClean="0"/>
              <a:t> and </a:t>
            </a:r>
            <a:r>
              <a:rPr lang="fr-FR" dirty="0" err="1" smtClean="0"/>
              <a:t>sing</a:t>
            </a:r>
            <a:r>
              <a:rPr lang="fr-FR" dirty="0" smtClean="0"/>
              <a:t> 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, 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all </a:t>
            </a:r>
            <a:r>
              <a:rPr lang="fr-FR" dirty="0" err="1" smtClean="0"/>
              <a:t>things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Creator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And </a:t>
            </a:r>
            <a:r>
              <a:rPr lang="fr-FR" dirty="0" err="1" smtClean="0"/>
              <a:t>worship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in </a:t>
            </a:r>
            <a:r>
              <a:rPr lang="fr-FR" dirty="0" err="1" smtClean="0"/>
              <a:t>humbleness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O LOUEZ-LE, O LOUEZ-LE ALLÉLUIA </a:t>
            </a:r>
            <a:r>
              <a:rPr lang="fr-FR" dirty="0" err="1" smtClean="0"/>
              <a:t>ALLÉLUIA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, 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Halleluia</a:t>
            </a:r>
            <a:r>
              <a:rPr lang="fr-FR" dirty="0" smtClean="0"/>
              <a:t>, </a:t>
            </a:r>
            <a:r>
              <a:rPr lang="fr-FR" dirty="0" err="1" smtClean="0"/>
              <a:t>Halléluia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All </a:t>
            </a:r>
            <a:r>
              <a:rPr lang="fr-FR" dirty="0" err="1" smtClean="0"/>
              <a:t>glory</a:t>
            </a:r>
            <a:r>
              <a:rPr lang="fr-FR" dirty="0" smtClean="0"/>
              <a:t> to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Every</a:t>
            </a:r>
            <a:r>
              <a:rPr lang="fr-FR" dirty="0" smtClean="0"/>
              <a:t> crown </a:t>
            </a:r>
            <a:r>
              <a:rPr lang="fr-FR" dirty="0" err="1" smtClean="0"/>
              <a:t>thrown</a:t>
            </a:r>
            <a:r>
              <a:rPr lang="fr-FR" dirty="0" smtClean="0"/>
              <a:t> down In </a:t>
            </a:r>
            <a:r>
              <a:rPr lang="fr-FR" dirty="0" err="1" smtClean="0"/>
              <a:t>offering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knee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bow</a:t>
            </a:r>
            <a:r>
              <a:rPr lang="fr-FR" dirty="0" smtClean="0"/>
              <a:t>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And </a:t>
            </a:r>
            <a:r>
              <a:rPr lang="fr-FR" dirty="0" err="1" smtClean="0"/>
              <a:t>voice</a:t>
            </a:r>
            <a:r>
              <a:rPr lang="fr-FR" dirty="0" smtClean="0"/>
              <a:t> </a:t>
            </a:r>
            <a:r>
              <a:rPr lang="fr-FR" dirty="0" err="1" smtClean="0"/>
              <a:t>proclaim</a:t>
            </a:r>
            <a:r>
              <a:rPr lang="fr-FR" dirty="0" smtClean="0"/>
              <a:t>  You are </a:t>
            </a:r>
            <a:r>
              <a:rPr lang="fr-FR" dirty="0" err="1" smtClean="0"/>
              <a:t>God</a:t>
            </a:r>
            <a:r>
              <a:rPr lang="fr-FR" dirty="0" smtClean="0"/>
              <a:t>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</a:t>
            </a:r>
            <a:r>
              <a:rPr lang="fr-FR" dirty="0" err="1" smtClean="0"/>
              <a:t>hail</a:t>
            </a:r>
            <a:r>
              <a:rPr lang="fr-FR" dirty="0" smtClean="0"/>
              <a:t> The </a:t>
            </a:r>
            <a:r>
              <a:rPr lang="fr-FR" dirty="0" err="1" smtClean="0"/>
              <a:t>Savior</a:t>
            </a:r>
            <a:r>
              <a:rPr lang="fr-FR" dirty="0" smtClean="0"/>
              <a:t> of the world </a:t>
            </a:r>
            <a:r>
              <a:rPr lang="fr-FR" dirty="0" err="1" smtClean="0"/>
              <a:t>Honor</a:t>
            </a:r>
            <a:r>
              <a:rPr lang="fr-FR" dirty="0" smtClean="0"/>
              <a:t> and power are </a:t>
            </a:r>
            <a:r>
              <a:rPr lang="fr-FR" dirty="0" err="1" smtClean="0"/>
              <a:t>His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O LOUEZ-LE, O LOUEZ-LE ALLÉLUIA </a:t>
            </a:r>
            <a:r>
              <a:rPr lang="fr-FR" dirty="0" err="1" smtClean="0"/>
              <a:t>ALLÉLUIA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, 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</a:t>
            </a:r>
            <a:r>
              <a:rPr lang="fr-FR" dirty="0" err="1" smtClean="0"/>
              <a:t>Halleluia</a:t>
            </a:r>
            <a:r>
              <a:rPr lang="fr-FR" dirty="0" smtClean="0"/>
              <a:t>, </a:t>
            </a:r>
            <a:r>
              <a:rPr lang="fr-FR" dirty="0" err="1" smtClean="0"/>
              <a:t>Halléluia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, O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Him</a:t>
            </a:r>
            <a:r>
              <a:rPr lang="fr-FR" dirty="0" smtClean="0"/>
              <a:t>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All </a:t>
            </a:r>
            <a:r>
              <a:rPr lang="fr-FR" dirty="0" err="1" smtClean="0"/>
              <a:t>glory</a:t>
            </a:r>
            <a:r>
              <a:rPr lang="fr-FR" dirty="0" smtClean="0"/>
              <a:t> to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Every</a:t>
            </a:r>
            <a:r>
              <a:rPr lang="fr-FR" dirty="0" smtClean="0"/>
              <a:t> crown </a:t>
            </a:r>
            <a:r>
              <a:rPr lang="fr-FR" dirty="0" err="1" smtClean="0"/>
              <a:t>thrown</a:t>
            </a:r>
            <a:r>
              <a:rPr lang="fr-FR" dirty="0" smtClean="0"/>
              <a:t> down In </a:t>
            </a:r>
            <a:r>
              <a:rPr lang="fr-FR" dirty="0" err="1" smtClean="0"/>
              <a:t>offering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knee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bow</a:t>
            </a:r>
            <a:r>
              <a:rPr lang="fr-FR" dirty="0" smtClean="0"/>
              <a:t>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And </a:t>
            </a:r>
            <a:r>
              <a:rPr lang="fr-FR" dirty="0" err="1" smtClean="0"/>
              <a:t>voice</a:t>
            </a:r>
            <a:r>
              <a:rPr lang="fr-FR" dirty="0" smtClean="0"/>
              <a:t> </a:t>
            </a:r>
            <a:r>
              <a:rPr lang="fr-FR" dirty="0" err="1" smtClean="0"/>
              <a:t>proclaim</a:t>
            </a:r>
            <a:r>
              <a:rPr lang="fr-FR" dirty="0" smtClean="0"/>
              <a:t>  You are </a:t>
            </a:r>
            <a:r>
              <a:rPr lang="fr-FR" dirty="0" err="1" smtClean="0"/>
              <a:t>God</a:t>
            </a:r>
            <a:r>
              <a:rPr lang="fr-FR" dirty="0" smtClean="0"/>
              <a:t> You are </a:t>
            </a:r>
            <a:r>
              <a:rPr lang="fr-FR" dirty="0" err="1" smtClean="0"/>
              <a:t>my</a:t>
            </a:r>
            <a:r>
              <a:rPr lang="fr-FR" dirty="0" smtClean="0"/>
              <a:t> King</a:t>
            </a:r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All the creatures of our God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Lift up your voice to Him and sing O praise Him, O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all things there Creator bless And worship Him in humbleness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hail The Savior of the world Honor and power are His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my King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All the creatures of our God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Lift up your voice to Him and sing O praise Him, O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all things there Creator bless And worship Him in humbleness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hail The Savior of the world Honor and power are His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my King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All the creatures of our God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Lift up your voice to Him and sing O praise Him, O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all things there Creator bless And worship Him in humbleness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hail The Savior of the world Honor and power are His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my King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All the creatures of our God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Lift up your voice to Him and sing O praise Him, O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all things there Creator bless And worship Him in humbleness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hail The Savior of the world Honor and power are His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my King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All the creatures of our God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Lift up your voice to Him and sing O praise Him, O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all things there Creator bless And worship Him in humbleness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hail The Savior of the world Honor and power are His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my King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All the creatures of our God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Lift up your voice to Him and sing O praise Him, O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all things there Creator bless And worship Him in humbleness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hail The Savior of the world Honor and power are His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my King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All the creatures of our God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Lift up your voice to Him and sing O praise Him, O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all things there Creator bless And worship Him in humbleness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hail The Savior of the world Honor and power are His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my King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CRÉATION DE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All the creatures of our God and King
2-  LEVEZ-VOUS VOIX ET CHANTEZ POUR LUI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Lift up your voice to Him and sing O praise Him, O praise Him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QUE TOUT CE QU’IL A CRÉÉ LE BÉNISSE ET L’ADORE HUMBLEMENT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all things there Creator bless And worship Him in humbleness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6-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7-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8-  CHAQUE VOIX DIRA : TU ES DIEU TU ES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King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EXALTEZ LE SAUVEUR DU MONDE HONNEUR ET PUISSANCE LUI REVIENNENT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hail The Savior of the world Honor and power are His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O LOUEZ-LE, O LOUEZ-LE ALLÉLUIA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Halleluia, Halléluia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O LOUEZ-LE, O LOUEZ-LE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 Praise Him, O praise Him 
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O GLOIRE À NOTRE DIEU ET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All glory to our God and King
	13-  QUE TOUTES COURONNE TOMBENT À SES PIEDS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crown thrown down In offering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14-  TOUT GENOU FLÉCHIRA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Every knee shall bow 
	15-  CHAQUE VOIX DIRA : TU ES DIEU TU ES MON ROI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And voice proclaim  You are God You are my King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CRÉATION DE NOTRE DIEU ET ROI </a:t>
            </a:r>
          </a:p>
          <a:p>
            <a:r>
              <a:rPr lang="fr-FR" smtClean="0"/>
              <a:t> All the creatures of our God and King
2-  LEVEZ-VOUS VOIX ET CHANTEZ POUR LUI O LOUEZ-LE, O LOUEZ-LE </a:t>
            </a:r>
          </a:p>
          <a:p>
            <a:r>
              <a:rPr lang="fr-FR" smtClean="0"/>
              <a:t>Lift up your voice to Him and sing O praise Him, O praise Him</a:t>
            </a:r>
          </a:p>
          <a:p>
            <a:endParaRPr lang="fr-FR" smtClean="0"/>
          </a:p>
          <a:p>
            <a:r>
              <a:rPr lang="fr-FR" smtClean="0"/>
              <a:t>3-  QUE TOUT CE QU’IL A CRÉÉ LE BÉNISSE ET L’ADORE HUMBLEMENT ICI </a:t>
            </a:r>
          </a:p>
          <a:p>
            <a:r>
              <a:rPr lang="fr-FR" smtClean="0"/>
              <a:t>Let all things there Creator bless And worship Him in humbleness</a:t>
            </a:r>
          </a:p>
          <a:p>
            <a:r>
              <a:rPr lang="fr-FR" smtClean="0"/>
              <a:t>4-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5-  O GLOIRE À NOTRE DIEU ET ROI </a:t>
            </a:r>
          </a:p>
          <a:p>
            <a:r>
              <a:rPr lang="fr-FR" smtClean="0"/>
              <a:t>	All glory to our God and King
	6-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7-  TOUT GENOU FLÉCHIRA</a:t>
            </a:r>
          </a:p>
          <a:p>
            <a:r>
              <a:rPr lang="fr-FR" smtClean="0"/>
              <a:t>	Every knee shall bow 
	8-  CHAQUE VOIX DIRA : TU ES DIEU TU ES ROI </a:t>
            </a:r>
          </a:p>
          <a:p>
            <a:r>
              <a:rPr lang="fr-FR" smtClean="0"/>
              <a:t>	And voice proclaim  You are God You are King</a:t>
            </a:r>
          </a:p>
          <a:p>
            <a:endParaRPr lang="fr-FR" smtClean="0"/>
          </a:p>
          <a:p>
            <a:r>
              <a:rPr lang="fr-FR" smtClean="0"/>
              <a:t>9-  EXALTEZ LE SAUVEUR DU MONDE HONNEUR ET PUISSANCE LUI REVIENNENT </a:t>
            </a:r>
          </a:p>
          <a:p>
            <a:r>
              <a:rPr lang="fr-FR" smtClean="0"/>
              <a:t>All hail The Savior of the world Honor and power are His</a:t>
            </a:r>
          </a:p>
          <a:p>
            <a:r>
              <a:rPr lang="fr-FR" smtClean="0"/>
              <a:t>10-  O LOUEZ-LE, O LOUEZ-LE ALLÉLUIA ALLÉLUIA </a:t>
            </a:r>
          </a:p>
          <a:p>
            <a:r>
              <a:rPr lang="fr-FR" smtClean="0"/>
              <a:t>O praise Him, O praise Him Halleluia, Halléluia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11-  O LOUEZ-LE, O LOUEZ-LE </a:t>
            </a:r>
          </a:p>
          <a:p>
            <a:r>
              <a:rPr lang="fr-FR" smtClean="0"/>
              <a:t>O Praise Him, O praise Him 
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12-  O GLOIRE À NOTRE DIEU ET ROI </a:t>
            </a:r>
          </a:p>
          <a:p>
            <a:r>
              <a:rPr lang="fr-FR" smtClean="0"/>
              <a:t>	All glory to our God and King
	13-  QUE TOUTES COURONNE TOMBENT À SES PIEDS</a:t>
            </a:r>
          </a:p>
          <a:p>
            <a:r>
              <a:rPr lang="fr-FR" smtClean="0"/>
              <a:t>	Every crown thrown down In offering</a:t>
            </a:r>
          </a:p>
          <a:p>
            <a:r>
              <a:rPr lang="fr-FR" smtClean="0"/>
              <a:t> 	14-  TOUT GENOU FLÉCHIRA</a:t>
            </a:r>
          </a:p>
          <a:p>
            <a:r>
              <a:rPr lang="fr-FR" smtClean="0"/>
              <a:t>	Every knee shall bow 
	15-  CHAQUE VOIX DIRA : TU ES DIEU TU ES MON ROI </a:t>
            </a:r>
          </a:p>
          <a:p>
            <a:r>
              <a:rPr lang="fr-FR" smtClean="0"/>
              <a:t>	And voice proclaim  You are God You are my King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1314A8-174B-40AE-8879-7D8011AD52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796BC-D55E-4B71-9101-EA8203C5E3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74833A-F90E-47EE-BF76-4F34F9D13B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924927-1E89-4444-B229-0B4BC64FBA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4D6AA-B518-4937-98B5-D05279EA46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36B73-9D02-42EF-A894-A4F140E01F4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544A3-E637-4419-B777-9FA7042378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E8260-68E9-4CD9-8691-DE5EC5F88E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CD5456-D3A8-402F-B46D-1F77444C5F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940A88-B59F-497A-A981-2D9F0EA5DA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365A2-0F29-4F47-94BF-6C64F7FB2DF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68C6F46-AED2-499F-8336-74DDECE76F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CRÉATION DE NOTRE DIEU ET ROI</a:t>
            </a:r>
          </a:p>
          <a:p>
            <a:pPr algn="ctr">
              <a:lnSpc>
                <a:spcPct val="90000"/>
              </a:lnSpc>
              <a:defRPr/>
            </a:pP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LEVEZ-VOUS VOIX ET CHANTEZ POUR LUI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 LOUEZ-LE, O LOUEZ-LE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TOUT CE QU’IL A CRÉÉ LE BÉNISSE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L’ADORE HUMBLEMENT ICI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 LOUEZ-LE, O LOUEZ-LE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 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 GLOIRE À NOTRE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ET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TOUTES COURONNE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TOMBENT À SES PIEDS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GENOU FLÉCHIRA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VOIX DIRA :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DIEU TU ES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EXALTEZ LE SAUVEUR DU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HONNEUR ET PUISSANCE LUI REVIENNENT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 LOUEZ-LE, O LOUEZ-LE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ALLÉLUIA 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 LOUEZ-LE, O LOUEZ-LE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 GLOIRE À NOTRE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ET 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TOUTES COURONNE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TOMBENT À SES PIEDS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GENOU FLÉCHIRA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VOIX DIRA :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DIEU TU ES MON ROI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1620</TotalTime>
  <Words>578</Words>
  <Application>Microsoft Office PowerPoint</Application>
  <PresentationFormat>On-screen Show (4:3)</PresentationFormat>
  <Paragraphs>1046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171</cp:revision>
  <dcterms:created xsi:type="dcterms:W3CDTF">2002-08-17T10:50:50Z</dcterms:created>
  <dcterms:modified xsi:type="dcterms:W3CDTF">2017-07-09T10:46:06Z</dcterms:modified>
</cp:coreProperties>
</file>