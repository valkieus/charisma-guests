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77061" autoAdjust="0"/>
  </p:normalViewPr>
  <p:slideViewPr>
    <p:cSldViewPr>
      <p:cViewPr varScale="1">
        <p:scale>
          <a:sx n="53" d="100"/>
          <a:sy n="53" d="100"/>
        </p:scale>
        <p:origin x="-90" y="-6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1A87E0A-9570-4DEF-BFDE-D831B25A3AA1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D1988FD9-BE05-4C54-866B-69C352CCE80E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1-  UN PEU PLUS HAUT  NOUS SAURONS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Farther</a:t>
            </a:r>
            <a:r>
              <a:rPr lang="fr-FR" dirty="0" smtClean="0"/>
              <a:t> </a:t>
            </a:r>
            <a:r>
              <a:rPr lang="fr-FR" dirty="0" err="1" smtClean="0"/>
              <a:t>along</a:t>
            </a:r>
            <a:r>
              <a:rPr lang="fr-FR" dirty="0" smtClean="0"/>
              <a:t> </a:t>
            </a:r>
            <a:r>
              <a:rPr lang="fr-FR" dirty="0" err="1" smtClean="0"/>
              <a:t>we'll</a:t>
            </a:r>
            <a:r>
              <a:rPr lang="fr-FR" dirty="0" smtClean="0"/>
              <a:t> know all about </a:t>
            </a:r>
            <a:r>
              <a:rPr lang="fr-FR" dirty="0" err="1" smtClean="0"/>
              <a:t>it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	 2-  UN PEU PLUS HAUT  NOUS SAURONS POURQUOI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Farther</a:t>
            </a:r>
            <a:r>
              <a:rPr lang="fr-FR" dirty="0" smtClean="0"/>
              <a:t> </a:t>
            </a:r>
            <a:r>
              <a:rPr lang="fr-FR" dirty="0" err="1" smtClean="0"/>
              <a:t>along</a:t>
            </a:r>
            <a:r>
              <a:rPr lang="fr-FR" dirty="0" smtClean="0"/>
              <a:t> </a:t>
            </a:r>
            <a:r>
              <a:rPr lang="fr-FR" dirty="0" err="1" smtClean="0"/>
              <a:t>we'll</a:t>
            </a:r>
            <a:r>
              <a:rPr lang="fr-FR" dirty="0" smtClean="0"/>
              <a:t> </a:t>
            </a:r>
            <a:r>
              <a:rPr lang="fr-FR" dirty="0" err="1" smtClean="0"/>
              <a:t>understand</a:t>
            </a:r>
            <a:r>
              <a:rPr lang="fr-FR" dirty="0" smtClean="0"/>
              <a:t> </a:t>
            </a:r>
            <a:r>
              <a:rPr lang="fr-FR" dirty="0" err="1" smtClean="0"/>
              <a:t>why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3-  RÉJOUIS-TOI MON FRÈRE  VIS AU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Cheer</a:t>
            </a:r>
            <a:r>
              <a:rPr lang="fr-FR" dirty="0" smtClean="0"/>
              <a:t> up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brother</a:t>
            </a:r>
            <a:r>
              <a:rPr lang="fr-FR" dirty="0" smtClean="0"/>
              <a:t> live in the </a:t>
            </a:r>
            <a:r>
              <a:rPr lang="fr-FR" dirty="0" err="1" smtClean="0"/>
              <a:t>sunshine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	4-  NOUS COMPRENDRONS  TOUT DE PLUS EN PLUS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We'll</a:t>
            </a:r>
            <a:r>
              <a:rPr lang="fr-FR" dirty="0" smtClean="0"/>
              <a:t> </a:t>
            </a:r>
            <a:r>
              <a:rPr lang="fr-FR" dirty="0" err="1" smtClean="0"/>
              <a:t>understand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all by and 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QUAND NOUS VERRONS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coming</a:t>
            </a:r>
            <a:r>
              <a:rPr lang="fr-FR" dirty="0" smtClean="0"/>
              <a:t> in </a:t>
            </a:r>
            <a:r>
              <a:rPr lang="fr-FR" dirty="0" err="1" smtClean="0"/>
              <a:t>glory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QUAND IL DESCENDRA DE SA DEMEURE AUX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comes</a:t>
            </a:r>
            <a:r>
              <a:rPr lang="fr-FR" dirty="0" smtClean="0"/>
              <a:t> down </a:t>
            </a:r>
            <a:r>
              <a:rPr lang="fr-FR" dirty="0" err="1" smtClean="0"/>
              <a:t>From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home in the </a:t>
            </a:r>
            <a:r>
              <a:rPr lang="fr-FR" dirty="0" err="1" smtClean="0"/>
              <a:t>sky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7-  NOUS LE RENCONTRERONS DANS CETTE BRILLANTE DEMEURE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Then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shall</a:t>
            </a:r>
            <a:r>
              <a:rPr lang="fr-FR" dirty="0" smtClean="0"/>
              <a:t> </a:t>
            </a:r>
            <a:r>
              <a:rPr lang="fr-FR" dirty="0" err="1" smtClean="0"/>
              <a:t>meet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 in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bright</a:t>
            </a:r>
            <a:r>
              <a:rPr lang="fr-FR" dirty="0" smtClean="0"/>
              <a:t> mansion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NOUS COMPRENDRONS  TOUT DE PLUS EN PLUS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We'll</a:t>
            </a:r>
            <a:r>
              <a:rPr lang="fr-FR" dirty="0" smtClean="0"/>
              <a:t> </a:t>
            </a:r>
            <a:r>
              <a:rPr lang="fr-FR" dirty="0" err="1" smtClean="0"/>
              <a:t>understand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all by and 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
</a:t>
            </a:r>
          </a:p>
        </p:txBody>
      </p:sp>
      <p:sp>
        <p:nvSpPr>
          <p:cNvPr id="112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</a:t>
            </a:r>
          </a:p>
          <a:p>
            <a:r>
              <a:rPr lang="fr-FR" smtClean="0"/>
              <a:t>	1-  UN PEU PLUS HAUT  NOUS SAURONS TOUT</a:t>
            </a:r>
          </a:p>
          <a:p>
            <a:r>
              <a:rPr lang="fr-FR" smtClean="0"/>
              <a:t>	Farther along we'll know all about it</a:t>
            </a:r>
          </a:p>
          <a:p>
            <a:r>
              <a:rPr lang="fr-FR" smtClean="0"/>
              <a:t> 	 2-  UN PEU PLUS HAUT  NOUS SAURONS POURQUOI </a:t>
            </a:r>
          </a:p>
          <a:p>
            <a:r>
              <a:rPr lang="fr-FR" smtClean="0"/>
              <a:t>	Farther along we'll understand why</a:t>
            </a:r>
          </a:p>
          <a:p>
            <a:r>
              <a:rPr lang="fr-FR" smtClean="0"/>
              <a:t>	3-  RÉJOUIS-TOI MON FRÈRE  VIS AU SOLEIL</a:t>
            </a:r>
          </a:p>
          <a:p>
            <a:r>
              <a:rPr lang="fr-FR" smtClean="0"/>
              <a:t>	Cheer up my brother live in the sunshine</a:t>
            </a:r>
          </a:p>
          <a:p>
            <a:r>
              <a:rPr lang="fr-FR" smtClean="0"/>
              <a:t> 	4-  NOUS COMPRENDRONS  TOUT DE PLUS EN PLUS </a:t>
            </a:r>
          </a:p>
          <a:p>
            <a:r>
              <a:rPr lang="fr-FR" smtClean="0"/>
              <a:t>	We'll understand it all by and by</a:t>
            </a:r>
          </a:p>
          <a:p>
            <a:endParaRPr lang="fr-FR" smtClean="0"/>
          </a:p>
          <a:p>
            <a:r>
              <a:rPr lang="fr-FR" smtClean="0"/>
              <a:t>5-  QUAND NOUS VERRONS JÉSUS </a:t>
            </a:r>
          </a:p>
          <a:p>
            <a:r>
              <a:rPr lang="fr-FR" smtClean="0"/>
              <a:t>When we see Jesus coming in glory</a:t>
            </a:r>
          </a:p>
          <a:p>
            <a:r>
              <a:rPr lang="fr-FR" smtClean="0"/>
              <a:t>6-  QUAND IL DESCENDRA DE SA DEMEURE AUX CIEUX </a:t>
            </a:r>
          </a:p>
          <a:p>
            <a:r>
              <a:rPr lang="fr-FR" smtClean="0"/>
              <a:t>When he comes down From his home in the sky</a:t>
            </a:r>
          </a:p>
          <a:p>
            <a:r>
              <a:rPr lang="fr-FR" smtClean="0"/>
              <a:t> 7-  NOUS LE RENCONTRERONS DANS CETTE BRILLANTE DEMEURE </a:t>
            </a:r>
          </a:p>
          <a:p>
            <a:r>
              <a:rPr lang="fr-FR" smtClean="0"/>
              <a:t>Then we shall meet him in that bright mansion</a:t>
            </a:r>
          </a:p>
          <a:p>
            <a:r>
              <a:rPr lang="fr-FR" smtClean="0"/>
              <a:t>8-  NOUS COMPRENDRONS  TOUT DE PLUS EN PLUS </a:t>
            </a:r>
          </a:p>
          <a:p>
            <a:r>
              <a:rPr lang="fr-FR" smtClean="0"/>
              <a:t>We'll understand it all by and by</a:t>
            </a:r>
          </a:p>
          <a:p>
            <a:endParaRPr lang="fr-FR" smtClean="0"/>
          </a:p>
          <a:p>
            <a:r>
              <a:rPr lang="fr-FR" smtClean="0"/>
              <a:t>	Refrain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UN PEU PLUS HAUT  NOUS SAURONS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Farther along we'll know all about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2-  UN PEU PLUS HAUT  NOUS SAURONS POURQUOI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Farther along we'll understand why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RÉJOUIS-TOI MON FRÈRE  VIS AU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Cheer up my brother live in the sunshine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4-  NOUS COMPRENDRONS  TOUT DE PLUS EN PLUS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We'll understand it all by and 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VERRONS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see Jesus coming in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 DESCENDRA DE SA DEMEURE AUX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he comes down From his home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7-  NOUS LE RENCONTRERONS DANS CETTE BRILLANTE DEMEURE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Then we shall meet him in that bright mansion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NOUS COMPRENDRONS  TOUT DE PLUS EN PLUS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We'll understand it all by and 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</a:t>
            </a:r>
            <a:endParaRPr lang="fr-FR" dirty="0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</a:t>
            </a:r>
          </a:p>
          <a:p>
            <a:r>
              <a:rPr lang="fr-FR" smtClean="0"/>
              <a:t>	1-  UN PEU PLUS HAUT  NOUS SAURONS TOUT</a:t>
            </a:r>
          </a:p>
          <a:p>
            <a:r>
              <a:rPr lang="fr-FR" smtClean="0"/>
              <a:t>	Farther along we'll know all about it</a:t>
            </a:r>
          </a:p>
          <a:p>
            <a:r>
              <a:rPr lang="fr-FR" smtClean="0"/>
              <a:t> 	 2-  UN PEU PLUS HAUT  NOUS SAURONS POURQUOI </a:t>
            </a:r>
          </a:p>
          <a:p>
            <a:r>
              <a:rPr lang="fr-FR" smtClean="0"/>
              <a:t>	Farther along we'll understand why</a:t>
            </a:r>
          </a:p>
          <a:p>
            <a:r>
              <a:rPr lang="fr-FR" smtClean="0"/>
              <a:t>	3-  RÉJOUIS-TOI MON FRÈRE  VIS AU SOLEIL</a:t>
            </a:r>
          </a:p>
          <a:p>
            <a:r>
              <a:rPr lang="fr-FR" smtClean="0"/>
              <a:t>	Cheer up my brother live in the sunshine</a:t>
            </a:r>
          </a:p>
          <a:p>
            <a:r>
              <a:rPr lang="fr-FR" smtClean="0"/>
              <a:t> 	4-  NOUS COMPRENDRONS  TOUT DE PLUS EN PLUS </a:t>
            </a:r>
          </a:p>
          <a:p>
            <a:r>
              <a:rPr lang="fr-FR" smtClean="0"/>
              <a:t>	We'll understand it all by and by</a:t>
            </a:r>
          </a:p>
          <a:p>
            <a:endParaRPr lang="fr-FR" smtClean="0"/>
          </a:p>
          <a:p>
            <a:r>
              <a:rPr lang="fr-FR" smtClean="0"/>
              <a:t>5-  QUAND NOUS VERRONS JÉSUS </a:t>
            </a:r>
          </a:p>
          <a:p>
            <a:r>
              <a:rPr lang="fr-FR" smtClean="0"/>
              <a:t>When we see Jesus coming in glory</a:t>
            </a:r>
          </a:p>
          <a:p>
            <a:r>
              <a:rPr lang="fr-FR" smtClean="0"/>
              <a:t>6-  QUAND IL DESCENDRA DE SA DEMEURE AUX CIEUX </a:t>
            </a:r>
          </a:p>
          <a:p>
            <a:r>
              <a:rPr lang="fr-FR" smtClean="0"/>
              <a:t>When he comes down From his home in the sky</a:t>
            </a:r>
          </a:p>
          <a:p>
            <a:r>
              <a:rPr lang="fr-FR" smtClean="0"/>
              <a:t> 7-  NOUS LE RENCONTRERONS DANS CETTE BRILLANTE DEMEURE </a:t>
            </a:r>
          </a:p>
          <a:p>
            <a:r>
              <a:rPr lang="fr-FR" smtClean="0"/>
              <a:t>Then we shall meet him in that bright mansion</a:t>
            </a:r>
          </a:p>
          <a:p>
            <a:r>
              <a:rPr lang="fr-FR" smtClean="0"/>
              <a:t>8-  NOUS COMPRENDRONS  TOUT DE PLUS EN PLUS </a:t>
            </a:r>
          </a:p>
          <a:p>
            <a:r>
              <a:rPr lang="fr-FR" smtClean="0"/>
              <a:t>We'll understand it all by and by</a:t>
            </a:r>
          </a:p>
          <a:p>
            <a:endParaRPr lang="fr-FR" smtClean="0"/>
          </a:p>
          <a:p>
            <a:r>
              <a:rPr lang="fr-FR" smtClean="0"/>
              <a:t>	Refrain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UN PEU PLUS HAUT  NOUS SAURONS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Farther along we'll know all about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2-  UN PEU PLUS HAUT  NOUS SAURONS POURQUOI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Farther along we'll understand why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RÉJOUIS-TOI MON FRÈRE  VIS AU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Cheer up my brother live in the sunshine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4-  NOUS COMPRENDRONS  TOUT DE PLUS EN PLUS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We'll understand it all by and 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VERRONS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see Jesus coming in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 DESCENDRA DE SA DEMEURE AUX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he comes down From his home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7-  NOUS LE RENCONTRERONS DANS CETTE BRILLANTE DEMEURE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Then we shall meet him in that bright mansion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NOUS COMPRENDRONS  TOUT DE PLUS EN PLUS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We'll understand it all by and 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</a:t>
            </a:r>
            <a:endParaRPr lang="fr-FR" dirty="0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</a:t>
            </a:r>
          </a:p>
          <a:p>
            <a:r>
              <a:rPr lang="fr-FR" smtClean="0"/>
              <a:t>	1-  UN PEU PLUS HAUT  NOUS SAURONS TOUT</a:t>
            </a:r>
          </a:p>
          <a:p>
            <a:r>
              <a:rPr lang="fr-FR" smtClean="0"/>
              <a:t>	Farther along we'll know all about it</a:t>
            </a:r>
          </a:p>
          <a:p>
            <a:r>
              <a:rPr lang="fr-FR" smtClean="0"/>
              <a:t> 	 2-  UN PEU PLUS HAUT  NOUS SAURONS POURQUOI </a:t>
            </a:r>
          </a:p>
          <a:p>
            <a:r>
              <a:rPr lang="fr-FR" smtClean="0"/>
              <a:t>	Farther along we'll understand why</a:t>
            </a:r>
          </a:p>
          <a:p>
            <a:r>
              <a:rPr lang="fr-FR" smtClean="0"/>
              <a:t>	3-  RÉJOUIS-TOI MON FRÈRE  VIS AU SOLEIL</a:t>
            </a:r>
          </a:p>
          <a:p>
            <a:r>
              <a:rPr lang="fr-FR" smtClean="0"/>
              <a:t>	Cheer up my brother live in the sunshine</a:t>
            </a:r>
          </a:p>
          <a:p>
            <a:r>
              <a:rPr lang="fr-FR" smtClean="0"/>
              <a:t> 	4-  NOUS COMPRENDRONS  TOUT DE PLUS EN PLUS </a:t>
            </a:r>
          </a:p>
          <a:p>
            <a:r>
              <a:rPr lang="fr-FR" smtClean="0"/>
              <a:t>	We'll understand it all by and by</a:t>
            </a:r>
          </a:p>
          <a:p>
            <a:endParaRPr lang="fr-FR" smtClean="0"/>
          </a:p>
          <a:p>
            <a:r>
              <a:rPr lang="fr-FR" smtClean="0"/>
              <a:t>5-  QUAND NOUS VERRONS JÉSUS </a:t>
            </a:r>
          </a:p>
          <a:p>
            <a:r>
              <a:rPr lang="fr-FR" smtClean="0"/>
              <a:t>When we see Jesus coming in glory</a:t>
            </a:r>
          </a:p>
          <a:p>
            <a:r>
              <a:rPr lang="fr-FR" smtClean="0"/>
              <a:t>6-  QUAND IL DESCENDRA DE SA DEMEURE AUX CIEUX </a:t>
            </a:r>
          </a:p>
          <a:p>
            <a:r>
              <a:rPr lang="fr-FR" smtClean="0"/>
              <a:t>When he comes down From his home in the sky</a:t>
            </a:r>
          </a:p>
          <a:p>
            <a:r>
              <a:rPr lang="fr-FR" smtClean="0"/>
              <a:t> 7-  NOUS LE RENCONTRERONS DANS CETTE BRILLANTE DEMEURE </a:t>
            </a:r>
          </a:p>
          <a:p>
            <a:r>
              <a:rPr lang="fr-FR" smtClean="0"/>
              <a:t>Then we shall meet him in that bright mansion</a:t>
            </a:r>
          </a:p>
          <a:p>
            <a:r>
              <a:rPr lang="fr-FR" smtClean="0"/>
              <a:t>8-  NOUS COMPRENDRONS  TOUT DE PLUS EN PLUS </a:t>
            </a:r>
          </a:p>
          <a:p>
            <a:r>
              <a:rPr lang="fr-FR" smtClean="0"/>
              <a:t>We'll understand it all by and by</a:t>
            </a:r>
          </a:p>
          <a:p>
            <a:endParaRPr lang="fr-FR" smtClean="0"/>
          </a:p>
          <a:p>
            <a:r>
              <a:rPr lang="fr-FR" smtClean="0"/>
              <a:t>	Refrain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UN PEU PLUS HAUT  NOUS SAURONS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Farther along we'll know all about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2-  UN PEU PLUS HAUT  NOUS SAURONS POURQUOI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Farther along we'll understand why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RÉJOUIS-TOI MON FRÈRE  VIS AU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Cheer up my brother live in the sunshine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4-  NOUS COMPRENDRONS  TOUT DE PLUS EN PLUS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We'll understand it all by and 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VERRONS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see Jesus coming in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 DESCENDRA DE SA DEMEURE AUX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he comes down From his home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7-  NOUS LE RENCONTRERONS DANS CETTE BRILLANTE DEMEURE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Then we shall meet him in that bright mansion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NOUS COMPRENDRONS  TOUT DE PLUS EN PLUS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We'll understand it all by and 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</a:t>
            </a: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</a:t>
            </a:r>
          </a:p>
          <a:p>
            <a:r>
              <a:rPr lang="fr-FR" smtClean="0"/>
              <a:t>	1-  UN PEU PLUS HAUT  NOUS SAURONS TOUT</a:t>
            </a:r>
          </a:p>
          <a:p>
            <a:r>
              <a:rPr lang="fr-FR" smtClean="0"/>
              <a:t>	Farther along we'll know all about it</a:t>
            </a:r>
          </a:p>
          <a:p>
            <a:r>
              <a:rPr lang="fr-FR" smtClean="0"/>
              <a:t> 	 2-  UN PEU PLUS HAUT  NOUS SAURONS POURQUOI </a:t>
            </a:r>
          </a:p>
          <a:p>
            <a:r>
              <a:rPr lang="fr-FR" smtClean="0"/>
              <a:t>	Farther along we'll understand why</a:t>
            </a:r>
          </a:p>
          <a:p>
            <a:r>
              <a:rPr lang="fr-FR" smtClean="0"/>
              <a:t>	3-  RÉJOUIS-TOI MON FRÈRE  VIS AU SOLEIL</a:t>
            </a:r>
          </a:p>
          <a:p>
            <a:r>
              <a:rPr lang="fr-FR" smtClean="0"/>
              <a:t>	Cheer up my brother live in the sunshine</a:t>
            </a:r>
          </a:p>
          <a:p>
            <a:r>
              <a:rPr lang="fr-FR" smtClean="0"/>
              <a:t> 	4-  NOUS COMPRENDRONS  TOUT DE PLUS EN PLUS </a:t>
            </a:r>
          </a:p>
          <a:p>
            <a:r>
              <a:rPr lang="fr-FR" smtClean="0"/>
              <a:t>	We'll understand it all by and by</a:t>
            </a:r>
          </a:p>
          <a:p>
            <a:endParaRPr lang="fr-FR" smtClean="0"/>
          </a:p>
          <a:p>
            <a:r>
              <a:rPr lang="fr-FR" smtClean="0"/>
              <a:t>5-  QUAND NOUS VERRONS JÉSUS </a:t>
            </a:r>
          </a:p>
          <a:p>
            <a:r>
              <a:rPr lang="fr-FR" smtClean="0"/>
              <a:t>When we see Jesus coming in glory</a:t>
            </a:r>
          </a:p>
          <a:p>
            <a:r>
              <a:rPr lang="fr-FR" smtClean="0"/>
              <a:t>6-  QUAND IL DESCENDRA DE SA DEMEURE AUX CIEUX </a:t>
            </a:r>
          </a:p>
          <a:p>
            <a:r>
              <a:rPr lang="fr-FR" smtClean="0"/>
              <a:t>When he comes down From his home in the sky</a:t>
            </a:r>
          </a:p>
          <a:p>
            <a:r>
              <a:rPr lang="fr-FR" smtClean="0"/>
              <a:t> 7-  NOUS LE RENCONTRERONS DANS CETTE BRILLANTE DEMEURE </a:t>
            </a:r>
          </a:p>
          <a:p>
            <a:r>
              <a:rPr lang="fr-FR" smtClean="0"/>
              <a:t>Then we shall meet him in that bright mansion</a:t>
            </a:r>
          </a:p>
          <a:p>
            <a:r>
              <a:rPr lang="fr-FR" smtClean="0"/>
              <a:t>8-  NOUS COMPRENDRONS  TOUT DE PLUS EN PLUS </a:t>
            </a:r>
          </a:p>
          <a:p>
            <a:r>
              <a:rPr lang="fr-FR" smtClean="0"/>
              <a:t>We'll understand it all by and by</a:t>
            </a:r>
          </a:p>
          <a:p>
            <a:endParaRPr lang="fr-FR" smtClean="0"/>
          </a:p>
          <a:p>
            <a:r>
              <a:rPr lang="fr-FR" smtClean="0"/>
              <a:t>	Refrain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UN PEU PLUS HAUT  NOUS SAURONS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Farther along we'll know all about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2-  UN PEU PLUS HAUT  NOUS SAURONS POURQUOI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Farther along we'll understand why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RÉJOUIS-TOI MON FRÈRE  VIS AU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Cheer up my brother live in the sunshine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4-  NOUS COMPRENDRONS  TOUT DE PLUS EN PLUS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We'll understand it all by and 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VERRONS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see Jesus coming in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 DESCENDRA DE SA DEMEURE AUX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he comes down From his home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7-  NOUS LE RENCONTRERONS DANS CETTE BRILLANTE DEMEURE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Then we shall meet him in that bright mansion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NOUS COMPRENDRONS  TOUT DE PLUS EN PLUS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We'll understand it all by and 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</a:t>
            </a: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</a:t>
            </a:r>
          </a:p>
          <a:p>
            <a:r>
              <a:rPr lang="fr-FR" smtClean="0"/>
              <a:t>	1-  UN PEU PLUS HAUT  NOUS SAURONS TOUT</a:t>
            </a:r>
          </a:p>
          <a:p>
            <a:r>
              <a:rPr lang="fr-FR" smtClean="0"/>
              <a:t>	Farther along we'll know all about it</a:t>
            </a:r>
          </a:p>
          <a:p>
            <a:r>
              <a:rPr lang="fr-FR" smtClean="0"/>
              <a:t> 	 2-  UN PEU PLUS HAUT  NOUS SAURONS POURQUOI </a:t>
            </a:r>
          </a:p>
          <a:p>
            <a:r>
              <a:rPr lang="fr-FR" smtClean="0"/>
              <a:t>	Farther along we'll understand why</a:t>
            </a:r>
          </a:p>
          <a:p>
            <a:r>
              <a:rPr lang="fr-FR" smtClean="0"/>
              <a:t>	3-  RÉJOUIS-TOI MON FRÈRE  VIS AU SOLEIL</a:t>
            </a:r>
          </a:p>
          <a:p>
            <a:r>
              <a:rPr lang="fr-FR" smtClean="0"/>
              <a:t>	Cheer up my brother live in the sunshine</a:t>
            </a:r>
          </a:p>
          <a:p>
            <a:r>
              <a:rPr lang="fr-FR" smtClean="0"/>
              <a:t> 	4-  NOUS COMPRENDRONS  TOUT DE PLUS EN PLUS </a:t>
            </a:r>
          </a:p>
          <a:p>
            <a:r>
              <a:rPr lang="fr-FR" smtClean="0"/>
              <a:t>	We'll understand it all by and by</a:t>
            </a:r>
          </a:p>
          <a:p>
            <a:endParaRPr lang="fr-FR" smtClean="0"/>
          </a:p>
          <a:p>
            <a:r>
              <a:rPr lang="fr-FR" smtClean="0"/>
              <a:t>5-  QUAND NOUS VERRONS JÉSUS </a:t>
            </a:r>
          </a:p>
          <a:p>
            <a:r>
              <a:rPr lang="fr-FR" smtClean="0"/>
              <a:t>When we see Jesus coming in glory</a:t>
            </a:r>
          </a:p>
          <a:p>
            <a:r>
              <a:rPr lang="fr-FR" smtClean="0"/>
              <a:t>6-  QUAND IL DESCENDRA DE SA DEMEURE AUX CIEUX </a:t>
            </a:r>
          </a:p>
          <a:p>
            <a:r>
              <a:rPr lang="fr-FR" smtClean="0"/>
              <a:t>When he comes down From his home in the sky</a:t>
            </a:r>
          </a:p>
          <a:p>
            <a:r>
              <a:rPr lang="fr-FR" smtClean="0"/>
              <a:t> 7-  NOUS LE RENCONTRERONS DANS CETTE BRILLANTE DEMEURE </a:t>
            </a:r>
          </a:p>
          <a:p>
            <a:r>
              <a:rPr lang="fr-FR" smtClean="0"/>
              <a:t>Then we shall meet him in that bright mansion</a:t>
            </a:r>
          </a:p>
          <a:p>
            <a:r>
              <a:rPr lang="fr-FR" smtClean="0"/>
              <a:t>8-  NOUS COMPRENDRONS  TOUT DE PLUS EN PLUS </a:t>
            </a:r>
          </a:p>
          <a:p>
            <a:r>
              <a:rPr lang="fr-FR" smtClean="0"/>
              <a:t>We'll understand it all by and by</a:t>
            </a:r>
          </a:p>
          <a:p>
            <a:endParaRPr lang="fr-FR" smtClean="0"/>
          </a:p>
          <a:p>
            <a:r>
              <a:rPr lang="fr-FR" smtClean="0"/>
              <a:t>	Refrain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UN PEU PLUS HAUT  NOUS SAURONS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Farther along we'll know all about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2-  UN PEU PLUS HAUT  NOUS SAURONS POURQUOI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Farther along we'll understand why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RÉJOUIS-TOI MON FRÈRE  VIS AU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Cheer up my brother live in the sunshine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4-  NOUS COMPRENDRONS  TOUT DE PLUS EN PLUS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We'll understand it all by and 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VERRONS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see Jesus coming in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 DESCENDRA DE SA DEMEURE AUX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he comes down From his home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7-  NOUS LE RENCONTRERONS DANS CETTE BRILLANTE DEMEURE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Then we shall meet him in that bright mansion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NOUS COMPRENDRONS  TOUT DE PLUS EN PLUS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We'll understand it all by and 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</a:t>
            </a: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</a:t>
            </a:r>
          </a:p>
          <a:p>
            <a:r>
              <a:rPr lang="fr-FR" smtClean="0"/>
              <a:t>	1-  UN PEU PLUS HAUT  NOUS SAURONS TOUT</a:t>
            </a:r>
          </a:p>
          <a:p>
            <a:r>
              <a:rPr lang="fr-FR" smtClean="0"/>
              <a:t>	Farther along we'll know all about it</a:t>
            </a:r>
          </a:p>
          <a:p>
            <a:r>
              <a:rPr lang="fr-FR" smtClean="0"/>
              <a:t> 	 2-  UN PEU PLUS HAUT  NOUS SAURONS POURQUOI </a:t>
            </a:r>
          </a:p>
          <a:p>
            <a:r>
              <a:rPr lang="fr-FR" smtClean="0"/>
              <a:t>	Farther along we'll understand why</a:t>
            </a:r>
          </a:p>
          <a:p>
            <a:r>
              <a:rPr lang="fr-FR" smtClean="0"/>
              <a:t>	3-  RÉJOUIS-TOI MON FRÈRE  VIS AU SOLEIL</a:t>
            </a:r>
          </a:p>
          <a:p>
            <a:r>
              <a:rPr lang="fr-FR" smtClean="0"/>
              <a:t>	Cheer up my brother live in the sunshine</a:t>
            </a:r>
          </a:p>
          <a:p>
            <a:r>
              <a:rPr lang="fr-FR" smtClean="0"/>
              <a:t> 	4-  NOUS COMPRENDRONS  TOUT DE PLUS EN PLUS </a:t>
            </a:r>
          </a:p>
          <a:p>
            <a:r>
              <a:rPr lang="fr-FR" smtClean="0"/>
              <a:t>	We'll understand it all by and by</a:t>
            </a:r>
          </a:p>
          <a:p>
            <a:endParaRPr lang="fr-FR" smtClean="0"/>
          </a:p>
          <a:p>
            <a:r>
              <a:rPr lang="fr-FR" smtClean="0"/>
              <a:t>5-  QUAND NOUS VERRONS JÉSUS </a:t>
            </a:r>
          </a:p>
          <a:p>
            <a:r>
              <a:rPr lang="fr-FR" smtClean="0"/>
              <a:t>When we see Jesus coming in glory</a:t>
            </a:r>
          </a:p>
          <a:p>
            <a:r>
              <a:rPr lang="fr-FR" smtClean="0"/>
              <a:t>6-  QUAND IL DESCENDRA DE SA DEMEURE AUX CIEUX </a:t>
            </a:r>
          </a:p>
          <a:p>
            <a:r>
              <a:rPr lang="fr-FR" smtClean="0"/>
              <a:t>When he comes down From his home in the sky</a:t>
            </a:r>
          </a:p>
          <a:p>
            <a:r>
              <a:rPr lang="fr-FR" smtClean="0"/>
              <a:t> 7-  NOUS LE RENCONTRERONS DANS CETTE BRILLANTE DEMEURE </a:t>
            </a:r>
          </a:p>
          <a:p>
            <a:r>
              <a:rPr lang="fr-FR" smtClean="0"/>
              <a:t>Then we shall meet him in that bright mansion</a:t>
            </a:r>
          </a:p>
          <a:p>
            <a:r>
              <a:rPr lang="fr-FR" smtClean="0"/>
              <a:t>8-  NOUS COMPRENDRONS  TOUT DE PLUS EN PLUS </a:t>
            </a:r>
          </a:p>
          <a:p>
            <a:r>
              <a:rPr lang="fr-FR" smtClean="0"/>
              <a:t>We'll understand it all by and by</a:t>
            </a:r>
          </a:p>
          <a:p>
            <a:endParaRPr lang="fr-FR" smtClean="0"/>
          </a:p>
          <a:p>
            <a:r>
              <a:rPr lang="fr-FR" smtClean="0"/>
              <a:t>	Refrain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UN PEU PLUS HAUT  NOUS SAURONS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Farther along we'll know all about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2-  UN PEU PLUS HAUT  NOUS SAURONS POURQUOI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Farther along we'll understand why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RÉJOUIS-TOI MON FRÈRE  VIS AU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Cheer up my brother live in the sunshine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4-  NOUS COMPRENDRONS  TOUT DE PLUS EN PLUS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We'll understand it all by and 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VERRONS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see Jesus coming in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 DESCENDRA DE SA DEMEURE AUX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he comes down From his home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7-  NOUS LE RENCONTRERONS DANS CETTE BRILLANTE DEMEURE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Then we shall meet him in that bright mansion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NOUS COMPRENDRONS  TOUT DE PLUS EN PLUS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We'll understand it all by and 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</a:t>
            </a: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</a:t>
            </a:r>
          </a:p>
          <a:p>
            <a:r>
              <a:rPr lang="fr-FR" smtClean="0"/>
              <a:t>	1-  UN PEU PLUS HAUT  NOUS SAURONS TOUT</a:t>
            </a:r>
          </a:p>
          <a:p>
            <a:r>
              <a:rPr lang="fr-FR" smtClean="0"/>
              <a:t>	Farther along we'll know all about it</a:t>
            </a:r>
          </a:p>
          <a:p>
            <a:r>
              <a:rPr lang="fr-FR" smtClean="0"/>
              <a:t> 	 2-  UN PEU PLUS HAUT  NOUS SAURONS POURQUOI </a:t>
            </a:r>
          </a:p>
          <a:p>
            <a:r>
              <a:rPr lang="fr-FR" smtClean="0"/>
              <a:t>	Farther along we'll understand why</a:t>
            </a:r>
          </a:p>
          <a:p>
            <a:r>
              <a:rPr lang="fr-FR" smtClean="0"/>
              <a:t>	3-  RÉJOUIS-TOI MON FRÈRE  VIS AU SOLEIL</a:t>
            </a:r>
          </a:p>
          <a:p>
            <a:r>
              <a:rPr lang="fr-FR" smtClean="0"/>
              <a:t>	Cheer up my brother live in the sunshine</a:t>
            </a:r>
          </a:p>
          <a:p>
            <a:r>
              <a:rPr lang="fr-FR" smtClean="0"/>
              <a:t> 	4-  NOUS COMPRENDRONS  TOUT DE PLUS EN PLUS </a:t>
            </a:r>
          </a:p>
          <a:p>
            <a:r>
              <a:rPr lang="fr-FR" smtClean="0"/>
              <a:t>	We'll understand it all by and by</a:t>
            </a:r>
          </a:p>
          <a:p>
            <a:endParaRPr lang="fr-FR" smtClean="0"/>
          </a:p>
          <a:p>
            <a:r>
              <a:rPr lang="fr-FR" smtClean="0"/>
              <a:t>5-  QUAND NOUS VERRONS JÉSUS </a:t>
            </a:r>
          </a:p>
          <a:p>
            <a:r>
              <a:rPr lang="fr-FR" smtClean="0"/>
              <a:t>When we see Jesus coming in glory</a:t>
            </a:r>
          </a:p>
          <a:p>
            <a:r>
              <a:rPr lang="fr-FR" smtClean="0"/>
              <a:t>6-  QUAND IL DESCENDRA DE SA DEMEURE AUX CIEUX </a:t>
            </a:r>
          </a:p>
          <a:p>
            <a:r>
              <a:rPr lang="fr-FR" smtClean="0"/>
              <a:t>When he comes down From his home in the sky</a:t>
            </a:r>
          </a:p>
          <a:p>
            <a:r>
              <a:rPr lang="fr-FR" smtClean="0"/>
              <a:t> 7-  NOUS LE RENCONTRERONS DANS CETTE BRILLANTE DEMEURE </a:t>
            </a:r>
          </a:p>
          <a:p>
            <a:r>
              <a:rPr lang="fr-FR" smtClean="0"/>
              <a:t>Then we shall meet him in that bright mansion</a:t>
            </a:r>
          </a:p>
          <a:p>
            <a:r>
              <a:rPr lang="fr-FR" smtClean="0"/>
              <a:t>8-  NOUS COMPRENDRONS  TOUT DE PLUS EN PLUS </a:t>
            </a:r>
          </a:p>
          <a:p>
            <a:r>
              <a:rPr lang="fr-FR" smtClean="0"/>
              <a:t>We'll understand it all by and by</a:t>
            </a:r>
          </a:p>
          <a:p>
            <a:endParaRPr lang="fr-FR" smtClean="0"/>
          </a:p>
          <a:p>
            <a:r>
              <a:rPr lang="fr-FR" smtClean="0"/>
              <a:t>	Refrain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UN PEU PLUS HAUT  NOUS SAURONS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Farther along we'll know all about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2-  UN PEU PLUS HAUT  NOUS SAURONS POURQUOI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Farther along we'll understand why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RÉJOUIS-TOI MON FRÈRE  VIS AU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Cheer up my brother live in the sunshine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4-  NOUS COMPRENDRONS  TOUT DE PLUS EN PLUS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We'll understand it all by and 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VERRONS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see Jesus coming in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 DESCENDRA DE SA DEMEURE AUX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he comes down From his home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7-  NOUS LE RENCONTRERONS DANS CETTE BRILLANTE DEMEURE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Then we shall meet him in that bright mansion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NOUS COMPRENDRONS  TOUT DE PLUS EN PLUS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We'll understand it all by and 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</a:t>
            </a: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</a:t>
            </a:r>
          </a:p>
          <a:p>
            <a:r>
              <a:rPr lang="fr-FR" smtClean="0"/>
              <a:t>	1-  UN PEU PLUS HAUT  NOUS SAURONS TOUT</a:t>
            </a:r>
          </a:p>
          <a:p>
            <a:r>
              <a:rPr lang="fr-FR" smtClean="0"/>
              <a:t>	Farther along we'll know all about it</a:t>
            </a:r>
          </a:p>
          <a:p>
            <a:r>
              <a:rPr lang="fr-FR" smtClean="0"/>
              <a:t> 	 2-  UN PEU PLUS HAUT  NOUS SAURONS POURQUOI </a:t>
            </a:r>
          </a:p>
          <a:p>
            <a:r>
              <a:rPr lang="fr-FR" smtClean="0"/>
              <a:t>	Farther along we'll understand why</a:t>
            </a:r>
          </a:p>
          <a:p>
            <a:r>
              <a:rPr lang="fr-FR" smtClean="0"/>
              <a:t>	3-  RÉJOUIS-TOI MON FRÈRE  VIS AU SOLEIL</a:t>
            </a:r>
          </a:p>
          <a:p>
            <a:r>
              <a:rPr lang="fr-FR" smtClean="0"/>
              <a:t>	Cheer up my brother live in the sunshine</a:t>
            </a:r>
          </a:p>
          <a:p>
            <a:r>
              <a:rPr lang="fr-FR" smtClean="0"/>
              <a:t> 	4-  NOUS COMPRENDRONS  TOUT DE PLUS EN PLUS </a:t>
            </a:r>
          </a:p>
          <a:p>
            <a:r>
              <a:rPr lang="fr-FR" smtClean="0"/>
              <a:t>	We'll understand it all by and by</a:t>
            </a:r>
          </a:p>
          <a:p>
            <a:endParaRPr lang="fr-FR" smtClean="0"/>
          </a:p>
          <a:p>
            <a:r>
              <a:rPr lang="fr-FR" smtClean="0"/>
              <a:t>5-  QUAND NOUS VERRONS JÉSUS </a:t>
            </a:r>
          </a:p>
          <a:p>
            <a:r>
              <a:rPr lang="fr-FR" smtClean="0"/>
              <a:t>When we see Jesus coming in glory</a:t>
            </a:r>
          </a:p>
          <a:p>
            <a:r>
              <a:rPr lang="fr-FR" smtClean="0"/>
              <a:t>6-  QUAND IL DESCENDRA DE SA DEMEURE AUX CIEUX </a:t>
            </a:r>
          </a:p>
          <a:p>
            <a:r>
              <a:rPr lang="fr-FR" smtClean="0"/>
              <a:t>When he comes down From his home in the sky</a:t>
            </a:r>
          </a:p>
          <a:p>
            <a:r>
              <a:rPr lang="fr-FR" smtClean="0"/>
              <a:t> 7-  NOUS LE RENCONTRERONS DANS CETTE BRILLANTE DEMEURE </a:t>
            </a:r>
          </a:p>
          <a:p>
            <a:r>
              <a:rPr lang="fr-FR" smtClean="0"/>
              <a:t>Then we shall meet him in that bright mansion</a:t>
            </a:r>
          </a:p>
          <a:p>
            <a:r>
              <a:rPr lang="fr-FR" smtClean="0"/>
              <a:t>8-  NOUS COMPRENDRONS  TOUT DE PLUS EN PLUS </a:t>
            </a:r>
          </a:p>
          <a:p>
            <a:r>
              <a:rPr lang="fr-FR" smtClean="0"/>
              <a:t>We'll understand it all by and by</a:t>
            </a:r>
          </a:p>
          <a:p>
            <a:endParaRPr lang="fr-FR" smtClean="0"/>
          </a:p>
          <a:p>
            <a:r>
              <a:rPr lang="fr-FR" smtClean="0"/>
              <a:t>	Refrain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4062D1-6BB2-4046-B842-0006692236D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DD5481-5E34-49CC-85E7-08A0770A3A4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13A06F-BB9B-4651-86A9-938D45E67E3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19E75B-D63A-4996-8A5A-03670E58760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703E44-1C6F-4E60-AFC3-830EA6D5B18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A7A092-D71E-4610-87BB-5A835F61ED7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78415C-AC34-4B94-BFDA-6EE22205CE1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87C581-5CAB-4CAB-BC9E-3991B4E11F4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37BCFD-03B6-419E-AF38-74A376D9868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A6DDA5-1514-40AF-B936-94D43B928A9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1CCDA1-44EF-4065-AD65-C0785DBCA09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CA0E3429-C462-45FC-AE07-C62F738858F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PEU PLUS HAUT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NOUS SAURONS TOUT</a:t>
            </a:r>
          </a:p>
          <a:p>
            <a:pPr algn="ctr">
              <a:lnSpc>
                <a:spcPct val="90000"/>
              </a:lnSpc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PEU PLUS HAUT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SAURONS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POURQUOI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RÉJOUIS-TOI MON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FRÈRE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SOLEIL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COMPRENDRONS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DE PLUS EN PLUS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NOUS VERRONS JÉSUS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IL DESCENDRA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 DEMEURE AUX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CIEUX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LE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RENCONTRERONS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CETTE BRILLANTE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DEMEURE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COMPRENDRONS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PLUS EN PLUS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1518</TotalTime>
  <Words>55</Words>
  <Application>Microsoft Office PowerPoint</Application>
  <PresentationFormat>On-screen Show (4:3)</PresentationFormat>
  <Paragraphs>336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My-t Yeahman</cp:lastModifiedBy>
  <cp:revision>156</cp:revision>
  <dcterms:created xsi:type="dcterms:W3CDTF">2002-08-17T10:50:50Z</dcterms:created>
  <dcterms:modified xsi:type="dcterms:W3CDTF">2017-07-08T22:57:25Z</dcterms:modified>
</cp:coreProperties>
</file>