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57" r:id="rId19"/>
    <p:sldId id="289" r:id="rId20"/>
    <p:sldId id="258" r:id="rId21"/>
    <p:sldId id="259" r:id="rId22"/>
    <p:sldId id="290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6228" autoAdjust="0"/>
    <p:restoredTop sz="37383" autoAdjust="0"/>
  </p:normalViewPr>
  <p:slideViewPr>
    <p:cSldViewPr>
      <p:cViewPr>
        <p:scale>
          <a:sx n="30" d="100"/>
          <a:sy n="30" d="100"/>
        </p:scale>
        <p:origin x="-124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62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F953432-7FBF-4A45-BF94-E88C3897861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C2B665-6D4A-423E-A99D-B7DD2F96E8C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TU TOMBERAS POUR UN RIEN You're </a:t>
            </a:r>
            <a:r>
              <a:rPr lang="en-US" dirty="0" err="1" smtClean="0"/>
              <a:t>Gonna</a:t>
            </a:r>
            <a:r>
              <a:rPr lang="en-US" dirty="0" smtClean="0"/>
              <a:t>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18 -  THE LORD JESUS DESERVES OUR PRAISE Le Seigneur </a:t>
            </a:r>
            <a:r>
              <a:rPr lang="en-US" dirty="0" err="1" smtClean="0"/>
              <a:t>Jésus</a:t>
            </a:r>
            <a:r>
              <a:rPr lang="en-US" dirty="0" smtClean="0"/>
              <a:t> 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Digne</a:t>
            </a:r>
            <a:r>
              <a:rPr lang="en-US" dirty="0" smtClean="0"/>
              <a:t> De </a:t>
            </a:r>
            <a:r>
              <a:rPr lang="en-US" dirty="0" err="1" smtClean="0"/>
              <a:t>Louanges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19 - WILL SOMEBODY SIMPLY AGREE </a:t>
            </a:r>
            <a:r>
              <a:rPr lang="en-US" dirty="0" err="1" smtClean="0"/>
              <a:t>Quelqu'un</a:t>
            </a:r>
            <a:r>
              <a:rPr lang="en-US" dirty="0" smtClean="0"/>
              <a:t> </a:t>
            </a:r>
            <a:r>
              <a:rPr lang="en-US" dirty="0" err="1" smtClean="0"/>
              <a:t>Est-il</a:t>
            </a:r>
            <a:r>
              <a:rPr lang="en-US" dirty="0" smtClean="0"/>
              <a:t> </a:t>
            </a:r>
            <a:r>
              <a:rPr lang="en-US" dirty="0" err="1" smtClean="0"/>
              <a:t>D'accord</a:t>
            </a:r>
            <a:r>
              <a:rPr lang="en-US" dirty="0" smtClean="0"/>
              <a:t> Avec </a:t>
            </a:r>
            <a:r>
              <a:rPr lang="en-US" dirty="0" err="1" smtClean="0"/>
              <a:t>Moi</a:t>
            </a: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20 -  WHERE TWO OR MORE ARE GATHERED IN HIS NAME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Où</a:t>
            </a:r>
            <a:r>
              <a:rPr lang="en-US" dirty="0" smtClean="0"/>
              <a:t> </a:t>
            </a:r>
            <a:r>
              <a:rPr lang="en-US" dirty="0" err="1" smtClean="0"/>
              <a:t>Deux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Trois</a:t>
            </a:r>
            <a:r>
              <a:rPr lang="en-US" dirty="0" smtClean="0"/>
              <a:t> </a:t>
            </a:r>
            <a:r>
              <a:rPr lang="en-US" dirty="0" err="1" smtClean="0"/>
              <a:t>S'assemblent</a:t>
            </a:r>
            <a:r>
              <a:rPr lang="en-US" dirty="0" smtClean="0"/>
              <a:t>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21-  HE SAID THERE HE WOULD BE Il A </a:t>
            </a:r>
            <a:r>
              <a:rPr lang="en-US" dirty="0" err="1" smtClean="0"/>
              <a:t>Dit</a:t>
            </a:r>
            <a:r>
              <a:rPr lang="en-US" dirty="0" smtClean="0"/>
              <a:t> </a:t>
            </a:r>
            <a:r>
              <a:rPr lang="en-US" dirty="0" err="1" smtClean="0"/>
              <a:t>Qu'il</a:t>
            </a:r>
            <a:r>
              <a:rPr lang="en-US" dirty="0" smtClean="0"/>
              <a:t> </a:t>
            </a:r>
            <a:r>
              <a:rPr lang="en-US" dirty="0" err="1" smtClean="0"/>
              <a:t>Serait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22 - I WANT TO SECOND THE MOTION Je Me Mets En Accord  Avec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Mouvement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23 -  TO CARRY OUT THE FATHER'S PLAN Pour </a:t>
            </a:r>
            <a:r>
              <a:rPr lang="en-US" dirty="0" err="1" smtClean="0"/>
              <a:t>Mener</a:t>
            </a:r>
            <a:r>
              <a:rPr lang="en-US" dirty="0" smtClean="0"/>
              <a:t> À Bien Le Plan Du </a:t>
            </a:r>
            <a:r>
              <a:rPr lang="en-US" dirty="0" err="1" smtClean="0"/>
              <a:t>Père</a:t>
            </a:r>
            <a:r>
              <a:rPr lang="en-US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28-  IF YOU DON'T STAND UP  FOR WHAT IS RIGHT</a:t>
            </a:r>
            <a:br>
              <a:rPr lang="en-US" dirty="0" smtClean="0"/>
            </a:br>
            <a:r>
              <a:rPr lang="en-US" dirty="0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33-  CAN I GET A WITNESS TO TESTIFY FOR THE LORD</a:t>
            </a:r>
            <a:br>
              <a:rPr lang="en-US" dirty="0" smtClean="0"/>
            </a:br>
            <a:r>
              <a:rPr lang="en-US" dirty="0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LE SEIGNEUR JÉSUS  EST DIGNE DE LOUANGES The Lord Jesus Deserves Our Praise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QUELQU'UN EST-IL D'ACCORD AVEC MOI ? Somebody Simply Agree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LÀ OÙ DEUX OU TROIS S'ASSEMBLENT EN SON NOM Where Two Or More Are Gathered In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IL A DIT QU'IL SERAIT LÀ He Said There He Would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ME METS EN ACCORD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POUR MENER À BIEN LE PLAN DU PÈRE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SI TU AIMES MON JÉSUS MONTRE-MOI TES MAINS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SI TU AIMES MON JÉSUS PRENDS POSITION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L’AIMES-TU ? OUI TOUS POUR LUI, DISONS OUI Then All In Favor Say I Do You Love Him Yes.  ALL IN FAVOR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TU NE TE LÈVES PAS POUR CE QUI EST JUSTE If You Don't Stand Up  For What Is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TU TOMBERAS POUR UN RIEN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VIENS ET DONNE TON VOTE À JÉSUS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REVENDIQUE-LE COMME TON ROI Claim Him As Your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JE ME METS EN ACCORD  AVEC CE MOUVEMENT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POUR MENER À BIEN LE PLAN DU PÈRE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QUELQU'UN PEUT TÉMOIGNER POUR LE SEIGNEUR Can I Get A Witness To Testify For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QUELQU'UN QUI N'A PAS HONTE DE SE TENIR À SA PAROLE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 ANGLAIS*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18 -  THE LORD JESUS DESERVES OUR PRAISE Le Seigneur Jésus  Est Digne De Louanges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19 - WILL SOMEBODY SIMPLY AGREE Quelqu'un Est-il D'accord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20 -  WHERE TWO OR MORE ARE GATHERED IN HIS NAME Là Où Deux Ou Trois S'assemblent En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HE SAID THERE HE WOULD BE Il A Dit Qu'il Serait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22 - I WANT TO SECOND THE MOTION Je Me Mets En Accord  Avec Ce Mouvement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23 -  TO CARRY OUT THE FATHER'S PLAN Pour Mener À Bien Le Plan Du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24-  SO IF YOU LOVE MY JESUS LET ME SEE YOUR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IF YOU LOVE MY JESUS TAKE A STAND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26-  THEN ALL IN FAVOR SAY I DO YOU LOVE HIM 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27-  ALL IN FAVOR SAY 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COME ON AND CAST YOUR VOTE FOR JESUS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CLAIM HIM AS YOUR KING I WANT TO SECOND THE MOTION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TO CARRY OUT THE FATHER'S PLAN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LE SEIGNEUR JÉSUS  EST DIGNE DE LOUANGES The Lord Jesus Deserves Our Praise </a:t>
            </a:r>
          </a:p>
          <a:p>
            <a:r>
              <a:rPr lang="en-US" smtClean="0"/>
              <a:t>2-  QUELQU'UN EST-IL D'ACCORD AVEC MOI ? Somebody Simply Agree</a:t>
            </a:r>
          </a:p>
          <a:p>
            <a:r>
              <a:rPr lang="en-US" smtClean="0"/>
              <a:t>3-  LÀ OÙ DEUX OU TROIS S'ASSEMBLENT EN SON NOM Where Two Or More Are Gathered In His Name</a:t>
            </a:r>
          </a:p>
          <a:p>
            <a:r>
              <a:rPr lang="en-US" smtClean="0"/>
              <a:t>4-  IL A DIT QU'IL SERAIT LÀ He Said There He Would Be</a:t>
            </a:r>
          </a:p>
          <a:p>
            <a:r>
              <a:rPr lang="en-US" smtClean="0"/>
              <a:t>5-  JE ME METS EN ACCORD AVEC CE MOUVEMENT I Want To Second The Motion</a:t>
            </a:r>
          </a:p>
          <a:p>
            <a:r>
              <a:rPr lang="en-US" smtClean="0"/>
              <a:t>6-  POUR MENER À BIEN LE PLAN DU PÈRE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7-  SI TU AIMES MON JÉSUS MONTRE-MOI TES MAINS So If You Love My Jesus Let Me See Your Hand</a:t>
            </a:r>
          </a:p>
          <a:p>
            <a:r>
              <a:rPr lang="en-US" smtClean="0"/>
              <a:t>	8-  SI TU AIMES MON JÉSUS PRENDS POSITION If You Love My Jesus Take A Stand Do You Love Him Yes</a:t>
            </a:r>
          </a:p>
          <a:p>
            <a:r>
              <a:rPr lang="en-US" smtClean="0"/>
              <a:t>	9-  L’AIMES-TU ? OUI TOUS POUR LUI, DISONS OUI Then All In Favor Say I Do You Love Him Yes.  ALL IN FAVOR</a:t>
            </a:r>
          </a:p>
          <a:p>
            <a:endParaRPr lang="en-US" smtClean="0"/>
          </a:p>
          <a:p>
            <a:r>
              <a:rPr lang="en-US" smtClean="0"/>
              <a:t>10-  SI TU NE TE LÈVES PAS POUR CE QUI EST JUSTE If You Don't Stand Up  For What Is Right</a:t>
            </a:r>
          </a:p>
          <a:p>
            <a:r>
              <a:rPr lang="en-US" smtClean="0"/>
              <a:t>11-  TU TOMBERAS POUR UN RIEN You're Gonna Fall For Anything</a:t>
            </a:r>
          </a:p>
          <a:p>
            <a:r>
              <a:rPr lang="en-US" smtClean="0"/>
              <a:t>12-  VIENS ET DONNE TON VOTE À JÉSUS Come On And Cast Your Vote For Jesus Christ</a:t>
            </a:r>
          </a:p>
          <a:p>
            <a:r>
              <a:rPr lang="en-US" smtClean="0"/>
              <a:t>13-  REVENDIQUE-LE COMME TON ROI Claim Him As Your King</a:t>
            </a:r>
          </a:p>
          <a:p>
            <a:r>
              <a:rPr lang="en-US" smtClean="0"/>
              <a:t>14-  JE ME METS EN ACCORD  AVEC CE MOUVEMENT I Want To Second The Motion</a:t>
            </a:r>
          </a:p>
          <a:p>
            <a:r>
              <a:rPr lang="en-US" smtClean="0"/>
              <a:t>15-  POUR MENER À BIEN LE PLAN DU PÈRE To Carry Out The Father's Plan</a:t>
            </a:r>
          </a:p>
          <a:p>
            <a:r>
              <a:rPr lang="en-US" smtClean="0"/>
              <a:t>	refrain</a:t>
            </a:r>
          </a:p>
          <a:p>
            <a:endParaRPr lang="en-US" smtClean="0"/>
          </a:p>
          <a:p>
            <a:r>
              <a:rPr lang="en-US" smtClean="0"/>
              <a:t>16-  QUELQU'UN PEUT TÉMOIGNER POUR LE SEIGNEUR Can I Get A Witness To Testify For The Lord</a:t>
            </a:r>
          </a:p>
          <a:p>
            <a:r>
              <a:rPr lang="en-US" smtClean="0"/>
              <a:t>17-  QUELQU'UN QUI N'A PAS HONTE DE SE TENIR À SA PAROLE Someone Who Is Not Ashamed To Stand Upon His Word</a:t>
            </a:r>
          </a:p>
          <a:p>
            <a:endParaRPr lang="en-US" smtClean="0"/>
          </a:p>
          <a:p>
            <a:r>
              <a:rPr lang="en-US" smtClean="0"/>
              <a:t>***** ANGLAIS* ****</a:t>
            </a:r>
          </a:p>
          <a:p>
            <a:r>
              <a:rPr lang="en-US" smtClean="0"/>
              <a:t>18 -  THE LORD JESUS DESERVES OUR PRAISE Le Seigneur Jésus  Est Digne De Louanges </a:t>
            </a:r>
          </a:p>
          <a:p>
            <a:r>
              <a:rPr lang="en-US" smtClean="0"/>
              <a:t>19 - WILL SOMEBODY SIMPLY AGREE Quelqu'un Est-il D'accord Avec Moi</a:t>
            </a:r>
          </a:p>
          <a:p>
            <a:r>
              <a:rPr lang="en-US" smtClean="0"/>
              <a:t>20 -  WHERE TWO OR MORE ARE GATHERED IN HIS NAME Là Où Deux Ou Trois S'assemblent En Son Nom </a:t>
            </a:r>
          </a:p>
          <a:p>
            <a:r>
              <a:rPr lang="en-US" smtClean="0"/>
              <a:t>21-  HE SAID THERE HE WOULD BE Il A Dit Qu'il Serait Là </a:t>
            </a:r>
          </a:p>
          <a:p>
            <a:r>
              <a:rPr lang="en-US" smtClean="0"/>
              <a:t>22 - I WANT TO SECOND THE MOTION Je Me Mets En Accord  Avec Ce Mouvement </a:t>
            </a:r>
          </a:p>
          <a:p>
            <a:r>
              <a:rPr lang="en-US" smtClean="0"/>
              <a:t>23 -  TO CARRY OUT THE FATHER'S PLAN Pour Mener À Bien Le Plan Du Père 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r>
              <a:rPr lang="en-US" smtClean="0"/>
              <a:t>	24-  SO IF YOU LOVE MY JESUS LET ME SEE YOUR HAND</a:t>
            </a:r>
          </a:p>
          <a:p>
            <a:r>
              <a:rPr lang="en-US" smtClean="0"/>
              <a:t>	25-  IF YOU LOVE MY JESUS TAKE A STAND DO YOU LOVE HIM YES</a:t>
            </a:r>
          </a:p>
          <a:p>
            <a:r>
              <a:rPr lang="en-US" smtClean="0"/>
              <a:t>	26-  THEN ALL IN FAVOR SAY I DO YOU LOVE HIM YES</a:t>
            </a:r>
          </a:p>
          <a:p>
            <a:r>
              <a:rPr lang="en-US" smtClean="0"/>
              <a:t>	27-  ALL IN FAVOR SAY I</a:t>
            </a:r>
          </a:p>
          <a:p>
            <a:endParaRPr lang="en-US" smtClean="0"/>
          </a:p>
          <a:p>
            <a:r>
              <a:rPr lang="en-US" smtClean="0"/>
              <a:t>28-  IF YOU DON'T STAND UP  FOR WHAT IS RIGHT</a:t>
            </a:r>
            <a:br>
              <a:rPr lang="en-US" smtClean="0"/>
            </a:br>
            <a:r>
              <a:rPr lang="en-US" smtClean="0"/>
              <a:t>29-  YOU'RE GONNA FALL FOR ANYTHING</a:t>
            </a:r>
          </a:p>
          <a:p>
            <a:r>
              <a:rPr lang="en-US" smtClean="0"/>
              <a:t>30-  COME ON AND CAST YOUR VOTE FOR JESUS CHRIST</a:t>
            </a:r>
          </a:p>
          <a:p>
            <a:r>
              <a:rPr lang="en-US" smtClean="0"/>
              <a:t>31-  CLAIM HIM AS YOUR KING I WANT TO SECOND THE MOTION</a:t>
            </a:r>
          </a:p>
          <a:p>
            <a:r>
              <a:rPr lang="en-US" smtClean="0"/>
              <a:t>32-  TO CARRY OUT THE FATHER'S PLAN</a:t>
            </a:r>
          </a:p>
          <a:p>
            <a:endParaRPr lang="en-US" smtClean="0"/>
          </a:p>
          <a:p>
            <a:r>
              <a:rPr lang="en-US" smtClean="0"/>
              <a:t>	Refrain:</a:t>
            </a:r>
          </a:p>
          <a:p>
            <a:endParaRPr lang="en-US" smtClean="0"/>
          </a:p>
          <a:p>
            <a:r>
              <a:rPr lang="en-US" smtClean="0"/>
              <a:t>33-  CAN I GET A WITNESS TO TESTIFY FOR THE LORD</a:t>
            </a:r>
            <a:br>
              <a:rPr lang="en-US" smtClean="0"/>
            </a:br>
            <a:r>
              <a:rPr lang="en-US" smtClean="0"/>
              <a:t>34-  SOMEONE WHO IS NOT ASHAMED TO STAND UPON HIS WORD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FB122-2AB2-4DE6-B218-E5D1E0BE2C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B05EF-D9D3-4905-A439-65ED657B38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92E12-0774-4DA9-A2B3-5C4A33D352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74D3B-3B78-4853-995A-33048C242F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4F19D-6FF9-45CE-9DFC-FBB89878EF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C4B1A-3259-4535-BAF5-6609934C15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81FA-D11A-4D8E-8A2C-42B07F2870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D95F4-0371-47F0-A738-1FA08B0DD2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61174-7E4D-4E1A-AF9E-016851A263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280E0F-08DC-491C-96C8-656266E79E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E9DCC-7445-4236-912F-F1952E4F9B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CE13095-9091-45BF-9C22-530C5E97D4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SEIGNEUR 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 DIGNE DE LOUANGES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QUELQU'UN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EST-IL D'ACCORD AVEC MOI ?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LÀ OÙ DEUX OU TROIS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S'ASSEMBLENT EN SON NOM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A DIT QU'IL SERAIT LÀ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METS EN ACCORD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CE MOUVEMENT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MENER À BIEN LE PLAN DU PÈRE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MON JÉSUS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MONTRE-MOI TES MAINS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MON JÉSUS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 POSITION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L’AIMES-TU ? OUI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POUR LUI, DISONS OUI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NE TE LÈVES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CE QUI EST JUSTE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TOMBERAS POUR UN RIEN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VIENS ET DONNE TON VOTE À JÉSUS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REVENDIQUE-LE COMME TON ROI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METS EN ACCORD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CE MOUVEMENT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MENER À BIEN LE PLAN DU PÈRE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QUELQU'UN PEUT TÉMOIGNER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POUR LE SEIGNEUR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QUELQU'UN QUI N'A PAS HONTE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SE TENIR À SA PAROLE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 LORD JESUS DESERVES OUR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PRAISE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WILL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SOMEBODY SIMPLY AGREE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WHERE TWO OR MORE ARE GATHERED IN HIS NAME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SAID THERE HE WOULD BE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WANT TO SECOND THE MOTION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CARRY OUT THE FATHER'S PLAN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 IF YOU LOVE MY JESUS LET ME SEE YOUR HAND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IF YOU LOVE MY JESUS TAKE A STAND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 YOU LOVE HIM YES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THEN ALL IN FAVOR SAY 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DO YOU LOVE HIM YES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ALL IN FAVOR SAY 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IF YOU DON'T STAND UP  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WHAT IS RIGHT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YOU'RE GONNA FALL FOR ANYTHING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COME ON AND CAST YOUR VOTE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JESUS CHRIST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CLAIM HIM AS YOUR KING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WANT TO SECOND THE MOTION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CARRY OUT THE FATHER'S PLAN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CAN I GET A WITNESS TO TESTIFY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FOR THE LORD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SOMEONE WHO IS NOT ASHAMED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STAND UPON HIS WORD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1597</Words>
  <Application>Microsoft Office PowerPoint</Application>
  <PresentationFormat>On-screen Show (4:3)</PresentationFormat>
  <Paragraphs>3106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53</cp:revision>
  <dcterms:created xsi:type="dcterms:W3CDTF">2002-08-17T13:12:10Z</dcterms:created>
  <dcterms:modified xsi:type="dcterms:W3CDTF">2014-11-08T18:33:30Z</dcterms:modified>
</cp:coreProperties>
</file>