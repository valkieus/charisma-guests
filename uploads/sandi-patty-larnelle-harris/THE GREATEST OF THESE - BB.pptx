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4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40" r:id="rId35"/>
    <p:sldId id="339" r:id="rId36"/>
    <p:sldId id="341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  <p:sldId id="352" r:id="rId48"/>
    <p:sldId id="353" r:id="rId49"/>
    <p:sldId id="354" r:id="rId50"/>
    <p:sldId id="355" r:id="rId51"/>
    <p:sldId id="356" r:id="rId52"/>
    <p:sldId id="357" r:id="rId53"/>
    <p:sldId id="358" r:id="rId54"/>
    <p:sldId id="359" r:id="rId55"/>
    <p:sldId id="360" r:id="rId56"/>
    <p:sldId id="361" r:id="rId57"/>
    <p:sldId id="362" r:id="rId58"/>
    <p:sldId id="363" r:id="rId59"/>
    <p:sldId id="364" r:id="rId60"/>
    <p:sldId id="365" r:id="rId61"/>
    <p:sldId id="366" r:id="rId62"/>
    <p:sldId id="367" r:id="rId63"/>
    <p:sldId id="368" r:id="rId64"/>
    <p:sldId id="369" r:id="rId65"/>
    <p:sldId id="370" r:id="rId6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678" y="-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D56890C-FFAC-4344-81B8-A46D46E9B75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2FE242C-5743-4123-8E0B-D570BB03BA4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QUAND JE PARLERAIS LES LANGUES  DES HOMMES ET DES ANGES</a:t>
            </a:r>
            <a:br>
              <a:rPr lang="fr-FR" dirty="0" smtClean="0"/>
            </a:br>
            <a:r>
              <a:rPr lang="fr-FR" dirty="0" smtClean="0"/>
              <a:t>2-  SANS AMOUR</a:t>
            </a:r>
            <a:br>
              <a:rPr lang="fr-FR" dirty="0" smtClean="0"/>
            </a:br>
            <a:r>
              <a:rPr lang="fr-FR" dirty="0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ET QUAND J'AURAIS LE DON DE PROPHÉTIE</a:t>
            </a:r>
            <a:br>
              <a:rPr lang="fr-FR" dirty="0" smtClean="0"/>
            </a:br>
            <a:r>
              <a:rPr lang="fr-FR" dirty="0" smtClean="0"/>
              <a:t>5-  LA SCIENCE DE TOUS LES MYSTÈRES ET TOUTE LA CONNAISSANCE</a:t>
            </a:r>
            <a:br>
              <a:rPr lang="fr-FR" dirty="0" smtClean="0"/>
            </a:br>
            <a:r>
              <a:rPr lang="fr-FR" dirty="0" smtClean="0"/>
              <a:t>6-  QUAND J'AURAIS MÊME LA FOI JUSQU'À TRANSPORTER DES MONTAGNES</a:t>
            </a:r>
            <a:br>
              <a:rPr lang="fr-FR" dirty="0" smtClean="0"/>
            </a:br>
            <a:r>
              <a:rPr lang="fr-FR" dirty="0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ET SI JE DONNAIS TOUS MES BIENS AU PAUVRE</a:t>
            </a:r>
            <a:br>
              <a:rPr lang="fr-FR" dirty="0" smtClean="0"/>
            </a:br>
            <a:r>
              <a:rPr lang="fr-FR" dirty="0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L’AMOUR EST PATIENT PLEIN DE BONTÉ L’AMOUR N'EST POINT ENVIEUX</a:t>
            </a:r>
            <a:br>
              <a:rPr lang="fr-FR" dirty="0" smtClean="0"/>
            </a:br>
            <a:r>
              <a:rPr lang="fr-FR" dirty="0" smtClean="0"/>
              <a:t>12-  NE SE VANTE POINT IL NE S'ENFLE POINT D'ORGUEIL</a:t>
            </a:r>
            <a:br>
              <a:rPr lang="fr-FR" dirty="0" smtClean="0"/>
            </a:br>
            <a:r>
              <a:rPr lang="fr-FR" dirty="0" smtClean="0"/>
              <a:t>13-  L’ IL NE FAIT RIEN DE MALHONNÊTE NE CHERCHE POINT SON INTÉRÊT</a:t>
            </a:r>
            <a:br>
              <a:rPr lang="fr-FR" dirty="0" smtClean="0"/>
            </a:br>
            <a:r>
              <a:rPr lang="fr-FR" dirty="0" smtClean="0"/>
              <a:t>14-  IL NE S'IRRITE POINT </a:t>
            </a:r>
            <a:br>
              <a:rPr lang="fr-FR" dirty="0" smtClean="0"/>
            </a:br>
            <a:r>
              <a:rPr lang="fr-FR" dirty="0" smtClean="0"/>
              <a:t>15-  ET NE SE SOUVIENT PAS DES ERREURS PASSÉES</a:t>
            </a:r>
            <a:br>
              <a:rPr lang="fr-FR" dirty="0" smtClean="0"/>
            </a:br>
            <a:r>
              <a:rPr lang="fr-FR" dirty="0" smtClean="0"/>
              <a:t>16-  L’AMOUR NE SE RÉJOUIT POINT DE L'INJUSTICE</a:t>
            </a:r>
            <a:br>
              <a:rPr lang="fr-FR" dirty="0" smtClean="0"/>
            </a:br>
            <a:r>
              <a:rPr lang="fr-FR" dirty="0" smtClean="0"/>
              <a:t>17-  MAIS IL SE RÉJOUIT DE LA VÉRITÉ</a:t>
            </a:r>
            <a:br>
              <a:rPr lang="fr-FR" dirty="0" smtClean="0"/>
            </a:br>
            <a:r>
              <a:rPr lang="fr-FR" dirty="0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L’AMOUR NE PÉRIT JAMAIS MAIS LES PROPHÉTIES PRENDRONT FIN</a:t>
            </a:r>
            <a:br>
              <a:rPr lang="fr-FR" dirty="0" smtClean="0"/>
            </a:br>
            <a:r>
              <a:rPr lang="fr-FR" dirty="0" smtClean="0"/>
              <a:t>20-  LES LANGUES CESSERONT LA CONNAISSANCE DISPARAÎTRA</a:t>
            </a:r>
            <a:br>
              <a:rPr lang="fr-FR" dirty="0" smtClean="0"/>
            </a:br>
            <a:r>
              <a:rPr lang="fr-FR" dirty="0" smtClean="0"/>
              <a:t>21-  CAR NOUS CONNAISSONS EN PARTIE ET NOUS PROPHÉTISONS EN PARTIE</a:t>
            </a:r>
            <a:br>
              <a:rPr lang="fr-FR" dirty="0" smtClean="0"/>
            </a:br>
            <a:r>
              <a:rPr lang="fr-FR" dirty="0" smtClean="0"/>
              <a:t>22-  MAIS QUAND CE QUI EST PARFAIT SERA VENU </a:t>
            </a:r>
            <a:br>
              <a:rPr lang="fr-FR" dirty="0" smtClean="0"/>
            </a:br>
            <a:r>
              <a:rPr lang="fr-FR" dirty="0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LORSQUE J'ÉTAIS ENFANT JE PARLAIS COMME UN ENFANT</a:t>
            </a:r>
            <a:br>
              <a:rPr lang="fr-FR" dirty="0" smtClean="0"/>
            </a:br>
            <a:r>
              <a:rPr lang="fr-FR" dirty="0" smtClean="0"/>
              <a:t>25-  JE PENSAIS COMME UN ENFANT JE RAISONNAIS COMME UN ENFANT</a:t>
            </a:r>
            <a:br>
              <a:rPr lang="fr-FR" dirty="0" smtClean="0"/>
            </a:br>
            <a:r>
              <a:rPr lang="fr-FR" dirty="0" smtClean="0"/>
              <a:t>26-  LORSQUE JE SUIS DEVENU HOMME</a:t>
            </a:r>
            <a:br>
              <a:rPr lang="fr-FR" dirty="0" smtClean="0"/>
            </a:br>
            <a:r>
              <a:rPr lang="fr-FR" dirty="0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AUJOURD'HUI  NOUS VOYONS AU MOYEN D'UN MIROIR</a:t>
            </a:r>
            <a:br>
              <a:rPr lang="fr-FR" dirty="0" smtClean="0"/>
            </a:br>
            <a:r>
              <a:rPr lang="fr-FR" dirty="0" smtClean="0"/>
              <a:t>29-  D'UNE MANIÈRE OBSCURE</a:t>
            </a:r>
            <a:br>
              <a:rPr lang="fr-FR" dirty="0" smtClean="0"/>
            </a:br>
            <a:r>
              <a:rPr lang="fr-FR" dirty="0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AUJOURD'HUI JE CONNAIS EN PARTIE</a:t>
            </a:r>
            <a:br>
              <a:rPr lang="fr-FR" dirty="0" smtClean="0"/>
            </a:br>
            <a:r>
              <a:rPr lang="fr-FR" dirty="0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IF I SPEAK IN THE TONGUES OF MEN AND OF ANGELS</a:t>
            </a:r>
            <a:br>
              <a:rPr lang="fr-FR" dirty="0" smtClean="0"/>
            </a:br>
            <a:r>
              <a:rPr lang="fr-FR" dirty="0" smtClean="0"/>
              <a:t>37-  BUT HAVE NOT LOVE</a:t>
            </a:r>
            <a:br>
              <a:rPr lang="fr-FR" dirty="0" smtClean="0"/>
            </a:br>
            <a:r>
              <a:rPr lang="fr-FR" dirty="0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AND IF I HAVE THE GIFT OF PROPHESY</a:t>
            </a:r>
            <a:br>
              <a:rPr lang="fr-FR" dirty="0" smtClean="0"/>
            </a:br>
            <a:r>
              <a:rPr lang="fr-FR" dirty="0" smtClean="0"/>
              <a:t>40-  AND CAN FATHOM ALL MYSTERIES AND ALL KNOWLEDGE</a:t>
            </a:r>
            <a:br>
              <a:rPr lang="fr-FR" dirty="0" smtClean="0"/>
            </a:br>
            <a:r>
              <a:rPr lang="fr-FR" dirty="0" smtClean="0"/>
              <a:t>41-  AND IF I HAVE A FAITH THAT CAN MOVE THE MOUNTAINS</a:t>
            </a:r>
            <a:br>
              <a:rPr lang="fr-FR" dirty="0" smtClean="0"/>
            </a:br>
            <a:r>
              <a:rPr lang="fr-FR" dirty="0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43-  IF I GIVE ALL I POSSESS TO THE POOR</a:t>
            </a:r>
            <a:br>
              <a:rPr lang="fr-FR" dirty="0" smtClean="0"/>
            </a:br>
            <a:r>
              <a:rPr lang="fr-FR" dirty="0" smtClean="0"/>
              <a:t>44-  AND SURRENDER MY BODY TO THE FLAMES</a:t>
            </a:r>
            <a:br>
              <a:rPr lang="fr-FR" dirty="0" smtClean="0"/>
            </a:br>
            <a:r>
              <a:rPr lang="fr-FR" dirty="0" smtClean="0"/>
              <a:t>45-  BUT HAVE NOT LOVE I GAIN NOTHING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LOVE IS PATIENT, LOVE IS KIND IT DOES NOT ENVY, DOES NOT BOAST </a:t>
            </a:r>
            <a:br>
              <a:rPr lang="fr-FR" dirty="0" smtClean="0"/>
            </a:br>
            <a:r>
              <a:rPr lang="fr-FR" dirty="0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48-  IT IS NOT EASILY ANGERED IT KEEPS NO RECORD OF WRONGS </a:t>
            </a:r>
            <a:br>
              <a:rPr lang="fr-FR" dirty="0" smtClean="0"/>
            </a:br>
            <a:r>
              <a:rPr lang="fr-FR" dirty="0" smtClean="0"/>
              <a:t>49-  LOVE DOES NOT DELIGHT IN EVIL BUT REJOICES WITH THE TRUTH</a:t>
            </a:r>
            <a:br>
              <a:rPr lang="fr-FR" dirty="0" smtClean="0"/>
            </a:br>
            <a:r>
              <a:rPr lang="fr-FR" dirty="0" smtClean="0"/>
              <a:t>50-  IT ALWAYS PROTECTS, ALWAYS TRUSTS ALWAYS HOPES, ALWAYS PERSEVERES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51-  LOVE NEVER FAILS</a:t>
            </a:r>
            <a:br>
              <a:rPr lang="fr-FR" dirty="0" smtClean="0"/>
            </a:br>
            <a:r>
              <a:rPr lang="fr-FR" dirty="0" smtClean="0"/>
              <a:t>52-  BUT WHERE THERE ARE PROPHECIES THEY WILL CEASE</a:t>
            </a:r>
            <a:br>
              <a:rPr lang="fr-FR" dirty="0" smtClean="0"/>
            </a:br>
            <a:r>
              <a:rPr lang="fr-FR" dirty="0" smtClean="0"/>
              <a:t>53-  WHERE THERE ARE TONGUES THEY WILL BE STILLED</a:t>
            </a:r>
            <a:br>
              <a:rPr lang="fr-FR" dirty="0" smtClean="0"/>
            </a:br>
            <a:r>
              <a:rPr lang="fr-FR" dirty="0" smtClean="0"/>
              <a:t>54-  WHERE THERE IS KNOWLEDGE IT WILL PASS AWAY</a:t>
            </a:r>
            <a:br>
              <a:rPr lang="fr-FR" dirty="0" smtClean="0"/>
            </a:br>
            <a:r>
              <a:rPr lang="fr-FR" dirty="0" smtClean="0"/>
              <a:t>55-  FOR WE KNOW IN PART AND WE PROPHESY IN PART</a:t>
            </a:r>
            <a:br>
              <a:rPr lang="fr-FR" dirty="0" smtClean="0"/>
            </a:br>
            <a:r>
              <a:rPr lang="fr-FR" dirty="0" smtClean="0"/>
              <a:t>56-  BUT WHEN PERFECTION COMES THE IMPERFECT DISAPPEARS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57-  WHEN I WAS A CHILD I TALKED LIKE A CHILD</a:t>
            </a:r>
            <a:br>
              <a:rPr lang="fr-FR" dirty="0" smtClean="0"/>
            </a:br>
            <a:r>
              <a:rPr lang="fr-FR" dirty="0" smtClean="0"/>
              <a:t>58-  I THOUGHT LIKE A CHILD I REASONED LIKE A CHILD</a:t>
            </a:r>
            <a:br>
              <a:rPr lang="fr-FR" dirty="0" smtClean="0"/>
            </a:br>
            <a:r>
              <a:rPr lang="fr-FR" dirty="0" smtClean="0"/>
              <a:t>59-  WHEN I BECAME A MAN I PUT MY CHILDISH WAYS BEHIND ME</a:t>
            </a:r>
            <a:br>
              <a:rPr lang="fr-FR" dirty="0" smtClean="0"/>
            </a:br>
            <a:r>
              <a:rPr lang="fr-FR" dirty="0" smtClean="0"/>
              <a:t>60-  NOW WE SEE BUT A POOR REFLECTION AS IN A MIRROR</a:t>
            </a:r>
            <a:br>
              <a:rPr lang="fr-FR" dirty="0" smtClean="0"/>
            </a:br>
            <a:r>
              <a:rPr lang="fr-FR" dirty="0" smtClean="0"/>
              <a:t>61-  THEN WE SHALL SEE FACE TO FACE</a:t>
            </a:r>
            <a:br>
              <a:rPr lang="fr-FR" dirty="0" smtClean="0"/>
            </a:br>
            <a:r>
              <a:rPr lang="fr-FR" dirty="0" smtClean="0"/>
              <a:t>62-  NOW I KNOW IN PART THEN I SHALL KNOW FULLY</a:t>
            </a:r>
            <a:br>
              <a:rPr lang="fr-FR" dirty="0" smtClean="0"/>
            </a:br>
            <a:r>
              <a:rPr lang="fr-FR" dirty="0" smtClean="0"/>
              <a:t>63-  EVEN AS I AM FULLY KNOWN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64-  AND NOW THESE THREE REMAIN FAITH, HOPE AND LOVE</a:t>
            </a:r>
            <a:br>
              <a:rPr lang="fr-FR" dirty="0" smtClean="0"/>
            </a:br>
            <a:r>
              <a:rPr lang="fr-FR" dirty="0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57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67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77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87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98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08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18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8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39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49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59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69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80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90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00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10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2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4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SI JE N'AI PAS L’AMOUR CELA NE ME SERT DE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MAINTENANT DONC CES TROIS CHOSES DEMEURENT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LA FOI, L'ESPÉRANCE, L’AMOUR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MAIS LA PLUS GRANDE DE CES CHOSES C'EST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5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PARLERAIS LES LANGUES  DES HOMMES ET DES ANGES</a:t>
            </a:r>
            <a:br>
              <a:rPr lang="fr-FR" smtClean="0"/>
            </a:br>
            <a:r>
              <a:rPr lang="fr-FR" smtClean="0"/>
              <a:t>2-  SANS AMOUR</a:t>
            </a:r>
            <a:br>
              <a:rPr lang="fr-FR" smtClean="0"/>
            </a:br>
            <a:r>
              <a:rPr lang="fr-FR" smtClean="0"/>
              <a:t>3-  JE NE SUIS QU’UN AIRAIN QUI RÉSONNE OU UNE CYMBALE QUI RETENTIT</a:t>
            </a:r>
          </a:p>
          <a:p>
            <a:endParaRPr lang="fr-FR" smtClean="0"/>
          </a:p>
          <a:p>
            <a:r>
              <a:rPr lang="fr-FR" smtClean="0"/>
              <a:t>4-  ET QUAND J'AURAIS LE DON DE PROPHÉTIE</a:t>
            </a:r>
            <a:br>
              <a:rPr lang="fr-FR" smtClean="0"/>
            </a:br>
            <a:r>
              <a:rPr lang="fr-FR" smtClean="0"/>
              <a:t>5-  LA SCIENCE DE TOUS LES MYSTÈRES ET TOUTE LA CONNAISSANCE</a:t>
            </a:r>
            <a:br>
              <a:rPr lang="fr-FR" smtClean="0"/>
            </a:br>
            <a:r>
              <a:rPr lang="fr-FR" smtClean="0"/>
              <a:t>6-  QUAND J'AURAIS MÊME LA FOI JUSQU'À TRANSPORTER DES MONTAGNES</a:t>
            </a:r>
            <a:br>
              <a:rPr lang="fr-FR" smtClean="0"/>
            </a:br>
            <a:r>
              <a:rPr lang="fr-FR" smtClean="0"/>
              <a:t>7-  SI JE N'AI PAS L’AMOUR JE NE SUIS RIEN</a:t>
            </a:r>
          </a:p>
          <a:p>
            <a:endParaRPr lang="fr-FR" smtClean="0"/>
          </a:p>
          <a:p>
            <a:r>
              <a:rPr lang="fr-FR" smtClean="0"/>
              <a:t>8-  ET SI JE DONNAIS TOUS MES BIENS AU PAUVRE</a:t>
            </a:r>
            <a:br>
              <a:rPr lang="fr-FR" smtClean="0"/>
            </a:br>
            <a:r>
              <a:rPr lang="fr-FR" smtClean="0"/>
              <a:t>9-  SI JE LIVRAIS MON CORPS POUR ÊTRE BRÛLÉ</a:t>
            </a:r>
          </a:p>
          <a:p>
            <a:r>
              <a:rPr lang="fr-FR" smtClean="0"/>
              <a:t>10-  SI JE N'AI PAS L’AMOUR CELA NE ME SERT DE RIEN</a:t>
            </a:r>
          </a:p>
          <a:p>
            <a:endParaRPr lang="fr-FR" smtClean="0"/>
          </a:p>
          <a:p>
            <a:r>
              <a:rPr lang="fr-FR" smtClean="0"/>
              <a:t>11-  L’AMOUR EST PATIENT PLEIN DE BONTÉ L’AMOUR N'EST POINT ENVIEUX</a:t>
            </a:r>
            <a:br>
              <a:rPr lang="fr-FR" smtClean="0"/>
            </a:br>
            <a:r>
              <a:rPr lang="fr-FR" smtClean="0"/>
              <a:t>12-  NE SE VANTE POINT IL NE S'ENFLE POINT D'ORGUEIL</a:t>
            </a:r>
            <a:br>
              <a:rPr lang="fr-FR" smtClean="0"/>
            </a:br>
            <a:r>
              <a:rPr lang="fr-FR" smtClean="0"/>
              <a:t>13-  L’ IL NE FAIT RIEN DE MALHONNÊTE NE CHERCHE POINT SON INTÉRÊT</a:t>
            </a:r>
            <a:br>
              <a:rPr lang="fr-FR" smtClean="0"/>
            </a:br>
            <a:r>
              <a:rPr lang="fr-FR" smtClean="0"/>
              <a:t>14-  IL NE S'IRRITE POINT </a:t>
            </a:r>
            <a:br>
              <a:rPr lang="fr-FR" smtClean="0"/>
            </a:br>
            <a:r>
              <a:rPr lang="fr-FR" smtClean="0"/>
              <a:t>15-  ET NE SE SOUVIENT PAS DES ERREURS PASSÉES</a:t>
            </a:r>
            <a:br>
              <a:rPr lang="fr-FR" smtClean="0"/>
            </a:br>
            <a:r>
              <a:rPr lang="fr-FR" smtClean="0"/>
              <a:t>16-  L’AMOUR NE SE RÉJOUIT POINT DE L'INJUSTICE</a:t>
            </a:r>
            <a:br>
              <a:rPr lang="fr-FR" smtClean="0"/>
            </a:br>
            <a:r>
              <a:rPr lang="fr-FR" smtClean="0"/>
              <a:t>17-  MAIS IL SE RÉJOUIT DE LA VÉRITÉ</a:t>
            </a:r>
            <a:br>
              <a:rPr lang="fr-FR" smtClean="0"/>
            </a:br>
            <a:r>
              <a:rPr lang="fr-FR" smtClean="0"/>
              <a:t>18-  IL EXCUSE TOUT, IL CROIT TOUT IL ESPÈRE TOUT, IL SUPPORTE TOUT</a:t>
            </a:r>
          </a:p>
          <a:p>
            <a:endParaRPr lang="fr-FR" smtClean="0"/>
          </a:p>
          <a:p>
            <a:r>
              <a:rPr lang="fr-FR" smtClean="0"/>
              <a:t>19-  L’AMOUR NE PÉRIT JAMAIS MAIS LES PROPHÉTIES PRENDRONT FIN</a:t>
            </a:r>
            <a:br>
              <a:rPr lang="fr-FR" smtClean="0"/>
            </a:br>
            <a:r>
              <a:rPr lang="fr-FR" smtClean="0"/>
              <a:t>20-  LES LANGUES CESSERONT LA CONNAISSANCE DISPARAÎTRA</a:t>
            </a:r>
            <a:br>
              <a:rPr lang="fr-FR" smtClean="0"/>
            </a:br>
            <a:r>
              <a:rPr lang="fr-FR" smtClean="0"/>
              <a:t>21-  CAR NOUS CONNAISSONS EN PARTIE ET NOUS PROPHÉTISONS EN PARTIE</a:t>
            </a:r>
            <a:br>
              <a:rPr lang="fr-FR" smtClean="0"/>
            </a:br>
            <a:r>
              <a:rPr lang="fr-FR" smtClean="0"/>
              <a:t>22-  MAIS QUAND CE QUI EST PARFAIT SERA VENU </a:t>
            </a:r>
            <a:br>
              <a:rPr lang="fr-FR" smtClean="0"/>
            </a:br>
            <a:r>
              <a:rPr lang="fr-FR" smtClean="0"/>
              <a:t>23-  CE QUI EST PARTIEL DISPARAÎTRA</a:t>
            </a:r>
          </a:p>
          <a:p>
            <a:endParaRPr lang="fr-FR" smtClean="0"/>
          </a:p>
          <a:p>
            <a:r>
              <a:rPr lang="fr-FR" smtClean="0"/>
              <a:t>24-  LORSQUE J'ÉTAIS ENFANT JE PARLAIS COMME UN ENFANT</a:t>
            </a:r>
            <a:br>
              <a:rPr lang="fr-FR" smtClean="0"/>
            </a:br>
            <a:r>
              <a:rPr lang="fr-FR" smtClean="0"/>
              <a:t>25-  JE PENSAIS COMME UN ENFANT JE RAISONNAIS COMME UN ENFANT</a:t>
            </a:r>
            <a:br>
              <a:rPr lang="fr-FR" smtClean="0"/>
            </a:br>
            <a:r>
              <a:rPr lang="fr-FR" smtClean="0"/>
              <a:t>26-  LORSQUE JE SUIS DEVENU HOMME</a:t>
            </a:r>
            <a:br>
              <a:rPr lang="fr-FR" smtClean="0"/>
            </a:br>
            <a:r>
              <a:rPr lang="fr-FR" smtClean="0"/>
              <a:t>27-  J'AI FAIT DISPARAÎTRE CE QUI ÉTAIT DE L'ENFANT</a:t>
            </a:r>
          </a:p>
          <a:p>
            <a:endParaRPr lang="fr-FR" smtClean="0"/>
          </a:p>
          <a:p>
            <a:r>
              <a:rPr lang="fr-FR" smtClean="0"/>
              <a:t>28-  AUJOURD'HUI  NOUS VOYONS AU MOYEN D'UN MIROIR</a:t>
            </a:r>
            <a:br>
              <a:rPr lang="fr-FR" smtClean="0"/>
            </a:br>
            <a:r>
              <a:rPr lang="fr-FR" smtClean="0"/>
              <a:t>29-  D'UNE MANIÈRE OBSCURE</a:t>
            </a:r>
            <a:br>
              <a:rPr lang="fr-FR" smtClean="0"/>
            </a:br>
            <a:r>
              <a:rPr lang="fr-FR" smtClean="0"/>
              <a:t>30-  MAIS ALORS NOUS VERRONS FACE À FACE</a:t>
            </a:r>
          </a:p>
          <a:p>
            <a:r>
              <a:rPr lang="fr-FR" smtClean="0"/>
              <a:t>31-  AUJOURD'HUI JE CONNAIS EN PARTIE</a:t>
            </a:r>
            <a:br>
              <a:rPr lang="fr-FR" smtClean="0"/>
            </a:br>
            <a:r>
              <a:rPr lang="fr-FR" smtClean="0"/>
              <a:t>32-  MAIS ALORS, JE CONNAÎTRAI PLEINEMENT COMME J'AI ÉTÉ CONNU</a:t>
            </a:r>
          </a:p>
          <a:p>
            <a:endParaRPr lang="fr-FR" smtClean="0"/>
          </a:p>
          <a:p>
            <a:r>
              <a:rPr lang="fr-FR" smtClean="0"/>
              <a:t>33-  MAINTENANT DONC CES TROIS CHOSES DEMEURENT</a:t>
            </a:r>
          </a:p>
          <a:p>
            <a:r>
              <a:rPr lang="fr-FR" smtClean="0"/>
              <a:t>34-  LA FOI, L'ESPÉRANCE, L’AMOUR </a:t>
            </a:r>
          </a:p>
          <a:p>
            <a:r>
              <a:rPr lang="fr-FR" smtClean="0"/>
              <a:t>35-  MAIS LA PLUS GRANDE DE CES CHOSES C'EST L’AMOUR</a:t>
            </a:r>
          </a:p>
          <a:p>
            <a:endParaRPr lang="fr-FR" smtClean="0"/>
          </a:p>
          <a:p>
            <a:r>
              <a:rPr lang="fr-FR" smtClean="0"/>
              <a:t>36-  IF I SPEAK IN THE TONGUES OF MEN AND OF ANGELS</a:t>
            </a:r>
            <a:br>
              <a:rPr lang="fr-FR" smtClean="0"/>
            </a:br>
            <a:r>
              <a:rPr lang="fr-FR" smtClean="0"/>
              <a:t>37-  BUT HAVE NOT LOVE</a:t>
            </a:r>
            <a:br>
              <a:rPr lang="fr-FR" smtClean="0"/>
            </a:br>
            <a:r>
              <a:rPr lang="fr-FR" smtClean="0"/>
              <a:t>38-  I AM ONLY A RESOUNDING GONG OR CLANGING CYMBAL</a:t>
            </a:r>
          </a:p>
          <a:p>
            <a:endParaRPr lang="fr-FR" smtClean="0"/>
          </a:p>
          <a:p>
            <a:r>
              <a:rPr lang="fr-FR" smtClean="0"/>
              <a:t>39-  AND IF I HAVE THE GIFT OF PROPHESY</a:t>
            </a:r>
            <a:br>
              <a:rPr lang="fr-FR" smtClean="0"/>
            </a:br>
            <a:r>
              <a:rPr lang="fr-FR" smtClean="0"/>
              <a:t>40-  AND CAN FATHOM ALL MYSTERIES AND ALL KNOWLEDGE</a:t>
            </a:r>
            <a:br>
              <a:rPr lang="fr-FR" smtClean="0"/>
            </a:br>
            <a:r>
              <a:rPr lang="fr-FR" smtClean="0"/>
              <a:t>41-  AND IF I HAVE A FAITH THAT CAN MOVE THE MOUNTAINS</a:t>
            </a:r>
            <a:br>
              <a:rPr lang="fr-FR" smtClean="0"/>
            </a:br>
            <a:r>
              <a:rPr lang="fr-FR" smtClean="0"/>
              <a:t>42-  BUT HAVE NOT LOVE I AM NOTHING</a:t>
            </a:r>
          </a:p>
          <a:p>
            <a:endParaRPr lang="fr-FR" smtClean="0"/>
          </a:p>
          <a:p>
            <a:r>
              <a:rPr lang="fr-FR" smtClean="0"/>
              <a:t>43-  IF I GIVE ALL I POSSESS TO THE POOR</a:t>
            </a:r>
            <a:br>
              <a:rPr lang="fr-FR" smtClean="0"/>
            </a:br>
            <a:r>
              <a:rPr lang="fr-FR" smtClean="0"/>
              <a:t>44-  AND SURRENDER MY BODY TO THE FLAMES</a:t>
            </a:r>
            <a:br>
              <a:rPr lang="fr-FR" smtClean="0"/>
            </a:br>
            <a:r>
              <a:rPr lang="fr-FR" smtClean="0"/>
              <a:t>45-  BUT HAVE NOT LOVE I GAIN NOTHING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46-  LOVE IS PATIENT, LOVE IS KIND IT DOES NOT ENVY, DOES NOT BOAST </a:t>
            </a:r>
            <a:br>
              <a:rPr lang="fr-FR" smtClean="0"/>
            </a:br>
            <a:r>
              <a:rPr lang="fr-FR" smtClean="0"/>
              <a:t>47-  IT IS NOT PROUD, IT IS NOT RUDE IT IS NOT SELF-SEEKING </a:t>
            </a:r>
          </a:p>
          <a:p>
            <a:r>
              <a:rPr lang="fr-FR" smtClean="0"/>
              <a:t>48-  IT IS NOT EASILY ANGERED IT KEEPS NO RECORD OF WRONGS </a:t>
            </a:r>
            <a:br>
              <a:rPr lang="fr-FR" smtClean="0"/>
            </a:br>
            <a:r>
              <a:rPr lang="fr-FR" smtClean="0"/>
              <a:t>49-  LOVE DOES NOT DELIGHT IN EVIL BUT REJOICES WITH THE TRUTH</a:t>
            </a:r>
            <a:br>
              <a:rPr lang="fr-FR" smtClean="0"/>
            </a:br>
            <a:r>
              <a:rPr lang="fr-FR" smtClean="0"/>
              <a:t>50-  IT ALWAYS PROTECTS, ALWAYS TRUSTS ALWAYS HOPES, ALWAYS PERSEVERES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51-  LOVE NEVER FAILS</a:t>
            </a:r>
            <a:br>
              <a:rPr lang="fr-FR" smtClean="0"/>
            </a:br>
            <a:r>
              <a:rPr lang="fr-FR" smtClean="0"/>
              <a:t>52-  BUT WHERE THERE ARE PROPHECIES THEY WILL CEASE</a:t>
            </a:r>
            <a:br>
              <a:rPr lang="fr-FR" smtClean="0"/>
            </a:br>
            <a:r>
              <a:rPr lang="fr-FR" smtClean="0"/>
              <a:t>53-  WHERE THERE ARE TONGUES THEY WILL BE STILLED</a:t>
            </a:r>
            <a:br>
              <a:rPr lang="fr-FR" smtClean="0"/>
            </a:br>
            <a:r>
              <a:rPr lang="fr-FR" smtClean="0"/>
              <a:t>54-  WHERE THERE IS KNOWLEDGE IT WILL PASS AWAY</a:t>
            </a:r>
            <a:br>
              <a:rPr lang="fr-FR" smtClean="0"/>
            </a:br>
            <a:r>
              <a:rPr lang="fr-FR" smtClean="0"/>
              <a:t>55-  FOR WE KNOW IN PART AND WE PROPHESY IN PART</a:t>
            </a:r>
            <a:br>
              <a:rPr lang="fr-FR" smtClean="0"/>
            </a:br>
            <a:r>
              <a:rPr lang="fr-FR" smtClean="0"/>
              <a:t>56-  BUT WHEN PERFECTION COMES THE IMPERFECT DISAPPEARS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57-  WHEN I WAS A CHILD I TALKED LIKE A CHILD</a:t>
            </a:r>
            <a:br>
              <a:rPr lang="fr-FR" smtClean="0"/>
            </a:br>
            <a:r>
              <a:rPr lang="fr-FR" smtClean="0"/>
              <a:t>58-  I THOUGHT LIKE A CHILD I REASONED LIKE A CHILD</a:t>
            </a:r>
            <a:br>
              <a:rPr lang="fr-FR" smtClean="0"/>
            </a:br>
            <a:r>
              <a:rPr lang="fr-FR" smtClean="0"/>
              <a:t>59-  WHEN I BECAME A MAN I PUT MY CHILDISH WAYS BEHIND ME</a:t>
            </a:r>
            <a:br>
              <a:rPr lang="fr-FR" smtClean="0"/>
            </a:br>
            <a:r>
              <a:rPr lang="fr-FR" smtClean="0"/>
              <a:t>60-  NOW WE SEE BUT A POOR REFLECTION AS IN A MIRROR</a:t>
            </a:r>
            <a:br>
              <a:rPr lang="fr-FR" smtClean="0"/>
            </a:br>
            <a:r>
              <a:rPr lang="fr-FR" smtClean="0"/>
              <a:t>61-  THEN WE SHALL SEE FACE TO FACE</a:t>
            </a:r>
            <a:br>
              <a:rPr lang="fr-FR" smtClean="0"/>
            </a:br>
            <a:r>
              <a:rPr lang="fr-FR" smtClean="0"/>
              <a:t>62-  NOW I KNOW IN PART THEN I SHALL KNOW FULLY</a:t>
            </a:r>
            <a:br>
              <a:rPr lang="fr-FR" smtClean="0"/>
            </a:br>
            <a:r>
              <a:rPr lang="fr-FR" smtClean="0"/>
              <a:t>63-  EVEN AS I AM FULLY KNOWN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64-  AND NOW THESE THREE REMAIN FAITH, HOPE AND LOVE</a:t>
            </a:r>
            <a:br>
              <a:rPr lang="fr-FR" smtClean="0"/>
            </a:br>
            <a:r>
              <a:rPr lang="fr-FR" smtClean="0"/>
              <a:t>65-  BUT THE GREATEST OF THESE IS LOVE THE GREATEST OF THESE IS LOVE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407DE0-5449-43CC-BD26-E60A2442D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23FC99-8380-49F4-B3F0-EC3C75DF00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D3B2D-FEB4-40AB-BAA2-36343E7521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AB38C9-52B3-4249-9AC2-F8A950B173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336EB-F259-4C64-BFFB-5000B099AA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E1CDF-DC69-478E-BF92-BD8710A064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AF6633-E2ED-4B9B-9AA3-A6FF5AF6D1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C9B8D0-413E-4CC8-AE59-66385B9066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E9410-6200-4E41-835F-F4B6D88925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F6842F-5238-4B15-BD45-E9C10ED741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7C37AE-E8DC-471F-A8FE-54E980C82C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4936529-D2AA-4C32-AB41-0E4C13ABE2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PARLERAIS LES LANGUES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HOMMES ET DES ANGES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AMOUR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SUIS QU’UN AIRAIN QUI RÉSONNE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 UNE CYMBALE QUI RETENTIT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J'AURAIS LE DON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PROPHÉTIE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SCIENCE DE TOUS LES MYSTÈRES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TOUTE LA CONNAISSANCE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J'AURAIS MÊME LA FOI JUSQU'À TRANSPORTER DES MONTAGNES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JE N'AI PAS L’AMOUR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NE SUIS RIEN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SI JE DONNAIS TOUS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BIENS AU PAUVRE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JE LIVRAIS MON CORPS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ÊTRE BRÛLÉ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JE N'AI PAS L’AMOUR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CELA NE ME SERT DE RIEN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EST PATIENT PLEIN DE BONTÉ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N'EST POINT ENVIEUX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SE VANTE POINT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NE S'ENFLE POINT D'ORGUEIL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 IL NE FAIT RIEN DE MALHONNÊTE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CHERCHE POINT SON INTÉRÊT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NE S'IRRITE POINT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NE SE SOUVIENT PAS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ERREURS PASSÉES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NE SE RÉJOUIT POINT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L'INJUSTICE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IL SE RÉJOUIT DE LA VÉRITÉ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EXCUSE TOUT, IL CROIT TOUT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IL ESPÈRE TOUT, IL SUPPORTE TOUT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NE PÉRIT JAMAIS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LES PROPHÉTIES PRENDRONT FIN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LANGUES CESSERONT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CONNAISSANCE DISPARAÎTRA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NOUS CONNAISSONS EN PARTIE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NOUS PROPHÉTISONS EN PARTIE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QUAND CE QUI EST PARFAIT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SERA VENU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QUI EST PARTIEL DISPARAÎTRA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LORSQUE J'ÉTAIS ENFANT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PARLAIS COMME UN ENFANT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PENSAIS COMME UN ENFANT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RAISONNAIS COMME UN ENFANT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LORSQUE JE SUIS DEVENU HOMME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FAIT DISPARAÎTRE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QUI ÉTAIT DE L'ENFANT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AUJOURD'HUI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VOYONS AU MOYEN D'UN MIROIR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D'UNE MANIÈRE OBSCURE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ALORS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VERRONS FACE À 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AUJOURD'HUI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CONNAIS EN PARTIE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ALORS, JE CONNAÎTRAI PLEINEMENT COMME J'AI ÉTÉ CONNU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 DONC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 TROIS CHOSES DEMEURENT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FOI, L'ESPÉRANCE, L’AMOUR 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LA PLUS GRANDE DE CES CHOSES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L’AMOUR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IF I SPEAK IN THE TONGUES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OF MEN AND OF ANGELS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HAVE NOT LOVE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AM ONLY A RESOUNDING GONG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OR CLANGING CYMBAL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IF I HAVE THE GIFT OF PROPHESY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CAN FATHOM ALL MYSTERIES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ALL KNOWLEDGE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IF I HAVE A FAITH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THAT CAN MOVE THE MOUNTAINS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HAVE NOT LOVE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AM NOTHING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IF I GIVE ALL I POSSESS TO THE POOR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SURRENDER MY BODY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 THE FLAMES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HAVE NOT LOVE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GAIN NOTHING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LOVE IS PATIENT, LOVE IS KIND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IT DOES NOT ENVY, DOES NOT BOAST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 IS NOT PROUD, IT IS NOT RUDE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IT IS NOT SELF-SEEKING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 IS NOT EASILY ANGERED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IT KEEPS NO RECORD OF WRONGS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LOVE DOES NOT DELIGHT IN EVIL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REJOICES WITH THE TRUTH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 ALWAYS PROTECTS, ALWAYS TRUSTS ALWAYS HOPES, ALWAYS PERSEVERES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LOVE NEVER FAILS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WHERE THERE ARE PROPHECIES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THEY WILL CEASE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WHERE THERE ARE TONGUES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THEY WILL BE STILLED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WHERE THERE IS KNOWLEDGE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 WILL PASS AWAY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 WE KNOW IN PART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WE PROPHESY IN PART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WHEN PERFECTION COMES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IMPERFECT DISAPPEARS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WHEN I WAS A CHILD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TALKED LIKE A CHILD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THOUGHT LIKE A CHILD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I REASONED LIKE A CHILD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WHEN I BECAME A MAN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PUT MY CHILDISH WAYS BEHIND ME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NOW WE SEE BUT A POOR REFLECTION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 IN A MIRROR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THEN WE SHALL SEE FACE TO FACE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NOW I KNOW IN PART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THEN I SHALL KNOW FULLY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EVEN AS I AM FULLY KNOWN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NOW THESE THREE REMAIN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FAITH, HOPE AND LOVE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THE GREATEST OF THESE IS LOVE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GREATEST OF THESE IS LOVE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3065</TotalTime>
  <Words>1772</Words>
  <Application>Microsoft Office PowerPoint</Application>
  <PresentationFormat>On-screen Show (4:3)</PresentationFormat>
  <Paragraphs>3965</Paragraphs>
  <Slides>65</Slides>
  <Notes>65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65</vt:i4>
      </vt:variant>
    </vt:vector>
  </HeadingPairs>
  <TitlesOfParts>
    <vt:vector size="69" baseType="lpstr">
      <vt:lpstr>Franklin Gothic Medium</vt:lpstr>
      <vt:lpstr>Arial</vt:lpstr>
      <vt:lpstr>Calibri</vt:lpstr>
      <vt:lpstr>Default Design</vt:lpstr>
      <vt:lpstr>QUAND JE PARLERAIS LES LANGUES  DES HOMMES ET DES ANGES </vt:lpstr>
      <vt:lpstr>SANS AMOUR </vt:lpstr>
      <vt:lpstr>JE NE SUIS QU’UN AIRAIN QUI RÉSONNE  OU UNE CYMBALE QUI RETENTIT</vt:lpstr>
      <vt:lpstr>ET QUAND J'AURAIS LE DON  DE PROPHÉTIE </vt:lpstr>
      <vt:lpstr>LA SCIENCE DE TOUS LES MYSTÈRES  ET TOUTE LA CONNAISSANCE </vt:lpstr>
      <vt:lpstr>QUAND J'AURAIS MÊME LA FOI JUSQU'À TRANSPORTER DES MONTAGNES </vt:lpstr>
      <vt:lpstr>SI JE N'AI PAS L’AMOUR  JE NE SUIS RIEN</vt:lpstr>
      <vt:lpstr>ET SI JE DONNAIS TOUS  MES BIENS AU PAUVRE </vt:lpstr>
      <vt:lpstr>SI JE LIVRAIS MON CORPS  POUR ÊTRE BRÛLÉ </vt:lpstr>
      <vt:lpstr>SI JE N'AI PAS L’AMOUR CELA NE ME SERT DE RIEN</vt:lpstr>
      <vt:lpstr>L’AMOUR EST PATIENT PLEIN DE BONTÉ L’AMOUR N'EST POINT ENVIEUX </vt:lpstr>
      <vt:lpstr>NE SE VANTE POINT IL NE S'ENFLE POINT D'ORGUEIL </vt:lpstr>
      <vt:lpstr>L’ IL NE FAIT RIEN DE MALHONNÊTE NE CHERCHE POINT SON INTÉRÊT </vt:lpstr>
      <vt:lpstr>IL NE S'IRRITE POINT  </vt:lpstr>
      <vt:lpstr>ET NE SE SOUVIENT PAS  DES ERREURS PASSÉES </vt:lpstr>
      <vt:lpstr>L’AMOUR NE SE RÉJOUIT POINT  DE L'INJUSTICE </vt:lpstr>
      <vt:lpstr>MAIS IL SE RÉJOUIT DE LA VÉRITÉ </vt:lpstr>
      <vt:lpstr>IL EXCUSE TOUT, IL CROIT TOUT  IL ESPÈRE TOUT, IL SUPPORTE TOUT</vt:lpstr>
      <vt:lpstr>L’AMOUR NE PÉRIT JAMAIS MAIS LES PROPHÉTIES PRENDRONT FIN </vt:lpstr>
      <vt:lpstr>LES LANGUES CESSERONT LA CONNAISSANCE DISPARAÎTRA </vt:lpstr>
      <vt:lpstr>CAR NOUS CONNAISSONS EN PARTIE ET NOUS PROPHÉTISONS EN PARTIE </vt:lpstr>
      <vt:lpstr>MAIS QUAND CE QUI EST PARFAIT  SERA VENU  </vt:lpstr>
      <vt:lpstr>CE QUI EST PARTIEL DISPARAÎTRA</vt:lpstr>
      <vt:lpstr>LORSQUE J'ÉTAIS ENFANT JE PARLAIS COMME UN ENFANT </vt:lpstr>
      <vt:lpstr>JE PENSAIS COMME UN ENFANT JE RAISONNAIS COMME UN ENFANT </vt:lpstr>
      <vt:lpstr>LORSQUE JE SUIS DEVENU HOMME </vt:lpstr>
      <vt:lpstr>J'AI FAIT DISPARAÎTRE  CE QUI ÉTAIT DE L'ENFANT</vt:lpstr>
      <vt:lpstr>AUJOURD'HUI  NOUS VOYONS AU MOYEN D'UN MIROIR </vt:lpstr>
      <vt:lpstr>D'UNE MANIÈRE OBSCURE </vt:lpstr>
      <vt:lpstr>MAIS ALORS  NOUS VERRONS FACE À FACE</vt:lpstr>
      <vt:lpstr>AUJOURD'HUI  JE CONNAIS EN PARTIE </vt:lpstr>
      <vt:lpstr>MAIS ALORS, JE CONNAÎTRAI PLEINEMENT COMME J'AI ÉTÉ CONNU</vt:lpstr>
      <vt:lpstr>MAINTENANT DONC  CES TROIS CHOSES DEMEURENT</vt:lpstr>
      <vt:lpstr>LA FOI, L'ESPÉRANCE, L’AMOUR    </vt:lpstr>
      <vt:lpstr>MAIS LA PLUS GRANDE DE CES CHOSES  C'EST L’AMOUR</vt:lpstr>
      <vt:lpstr>IF I SPEAK IN THE TONGUES  OF MEN AND OF ANGELS </vt:lpstr>
      <vt:lpstr>BUT HAVE NOT LOVE </vt:lpstr>
      <vt:lpstr>I AM ONLY A RESOUNDING GONG  OR CLANGING CYMBAL</vt:lpstr>
      <vt:lpstr>AND IF I HAVE THE GIFT OF PROPHESY </vt:lpstr>
      <vt:lpstr>AND CAN FATHOM ALL MYSTERIES  AND ALL KNOWLEDGE </vt:lpstr>
      <vt:lpstr>AND IF I HAVE A FAITH  THAT CAN MOVE THE MOUNTAINS </vt:lpstr>
      <vt:lpstr>BUT HAVE NOT LOVE I AM NOTHING</vt:lpstr>
      <vt:lpstr>IF I GIVE ALL I POSSESS TO THE POOR  </vt:lpstr>
      <vt:lpstr>AND SURRENDER MY BODY  TO THE FLAMES </vt:lpstr>
      <vt:lpstr>BUT HAVE NOT LOVE I GAIN NOTHING </vt:lpstr>
      <vt:lpstr>LOVE IS PATIENT, LOVE IS KIND  IT DOES NOT ENVY, DOES NOT BOAST  </vt:lpstr>
      <vt:lpstr>IT IS NOT PROUD, IT IS NOT RUDE  IT IS NOT SELF-SEEKING   </vt:lpstr>
      <vt:lpstr>IT IS NOT EASILY ANGERED  IT KEEPS NO RECORD OF WRONGS  </vt:lpstr>
      <vt:lpstr>LOVE DOES NOT DELIGHT IN EVIL  BUT REJOICES WITH THE TRUTH  </vt:lpstr>
      <vt:lpstr>IT ALWAYS PROTECTS, ALWAYS TRUSTS ALWAYS HOPES, ALWAYS PERSEVERES  </vt:lpstr>
      <vt:lpstr>LOVE NEVER FAILS  </vt:lpstr>
      <vt:lpstr>BUT WHERE THERE ARE PROPHECIES  THEY WILL CEASE </vt:lpstr>
      <vt:lpstr>WHERE THERE ARE TONGUES  THEY WILL BE STILLED  </vt:lpstr>
      <vt:lpstr>WHERE THERE IS KNOWLEDGE  IT WILL PASS AWAY  </vt:lpstr>
      <vt:lpstr>FOR WE KNOW IN PART  AND WE PROPHESY IN PART  </vt:lpstr>
      <vt:lpstr>BUT WHEN PERFECTION COMES  THE IMPERFECT DISAPPEARS  </vt:lpstr>
      <vt:lpstr>WHEN I WAS A CHILD  I TALKED LIKE A CHILD </vt:lpstr>
      <vt:lpstr>I THOUGHT LIKE A CHILD  I REASONED LIKE A CHILD  </vt:lpstr>
      <vt:lpstr>WHEN I BECAME A MAN  I PUT MY CHILDISH WAYS BEHIND ME </vt:lpstr>
      <vt:lpstr>NOW WE SEE BUT A POOR REFLECTION  AS IN A MIRROR </vt:lpstr>
      <vt:lpstr>THEN WE SHALL SEE FACE TO FACE   </vt:lpstr>
      <vt:lpstr>NOW I KNOW IN PART  THEN I SHALL KNOW FULLY  </vt:lpstr>
      <vt:lpstr>EVEN AS I AM FULLY KNOWN  </vt:lpstr>
      <vt:lpstr>AND NOW THESE THREE REMAIN FAITH, HOPE AND LOVE </vt:lpstr>
      <vt:lpstr>BUT THE GREATEST OF THESE IS LOVE THE GREATEST OF THESE IS LOVE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135</cp:revision>
  <dcterms:created xsi:type="dcterms:W3CDTF">2002-08-17T10:50:50Z</dcterms:created>
  <dcterms:modified xsi:type="dcterms:W3CDTF">2014-11-08T14:19:09Z</dcterms:modified>
</cp:coreProperties>
</file>