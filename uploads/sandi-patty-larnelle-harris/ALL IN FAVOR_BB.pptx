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57" r:id="rId19"/>
    <p:sldId id="289" r:id="rId20"/>
    <p:sldId id="258" r:id="rId21"/>
    <p:sldId id="259" r:id="rId22"/>
    <p:sldId id="290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28" autoAdjust="0"/>
    <p:restoredTop sz="38581" autoAdjust="0"/>
  </p:normalViewPr>
  <p:slideViewPr>
    <p:cSldViewPr>
      <p:cViewPr>
        <p:scale>
          <a:sx n="30" d="100"/>
          <a:sy n="30" d="100"/>
        </p:scale>
        <p:origin x="-11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78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EBF94CC-D0BB-4FE9-AC19-1E8E871C617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75332CE-26D1-4032-AF38-4BF1924C988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Do You Love Him </a:t>
            </a:r>
            <a:r>
              <a:rPr lang="en-US" dirty="0" err="1" smtClean="0"/>
              <a:t>YesThen</a:t>
            </a:r>
            <a:r>
              <a:rPr lang="en-US" dirty="0" smtClean="0"/>
              <a:t>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You're </a:t>
            </a:r>
            <a:r>
              <a:rPr lang="en-US" dirty="0" err="1" smtClean="0"/>
              <a:t>Gonna</a:t>
            </a:r>
            <a:r>
              <a:rPr lang="en-US" dirty="0" smtClean="0"/>
              <a:t>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18 -  THE LORD JESUS DESERVES OUR PRAISE Le Seigneur </a:t>
            </a:r>
            <a:r>
              <a:rPr lang="en-US" dirty="0" err="1" smtClean="0"/>
              <a:t>Jésus</a:t>
            </a:r>
            <a:r>
              <a:rPr lang="en-US" dirty="0" smtClean="0"/>
              <a:t> 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Digne</a:t>
            </a:r>
            <a:r>
              <a:rPr lang="en-US" dirty="0" smtClean="0"/>
              <a:t> De </a:t>
            </a:r>
            <a:r>
              <a:rPr lang="en-US" dirty="0" err="1" smtClean="0"/>
              <a:t>Louanges</a:t>
            </a:r>
            <a:r>
              <a:rPr lang="en-US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19 - WILL SOMEBODY SIMPLY AGREE </a:t>
            </a:r>
            <a:r>
              <a:rPr lang="en-US" dirty="0" err="1" smtClean="0"/>
              <a:t>Quelqu'un</a:t>
            </a:r>
            <a:r>
              <a:rPr lang="en-US" dirty="0" smtClean="0"/>
              <a:t> </a:t>
            </a:r>
            <a:r>
              <a:rPr lang="en-US" dirty="0" err="1" smtClean="0"/>
              <a:t>Est-il</a:t>
            </a:r>
            <a:r>
              <a:rPr lang="en-US" dirty="0" smtClean="0"/>
              <a:t> </a:t>
            </a:r>
            <a:r>
              <a:rPr lang="en-US" dirty="0" err="1" smtClean="0"/>
              <a:t>D'accord</a:t>
            </a:r>
            <a:r>
              <a:rPr lang="en-US" dirty="0" smtClean="0"/>
              <a:t> Avec </a:t>
            </a:r>
            <a:r>
              <a:rPr lang="en-US" dirty="0" err="1" smtClean="0"/>
              <a:t>Moi</a:t>
            </a: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20 -  WHERE TWO OR MORE ARE GATHERED IN HIS NAME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Où</a:t>
            </a:r>
            <a:r>
              <a:rPr lang="en-US" dirty="0" smtClean="0"/>
              <a:t> </a:t>
            </a:r>
            <a:r>
              <a:rPr lang="en-US" dirty="0" err="1" smtClean="0"/>
              <a:t>Deux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Trois</a:t>
            </a:r>
            <a:r>
              <a:rPr lang="en-US" dirty="0" smtClean="0"/>
              <a:t> </a:t>
            </a:r>
            <a:r>
              <a:rPr lang="en-US" dirty="0" err="1" smtClean="0"/>
              <a:t>S'assemblent</a:t>
            </a:r>
            <a:r>
              <a:rPr lang="en-US" dirty="0" smtClean="0"/>
              <a:t>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21-  HE SAID THERE HE WOULD BE Il A </a:t>
            </a:r>
            <a:r>
              <a:rPr lang="en-US" dirty="0" err="1" smtClean="0"/>
              <a:t>Dit</a:t>
            </a:r>
            <a:r>
              <a:rPr lang="en-US" dirty="0" smtClean="0"/>
              <a:t> </a:t>
            </a:r>
            <a:r>
              <a:rPr lang="en-US" dirty="0" err="1" smtClean="0"/>
              <a:t>Qu'il</a:t>
            </a:r>
            <a:r>
              <a:rPr lang="en-US" dirty="0" smtClean="0"/>
              <a:t> </a:t>
            </a:r>
            <a:r>
              <a:rPr lang="en-US" dirty="0" err="1" smtClean="0"/>
              <a:t>Serait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22 - I WANT TO SECOND THE MOTION Je Me Mets En Accord  Avec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Mouvement</a:t>
            </a:r>
            <a:r>
              <a:rPr lang="en-US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23 -  TO CARRY OUT THE FATHER'S PLAN Pour </a:t>
            </a:r>
            <a:r>
              <a:rPr lang="en-US" dirty="0" err="1" smtClean="0"/>
              <a:t>Mener</a:t>
            </a:r>
            <a:r>
              <a:rPr lang="en-US" dirty="0" smtClean="0"/>
              <a:t> À Bien Le Plan Du </a:t>
            </a:r>
            <a:r>
              <a:rPr lang="en-US" dirty="0" err="1" smtClean="0"/>
              <a:t>Père</a:t>
            </a:r>
            <a:r>
              <a:rPr lang="en-US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28-  IF YOU DON'T STAND UP  FOR WHAT IS RIGHT</a:t>
            </a:r>
            <a:br>
              <a:rPr lang="en-US" dirty="0" smtClean="0"/>
            </a:br>
            <a:r>
              <a:rPr lang="en-US" dirty="0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33-  CAN I GET A WITNESS TO TESTIFY FOR THE LORD</a:t>
            </a:r>
            <a:br>
              <a:rPr lang="en-US" dirty="0" smtClean="0"/>
            </a:br>
            <a:r>
              <a:rPr lang="en-US" dirty="0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If You Love My Jesus Take A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Do You Love Him YesThen All In Favor Say Yes.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</a:t>
            </a:r>
          </a:p>
          <a:p>
            <a:r>
              <a:rPr lang="en-US" smtClean="0"/>
              <a:t>     The Lord Jesus Deserves Our Praise </a:t>
            </a:r>
          </a:p>
          <a:p>
            <a:r>
              <a:rPr lang="en-US" smtClean="0"/>
              <a:t>2-  QUELQU'UN EST-IL D'ACCORD AVEC MOI ?</a:t>
            </a:r>
          </a:p>
          <a:p>
            <a:r>
              <a:rPr lang="en-US" smtClean="0"/>
              <a:t>     Somebody Simply Agree</a:t>
            </a:r>
          </a:p>
          <a:p>
            <a:r>
              <a:rPr lang="en-US" smtClean="0"/>
              <a:t>3-  LÀ OÙ DEUX OU TROIS S'ASSEMBLENT EN SON NOM</a:t>
            </a:r>
          </a:p>
          <a:p>
            <a:r>
              <a:rPr lang="en-US" smtClean="0"/>
              <a:t>     Where Two Or More Are Gathered In His Name</a:t>
            </a:r>
          </a:p>
          <a:p>
            <a:r>
              <a:rPr lang="en-US" smtClean="0"/>
              <a:t>4-  IL A DIT QU'IL SERAIT LÀ</a:t>
            </a:r>
          </a:p>
          <a:p>
            <a:r>
              <a:rPr lang="en-US" smtClean="0"/>
              <a:t>     He Said There He Would Be</a:t>
            </a:r>
          </a:p>
          <a:p>
            <a:r>
              <a:rPr lang="en-US" smtClean="0"/>
              <a:t>5-  JE ME METS EN ACCORD AVEC CE MOUVEMENT</a:t>
            </a:r>
          </a:p>
          <a:p>
            <a:r>
              <a:rPr lang="en-US" smtClean="0"/>
              <a:t>     I Want To Second The Motion</a:t>
            </a:r>
          </a:p>
          <a:p>
            <a:r>
              <a:rPr lang="en-US" smtClean="0"/>
              <a:t>6-  POUR MENER À BIEN LE PLAN DU PÈRE</a:t>
            </a:r>
          </a:p>
          <a:p>
            <a:r>
              <a:rPr lang="en-US" smtClean="0"/>
              <a:t>  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</a:t>
            </a:r>
          </a:p>
          <a:p>
            <a:r>
              <a:rPr lang="en-US" smtClean="0"/>
              <a:t>	     So If You Love My Jesus Let Me See Your Hand</a:t>
            </a:r>
          </a:p>
          <a:p>
            <a:r>
              <a:rPr lang="en-US" smtClean="0"/>
              <a:t>	8-  SI TU AIMES MON JÉSUS PRENDS POSITION</a:t>
            </a:r>
          </a:p>
          <a:p>
            <a:r>
              <a:rPr lang="en-US" smtClean="0"/>
              <a:t>	     If You Love My Jesus Take A Stand</a:t>
            </a:r>
          </a:p>
          <a:p>
            <a:r>
              <a:rPr lang="en-US" smtClean="0"/>
              <a:t>	9-  L’AIMES-TU ? OUI TOUS POUR LUI, DISONS OUI  X2</a:t>
            </a:r>
          </a:p>
          <a:p>
            <a:r>
              <a:rPr lang="en-US" smtClean="0"/>
              <a:t>	     Do You Love Him YesThen All In Favor Say Yes.  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</a:t>
            </a:r>
          </a:p>
          <a:p>
            <a:r>
              <a:rPr lang="en-US" smtClean="0"/>
              <a:t>      If You Don't Stand Up  For What Is Right</a:t>
            </a:r>
          </a:p>
          <a:p>
            <a:r>
              <a:rPr lang="en-US" smtClean="0"/>
              <a:t>11-  TU TOMBERAS POUR UN RIEN</a:t>
            </a:r>
          </a:p>
          <a:p>
            <a:r>
              <a:rPr lang="en-US" smtClean="0"/>
              <a:t>       You're Gonna Fall For Anything</a:t>
            </a:r>
          </a:p>
          <a:p>
            <a:r>
              <a:rPr lang="en-US" smtClean="0"/>
              <a:t>12-  VIENS ET DONNE TON VOTE À JÉSUS</a:t>
            </a:r>
          </a:p>
          <a:p>
            <a:r>
              <a:rPr lang="en-US" smtClean="0"/>
              <a:t>      Come On And Cast Your Vote For Jesus Christ</a:t>
            </a:r>
          </a:p>
          <a:p>
            <a:r>
              <a:rPr lang="en-US" smtClean="0"/>
              <a:t>13-  REVENDIQUE-LE COMME TON ROI</a:t>
            </a:r>
          </a:p>
          <a:p>
            <a:r>
              <a:rPr lang="en-US" smtClean="0"/>
              <a:t>      Claim Him As Your King</a:t>
            </a:r>
          </a:p>
          <a:p>
            <a:r>
              <a:rPr lang="en-US" smtClean="0"/>
              <a:t>14-  JE ME METS EN ACCORD  AVEC CE MOUVEMENT</a:t>
            </a:r>
          </a:p>
          <a:p>
            <a:r>
              <a:rPr lang="en-US" smtClean="0"/>
              <a:t>      I Want To Second The Motion</a:t>
            </a:r>
          </a:p>
          <a:p>
            <a:r>
              <a:rPr lang="en-US" smtClean="0"/>
              <a:t>15-  POUR MENER À BIEN LE PLAN DU PÈRE</a:t>
            </a:r>
          </a:p>
          <a:p>
            <a:r>
              <a:rPr lang="en-US" smtClean="0"/>
              <a:t>      To Carry Out The Father's Plan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</a:t>
            </a:r>
          </a:p>
          <a:p>
            <a:r>
              <a:rPr lang="en-US" smtClean="0"/>
              <a:t>       Can I Get A Witness To Testify For The Lord</a:t>
            </a:r>
          </a:p>
          <a:p>
            <a:r>
              <a:rPr lang="en-US" smtClean="0"/>
              <a:t>17-  QUELQU'UN QUI N'A PAS HONTE DE SE TENIR À SA PAROLE</a:t>
            </a:r>
          </a:p>
          <a:p>
            <a:r>
              <a:rPr lang="en-US" smtClean="0"/>
              <a:t>      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1FA1F-27C7-4E10-8934-CC1BB0BB94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D8442-DC5D-43E6-9761-3662712A6F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B8BBEC-CDB8-4AAE-B058-FAFBAB1E6E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BF305C-51C1-43AD-9D10-FF19B6FB73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3434DC-C97B-4CC4-9265-AD34F9964A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4A93E-529C-4C38-98E5-3164801EA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C81BD-448C-47C9-8DC2-47DDE8ECA9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F7E9C-A93F-4DF1-8AA0-890B00358E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939FD-D7D5-4A01-A681-436C5351FB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4F746-6503-4AE0-BDD2-BB168FC044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FFE33-CBD9-41F1-97CA-6B536B631C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CE81D11-8BF7-4448-80AA-05903714F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SEIGNEUR JÉSUS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DIGNE DE LOUANGES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QUELQU'UN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EST-IL D'ACCORD AVEC MOI ?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LÀ OÙ DEUX OU TROIS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S'ASSEMBLENT EN SON NOM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A DIT QU'IL SERAIT LÀ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METS EN ACCORD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CE MOUVEMENT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MENER À BIEN LE PLAN DU PÈRE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AIMES MON JÉSUS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MONTRE-MOI TES MAINS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AIMES MON JÉSUS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 POSITION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L’AIMES-TU ? OUI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 POUR LUI, DISONS OUI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NE TE LÈVES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CE QUI EST JUSTE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TOMBERAS POUR UN RIEN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VIENS ET DONNE TON VOTE À JÉSUS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REVENDIQUE-LE COMME TON ROI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METS EN ACCORD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CE MOUVEMENT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MENER À BIEN LE PLAN DU PÈRE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QUELQU'UN PEUT TÉMOIGNER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POUR LE SEIGNEUR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QUELQU'UN QUI N'A PAS HONTE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SE TENIR À SA PAROLE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THE LORD JESUS DESERVES OUR PRAISE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WILL SOMEBODY SIMPLY AGREE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WHERE TWO OR MORE ARE GATHERED IN HIS NAME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 SAID THERE HE WOULD BE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 WANT TO SECOND THE MOTION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CARRY OUT THE FATHER'S PLAN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 IF YOU LOVE MY JESUS LET ME SEE YOUR HAND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IF YOU LOVE MY JESUS TAKE A STAND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 YOU LOVE HIM YES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THEN ALL IN FAVOR SAY 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 DO YOU LOVE HIM YES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 IN FAVOR SAY 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IF YOU DON'T STAND UP  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 WHAT IS RIGHT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YOU'RE GONNA FALL FOR ANYTHING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COME ON AND CAST YOUR VOTE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 JESUS CHRIST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CLAIM HIM AS YOUR KING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 WANT TO SECOND THE MOTION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CARRY OUT THE FATHER'S PLAN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CAN I GET A WITNESS TO TESTIFY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FOR THE LORD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SOMEONE WHO IS NOT ASHAMED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STAND UPON HIS WORD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1665</Words>
  <Application>Microsoft Office PowerPoint</Application>
  <PresentationFormat>On-screen Show (4:3)</PresentationFormat>
  <Paragraphs>4330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59</cp:revision>
  <dcterms:created xsi:type="dcterms:W3CDTF">2002-08-17T13:12:10Z</dcterms:created>
  <dcterms:modified xsi:type="dcterms:W3CDTF">2014-11-09T02:22:15Z</dcterms:modified>
</cp:coreProperties>
</file>