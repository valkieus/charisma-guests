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90929"/>
  </p:normalViewPr>
  <p:slideViewPr>
    <p:cSldViewPr>
      <p:cViewPr varScale="1">
        <p:scale>
          <a:sx n="52" d="100"/>
          <a:sy n="52" d="100"/>
        </p:scale>
        <p:origin x="-8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4C0598B-B7FD-4AB7-9E23-7D07CBBCD5D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D968FC-C881-4506-9503-AD453FC3E454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B5C7F8-3B9D-4F70-84B4-46CB6BAE7DC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EA9E7B-3328-4120-A5A8-A24E6D7A3B9C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CB55E-5C15-4BD8-A4AB-BA7411FB5576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228D78-7A88-42D6-8733-36D12210F095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ECCA1B-1083-4D6F-AE81-1839601C6908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C6638E-BB65-4808-B6BA-6F86F66973C0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FE7E2-9D72-42E8-BA66-141556C9EC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BE259-818F-49C6-99C2-05E49890D3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B7A7B-F4EC-41B9-B480-10874EF33E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B597E-0893-42FB-8754-BC51C164B1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E55F6-4850-4D3A-94B7-2CF51D7D44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14481-0D6A-4028-8B0C-7E0A5BC899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88395-32C2-4E46-BF8C-FB376680C0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81AF2-7D36-4799-8B1D-CB1B62CB3E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65A77-F47D-4A89-8B67-5BDA28A9A8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D9C59-95CC-4940-802F-4D6B8C7439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42D89-08EE-48B0-8786-028E71522B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C20FCA-0F1B-404D-8609-A045AB4830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 CIEL SE DÉVOILE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PRÉPARANT SON ENTRÉE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LES ÉTOILES L’ACCLAMENT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AU SON DES LOUANGES</a:t>
            </a:r>
          </a:p>
          <a:p>
            <a:pPr algn="ctr">
              <a:lnSpc>
                <a:spcPct val="110000"/>
              </a:lnSpc>
            </a:pPr>
            <a:endParaRPr lang="en-GB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L’ÉCLAT DANS SES YEUX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RELÈVE CEUX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QUI L’ATTENDENT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NOUS LE VERRONS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DANS TOUTE SA SPLENDEUR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NOTRE SAUVEUR ET ROI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2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LES ANGES PROCLAMENT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L’ÉCHO DE SON RETOUR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CEUX QUI DORMENT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SE LÈVENT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D’UN PROFOND SOMMEIL</a:t>
            </a:r>
          </a:p>
          <a:p>
            <a:pPr algn="ctr">
              <a:lnSpc>
                <a:spcPct val="110000"/>
              </a:lnSpc>
            </a:pPr>
            <a:endParaRPr lang="en-GB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ET CEUX QUI RESTERONT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ILS SERONT CHANGÉS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2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SKY SHALL UNFOLD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PREPARING HIS ENTRANCE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STARS SHALL APPLAUD HIM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WITH THUNDERS OF PRAISE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SWEET LIGHT IN HIS EYES SHALL ENHANCE THOSE AWAITING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THEN FACE TO FACE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FACE TO FACE IN ALL OF HIS GLORY</a:t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O WE SHALL BEHOLD HIM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YES WE SHALL BEHOLD HIM</a:t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FACE TO FACE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ANGEL WILL SOUND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SHOUT OF HIS COMING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THE SLEEPING SHALL RISE FROM THERE SLUMBERING PLACE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THOSE REMAINING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SHALL BE CHANGED IN A MOMENT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THEN FACE TO FACE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14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 YES WE SHALL BEHOLD HIM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FACE TO FACE IN ALL OF HIS GLORY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FACE TO FACE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SAVIOR AND LORD!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120</Words>
  <Application>Microsoft PowerPoint</Application>
  <PresentationFormat>On-screen Show (4:3)</PresentationFormat>
  <Paragraphs>66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CEC_INCRUSTATIONS</cp:lastModifiedBy>
  <cp:revision>43</cp:revision>
  <dcterms:created xsi:type="dcterms:W3CDTF">2002-08-17T13:12:10Z</dcterms:created>
  <dcterms:modified xsi:type="dcterms:W3CDTF">2012-07-08T10:13:15Z</dcterms:modified>
</cp:coreProperties>
</file>