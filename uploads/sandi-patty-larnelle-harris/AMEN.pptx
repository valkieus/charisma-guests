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94" r:id="rId10"/>
    <p:sldId id="295" r:id="rId11"/>
    <p:sldId id="293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96" r:id="rId22"/>
    <p:sldId id="297" r:id="rId23"/>
    <p:sldId id="298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2" autoAdjust="0"/>
    <p:restoredTop sz="32681" autoAdjust="0"/>
  </p:normalViewPr>
  <p:slideViewPr>
    <p:cSldViewPr>
      <p:cViewPr>
        <p:scale>
          <a:sx n="46" d="100"/>
          <a:sy n="46" d="100"/>
        </p:scale>
        <p:origin x="192" y="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80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1E7991F-9034-4127-92A7-D374B1D7BFB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FE1A40-A6F3-45DD-8F82-925BCAD21FB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AMEN, AMEN, AMEN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CHANTEZ UNE FOIS ENCORE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Sing it over one time children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ECOUTEZ CETTE HISTOIRE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QUI PARLE DE MON JÉSUS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story about my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VOYEZ UN PETIT ENFANT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DANS UNE MANGEOIRE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NÉ LE JOUR DE NOËL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Born Christmas morning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VOYEZ-LE PRÈS DE LA MER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See Him at the seashore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PARLER AUX PÊCHEURS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ET FAIRE D'EUX DES DISCIPLES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He's making them disciples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DE RETOUR À JÉRUSALEM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Riding through Jerusalem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SUR UN ÂNE IL EST ACCLAMÉ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Waving palm branches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AVEC SPLENDEUR ET MAJESTÉ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VOYEZ LE DANS CE JARDIN PRIANT SON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See Him in the garden Praying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DANS UNE PEINE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EMMENÉ DEVANT PILATE PUIS ILS L'ONT CRUCIFIÉ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Led before Pilate Then they crucified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MAIS À PÂQUES IL EST RESSUSCITÉ 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ALLÉLUIA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Hallelujah!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IL EST MORT POUR NOUS SAUVER TOI ET MOI,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IL VIT POUR TOUJOURS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He lives forever and ever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AMEN, AMEN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SING IT OVER ONE TIME CHILDREN LISTEN TO MY STORY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IT'S A STORY ABOUT MY JESUS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YOU KNOW HE'S WRAPPED IN A MANGER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BORN CHRISTMAS MORNING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SEE HIM IN THE GARDEN PRAYIN TO HIS FATHER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IN DEEPEST SORROW, SORROW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HALLELUJAH! YES, HE DIED TO SAVE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AMEN, AMEN, AMEN AMEN, AMEN</a:t>
            </a:r>
          </a:p>
          <a:p>
            <a:endParaRPr lang="en-US" smtClean="0"/>
          </a:p>
          <a:p>
            <a:r>
              <a:rPr lang="en-US" smtClean="0"/>
              <a:t>2-  CHANTEZ UNE FOIS ENCORE AMEN</a:t>
            </a:r>
          </a:p>
          <a:p>
            <a:r>
              <a:rPr lang="en-US" smtClean="0"/>
              <a:t>     Sing it over one time children</a:t>
            </a:r>
          </a:p>
          <a:p>
            <a:r>
              <a:rPr lang="en-US" smtClean="0"/>
              <a:t>3-  ECOUTEZ CETTE HISTOIRE AMEN</a:t>
            </a:r>
          </a:p>
          <a:p>
            <a:r>
              <a:rPr lang="en-US" smtClean="0"/>
              <a:t>     Listen to my story</a:t>
            </a:r>
          </a:p>
          <a:p>
            <a:r>
              <a:rPr lang="en-US" smtClean="0"/>
              <a:t>4-  QUI PARLE DE MON JÉSUS AMEN, AMEN, AMEN</a:t>
            </a:r>
          </a:p>
          <a:p>
            <a:r>
              <a:rPr lang="en-US" smtClean="0"/>
              <a:t>     It's a story about my Jesus</a:t>
            </a:r>
          </a:p>
          <a:p>
            <a:endParaRPr lang="en-US" smtClean="0"/>
          </a:p>
          <a:p>
            <a:r>
              <a:rPr lang="en-US" smtClean="0"/>
              <a:t>5-  VOYEZ UN PETIT ENFANT AMEN</a:t>
            </a:r>
          </a:p>
          <a:p>
            <a:r>
              <a:rPr lang="en-US" smtClean="0"/>
              <a:t>     See the little baby</a:t>
            </a:r>
          </a:p>
          <a:p>
            <a:r>
              <a:rPr lang="en-US" smtClean="0"/>
              <a:t>6-  DANS UNE MANGEOIRE AMEN</a:t>
            </a:r>
          </a:p>
          <a:p>
            <a:r>
              <a:rPr lang="en-US" smtClean="0"/>
              <a:t>     You know He's wrapped in a manger</a:t>
            </a:r>
          </a:p>
          <a:p>
            <a:r>
              <a:rPr lang="en-US" smtClean="0"/>
              <a:t>7-  NÉ LE JOUR DE NOËL AMEN, AMEN, AMEN</a:t>
            </a:r>
          </a:p>
          <a:p>
            <a:r>
              <a:rPr lang="en-US" smtClean="0"/>
              <a:t>     Born Christmas morning</a:t>
            </a:r>
          </a:p>
          <a:p>
            <a:endParaRPr lang="en-US" smtClean="0"/>
          </a:p>
          <a:p>
            <a:r>
              <a:rPr lang="en-US" smtClean="0"/>
              <a:t>8-  VOYEZ-LE PRÈS DE LA MER AMEN</a:t>
            </a:r>
          </a:p>
          <a:p>
            <a:r>
              <a:rPr lang="en-US" smtClean="0"/>
              <a:t>     See Him at the seashore</a:t>
            </a:r>
          </a:p>
          <a:p>
            <a:r>
              <a:rPr lang="en-US" smtClean="0"/>
              <a:t>9-  PARLER AUX PÊCHEURS AMEN</a:t>
            </a:r>
          </a:p>
          <a:p>
            <a:r>
              <a:rPr lang="en-US" smtClean="0"/>
              <a:t>     Talking to the fishermen</a:t>
            </a:r>
          </a:p>
          <a:p>
            <a:r>
              <a:rPr lang="en-US" smtClean="0"/>
              <a:t>10-  ET FAIRE D'EUX DES DISCIPLES AMEN, AMEN, AMEN</a:t>
            </a:r>
          </a:p>
          <a:p>
            <a:r>
              <a:rPr lang="en-US" smtClean="0"/>
              <a:t>      And He's making them disciples  </a:t>
            </a:r>
          </a:p>
          <a:p>
            <a:endParaRPr lang="en-US" smtClean="0"/>
          </a:p>
          <a:p>
            <a:r>
              <a:rPr lang="en-US" smtClean="0"/>
              <a:t>11-  DE RETOUR À JÉRUSALEM AMEN</a:t>
            </a:r>
          </a:p>
          <a:p>
            <a:r>
              <a:rPr lang="en-US" smtClean="0"/>
              <a:t>       Riding through Jerusalem</a:t>
            </a:r>
          </a:p>
          <a:p>
            <a:r>
              <a:rPr lang="en-US" smtClean="0"/>
              <a:t>12-  SUR UN ÂNE IL EST ACCLAMÉ AMEN</a:t>
            </a:r>
          </a:p>
          <a:p>
            <a:r>
              <a:rPr lang="en-US" smtClean="0"/>
              <a:t>       Waving palm branches</a:t>
            </a:r>
          </a:p>
          <a:p>
            <a:r>
              <a:rPr lang="en-US" smtClean="0"/>
              <a:t>13-  AVEC SPLENDEUR ET MAJESTÉ AMEN, AMEN, AMEN</a:t>
            </a:r>
          </a:p>
          <a:p>
            <a:r>
              <a:rPr lang="en-US" smtClean="0"/>
              <a:t>       In pomp and splendor</a:t>
            </a:r>
          </a:p>
          <a:p>
            <a:endParaRPr lang="en-US" smtClean="0"/>
          </a:p>
          <a:p>
            <a:r>
              <a:rPr lang="en-US" smtClean="0"/>
              <a:t>14-  VOYEZ LE DANS CE JARDIN PRIANT SON PÈRE</a:t>
            </a:r>
          </a:p>
          <a:p>
            <a:r>
              <a:rPr lang="en-US" smtClean="0"/>
              <a:t>       See Him in the garden Praying to His Father</a:t>
            </a:r>
          </a:p>
          <a:p>
            <a:r>
              <a:rPr lang="en-US" smtClean="0"/>
              <a:t>15-  DANS UNE PEINE PROFONDE</a:t>
            </a:r>
          </a:p>
          <a:p>
            <a:r>
              <a:rPr lang="en-US" smtClean="0"/>
              <a:t>       In deepest sorrow, sorrow</a:t>
            </a:r>
          </a:p>
          <a:p>
            <a:endParaRPr lang="en-US" smtClean="0"/>
          </a:p>
          <a:p>
            <a:r>
              <a:rPr lang="en-US" smtClean="0"/>
              <a:t>16-  EMMENÉ DEVANT PILATE PUIS ILS L'ONT CRUCIFIÉ</a:t>
            </a:r>
          </a:p>
          <a:p>
            <a:r>
              <a:rPr lang="en-US" smtClean="0"/>
              <a:t>       Led before Pilate Then they crucified Him</a:t>
            </a:r>
          </a:p>
          <a:p>
            <a:r>
              <a:rPr lang="en-US" smtClean="0"/>
              <a:t>17-  MAIS À PÂQUES IL EST RESSUSCITÉ AMEN, AMEN, AMEN</a:t>
            </a:r>
          </a:p>
          <a:p>
            <a:r>
              <a:rPr lang="en-US" smtClean="0"/>
              <a:t>     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18- 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19-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20-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r>
              <a:rPr lang="en-US" smtClean="0"/>
              <a:t>21-  GLOIRE ALLÉLUIA AMEN</a:t>
            </a:r>
          </a:p>
          <a:p>
            <a:r>
              <a:rPr lang="en-US" smtClean="0"/>
              <a:t>       Hallelujah!</a:t>
            </a:r>
          </a:p>
          <a:p>
            <a:r>
              <a:rPr lang="en-US" smtClean="0"/>
              <a:t>22-  IL EST MORT POUR NOUS SAUVER TOI ET MOI, AMEN</a:t>
            </a:r>
          </a:p>
          <a:p>
            <a:r>
              <a:rPr lang="en-US" smtClean="0"/>
              <a:t>       Yes, He died to save you and me</a:t>
            </a:r>
          </a:p>
          <a:p>
            <a:r>
              <a:rPr lang="en-US" smtClean="0"/>
              <a:t>23-  ET IL VIT POUR TOUJOURS AMEN, AMEN, AMEN</a:t>
            </a:r>
          </a:p>
          <a:p>
            <a:r>
              <a:rPr lang="en-US" smtClean="0"/>
              <a:t>       And He lives forever and ever Amen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24-  AMEN, AMEN AMEN, AMEN, AMEN</a:t>
            </a:r>
          </a:p>
          <a:p>
            <a:endParaRPr lang="en-US" smtClean="0"/>
          </a:p>
          <a:p>
            <a:r>
              <a:rPr lang="en-US" smtClean="0"/>
              <a:t>25-  SING IT OVER ONE TIME CHILDREN LISTEN TO MY STORY</a:t>
            </a:r>
          </a:p>
          <a:p>
            <a:r>
              <a:rPr lang="en-US" smtClean="0"/>
              <a:t>26-  IT'S A STORY ABOUT MY JESUS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SEE THE LITTLE BABY</a:t>
            </a:r>
          </a:p>
          <a:p>
            <a:r>
              <a:rPr lang="en-US" smtClean="0"/>
              <a:t>28-  YOU KNOW HE'S WRAPPED IN A MANGER</a:t>
            </a:r>
          </a:p>
          <a:p>
            <a:r>
              <a:rPr lang="en-US" smtClean="0"/>
              <a:t>29-  BORN CHRISTMAS MORNING AMEN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30-  SEE HIM AT THE SEASHORE TALKING TO THE FISHERMEN</a:t>
            </a:r>
          </a:p>
          <a:p>
            <a:r>
              <a:rPr lang="en-US" smtClean="0"/>
              <a:t>31-  AND HE'S MAKING THEM DISCIPLES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32-  RIDING THROUGH JERUSALEM WAVING PALM BRANCHES</a:t>
            </a:r>
            <a:br>
              <a:rPr lang="en-US" smtClean="0"/>
            </a:br>
            <a:r>
              <a:rPr lang="en-US" smtClean="0"/>
              <a:t>33-  IN POMP AND SPLENDOR</a:t>
            </a:r>
          </a:p>
          <a:p>
            <a:endParaRPr lang="en-US" smtClean="0"/>
          </a:p>
          <a:p>
            <a:r>
              <a:rPr lang="en-US" smtClean="0"/>
              <a:t>34-  SEE HIM IN THE GARDEN PRAYIN TO HIS FATHER</a:t>
            </a:r>
          </a:p>
          <a:p>
            <a:r>
              <a:rPr lang="en-US" smtClean="0"/>
              <a:t>35-  IN DEEPEST SORROW, SORROW</a:t>
            </a:r>
          </a:p>
          <a:p>
            <a:endParaRPr lang="en-US" smtClean="0"/>
          </a:p>
          <a:p>
            <a:r>
              <a:rPr lang="en-US" smtClean="0"/>
              <a:t>36-  LED BEFORE PILATE THEN THEY CRUCIFIED HIM</a:t>
            </a:r>
            <a:br>
              <a:rPr lang="en-US" smtClean="0"/>
            </a:br>
            <a:r>
              <a:rPr lang="en-US" smtClean="0"/>
              <a:t>37-  BUT HE ROSE ON EASTER AMEN, AMEN,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HALLELUJAH! YES, HE DIED TO SAVE YOU AND ME</a:t>
            </a:r>
          </a:p>
          <a:p>
            <a:r>
              <a:rPr lang="en-US" smtClean="0"/>
              <a:t>39-  AND HE LIVES FOREVER AND EVER AMEN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40-  GLORY HALLELUJAH! HE DIED TO SAVE YOU AND ME</a:t>
            </a:r>
            <a:br>
              <a:rPr lang="en-US" smtClean="0"/>
            </a:br>
            <a:r>
              <a:rPr lang="en-US" smtClean="0"/>
              <a:t>41-  AND HE LIVES FOREVER AMEN, AMEN,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43BB7-60F4-4FBB-A5D6-BDEC08181D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0327B-4958-4D86-8C32-0319D28481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80EB2-2931-4A9A-9776-74BBA1DC5D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DFDD4-F655-4665-8186-E750812013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AF159D-75D7-474D-8123-223CD4D2BE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38704-0388-4565-A530-573A8B8F87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09A67-2076-42FD-B721-34A765D1C5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23E72-2B8A-4329-AC83-E0B0919B51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DE3C7-0E85-462F-8FC2-FE98970056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0F906-BB4A-4529-B182-A05F5BC3E8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4BB44-EE71-4532-8A8A-1018908CE4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B78C04-2A75-48CD-8D44-7A78284B5D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CHANTEZ UNE FOIS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ECOUTEZ CETTE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PARLE DE MON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VOYEZ UN PETIT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UNE MANGEOIRE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NÉ LE JOUR DE NOËL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VOYEZ-LE PRÈS DE LA MER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PARLER AUX PÊCHEURS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FAIRE D'EUX DES DISCIPLES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RETOUR À JÉRUSALEM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UN ÂNE IL EST ACCLAMÉ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SPLENDEUR ET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VOYEZ LE DANS CE JARDIN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PRIANT SON PÈRE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UNE PEINE PROFONDE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EMMENÉ DEVANT PILATE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PUIS ILS L'ONT CRUCIFIÉ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À PÂQUES IL EST RESSUSCITÉ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MORT POUR NOUS SAUVER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 ET MOI, AMEN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IL VIT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MORT POUR NOUS SAUVER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 ET MOI, AMEN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IL VIT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SING IT OVER ONE TIME CHILDREN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LISTEN TO MY STORY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IT'S A STORY ABOUT MY JESUS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SEE THE LITTLE BABY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YOU KNOW HE'S WRAPPED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IN A MANGER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BORN CHRISTMAS MORNING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SEE HIM AT THE SEASHORE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TALKING TO THE FISHERMEN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HE'S MAKING THEM DISCIPLES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RIDING THROUGH JERUSALEM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WAVING PALM BRANCHES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IN POMP AND SPLENDOR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SEE HIM IN THE GARDEN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PRAYIN TO HIS FATHER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IN DEEPEST SORROW, SORROW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LED BEFORE PILATE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THEN THEY CRUCIFIED HIM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BUT HE ROSE ON EASTER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HALLELUJAH!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YES, HE DIED TO SAVE YOU AND 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HE LIVES FOREVER AND EVER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GLORY HALLELUJAH!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DIED TO SAVE YOU AND ME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HE LIVES FOREVER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AMEN, AMEN, AMEN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18201</Words>
  <Application>Microsoft Office PowerPoint</Application>
  <PresentationFormat>On-screen Show (4:3)</PresentationFormat>
  <Paragraphs>6051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57</cp:revision>
  <dcterms:created xsi:type="dcterms:W3CDTF">2002-08-17T13:12:10Z</dcterms:created>
  <dcterms:modified xsi:type="dcterms:W3CDTF">2014-11-09T08:39:53Z</dcterms:modified>
</cp:coreProperties>
</file>