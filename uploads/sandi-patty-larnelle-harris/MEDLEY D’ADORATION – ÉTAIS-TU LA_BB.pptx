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1100" autoAdjust="0"/>
    <p:restoredTop sz="31957" autoAdjust="0"/>
  </p:normalViewPr>
  <p:slideViewPr>
    <p:cSldViewPr>
      <p:cViewPr varScale="1">
        <p:scale>
          <a:sx n="20" d="100"/>
          <a:sy n="20" d="100"/>
        </p:scale>
        <p:origin x="-184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03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7E917A-2D2C-46E7-9FB4-8378EB8180B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F8266C3-9986-465F-BD61-415DD65BD31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Sometimes</a:t>
            </a:r>
            <a:r>
              <a:rPr lang="fr-FR" dirty="0" smtClean="0"/>
              <a:t>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He rose up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tomb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He rose up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tomb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Sometimes</a:t>
            </a:r>
            <a:r>
              <a:rPr lang="fr-FR" dirty="0" smtClean="0"/>
              <a:t>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He Rose Up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Tomb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Paid</a:t>
            </a:r>
            <a:r>
              <a:rPr lang="fr-FR" dirty="0" smtClean="0"/>
              <a:t> It All </a:t>
            </a:r>
            <a:r>
              <a:rPr lang="fr-FR" dirty="0" err="1" smtClean="0"/>
              <a:t>All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I </a:t>
            </a:r>
            <a:r>
              <a:rPr lang="fr-FR" dirty="0" err="1" smtClean="0"/>
              <a:t>Owe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Sin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Left</a:t>
            </a:r>
            <a:r>
              <a:rPr lang="fr-FR" dirty="0" smtClean="0"/>
              <a:t> A Crimson </a:t>
            </a:r>
            <a:r>
              <a:rPr lang="fr-FR" dirty="0" err="1" smtClean="0"/>
              <a:t>Stain</a:t>
            </a:r>
            <a:r>
              <a:rPr lang="fr-FR" dirty="0" smtClean="0"/>
              <a:t> But Oh, He </a:t>
            </a:r>
            <a:r>
              <a:rPr lang="fr-FR" dirty="0" err="1" smtClean="0"/>
              <a:t>Washed</a:t>
            </a:r>
            <a:r>
              <a:rPr lang="fr-FR" dirty="0" smtClean="0"/>
              <a:t>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Lord In </a:t>
            </a:r>
            <a:r>
              <a:rPr lang="fr-FR" dirty="0" err="1" smtClean="0"/>
              <a:t>Everything</a:t>
            </a:r>
            <a:r>
              <a:rPr lang="fr-FR" dirty="0" smtClean="0"/>
              <a:t> That I Say And Do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Trying</a:t>
            </a:r>
            <a:r>
              <a:rPr lang="fr-FR" dirty="0" smtClean="0"/>
              <a:t>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Thanks</a:t>
            </a:r>
            <a:r>
              <a:rPr lang="fr-FR" dirty="0" smtClean="0"/>
              <a:t> For The </a:t>
            </a:r>
            <a:r>
              <a:rPr lang="fr-FR" dirty="0" err="1" smtClean="0"/>
              <a:t>Things</a:t>
            </a:r>
            <a:r>
              <a:rPr lang="fr-FR" dirty="0" smtClean="0"/>
              <a:t> You Have </a:t>
            </a:r>
            <a:r>
              <a:rPr lang="fr-FR" dirty="0" err="1" smtClean="0"/>
              <a:t>Done</a:t>
            </a:r>
            <a:r>
              <a:rPr lang="fr-FR" dirty="0" smtClean="0"/>
              <a:t> For Me </a:t>
            </a:r>
            <a:r>
              <a:rPr lang="fr-FR" dirty="0" err="1" smtClean="0"/>
              <a:t>Things</a:t>
            </a:r>
            <a:r>
              <a:rPr lang="fr-FR" dirty="0" smtClean="0"/>
              <a:t> So </a:t>
            </a:r>
            <a:r>
              <a:rPr lang="fr-FR" dirty="0" err="1" smtClean="0"/>
              <a:t>Undeserved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That You </a:t>
            </a:r>
            <a:r>
              <a:rPr lang="fr-FR" dirty="0" err="1" smtClean="0"/>
              <a:t>Give</a:t>
            </a:r>
            <a:r>
              <a:rPr lang="fr-FR" dirty="0" smtClean="0"/>
              <a:t> To </a:t>
            </a:r>
            <a:r>
              <a:rPr lang="fr-FR" dirty="0" err="1" smtClean="0"/>
              <a:t>Prove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The </a:t>
            </a:r>
            <a:r>
              <a:rPr lang="fr-FR" dirty="0" err="1" smtClean="0"/>
              <a:t>Voices</a:t>
            </a:r>
            <a:r>
              <a:rPr lang="fr-FR" dirty="0" smtClean="0"/>
              <a:t> Of A Million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Cannot</a:t>
            </a:r>
            <a:r>
              <a:rPr lang="fr-FR" dirty="0" smtClean="0"/>
              <a:t> Express </a:t>
            </a:r>
            <a:r>
              <a:rPr lang="fr-FR" dirty="0" err="1" smtClean="0"/>
              <a:t>My</a:t>
            </a:r>
            <a:r>
              <a:rPr lang="fr-FR" dirty="0" smtClean="0"/>
              <a:t>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For All That I Am 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Lord I know I </a:t>
            </a:r>
            <a:r>
              <a:rPr lang="fr-FR" dirty="0" err="1" smtClean="0"/>
              <a:t>owe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to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</a:t>
            </a:r>
            <a:r>
              <a:rPr lang="fr-FR" dirty="0" err="1" smtClean="0"/>
              <a:t>God</a:t>
            </a:r>
            <a:r>
              <a:rPr lang="fr-FR" dirty="0" smtClean="0"/>
              <a:t> Be The </a:t>
            </a:r>
            <a:r>
              <a:rPr lang="fr-FR" dirty="0" err="1" smtClean="0"/>
              <a:t>Glory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Be All The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</a:t>
            </a:r>
            <a:r>
              <a:rPr lang="fr-FR" dirty="0" err="1" smtClean="0"/>
              <a:t>God</a:t>
            </a:r>
            <a:r>
              <a:rPr lang="fr-FR" dirty="0" smtClean="0"/>
              <a:t> Be The </a:t>
            </a:r>
            <a:r>
              <a:rPr lang="fr-FR" dirty="0" err="1" smtClean="0"/>
              <a:t>Glory</a:t>
            </a:r>
            <a:r>
              <a:rPr lang="fr-FR" dirty="0" smtClean="0"/>
              <a:t> For The </a:t>
            </a:r>
            <a:r>
              <a:rPr lang="fr-FR" dirty="0" err="1" smtClean="0"/>
              <a:t>Things</a:t>
            </a:r>
            <a:r>
              <a:rPr lang="fr-FR" dirty="0" smtClean="0"/>
              <a:t> You Have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Oh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Oh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Oh </a:t>
            </a:r>
            <a:r>
              <a:rPr lang="fr-FR" dirty="0" err="1" smtClean="0"/>
              <a:t>Bless</a:t>
            </a:r>
            <a:r>
              <a:rPr lang="fr-FR" dirty="0" smtClean="0"/>
              <a:t> The Lord Oh </a:t>
            </a:r>
            <a:r>
              <a:rPr lang="fr-FR" dirty="0" err="1" smtClean="0"/>
              <a:t>My</a:t>
            </a:r>
            <a:r>
              <a:rPr lang="fr-FR" dirty="0" smtClean="0"/>
              <a:t> Soul And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within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JESUS PAID IT ALL </a:t>
            </a:r>
            <a:r>
              <a:rPr lang="fr-FR" dirty="0" err="1" smtClean="0"/>
              <a:t>ALL</a:t>
            </a:r>
            <a:r>
              <a:rPr lang="fr-FR" dirty="0" smtClean="0"/>
              <a:t>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AND ALL THAT IS WITHIN ME BLESS HIS HOLY NAME : Et Tout Ce Qui Est En Moi Bénit Son Saint Nom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Sometimes</a:t>
            </a:r>
            <a:r>
              <a:rPr lang="fr-FR" dirty="0" smtClean="0"/>
              <a:t>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He rose up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tomb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He rose up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tomb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Oh </a:t>
            </a:r>
            <a:r>
              <a:rPr lang="fr-FR" dirty="0" err="1" smtClean="0"/>
              <a:t>Sometimes</a:t>
            </a:r>
            <a:r>
              <a:rPr lang="fr-FR" dirty="0" smtClean="0"/>
              <a:t>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Were</a:t>
            </a:r>
            <a:r>
              <a:rPr lang="fr-FR" dirty="0" smtClean="0"/>
              <a:t> You There </a:t>
            </a:r>
            <a:r>
              <a:rPr lang="fr-FR" dirty="0" err="1" smtClean="0"/>
              <a:t>When</a:t>
            </a:r>
            <a:r>
              <a:rPr lang="fr-FR" dirty="0" smtClean="0"/>
              <a:t> He Rose Up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Tomb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Paid</a:t>
            </a:r>
            <a:r>
              <a:rPr lang="fr-FR" dirty="0" smtClean="0"/>
              <a:t> It All </a:t>
            </a:r>
            <a:r>
              <a:rPr lang="fr-FR" dirty="0" err="1" smtClean="0"/>
              <a:t>All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I </a:t>
            </a:r>
            <a:r>
              <a:rPr lang="fr-FR" dirty="0" err="1" smtClean="0"/>
              <a:t>Owe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Sin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Left</a:t>
            </a:r>
            <a:r>
              <a:rPr lang="fr-FR" dirty="0" smtClean="0"/>
              <a:t> A Crimson </a:t>
            </a:r>
            <a:r>
              <a:rPr lang="fr-FR" dirty="0" err="1" smtClean="0"/>
              <a:t>Stain</a:t>
            </a:r>
            <a:r>
              <a:rPr lang="fr-FR" dirty="0" smtClean="0"/>
              <a:t> But Oh, He </a:t>
            </a:r>
            <a:r>
              <a:rPr lang="fr-FR" dirty="0" err="1" smtClean="0"/>
              <a:t>Washed</a:t>
            </a:r>
            <a:r>
              <a:rPr lang="fr-FR" dirty="0" smtClean="0"/>
              <a:t>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Lord In </a:t>
            </a:r>
            <a:r>
              <a:rPr lang="fr-FR" dirty="0" err="1" smtClean="0"/>
              <a:t>Everything</a:t>
            </a:r>
            <a:r>
              <a:rPr lang="fr-FR" dirty="0" smtClean="0"/>
              <a:t> That I Say And Do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Trying</a:t>
            </a:r>
            <a:r>
              <a:rPr lang="fr-FR" dirty="0" smtClean="0"/>
              <a:t>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Thanks</a:t>
            </a:r>
            <a:r>
              <a:rPr lang="fr-FR" dirty="0" smtClean="0"/>
              <a:t> For The </a:t>
            </a:r>
            <a:r>
              <a:rPr lang="fr-FR" dirty="0" err="1" smtClean="0"/>
              <a:t>Things</a:t>
            </a:r>
            <a:r>
              <a:rPr lang="fr-FR" dirty="0" smtClean="0"/>
              <a:t> You Have </a:t>
            </a:r>
            <a:r>
              <a:rPr lang="fr-FR" dirty="0" err="1" smtClean="0"/>
              <a:t>Done</a:t>
            </a:r>
            <a:r>
              <a:rPr lang="fr-FR" dirty="0" smtClean="0"/>
              <a:t> For Me </a:t>
            </a:r>
            <a:r>
              <a:rPr lang="fr-FR" dirty="0" err="1" smtClean="0"/>
              <a:t>Things</a:t>
            </a:r>
            <a:r>
              <a:rPr lang="fr-FR" dirty="0" smtClean="0"/>
              <a:t> So </a:t>
            </a:r>
            <a:r>
              <a:rPr lang="fr-FR" dirty="0" err="1" smtClean="0"/>
              <a:t>Undeserved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That You </a:t>
            </a:r>
            <a:r>
              <a:rPr lang="fr-FR" dirty="0" err="1" smtClean="0"/>
              <a:t>Give</a:t>
            </a:r>
            <a:r>
              <a:rPr lang="fr-FR" dirty="0" smtClean="0"/>
              <a:t> To </a:t>
            </a:r>
            <a:r>
              <a:rPr lang="fr-FR" dirty="0" err="1" smtClean="0"/>
              <a:t>Prove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The </a:t>
            </a:r>
            <a:r>
              <a:rPr lang="fr-FR" dirty="0" err="1" smtClean="0"/>
              <a:t>Voices</a:t>
            </a:r>
            <a:r>
              <a:rPr lang="fr-FR" dirty="0" smtClean="0"/>
              <a:t> Of A Million </a:t>
            </a:r>
            <a:r>
              <a:rPr lang="fr-FR" dirty="0" err="1" smtClean="0"/>
              <a:t>Angels</a:t>
            </a:r>
            <a:r>
              <a:rPr lang="fr-FR" dirty="0" smtClean="0"/>
              <a:t> </a:t>
            </a:r>
            <a:r>
              <a:rPr lang="fr-FR" dirty="0" err="1" smtClean="0"/>
              <a:t>Cannot</a:t>
            </a:r>
            <a:r>
              <a:rPr lang="fr-FR" dirty="0" smtClean="0"/>
              <a:t> Express </a:t>
            </a:r>
            <a:r>
              <a:rPr lang="fr-FR" dirty="0" err="1" smtClean="0"/>
              <a:t>My</a:t>
            </a:r>
            <a:r>
              <a:rPr lang="fr-FR" dirty="0" smtClean="0"/>
              <a:t>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For All That I Am 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Lord I know I </a:t>
            </a:r>
            <a:r>
              <a:rPr lang="fr-FR" dirty="0" err="1" smtClean="0"/>
              <a:t>owe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to </a:t>
            </a:r>
            <a:r>
              <a:rPr lang="fr-FR" dirty="0" err="1" smtClean="0"/>
              <a:t>Thee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</a:t>
            </a:r>
            <a:r>
              <a:rPr lang="fr-FR" dirty="0" err="1" smtClean="0"/>
              <a:t>God</a:t>
            </a:r>
            <a:r>
              <a:rPr lang="fr-FR" dirty="0" smtClean="0"/>
              <a:t> Be The </a:t>
            </a:r>
            <a:r>
              <a:rPr lang="fr-FR" dirty="0" err="1" smtClean="0"/>
              <a:t>Glory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Be All The </a:t>
            </a:r>
            <a:r>
              <a:rPr lang="fr-FR" dirty="0" err="1" smtClean="0"/>
              <a:t>Glory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</a:t>
            </a:r>
            <a:r>
              <a:rPr lang="fr-FR" dirty="0" err="1" smtClean="0"/>
              <a:t>God</a:t>
            </a:r>
            <a:r>
              <a:rPr lang="fr-FR" dirty="0" smtClean="0"/>
              <a:t> Be The </a:t>
            </a:r>
            <a:r>
              <a:rPr lang="fr-FR" dirty="0" err="1" smtClean="0"/>
              <a:t>Glory</a:t>
            </a:r>
            <a:r>
              <a:rPr lang="fr-FR" dirty="0" smtClean="0"/>
              <a:t> For The </a:t>
            </a:r>
            <a:r>
              <a:rPr lang="fr-FR" dirty="0" err="1" smtClean="0"/>
              <a:t>Things</a:t>
            </a:r>
            <a:r>
              <a:rPr lang="fr-FR" dirty="0" smtClean="0"/>
              <a:t> You Have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Oh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Had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Great </a:t>
            </a:r>
            <a:r>
              <a:rPr lang="fr-FR" dirty="0" err="1" smtClean="0"/>
              <a:t>Things</a:t>
            </a:r>
            <a:r>
              <a:rPr lang="fr-FR" dirty="0" smtClean="0"/>
              <a:t> Oh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Oh </a:t>
            </a:r>
            <a:r>
              <a:rPr lang="fr-FR" dirty="0" err="1" smtClean="0"/>
              <a:t>Bless</a:t>
            </a:r>
            <a:r>
              <a:rPr lang="fr-FR" dirty="0" smtClean="0"/>
              <a:t> The Lord Oh </a:t>
            </a:r>
            <a:r>
              <a:rPr lang="fr-FR" dirty="0" err="1" smtClean="0"/>
              <a:t>My</a:t>
            </a:r>
            <a:r>
              <a:rPr lang="fr-FR" dirty="0" smtClean="0"/>
              <a:t> Soul And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within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Bless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JESUS PAID IT ALL </a:t>
            </a:r>
            <a:r>
              <a:rPr lang="fr-FR" dirty="0" err="1" smtClean="0"/>
              <a:t>ALL</a:t>
            </a:r>
            <a:r>
              <a:rPr lang="fr-FR" dirty="0" smtClean="0"/>
              <a:t>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AND ALL THAT IS WITHIN ME BLESS HIS HOLY NAME : Et Tout Ce Qui Est En Moi Bénit Son Saint Nom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ÉTAIS-TU LÀ QUAND ILS ONT CRUCIFIÉ MON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They Crucified My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ÉTAIS-TU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OH PARFOIS CELA ME FAIT TREMBLER, TREMBLER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Oh Sometimes It Causes Me To Tremble, Tremble, Tremble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J’AURAIS AIMÉ ÊTRE LÀ QUAND IL EST SORTI DU TOMBEAU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Were You There When He Rose Up From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Paid It All All To Him I Owe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MON PÉCHÉ EST EFFACÉ CAR SON SANG M’A RACHETÉ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Sin Had Left A Crimson Stain But Oh, He Washed It White As Snow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ET, SEIGNEUR, DANS TOUT CE QUE JE FAIS ET DIS JE VEUX TOUJOURS TE 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Lord In Everything That I Say And Do I’m Still Trying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 MERCI, POUR LES CHOSES QUE TU AS FAITES POUR MOI LES CHOSES IMMÉRITÉES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Thanks For The Things You Have Done For Me Things So Undeserved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TU AS DONNÉES POUR PROUVER TON AMOUR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That You Give To Prove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 Voices Of A Million Angels Cannot Express My Gratitude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TOUT CE QUE JE SUIS ET TOUT CE QUE J’ESPÈRE ÊTRE JE TE LE DOIS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For All That I Am And every hope to be Lord I know I owe it all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To My God Be All The Glory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À DIEU SOIT LA GLOIRE POUR LES CHOSES QUE TU AS FAITES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God Be The Glory For The Things You Have Done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IL EST SI PUISSANT BÉNI SOIT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EST SI PUISSANT IL EST SI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He Had Done Great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PUISSANT BÉNI SOIT SON NOM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He Had Done Great Things Oh Bless His Holy Name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BÉNIS DIEU, Ô MON ÂME ET TOUT CE QUI EST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Oh Bless The Lord Oh My Soul And all that is within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BÉNIT SON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Bless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ET TOUT CE QUI EST EN MOI BÉNIT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*********ANGLAIS********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27-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29-  WERE YOU THERE WHEN THEY CRUCIFIED MY LORD : Étais-tu Là Quand Ils Ont Crucifié Mon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WERE YOU THERE WHEN HE ROSE UP FROM THE TOMB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WERE YOU THERE WHEN HE ROSE UP FROM THE TOMB : : Étais-tu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OH SOMETIMES IT CAUSES ME TO TREMBLE, TREMBLE, TREMBLE : Oh Parfois Cela Me Fait Trembler, Trembler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WERE YOU THERE WHEN HE ROSE UP FROM THE TOMB : J’aurais Aimé Être Là Quand Il Est Sorti Du Tombeau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JESUS PAID IT ALL ALL TO HIM I OWE : Jésus A Payé Je Lui Dois Mon Salut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TO GOD BE THE GLORY TO MY GOD BE ALL THE GLORY : À Dieu Soit La Gloire À Mon Dieu Soit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TO GOD BE THE GLORY FOR THE THINGS YOU HAVE DONE : À Dieu Soit La Gloire Pour Les Choses Que Tu As Faites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HE HAD DONE GREAT THINGS HE HAD DONE GREAT THINGS : Il A Fait De Grandes Choses Il A Fait De Grandes Choses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HE HAD DONE GREAT THINGS OH BLESS HIS HOLY NAME : Il A Fait De Grandes Choses Béni Soit Son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OH BLESS THE LORD OH MY SOUL : Bénis Dieu, Ô Mon Âme Et Tout Ce Qui Est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AND ALL THAT IS WITHIN ME BLESS HIS HOLY NAME : Et Tout Ce Qui Est En Moi Bénit Son Saint Nom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2-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r>
              <a:rPr lang="fr-FR" smtClean="0"/>
              <a:t>3-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4-  ÉTAIS-TU LÀ QUAND ILS ONT CRUCIFIÉ MON SEIGNEUR</a:t>
            </a:r>
          </a:p>
          <a:p>
            <a:r>
              <a:rPr lang="fr-FR" smtClean="0"/>
              <a:t>     Were You There When They Crucified My Lord</a:t>
            </a:r>
          </a:p>
          <a:p>
            <a:endParaRPr lang="fr-FR" smtClean="0"/>
          </a:p>
          <a:p>
            <a:r>
              <a:rPr lang="fr-FR" smtClean="0"/>
              <a:t>5-  ÉTAIS-TU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6-  ÉTAIS-TU LÀ QUAND IL EST SORTI DU TOMBEAU </a:t>
            </a:r>
          </a:p>
          <a:p>
            <a:r>
              <a:rPr lang="fr-FR" smtClean="0"/>
              <a:t>     Were you there when He rose up from the tomb</a:t>
            </a:r>
          </a:p>
          <a:p>
            <a:r>
              <a:rPr lang="fr-FR" smtClean="0"/>
              <a:t>7-  OH PARFOIS CELA ME FAIT TREMBLER, TREMBLER</a:t>
            </a:r>
          </a:p>
          <a:p>
            <a:r>
              <a:rPr lang="fr-FR" smtClean="0"/>
              <a:t>     Oh Sometimes It Causes Me To Tremble, Tremble, Tremble</a:t>
            </a:r>
          </a:p>
          <a:p>
            <a:r>
              <a:rPr lang="fr-FR" smtClean="0"/>
              <a:t>8-  J’AURAIS AIMÉ ÊTRE LÀ QUAND IL EST SORTI DU TOMBEAU</a:t>
            </a:r>
          </a:p>
          <a:p>
            <a:r>
              <a:rPr lang="fr-FR" smtClean="0"/>
              <a:t>     Were You There When He Rose Up From The Tomb</a:t>
            </a:r>
          </a:p>
          <a:p>
            <a:endParaRPr lang="fr-FR" smtClean="0"/>
          </a:p>
          <a:p>
            <a:r>
              <a:rPr lang="fr-FR" smtClean="0"/>
              <a:t>9-  JÉSUS A PAYÉ JE LUI DOIS MON SALUT</a:t>
            </a:r>
          </a:p>
          <a:p>
            <a:r>
              <a:rPr lang="fr-FR" smtClean="0"/>
              <a:t>     Jesus Paid It All All To Him I Owe</a:t>
            </a:r>
          </a:p>
          <a:p>
            <a:r>
              <a:rPr lang="fr-FR" smtClean="0"/>
              <a:t>10-  MON PÉCHÉ EST EFFACÉ CAR SON SANG M’A RACHETÉ</a:t>
            </a:r>
          </a:p>
          <a:p>
            <a:r>
              <a:rPr lang="fr-FR" smtClean="0"/>
              <a:t>     Sin Had Left A Crimson Stain But Oh, He Washed It White As Snow </a:t>
            </a:r>
          </a:p>
          <a:p>
            <a:endParaRPr lang="fr-FR" smtClean="0"/>
          </a:p>
          <a:p>
            <a:r>
              <a:rPr lang="fr-FR" smtClean="0"/>
              <a:t>11-  ET, SEIGNEUR, DANS TOUT CE QUE JE FAIS ET DIS JE VEUX TOUJOURS TE DIRE</a:t>
            </a:r>
          </a:p>
          <a:p>
            <a:r>
              <a:rPr lang="fr-FR" smtClean="0"/>
              <a:t>      And Lord In Everything That I Say And Do I’m Still Trying To Say</a:t>
            </a:r>
          </a:p>
          <a:p>
            <a:r>
              <a:rPr lang="fr-FR" smtClean="0"/>
              <a:t>12-   MERCI, POUR LES CHOSES QUE TU AS FAITES POUR MOI LES CHOSES IMMÉRITÉES</a:t>
            </a:r>
          </a:p>
          <a:p>
            <a:r>
              <a:rPr lang="fr-FR" smtClean="0"/>
              <a:t>      Thanks For The Things You Have Done For Me Things So Undeserved </a:t>
            </a:r>
          </a:p>
          <a:p>
            <a:r>
              <a:rPr lang="fr-FR" smtClean="0"/>
              <a:t>13-  QUE TU AS DONNÉES POUR PROUVER TON AMOUR POUR MOI</a:t>
            </a:r>
          </a:p>
          <a:p>
            <a:r>
              <a:rPr lang="fr-FR" smtClean="0"/>
              <a:t>      That You Give To Prove Your Love For Me</a:t>
            </a:r>
          </a:p>
          <a:p>
            <a:r>
              <a:rPr lang="fr-FR" smtClean="0"/>
              <a:t>14-  LA VOIX D’UN MILLION D’ANGES NE POURRAIT EXPRIMER MA GRATITUDE </a:t>
            </a:r>
          </a:p>
          <a:p>
            <a:r>
              <a:rPr lang="fr-FR" smtClean="0"/>
              <a:t>      The Voices Of A Million Angels Cannot Express My Gratitude</a:t>
            </a:r>
          </a:p>
          <a:p>
            <a:r>
              <a:rPr lang="fr-FR" smtClean="0"/>
              <a:t>15-  TOUT CE QUE JE SUIS ET TOUT CE QUE J’ESPÈRE ÊTRE JE TE LE DOIS</a:t>
            </a:r>
          </a:p>
          <a:p>
            <a:r>
              <a:rPr lang="fr-FR" smtClean="0"/>
              <a:t>      For All That I Am And every hope to be Lord I know I owe it all to Thee</a:t>
            </a:r>
          </a:p>
          <a:p>
            <a:endParaRPr lang="fr-FR" smtClean="0"/>
          </a:p>
          <a:p>
            <a:r>
              <a:rPr lang="fr-FR" smtClean="0"/>
              <a:t>16-  À DIEU SOIT LA GLOIRE À MON DIEU SOIT LA GLOIRE</a:t>
            </a:r>
          </a:p>
          <a:p>
            <a:r>
              <a:rPr lang="fr-FR" smtClean="0"/>
              <a:t>      To God Be The Glory To My God Be All The Glory</a:t>
            </a:r>
          </a:p>
          <a:p>
            <a:r>
              <a:rPr lang="fr-FR" smtClean="0"/>
              <a:t>17-  À DIEU SOIT LA GLOIRE POUR LES CHOSES QUE TU AS FAITES</a:t>
            </a:r>
          </a:p>
          <a:p>
            <a:r>
              <a:rPr lang="fr-FR" smtClean="0"/>
              <a:t>      To God Be The Glory For The Things You Have Done </a:t>
            </a:r>
          </a:p>
          <a:p>
            <a:endParaRPr lang="fr-FR" smtClean="0"/>
          </a:p>
          <a:p>
            <a:r>
              <a:rPr lang="fr-FR" smtClean="0"/>
              <a:t>18-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19-  IL EST SI PUISSANT BÉNI SOIT SON NOM</a:t>
            </a:r>
          </a:p>
          <a:p>
            <a:r>
              <a:rPr lang="fr-FR" smtClean="0"/>
              <a:t>      He Had Done Great Things Oh Bless His Holy Name </a:t>
            </a:r>
          </a:p>
          <a:p>
            <a:r>
              <a:rPr lang="fr-FR" smtClean="0"/>
              <a:t>20-  IL EST SI PUISSANT IL EST SI PUISSANT</a:t>
            </a:r>
          </a:p>
          <a:p>
            <a:r>
              <a:rPr lang="fr-FR" smtClean="0"/>
              <a:t>      He Had Done Great Things He Had Done Great Things </a:t>
            </a:r>
          </a:p>
          <a:p>
            <a:r>
              <a:rPr lang="fr-FR" smtClean="0"/>
              <a:t>21-  IL EST SI PUISSANT BÉNI SOIT SON NOM :</a:t>
            </a:r>
          </a:p>
          <a:p>
            <a:r>
              <a:rPr lang="fr-FR" smtClean="0"/>
              <a:t>      He Had Done Great Things Oh Bless His Holy Name </a:t>
            </a:r>
          </a:p>
          <a:p>
            <a:endParaRPr lang="fr-FR" smtClean="0"/>
          </a:p>
          <a:p>
            <a:r>
              <a:rPr lang="fr-FR" smtClean="0"/>
              <a:t>22-  BÉNIS DIEU, Ô MON ÂME ET TOUT CE QUI EST EN MOI</a:t>
            </a:r>
          </a:p>
          <a:p>
            <a:r>
              <a:rPr lang="fr-FR" smtClean="0"/>
              <a:t>      Oh Bless The Lord Oh My Soul And all that is within me</a:t>
            </a:r>
          </a:p>
          <a:p>
            <a:r>
              <a:rPr lang="fr-FR" smtClean="0"/>
              <a:t>23-  BÉNIT SON SAINT NOM</a:t>
            </a:r>
          </a:p>
          <a:p>
            <a:r>
              <a:rPr lang="fr-FR" smtClean="0"/>
              <a:t>       Bless his holy name</a:t>
            </a:r>
          </a:p>
          <a:p>
            <a:endParaRPr lang="fr-FR" smtClean="0"/>
          </a:p>
          <a:p>
            <a:r>
              <a:rPr lang="fr-FR" smtClean="0"/>
              <a:t>24-  BÉNIT SON NOM</a:t>
            </a:r>
          </a:p>
          <a:p>
            <a:r>
              <a:rPr lang="fr-FR" smtClean="0"/>
              <a:t>       Bless his name</a:t>
            </a:r>
          </a:p>
          <a:p>
            <a:endParaRPr lang="fr-FR" smtClean="0"/>
          </a:p>
          <a:p>
            <a:r>
              <a:rPr lang="fr-FR" smtClean="0"/>
              <a:t>25-  ET TOUT CE QUI EST EN MOI BÉNIT SON SAINT NOM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*********ANGLAIS********</a:t>
            </a:r>
          </a:p>
          <a:p>
            <a:endParaRPr lang="fr-FR" smtClean="0"/>
          </a:p>
          <a:p>
            <a:r>
              <a:rPr lang="fr-FR" smtClean="0"/>
              <a:t>	26-  WERE YOU THERE WHEN THEY CRUCIFIED MY LORD : Étais-tu Là Quand Ils Ont Crucifié Mon Seigneur </a:t>
            </a:r>
          </a:p>
          <a:p>
            <a:r>
              <a:rPr lang="fr-FR" smtClean="0"/>
              <a:t>	27-  WERE YOU THERE WHEN THEY CRUCIFIED MY LORD : Étais-tu Là Quand Ils Ont Crucifié Mon Seigneur </a:t>
            </a:r>
          </a:p>
          <a:p>
            <a:r>
              <a:rPr lang="fr-FR" smtClean="0"/>
              <a:t>	28-  OH SOMETIMES IT CAUSES ME TO TREMBLE, TREMBLE, TREMBLE : Oh Parfois Cela Me Fait Trembler, Trembler </a:t>
            </a:r>
          </a:p>
          <a:p>
            <a:r>
              <a:rPr lang="fr-FR" smtClean="0"/>
              <a:t>	29-  WERE YOU THERE WHEN THEY CRUCIFIED MY LORD : Étais-tu Là Quand Ils Ont Crucifié Mon Seigneur </a:t>
            </a:r>
          </a:p>
          <a:p>
            <a:endParaRPr lang="fr-FR" smtClean="0"/>
          </a:p>
          <a:p>
            <a:r>
              <a:rPr lang="fr-FR" smtClean="0"/>
              <a:t>30-  WERE YOU THERE WHEN HE ROSE UP FROM THE TOMB : Étais-tu Là Quand Il Est Sorti Du Tombeau </a:t>
            </a:r>
          </a:p>
          <a:p>
            <a:r>
              <a:rPr lang="fr-FR" smtClean="0"/>
              <a:t>31-  WERE YOU THERE WHEN HE ROSE UP FROM THE TOMB : : Étais-tu Là Quand Il Est Sorti Du Tombeau </a:t>
            </a:r>
          </a:p>
          <a:p>
            <a:r>
              <a:rPr lang="fr-FR" smtClean="0"/>
              <a:t>32-  OH SOMETIMES IT CAUSES ME TO TREMBLE, TREMBLE, TREMBLE : Oh Parfois Cela Me Fait Trembler, Trembler </a:t>
            </a:r>
          </a:p>
          <a:p>
            <a:r>
              <a:rPr lang="fr-FR" smtClean="0"/>
              <a:t>33-  WERE YOU THERE WHEN HE ROSE UP FROM THE TOMB : J’aurais Aimé Être Là Quand Il Est Sorti Du Tombeau </a:t>
            </a:r>
          </a:p>
          <a:p>
            <a:r>
              <a:rPr lang="fr-FR" smtClean="0"/>
              <a:t>34-  JESUS PAID IT ALL ALL TO HIM I OWE : Jésus A Payé Je Lui Dois Mon Salut</a:t>
            </a:r>
          </a:p>
          <a:p>
            <a:r>
              <a:rPr lang="fr-FR" smtClean="0"/>
              <a:t>35-  SIN HAD LEFT A CRIMSON STAIN BUT OH, HE WASHED IT WHITE AS SNOW : Mon Péché Est Effacé Car Son Sang M’a Racheté </a:t>
            </a:r>
          </a:p>
          <a:p>
            <a:endParaRPr lang="fr-FR" smtClean="0"/>
          </a:p>
          <a:p>
            <a:r>
              <a:rPr lang="fr-FR" smtClean="0"/>
              <a:t>	36-  AND LORD IN EVERYTHING THAT I SAY AND DO I’M STILL TRYING TO SAY : Et, Seigneur, Dans Tout Ce Que Je Fais Et Dis Je Veux Toujours Te Dire </a:t>
            </a:r>
          </a:p>
          <a:p>
            <a:r>
              <a:rPr lang="fr-FR" smtClean="0"/>
              <a:t>	37-  THANKS FOR THE THINGS YOU HAVE DONE FOR ME THINGS SO UNDESERVED : Merci, Pour Les Choses Que Tu As Faites Pour Moi Les Choses Imméritées </a:t>
            </a:r>
          </a:p>
          <a:p>
            <a:r>
              <a:rPr lang="fr-FR" smtClean="0"/>
              <a:t>	38-  THAT YOU GIVE TO PROVE YOUR LOVE FOR ME THE VOICES OF A MILLION ANGELS : Que Tu As Données Pour Prouver Ton Amour Pour Moi </a:t>
            </a:r>
          </a:p>
          <a:p>
            <a:r>
              <a:rPr lang="fr-FR" smtClean="0"/>
              <a:t>	39-  CANNOT EXPRESS MY GRATITUDE FOR ALL THAT I AM : La Voix D’un Million D’anges Ne Pourrait Exprimer Ma Gratitude </a:t>
            </a:r>
          </a:p>
          <a:p>
            <a:r>
              <a:rPr lang="fr-FR" smtClean="0"/>
              <a:t>	40-  AND EVERY HOPE TO BE LORD I KNOW I OWE IT ALL TO THEE : Car Tout Ce Que Je Suis Et Tout Ce Que J’espère Être Je Te Le Dois </a:t>
            </a:r>
          </a:p>
          <a:p>
            <a:endParaRPr lang="fr-FR" smtClean="0"/>
          </a:p>
          <a:p>
            <a:r>
              <a:rPr lang="fr-FR" smtClean="0"/>
              <a:t>41-  TO GOD BE THE GLORY TO MY GOD BE ALL THE GLORY : À Dieu Soit La Gloire À Mon Dieu Soit La Gloire</a:t>
            </a:r>
          </a:p>
          <a:p>
            <a:r>
              <a:rPr lang="fr-FR" smtClean="0"/>
              <a:t>42-  TO GOD BE THE GLORY FOR THE THINGS YOU HAVE DONE : À Dieu Soit La Gloire Pour Les Choses Que Tu As Faites </a:t>
            </a:r>
          </a:p>
          <a:p>
            <a:r>
              <a:rPr lang="fr-FR" smtClean="0"/>
              <a:t>43-  HE HAD DONE GREAT THINGS HE HAD DONE GREAT THINGS : Il A Fait De Grandes Choses Il A Fait De Grandes Choses </a:t>
            </a:r>
          </a:p>
          <a:p>
            <a:r>
              <a:rPr lang="fr-FR" smtClean="0"/>
              <a:t>44-  HE HAD DONE GREAT THINGS OH BLESS HIS HOLY NAME : Il A Fait De Grandes Choses Béni Soit Son Nom </a:t>
            </a:r>
          </a:p>
          <a:p>
            <a:r>
              <a:rPr lang="fr-FR" smtClean="0"/>
              <a:t>45-  OH BLESS THE LORD OH MY SOUL : Bénis Dieu, Ô Mon Âme Et Tout Ce Qui Est En Moi </a:t>
            </a:r>
          </a:p>
          <a:p>
            <a:r>
              <a:rPr lang="fr-FR" smtClean="0"/>
              <a:t>46-  AND ALL THAT IS WITHIN ME BLESS HIS HOLY NAME : Et Tout Ce Qui Est En Moi Bénit Son Saint Nom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62D4-E3B5-4DAE-A299-9392679FEF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028D2-4482-4616-A8F9-A6EAF8D793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26813-7E19-4E21-84E6-7F3CE47EBF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60ED0-A3E4-47C9-A686-EABE88B110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98212-0C18-4637-9A20-B04EE25DDA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83B71-050A-4028-981B-5C680B4BCB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597B4-DF47-4232-96E6-FBE9E0C9C4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FD125-220C-4B1B-A804-649454F983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89EC85-2EE4-42EF-A870-C18B558EA8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FF833-45E8-4C97-BA39-D05F68EE54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EE442-AB8C-4BB4-923D-14FE5315D9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7201D48-5FAB-4C1E-A2C2-06D083AE1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ÉTAIS-TU LÀ QUAND ILS ONT CRUCIFIÉ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ÉTAIS-TU LÀ QUAND ILS ONT CRUCIFIÉ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PARFOIS CELA ME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TREMBLER, TREMBLER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ÉTAIS-TU LÀ QUAND ILS ONT CRUCIFIÉ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ÉTAIS-TU LÀ QUAND IL EST SORTI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TOMBEAU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ÉTAIS-TU LÀ QUAND IL EST SORTI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TOMBEAU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PARFOIS CELA ME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TREMBLER, TREMBLER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J’AURAIS AIMÉ ÊTRE LÀ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IL EST SORTI DU TOMBEAU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A PAYÉ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DOIS MON SALUT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PÉCHÉ EST EFFACÉ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SON SANG M’A RACHETÉ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ET, SEIGNEUR, DANS TOUT CE QUE</a:t>
            </a:r>
            <a:b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FAIS ET DIS JE VEUX TOUJOURS TE DIRE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MERCI, POUR LES CHOSES QUE TU AS FAITES POUR MOI LES CHOSES IMMÉRITÉES</a:t>
            </a:r>
            <a:b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37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AS DONNÉES POUR PROUVER 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VOIX D’UN MILLION D’ANGES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POURRAIT EXPRIMER MA GRATITUDE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JE SUIS ET TOUT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J’ESPÈRE ÊTRE JE TE LE DOIS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DIEU SOIT LA GLOIRE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MON DIEU SOIT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DIEU SOIT LA GLOIRE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LES CHOSES QUE TU AS FAITES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PUISSANT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SOIT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PUISSANT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PUISSANT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PUISSANT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SOIT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DIEU, Ô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CE QUI EST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BÉNIT SON SAINT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BÉNIT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CE QUI EST EN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BÉNIT SON SAINT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WERE YOU THERE WHEN THEY CRUCIFIED MY LORD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WERE YOU THERE WHEN THEY CRUCIFIED MY LORD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SOMETIMES IT CAUSES ME TO TREMBLE, TREMBLE, TREMBLE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WERE YOU THERE WHEN THEY CRUCIFIED MY LORD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WERE YOU THERE WHEN HE ROSE UP FROM THE TOMB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WERE YOU THERE WHEN HE ROSE UP FROM THE TOMB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SOMETIMES IT CAUSES ME TO TREMBLE, TREMBLE, TREMBLE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WERE YOU THERE WHEN HE ROSE UP FROM THE TOMB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JESUS PAID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TO HIM I OWE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SIN HAD LEFT A CRIMSON STAIN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OH, HE WASHED IT WHITE AS SNOW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LORD IN EVERYTHING THAT I SAY AND DO I’M STILL TRYING TO SAY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THANKS FOR THE THINGS YOU HAVE DONE FOR ME THINGS SO UNDESERVED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THAT YOU GIVE TO PROVE YOUR LOVE FOR ME THE VOICES OF A MILLION ANGELS</a:t>
            </a:r>
            <a:endParaRPr lang="fr-FR" sz="38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CANNOT EXPRESS MY GRATITUDE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ALL THAT I AM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EVERY HOPE TO BE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 I KNOW I OWE IT ALL TO THEE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GOD BE THE GLORY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MY GOD BE ALL THE GLORY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GOD BE THE GLORY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THE THINGS YOU HAVE DONE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HAD DONE GREAT THINGS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HAD DONE GREAT THINGS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HAD DONE GREAT THINGS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BLESS HIS HOLY NAME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BLESS THE LORD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MY SOUL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THAT IS WITHIN ME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BLESS HIS HOLY NAME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49528</Words>
  <Application>Microsoft Office PowerPoint</Application>
  <PresentationFormat>On-screen Show (4:3)</PresentationFormat>
  <Paragraphs>7866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Franklin Gothic Medium</vt:lpstr>
      <vt:lpstr>Arial</vt:lpstr>
      <vt:lpstr>Calibri</vt:lpstr>
      <vt:lpstr>Default Design</vt:lpstr>
      <vt:lpstr>ÉTAIS-TU LÀ QUAND ILS ONT CRUCIFIÉ MON SEIGNEUR</vt:lpstr>
      <vt:lpstr>ÉTAIS-TU LÀ QUAND ILS ONT CRUCIFIÉ MON SEIGNEUR</vt:lpstr>
      <vt:lpstr>OH PARFOIS CELA ME FAIT TREMBLER, TREMBLER</vt:lpstr>
      <vt:lpstr>ÉTAIS-TU LÀ QUAND ILS ONT CRUCIFIÉ MON SEIGNEUR</vt:lpstr>
      <vt:lpstr>ÉTAIS-TU LÀ QUAND IL EST SORTI DU TOMBEAU</vt:lpstr>
      <vt:lpstr>ÉTAIS-TU LÀ QUAND IL EST SORTI DU TOMBEAU</vt:lpstr>
      <vt:lpstr>OH PARFOIS CELA ME FAIT TREMBLER, TREMBLER</vt:lpstr>
      <vt:lpstr>J’AURAIS AIMÉ ÊTRE LÀ QUAND IL EST SORTI DU TOMBEAU</vt:lpstr>
      <vt:lpstr>JÉSUS A PAYÉ JE LUI DOIS MON SALUT</vt:lpstr>
      <vt:lpstr>MON PÉCHÉ EST EFFACÉ CAR SON SANG M’A RACHETÉ</vt:lpstr>
      <vt:lpstr>ET, SEIGNEUR, DANS TOUT CE QUE JE FAIS ET DIS JE VEUX TOUJOURS TE DIRE</vt:lpstr>
      <vt:lpstr> MERCI, POUR LES CHOSES QUE TU AS FAITES POUR MOI LES CHOSES IMMÉRITÉES </vt:lpstr>
      <vt:lpstr>QUE TU AS DONNÉES POUR PROUVER TON AMOUR POUR MOI</vt:lpstr>
      <vt:lpstr>LA VOIX D’UN MILLION D’ANGES NE POURRAIT EXPRIMER MA GRATITUDE</vt:lpstr>
      <vt:lpstr>TOUT CE QUE JE SUIS ET TOUT CE QUE J’ESPÈRE ÊTRE JE TE LE DOIS</vt:lpstr>
      <vt:lpstr>À DIEU SOIT LA GLOIRE À MON DIEU SOIT LA GLOIRE</vt:lpstr>
      <vt:lpstr>À DIEU SOIT LA GLOIRE POUR LES CHOSES QUE TU AS FAITES</vt:lpstr>
      <vt:lpstr>IL EST SI PUISSANT IL EST SI PUISSANT </vt:lpstr>
      <vt:lpstr>IL EST SI PUISSANT  BÉNI SOIT SON NOM</vt:lpstr>
      <vt:lpstr>IL EST SI PUISSANT  IL EST SI PUISSANT </vt:lpstr>
      <vt:lpstr>IL EST SI PUISSANT  BÉNI SOIT SON NOM</vt:lpstr>
      <vt:lpstr>BÉNIS DIEU, Ô MON ÂME ET TOUT CE QUI EST EN MOI</vt:lpstr>
      <vt:lpstr>BÉNIT SON SAINT NOM</vt:lpstr>
      <vt:lpstr>BÉNIT SON NOM</vt:lpstr>
      <vt:lpstr>ET TOUT CE QUI EST EN MOI BÉNIT SON SAINT NOM</vt:lpstr>
      <vt:lpstr>WERE YOU THERE WHEN THEY CRUCIFIED MY LORD</vt:lpstr>
      <vt:lpstr>WERE YOU THERE WHEN THEY CRUCIFIED MY LORD</vt:lpstr>
      <vt:lpstr>OH SOMETIMES IT CAUSES ME TO TREMBLE, TREMBLE, TREMBLE</vt:lpstr>
      <vt:lpstr>WERE YOU THERE WHEN THEY CRUCIFIED MY LORD</vt:lpstr>
      <vt:lpstr>WERE YOU THERE WHEN HE ROSE UP FROM THE TOMB </vt:lpstr>
      <vt:lpstr>WERE YOU THERE WHEN HE ROSE UP FROM THE TOMB </vt:lpstr>
      <vt:lpstr>OH SOMETIMES IT CAUSES ME TO TREMBLE, TREMBLE, TREMBLE</vt:lpstr>
      <vt:lpstr>WERE YOU THERE WHEN HE ROSE UP FROM THE TOMB</vt:lpstr>
      <vt:lpstr>JESUS PAID IT ALL ALL TO HIM I OWE</vt:lpstr>
      <vt:lpstr>SIN HAD LEFT A CRIMSON STAIN BUT OH, HE WASHED IT WHITE AS SNOW</vt:lpstr>
      <vt:lpstr>AND LORD IN EVERYTHING THAT I SAY AND DO I’M STILL TRYING TO SAY</vt:lpstr>
      <vt:lpstr>THANKS FOR THE THINGS YOU HAVE DONE FOR ME THINGS SO UNDESERVED</vt:lpstr>
      <vt:lpstr>THAT YOU GIVE TO PROVE YOUR LOVE FOR ME THE VOICES OF A MILLION ANGELS</vt:lpstr>
      <vt:lpstr>CANNOT EXPRESS MY GRATITUDE FOR ALL THAT I AM</vt:lpstr>
      <vt:lpstr>AND EVERY HOPE TO BE LORD I KNOW I OWE IT ALL TO THEE</vt:lpstr>
      <vt:lpstr>TO GOD BE THE GLORY TO MY GOD BE ALL THE GLORY</vt:lpstr>
      <vt:lpstr>TO GOD BE THE GLORY FOR THE THINGS YOU HAVE DONE </vt:lpstr>
      <vt:lpstr>HE HAD DONE GREAT THINGS HE HAD DONE GREAT THINGS</vt:lpstr>
      <vt:lpstr>HE HAD DONE GREAT THINGS OH BLESS HIS HOLY NAME</vt:lpstr>
      <vt:lpstr>OH BLESS THE LORD OH MY SOUL </vt:lpstr>
      <vt:lpstr>AND ALL THAT IS WITHIN ME BLESS HIS HOLY NAME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143</cp:revision>
  <dcterms:created xsi:type="dcterms:W3CDTF">2002-08-17T10:50:50Z</dcterms:created>
  <dcterms:modified xsi:type="dcterms:W3CDTF">2014-11-09T04:19:24Z</dcterms:modified>
</cp:coreProperties>
</file>