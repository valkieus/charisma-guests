
<file path=[Content_Types].xml><?xml version="1.0" encoding="utf-8"?>
<Types xmlns="http://schemas.openxmlformats.org/package/2006/content-types">
  <Override PartName="/ppt/slides/slide6.xml" ContentType="application/vnd.openxmlformats-officedocument.presentationml.slide+xml"/>
  <Override PartName="/ppt/slides/slide29.xml" ContentType="application/vnd.openxmlformats-officedocument.presentationml.slide+xml"/>
  <Override PartName="/ppt/slideLayouts/slideLayout8.xml" ContentType="application/vnd.openxmlformats-officedocument.presentationml.slideLayout+xml"/>
  <Override PartName="/ppt/notesSlides/notesSlide2.xml" ContentType="application/vnd.openxmlformats-officedocument.presentationml.notesSlide+xml"/>
  <Override PartName="/ppt/slideMasters/slideMaster1.xml" ContentType="application/vnd.openxmlformats-officedocument.presentationml.slideMaster+xml"/>
  <Override PartName="/ppt/slides/slide4.xml" ContentType="application/vnd.openxmlformats-officedocument.presentationml.slide+xml"/>
  <Override PartName="/ppt/slides/slide18.xml" ContentType="application/vnd.openxmlformats-officedocument.presentationml.slide+xml"/>
  <Override PartName="/ppt/slides/slide27.xml" ContentType="application/vnd.openxmlformats-officedocument.presentationml.slide+xml"/>
  <Override PartName="/ppt/slideLayouts/slideLayout4.xml" ContentType="application/vnd.openxmlformats-officedocument.presentationml.slideLayout+xml"/>
  <Override PartName="/ppt/slideLayouts/slideLayout6.xml" ContentType="application/vnd.openxmlformats-officedocument.presentationml.slideLayout+xml"/>
  <Override PartName="/ppt/notesSlides/notesSlide29.xml" ContentType="application/vnd.openxmlformats-officedocument.presentationml.notesSlide+xml"/>
  <Override PartName="/ppt/slides/slide2.xml" ContentType="application/vnd.openxmlformats-officedocument.presentationml.slide+xml"/>
  <Override PartName="/ppt/slides/slide16.xml" ContentType="application/vnd.openxmlformats-officedocument.presentationml.slide+xml"/>
  <Override PartName="/ppt/slides/slide25.xml" ContentType="application/vnd.openxmlformats-officedocument.presentationml.slide+xml"/>
  <Override PartName="/ppt/theme/theme1.xml" ContentType="application/vnd.openxmlformats-officedocument.theme+xml"/>
  <Override PartName="/ppt/slideLayouts/slideLayout2.xml" ContentType="application/vnd.openxmlformats-officedocument.presentationml.slideLayout+xml"/>
  <Override PartName="/ppt/notesSlides/notesSlide18.xml" ContentType="application/vnd.openxmlformats-officedocument.presentationml.notesSlide+xml"/>
  <Override PartName="/ppt/notesSlides/notesSlide27.xml" ContentType="application/vnd.openxmlformats-officedocument.presentationml.notesSlide+xml"/>
  <Default Extension="wmf" ContentType="image/x-wmf"/>
  <Default Extension="rels" ContentType="application/vnd.openxmlformats-package.relationships+xml"/>
  <Default Extension="xml" ContentType="application/xml"/>
  <Override PartName="/ppt/slides/slide14.xml" ContentType="application/vnd.openxmlformats-officedocument.presentationml.slide+xml"/>
  <Override PartName="/ppt/slides/slide23.xml" ContentType="application/vnd.openxmlformats-officedocument.presentationml.slide+xml"/>
  <Override PartName="/ppt/slides/slide32.xml" ContentType="application/vnd.openxmlformats-officedocument.presentationml.slide+xml"/>
  <Override PartName="/ppt/notesMasters/notesMaster1.xml" ContentType="application/vnd.openxmlformats-officedocument.presentationml.notesMaster+xml"/>
  <Override PartName="/ppt/notesSlides/notesSlide16.xml" ContentType="application/vnd.openxmlformats-officedocument.presentationml.notesSlide+xml"/>
  <Override PartName="/ppt/notesSlides/notesSlide25.xml" ContentType="application/vnd.openxmlformats-officedocument.presentationml.notesSlide+xml"/>
  <Override PartName="/ppt/slides/slide10.xml" ContentType="application/vnd.openxmlformats-officedocument.presentationml.slide+xml"/>
  <Override PartName="/ppt/slides/slide12.xml" ContentType="application/vnd.openxmlformats-officedocument.presentationml.slide+xml"/>
  <Override PartName="/ppt/slides/slide21.xml" ContentType="application/vnd.openxmlformats-officedocument.presentationml.slide+xml"/>
  <Override PartName="/ppt/slides/slide30.xml" ContentType="application/vnd.openxmlformats-officedocument.presentationml.slide+xml"/>
  <Override PartName="/ppt/tableStyles.xml" ContentType="application/vnd.openxmlformats-officedocument.presentationml.tableStyles+xml"/>
  <Override PartName="/ppt/slideLayouts/slideLayout11.xml" ContentType="application/vnd.openxmlformats-officedocument.presentationml.slideLayout+xml"/>
  <Override PartName="/ppt/notesSlides/notesSlide14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32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30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10.xml" ContentType="application/vnd.openxmlformats-officedocument.presentationml.notes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viewProps.xml" ContentType="application/vnd.openxmlformats-officedocument.presentationml.viewProps+xml"/>
  <Override PartName="/ppt/slideLayouts/slideLayout9.xml" ContentType="application/vnd.openxmlformats-officedocument.presentationml.slideLayout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docProps/core.xml" ContentType="application/vnd.openxmlformats-package.core-properties+xml"/>
  <Override PartName="/ppt/slides/slide5.xml" ContentType="application/vnd.openxmlformats-officedocument.presentationml.slide+xml"/>
  <Override PartName="/ppt/slides/slide19.xml" ContentType="application/vnd.openxmlformats-officedocument.presentationml.slide+xml"/>
  <Override PartName="/ppt/slides/slide28.xml" ContentType="application/vnd.openxmlformats-officedocument.presentationml.slide+xml"/>
  <Override PartName="/ppt/slideLayouts/slideLayout7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3.xml" ContentType="application/vnd.openxmlformats-officedocument.presentationml.notesSlide+xml"/>
  <Override PartName="/ppt/slides/slide3.xml" ContentType="application/vnd.openxmlformats-officedocument.presentationml.slide+xml"/>
  <Override PartName="/ppt/slides/slide17.xml" ContentType="application/vnd.openxmlformats-officedocument.presentationml.slide+xml"/>
  <Override PartName="/ppt/slides/slide26.xml" ContentType="application/vnd.openxmlformats-officedocument.presentationml.slide+xml"/>
  <Override PartName="/ppt/presProps.xml" ContentType="application/vnd.openxmlformats-officedocument.presentationml.presProps+xml"/>
  <Override PartName="/ppt/slideLayouts/slideLayout5.xml" ContentType="application/vnd.openxmlformats-officedocument.presentationml.slideLayout+xml"/>
  <Override PartName="/ppt/theme/theme2.xml" ContentType="application/vnd.openxmlformats-officedocument.theme+xml"/>
  <Override PartName="/ppt/notesSlides/notesSlide19.xml" ContentType="application/vnd.openxmlformats-officedocument.presentationml.notesSlide+xml"/>
  <Override PartName="/ppt/slides/slide1.xml" ContentType="application/vnd.openxmlformats-officedocument.presentationml.slide+xml"/>
  <Override PartName="/ppt/slides/slide15.xml" ContentType="application/vnd.openxmlformats-officedocument.presentationml.slide+xml"/>
  <Override PartName="/ppt/slides/slide24.xml" ContentType="application/vnd.openxmlformats-officedocument.presentationml.slide+xml"/>
  <Override PartName="/ppt/slideLayouts/slideLayout3.xml" ContentType="application/vnd.openxmlformats-officedocument.presentationml.slideLayout+xml"/>
  <Override PartName="/ppt/notesSlides/notesSlide17.xml" ContentType="application/vnd.openxmlformats-officedocument.presentationml.notesSlide+xml"/>
  <Override PartName="/ppt/notesSlides/notesSlide28.xml" ContentType="application/vnd.openxmlformats-officedocument.presentationml.notesSlide+xml"/>
  <Override PartName="/ppt/presentation.xml" ContentType="application/vnd.openxmlformats-officedocument.presentationml.presentation.main+xml"/>
  <Override PartName="/ppt/slides/slide13.xml" ContentType="application/vnd.openxmlformats-officedocument.presentationml.slide+xml"/>
  <Override PartName="/ppt/slides/slide22.xml" ContentType="application/vnd.openxmlformats-officedocument.presentationml.slide+xml"/>
  <Override PartName="/ppt/slides/slide31.xml" ContentType="application/vnd.openxmlformats-officedocument.presentationml.slide+xml"/>
  <Override PartName="/ppt/slideLayouts/slideLayout1.xml" ContentType="application/vnd.openxmlformats-officedocument.presentationml.slideLayout+xml"/>
  <Override PartName="/ppt/notesSlides/notesSlide15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6.xml" ContentType="application/vnd.openxmlformats-officedocument.presentationml.notesSlide+xml"/>
  <Override PartName="/docProps/app.xml" ContentType="application/vnd.openxmlformats-officedocument.extended-properties+xml"/>
  <Override PartName="/ppt/slides/slide11.xml" ContentType="application/vnd.openxmlformats-officedocument.presentationml.slide+xml"/>
  <Override PartName="/ppt/slides/slide20.xml" ContentType="application/vnd.openxmlformats-officedocument.presentationml.slide+xml"/>
  <Override PartName="/ppt/notesSlides/notesSlide13.xml" ContentType="application/vnd.openxmlformats-officedocument.presentationml.notesSlide+xml"/>
  <Override PartName="/ppt/notesSlides/notesSlide22.xml" ContentType="application/vnd.openxmlformats-officedocument.presentationml.notesSlide+xml"/>
  <Override PartName="/ppt/slideLayouts/slideLayout10.xml" ContentType="application/vnd.openxmlformats-officedocument.presentationml.slideLayout+xml"/>
  <Override PartName="/ppt/notesSlides/notesSlide8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31.xml" ContentType="application/vnd.openxmlformats-officedocument.presentationml.notesSlide+xml"/>
  <Override PartName="/ppt/notesSlides/notesSlide6.xml" ContentType="application/vnd.openxmlformats-officedocument.presentationml.notesSlide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wmf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34"/>
  </p:notesMasterIdLst>
  <p:sldIdLst>
    <p:sldId id="273" r:id="rId2"/>
    <p:sldId id="272" r:id="rId3"/>
    <p:sldId id="274" r:id="rId4"/>
    <p:sldId id="275" r:id="rId5"/>
    <p:sldId id="276" r:id="rId6"/>
    <p:sldId id="277" r:id="rId7"/>
    <p:sldId id="278" r:id="rId8"/>
    <p:sldId id="279" r:id="rId9"/>
    <p:sldId id="280" r:id="rId10"/>
    <p:sldId id="281" r:id="rId11"/>
    <p:sldId id="282" r:id="rId12"/>
    <p:sldId id="283" r:id="rId13"/>
    <p:sldId id="284" r:id="rId14"/>
    <p:sldId id="285" r:id="rId15"/>
    <p:sldId id="286" r:id="rId16"/>
    <p:sldId id="287" r:id="rId17"/>
    <p:sldId id="288" r:id="rId18"/>
    <p:sldId id="289" r:id="rId19"/>
    <p:sldId id="290" r:id="rId20"/>
    <p:sldId id="291" r:id="rId21"/>
    <p:sldId id="292" r:id="rId22"/>
    <p:sldId id="293" r:id="rId23"/>
    <p:sldId id="294" r:id="rId24"/>
    <p:sldId id="295" r:id="rId25"/>
    <p:sldId id="296" r:id="rId26"/>
    <p:sldId id="297" r:id="rId27"/>
    <p:sldId id="298" r:id="rId28"/>
    <p:sldId id="299" r:id="rId29"/>
    <p:sldId id="300" r:id="rId30"/>
    <p:sldId id="301" r:id="rId31"/>
    <p:sldId id="302" r:id="rId32"/>
    <p:sldId id="303" r:id="rId33"/>
  </p:sldIdLst>
  <p:sldSz cx="9144000" cy="6858000" type="screen4x3"/>
  <p:notesSz cx="6858000" cy="9144000"/>
  <p:defaultTextStyle>
    <a:defPPr>
      <a:defRPr lang="en-GB"/>
    </a:defPPr>
    <a:lvl1pPr algn="l" rtl="0" fontAlgn="base">
      <a:spcBef>
        <a:spcPct val="0"/>
      </a:spcBef>
      <a:spcAft>
        <a:spcPct val="0"/>
      </a:spcAft>
      <a:defRPr sz="2400" kern="1200">
        <a:solidFill>
          <a:schemeClr val="tx1"/>
        </a:solidFill>
        <a:latin typeface="Franklin Gothic Medium" pitchFamily="34" charset="0"/>
        <a:ea typeface="+mn-ea"/>
        <a:cs typeface="+mn-cs"/>
      </a:defRPr>
    </a:lvl1pPr>
    <a:lvl2pPr marL="457200" algn="l" rtl="0" fontAlgn="base">
      <a:spcBef>
        <a:spcPct val="0"/>
      </a:spcBef>
      <a:spcAft>
        <a:spcPct val="0"/>
      </a:spcAft>
      <a:defRPr sz="2400" kern="1200">
        <a:solidFill>
          <a:schemeClr val="tx1"/>
        </a:solidFill>
        <a:latin typeface="Franklin Gothic Medium" pitchFamily="34" charset="0"/>
        <a:ea typeface="+mn-ea"/>
        <a:cs typeface="+mn-cs"/>
      </a:defRPr>
    </a:lvl2pPr>
    <a:lvl3pPr marL="914400" algn="l" rtl="0" fontAlgn="base">
      <a:spcBef>
        <a:spcPct val="0"/>
      </a:spcBef>
      <a:spcAft>
        <a:spcPct val="0"/>
      </a:spcAft>
      <a:defRPr sz="2400" kern="1200">
        <a:solidFill>
          <a:schemeClr val="tx1"/>
        </a:solidFill>
        <a:latin typeface="Franklin Gothic Medium" pitchFamily="34" charset="0"/>
        <a:ea typeface="+mn-ea"/>
        <a:cs typeface="+mn-cs"/>
      </a:defRPr>
    </a:lvl3pPr>
    <a:lvl4pPr marL="1371600" algn="l" rtl="0" fontAlgn="base">
      <a:spcBef>
        <a:spcPct val="0"/>
      </a:spcBef>
      <a:spcAft>
        <a:spcPct val="0"/>
      </a:spcAft>
      <a:defRPr sz="2400" kern="1200">
        <a:solidFill>
          <a:schemeClr val="tx1"/>
        </a:solidFill>
        <a:latin typeface="Franklin Gothic Medium" pitchFamily="34" charset="0"/>
        <a:ea typeface="+mn-ea"/>
        <a:cs typeface="+mn-cs"/>
      </a:defRPr>
    </a:lvl4pPr>
    <a:lvl5pPr marL="1828800" algn="l" rtl="0" fontAlgn="base">
      <a:spcBef>
        <a:spcPct val="0"/>
      </a:spcBef>
      <a:spcAft>
        <a:spcPct val="0"/>
      </a:spcAft>
      <a:defRPr sz="2400" kern="1200">
        <a:solidFill>
          <a:schemeClr val="tx1"/>
        </a:solidFill>
        <a:latin typeface="Franklin Gothic Medium" pitchFamily="34" charset="0"/>
        <a:ea typeface="+mn-ea"/>
        <a:cs typeface="+mn-cs"/>
      </a:defRPr>
    </a:lvl5pPr>
    <a:lvl6pPr marL="2286000" algn="l" defTabSz="914400" rtl="0" eaLnBrk="1" latinLnBrk="0" hangingPunct="1">
      <a:defRPr sz="2400" kern="1200">
        <a:solidFill>
          <a:schemeClr val="tx1"/>
        </a:solidFill>
        <a:latin typeface="Franklin Gothic Medium" pitchFamily="34" charset="0"/>
        <a:ea typeface="+mn-ea"/>
        <a:cs typeface="+mn-cs"/>
      </a:defRPr>
    </a:lvl6pPr>
    <a:lvl7pPr marL="2743200" algn="l" defTabSz="914400" rtl="0" eaLnBrk="1" latinLnBrk="0" hangingPunct="1">
      <a:defRPr sz="2400" kern="1200">
        <a:solidFill>
          <a:schemeClr val="tx1"/>
        </a:solidFill>
        <a:latin typeface="Franklin Gothic Medium" pitchFamily="34" charset="0"/>
        <a:ea typeface="+mn-ea"/>
        <a:cs typeface="+mn-cs"/>
      </a:defRPr>
    </a:lvl7pPr>
    <a:lvl8pPr marL="3200400" algn="l" defTabSz="914400" rtl="0" eaLnBrk="1" latinLnBrk="0" hangingPunct="1">
      <a:defRPr sz="2400" kern="1200">
        <a:solidFill>
          <a:schemeClr val="tx1"/>
        </a:solidFill>
        <a:latin typeface="Franklin Gothic Medium" pitchFamily="34" charset="0"/>
        <a:ea typeface="+mn-ea"/>
        <a:cs typeface="+mn-cs"/>
      </a:defRPr>
    </a:lvl8pPr>
    <a:lvl9pPr marL="3657600" algn="l" defTabSz="914400" rtl="0" eaLnBrk="1" latinLnBrk="0" hangingPunct="1">
      <a:defRPr sz="2400" kern="1200">
        <a:solidFill>
          <a:schemeClr val="tx1"/>
        </a:solidFill>
        <a:latin typeface="Franklin Gothic Medium" pitchFamily="34" charset="0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2828A4"/>
    <a:srgbClr val="DF9245"/>
    <a:srgbClr val="CB69CD"/>
    <a:srgbClr val="000099"/>
    <a:srgbClr val="B2B2B2"/>
    <a:srgbClr val="DDDDDD"/>
  </p:clrMru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3600" autoAdjust="0"/>
    <p:restoredTop sz="41466" autoAdjust="0"/>
  </p:normalViewPr>
  <p:slideViewPr>
    <p:cSldViewPr>
      <p:cViewPr varScale="1">
        <p:scale>
          <a:sx n="48" d="100"/>
          <a:sy n="48" d="100"/>
        </p:scale>
        <p:origin x="-3534" y="-102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5082"/>
    </p:cViewPr>
  </p:notesTextViewPr>
  <p:gridSpacing cx="73736200" cy="7373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34" Type="http://schemas.openxmlformats.org/officeDocument/2006/relationships/notesMaster" Target="notesMasters/notesMaster1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slide" Target="slides/slide28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theme" Target="theme/theme1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viewProps" Target="viewProp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slide" Target="slides/slide30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presProps" Target="pres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'en-tête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pPr>
              <a:defRPr/>
            </a:pPr>
            <a:endParaRPr lang="fr-FR"/>
          </a:p>
        </p:txBody>
      </p:sp>
      <p:sp>
        <p:nvSpPr>
          <p:cNvPr id="3" name="Espace réservé de la date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pPr>
              <a:defRPr/>
            </a:pPr>
            <a:fld id="{7014F53D-459E-427C-886C-73D3B106EFFE}" type="datetimeFigureOut">
              <a:rPr lang="fr-FR"/>
              <a:pPr>
                <a:defRPr/>
              </a:pPr>
              <a:t>26/02/2018</a:t>
            </a:fld>
            <a:endParaRPr lang="fr-FR"/>
          </a:p>
        </p:txBody>
      </p:sp>
      <p:sp>
        <p:nvSpPr>
          <p:cNvPr id="4" name="Espace réservé de l'image des diapositives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pPr lvl="0"/>
            <a:endParaRPr lang="fr-FR" noProof="0" smtClean="0"/>
          </a:p>
        </p:txBody>
      </p:sp>
      <p:sp>
        <p:nvSpPr>
          <p:cNvPr id="5" name="Espace réservé des commentaires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fr-FR" noProof="0" smtClean="0"/>
              <a:t>Cliquez pour modifier les styles du texte du masque</a:t>
            </a:r>
          </a:p>
          <a:p>
            <a:pPr lvl="1"/>
            <a:r>
              <a:rPr lang="fr-FR" noProof="0" smtClean="0"/>
              <a:t>Deuxième niveau</a:t>
            </a:r>
          </a:p>
          <a:p>
            <a:pPr lvl="2"/>
            <a:r>
              <a:rPr lang="fr-FR" noProof="0" smtClean="0"/>
              <a:t>Troisième niveau</a:t>
            </a:r>
          </a:p>
          <a:p>
            <a:pPr lvl="3"/>
            <a:r>
              <a:rPr lang="fr-FR" noProof="0" smtClean="0"/>
              <a:t>Quatrième niveau</a:t>
            </a:r>
          </a:p>
          <a:p>
            <a:pPr lvl="4"/>
            <a:r>
              <a:rPr lang="fr-FR" noProof="0" smtClean="0"/>
              <a:t>Cinquième niveau</a:t>
            </a:r>
          </a:p>
        </p:txBody>
      </p:sp>
      <p:sp>
        <p:nvSpPr>
          <p:cNvPr id="6" name="Espace réservé du pied de page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pPr>
              <a:defRPr/>
            </a:pPr>
            <a:endParaRPr lang="fr-FR"/>
          </a:p>
        </p:txBody>
      </p:sp>
      <p:sp>
        <p:nvSpPr>
          <p:cNvPr id="7" name="Espace réservé du numéro de diapositive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pPr>
              <a:defRPr/>
            </a:pPr>
            <a:fld id="{2781ADE0-1995-498D-948C-09ED692A6B66}" type="slidenum">
              <a:rPr lang="fr-FR"/>
              <a:pPr>
                <a:defRPr/>
              </a:pPr>
              <a:t>‹#›</a:t>
            </a:fld>
            <a:endParaRPr lang="fr-FR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2.xml"/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3.xml"/><Relationship Id="rId1" Type="http://schemas.openxmlformats.org/officeDocument/2006/relationships/notesMaster" Target="../notesMasters/notesMaster1.xml"/></Relationships>
</file>

<file path=ppt/notesSlides/_rels/notesSlide2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4.xml"/><Relationship Id="rId1" Type="http://schemas.openxmlformats.org/officeDocument/2006/relationships/notesMaster" Target="../notesMasters/notesMaster1.xml"/></Relationships>
</file>

<file path=ppt/notesSlides/_rels/notesSlide2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5.xml"/><Relationship Id="rId1" Type="http://schemas.openxmlformats.org/officeDocument/2006/relationships/notesMaster" Target="../notesMasters/notesMaster1.xml"/></Relationships>
</file>

<file path=ppt/notesSlides/_rels/notesSlide2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6.xml"/><Relationship Id="rId1" Type="http://schemas.openxmlformats.org/officeDocument/2006/relationships/notesMaster" Target="../notesMasters/notesMaster1.xml"/></Relationships>
</file>

<file path=ppt/notesSlides/_rels/notesSlide2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7.xml"/><Relationship Id="rId1" Type="http://schemas.openxmlformats.org/officeDocument/2006/relationships/notesMaster" Target="../notesMasters/notesMaster1.xml"/></Relationships>
</file>

<file path=ppt/notesSlides/_rels/notesSlide2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8.xml"/><Relationship Id="rId1" Type="http://schemas.openxmlformats.org/officeDocument/2006/relationships/notesMaster" Target="../notesMasters/notesMaster1.xml"/></Relationships>
</file>

<file path=ppt/notesSlides/_rels/notesSlide2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9.xml"/><Relationship Id="rId1" Type="http://schemas.openxmlformats.org/officeDocument/2006/relationships/notesMaster" Target="../notesMasters/notesMaster1.xml"/></Relationships>
</file>

<file path=ppt/notesSlides/_rels/notesSlide3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0.xml"/><Relationship Id="rId1" Type="http://schemas.openxmlformats.org/officeDocument/2006/relationships/notesMaster" Target="../notesMasters/notesMaster1.xml"/></Relationships>
</file>

<file path=ppt/notesSlides/_rels/notesSlide3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1.xml"/><Relationship Id="rId1" Type="http://schemas.openxmlformats.org/officeDocument/2006/relationships/notesMaster" Target="../notesMasters/notesMaster1.xml"/></Relationships>
</file>

<file path=ppt/notesSlides/_rels/notesSlide3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2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842" name="Espace réservé de l'image des diapositives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3" name="Espace réservé des commentaires 2"/>
          <p:cNvSpPr>
            <a:spLocks noGrp="1"/>
          </p:cNvSpPr>
          <p:nvPr>
            <p:ph type="body" idx="1"/>
          </p:nvPr>
        </p:nvSpPr>
        <p:spPr/>
        <p:txBody>
          <a:bodyPr>
            <a:normAutofit fontScale="85000" lnSpcReduction="20000"/>
          </a:bodyPr>
          <a:lstStyle/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dirty="0" smtClean="0"/>
              <a:t>1-  QUAND CERTAINS  MARCHENT PAR LA VUE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dirty="0" err="1" smtClean="0"/>
              <a:t>When</a:t>
            </a:r>
            <a:r>
              <a:rPr lang="fr-FR" dirty="0" smtClean="0"/>
              <a:t> </a:t>
            </a:r>
            <a:r>
              <a:rPr lang="fr-FR" dirty="0" err="1" smtClean="0"/>
              <a:t>others</a:t>
            </a:r>
            <a:r>
              <a:rPr lang="fr-FR" dirty="0" smtClean="0"/>
              <a:t> </a:t>
            </a:r>
            <a:r>
              <a:rPr lang="fr-FR" dirty="0" err="1" smtClean="0"/>
              <a:t>see</a:t>
            </a:r>
            <a:r>
              <a:rPr lang="fr-FR" dirty="0" smtClean="0"/>
              <a:t> </a:t>
            </a:r>
            <a:r>
              <a:rPr lang="fr-FR" dirty="0" err="1" smtClean="0"/>
              <a:t>with</a:t>
            </a:r>
            <a:r>
              <a:rPr lang="fr-FR" dirty="0" smtClean="0"/>
              <a:t> </a:t>
            </a:r>
            <a:r>
              <a:rPr lang="fr-FR" dirty="0" err="1" smtClean="0"/>
              <a:t>earthly</a:t>
            </a:r>
            <a:r>
              <a:rPr lang="fr-FR" dirty="0" smtClean="0"/>
              <a:t> </a:t>
            </a:r>
            <a:r>
              <a:rPr lang="fr-FR" dirty="0" err="1" smtClean="0"/>
              <a:t>eyes</a:t>
            </a:r>
            <a:endParaRPr lang="fr-FR" dirty="0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dirty="0" smtClean="0"/>
              <a:t> 2-  CONDUITS PAR LEURS REGARDS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dirty="0" smtClean="0"/>
              <a:t>Just </a:t>
            </a:r>
            <a:r>
              <a:rPr lang="fr-FR" dirty="0" err="1" smtClean="0"/>
              <a:t>what</a:t>
            </a:r>
            <a:r>
              <a:rPr lang="fr-FR" dirty="0" smtClean="0"/>
              <a:t> </a:t>
            </a:r>
            <a:r>
              <a:rPr lang="fr-FR" dirty="0" err="1" smtClean="0"/>
              <a:t>they</a:t>
            </a:r>
            <a:r>
              <a:rPr lang="fr-FR" dirty="0" smtClean="0"/>
              <a:t> </a:t>
            </a:r>
            <a:r>
              <a:rPr lang="fr-FR" dirty="0" err="1" smtClean="0"/>
              <a:t>want</a:t>
            </a:r>
            <a:r>
              <a:rPr lang="fr-FR" dirty="0" smtClean="0"/>
              <a:t> to </a:t>
            </a:r>
            <a:r>
              <a:rPr lang="fr-FR" dirty="0" err="1" smtClean="0"/>
              <a:t>see</a:t>
            </a:r>
            <a:endParaRPr lang="fr-FR" dirty="0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dirty="0" smtClean="0"/>
              <a:t>3-  TU VERRAS DES CHOSES  QUI SONT ÉTERNELLES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dirty="0" smtClean="0"/>
              <a:t>Just </a:t>
            </a:r>
            <a:r>
              <a:rPr lang="fr-FR" dirty="0" err="1" smtClean="0"/>
              <a:t>what</a:t>
            </a:r>
            <a:r>
              <a:rPr lang="fr-FR" dirty="0" smtClean="0"/>
              <a:t> </a:t>
            </a:r>
            <a:r>
              <a:rPr lang="fr-FR" dirty="0" err="1" smtClean="0"/>
              <a:t>they</a:t>
            </a:r>
            <a:r>
              <a:rPr lang="fr-FR" dirty="0" smtClean="0"/>
              <a:t> </a:t>
            </a:r>
            <a:r>
              <a:rPr lang="fr-FR" dirty="0" err="1" smtClean="0"/>
              <a:t>want</a:t>
            </a:r>
            <a:r>
              <a:rPr lang="fr-FR" dirty="0" smtClean="0"/>
              <a:t> to </a:t>
            </a:r>
            <a:r>
              <a:rPr lang="fr-FR" dirty="0" err="1" smtClean="0"/>
              <a:t>see</a:t>
            </a:r>
            <a:endParaRPr lang="fr-FR" dirty="0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dirty="0" smtClean="0"/>
              <a:t> 4-  TU SAURAS ET CONNAÎTRAS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dirty="0" smtClean="0"/>
              <a:t>You </a:t>
            </a:r>
            <a:r>
              <a:rPr lang="fr-FR" dirty="0" err="1" smtClean="0"/>
              <a:t>will</a:t>
            </a:r>
            <a:r>
              <a:rPr lang="fr-FR" dirty="0" smtClean="0"/>
              <a:t> know and </a:t>
            </a:r>
            <a:r>
              <a:rPr lang="fr-FR" dirty="0" err="1" smtClean="0"/>
              <a:t>recognize</a:t>
            </a:r>
            <a:endParaRPr lang="fr-FR" dirty="0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dirty="0" smtClean="0"/>
              <a:t>5-  AVEC UNE FOI D’ENFANT LA VALEUR DE CELUI QUI EST FIDÈLE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dirty="0" smtClean="0"/>
              <a:t>By simple </a:t>
            </a:r>
            <a:r>
              <a:rPr lang="fr-FR" dirty="0" err="1" smtClean="0"/>
              <a:t>child-like</a:t>
            </a:r>
            <a:r>
              <a:rPr lang="fr-FR" dirty="0" smtClean="0"/>
              <a:t> </a:t>
            </a:r>
            <a:r>
              <a:rPr lang="fr-FR" dirty="0" err="1" smtClean="0"/>
              <a:t>faith</a:t>
            </a:r>
            <a:r>
              <a:rPr lang="fr-FR" dirty="0" smtClean="0"/>
              <a:t> The </a:t>
            </a:r>
            <a:r>
              <a:rPr lang="fr-FR" dirty="0" err="1" smtClean="0"/>
              <a:t>priceless</a:t>
            </a:r>
            <a:r>
              <a:rPr lang="fr-FR" dirty="0" smtClean="0"/>
              <a:t> </a:t>
            </a:r>
            <a:r>
              <a:rPr lang="fr-FR" dirty="0" err="1" smtClean="0"/>
              <a:t>truth</a:t>
            </a:r>
            <a:r>
              <a:rPr lang="fr-FR" dirty="0" smtClean="0"/>
              <a:t> </a:t>
            </a:r>
            <a:r>
              <a:rPr lang="fr-FR" dirty="0" err="1" smtClean="0"/>
              <a:t>that</a:t>
            </a:r>
            <a:r>
              <a:rPr lang="fr-FR" dirty="0" smtClean="0"/>
              <a:t> </a:t>
            </a:r>
            <a:r>
              <a:rPr lang="fr-FR" dirty="0" err="1" smtClean="0"/>
              <a:t>Others</a:t>
            </a:r>
            <a:r>
              <a:rPr lang="fr-FR" dirty="0" smtClean="0"/>
              <a:t> </a:t>
            </a:r>
            <a:r>
              <a:rPr lang="fr-FR" dirty="0" err="1" smtClean="0"/>
              <a:t>will</a:t>
            </a:r>
            <a:r>
              <a:rPr lang="fr-FR" dirty="0" smtClean="0"/>
              <a:t> </a:t>
            </a:r>
            <a:r>
              <a:rPr lang="fr-FR" dirty="0" err="1" smtClean="0"/>
              <a:t>deny</a:t>
            </a:r>
            <a:endParaRPr lang="fr-FR" dirty="0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dirty="0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dirty="0" smtClean="0"/>
              <a:t>6-  QUAND ILS DISENT  QUE JE NE SUIS QU’UN HOMME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dirty="0" err="1" smtClean="0"/>
              <a:t>When</a:t>
            </a:r>
            <a:r>
              <a:rPr lang="fr-FR" dirty="0" smtClean="0"/>
              <a:t> </a:t>
            </a:r>
            <a:r>
              <a:rPr lang="fr-FR" dirty="0" err="1" smtClean="0"/>
              <a:t>others</a:t>
            </a:r>
            <a:r>
              <a:rPr lang="fr-FR" dirty="0" smtClean="0"/>
              <a:t> </a:t>
            </a:r>
            <a:r>
              <a:rPr lang="fr-FR" dirty="0" err="1" smtClean="0"/>
              <a:t>say</a:t>
            </a:r>
            <a:r>
              <a:rPr lang="fr-FR" dirty="0" smtClean="0"/>
              <a:t> </a:t>
            </a:r>
            <a:r>
              <a:rPr lang="fr-FR" dirty="0" err="1" smtClean="0"/>
              <a:t>I'm</a:t>
            </a:r>
            <a:r>
              <a:rPr lang="fr-FR" dirty="0" smtClean="0"/>
              <a:t> </a:t>
            </a:r>
            <a:r>
              <a:rPr lang="fr-FR" dirty="0" err="1" smtClean="0"/>
              <a:t>just</a:t>
            </a:r>
            <a:r>
              <a:rPr lang="fr-FR" dirty="0" smtClean="0"/>
              <a:t> a man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dirty="0" smtClean="0"/>
              <a:t> 7-  VOULANT VIVRE SES RÊVES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dirty="0" err="1" smtClean="0"/>
              <a:t>Who</a:t>
            </a:r>
            <a:r>
              <a:rPr lang="fr-FR" dirty="0" smtClean="0"/>
              <a:t> </a:t>
            </a:r>
            <a:r>
              <a:rPr lang="fr-FR" dirty="0" err="1" smtClean="0"/>
              <a:t>likes</a:t>
            </a:r>
            <a:r>
              <a:rPr lang="fr-FR" dirty="0" smtClean="0"/>
              <a:t> to </a:t>
            </a:r>
            <a:r>
              <a:rPr lang="fr-FR" dirty="0" err="1" smtClean="0"/>
              <a:t>dream</a:t>
            </a:r>
            <a:r>
              <a:rPr lang="fr-FR" dirty="0" smtClean="0"/>
              <a:t> </a:t>
            </a:r>
            <a:r>
              <a:rPr lang="fr-FR" dirty="0" err="1" smtClean="0"/>
              <a:t>His</a:t>
            </a:r>
            <a:r>
              <a:rPr lang="fr-FR" dirty="0" smtClean="0"/>
              <a:t> </a:t>
            </a:r>
            <a:r>
              <a:rPr lang="fr-FR" dirty="0" err="1" smtClean="0"/>
              <a:t>dreams</a:t>
            </a:r>
            <a:endParaRPr lang="fr-FR" dirty="0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dirty="0" smtClean="0"/>
              <a:t>8-  QUAND ILS APPELLENT  UN MIRACLE UN MYTHE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dirty="0" err="1" smtClean="0"/>
              <a:t>When</a:t>
            </a:r>
            <a:r>
              <a:rPr lang="fr-FR" dirty="0" smtClean="0"/>
              <a:t> </a:t>
            </a:r>
            <a:r>
              <a:rPr lang="fr-FR" dirty="0" err="1" smtClean="0"/>
              <a:t>others</a:t>
            </a:r>
            <a:r>
              <a:rPr lang="fr-FR" dirty="0" smtClean="0"/>
              <a:t> call a miracle a </a:t>
            </a:r>
            <a:r>
              <a:rPr lang="fr-FR" dirty="0" err="1" smtClean="0"/>
              <a:t>myth</a:t>
            </a:r>
            <a:endParaRPr lang="fr-FR" dirty="0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dirty="0" smtClean="0"/>
              <a:t>9-  TU COMPRENDRAS EN UN INSTANT TOUTES CES CHOSES CACHÉES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dirty="0" err="1" smtClean="0"/>
              <a:t>You'll</a:t>
            </a:r>
            <a:r>
              <a:rPr lang="fr-FR" dirty="0" smtClean="0"/>
              <a:t> </a:t>
            </a:r>
            <a:r>
              <a:rPr lang="fr-FR" dirty="0" err="1" smtClean="0"/>
              <a:t>listen</a:t>
            </a:r>
            <a:r>
              <a:rPr lang="fr-FR" dirty="0" smtClean="0"/>
              <a:t> for </a:t>
            </a:r>
            <a:r>
              <a:rPr lang="fr-FR" dirty="0" err="1" smtClean="0"/>
              <a:t>eternity</a:t>
            </a:r>
            <a:r>
              <a:rPr lang="fr-FR" dirty="0" smtClean="0"/>
              <a:t> In moments as </a:t>
            </a:r>
            <a:r>
              <a:rPr lang="fr-FR" dirty="0" err="1" smtClean="0"/>
              <a:t>they</a:t>
            </a:r>
            <a:r>
              <a:rPr lang="fr-FR" dirty="0" smtClean="0"/>
              <a:t> </a:t>
            </a:r>
            <a:r>
              <a:rPr lang="fr-FR" dirty="0" err="1" smtClean="0"/>
              <a:t>pass</a:t>
            </a:r>
            <a:endParaRPr lang="fr-FR" dirty="0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dirty="0" smtClean="0"/>
              <a:t>10-  TU VERRAS SA BONTÉ  QUI EST SANS LIMITE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dirty="0" smtClean="0"/>
              <a:t>And </a:t>
            </a:r>
            <a:r>
              <a:rPr lang="fr-FR" dirty="0" err="1" smtClean="0"/>
              <a:t>see</a:t>
            </a:r>
            <a:r>
              <a:rPr lang="fr-FR" dirty="0" smtClean="0"/>
              <a:t> </a:t>
            </a:r>
            <a:r>
              <a:rPr lang="fr-FR" dirty="0" err="1" smtClean="0"/>
              <a:t>with</a:t>
            </a:r>
            <a:r>
              <a:rPr lang="fr-FR" dirty="0" smtClean="0"/>
              <a:t> spirit </a:t>
            </a:r>
            <a:r>
              <a:rPr lang="fr-FR" dirty="0" err="1" smtClean="0"/>
              <a:t>eyes</a:t>
            </a:r>
            <a:r>
              <a:rPr lang="fr-FR" dirty="0" smtClean="0"/>
              <a:t> </a:t>
            </a:r>
            <a:r>
              <a:rPr lang="fr-FR" dirty="0" err="1" smtClean="0"/>
              <a:t>What</a:t>
            </a:r>
            <a:r>
              <a:rPr lang="fr-FR" dirty="0" smtClean="0"/>
              <a:t> </a:t>
            </a:r>
            <a:r>
              <a:rPr lang="fr-FR" dirty="0" err="1" smtClean="0"/>
              <a:t>others</a:t>
            </a:r>
            <a:r>
              <a:rPr lang="fr-FR" dirty="0" smtClean="0"/>
              <a:t> miss.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dirty="0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dirty="0" smtClean="0"/>
              <a:t>11-  SUR CE ROCHER  JE CONSTRUIS MON ROYAUME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dirty="0" err="1" smtClean="0"/>
              <a:t>Upon</a:t>
            </a:r>
            <a:r>
              <a:rPr lang="fr-FR" dirty="0" smtClean="0"/>
              <a:t> </a:t>
            </a:r>
            <a:r>
              <a:rPr lang="fr-FR" dirty="0" err="1" smtClean="0"/>
              <a:t>this</a:t>
            </a:r>
            <a:r>
              <a:rPr lang="fr-FR" dirty="0" smtClean="0"/>
              <a:t> rock </a:t>
            </a:r>
            <a:r>
              <a:rPr lang="fr-FR" dirty="0" err="1" smtClean="0"/>
              <a:t>I'll</a:t>
            </a:r>
            <a:r>
              <a:rPr lang="fr-FR" dirty="0" smtClean="0"/>
              <a:t> </a:t>
            </a:r>
            <a:r>
              <a:rPr lang="fr-FR" dirty="0" err="1" smtClean="0"/>
              <a:t>build</a:t>
            </a:r>
            <a:r>
              <a:rPr lang="fr-FR" dirty="0" smtClean="0"/>
              <a:t> </a:t>
            </a:r>
            <a:r>
              <a:rPr lang="fr-FR" dirty="0" err="1" smtClean="0"/>
              <a:t>My</a:t>
            </a:r>
            <a:r>
              <a:rPr lang="fr-FR" dirty="0" smtClean="0"/>
              <a:t> </a:t>
            </a:r>
            <a:r>
              <a:rPr lang="fr-FR" dirty="0" err="1" smtClean="0"/>
              <a:t>kingdom</a:t>
            </a:r>
            <a:endParaRPr lang="fr-FR" dirty="0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dirty="0" smtClean="0"/>
              <a:t> 12-  SUR CE ROCHER, POUR TOUJOURS  À JAMAIS, JE ME TIENDRAI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dirty="0" smtClean="0"/>
              <a:t>And on </a:t>
            </a:r>
            <a:r>
              <a:rPr lang="fr-FR" dirty="0" err="1" smtClean="0"/>
              <a:t>this</a:t>
            </a:r>
            <a:r>
              <a:rPr lang="fr-FR" dirty="0" smtClean="0"/>
              <a:t> rock </a:t>
            </a:r>
            <a:r>
              <a:rPr lang="fr-FR" dirty="0" err="1" smtClean="0"/>
              <a:t>forever</a:t>
            </a:r>
            <a:r>
              <a:rPr lang="fr-FR" dirty="0" smtClean="0"/>
              <a:t> and </a:t>
            </a:r>
            <a:r>
              <a:rPr lang="fr-FR" dirty="0" err="1" smtClean="0"/>
              <a:t>ever</a:t>
            </a:r>
            <a:r>
              <a:rPr lang="fr-FR" dirty="0" smtClean="0"/>
              <a:t> </a:t>
            </a:r>
            <a:r>
              <a:rPr lang="fr-FR" dirty="0" err="1" smtClean="0"/>
              <a:t>it</a:t>
            </a:r>
            <a:r>
              <a:rPr lang="fr-FR" dirty="0" smtClean="0"/>
              <a:t> </a:t>
            </a:r>
            <a:r>
              <a:rPr lang="fr-FR" dirty="0" err="1" smtClean="0"/>
              <a:t>shall</a:t>
            </a:r>
            <a:r>
              <a:rPr lang="fr-FR" dirty="0" smtClean="0"/>
              <a:t> stand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dirty="0" smtClean="0"/>
              <a:t> 13-  SUR CE ROCHER DE RÉVÉLATION J’ÉTABLIRAI UNE PUISSANTE NATION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dirty="0" err="1" smtClean="0"/>
              <a:t>Upon</a:t>
            </a:r>
            <a:r>
              <a:rPr lang="fr-FR" dirty="0" smtClean="0"/>
              <a:t> </a:t>
            </a:r>
            <a:r>
              <a:rPr lang="fr-FR" dirty="0" err="1" smtClean="0"/>
              <a:t>this</a:t>
            </a:r>
            <a:r>
              <a:rPr lang="fr-FR" dirty="0" smtClean="0"/>
              <a:t> rock of </a:t>
            </a:r>
            <a:r>
              <a:rPr lang="fr-FR" dirty="0" err="1" smtClean="0"/>
              <a:t>revelation</a:t>
            </a:r>
            <a:r>
              <a:rPr lang="fr-FR" dirty="0" smtClean="0"/>
              <a:t> </a:t>
            </a:r>
            <a:r>
              <a:rPr lang="fr-FR" dirty="0" err="1" smtClean="0"/>
              <a:t>I'll</a:t>
            </a:r>
            <a:r>
              <a:rPr lang="fr-FR" dirty="0" smtClean="0"/>
              <a:t> </a:t>
            </a:r>
            <a:r>
              <a:rPr lang="fr-FR" dirty="0" err="1" smtClean="0"/>
              <a:t>build</a:t>
            </a:r>
            <a:r>
              <a:rPr lang="fr-FR" dirty="0" smtClean="0"/>
              <a:t> a </a:t>
            </a:r>
            <a:r>
              <a:rPr lang="fr-FR" dirty="0" err="1" smtClean="0"/>
              <a:t>strong</a:t>
            </a:r>
            <a:r>
              <a:rPr lang="fr-FR" dirty="0" smtClean="0"/>
              <a:t> and </a:t>
            </a:r>
            <a:r>
              <a:rPr lang="fr-FR" dirty="0" err="1" smtClean="0"/>
              <a:t>mighty</a:t>
            </a:r>
            <a:r>
              <a:rPr lang="fr-FR" dirty="0" smtClean="0"/>
              <a:t> nation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dirty="0" smtClean="0"/>
              <a:t> 14-  QUI TIENDRA FERME  CONTRE LES TEMPÊTES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dirty="0" smtClean="0"/>
              <a:t>And </a:t>
            </a:r>
            <a:r>
              <a:rPr lang="fr-FR" dirty="0" err="1" smtClean="0"/>
              <a:t>it</a:t>
            </a:r>
            <a:r>
              <a:rPr lang="fr-FR" dirty="0" smtClean="0"/>
              <a:t> </a:t>
            </a:r>
            <a:r>
              <a:rPr lang="fr-FR" dirty="0" err="1" smtClean="0"/>
              <a:t>shall</a:t>
            </a:r>
            <a:r>
              <a:rPr lang="fr-FR" dirty="0" smtClean="0"/>
              <a:t> stand the </a:t>
            </a:r>
            <a:r>
              <a:rPr lang="fr-FR" dirty="0" err="1" smtClean="0"/>
              <a:t>storms</a:t>
            </a:r>
            <a:r>
              <a:rPr lang="fr-FR" dirty="0" smtClean="0"/>
              <a:t> of time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dirty="0" smtClean="0"/>
              <a:t>15-  SUR CE ROCHER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dirty="0" err="1" smtClean="0"/>
              <a:t>Upon</a:t>
            </a:r>
            <a:r>
              <a:rPr lang="fr-FR" dirty="0" smtClean="0"/>
              <a:t> </a:t>
            </a:r>
            <a:r>
              <a:rPr lang="fr-FR" dirty="0" err="1" smtClean="0"/>
              <a:t>this</a:t>
            </a:r>
            <a:r>
              <a:rPr lang="fr-FR" dirty="0" smtClean="0"/>
              <a:t> rock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dirty="0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dirty="0" smtClean="0"/>
              <a:t>16-  LORSQUE TOUS MES PLANS S'ÉCROULENT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dirty="0" err="1" smtClean="0"/>
              <a:t>When</a:t>
            </a:r>
            <a:r>
              <a:rPr lang="fr-FR" dirty="0" smtClean="0"/>
              <a:t> </a:t>
            </a:r>
            <a:r>
              <a:rPr lang="fr-FR" dirty="0" err="1" smtClean="0"/>
              <a:t>My</a:t>
            </a:r>
            <a:r>
              <a:rPr lang="fr-FR" dirty="0" smtClean="0"/>
              <a:t> Plans Have Fallen </a:t>
            </a:r>
            <a:r>
              <a:rPr lang="fr-FR" dirty="0" err="1" smtClean="0"/>
              <a:t>Through</a:t>
            </a:r>
            <a:r>
              <a:rPr lang="fr-FR" dirty="0" smtClean="0"/>
              <a:t>
17-  QUAND JE N'AI PRESQUE  PLUS DE FORCE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dirty="0" smtClean="0"/>
              <a:t>And </a:t>
            </a:r>
            <a:r>
              <a:rPr lang="fr-FR" dirty="0" err="1" smtClean="0"/>
              <a:t>When</a:t>
            </a:r>
            <a:r>
              <a:rPr lang="fr-FR" dirty="0" smtClean="0"/>
              <a:t> </a:t>
            </a:r>
            <a:r>
              <a:rPr lang="fr-FR" dirty="0" err="1" smtClean="0"/>
              <a:t>My</a:t>
            </a:r>
            <a:r>
              <a:rPr lang="fr-FR" dirty="0" smtClean="0"/>
              <a:t> </a:t>
            </a:r>
            <a:r>
              <a:rPr lang="fr-FR" dirty="0" err="1" smtClean="0"/>
              <a:t>Strength</a:t>
            </a:r>
            <a:r>
              <a:rPr lang="fr-FR" dirty="0" smtClean="0"/>
              <a:t> Is </a:t>
            </a:r>
            <a:r>
              <a:rPr lang="fr-FR" dirty="0" err="1" smtClean="0"/>
              <a:t>Nearly</a:t>
            </a:r>
            <a:r>
              <a:rPr lang="fr-FR" dirty="0" smtClean="0"/>
              <a:t> Gone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dirty="0" smtClean="0"/>
              <a:t> 18-  QUAND LA SEULE CHOSE À FAIRE  EST DE DÉPENDRE DE TOI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dirty="0" err="1" smtClean="0"/>
              <a:t>When</a:t>
            </a:r>
            <a:r>
              <a:rPr lang="fr-FR" dirty="0" smtClean="0"/>
              <a:t> </a:t>
            </a:r>
            <a:r>
              <a:rPr lang="fr-FR" dirty="0" err="1" smtClean="0"/>
              <a:t>There's</a:t>
            </a:r>
            <a:r>
              <a:rPr lang="fr-FR" dirty="0" smtClean="0"/>
              <a:t> Nothing </a:t>
            </a:r>
            <a:r>
              <a:rPr lang="fr-FR" dirty="0" err="1" smtClean="0"/>
              <a:t>Left</a:t>
            </a:r>
            <a:r>
              <a:rPr lang="fr-FR" dirty="0" smtClean="0"/>
              <a:t> To Do But Just </a:t>
            </a:r>
            <a:r>
              <a:rPr lang="fr-FR" dirty="0" err="1" smtClean="0"/>
              <a:t>Depend</a:t>
            </a:r>
            <a:r>
              <a:rPr lang="fr-FR" dirty="0" smtClean="0"/>
              <a:t> On You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dirty="0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dirty="0" smtClean="0"/>
              <a:t> 19-  ET LA PUISSANCE DE TON NOM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dirty="0" smtClean="0"/>
              <a:t>And The Power Of </a:t>
            </a:r>
            <a:r>
              <a:rPr lang="fr-FR" dirty="0" err="1" smtClean="0"/>
              <a:t>Your</a:t>
            </a:r>
            <a:r>
              <a:rPr lang="fr-FR" dirty="0" smtClean="0"/>
              <a:t> Name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dirty="0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dirty="0" smtClean="0"/>
              <a:t>20-  ET QUAND NOUS INVOQUONS TON NOM TA PUISSANCE SOUDAIN APPARAÎT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dirty="0" smtClean="0"/>
              <a:t>And As </a:t>
            </a:r>
            <a:r>
              <a:rPr lang="fr-FR" dirty="0" err="1" smtClean="0"/>
              <a:t>We</a:t>
            </a:r>
            <a:r>
              <a:rPr lang="fr-FR" dirty="0" smtClean="0"/>
              <a:t> Call </a:t>
            </a:r>
            <a:r>
              <a:rPr lang="fr-FR" dirty="0" err="1" smtClean="0"/>
              <a:t>Upon</a:t>
            </a:r>
            <a:r>
              <a:rPr lang="fr-FR" dirty="0" smtClean="0"/>
              <a:t> </a:t>
            </a:r>
            <a:r>
              <a:rPr lang="fr-FR" dirty="0" err="1" smtClean="0"/>
              <a:t>Your</a:t>
            </a:r>
            <a:r>
              <a:rPr lang="fr-FR" dirty="0" smtClean="0"/>
              <a:t> Name </a:t>
            </a:r>
            <a:r>
              <a:rPr lang="fr-FR" dirty="0" err="1" smtClean="0"/>
              <a:t>Your</a:t>
            </a:r>
            <a:r>
              <a:rPr lang="fr-FR" dirty="0" smtClean="0"/>
              <a:t> </a:t>
            </a:r>
            <a:r>
              <a:rPr lang="fr-FR" dirty="0" err="1" smtClean="0"/>
              <a:t>Strength</a:t>
            </a:r>
            <a:r>
              <a:rPr lang="fr-FR" dirty="0" smtClean="0"/>
              <a:t> </a:t>
            </a:r>
            <a:r>
              <a:rPr lang="fr-FR" dirty="0" err="1" smtClean="0"/>
              <a:t>Through</a:t>
            </a:r>
            <a:r>
              <a:rPr lang="fr-FR" dirty="0" smtClean="0"/>
              <a:t> </a:t>
            </a:r>
            <a:r>
              <a:rPr lang="fr-FR" dirty="0" err="1" smtClean="0"/>
              <a:t>Weakness</a:t>
            </a:r>
            <a:r>
              <a:rPr lang="fr-FR" dirty="0" smtClean="0"/>
              <a:t> To Show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dirty="0" smtClean="0"/>
              <a:t>21-  NOUS POUVONS VOIR LES PLANS DU MAÎTRE ET VOIR LA MAIN DU MAÎTRE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dirty="0" err="1" smtClean="0"/>
              <a:t>We</a:t>
            </a:r>
            <a:r>
              <a:rPr lang="fr-FR" dirty="0" smtClean="0"/>
              <a:t> Can Know The Master Plan </a:t>
            </a:r>
            <a:r>
              <a:rPr lang="fr-FR" dirty="0" err="1" smtClean="0"/>
              <a:t>Extend</a:t>
            </a:r>
            <a:r>
              <a:rPr lang="fr-FR" dirty="0" smtClean="0"/>
              <a:t> The Masters Hand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dirty="0" smtClean="0"/>
              <a:t>22-  QUAND NOUS INVOQUONS  LE NOM DU SEIGNEUR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dirty="0" err="1" smtClean="0"/>
              <a:t>When</a:t>
            </a:r>
            <a:r>
              <a:rPr lang="fr-FR" dirty="0" smtClean="0"/>
              <a:t> </a:t>
            </a:r>
            <a:r>
              <a:rPr lang="fr-FR" dirty="0" err="1" smtClean="0"/>
              <a:t>We</a:t>
            </a:r>
            <a:r>
              <a:rPr lang="fr-FR" dirty="0" smtClean="0"/>
              <a:t> Come In The Name Of The Lord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dirty="0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dirty="0" smtClean="0"/>
              <a:t>23-  IL Y A DE LA FORCE  DANS LE NOM DU SEIGNEUR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dirty="0" smtClean="0"/>
              <a:t>There Is </a:t>
            </a:r>
            <a:r>
              <a:rPr lang="fr-FR" dirty="0" err="1" smtClean="0"/>
              <a:t>Strength</a:t>
            </a:r>
            <a:r>
              <a:rPr lang="fr-FR" dirty="0" smtClean="0"/>
              <a:t> In The Name Of The Lord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dirty="0" smtClean="0"/>
              <a:t>24-  DE LA PUISSANCE  DANS LE NOM DU SEIGNEUR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dirty="0" smtClean="0"/>
              <a:t>There Is Power In The Name Of The Lord 
25-  DE L'ESPOIR  DANS LE NOM DU SEIGNEUR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dirty="0" smtClean="0"/>
              <a:t>There Is Hope In The Name Of The Lord 
26-  BÉNI CELUI QUI VIENT  DANS LE NOM DU SEIGNEUR 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dirty="0" err="1" smtClean="0"/>
              <a:t>Blessed</a:t>
            </a:r>
            <a:r>
              <a:rPr lang="fr-FR" dirty="0" smtClean="0"/>
              <a:t> Is He </a:t>
            </a:r>
            <a:r>
              <a:rPr lang="fr-FR" dirty="0" err="1" smtClean="0"/>
              <a:t>Who</a:t>
            </a:r>
            <a:r>
              <a:rPr lang="fr-FR" dirty="0" smtClean="0"/>
              <a:t> Comes In The Name Of The Lord	 	X2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dirty="0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27-  COMME IL L'A DIT IL EST RESSUSCITÉ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dirty="0" smtClean="0"/>
              <a:t>Just </a:t>
            </a:r>
            <a:r>
              <a:rPr lang="fr-FR" dirty="0" err="1" smtClean="0"/>
              <a:t>like</a:t>
            </a:r>
            <a:r>
              <a:rPr lang="fr-FR" dirty="0" smtClean="0"/>
              <a:t> </a:t>
            </a:r>
            <a:r>
              <a:rPr lang="fr-FR" dirty="0" err="1" smtClean="0"/>
              <a:t>he</a:t>
            </a:r>
            <a:r>
              <a:rPr lang="fr-FR" dirty="0" smtClean="0"/>
              <a:t> </a:t>
            </a:r>
            <a:r>
              <a:rPr lang="fr-FR" dirty="0" err="1" smtClean="0"/>
              <a:t>said</a:t>
            </a:r>
            <a:r>
              <a:rPr lang="fr-FR" dirty="0" smtClean="0"/>
              <a:t> </a:t>
            </a:r>
            <a:r>
              <a:rPr lang="fr-FR" dirty="0" err="1" smtClean="0"/>
              <a:t>He's</a:t>
            </a:r>
            <a:r>
              <a:rPr lang="fr-FR" dirty="0" smtClean="0"/>
              <a:t> </a:t>
            </a:r>
            <a:r>
              <a:rPr lang="fr-FR" dirty="0" err="1" smtClean="0"/>
              <a:t>risen</a:t>
            </a:r>
            <a:r>
              <a:rPr lang="fr-FR" dirty="0" smtClean="0"/>
              <a:t> </a:t>
            </a:r>
            <a:r>
              <a:rPr lang="fr-FR" dirty="0" err="1" smtClean="0"/>
              <a:t>from</a:t>
            </a:r>
            <a:r>
              <a:rPr lang="fr-FR" dirty="0" smtClean="0"/>
              <a:t> the </a:t>
            </a:r>
            <a:r>
              <a:rPr lang="fr-FR" dirty="0" err="1" smtClean="0"/>
              <a:t>dead</a:t>
            </a:r>
            <a:endParaRPr lang="fr-FR" dirty="0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dirty="0" smtClean="0"/>
              <a:t>28-  ET SON PEUPLE DIRA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dirty="0" smtClean="0"/>
              <a:t>And the people </a:t>
            </a:r>
            <a:r>
              <a:rPr lang="fr-FR" dirty="0" err="1" smtClean="0"/>
              <a:t>say</a:t>
            </a:r>
            <a:endParaRPr lang="fr-FR" dirty="0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dirty="0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dirty="0" smtClean="0"/>
              <a:t> 29-  NOUS L'APPELLERONS ROI DES ROIS ET SEIGNEUR DES SEIGNEURS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dirty="0" err="1" smtClean="0"/>
              <a:t>We</a:t>
            </a:r>
            <a:r>
              <a:rPr lang="fr-FR" dirty="0" smtClean="0"/>
              <a:t> </a:t>
            </a:r>
            <a:r>
              <a:rPr lang="fr-FR" dirty="0" err="1" smtClean="0"/>
              <a:t>will</a:t>
            </a:r>
            <a:r>
              <a:rPr lang="fr-FR" dirty="0" smtClean="0"/>
              <a:t> call </a:t>
            </a:r>
            <a:r>
              <a:rPr lang="fr-FR" dirty="0" err="1" smtClean="0"/>
              <a:t>Him</a:t>
            </a:r>
            <a:r>
              <a:rPr lang="fr-FR" dirty="0" smtClean="0"/>
              <a:t> King of </a:t>
            </a:r>
            <a:r>
              <a:rPr lang="fr-FR" dirty="0" err="1" smtClean="0"/>
              <a:t>kings</a:t>
            </a:r>
            <a:r>
              <a:rPr lang="fr-FR" dirty="0" smtClean="0"/>
              <a:t> </a:t>
            </a:r>
            <a:r>
              <a:rPr lang="fr-FR" dirty="0" err="1" smtClean="0"/>
              <a:t>We</a:t>
            </a:r>
            <a:r>
              <a:rPr lang="fr-FR" dirty="0" smtClean="0"/>
              <a:t> </a:t>
            </a:r>
            <a:r>
              <a:rPr lang="fr-FR" dirty="0" err="1" smtClean="0"/>
              <a:t>will</a:t>
            </a:r>
            <a:r>
              <a:rPr lang="fr-FR" dirty="0" smtClean="0"/>
              <a:t> call </a:t>
            </a:r>
            <a:r>
              <a:rPr lang="fr-FR" dirty="0" err="1" smtClean="0"/>
              <a:t>Him</a:t>
            </a:r>
            <a:r>
              <a:rPr lang="fr-FR" dirty="0" smtClean="0"/>
              <a:t> Lord of lords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dirty="0" smtClean="0"/>
              <a:t>30-  NOUS L'APPELLERONS  PRINCE DE PAIX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dirty="0" err="1" smtClean="0"/>
              <a:t>We</a:t>
            </a:r>
            <a:r>
              <a:rPr lang="fr-FR" dirty="0" smtClean="0"/>
              <a:t> </a:t>
            </a:r>
            <a:r>
              <a:rPr lang="fr-FR" dirty="0" err="1" smtClean="0"/>
              <a:t>will</a:t>
            </a:r>
            <a:r>
              <a:rPr lang="fr-FR" dirty="0" smtClean="0"/>
              <a:t> call </a:t>
            </a:r>
            <a:r>
              <a:rPr lang="fr-FR" dirty="0" err="1" smtClean="0"/>
              <a:t>Him</a:t>
            </a:r>
            <a:r>
              <a:rPr lang="fr-FR" dirty="0" smtClean="0"/>
              <a:t> Prince of </a:t>
            </a:r>
            <a:r>
              <a:rPr lang="fr-FR" dirty="0" err="1" smtClean="0"/>
              <a:t>Peace</a:t>
            </a:r>
            <a:endParaRPr lang="fr-FR" dirty="0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dirty="0" smtClean="0"/>
              <a:t>31-  ET SI MERVEILLEUX CONSEILLER  DIEU PUISSANT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dirty="0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dirty="0" err="1" smtClean="0"/>
              <a:t>Such</a:t>
            </a:r>
            <a:r>
              <a:rPr lang="fr-FR" dirty="0" smtClean="0"/>
              <a:t> a </a:t>
            </a:r>
            <a:r>
              <a:rPr lang="fr-FR" dirty="0" err="1" smtClean="0"/>
              <a:t>wonderful</a:t>
            </a:r>
            <a:r>
              <a:rPr lang="fr-FR" dirty="0" smtClean="0"/>
              <a:t> </a:t>
            </a:r>
            <a:r>
              <a:rPr lang="fr-FR" dirty="0" err="1" smtClean="0"/>
              <a:t>counselor</a:t>
            </a:r>
            <a:r>
              <a:rPr lang="fr-FR" dirty="0" smtClean="0"/>
              <a:t>
32-  JE L'APPELLERAI ROI DES ROIS ET SEIGNEUR DES SEIGNEURS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dirty="0" smtClean="0"/>
              <a:t>I </a:t>
            </a:r>
            <a:r>
              <a:rPr lang="fr-FR" dirty="0" err="1" smtClean="0"/>
              <a:t>will</a:t>
            </a:r>
            <a:r>
              <a:rPr lang="fr-FR" dirty="0" smtClean="0"/>
              <a:t> call </a:t>
            </a:r>
            <a:r>
              <a:rPr lang="fr-FR" dirty="0" err="1" smtClean="0"/>
              <a:t>Him</a:t>
            </a:r>
            <a:r>
              <a:rPr lang="fr-FR" dirty="0" smtClean="0"/>
              <a:t> King of </a:t>
            </a:r>
            <a:r>
              <a:rPr lang="fr-FR" dirty="0" err="1" smtClean="0"/>
              <a:t>kings</a:t>
            </a:r>
            <a:r>
              <a:rPr lang="fr-FR" dirty="0" smtClean="0"/>
              <a:t> and I </a:t>
            </a:r>
            <a:r>
              <a:rPr lang="fr-FR" dirty="0" err="1" smtClean="0"/>
              <a:t>will</a:t>
            </a:r>
            <a:r>
              <a:rPr lang="fr-FR" dirty="0" smtClean="0"/>
              <a:t> call </a:t>
            </a:r>
            <a:r>
              <a:rPr lang="fr-FR" dirty="0" err="1" smtClean="0"/>
              <a:t>Him</a:t>
            </a:r>
            <a:r>
              <a:rPr lang="fr-FR" dirty="0" smtClean="0"/>
              <a:t> Lord of lords</a:t>
            </a:r>
          </a:p>
          <a:p>
            <a:pPr>
              <a:defRPr/>
            </a:pPr>
            <a:endParaRPr lang="fr-FR" dirty="0" smtClean="0"/>
          </a:p>
        </p:txBody>
      </p:sp>
      <p:sp>
        <p:nvSpPr>
          <p:cNvPr id="35844" name="Espace réservé du numéro de diapositive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 wrap="square" numCol="1" anchorCtr="0" compatLnSpc="1">
            <a:prstTxWarp prst="textNoShape">
              <a:avLst/>
            </a:prstTxWarp>
          </a:bodyPr>
          <a:lstStyle/>
          <a:p>
            <a:r>
              <a:rPr lang="fr-FR" altLang="fr-FR" smtClean="0"/>
              <a:t>1-  QUAND CERTAINS  MARCHENT PAR LA VUE</a:t>
            </a:r>
          </a:p>
          <a:p>
            <a:r>
              <a:rPr lang="fr-FR" altLang="fr-FR" smtClean="0"/>
              <a:t>When others see with earthly eyes</a:t>
            </a:r>
          </a:p>
          <a:p>
            <a:r>
              <a:rPr lang="fr-FR" altLang="fr-FR" smtClean="0"/>
              <a:t> 2-  CONDUITS PAR LEURS REGARDS </a:t>
            </a:r>
          </a:p>
          <a:p>
            <a:r>
              <a:rPr lang="fr-FR" altLang="fr-FR" smtClean="0"/>
              <a:t>Just what they want to see</a:t>
            </a:r>
          </a:p>
          <a:p>
            <a:r>
              <a:rPr lang="fr-FR" altLang="fr-FR" smtClean="0"/>
              <a:t>3-  TU VERRAS DES CHOSES  QUI SONT ÉTERNELLES</a:t>
            </a:r>
          </a:p>
          <a:p>
            <a:r>
              <a:rPr lang="fr-FR" altLang="fr-FR" smtClean="0"/>
              <a:t>Just what they want to see</a:t>
            </a:r>
          </a:p>
          <a:p>
            <a:r>
              <a:rPr lang="fr-FR" altLang="fr-FR" smtClean="0"/>
              <a:t> 4-  TU SAURAS ET CONNAÎTRAS </a:t>
            </a:r>
          </a:p>
          <a:p>
            <a:r>
              <a:rPr lang="fr-FR" altLang="fr-FR" smtClean="0"/>
              <a:t>You will know and recognize</a:t>
            </a:r>
          </a:p>
          <a:p>
            <a:r>
              <a:rPr lang="fr-FR" altLang="fr-FR" smtClean="0"/>
              <a:t>5-  AVEC UNE FOI D’ENFANT LA VALEUR DE CELUI QUI EST FIDÈLE </a:t>
            </a:r>
          </a:p>
          <a:p>
            <a:r>
              <a:rPr lang="fr-FR" altLang="fr-FR" smtClean="0"/>
              <a:t>By simple child-like faith The priceless truth that Others will deny</a:t>
            </a:r>
          </a:p>
          <a:p>
            <a:endParaRPr lang="fr-FR" altLang="fr-FR" smtClean="0"/>
          </a:p>
          <a:p>
            <a:r>
              <a:rPr lang="fr-FR" altLang="fr-FR" smtClean="0"/>
              <a:t>6-  QUAND ILS DISENT  QUE JE NE SUIS QU’UN HOMME</a:t>
            </a:r>
          </a:p>
          <a:p>
            <a:r>
              <a:rPr lang="fr-FR" altLang="fr-FR" smtClean="0"/>
              <a:t>When others say I'm just a man</a:t>
            </a:r>
          </a:p>
          <a:p>
            <a:r>
              <a:rPr lang="fr-FR" altLang="fr-FR" smtClean="0"/>
              <a:t> 7-  VOULANT VIVRE SES RÊVES </a:t>
            </a:r>
          </a:p>
          <a:p>
            <a:r>
              <a:rPr lang="fr-FR" altLang="fr-FR" smtClean="0"/>
              <a:t>Who likes to dream His dreams</a:t>
            </a:r>
          </a:p>
          <a:p>
            <a:r>
              <a:rPr lang="fr-FR" altLang="fr-FR" smtClean="0"/>
              <a:t>8-  QUAND ILS APPELLENT  UN MIRACLE UN MYTHE </a:t>
            </a:r>
          </a:p>
          <a:p>
            <a:r>
              <a:rPr lang="fr-FR" altLang="fr-FR" smtClean="0"/>
              <a:t>When others call a miracle a myth</a:t>
            </a:r>
          </a:p>
          <a:p>
            <a:r>
              <a:rPr lang="fr-FR" altLang="fr-FR" smtClean="0"/>
              <a:t>9-  TU COMPRENDRAS EN UN INSTANT TOUTES CES CHOSES CACHÉES </a:t>
            </a:r>
          </a:p>
          <a:p>
            <a:r>
              <a:rPr lang="fr-FR" altLang="fr-FR" smtClean="0"/>
              <a:t>You'll listen for eternity In moments as they pass</a:t>
            </a:r>
          </a:p>
          <a:p>
            <a:r>
              <a:rPr lang="fr-FR" altLang="fr-FR" smtClean="0"/>
              <a:t>10-  TU VERRAS SA BONTÉ  QUI EST SANS LIMITE </a:t>
            </a:r>
          </a:p>
          <a:p>
            <a:r>
              <a:rPr lang="fr-FR" altLang="fr-FR" smtClean="0"/>
              <a:t>And see with spirit eyes What others miss.</a:t>
            </a:r>
          </a:p>
          <a:p>
            <a:endParaRPr lang="fr-FR" altLang="fr-FR" smtClean="0"/>
          </a:p>
          <a:p>
            <a:r>
              <a:rPr lang="fr-FR" altLang="fr-FR" smtClean="0"/>
              <a:t>11-  SUR CE ROCHER  JE CONSTRUIS MON ROYAUME</a:t>
            </a:r>
          </a:p>
          <a:p>
            <a:r>
              <a:rPr lang="fr-FR" altLang="fr-FR" smtClean="0"/>
              <a:t>Upon this rock I'll build My kingdom</a:t>
            </a:r>
          </a:p>
          <a:p>
            <a:r>
              <a:rPr lang="fr-FR" altLang="fr-FR" smtClean="0"/>
              <a:t> 12-  SUR CE ROCHER, POUR TOUJOURS  À JAMAIS, JE ME TIENDRAI</a:t>
            </a:r>
          </a:p>
          <a:p>
            <a:r>
              <a:rPr lang="fr-FR" altLang="fr-FR" smtClean="0"/>
              <a:t>And on this rock forever and ever it shall stand</a:t>
            </a:r>
          </a:p>
          <a:p>
            <a:r>
              <a:rPr lang="fr-FR" altLang="fr-FR" smtClean="0"/>
              <a:t> 13-  SUR CE ROCHER DE RÉVÉLATION J’ÉTABLIRAI UNE PUISSANTE NATION</a:t>
            </a:r>
          </a:p>
          <a:p>
            <a:r>
              <a:rPr lang="fr-FR" altLang="fr-FR" smtClean="0"/>
              <a:t>Upon this rock of revelation I'll build a strong and mighty nation</a:t>
            </a:r>
          </a:p>
          <a:p>
            <a:r>
              <a:rPr lang="fr-FR" altLang="fr-FR" smtClean="0"/>
              <a:t> 14-  QUI TIENDRA FERME  CONTRE LES TEMPÊTES </a:t>
            </a:r>
          </a:p>
          <a:p>
            <a:r>
              <a:rPr lang="fr-FR" altLang="fr-FR" smtClean="0"/>
              <a:t>And it shall stand the storms of time</a:t>
            </a:r>
          </a:p>
          <a:p>
            <a:r>
              <a:rPr lang="fr-FR" altLang="fr-FR" smtClean="0"/>
              <a:t>15-  SUR CE ROCHER </a:t>
            </a:r>
          </a:p>
          <a:p>
            <a:r>
              <a:rPr lang="fr-FR" altLang="fr-FR" smtClean="0"/>
              <a:t>Upon this rock</a:t>
            </a:r>
          </a:p>
          <a:p>
            <a:endParaRPr lang="fr-FR" altLang="fr-FR" smtClean="0"/>
          </a:p>
          <a:p>
            <a:r>
              <a:rPr lang="fr-FR" altLang="fr-FR" smtClean="0"/>
              <a:t>16-  LORSQUE TOUS MES PLANS S'ÉCROULENT </a:t>
            </a:r>
          </a:p>
          <a:p>
            <a:r>
              <a:rPr lang="fr-FR" altLang="fr-FR" smtClean="0"/>
              <a:t>When My Plans Have Fallen Through
17-  QUAND JE N'AI PRESQUE  PLUS DE FORCE</a:t>
            </a:r>
          </a:p>
          <a:p>
            <a:r>
              <a:rPr lang="fr-FR" altLang="fr-FR" smtClean="0"/>
              <a:t>And When My Strength Is Nearly Gone</a:t>
            </a:r>
          </a:p>
          <a:p>
            <a:r>
              <a:rPr lang="fr-FR" altLang="fr-FR" smtClean="0"/>
              <a:t> 18-  QUAND LA SEULE CHOSE À FAIRE  EST DE DÉPENDRE DE TOI</a:t>
            </a:r>
          </a:p>
          <a:p>
            <a:r>
              <a:rPr lang="fr-FR" altLang="fr-FR" smtClean="0"/>
              <a:t>When There's Nothing Left To Do But Just Depend On You</a:t>
            </a:r>
          </a:p>
          <a:p>
            <a:endParaRPr lang="fr-FR" altLang="fr-FR" smtClean="0"/>
          </a:p>
          <a:p>
            <a:r>
              <a:rPr lang="fr-FR" altLang="fr-FR" smtClean="0"/>
              <a:t> 19-  ET LA PUISSANCE DE TON NOM </a:t>
            </a:r>
          </a:p>
          <a:p>
            <a:r>
              <a:rPr lang="fr-FR" altLang="fr-FR" smtClean="0"/>
              <a:t>And The Power Of Your Name</a:t>
            </a:r>
          </a:p>
          <a:p>
            <a:endParaRPr lang="fr-FR" altLang="fr-FR" smtClean="0"/>
          </a:p>
          <a:p>
            <a:r>
              <a:rPr lang="fr-FR" altLang="fr-FR" smtClean="0"/>
              <a:t>20-  ET QUAND NOUS INVOQUONS TON NOM TA PUISSANCE SOUDAIN APPARAÎT </a:t>
            </a:r>
          </a:p>
          <a:p>
            <a:r>
              <a:rPr lang="fr-FR" altLang="fr-FR" smtClean="0"/>
              <a:t>And As We Call Upon Your Name Your Strength Through Weakness To Show</a:t>
            </a:r>
          </a:p>
          <a:p>
            <a:r>
              <a:rPr lang="fr-FR" altLang="fr-FR" smtClean="0"/>
              <a:t>21-  NOUS POUVONS VOIR LES PLANS DU MAÎTRE ET VOIR LA MAIN DU MAÎTRE </a:t>
            </a:r>
          </a:p>
          <a:p>
            <a:r>
              <a:rPr lang="fr-FR" altLang="fr-FR" smtClean="0"/>
              <a:t>We Can Know The Master Plan Extend The Masters Hand</a:t>
            </a:r>
          </a:p>
          <a:p>
            <a:r>
              <a:rPr lang="fr-FR" altLang="fr-FR" smtClean="0"/>
              <a:t>22-  QUAND NOUS INVOQUONS  LE NOM DU SEIGNEUR </a:t>
            </a:r>
          </a:p>
          <a:p>
            <a:r>
              <a:rPr lang="fr-FR" altLang="fr-FR" smtClean="0"/>
              <a:t>When We Come In The Name Of The Lord</a:t>
            </a:r>
          </a:p>
          <a:p>
            <a:endParaRPr lang="fr-FR" altLang="fr-FR" smtClean="0"/>
          </a:p>
          <a:p>
            <a:r>
              <a:rPr lang="fr-FR" altLang="fr-FR" smtClean="0"/>
              <a:t>23-  IL Y A DE LA FORCE  DANS LE NOM DU SEIGNEUR</a:t>
            </a:r>
          </a:p>
          <a:p>
            <a:r>
              <a:rPr lang="fr-FR" altLang="fr-FR" smtClean="0"/>
              <a:t>There Is Strength In The Name Of The Lord</a:t>
            </a:r>
          </a:p>
          <a:p>
            <a:r>
              <a:rPr lang="fr-FR" altLang="fr-FR" smtClean="0"/>
              <a:t>24-  DE LA PUISSANCE  DANS LE NOM DU SEIGNEUR </a:t>
            </a:r>
          </a:p>
          <a:p>
            <a:r>
              <a:rPr lang="fr-FR" altLang="fr-FR" smtClean="0"/>
              <a:t>There Is Power In The Name Of The Lord 
25-  DE L'ESPOIR  DANS LE NOM DU SEIGNEUR</a:t>
            </a:r>
          </a:p>
          <a:p>
            <a:r>
              <a:rPr lang="fr-FR" altLang="fr-FR" smtClean="0"/>
              <a:t>There Is Hope In The Name Of The Lord 
26-  BÉNI CELUI QUI VIENT  DANS LE NOM DU SEIGNEUR  </a:t>
            </a:r>
          </a:p>
          <a:p>
            <a:r>
              <a:rPr lang="fr-FR" altLang="fr-FR" smtClean="0"/>
              <a:t>Blessed Is He Who Comes In The Name Of The Lord	 	X2</a:t>
            </a:r>
          </a:p>
          <a:p>
            <a:endParaRPr lang="fr-FR" altLang="fr-FR" smtClean="0"/>
          </a:p>
          <a:p>
            <a:r>
              <a:rPr lang="fr-FR" altLang="fr-FR" smtClean="0"/>
              <a:t>27-  COMME IL L'A DIT IL EST RESSUSCITÉ </a:t>
            </a:r>
          </a:p>
          <a:p>
            <a:r>
              <a:rPr lang="fr-FR" altLang="fr-FR" smtClean="0"/>
              <a:t>Just like he said He's risen from the dead</a:t>
            </a:r>
          </a:p>
          <a:p>
            <a:r>
              <a:rPr lang="fr-FR" altLang="fr-FR" smtClean="0"/>
              <a:t>28-  ET SON PEUPLE DIRA</a:t>
            </a:r>
          </a:p>
          <a:p>
            <a:r>
              <a:rPr lang="fr-FR" altLang="fr-FR" smtClean="0"/>
              <a:t>And the people say</a:t>
            </a:r>
          </a:p>
          <a:p>
            <a:endParaRPr lang="fr-FR" altLang="fr-FR" smtClean="0"/>
          </a:p>
          <a:p>
            <a:r>
              <a:rPr lang="fr-FR" altLang="fr-FR" smtClean="0"/>
              <a:t> 29-  NOUS L'APPELLERONS ROI DES ROIS ET SEIGNEUR DES SEIGNEURS </a:t>
            </a:r>
          </a:p>
          <a:p>
            <a:r>
              <a:rPr lang="fr-FR" altLang="fr-FR" smtClean="0"/>
              <a:t>We will call Him King of kings We will call Him Lord of lords</a:t>
            </a:r>
          </a:p>
          <a:p>
            <a:r>
              <a:rPr lang="fr-FR" altLang="fr-FR" smtClean="0"/>
              <a:t>30-  NOUS L'APPELLERONS  PRINCE DE PAIX </a:t>
            </a:r>
          </a:p>
          <a:p>
            <a:r>
              <a:rPr lang="fr-FR" altLang="fr-FR" smtClean="0"/>
              <a:t>We will call Him Prince of Peace</a:t>
            </a:r>
          </a:p>
          <a:p>
            <a:r>
              <a:rPr lang="fr-FR" altLang="fr-FR" smtClean="0"/>
              <a:t>31-  ET SI MERVEILLEUX CONSEILLER  DIEU PUISSANT </a:t>
            </a:r>
          </a:p>
          <a:p>
            <a:endParaRPr lang="fr-FR" altLang="fr-FR" smtClean="0"/>
          </a:p>
          <a:p>
            <a:r>
              <a:rPr lang="fr-FR" altLang="fr-FR" smtClean="0"/>
              <a:t>Such a wonderful counselor
32-  JE L'APPELLERAI ROI DES ROIS ET SEIGNEUR DES SEIGNEURS </a:t>
            </a:r>
          </a:p>
          <a:p>
            <a:r>
              <a:rPr lang="fr-FR" altLang="fr-FR" smtClean="0"/>
              <a:t>I will call Him King of kings and I will call Him Lord of lords</a:t>
            </a:r>
          </a:p>
          <a:p>
            <a:endParaRPr lang="fr-FR" altLang="fr-FR" smtClean="0"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866" name="Espace réservé de l'image des diapositives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3" name="Espace réservé des commentaires 2"/>
          <p:cNvSpPr>
            <a:spLocks noGrp="1"/>
          </p:cNvSpPr>
          <p:nvPr>
            <p:ph type="body" idx="1"/>
          </p:nvPr>
        </p:nvSpPr>
        <p:spPr/>
        <p:txBody>
          <a:bodyPr>
            <a:normAutofit fontScale="85000" lnSpcReduction="20000"/>
          </a:bodyPr>
          <a:lstStyle/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1-  QUAND CERTAINS  MARCHENT PAR LA VUE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When others see with earthly eyes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 2-  CONDUITS PAR LEURS REGARDS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Just what they want to see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3-  TU VERRAS DES CHOSES  QUI SONT ÉTERNELLES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Just what they want to see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 4-  TU SAURAS ET CONNAÎTRAS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You will know and recognize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5-  AVEC UNE FOI D’ENFANT LA VALEUR DE CELUI QUI EST FIDÈLE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By simple child-like faith The priceless truth that Others will deny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6-  QUAND ILS DISENT  QUE JE NE SUIS QU’UN HOMME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When others say I'm just a man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 7-  VOULANT VIVRE SES RÊVES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Who likes to dream His dreams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8-  QUAND ILS APPELLENT  UN MIRACLE UN MYTHE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When others call a miracle a myth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9-  TU COMPRENDRAS EN UN INSTANT TOUTES CES CHOSES CACHÉES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You'll listen for eternity In moments as they pass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10-  TU VERRAS SA BONTÉ  QUI EST SANS LIMITE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And see with spirit eyes What others miss.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11-  SUR CE ROCHER  JE CONSTRUIS MON ROYAUME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Upon this rock I'll build My kingdom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 12-  SUR CE ROCHER, POUR TOUJOURS  À JAMAIS, JE ME TIENDRAI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And on this rock forever and ever it shall stand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 13-  SUR CE ROCHER DE RÉVÉLATION J’ÉTABLIRAI UNE PUISSANTE NATION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Upon this rock of revelation I'll build a strong and mighty nation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 14-  QUI TIENDRA FERME  CONTRE LES TEMPÊTES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And it shall stand the storms of time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15-  SUR CE ROCHER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Upon this rock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16-  LORSQUE TOUS MES PLANS S'ÉCROULENT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When My Plans Have Fallen Through
17-  QUAND JE N'AI PRESQUE  PLUS DE FORCE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And When My Strength Is Nearly Gone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 18-  QUAND LA SEULE CHOSE À FAIRE  EST DE DÉPENDRE DE TOI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When There's Nothing Left To Do But Just Depend On You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 19-  ET LA PUISSANCE DE TON NOM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And The Power Of Your Name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20-  ET QUAND NOUS INVOQUONS TON NOM TA PUISSANCE SOUDAIN APPARAÎT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And As We Call Upon Your Name Your Strength Through Weakness To Show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21-  NOUS POUVONS VOIR LES PLANS DU MAÎTRE ET VOIR LA MAIN DU MAÎTRE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We Can Know The Master Plan Extend The Masters Hand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22-  QUAND NOUS INVOQUONS  LE NOM DU SEIGNEUR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When We Come In The Name Of The Lord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23-  IL Y A DE LA FORCE  DANS LE NOM DU SEIGNEUR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There Is Strength In The Name Of The Lord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24-  DE LA PUISSANCE  DANS LE NOM DU SEIGNEUR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There Is Power In The Name Of The Lord 
25-  DE L'ESPOIR  DANS LE NOM DU SEIGNEUR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There Is Hope In The Name Of The Lord 
26-  BÉNI CELUI QUI VIENT  DANS LE NOM DU SEIGNEUR 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Blessed Is He Who Comes In The Name Of The Lord	 	X2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27-  COMME IL L'A DIT IL EST RESSUSCITÉ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Just like he said He's risen from the dead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28-  ET SON PEUPLE DIRA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And the people say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 29-  NOUS L'APPELLERONS ROI DES ROIS ET SEIGNEUR DES SEIGNEURS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We will call Him King of kings We will call Him Lord of lords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30-  NOUS L'APPELLERONS  PRINCE DE PAIX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We will call Him Prince of Peace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31-  ET SI MERVEILLEUX CONSEILLER  DIEU PUISSANT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Such a wonderful counselor
32-  JE L'APPELLERAI ROI DES ROIS ET SEIGNEUR DES SEIGNEURS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I will call Him King of kings and I will call Him Lord of lords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dirty="0" smtClean="0"/>
          </a:p>
        </p:txBody>
      </p:sp>
      <p:sp>
        <p:nvSpPr>
          <p:cNvPr id="36868" name="Espace réservé du numéro de diapositive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 wrap="square" numCol="1" anchorCtr="0" compatLnSpc="1">
            <a:prstTxWarp prst="textNoShape">
              <a:avLst/>
            </a:prstTxWarp>
          </a:bodyPr>
          <a:lstStyle/>
          <a:p>
            <a:r>
              <a:rPr lang="fr-FR" altLang="fr-FR" smtClean="0"/>
              <a:t>1-  QUAND CERTAINS  MARCHENT PAR LA VUE</a:t>
            </a:r>
          </a:p>
          <a:p>
            <a:r>
              <a:rPr lang="fr-FR" altLang="fr-FR" smtClean="0"/>
              <a:t>When others see with earthly eyes</a:t>
            </a:r>
          </a:p>
          <a:p>
            <a:r>
              <a:rPr lang="fr-FR" altLang="fr-FR" smtClean="0"/>
              <a:t> 2-  CONDUITS PAR LEURS REGARDS </a:t>
            </a:r>
          </a:p>
          <a:p>
            <a:r>
              <a:rPr lang="fr-FR" altLang="fr-FR" smtClean="0"/>
              <a:t>Just what they want to see</a:t>
            </a:r>
          </a:p>
          <a:p>
            <a:r>
              <a:rPr lang="fr-FR" altLang="fr-FR" smtClean="0"/>
              <a:t>3-  TU VERRAS DES CHOSES  QUI SONT ÉTERNELLES</a:t>
            </a:r>
          </a:p>
          <a:p>
            <a:r>
              <a:rPr lang="fr-FR" altLang="fr-FR" smtClean="0"/>
              <a:t>Just what they want to see</a:t>
            </a:r>
          </a:p>
          <a:p>
            <a:r>
              <a:rPr lang="fr-FR" altLang="fr-FR" smtClean="0"/>
              <a:t> 4-  TU SAURAS ET CONNAÎTRAS </a:t>
            </a:r>
          </a:p>
          <a:p>
            <a:r>
              <a:rPr lang="fr-FR" altLang="fr-FR" smtClean="0"/>
              <a:t>You will know and recognize</a:t>
            </a:r>
          </a:p>
          <a:p>
            <a:r>
              <a:rPr lang="fr-FR" altLang="fr-FR" smtClean="0"/>
              <a:t>5-  AVEC UNE FOI D’ENFANT LA VALEUR DE CELUI QUI EST FIDÈLE </a:t>
            </a:r>
          </a:p>
          <a:p>
            <a:r>
              <a:rPr lang="fr-FR" altLang="fr-FR" smtClean="0"/>
              <a:t>By simple child-like faith The priceless truth that Others will deny</a:t>
            </a:r>
          </a:p>
          <a:p>
            <a:endParaRPr lang="fr-FR" altLang="fr-FR" smtClean="0"/>
          </a:p>
          <a:p>
            <a:r>
              <a:rPr lang="fr-FR" altLang="fr-FR" smtClean="0"/>
              <a:t>6-  QUAND ILS DISENT  QUE JE NE SUIS QU’UN HOMME</a:t>
            </a:r>
          </a:p>
          <a:p>
            <a:r>
              <a:rPr lang="fr-FR" altLang="fr-FR" smtClean="0"/>
              <a:t>When others say I'm just a man</a:t>
            </a:r>
          </a:p>
          <a:p>
            <a:r>
              <a:rPr lang="fr-FR" altLang="fr-FR" smtClean="0"/>
              <a:t> 7-  VOULANT VIVRE SES RÊVES </a:t>
            </a:r>
          </a:p>
          <a:p>
            <a:r>
              <a:rPr lang="fr-FR" altLang="fr-FR" smtClean="0"/>
              <a:t>Who likes to dream His dreams</a:t>
            </a:r>
          </a:p>
          <a:p>
            <a:r>
              <a:rPr lang="fr-FR" altLang="fr-FR" smtClean="0"/>
              <a:t>8-  QUAND ILS APPELLENT  UN MIRACLE UN MYTHE </a:t>
            </a:r>
          </a:p>
          <a:p>
            <a:r>
              <a:rPr lang="fr-FR" altLang="fr-FR" smtClean="0"/>
              <a:t>When others call a miracle a myth</a:t>
            </a:r>
          </a:p>
          <a:p>
            <a:r>
              <a:rPr lang="fr-FR" altLang="fr-FR" smtClean="0"/>
              <a:t>9-  TU COMPRENDRAS EN UN INSTANT TOUTES CES CHOSES CACHÉES </a:t>
            </a:r>
          </a:p>
          <a:p>
            <a:r>
              <a:rPr lang="fr-FR" altLang="fr-FR" smtClean="0"/>
              <a:t>You'll listen for eternity In moments as they pass</a:t>
            </a:r>
          </a:p>
          <a:p>
            <a:r>
              <a:rPr lang="fr-FR" altLang="fr-FR" smtClean="0"/>
              <a:t>10-  TU VERRAS SA BONTÉ  QUI EST SANS LIMITE </a:t>
            </a:r>
          </a:p>
          <a:p>
            <a:r>
              <a:rPr lang="fr-FR" altLang="fr-FR" smtClean="0"/>
              <a:t>And see with spirit eyes What others miss.</a:t>
            </a:r>
          </a:p>
          <a:p>
            <a:endParaRPr lang="fr-FR" altLang="fr-FR" smtClean="0"/>
          </a:p>
          <a:p>
            <a:r>
              <a:rPr lang="fr-FR" altLang="fr-FR" smtClean="0"/>
              <a:t>11-  SUR CE ROCHER  JE CONSTRUIS MON ROYAUME</a:t>
            </a:r>
          </a:p>
          <a:p>
            <a:r>
              <a:rPr lang="fr-FR" altLang="fr-FR" smtClean="0"/>
              <a:t>Upon this rock I'll build My kingdom</a:t>
            </a:r>
          </a:p>
          <a:p>
            <a:r>
              <a:rPr lang="fr-FR" altLang="fr-FR" smtClean="0"/>
              <a:t> 12-  SUR CE ROCHER, POUR TOUJOURS  À JAMAIS, JE ME TIENDRAI</a:t>
            </a:r>
          </a:p>
          <a:p>
            <a:r>
              <a:rPr lang="fr-FR" altLang="fr-FR" smtClean="0"/>
              <a:t>And on this rock forever and ever it shall stand</a:t>
            </a:r>
          </a:p>
          <a:p>
            <a:r>
              <a:rPr lang="fr-FR" altLang="fr-FR" smtClean="0"/>
              <a:t> 13-  SUR CE ROCHER DE RÉVÉLATION J’ÉTABLIRAI UNE PUISSANTE NATION</a:t>
            </a:r>
          </a:p>
          <a:p>
            <a:r>
              <a:rPr lang="fr-FR" altLang="fr-FR" smtClean="0"/>
              <a:t>Upon this rock of revelation I'll build a strong and mighty nation</a:t>
            </a:r>
          </a:p>
          <a:p>
            <a:r>
              <a:rPr lang="fr-FR" altLang="fr-FR" smtClean="0"/>
              <a:t> 14-  QUI TIENDRA FERME  CONTRE LES TEMPÊTES </a:t>
            </a:r>
          </a:p>
          <a:p>
            <a:r>
              <a:rPr lang="fr-FR" altLang="fr-FR" smtClean="0"/>
              <a:t>And it shall stand the storms of time</a:t>
            </a:r>
          </a:p>
          <a:p>
            <a:r>
              <a:rPr lang="fr-FR" altLang="fr-FR" smtClean="0"/>
              <a:t>15-  SUR CE ROCHER </a:t>
            </a:r>
          </a:p>
          <a:p>
            <a:r>
              <a:rPr lang="fr-FR" altLang="fr-FR" smtClean="0"/>
              <a:t>Upon this rock</a:t>
            </a:r>
          </a:p>
          <a:p>
            <a:endParaRPr lang="fr-FR" altLang="fr-FR" smtClean="0"/>
          </a:p>
          <a:p>
            <a:r>
              <a:rPr lang="fr-FR" altLang="fr-FR" smtClean="0"/>
              <a:t>16-  LORSQUE TOUS MES PLANS S'ÉCROULENT </a:t>
            </a:r>
          </a:p>
          <a:p>
            <a:r>
              <a:rPr lang="fr-FR" altLang="fr-FR" smtClean="0"/>
              <a:t>When My Plans Have Fallen Through
17-  QUAND JE N'AI PRESQUE  PLUS DE FORCE</a:t>
            </a:r>
          </a:p>
          <a:p>
            <a:r>
              <a:rPr lang="fr-FR" altLang="fr-FR" smtClean="0"/>
              <a:t>And When My Strength Is Nearly Gone</a:t>
            </a:r>
          </a:p>
          <a:p>
            <a:r>
              <a:rPr lang="fr-FR" altLang="fr-FR" smtClean="0"/>
              <a:t> 18-  QUAND LA SEULE CHOSE À FAIRE  EST DE DÉPENDRE DE TOI</a:t>
            </a:r>
          </a:p>
          <a:p>
            <a:r>
              <a:rPr lang="fr-FR" altLang="fr-FR" smtClean="0"/>
              <a:t>When There's Nothing Left To Do But Just Depend On You</a:t>
            </a:r>
          </a:p>
          <a:p>
            <a:endParaRPr lang="fr-FR" altLang="fr-FR" smtClean="0"/>
          </a:p>
          <a:p>
            <a:r>
              <a:rPr lang="fr-FR" altLang="fr-FR" smtClean="0"/>
              <a:t> 19-  ET LA PUISSANCE DE TON NOM </a:t>
            </a:r>
          </a:p>
          <a:p>
            <a:r>
              <a:rPr lang="fr-FR" altLang="fr-FR" smtClean="0"/>
              <a:t>And The Power Of Your Name</a:t>
            </a:r>
          </a:p>
          <a:p>
            <a:endParaRPr lang="fr-FR" altLang="fr-FR" smtClean="0"/>
          </a:p>
          <a:p>
            <a:r>
              <a:rPr lang="fr-FR" altLang="fr-FR" smtClean="0"/>
              <a:t>20-  ET QUAND NOUS INVOQUONS TON NOM TA PUISSANCE SOUDAIN APPARAÎT </a:t>
            </a:r>
          </a:p>
          <a:p>
            <a:r>
              <a:rPr lang="fr-FR" altLang="fr-FR" smtClean="0"/>
              <a:t>And As We Call Upon Your Name Your Strength Through Weakness To Show</a:t>
            </a:r>
          </a:p>
          <a:p>
            <a:r>
              <a:rPr lang="fr-FR" altLang="fr-FR" smtClean="0"/>
              <a:t>21-  NOUS POUVONS VOIR LES PLANS DU MAÎTRE ET VOIR LA MAIN DU MAÎTRE </a:t>
            </a:r>
          </a:p>
          <a:p>
            <a:r>
              <a:rPr lang="fr-FR" altLang="fr-FR" smtClean="0"/>
              <a:t>We Can Know The Master Plan Extend The Masters Hand</a:t>
            </a:r>
          </a:p>
          <a:p>
            <a:r>
              <a:rPr lang="fr-FR" altLang="fr-FR" smtClean="0"/>
              <a:t>22-  QUAND NOUS INVOQUONS  LE NOM DU SEIGNEUR </a:t>
            </a:r>
          </a:p>
          <a:p>
            <a:r>
              <a:rPr lang="fr-FR" altLang="fr-FR" smtClean="0"/>
              <a:t>When We Come In The Name Of The Lord</a:t>
            </a:r>
          </a:p>
          <a:p>
            <a:endParaRPr lang="fr-FR" altLang="fr-FR" smtClean="0"/>
          </a:p>
          <a:p>
            <a:r>
              <a:rPr lang="fr-FR" altLang="fr-FR" smtClean="0"/>
              <a:t>23-  IL Y A DE LA FORCE  DANS LE NOM DU SEIGNEUR</a:t>
            </a:r>
          </a:p>
          <a:p>
            <a:r>
              <a:rPr lang="fr-FR" altLang="fr-FR" smtClean="0"/>
              <a:t>There Is Strength In The Name Of The Lord</a:t>
            </a:r>
          </a:p>
          <a:p>
            <a:r>
              <a:rPr lang="fr-FR" altLang="fr-FR" smtClean="0"/>
              <a:t>24-  DE LA PUISSANCE  DANS LE NOM DU SEIGNEUR </a:t>
            </a:r>
          </a:p>
          <a:p>
            <a:r>
              <a:rPr lang="fr-FR" altLang="fr-FR" smtClean="0"/>
              <a:t>There Is Power In The Name Of The Lord 
25-  DE L'ESPOIR  DANS LE NOM DU SEIGNEUR</a:t>
            </a:r>
          </a:p>
          <a:p>
            <a:r>
              <a:rPr lang="fr-FR" altLang="fr-FR" smtClean="0"/>
              <a:t>There Is Hope In The Name Of The Lord 
26-  BÉNI CELUI QUI VIENT  DANS LE NOM DU SEIGNEUR  </a:t>
            </a:r>
          </a:p>
          <a:p>
            <a:r>
              <a:rPr lang="fr-FR" altLang="fr-FR" smtClean="0"/>
              <a:t>Blessed Is He Who Comes In The Name Of The Lord	 	X2</a:t>
            </a:r>
          </a:p>
          <a:p>
            <a:endParaRPr lang="fr-FR" altLang="fr-FR" smtClean="0"/>
          </a:p>
          <a:p>
            <a:r>
              <a:rPr lang="fr-FR" altLang="fr-FR" smtClean="0"/>
              <a:t>27-  COMME IL L'A DIT IL EST RESSUSCITÉ </a:t>
            </a:r>
          </a:p>
          <a:p>
            <a:r>
              <a:rPr lang="fr-FR" altLang="fr-FR" smtClean="0"/>
              <a:t>Just like he said He's risen from the dead</a:t>
            </a:r>
          </a:p>
          <a:p>
            <a:r>
              <a:rPr lang="fr-FR" altLang="fr-FR" smtClean="0"/>
              <a:t>28-  ET SON PEUPLE DIRA</a:t>
            </a:r>
          </a:p>
          <a:p>
            <a:r>
              <a:rPr lang="fr-FR" altLang="fr-FR" smtClean="0"/>
              <a:t>And the people say</a:t>
            </a:r>
          </a:p>
          <a:p>
            <a:endParaRPr lang="fr-FR" altLang="fr-FR" smtClean="0"/>
          </a:p>
          <a:p>
            <a:r>
              <a:rPr lang="fr-FR" altLang="fr-FR" smtClean="0"/>
              <a:t> 29-  NOUS L'APPELLERONS ROI DES ROIS ET SEIGNEUR DES SEIGNEURS </a:t>
            </a:r>
          </a:p>
          <a:p>
            <a:r>
              <a:rPr lang="fr-FR" altLang="fr-FR" smtClean="0"/>
              <a:t>We will call Him King of kings We will call Him Lord of lords</a:t>
            </a:r>
          </a:p>
          <a:p>
            <a:r>
              <a:rPr lang="fr-FR" altLang="fr-FR" smtClean="0"/>
              <a:t>30-  NOUS L'APPELLERONS  PRINCE DE PAIX </a:t>
            </a:r>
          </a:p>
          <a:p>
            <a:r>
              <a:rPr lang="fr-FR" altLang="fr-FR" smtClean="0"/>
              <a:t>We will call Him Prince of Peace</a:t>
            </a:r>
          </a:p>
          <a:p>
            <a:r>
              <a:rPr lang="fr-FR" altLang="fr-FR" smtClean="0"/>
              <a:t>31-  ET SI MERVEILLEUX CONSEILLER  DIEU PUISSANT </a:t>
            </a:r>
          </a:p>
          <a:p>
            <a:endParaRPr lang="fr-FR" altLang="fr-FR" smtClean="0"/>
          </a:p>
          <a:p>
            <a:r>
              <a:rPr lang="fr-FR" altLang="fr-FR" smtClean="0"/>
              <a:t>Such a wonderful counselor
32-  JE L'APPELLERAI ROI DES ROIS ET SEIGNEUR DES SEIGNEURS </a:t>
            </a:r>
          </a:p>
          <a:p>
            <a:r>
              <a:rPr lang="fr-FR" altLang="fr-FR" smtClean="0"/>
              <a:t>I will call Him King of kings and I will call Him Lord of lords</a:t>
            </a:r>
          </a:p>
          <a:p>
            <a:endParaRPr lang="fr-FR" altLang="fr-FR" smtClean="0"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890" name="Espace réservé de l'image des diapositives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3" name="Espace réservé des commentaires 2"/>
          <p:cNvSpPr>
            <a:spLocks noGrp="1"/>
          </p:cNvSpPr>
          <p:nvPr>
            <p:ph type="body" idx="1"/>
          </p:nvPr>
        </p:nvSpPr>
        <p:spPr/>
        <p:txBody>
          <a:bodyPr>
            <a:normAutofit fontScale="85000" lnSpcReduction="20000"/>
          </a:bodyPr>
          <a:lstStyle/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1-  QUAND CERTAINS  MARCHENT PAR LA VUE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When others see with earthly eyes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 2-  CONDUITS PAR LEURS REGARDS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Just what they want to see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3-  TU VERRAS DES CHOSES  QUI SONT ÉTERNELLES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Just what they want to see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 4-  TU SAURAS ET CONNAÎTRAS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You will know and recognize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5-  AVEC UNE FOI D’ENFANT LA VALEUR DE CELUI QUI EST FIDÈLE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By simple child-like faith The priceless truth that Others will deny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6-  QUAND ILS DISENT  QUE JE NE SUIS QU’UN HOMME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When others say I'm just a man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 7-  VOULANT VIVRE SES RÊVES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Who likes to dream His dreams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8-  QUAND ILS APPELLENT  UN MIRACLE UN MYTHE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When others call a miracle a myth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9-  TU COMPRENDRAS EN UN INSTANT TOUTES CES CHOSES CACHÉES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You'll listen for eternity In moments as they pass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10-  TU VERRAS SA BONTÉ  QUI EST SANS LIMITE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And see with spirit eyes What others miss.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11-  SUR CE ROCHER  JE CONSTRUIS MON ROYAUME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Upon this rock I'll build My kingdom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 12-  SUR CE ROCHER, POUR TOUJOURS  À JAMAIS, JE ME TIENDRAI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And on this rock forever and ever it shall stand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 13-  SUR CE ROCHER DE RÉVÉLATION J’ÉTABLIRAI UNE PUISSANTE NATION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Upon this rock of revelation I'll build a strong and mighty nation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 14-  QUI TIENDRA FERME  CONTRE LES TEMPÊTES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And it shall stand the storms of time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15-  SUR CE ROCHER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Upon this rock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16-  LORSQUE TOUS MES PLANS S'ÉCROULENT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When My Plans Have Fallen Through
17-  QUAND JE N'AI PRESQUE  PLUS DE FORCE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And When My Strength Is Nearly Gone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 18-  QUAND LA SEULE CHOSE À FAIRE  EST DE DÉPENDRE DE TOI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When There's Nothing Left To Do But Just Depend On You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 19-  ET LA PUISSANCE DE TON NOM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And The Power Of Your Name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20-  ET QUAND NOUS INVOQUONS TON NOM TA PUISSANCE SOUDAIN APPARAÎT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And As We Call Upon Your Name Your Strength Through Weakness To Show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21-  NOUS POUVONS VOIR LES PLANS DU MAÎTRE ET VOIR LA MAIN DU MAÎTRE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We Can Know The Master Plan Extend The Masters Hand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22-  QUAND NOUS INVOQUONS  LE NOM DU SEIGNEUR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When We Come In The Name Of The Lord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23-  IL Y A DE LA FORCE  DANS LE NOM DU SEIGNEUR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There Is Strength In The Name Of The Lord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24-  DE LA PUISSANCE  DANS LE NOM DU SEIGNEUR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There Is Power In The Name Of The Lord 
25-  DE L'ESPOIR  DANS LE NOM DU SEIGNEUR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There Is Hope In The Name Of The Lord 
26-  BÉNI CELUI QUI VIENT  DANS LE NOM DU SEIGNEUR 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Blessed Is He Who Comes In The Name Of The Lord	 	X2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27-  COMME IL L'A DIT IL EST RESSUSCITÉ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Just like he said He's risen from the dead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28-  ET SON PEUPLE DIRA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And the people say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 29-  NOUS L'APPELLERONS ROI DES ROIS ET SEIGNEUR DES SEIGNEURS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We will call Him King of kings We will call Him Lord of lords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30-  NOUS L'APPELLERONS  PRINCE DE PAIX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We will call Him Prince of Peace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31-  ET SI MERVEILLEUX CONSEILLER  DIEU PUISSANT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Such a wonderful counselor
32-  JE L'APPELLERAI ROI DES ROIS ET SEIGNEUR DES SEIGNEURS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I will call Him King of kings and I will call Him Lord of lords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dirty="0" smtClean="0"/>
          </a:p>
        </p:txBody>
      </p:sp>
      <p:sp>
        <p:nvSpPr>
          <p:cNvPr id="37892" name="Espace réservé du numéro de diapositive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 wrap="square" numCol="1" anchorCtr="0" compatLnSpc="1">
            <a:prstTxWarp prst="textNoShape">
              <a:avLst/>
            </a:prstTxWarp>
          </a:bodyPr>
          <a:lstStyle/>
          <a:p>
            <a:r>
              <a:rPr lang="fr-FR" altLang="fr-FR" smtClean="0"/>
              <a:t>1-  QUAND CERTAINS  MARCHENT PAR LA VUE</a:t>
            </a:r>
          </a:p>
          <a:p>
            <a:r>
              <a:rPr lang="fr-FR" altLang="fr-FR" smtClean="0"/>
              <a:t>When others see with earthly eyes</a:t>
            </a:r>
          </a:p>
          <a:p>
            <a:r>
              <a:rPr lang="fr-FR" altLang="fr-FR" smtClean="0"/>
              <a:t> 2-  CONDUITS PAR LEURS REGARDS </a:t>
            </a:r>
          </a:p>
          <a:p>
            <a:r>
              <a:rPr lang="fr-FR" altLang="fr-FR" smtClean="0"/>
              <a:t>Just what they want to see</a:t>
            </a:r>
          </a:p>
          <a:p>
            <a:r>
              <a:rPr lang="fr-FR" altLang="fr-FR" smtClean="0"/>
              <a:t>3-  TU VERRAS DES CHOSES  QUI SONT ÉTERNELLES</a:t>
            </a:r>
          </a:p>
          <a:p>
            <a:r>
              <a:rPr lang="fr-FR" altLang="fr-FR" smtClean="0"/>
              <a:t>Just what they want to see</a:t>
            </a:r>
          </a:p>
          <a:p>
            <a:r>
              <a:rPr lang="fr-FR" altLang="fr-FR" smtClean="0"/>
              <a:t> 4-  TU SAURAS ET CONNAÎTRAS </a:t>
            </a:r>
          </a:p>
          <a:p>
            <a:r>
              <a:rPr lang="fr-FR" altLang="fr-FR" smtClean="0"/>
              <a:t>You will know and recognize</a:t>
            </a:r>
          </a:p>
          <a:p>
            <a:r>
              <a:rPr lang="fr-FR" altLang="fr-FR" smtClean="0"/>
              <a:t>5-  AVEC UNE FOI D’ENFANT LA VALEUR DE CELUI QUI EST FIDÈLE </a:t>
            </a:r>
          </a:p>
          <a:p>
            <a:r>
              <a:rPr lang="fr-FR" altLang="fr-FR" smtClean="0"/>
              <a:t>By simple child-like faith The priceless truth that Others will deny</a:t>
            </a:r>
          </a:p>
          <a:p>
            <a:endParaRPr lang="fr-FR" altLang="fr-FR" smtClean="0"/>
          </a:p>
          <a:p>
            <a:r>
              <a:rPr lang="fr-FR" altLang="fr-FR" smtClean="0"/>
              <a:t>6-  QUAND ILS DISENT  QUE JE NE SUIS QU’UN HOMME</a:t>
            </a:r>
          </a:p>
          <a:p>
            <a:r>
              <a:rPr lang="fr-FR" altLang="fr-FR" smtClean="0"/>
              <a:t>When others say I'm just a man</a:t>
            </a:r>
          </a:p>
          <a:p>
            <a:r>
              <a:rPr lang="fr-FR" altLang="fr-FR" smtClean="0"/>
              <a:t> 7-  VOULANT VIVRE SES RÊVES </a:t>
            </a:r>
          </a:p>
          <a:p>
            <a:r>
              <a:rPr lang="fr-FR" altLang="fr-FR" smtClean="0"/>
              <a:t>Who likes to dream His dreams</a:t>
            </a:r>
          </a:p>
          <a:p>
            <a:r>
              <a:rPr lang="fr-FR" altLang="fr-FR" smtClean="0"/>
              <a:t>8-  QUAND ILS APPELLENT  UN MIRACLE UN MYTHE </a:t>
            </a:r>
          </a:p>
          <a:p>
            <a:r>
              <a:rPr lang="fr-FR" altLang="fr-FR" smtClean="0"/>
              <a:t>When others call a miracle a myth</a:t>
            </a:r>
          </a:p>
          <a:p>
            <a:r>
              <a:rPr lang="fr-FR" altLang="fr-FR" smtClean="0"/>
              <a:t>9-  TU COMPRENDRAS EN UN INSTANT TOUTES CES CHOSES CACHÉES </a:t>
            </a:r>
          </a:p>
          <a:p>
            <a:r>
              <a:rPr lang="fr-FR" altLang="fr-FR" smtClean="0"/>
              <a:t>You'll listen for eternity In moments as they pass</a:t>
            </a:r>
          </a:p>
          <a:p>
            <a:r>
              <a:rPr lang="fr-FR" altLang="fr-FR" smtClean="0"/>
              <a:t>10-  TU VERRAS SA BONTÉ  QUI EST SANS LIMITE </a:t>
            </a:r>
          </a:p>
          <a:p>
            <a:r>
              <a:rPr lang="fr-FR" altLang="fr-FR" smtClean="0"/>
              <a:t>And see with spirit eyes What others miss.</a:t>
            </a:r>
          </a:p>
          <a:p>
            <a:endParaRPr lang="fr-FR" altLang="fr-FR" smtClean="0"/>
          </a:p>
          <a:p>
            <a:r>
              <a:rPr lang="fr-FR" altLang="fr-FR" smtClean="0"/>
              <a:t>11-  SUR CE ROCHER  JE CONSTRUIS MON ROYAUME</a:t>
            </a:r>
          </a:p>
          <a:p>
            <a:r>
              <a:rPr lang="fr-FR" altLang="fr-FR" smtClean="0"/>
              <a:t>Upon this rock I'll build My kingdom</a:t>
            </a:r>
          </a:p>
          <a:p>
            <a:r>
              <a:rPr lang="fr-FR" altLang="fr-FR" smtClean="0"/>
              <a:t> 12-  SUR CE ROCHER, POUR TOUJOURS  À JAMAIS, JE ME TIENDRAI</a:t>
            </a:r>
          </a:p>
          <a:p>
            <a:r>
              <a:rPr lang="fr-FR" altLang="fr-FR" smtClean="0"/>
              <a:t>And on this rock forever and ever it shall stand</a:t>
            </a:r>
          </a:p>
          <a:p>
            <a:r>
              <a:rPr lang="fr-FR" altLang="fr-FR" smtClean="0"/>
              <a:t> 13-  SUR CE ROCHER DE RÉVÉLATION J’ÉTABLIRAI UNE PUISSANTE NATION</a:t>
            </a:r>
          </a:p>
          <a:p>
            <a:r>
              <a:rPr lang="fr-FR" altLang="fr-FR" smtClean="0"/>
              <a:t>Upon this rock of revelation I'll build a strong and mighty nation</a:t>
            </a:r>
          </a:p>
          <a:p>
            <a:r>
              <a:rPr lang="fr-FR" altLang="fr-FR" smtClean="0"/>
              <a:t> 14-  QUI TIENDRA FERME  CONTRE LES TEMPÊTES </a:t>
            </a:r>
          </a:p>
          <a:p>
            <a:r>
              <a:rPr lang="fr-FR" altLang="fr-FR" smtClean="0"/>
              <a:t>And it shall stand the storms of time</a:t>
            </a:r>
          </a:p>
          <a:p>
            <a:r>
              <a:rPr lang="fr-FR" altLang="fr-FR" smtClean="0"/>
              <a:t>15-  SUR CE ROCHER </a:t>
            </a:r>
          </a:p>
          <a:p>
            <a:r>
              <a:rPr lang="fr-FR" altLang="fr-FR" smtClean="0"/>
              <a:t>Upon this rock</a:t>
            </a:r>
          </a:p>
          <a:p>
            <a:endParaRPr lang="fr-FR" altLang="fr-FR" smtClean="0"/>
          </a:p>
          <a:p>
            <a:r>
              <a:rPr lang="fr-FR" altLang="fr-FR" smtClean="0"/>
              <a:t>16-  LORSQUE TOUS MES PLANS S'ÉCROULENT </a:t>
            </a:r>
          </a:p>
          <a:p>
            <a:r>
              <a:rPr lang="fr-FR" altLang="fr-FR" smtClean="0"/>
              <a:t>When My Plans Have Fallen Through
17-  QUAND JE N'AI PRESQUE  PLUS DE FORCE</a:t>
            </a:r>
          </a:p>
          <a:p>
            <a:r>
              <a:rPr lang="fr-FR" altLang="fr-FR" smtClean="0"/>
              <a:t>And When My Strength Is Nearly Gone</a:t>
            </a:r>
          </a:p>
          <a:p>
            <a:r>
              <a:rPr lang="fr-FR" altLang="fr-FR" smtClean="0"/>
              <a:t> 18-  QUAND LA SEULE CHOSE À FAIRE  EST DE DÉPENDRE DE TOI</a:t>
            </a:r>
          </a:p>
          <a:p>
            <a:r>
              <a:rPr lang="fr-FR" altLang="fr-FR" smtClean="0"/>
              <a:t>When There's Nothing Left To Do But Just Depend On You</a:t>
            </a:r>
          </a:p>
          <a:p>
            <a:endParaRPr lang="fr-FR" altLang="fr-FR" smtClean="0"/>
          </a:p>
          <a:p>
            <a:r>
              <a:rPr lang="fr-FR" altLang="fr-FR" smtClean="0"/>
              <a:t> 19-  ET LA PUISSANCE DE TON NOM </a:t>
            </a:r>
          </a:p>
          <a:p>
            <a:r>
              <a:rPr lang="fr-FR" altLang="fr-FR" smtClean="0"/>
              <a:t>And The Power Of Your Name</a:t>
            </a:r>
          </a:p>
          <a:p>
            <a:endParaRPr lang="fr-FR" altLang="fr-FR" smtClean="0"/>
          </a:p>
          <a:p>
            <a:r>
              <a:rPr lang="fr-FR" altLang="fr-FR" smtClean="0"/>
              <a:t>20-  ET QUAND NOUS INVOQUONS TON NOM TA PUISSANCE SOUDAIN APPARAÎT </a:t>
            </a:r>
          </a:p>
          <a:p>
            <a:r>
              <a:rPr lang="fr-FR" altLang="fr-FR" smtClean="0"/>
              <a:t>And As We Call Upon Your Name Your Strength Through Weakness To Show</a:t>
            </a:r>
          </a:p>
          <a:p>
            <a:r>
              <a:rPr lang="fr-FR" altLang="fr-FR" smtClean="0"/>
              <a:t>21-  NOUS POUVONS VOIR LES PLANS DU MAÎTRE ET VOIR LA MAIN DU MAÎTRE </a:t>
            </a:r>
          </a:p>
          <a:p>
            <a:r>
              <a:rPr lang="fr-FR" altLang="fr-FR" smtClean="0"/>
              <a:t>We Can Know The Master Plan Extend The Masters Hand</a:t>
            </a:r>
          </a:p>
          <a:p>
            <a:r>
              <a:rPr lang="fr-FR" altLang="fr-FR" smtClean="0"/>
              <a:t>22-  QUAND NOUS INVOQUONS  LE NOM DU SEIGNEUR </a:t>
            </a:r>
          </a:p>
          <a:p>
            <a:r>
              <a:rPr lang="fr-FR" altLang="fr-FR" smtClean="0"/>
              <a:t>When We Come In The Name Of The Lord</a:t>
            </a:r>
          </a:p>
          <a:p>
            <a:endParaRPr lang="fr-FR" altLang="fr-FR" smtClean="0"/>
          </a:p>
          <a:p>
            <a:r>
              <a:rPr lang="fr-FR" altLang="fr-FR" smtClean="0"/>
              <a:t>23-  IL Y A DE LA FORCE  DANS LE NOM DU SEIGNEUR</a:t>
            </a:r>
          </a:p>
          <a:p>
            <a:r>
              <a:rPr lang="fr-FR" altLang="fr-FR" smtClean="0"/>
              <a:t>There Is Strength In The Name Of The Lord</a:t>
            </a:r>
          </a:p>
          <a:p>
            <a:r>
              <a:rPr lang="fr-FR" altLang="fr-FR" smtClean="0"/>
              <a:t>24-  DE LA PUISSANCE  DANS LE NOM DU SEIGNEUR </a:t>
            </a:r>
          </a:p>
          <a:p>
            <a:r>
              <a:rPr lang="fr-FR" altLang="fr-FR" smtClean="0"/>
              <a:t>There Is Power In The Name Of The Lord 
25-  DE L'ESPOIR  DANS LE NOM DU SEIGNEUR</a:t>
            </a:r>
          </a:p>
          <a:p>
            <a:r>
              <a:rPr lang="fr-FR" altLang="fr-FR" smtClean="0"/>
              <a:t>There Is Hope In The Name Of The Lord 
26-  BÉNI CELUI QUI VIENT  DANS LE NOM DU SEIGNEUR  </a:t>
            </a:r>
          </a:p>
          <a:p>
            <a:r>
              <a:rPr lang="fr-FR" altLang="fr-FR" smtClean="0"/>
              <a:t>Blessed Is He Who Comes In The Name Of The Lord	 	X2</a:t>
            </a:r>
          </a:p>
          <a:p>
            <a:endParaRPr lang="fr-FR" altLang="fr-FR" smtClean="0"/>
          </a:p>
          <a:p>
            <a:r>
              <a:rPr lang="fr-FR" altLang="fr-FR" smtClean="0"/>
              <a:t>27-  COMME IL L'A DIT IL EST RESSUSCITÉ </a:t>
            </a:r>
          </a:p>
          <a:p>
            <a:r>
              <a:rPr lang="fr-FR" altLang="fr-FR" smtClean="0"/>
              <a:t>Just like he said He's risen from the dead</a:t>
            </a:r>
          </a:p>
          <a:p>
            <a:r>
              <a:rPr lang="fr-FR" altLang="fr-FR" smtClean="0"/>
              <a:t>28-  ET SON PEUPLE DIRA</a:t>
            </a:r>
          </a:p>
          <a:p>
            <a:r>
              <a:rPr lang="fr-FR" altLang="fr-FR" smtClean="0"/>
              <a:t>And the people say</a:t>
            </a:r>
          </a:p>
          <a:p>
            <a:endParaRPr lang="fr-FR" altLang="fr-FR" smtClean="0"/>
          </a:p>
          <a:p>
            <a:r>
              <a:rPr lang="fr-FR" altLang="fr-FR" smtClean="0"/>
              <a:t> 29-  NOUS L'APPELLERONS ROI DES ROIS ET SEIGNEUR DES SEIGNEURS </a:t>
            </a:r>
          </a:p>
          <a:p>
            <a:r>
              <a:rPr lang="fr-FR" altLang="fr-FR" smtClean="0"/>
              <a:t>We will call Him King of kings We will call Him Lord of lords</a:t>
            </a:r>
          </a:p>
          <a:p>
            <a:r>
              <a:rPr lang="fr-FR" altLang="fr-FR" smtClean="0"/>
              <a:t>30-  NOUS L'APPELLERONS  PRINCE DE PAIX </a:t>
            </a:r>
          </a:p>
          <a:p>
            <a:r>
              <a:rPr lang="fr-FR" altLang="fr-FR" smtClean="0"/>
              <a:t>We will call Him Prince of Peace</a:t>
            </a:r>
          </a:p>
          <a:p>
            <a:r>
              <a:rPr lang="fr-FR" altLang="fr-FR" smtClean="0"/>
              <a:t>31-  ET SI MERVEILLEUX CONSEILLER  DIEU PUISSANT </a:t>
            </a:r>
          </a:p>
          <a:p>
            <a:endParaRPr lang="fr-FR" altLang="fr-FR" smtClean="0"/>
          </a:p>
          <a:p>
            <a:r>
              <a:rPr lang="fr-FR" altLang="fr-FR" smtClean="0"/>
              <a:t>Such a wonderful counselor
32-  JE L'APPELLERAI ROI DES ROIS ET SEIGNEUR DES SEIGNEURS </a:t>
            </a:r>
          </a:p>
          <a:p>
            <a:r>
              <a:rPr lang="fr-FR" altLang="fr-FR" smtClean="0"/>
              <a:t>I will call Him King of kings and I will call Him Lord of lords</a:t>
            </a:r>
          </a:p>
          <a:p>
            <a:endParaRPr lang="fr-FR" altLang="fr-FR" smtClean="0"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914" name="Espace réservé de l'image des diapositives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3" name="Espace réservé des commentaires 2"/>
          <p:cNvSpPr>
            <a:spLocks noGrp="1"/>
          </p:cNvSpPr>
          <p:nvPr>
            <p:ph type="body" idx="1"/>
          </p:nvPr>
        </p:nvSpPr>
        <p:spPr/>
        <p:txBody>
          <a:bodyPr>
            <a:normAutofit fontScale="85000" lnSpcReduction="20000"/>
          </a:bodyPr>
          <a:lstStyle/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1-  QUAND CERTAINS  MARCHENT PAR LA VUE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When others see with earthly eyes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 2-  CONDUITS PAR LEURS REGARDS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Just what they want to see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3-  TU VERRAS DES CHOSES  QUI SONT ÉTERNELLES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Just what they want to see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 4-  TU SAURAS ET CONNAÎTRAS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You will know and recognize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5-  AVEC UNE FOI D’ENFANT LA VALEUR DE CELUI QUI EST FIDÈLE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By simple child-like faith The priceless truth that Others will deny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6-  QUAND ILS DISENT  QUE JE NE SUIS QU’UN HOMME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When others say I'm just a man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 7-  VOULANT VIVRE SES RÊVES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Who likes to dream His dreams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8-  QUAND ILS APPELLENT  UN MIRACLE UN MYTHE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When others call a miracle a myth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9-  TU COMPRENDRAS EN UN INSTANT TOUTES CES CHOSES CACHÉES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You'll listen for eternity In moments as they pass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10-  TU VERRAS SA BONTÉ  QUI EST SANS LIMITE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And see with spirit eyes What others miss.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11-  SUR CE ROCHER  JE CONSTRUIS MON ROYAUME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Upon this rock I'll build My kingdom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 12-  SUR CE ROCHER, POUR TOUJOURS  À JAMAIS, JE ME TIENDRAI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And on this rock forever and ever it shall stand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 13-  SUR CE ROCHER DE RÉVÉLATION J’ÉTABLIRAI UNE PUISSANTE NATION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Upon this rock of revelation I'll build a strong and mighty nation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 14-  QUI TIENDRA FERME  CONTRE LES TEMPÊTES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And it shall stand the storms of time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15-  SUR CE ROCHER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Upon this rock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16-  LORSQUE TOUS MES PLANS S'ÉCROULENT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When My Plans Have Fallen Through
17-  QUAND JE N'AI PRESQUE  PLUS DE FORCE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And When My Strength Is Nearly Gone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 18-  QUAND LA SEULE CHOSE À FAIRE  EST DE DÉPENDRE DE TOI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When There's Nothing Left To Do But Just Depend On You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 19-  ET LA PUISSANCE DE TON NOM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And The Power Of Your Name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20-  ET QUAND NOUS INVOQUONS TON NOM TA PUISSANCE SOUDAIN APPARAÎT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And As We Call Upon Your Name Your Strength Through Weakness To Show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21-  NOUS POUVONS VOIR LES PLANS DU MAÎTRE ET VOIR LA MAIN DU MAÎTRE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We Can Know The Master Plan Extend The Masters Hand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22-  QUAND NOUS INVOQUONS  LE NOM DU SEIGNEUR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When We Come In The Name Of The Lord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23-  IL Y A DE LA FORCE  DANS LE NOM DU SEIGNEUR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There Is Strength In The Name Of The Lord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24-  DE LA PUISSANCE  DANS LE NOM DU SEIGNEUR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There Is Power In The Name Of The Lord 
25-  DE L'ESPOIR  DANS LE NOM DU SEIGNEUR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There Is Hope In The Name Of The Lord 
26-  BÉNI CELUI QUI VIENT  DANS LE NOM DU SEIGNEUR 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Blessed Is He Who Comes In The Name Of The Lord	 	X2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27-  COMME IL L'A DIT IL EST RESSUSCITÉ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Just like he said He's risen from the dead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28-  ET SON PEUPLE DIRA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And the people say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 29-  NOUS L'APPELLERONS ROI DES ROIS ET SEIGNEUR DES SEIGNEURS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We will call Him King of kings We will call Him Lord of lords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30-  NOUS L'APPELLERONS  PRINCE DE PAIX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We will call Him Prince of Peace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31-  ET SI MERVEILLEUX CONSEILLER  DIEU PUISSANT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Such a wonderful counselor
32-  JE L'APPELLERAI ROI DES ROIS ET SEIGNEUR DES SEIGNEURS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I will call Him King of kings and I will call Him Lord of lords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dirty="0" smtClean="0"/>
          </a:p>
        </p:txBody>
      </p:sp>
      <p:sp>
        <p:nvSpPr>
          <p:cNvPr id="38916" name="Espace réservé du numéro de diapositive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 wrap="square" numCol="1" anchorCtr="0" compatLnSpc="1">
            <a:prstTxWarp prst="textNoShape">
              <a:avLst/>
            </a:prstTxWarp>
          </a:bodyPr>
          <a:lstStyle/>
          <a:p>
            <a:r>
              <a:rPr lang="fr-FR" altLang="fr-FR" smtClean="0"/>
              <a:t>1-  QUAND CERTAINS  MARCHENT PAR LA VUE</a:t>
            </a:r>
          </a:p>
          <a:p>
            <a:r>
              <a:rPr lang="fr-FR" altLang="fr-FR" smtClean="0"/>
              <a:t>When others see with earthly eyes</a:t>
            </a:r>
          </a:p>
          <a:p>
            <a:r>
              <a:rPr lang="fr-FR" altLang="fr-FR" smtClean="0"/>
              <a:t> 2-  CONDUITS PAR LEURS REGARDS </a:t>
            </a:r>
          </a:p>
          <a:p>
            <a:r>
              <a:rPr lang="fr-FR" altLang="fr-FR" smtClean="0"/>
              <a:t>Just what they want to see</a:t>
            </a:r>
          </a:p>
          <a:p>
            <a:r>
              <a:rPr lang="fr-FR" altLang="fr-FR" smtClean="0"/>
              <a:t>3-  TU VERRAS DES CHOSES  QUI SONT ÉTERNELLES</a:t>
            </a:r>
          </a:p>
          <a:p>
            <a:r>
              <a:rPr lang="fr-FR" altLang="fr-FR" smtClean="0"/>
              <a:t>Just what they want to see</a:t>
            </a:r>
          </a:p>
          <a:p>
            <a:r>
              <a:rPr lang="fr-FR" altLang="fr-FR" smtClean="0"/>
              <a:t> 4-  TU SAURAS ET CONNAÎTRAS </a:t>
            </a:r>
          </a:p>
          <a:p>
            <a:r>
              <a:rPr lang="fr-FR" altLang="fr-FR" smtClean="0"/>
              <a:t>You will know and recognize</a:t>
            </a:r>
          </a:p>
          <a:p>
            <a:r>
              <a:rPr lang="fr-FR" altLang="fr-FR" smtClean="0"/>
              <a:t>5-  AVEC UNE FOI D’ENFANT LA VALEUR DE CELUI QUI EST FIDÈLE </a:t>
            </a:r>
          </a:p>
          <a:p>
            <a:r>
              <a:rPr lang="fr-FR" altLang="fr-FR" smtClean="0"/>
              <a:t>By simple child-like faith The priceless truth that Others will deny</a:t>
            </a:r>
          </a:p>
          <a:p>
            <a:endParaRPr lang="fr-FR" altLang="fr-FR" smtClean="0"/>
          </a:p>
          <a:p>
            <a:r>
              <a:rPr lang="fr-FR" altLang="fr-FR" smtClean="0"/>
              <a:t>6-  QUAND ILS DISENT  QUE JE NE SUIS QU’UN HOMME</a:t>
            </a:r>
          </a:p>
          <a:p>
            <a:r>
              <a:rPr lang="fr-FR" altLang="fr-FR" smtClean="0"/>
              <a:t>When others say I'm just a man</a:t>
            </a:r>
          </a:p>
          <a:p>
            <a:r>
              <a:rPr lang="fr-FR" altLang="fr-FR" smtClean="0"/>
              <a:t> 7-  VOULANT VIVRE SES RÊVES </a:t>
            </a:r>
          </a:p>
          <a:p>
            <a:r>
              <a:rPr lang="fr-FR" altLang="fr-FR" smtClean="0"/>
              <a:t>Who likes to dream His dreams</a:t>
            </a:r>
          </a:p>
          <a:p>
            <a:r>
              <a:rPr lang="fr-FR" altLang="fr-FR" smtClean="0"/>
              <a:t>8-  QUAND ILS APPELLENT  UN MIRACLE UN MYTHE </a:t>
            </a:r>
          </a:p>
          <a:p>
            <a:r>
              <a:rPr lang="fr-FR" altLang="fr-FR" smtClean="0"/>
              <a:t>When others call a miracle a myth</a:t>
            </a:r>
          </a:p>
          <a:p>
            <a:r>
              <a:rPr lang="fr-FR" altLang="fr-FR" smtClean="0"/>
              <a:t>9-  TU COMPRENDRAS EN UN INSTANT TOUTES CES CHOSES CACHÉES </a:t>
            </a:r>
          </a:p>
          <a:p>
            <a:r>
              <a:rPr lang="fr-FR" altLang="fr-FR" smtClean="0"/>
              <a:t>You'll listen for eternity In moments as they pass</a:t>
            </a:r>
          </a:p>
          <a:p>
            <a:r>
              <a:rPr lang="fr-FR" altLang="fr-FR" smtClean="0"/>
              <a:t>10-  TU VERRAS SA BONTÉ  QUI EST SANS LIMITE </a:t>
            </a:r>
          </a:p>
          <a:p>
            <a:r>
              <a:rPr lang="fr-FR" altLang="fr-FR" smtClean="0"/>
              <a:t>And see with spirit eyes What others miss.</a:t>
            </a:r>
          </a:p>
          <a:p>
            <a:endParaRPr lang="fr-FR" altLang="fr-FR" smtClean="0"/>
          </a:p>
          <a:p>
            <a:r>
              <a:rPr lang="fr-FR" altLang="fr-FR" smtClean="0"/>
              <a:t>11-  SUR CE ROCHER  JE CONSTRUIS MON ROYAUME</a:t>
            </a:r>
          </a:p>
          <a:p>
            <a:r>
              <a:rPr lang="fr-FR" altLang="fr-FR" smtClean="0"/>
              <a:t>Upon this rock I'll build My kingdom</a:t>
            </a:r>
          </a:p>
          <a:p>
            <a:r>
              <a:rPr lang="fr-FR" altLang="fr-FR" smtClean="0"/>
              <a:t> 12-  SUR CE ROCHER, POUR TOUJOURS  À JAMAIS, JE ME TIENDRAI</a:t>
            </a:r>
          </a:p>
          <a:p>
            <a:r>
              <a:rPr lang="fr-FR" altLang="fr-FR" smtClean="0"/>
              <a:t>And on this rock forever and ever it shall stand</a:t>
            </a:r>
          </a:p>
          <a:p>
            <a:r>
              <a:rPr lang="fr-FR" altLang="fr-FR" smtClean="0"/>
              <a:t> 13-  SUR CE ROCHER DE RÉVÉLATION J’ÉTABLIRAI UNE PUISSANTE NATION</a:t>
            </a:r>
          </a:p>
          <a:p>
            <a:r>
              <a:rPr lang="fr-FR" altLang="fr-FR" smtClean="0"/>
              <a:t>Upon this rock of revelation I'll build a strong and mighty nation</a:t>
            </a:r>
          </a:p>
          <a:p>
            <a:r>
              <a:rPr lang="fr-FR" altLang="fr-FR" smtClean="0"/>
              <a:t> 14-  QUI TIENDRA FERME  CONTRE LES TEMPÊTES </a:t>
            </a:r>
          </a:p>
          <a:p>
            <a:r>
              <a:rPr lang="fr-FR" altLang="fr-FR" smtClean="0"/>
              <a:t>And it shall stand the storms of time</a:t>
            </a:r>
          </a:p>
          <a:p>
            <a:r>
              <a:rPr lang="fr-FR" altLang="fr-FR" smtClean="0"/>
              <a:t>15-  SUR CE ROCHER </a:t>
            </a:r>
          </a:p>
          <a:p>
            <a:r>
              <a:rPr lang="fr-FR" altLang="fr-FR" smtClean="0"/>
              <a:t>Upon this rock</a:t>
            </a:r>
          </a:p>
          <a:p>
            <a:endParaRPr lang="fr-FR" altLang="fr-FR" smtClean="0"/>
          </a:p>
          <a:p>
            <a:r>
              <a:rPr lang="fr-FR" altLang="fr-FR" smtClean="0"/>
              <a:t>16-  LORSQUE TOUS MES PLANS S'ÉCROULENT </a:t>
            </a:r>
          </a:p>
          <a:p>
            <a:r>
              <a:rPr lang="fr-FR" altLang="fr-FR" smtClean="0"/>
              <a:t>When My Plans Have Fallen Through
17-  QUAND JE N'AI PRESQUE  PLUS DE FORCE</a:t>
            </a:r>
          </a:p>
          <a:p>
            <a:r>
              <a:rPr lang="fr-FR" altLang="fr-FR" smtClean="0"/>
              <a:t>And When My Strength Is Nearly Gone</a:t>
            </a:r>
          </a:p>
          <a:p>
            <a:r>
              <a:rPr lang="fr-FR" altLang="fr-FR" smtClean="0"/>
              <a:t> 18-  QUAND LA SEULE CHOSE À FAIRE  EST DE DÉPENDRE DE TOI</a:t>
            </a:r>
          </a:p>
          <a:p>
            <a:r>
              <a:rPr lang="fr-FR" altLang="fr-FR" smtClean="0"/>
              <a:t>When There's Nothing Left To Do But Just Depend On You</a:t>
            </a:r>
          </a:p>
          <a:p>
            <a:endParaRPr lang="fr-FR" altLang="fr-FR" smtClean="0"/>
          </a:p>
          <a:p>
            <a:r>
              <a:rPr lang="fr-FR" altLang="fr-FR" smtClean="0"/>
              <a:t> 19-  ET LA PUISSANCE DE TON NOM </a:t>
            </a:r>
          </a:p>
          <a:p>
            <a:r>
              <a:rPr lang="fr-FR" altLang="fr-FR" smtClean="0"/>
              <a:t>And The Power Of Your Name</a:t>
            </a:r>
          </a:p>
          <a:p>
            <a:endParaRPr lang="fr-FR" altLang="fr-FR" smtClean="0"/>
          </a:p>
          <a:p>
            <a:r>
              <a:rPr lang="fr-FR" altLang="fr-FR" smtClean="0"/>
              <a:t>20-  ET QUAND NOUS INVOQUONS TON NOM TA PUISSANCE SOUDAIN APPARAÎT </a:t>
            </a:r>
          </a:p>
          <a:p>
            <a:r>
              <a:rPr lang="fr-FR" altLang="fr-FR" smtClean="0"/>
              <a:t>And As We Call Upon Your Name Your Strength Through Weakness To Show</a:t>
            </a:r>
          </a:p>
          <a:p>
            <a:r>
              <a:rPr lang="fr-FR" altLang="fr-FR" smtClean="0"/>
              <a:t>21-  NOUS POUVONS VOIR LES PLANS DU MAÎTRE ET VOIR LA MAIN DU MAÎTRE </a:t>
            </a:r>
          </a:p>
          <a:p>
            <a:r>
              <a:rPr lang="fr-FR" altLang="fr-FR" smtClean="0"/>
              <a:t>We Can Know The Master Plan Extend The Masters Hand</a:t>
            </a:r>
          </a:p>
          <a:p>
            <a:r>
              <a:rPr lang="fr-FR" altLang="fr-FR" smtClean="0"/>
              <a:t>22-  QUAND NOUS INVOQUONS  LE NOM DU SEIGNEUR </a:t>
            </a:r>
          </a:p>
          <a:p>
            <a:r>
              <a:rPr lang="fr-FR" altLang="fr-FR" smtClean="0"/>
              <a:t>When We Come In The Name Of The Lord</a:t>
            </a:r>
          </a:p>
          <a:p>
            <a:endParaRPr lang="fr-FR" altLang="fr-FR" smtClean="0"/>
          </a:p>
          <a:p>
            <a:r>
              <a:rPr lang="fr-FR" altLang="fr-FR" smtClean="0"/>
              <a:t>23-  IL Y A DE LA FORCE  DANS LE NOM DU SEIGNEUR</a:t>
            </a:r>
          </a:p>
          <a:p>
            <a:r>
              <a:rPr lang="fr-FR" altLang="fr-FR" smtClean="0"/>
              <a:t>There Is Strength In The Name Of The Lord</a:t>
            </a:r>
          </a:p>
          <a:p>
            <a:r>
              <a:rPr lang="fr-FR" altLang="fr-FR" smtClean="0"/>
              <a:t>24-  DE LA PUISSANCE  DANS LE NOM DU SEIGNEUR </a:t>
            </a:r>
          </a:p>
          <a:p>
            <a:r>
              <a:rPr lang="fr-FR" altLang="fr-FR" smtClean="0"/>
              <a:t>There Is Power In The Name Of The Lord 
25-  DE L'ESPOIR  DANS LE NOM DU SEIGNEUR</a:t>
            </a:r>
          </a:p>
          <a:p>
            <a:r>
              <a:rPr lang="fr-FR" altLang="fr-FR" smtClean="0"/>
              <a:t>There Is Hope In The Name Of The Lord 
26-  BÉNI CELUI QUI VIENT  DANS LE NOM DU SEIGNEUR  </a:t>
            </a:r>
          </a:p>
          <a:p>
            <a:r>
              <a:rPr lang="fr-FR" altLang="fr-FR" smtClean="0"/>
              <a:t>Blessed Is He Who Comes In The Name Of The Lord	 	X2</a:t>
            </a:r>
          </a:p>
          <a:p>
            <a:endParaRPr lang="fr-FR" altLang="fr-FR" smtClean="0"/>
          </a:p>
          <a:p>
            <a:r>
              <a:rPr lang="fr-FR" altLang="fr-FR" smtClean="0"/>
              <a:t>27-  COMME IL L'A DIT IL EST RESSUSCITÉ </a:t>
            </a:r>
          </a:p>
          <a:p>
            <a:r>
              <a:rPr lang="fr-FR" altLang="fr-FR" smtClean="0"/>
              <a:t>Just like he said He's risen from the dead</a:t>
            </a:r>
          </a:p>
          <a:p>
            <a:r>
              <a:rPr lang="fr-FR" altLang="fr-FR" smtClean="0"/>
              <a:t>28-  ET SON PEUPLE DIRA</a:t>
            </a:r>
          </a:p>
          <a:p>
            <a:r>
              <a:rPr lang="fr-FR" altLang="fr-FR" smtClean="0"/>
              <a:t>And the people say</a:t>
            </a:r>
          </a:p>
          <a:p>
            <a:endParaRPr lang="fr-FR" altLang="fr-FR" smtClean="0"/>
          </a:p>
          <a:p>
            <a:r>
              <a:rPr lang="fr-FR" altLang="fr-FR" smtClean="0"/>
              <a:t> 29-  NOUS L'APPELLERONS ROI DES ROIS ET SEIGNEUR DES SEIGNEURS </a:t>
            </a:r>
          </a:p>
          <a:p>
            <a:r>
              <a:rPr lang="fr-FR" altLang="fr-FR" smtClean="0"/>
              <a:t>We will call Him King of kings We will call Him Lord of lords</a:t>
            </a:r>
          </a:p>
          <a:p>
            <a:r>
              <a:rPr lang="fr-FR" altLang="fr-FR" smtClean="0"/>
              <a:t>30-  NOUS L'APPELLERONS  PRINCE DE PAIX </a:t>
            </a:r>
          </a:p>
          <a:p>
            <a:r>
              <a:rPr lang="fr-FR" altLang="fr-FR" smtClean="0"/>
              <a:t>We will call Him Prince of Peace</a:t>
            </a:r>
          </a:p>
          <a:p>
            <a:r>
              <a:rPr lang="fr-FR" altLang="fr-FR" smtClean="0"/>
              <a:t>31-  ET SI MERVEILLEUX CONSEILLER  DIEU PUISSANT </a:t>
            </a:r>
          </a:p>
          <a:p>
            <a:endParaRPr lang="fr-FR" altLang="fr-FR" smtClean="0"/>
          </a:p>
          <a:p>
            <a:r>
              <a:rPr lang="fr-FR" altLang="fr-FR" smtClean="0"/>
              <a:t>Such a wonderful counselor
32-  JE L'APPELLERAI ROI DES ROIS ET SEIGNEUR DES SEIGNEURS </a:t>
            </a:r>
          </a:p>
          <a:p>
            <a:r>
              <a:rPr lang="fr-FR" altLang="fr-FR" smtClean="0"/>
              <a:t>I will call Him King of kings and I will call Him Lord of lords</a:t>
            </a:r>
          </a:p>
          <a:p>
            <a:endParaRPr lang="fr-FR" altLang="fr-FR" smtClean="0"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938" name="Espace réservé de l'image des diapositives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3" name="Espace réservé des commentaires 2"/>
          <p:cNvSpPr>
            <a:spLocks noGrp="1"/>
          </p:cNvSpPr>
          <p:nvPr>
            <p:ph type="body" idx="1"/>
          </p:nvPr>
        </p:nvSpPr>
        <p:spPr/>
        <p:txBody>
          <a:bodyPr>
            <a:normAutofit fontScale="85000" lnSpcReduction="20000"/>
          </a:bodyPr>
          <a:lstStyle/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1-  QUAND CERTAINS  MARCHENT PAR LA VUE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When others see with earthly eyes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 2-  CONDUITS PAR LEURS REGARDS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Just what they want to see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3-  TU VERRAS DES CHOSES  QUI SONT ÉTERNELLES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Just what they want to see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 4-  TU SAURAS ET CONNAÎTRAS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You will know and recognize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5-  AVEC UNE FOI D’ENFANT LA VALEUR DE CELUI QUI EST FIDÈLE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By simple child-like faith The priceless truth that Others will deny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6-  QUAND ILS DISENT  QUE JE NE SUIS QU’UN HOMME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When others say I'm just a man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 7-  VOULANT VIVRE SES RÊVES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Who likes to dream His dreams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8-  QUAND ILS APPELLENT  UN MIRACLE UN MYTHE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When others call a miracle a myth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9-  TU COMPRENDRAS EN UN INSTANT TOUTES CES CHOSES CACHÉES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You'll listen for eternity In moments as they pass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10-  TU VERRAS SA BONTÉ  QUI EST SANS LIMITE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And see with spirit eyes What others miss.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11-  SUR CE ROCHER  JE CONSTRUIS MON ROYAUME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Upon this rock I'll build My kingdom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 12-  SUR CE ROCHER, POUR TOUJOURS  À JAMAIS, JE ME TIENDRAI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And on this rock forever and ever it shall stand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 13-  SUR CE ROCHER DE RÉVÉLATION J’ÉTABLIRAI UNE PUISSANTE NATION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Upon this rock of revelation I'll build a strong and mighty nation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 14-  QUI TIENDRA FERME  CONTRE LES TEMPÊTES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And it shall stand the storms of time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15-  SUR CE ROCHER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Upon this rock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16-  LORSQUE TOUS MES PLANS S'ÉCROULENT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When My Plans Have Fallen Through
17-  QUAND JE N'AI PRESQUE  PLUS DE FORCE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And When My Strength Is Nearly Gone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 18-  QUAND LA SEULE CHOSE À FAIRE  EST DE DÉPENDRE DE TOI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When There's Nothing Left To Do But Just Depend On You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 19-  ET LA PUISSANCE DE TON NOM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And The Power Of Your Name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20-  ET QUAND NOUS INVOQUONS TON NOM TA PUISSANCE SOUDAIN APPARAÎT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And As We Call Upon Your Name Your Strength Through Weakness To Show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21-  NOUS POUVONS VOIR LES PLANS DU MAÎTRE ET VOIR LA MAIN DU MAÎTRE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We Can Know The Master Plan Extend The Masters Hand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22-  QUAND NOUS INVOQUONS  LE NOM DU SEIGNEUR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When We Come In The Name Of The Lord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23-  IL Y A DE LA FORCE  DANS LE NOM DU SEIGNEUR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There Is Strength In The Name Of The Lord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24-  DE LA PUISSANCE  DANS LE NOM DU SEIGNEUR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There Is Power In The Name Of The Lord 
25-  DE L'ESPOIR  DANS LE NOM DU SEIGNEUR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There Is Hope In The Name Of The Lord 
26-  BÉNI CELUI QUI VIENT  DANS LE NOM DU SEIGNEUR 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Blessed Is He Who Comes In The Name Of The Lord	 	X2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27-  COMME IL L'A DIT IL EST RESSUSCITÉ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Just like he said He's risen from the dead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28-  ET SON PEUPLE DIRA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And the people say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 29-  NOUS L'APPELLERONS ROI DES ROIS ET SEIGNEUR DES SEIGNEURS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We will call Him King of kings We will call Him Lord of lords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30-  NOUS L'APPELLERONS  PRINCE DE PAIX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We will call Him Prince of Peace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31-  ET SI MERVEILLEUX CONSEILLER  DIEU PUISSANT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Such a wonderful counselor
32-  JE L'APPELLERAI ROI DES ROIS ET SEIGNEUR DES SEIGNEURS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I will call Him King of kings and I will call Him Lord of lords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dirty="0" smtClean="0"/>
          </a:p>
        </p:txBody>
      </p:sp>
      <p:sp>
        <p:nvSpPr>
          <p:cNvPr id="39940" name="Espace réservé du numéro de diapositive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 wrap="square" numCol="1" anchorCtr="0" compatLnSpc="1">
            <a:prstTxWarp prst="textNoShape">
              <a:avLst/>
            </a:prstTxWarp>
          </a:bodyPr>
          <a:lstStyle/>
          <a:p>
            <a:r>
              <a:rPr lang="fr-FR" altLang="fr-FR" smtClean="0"/>
              <a:t>1-  QUAND CERTAINS  MARCHENT PAR LA VUE</a:t>
            </a:r>
          </a:p>
          <a:p>
            <a:r>
              <a:rPr lang="fr-FR" altLang="fr-FR" smtClean="0"/>
              <a:t>When others see with earthly eyes</a:t>
            </a:r>
          </a:p>
          <a:p>
            <a:r>
              <a:rPr lang="fr-FR" altLang="fr-FR" smtClean="0"/>
              <a:t> 2-  CONDUITS PAR LEURS REGARDS </a:t>
            </a:r>
          </a:p>
          <a:p>
            <a:r>
              <a:rPr lang="fr-FR" altLang="fr-FR" smtClean="0"/>
              <a:t>Just what they want to see</a:t>
            </a:r>
          </a:p>
          <a:p>
            <a:r>
              <a:rPr lang="fr-FR" altLang="fr-FR" smtClean="0"/>
              <a:t>3-  TU VERRAS DES CHOSES  QUI SONT ÉTERNELLES</a:t>
            </a:r>
          </a:p>
          <a:p>
            <a:r>
              <a:rPr lang="fr-FR" altLang="fr-FR" smtClean="0"/>
              <a:t>Just what they want to see</a:t>
            </a:r>
          </a:p>
          <a:p>
            <a:r>
              <a:rPr lang="fr-FR" altLang="fr-FR" smtClean="0"/>
              <a:t> 4-  TU SAURAS ET CONNAÎTRAS </a:t>
            </a:r>
          </a:p>
          <a:p>
            <a:r>
              <a:rPr lang="fr-FR" altLang="fr-FR" smtClean="0"/>
              <a:t>You will know and recognize</a:t>
            </a:r>
          </a:p>
          <a:p>
            <a:r>
              <a:rPr lang="fr-FR" altLang="fr-FR" smtClean="0"/>
              <a:t>5-  AVEC UNE FOI D’ENFANT LA VALEUR DE CELUI QUI EST FIDÈLE </a:t>
            </a:r>
          </a:p>
          <a:p>
            <a:r>
              <a:rPr lang="fr-FR" altLang="fr-FR" smtClean="0"/>
              <a:t>By simple child-like faith The priceless truth that Others will deny</a:t>
            </a:r>
          </a:p>
          <a:p>
            <a:endParaRPr lang="fr-FR" altLang="fr-FR" smtClean="0"/>
          </a:p>
          <a:p>
            <a:r>
              <a:rPr lang="fr-FR" altLang="fr-FR" smtClean="0"/>
              <a:t>6-  QUAND ILS DISENT  QUE JE NE SUIS QU’UN HOMME</a:t>
            </a:r>
          </a:p>
          <a:p>
            <a:r>
              <a:rPr lang="fr-FR" altLang="fr-FR" smtClean="0"/>
              <a:t>When others say I'm just a man</a:t>
            </a:r>
          </a:p>
          <a:p>
            <a:r>
              <a:rPr lang="fr-FR" altLang="fr-FR" smtClean="0"/>
              <a:t> 7-  VOULANT VIVRE SES RÊVES </a:t>
            </a:r>
          </a:p>
          <a:p>
            <a:r>
              <a:rPr lang="fr-FR" altLang="fr-FR" smtClean="0"/>
              <a:t>Who likes to dream His dreams</a:t>
            </a:r>
          </a:p>
          <a:p>
            <a:r>
              <a:rPr lang="fr-FR" altLang="fr-FR" smtClean="0"/>
              <a:t>8-  QUAND ILS APPELLENT  UN MIRACLE UN MYTHE </a:t>
            </a:r>
          </a:p>
          <a:p>
            <a:r>
              <a:rPr lang="fr-FR" altLang="fr-FR" smtClean="0"/>
              <a:t>When others call a miracle a myth</a:t>
            </a:r>
          </a:p>
          <a:p>
            <a:r>
              <a:rPr lang="fr-FR" altLang="fr-FR" smtClean="0"/>
              <a:t>9-  TU COMPRENDRAS EN UN INSTANT TOUTES CES CHOSES CACHÉES </a:t>
            </a:r>
          </a:p>
          <a:p>
            <a:r>
              <a:rPr lang="fr-FR" altLang="fr-FR" smtClean="0"/>
              <a:t>You'll listen for eternity In moments as they pass</a:t>
            </a:r>
          </a:p>
          <a:p>
            <a:r>
              <a:rPr lang="fr-FR" altLang="fr-FR" smtClean="0"/>
              <a:t>10-  TU VERRAS SA BONTÉ  QUI EST SANS LIMITE </a:t>
            </a:r>
          </a:p>
          <a:p>
            <a:r>
              <a:rPr lang="fr-FR" altLang="fr-FR" smtClean="0"/>
              <a:t>And see with spirit eyes What others miss.</a:t>
            </a:r>
          </a:p>
          <a:p>
            <a:endParaRPr lang="fr-FR" altLang="fr-FR" smtClean="0"/>
          </a:p>
          <a:p>
            <a:r>
              <a:rPr lang="fr-FR" altLang="fr-FR" smtClean="0"/>
              <a:t>11-  SUR CE ROCHER  JE CONSTRUIS MON ROYAUME</a:t>
            </a:r>
          </a:p>
          <a:p>
            <a:r>
              <a:rPr lang="fr-FR" altLang="fr-FR" smtClean="0"/>
              <a:t>Upon this rock I'll build My kingdom</a:t>
            </a:r>
          </a:p>
          <a:p>
            <a:r>
              <a:rPr lang="fr-FR" altLang="fr-FR" smtClean="0"/>
              <a:t> 12-  SUR CE ROCHER, POUR TOUJOURS  À JAMAIS, JE ME TIENDRAI</a:t>
            </a:r>
          </a:p>
          <a:p>
            <a:r>
              <a:rPr lang="fr-FR" altLang="fr-FR" smtClean="0"/>
              <a:t>And on this rock forever and ever it shall stand</a:t>
            </a:r>
          </a:p>
          <a:p>
            <a:r>
              <a:rPr lang="fr-FR" altLang="fr-FR" smtClean="0"/>
              <a:t> 13-  SUR CE ROCHER DE RÉVÉLATION J’ÉTABLIRAI UNE PUISSANTE NATION</a:t>
            </a:r>
          </a:p>
          <a:p>
            <a:r>
              <a:rPr lang="fr-FR" altLang="fr-FR" smtClean="0"/>
              <a:t>Upon this rock of revelation I'll build a strong and mighty nation</a:t>
            </a:r>
          </a:p>
          <a:p>
            <a:r>
              <a:rPr lang="fr-FR" altLang="fr-FR" smtClean="0"/>
              <a:t> 14-  QUI TIENDRA FERME  CONTRE LES TEMPÊTES </a:t>
            </a:r>
          </a:p>
          <a:p>
            <a:r>
              <a:rPr lang="fr-FR" altLang="fr-FR" smtClean="0"/>
              <a:t>And it shall stand the storms of time</a:t>
            </a:r>
          </a:p>
          <a:p>
            <a:r>
              <a:rPr lang="fr-FR" altLang="fr-FR" smtClean="0"/>
              <a:t>15-  SUR CE ROCHER </a:t>
            </a:r>
          </a:p>
          <a:p>
            <a:r>
              <a:rPr lang="fr-FR" altLang="fr-FR" smtClean="0"/>
              <a:t>Upon this rock</a:t>
            </a:r>
          </a:p>
          <a:p>
            <a:endParaRPr lang="fr-FR" altLang="fr-FR" smtClean="0"/>
          </a:p>
          <a:p>
            <a:r>
              <a:rPr lang="fr-FR" altLang="fr-FR" smtClean="0"/>
              <a:t>16-  LORSQUE TOUS MES PLANS S'ÉCROULENT </a:t>
            </a:r>
          </a:p>
          <a:p>
            <a:r>
              <a:rPr lang="fr-FR" altLang="fr-FR" smtClean="0"/>
              <a:t>When My Plans Have Fallen Through
17-  QUAND JE N'AI PRESQUE  PLUS DE FORCE</a:t>
            </a:r>
          </a:p>
          <a:p>
            <a:r>
              <a:rPr lang="fr-FR" altLang="fr-FR" smtClean="0"/>
              <a:t>And When My Strength Is Nearly Gone</a:t>
            </a:r>
          </a:p>
          <a:p>
            <a:r>
              <a:rPr lang="fr-FR" altLang="fr-FR" smtClean="0"/>
              <a:t> 18-  QUAND LA SEULE CHOSE À FAIRE  EST DE DÉPENDRE DE TOI</a:t>
            </a:r>
          </a:p>
          <a:p>
            <a:r>
              <a:rPr lang="fr-FR" altLang="fr-FR" smtClean="0"/>
              <a:t>When There's Nothing Left To Do But Just Depend On You</a:t>
            </a:r>
          </a:p>
          <a:p>
            <a:endParaRPr lang="fr-FR" altLang="fr-FR" smtClean="0"/>
          </a:p>
          <a:p>
            <a:r>
              <a:rPr lang="fr-FR" altLang="fr-FR" smtClean="0"/>
              <a:t> 19-  ET LA PUISSANCE DE TON NOM </a:t>
            </a:r>
          </a:p>
          <a:p>
            <a:r>
              <a:rPr lang="fr-FR" altLang="fr-FR" smtClean="0"/>
              <a:t>And The Power Of Your Name</a:t>
            </a:r>
          </a:p>
          <a:p>
            <a:endParaRPr lang="fr-FR" altLang="fr-FR" smtClean="0"/>
          </a:p>
          <a:p>
            <a:r>
              <a:rPr lang="fr-FR" altLang="fr-FR" smtClean="0"/>
              <a:t>20-  ET QUAND NOUS INVOQUONS TON NOM TA PUISSANCE SOUDAIN APPARAÎT </a:t>
            </a:r>
          </a:p>
          <a:p>
            <a:r>
              <a:rPr lang="fr-FR" altLang="fr-FR" smtClean="0"/>
              <a:t>And As We Call Upon Your Name Your Strength Through Weakness To Show</a:t>
            </a:r>
          </a:p>
          <a:p>
            <a:r>
              <a:rPr lang="fr-FR" altLang="fr-FR" smtClean="0"/>
              <a:t>21-  NOUS POUVONS VOIR LES PLANS DU MAÎTRE ET VOIR LA MAIN DU MAÎTRE </a:t>
            </a:r>
          </a:p>
          <a:p>
            <a:r>
              <a:rPr lang="fr-FR" altLang="fr-FR" smtClean="0"/>
              <a:t>We Can Know The Master Plan Extend The Masters Hand</a:t>
            </a:r>
          </a:p>
          <a:p>
            <a:r>
              <a:rPr lang="fr-FR" altLang="fr-FR" smtClean="0"/>
              <a:t>22-  QUAND NOUS INVOQUONS  LE NOM DU SEIGNEUR </a:t>
            </a:r>
          </a:p>
          <a:p>
            <a:r>
              <a:rPr lang="fr-FR" altLang="fr-FR" smtClean="0"/>
              <a:t>When We Come In The Name Of The Lord</a:t>
            </a:r>
          </a:p>
          <a:p>
            <a:endParaRPr lang="fr-FR" altLang="fr-FR" smtClean="0"/>
          </a:p>
          <a:p>
            <a:r>
              <a:rPr lang="fr-FR" altLang="fr-FR" smtClean="0"/>
              <a:t>23-  IL Y A DE LA FORCE  DANS LE NOM DU SEIGNEUR</a:t>
            </a:r>
          </a:p>
          <a:p>
            <a:r>
              <a:rPr lang="fr-FR" altLang="fr-FR" smtClean="0"/>
              <a:t>There Is Strength In The Name Of The Lord</a:t>
            </a:r>
          </a:p>
          <a:p>
            <a:r>
              <a:rPr lang="fr-FR" altLang="fr-FR" smtClean="0"/>
              <a:t>24-  DE LA PUISSANCE  DANS LE NOM DU SEIGNEUR </a:t>
            </a:r>
          </a:p>
          <a:p>
            <a:r>
              <a:rPr lang="fr-FR" altLang="fr-FR" smtClean="0"/>
              <a:t>There Is Power In The Name Of The Lord 
25-  DE L'ESPOIR  DANS LE NOM DU SEIGNEUR</a:t>
            </a:r>
          </a:p>
          <a:p>
            <a:r>
              <a:rPr lang="fr-FR" altLang="fr-FR" smtClean="0"/>
              <a:t>There Is Hope In The Name Of The Lord 
26-  BÉNI CELUI QUI VIENT  DANS LE NOM DU SEIGNEUR  </a:t>
            </a:r>
          </a:p>
          <a:p>
            <a:r>
              <a:rPr lang="fr-FR" altLang="fr-FR" smtClean="0"/>
              <a:t>Blessed Is He Who Comes In The Name Of The Lord	 	X2</a:t>
            </a:r>
          </a:p>
          <a:p>
            <a:endParaRPr lang="fr-FR" altLang="fr-FR" smtClean="0"/>
          </a:p>
          <a:p>
            <a:r>
              <a:rPr lang="fr-FR" altLang="fr-FR" smtClean="0"/>
              <a:t>27-  COMME IL L'A DIT IL EST RESSUSCITÉ </a:t>
            </a:r>
          </a:p>
          <a:p>
            <a:r>
              <a:rPr lang="fr-FR" altLang="fr-FR" smtClean="0"/>
              <a:t>Just like he said He's risen from the dead</a:t>
            </a:r>
          </a:p>
          <a:p>
            <a:r>
              <a:rPr lang="fr-FR" altLang="fr-FR" smtClean="0"/>
              <a:t>28-  ET SON PEUPLE DIRA</a:t>
            </a:r>
          </a:p>
          <a:p>
            <a:r>
              <a:rPr lang="fr-FR" altLang="fr-FR" smtClean="0"/>
              <a:t>And the people say</a:t>
            </a:r>
          </a:p>
          <a:p>
            <a:endParaRPr lang="fr-FR" altLang="fr-FR" smtClean="0"/>
          </a:p>
          <a:p>
            <a:r>
              <a:rPr lang="fr-FR" altLang="fr-FR" smtClean="0"/>
              <a:t> 29-  NOUS L'APPELLERONS ROI DES ROIS ET SEIGNEUR DES SEIGNEURS </a:t>
            </a:r>
          </a:p>
          <a:p>
            <a:r>
              <a:rPr lang="fr-FR" altLang="fr-FR" smtClean="0"/>
              <a:t>We will call Him King of kings We will call Him Lord of lords</a:t>
            </a:r>
          </a:p>
          <a:p>
            <a:r>
              <a:rPr lang="fr-FR" altLang="fr-FR" smtClean="0"/>
              <a:t>30-  NOUS L'APPELLERONS  PRINCE DE PAIX </a:t>
            </a:r>
          </a:p>
          <a:p>
            <a:r>
              <a:rPr lang="fr-FR" altLang="fr-FR" smtClean="0"/>
              <a:t>We will call Him Prince of Peace</a:t>
            </a:r>
          </a:p>
          <a:p>
            <a:r>
              <a:rPr lang="fr-FR" altLang="fr-FR" smtClean="0"/>
              <a:t>31-  ET SI MERVEILLEUX CONSEILLER  DIEU PUISSANT </a:t>
            </a:r>
          </a:p>
          <a:p>
            <a:endParaRPr lang="fr-FR" altLang="fr-FR" smtClean="0"/>
          </a:p>
          <a:p>
            <a:r>
              <a:rPr lang="fr-FR" altLang="fr-FR" smtClean="0"/>
              <a:t>Such a wonderful counselor
32-  JE L'APPELLERAI ROI DES ROIS ET SEIGNEUR DES SEIGNEURS </a:t>
            </a:r>
          </a:p>
          <a:p>
            <a:r>
              <a:rPr lang="fr-FR" altLang="fr-FR" smtClean="0"/>
              <a:t>I will call Him King of kings and I will call Him Lord of lords</a:t>
            </a:r>
          </a:p>
          <a:p>
            <a:endParaRPr lang="fr-FR" altLang="fr-FR" smtClean="0"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962" name="Espace réservé de l'image des diapositives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3" name="Espace réservé des commentaires 2"/>
          <p:cNvSpPr>
            <a:spLocks noGrp="1"/>
          </p:cNvSpPr>
          <p:nvPr>
            <p:ph type="body" idx="1"/>
          </p:nvPr>
        </p:nvSpPr>
        <p:spPr/>
        <p:txBody>
          <a:bodyPr>
            <a:normAutofit fontScale="85000" lnSpcReduction="20000"/>
          </a:bodyPr>
          <a:lstStyle/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1-  QUAND CERTAINS  MARCHENT PAR LA VUE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When others see with earthly eyes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 2-  CONDUITS PAR LEURS REGARDS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Just what they want to see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3-  TU VERRAS DES CHOSES  QUI SONT ÉTERNELLES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Just what they want to see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 4-  TU SAURAS ET CONNAÎTRAS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You will know and recognize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5-  AVEC UNE FOI D’ENFANT LA VALEUR DE CELUI QUI EST FIDÈLE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By simple child-like faith The priceless truth that Others will deny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6-  QUAND ILS DISENT  QUE JE NE SUIS QU’UN HOMME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When others say I'm just a man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 7-  VOULANT VIVRE SES RÊVES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Who likes to dream His dreams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8-  QUAND ILS APPELLENT  UN MIRACLE UN MYTHE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When others call a miracle a myth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9-  TU COMPRENDRAS EN UN INSTANT TOUTES CES CHOSES CACHÉES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You'll listen for eternity In moments as they pass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10-  TU VERRAS SA BONTÉ  QUI EST SANS LIMITE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And see with spirit eyes What others miss.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11-  SUR CE ROCHER  JE CONSTRUIS MON ROYAUME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Upon this rock I'll build My kingdom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 12-  SUR CE ROCHER, POUR TOUJOURS  À JAMAIS, JE ME TIENDRAI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And on this rock forever and ever it shall stand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 13-  SUR CE ROCHER DE RÉVÉLATION J’ÉTABLIRAI UNE PUISSANTE NATION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Upon this rock of revelation I'll build a strong and mighty nation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 14-  QUI TIENDRA FERME  CONTRE LES TEMPÊTES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And it shall stand the storms of time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15-  SUR CE ROCHER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Upon this rock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16-  LORSQUE TOUS MES PLANS S'ÉCROULENT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When My Plans Have Fallen Through
17-  QUAND JE N'AI PRESQUE  PLUS DE FORCE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And When My Strength Is Nearly Gone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 18-  QUAND LA SEULE CHOSE À FAIRE  EST DE DÉPENDRE DE TOI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When There's Nothing Left To Do But Just Depend On You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 19-  ET LA PUISSANCE DE TON NOM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And The Power Of Your Name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20-  ET QUAND NOUS INVOQUONS TON NOM TA PUISSANCE SOUDAIN APPARAÎT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And As We Call Upon Your Name Your Strength Through Weakness To Show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21-  NOUS POUVONS VOIR LES PLANS DU MAÎTRE ET VOIR LA MAIN DU MAÎTRE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We Can Know The Master Plan Extend The Masters Hand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22-  QUAND NOUS INVOQUONS  LE NOM DU SEIGNEUR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When We Come In The Name Of The Lord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23-  IL Y A DE LA FORCE  DANS LE NOM DU SEIGNEUR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There Is Strength In The Name Of The Lord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24-  DE LA PUISSANCE  DANS LE NOM DU SEIGNEUR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There Is Power In The Name Of The Lord 
25-  DE L'ESPOIR  DANS LE NOM DU SEIGNEUR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There Is Hope In The Name Of The Lord 
26-  BÉNI CELUI QUI VIENT  DANS LE NOM DU SEIGNEUR 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Blessed Is He Who Comes In The Name Of The Lord	 	X2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27-  COMME IL L'A DIT IL EST RESSUSCITÉ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Just like he said He's risen from the dead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28-  ET SON PEUPLE DIRA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And the people say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 29-  NOUS L'APPELLERONS ROI DES ROIS ET SEIGNEUR DES SEIGNEURS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We will call Him King of kings We will call Him Lord of lords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30-  NOUS L'APPELLERONS  PRINCE DE PAIX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We will call Him Prince of Peace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31-  ET SI MERVEILLEUX CONSEILLER  DIEU PUISSANT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Such a wonderful counselor
32-  JE L'APPELLERAI ROI DES ROIS ET SEIGNEUR DES SEIGNEURS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I will call Him King of kings and I will call Him Lord of lords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dirty="0" smtClean="0"/>
          </a:p>
        </p:txBody>
      </p:sp>
      <p:sp>
        <p:nvSpPr>
          <p:cNvPr id="40964" name="Espace réservé du numéro de diapositive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 wrap="square" numCol="1" anchorCtr="0" compatLnSpc="1">
            <a:prstTxWarp prst="textNoShape">
              <a:avLst/>
            </a:prstTxWarp>
          </a:bodyPr>
          <a:lstStyle/>
          <a:p>
            <a:r>
              <a:rPr lang="fr-FR" altLang="fr-FR" smtClean="0"/>
              <a:t>1-  QUAND CERTAINS  MARCHENT PAR LA VUE</a:t>
            </a:r>
          </a:p>
          <a:p>
            <a:r>
              <a:rPr lang="fr-FR" altLang="fr-FR" smtClean="0"/>
              <a:t>When others see with earthly eyes</a:t>
            </a:r>
          </a:p>
          <a:p>
            <a:r>
              <a:rPr lang="fr-FR" altLang="fr-FR" smtClean="0"/>
              <a:t> 2-  CONDUITS PAR LEURS REGARDS </a:t>
            </a:r>
          </a:p>
          <a:p>
            <a:r>
              <a:rPr lang="fr-FR" altLang="fr-FR" smtClean="0"/>
              <a:t>Just what they want to see</a:t>
            </a:r>
          </a:p>
          <a:p>
            <a:r>
              <a:rPr lang="fr-FR" altLang="fr-FR" smtClean="0"/>
              <a:t>3-  TU VERRAS DES CHOSES  QUI SONT ÉTERNELLES</a:t>
            </a:r>
          </a:p>
          <a:p>
            <a:r>
              <a:rPr lang="fr-FR" altLang="fr-FR" smtClean="0"/>
              <a:t>Just what they want to see</a:t>
            </a:r>
          </a:p>
          <a:p>
            <a:r>
              <a:rPr lang="fr-FR" altLang="fr-FR" smtClean="0"/>
              <a:t> 4-  TU SAURAS ET CONNAÎTRAS </a:t>
            </a:r>
          </a:p>
          <a:p>
            <a:r>
              <a:rPr lang="fr-FR" altLang="fr-FR" smtClean="0"/>
              <a:t>You will know and recognize</a:t>
            </a:r>
          </a:p>
          <a:p>
            <a:r>
              <a:rPr lang="fr-FR" altLang="fr-FR" smtClean="0"/>
              <a:t>5-  AVEC UNE FOI D’ENFANT LA VALEUR DE CELUI QUI EST FIDÈLE </a:t>
            </a:r>
          </a:p>
          <a:p>
            <a:r>
              <a:rPr lang="fr-FR" altLang="fr-FR" smtClean="0"/>
              <a:t>By simple child-like faith The priceless truth that Others will deny</a:t>
            </a:r>
          </a:p>
          <a:p>
            <a:endParaRPr lang="fr-FR" altLang="fr-FR" smtClean="0"/>
          </a:p>
          <a:p>
            <a:r>
              <a:rPr lang="fr-FR" altLang="fr-FR" smtClean="0"/>
              <a:t>6-  QUAND ILS DISENT  QUE JE NE SUIS QU’UN HOMME</a:t>
            </a:r>
          </a:p>
          <a:p>
            <a:r>
              <a:rPr lang="fr-FR" altLang="fr-FR" smtClean="0"/>
              <a:t>When others say I'm just a man</a:t>
            </a:r>
          </a:p>
          <a:p>
            <a:r>
              <a:rPr lang="fr-FR" altLang="fr-FR" smtClean="0"/>
              <a:t> 7-  VOULANT VIVRE SES RÊVES </a:t>
            </a:r>
          </a:p>
          <a:p>
            <a:r>
              <a:rPr lang="fr-FR" altLang="fr-FR" smtClean="0"/>
              <a:t>Who likes to dream His dreams</a:t>
            </a:r>
          </a:p>
          <a:p>
            <a:r>
              <a:rPr lang="fr-FR" altLang="fr-FR" smtClean="0"/>
              <a:t>8-  QUAND ILS APPELLENT  UN MIRACLE UN MYTHE </a:t>
            </a:r>
          </a:p>
          <a:p>
            <a:r>
              <a:rPr lang="fr-FR" altLang="fr-FR" smtClean="0"/>
              <a:t>When others call a miracle a myth</a:t>
            </a:r>
          </a:p>
          <a:p>
            <a:r>
              <a:rPr lang="fr-FR" altLang="fr-FR" smtClean="0"/>
              <a:t>9-  TU COMPRENDRAS EN UN INSTANT TOUTES CES CHOSES CACHÉES </a:t>
            </a:r>
          </a:p>
          <a:p>
            <a:r>
              <a:rPr lang="fr-FR" altLang="fr-FR" smtClean="0"/>
              <a:t>You'll listen for eternity In moments as they pass</a:t>
            </a:r>
          </a:p>
          <a:p>
            <a:r>
              <a:rPr lang="fr-FR" altLang="fr-FR" smtClean="0"/>
              <a:t>10-  TU VERRAS SA BONTÉ  QUI EST SANS LIMITE </a:t>
            </a:r>
          </a:p>
          <a:p>
            <a:r>
              <a:rPr lang="fr-FR" altLang="fr-FR" smtClean="0"/>
              <a:t>And see with spirit eyes What others miss.</a:t>
            </a:r>
          </a:p>
          <a:p>
            <a:endParaRPr lang="fr-FR" altLang="fr-FR" smtClean="0"/>
          </a:p>
          <a:p>
            <a:r>
              <a:rPr lang="fr-FR" altLang="fr-FR" smtClean="0"/>
              <a:t>11-  SUR CE ROCHER  JE CONSTRUIS MON ROYAUME</a:t>
            </a:r>
          </a:p>
          <a:p>
            <a:r>
              <a:rPr lang="fr-FR" altLang="fr-FR" smtClean="0"/>
              <a:t>Upon this rock I'll build My kingdom</a:t>
            </a:r>
          </a:p>
          <a:p>
            <a:r>
              <a:rPr lang="fr-FR" altLang="fr-FR" smtClean="0"/>
              <a:t> 12-  SUR CE ROCHER, POUR TOUJOURS  À JAMAIS, JE ME TIENDRAI</a:t>
            </a:r>
          </a:p>
          <a:p>
            <a:r>
              <a:rPr lang="fr-FR" altLang="fr-FR" smtClean="0"/>
              <a:t>And on this rock forever and ever it shall stand</a:t>
            </a:r>
          </a:p>
          <a:p>
            <a:r>
              <a:rPr lang="fr-FR" altLang="fr-FR" smtClean="0"/>
              <a:t> 13-  SUR CE ROCHER DE RÉVÉLATION J’ÉTABLIRAI UNE PUISSANTE NATION</a:t>
            </a:r>
          </a:p>
          <a:p>
            <a:r>
              <a:rPr lang="fr-FR" altLang="fr-FR" smtClean="0"/>
              <a:t>Upon this rock of revelation I'll build a strong and mighty nation</a:t>
            </a:r>
          </a:p>
          <a:p>
            <a:r>
              <a:rPr lang="fr-FR" altLang="fr-FR" smtClean="0"/>
              <a:t> 14-  QUI TIENDRA FERME  CONTRE LES TEMPÊTES </a:t>
            </a:r>
          </a:p>
          <a:p>
            <a:r>
              <a:rPr lang="fr-FR" altLang="fr-FR" smtClean="0"/>
              <a:t>And it shall stand the storms of time</a:t>
            </a:r>
          </a:p>
          <a:p>
            <a:r>
              <a:rPr lang="fr-FR" altLang="fr-FR" smtClean="0"/>
              <a:t>15-  SUR CE ROCHER </a:t>
            </a:r>
          </a:p>
          <a:p>
            <a:r>
              <a:rPr lang="fr-FR" altLang="fr-FR" smtClean="0"/>
              <a:t>Upon this rock</a:t>
            </a:r>
          </a:p>
          <a:p>
            <a:endParaRPr lang="fr-FR" altLang="fr-FR" smtClean="0"/>
          </a:p>
          <a:p>
            <a:r>
              <a:rPr lang="fr-FR" altLang="fr-FR" smtClean="0"/>
              <a:t>16-  LORSQUE TOUS MES PLANS S'ÉCROULENT </a:t>
            </a:r>
          </a:p>
          <a:p>
            <a:r>
              <a:rPr lang="fr-FR" altLang="fr-FR" smtClean="0"/>
              <a:t>When My Plans Have Fallen Through
17-  QUAND JE N'AI PRESQUE  PLUS DE FORCE</a:t>
            </a:r>
          </a:p>
          <a:p>
            <a:r>
              <a:rPr lang="fr-FR" altLang="fr-FR" smtClean="0"/>
              <a:t>And When My Strength Is Nearly Gone</a:t>
            </a:r>
          </a:p>
          <a:p>
            <a:r>
              <a:rPr lang="fr-FR" altLang="fr-FR" smtClean="0"/>
              <a:t> 18-  QUAND LA SEULE CHOSE À FAIRE  EST DE DÉPENDRE DE TOI</a:t>
            </a:r>
          </a:p>
          <a:p>
            <a:r>
              <a:rPr lang="fr-FR" altLang="fr-FR" smtClean="0"/>
              <a:t>When There's Nothing Left To Do But Just Depend On You</a:t>
            </a:r>
          </a:p>
          <a:p>
            <a:endParaRPr lang="fr-FR" altLang="fr-FR" smtClean="0"/>
          </a:p>
          <a:p>
            <a:r>
              <a:rPr lang="fr-FR" altLang="fr-FR" smtClean="0"/>
              <a:t> 19-  ET LA PUISSANCE DE TON NOM </a:t>
            </a:r>
          </a:p>
          <a:p>
            <a:r>
              <a:rPr lang="fr-FR" altLang="fr-FR" smtClean="0"/>
              <a:t>And The Power Of Your Name</a:t>
            </a:r>
          </a:p>
          <a:p>
            <a:endParaRPr lang="fr-FR" altLang="fr-FR" smtClean="0"/>
          </a:p>
          <a:p>
            <a:r>
              <a:rPr lang="fr-FR" altLang="fr-FR" smtClean="0"/>
              <a:t>20-  ET QUAND NOUS INVOQUONS TON NOM TA PUISSANCE SOUDAIN APPARAÎT </a:t>
            </a:r>
          </a:p>
          <a:p>
            <a:r>
              <a:rPr lang="fr-FR" altLang="fr-FR" smtClean="0"/>
              <a:t>And As We Call Upon Your Name Your Strength Through Weakness To Show</a:t>
            </a:r>
          </a:p>
          <a:p>
            <a:r>
              <a:rPr lang="fr-FR" altLang="fr-FR" smtClean="0"/>
              <a:t>21-  NOUS POUVONS VOIR LES PLANS DU MAÎTRE ET VOIR LA MAIN DU MAÎTRE </a:t>
            </a:r>
          </a:p>
          <a:p>
            <a:r>
              <a:rPr lang="fr-FR" altLang="fr-FR" smtClean="0"/>
              <a:t>We Can Know The Master Plan Extend The Masters Hand</a:t>
            </a:r>
          </a:p>
          <a:p>
            <a:r>
              <a:rPr lang="fr-FR" altLang="fr-FR" smtClean="0"/>
              <a:t>22-  QUAND NOUS INVOQUONS  LE NOM DU SEIGNEUR </a:t>
            </a:r>
          </a:p>
          <a:p>
            <a:r>
              <a:rPr lang="fr-FR" altLang="fr-FR" smtClean="0"/>
              <a:t>When We Come In The Name Of The Lord</a:t>
            </a:r>
          </a:p>
          <a:p>
            <a:endParaRPr lang="fr-FR" altLang="fr-FR" smtClean="0"/>
          </a:p>
          <a:p>
            <a:r>
              <a:rPr lang="fr-FR" altLang="fr-FR" smtClean="0"/>
              <a:t>23-  IL Y A DE LA FORCE  DANS LE NOM DU SEIGNEUR</a:t>
            </a:r>
          </a:p>
          <a:p>
            <a:r>
              <a:rPr lang="fr-FR" altLang="fr-FR" smtClean="0"/>
              <a:t>There Is Strength In The Name Of The Lord</a:t>
            </a:r>
          </a:p>
          <a:p>
            <a:r>
              <a:rPr lang="fr-FR" altLang="fr-FR" smtClean="0"/>
              <a:t>24-  DE LA PUISSANCE  DANS LE NOM DU SEIGNEUR </a:t>
            </a:r>
          </a:p>
          <a:p>
            <a:r>
              <a:rPr lang="fr-FR" altLang="fr-FR" smtClean="0"/>
              <a:t>There Is Power In The Name Of The Lord 
25-  DE L'ESPOIR  DANS LE NOM DU SEIGNEUR</a:t>
            </a:r>
          </a:p>
          <a:p>
            <a:r>
              <a:rPr lang="fr-FR" altLang="fr-FR" smtClean="0"/>
              <a:t>There Is Hope In The Name Of The Lord 
26-  BÉNI CELUI QUI VIENT  DANS LE NOM DU SEIGNEUR  </a:t>
            </a:r>
          </a:p>
          <a:p>
            <a:r>
              <a:rPr lang="fr-FR" altLang="fr-FR" smtClean="0"/>
              <a:t>Blessed Is He Who Comes In The Name Of The Lord	 	X2</a:t>
            </a:r>
          </a:p>
          <a:p>
            <a:endParaRPr lang="fr-FR" altLang="fr-FR" smtClean="0"/>
          </a:p>
          <a:p>
            <a:r>
              <a:rPr lang="fr-FR" altLang="fr-FR" smtClean="0"/>
              <a:t>27-  COMME IL L'A DIT IL EST RESSUSCITÉ </a:t>
            </a:r>
          </a:p>
          <a:p>
            <a:r>
              <a:rPr lang="fr-FR" altLang="fr-FR" smtClean="0"/>
              <a:t>Just like he said He's risen from the dead</a:t>
            </a:r>
          </a:p>
          <a:p>
            <a:r>
              <a:rPr lang="fr-FR" altLang="fr-FR" smtClean="0"/>
              <a:t>28-  ET SON PEUPLE DIRA</a:t>
            </a:r>
          </a:p>
          <a:p>
            <a:r>
              <a:rPr lang="fr-FR" altLang="fr-FR" smtClean="0"/>
              <a:t>And the people say</a:t>
            </a:r>
          </a:p>
          <a:p>
            <a:endParaRPr lang="fr-FR" altLang="fr-FR" smtClean="0"/>
          </a:p>
          <a:p>
            <a:r>
              <a:rPr lang="fr-FR" altLang="fr-FR" smtClean="0"/>
              <a:t> 29-  NOUS L'APPELLERONS ROI DES ROIS ET SEIGNEUR DES SEIGNEURS </a:t>
            </a:r>
          </a:p>
          <a:p>
            <a:r>
              <a:rPr lang="fr-FR" altLang="fr-FR" smtClean="0"/>
              <a:t>We will call Him King of kings We will call Him Lord of lords</a:t>
            </a:r>
          </a:p>
          <a:p>
            <a:r>
              <a:rPr lang="fr-FR" altLang="fr-FR" smtClean="0"/>
              <a:t>30-  NOUS L'APPELLERONS  PRINCE DE PAIX </a:t>
            </a:r>
          </a:p>
          <a:p>
            <a:r>
              <a:rPr lang="fr-FR" altLang="fr-FR" smtClean="0"/>
              <a:t>We will call Him Prince of Peace</a:t>
            </a:r>
          </a:p>
          <a:p>
            <a:r>
              <a:rPr lang="fr-FR" altLang="fr-FR" smtClean="0"/>
              <a:t>31-  ET SI MERVEILLEUX CONSEILLER  DIEU PUISSANT </a:t>
            </a:r>
          </a:p>
          <a:p>
            <a:endParaRPr lang="fr-FR" altLang="fr-FR" smtClean="0"/>
          </a:p>
          <a:p>
            <a:r>
              <a:rPr lang="fr-FR" altLang="fr-FR" smtClean="0"/>
              <a:t>Such a wonderful counselor
32-  JE L'APPELLERAI ROI DES ROIS ET SEIGNEUR DES SEIGNEURS </a:t>
            </a:r>
          </a:p>
          <a:p>
            <a:r>
              <a:rPr lang="fr-FR" altLang="fr-FR" smtClean="0"/>
              <a:t>I will call Him King of kings and I will call Him Lord of lords</a:t>
            </a:r>
          </a:p>
          <a:p>
            <a:endParaRPr lang="fr-FR" altLang="fr-FR" smtClean="0"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986" name="Espace réservé de l'image des diapositives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3" name="Espace réservé des commentaires 2"/>
          <p:cNvSpPr>
            <a:spLocks noGrp="1"/>
          </p:cNvSpPr>
          <p:nvPr>
            <p:ph type="body" idx="1"/>
          </p:nvPr>
        </p:nvSpPr>
        <p:spPr/>
        <p:txBody>
          <a:bodyPr>
            <a:normAutofit fontScale="85000" lnSpcReduction="20000"/>
          </a:bodyPr>
          <a:lstStyle/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1-  QUAND CERTAINS  MARCHENT PAR LA VUE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When others see with earthly eyes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 2-  CONDUITS PAR LEURS REGARDS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Just what they want to see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3-  TU VERRAS DES CHOSES  QUI SONT ÉTERNELLES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Just what they want to see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 4-  TU SAURAS ET CONNAÎTRAS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You will know and recognize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5-  AVEC UNE FOI D’ENFANT LA VALEUR DE CELUI QUI EST FIDÈLE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By simple child-like faith The priceless truth that Others will deny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6-  QUAND ILS DISENT  QUE JE NE SUIS QU’UN HOMME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When others say I'm just a man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 7-  VOULANT VIVRE SES RÊVES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Who likes to dream His dreams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8-  QUAND ILS APPELLENT  UN MIRACLE UN MYTHE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When others call a miracle a myth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9-  TU COMPRENDRAS EN UN INSTANT TOUTES CES CHOSES CACHÉES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You'll listen for eternity In moments as they pass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10-  TU VERRAS SA BONTÉ  QUI EST SANS LIMITE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And see with spirit eyes What others miss.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11-  SUR CE ROCHER  JE CONSTRUIS MON ROYAUME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Upon this rock I'll build My kingdom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 12-  SUR CE ROCHER, POUR TOUJOURS  À JAMAIS, JE ME TIENDRAI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And on this rock forever and ever it shall stand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 13-  SUR CE ROCHER DE RÉVÉLATION J’ÉTABLIRAI UNE PUISSANTE NATION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Upon this rock of revelation I'll build a strong and mighty nation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 14-  QUI TIENDRA FERME  CONTRE LES TEMPÊTES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And it shall stand the storms of time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15-  SUR CE ROCHER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Upon this rock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16-  LORSQUE TOUS MES PLANS S'ÉCROULENT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When My Plans Have Fallen Through
17-  QUAND JE N'AI PRESQUE  PLUS DE FORCE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And When My Strength Is Nearly Gone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 18-  QUAND LA SEULE CHOSE À FAIRE  EST DE DÉPENDRE DE TOI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When There's Nothing Left To Do But Just Depend On You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 19-  ET LA PUISSANCE DE TON NOM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And The Power Of Your Name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20-  ET QUAND NOUS INVOQUONS TON NOM TA PUISSANCE SOUDAIN APPARAÎT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And As We Call Upon Your Name Your Strength Through Weakness To Show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21-  NOUS POUVONS VOIR LES PLANS DU MAÎTRE ET VOIR LA MAIN DU MAÎTRE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We Can Know The Master Plan Extend The Masters Hand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22-  QUAND NOUS INVOQUONS  LE NOM DU SEIGNEUR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When We Come In The Name Of The Lord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23-  IL Y A DE LA FORCE  DANS LE NOM DU SEIGNEUR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There Is Strength In The Name Of The Lord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24-  DE LA PUISSANCE  DANS LE NOM DU SEIGNEUR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There Is Power In The Name Of The Lord 
25-  DE L'ESPOIR  DANS LE NOM DU SEIGNEUR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There Is Hope In The Name Of The Lord 
26-  BÉNI CELUI QUI VIENT  DANS LE NOM DU SEIGNEUR 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Blessed Is He Who Comes In The Name Of The Lord	 	X2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27-  COMME IL L'A DIT IL EST RESSUSCITÉ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Just like he said He's risen from the dead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28-  ET SON PEUPLE DIRA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And the people say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 29-  NOUS L'APPELLERONS ROI DES ROIS ET SEIGNEUR DES SEIGNEURS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We will call Him King of kings We will call Him Lord of lords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30-  NOUS L'APPELLERONS  PRINCE DE PAIX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We will call Him Prince of Peace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31-  ET SI MERVEILLEUX CONSEILLER  DIEU PUISSANT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Such a wonderful counselor
32-  JE L'APPELLERAI ROI DES ROIS ET SEIGNEUR DES SEIGNEURS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I will call Him King of kings and I will call Him Lord of lords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dirty="0" smtClean="0"/>
          </a:p>
        </p:txBody>
      </p:sp>
      <p:sp>
        <p:nvSpPr>
          <p:cNvPr id="41988" name="Espace réservé du numéro de diapositive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 wrap="square" numCol="1" anchorCtr="0" compatLnSpc="1">
            <a:prstTxWarp prst="textNoShape">
              <a:avLst/>
            </a:prstTxWarp>
          </a:bodyPr>
          <a:lstStyle/>
          <a:p>
            <a:r>
              <a:rPr lang="fr-FR" altLang="fr-FR" smtClean="0"/>
              <a:t>1-  QUAND CERTAINS  MARCHENT PAR LA VUE</a:t>
            </a:r>
          </a:p>
          <a:p>
            <a:r>
              <a:rPr lang="fr-FR" altLang="fr-FR" smtClean="0"/>
              <a:t>When others see with earthly eyes</a:t>
            </a:r>
          </a:p>
          <a:p>
            <a:r>
              <a:rPr lang="fr-FR" altLang="fr-FR" smtClean="0"/>
              <a:t> 2-  CONDUITS PAR LEURS REGARDS </a:t>
            </a:r>
          </a:p>
          <a:p>
            <a:r>
              <a:rPr lang="fr-FR" altLang="fr-FR" smtClean="0"/>
              <a:t>Just what they want to see</a:t>
            </a:r>
          </a:p>
          <a:p>
            <a:r>
              <a:rPr lang="fr-FR" altLang="fr-FR" smtClean="0"/>
              <a:t>3-  TU VERRAS DES CHOSES  QUI SONT ÉTERNELLES</a:t>
            </a:r>
          </a:p>
          <a:p>
            <a:r>
              <a:rPr lang="fr-FR" altLang="fr-FR" smtClean="0"/>
              <a:t>Just what they want to see</a:t>
            </a:r>
          </a:p>
          <a:p>
            <a:r>
              <a:rPr lang="fr-FR" altLang="fr-FR" smtClean="0"/>
              <a:t> 4-  TU SAURAS ET CONNAÎTRAS </a:t>
            </a:r>
          </a:p>
          <a:p>
            <a:r>
              <a:rPr lang="fr-FR" altLang="fr-FR" smtClean="0"/>
              <a:t>You will know and recognize</a:t>
            </a:r>
          </a:p>
          <a:p>
            <a:r>
              <a:rPr lang="fr-FR" altLang="fr-FR" smtClean="0"/>
              <a:t>5-  AVEC UNE FOI D’ENFANT LA VALEUR DE CELUI QUI EST FIDÈLE </a:t>
            </a:r>
          </a:p>
          <a:p>
            <a:r>
              <a:rPr lang="fr-FR" altLang="fr-FR" smtClean="0"/>
              <a:t>By simple child-like faith The priceless truth that Others will deny</a:t>
            </a:r>
          </a:p>
          <a:p>
            <a:endParaRPr lang="fr-FR" altLang="fr-FR" smtClean="0"/>
          </a:p>
          <a:p>
            <a:r>
              <a:rPr lang="fr-FR" altLang="fr-FR" smtClean="0"/>
              <a:t>6-  QUAND ILS DISENT  QUE JE NE SUIS QU’UN HOMME</a:t>
            </a:r>
          </a:p>
          <a:p>
            <a:r>
              <a:rPr lang="fr-FR" altLang="fr-FR" smtClean="0"/>
              <a:t>When others say I'm just a man</a:t>
            </a:r>
          </a:p>
          <a:p>
            <a:r>
              <a:rPr lang="fr-FR" altLang="fr-FR" smtClean="0"/>
              <a:t> 7-  VOULANT VIVRE SES RÊVES </a:t>
            </a:r>
          </a:p>
          <a:p>
            <a:r>
              <a:rPr lang="fr-FR" altLang="fr-FR" smtClean="0"/>
              <a:t>Who likes to dream His dreams</a:t>
            </a:r>
          </a:p>
          <a:p>
            <a:r>
              <a:rPr lang="fr-FR" altLang="fr-FR" smtClean="0"/>
              <a:t>8-  QUAND ILS APPELLENT  UN MIRACLE UN MYTHE </a:t>
            </a:r>
          </a:p>
          <a:p>
            <a:r>
              <a:rPr lang="fr-FR" altLang="fr-FR" smtClean="0"/>
              <a:t>When others call a miracle a myth</a:t>
            </a:r>
          </a:p>
          <a:p>
            <a:r>
              <a:rPr lang="fr-FR" altLang="fr-FR" smtClean="0"/>
              <a:t>9-  TU COMPRENDRAS EN UN INSTANT TOUTES CES CHOSES CACHÉES </a:t>
            </a:r>
          </a:p>
          <a:p>
            <a:r>
              <a:rPr lang="fr-FR" altLang="fr-FR" smtClean="0"/>
              <a:t>You'll listen for eternity In moments as they pass</a:t>
            </a:r>
          </a:p>
          <a:p>
            <a:r>
              <a:rPr lang="fr-FR" altLang="fr-FR" smtClean="0"/>
              <a:t>10-  TU VERRAS SA BONTÉ  QUI EST SANS LIMITE </a:t>
            </a:r>
          </a:p>
          <a:p>
            <a:r>
              <a:rPr lang="fr-FR" altLang="fr-FR" smtClean="0"/>
              <a:t>And see with spirit eyes What others miss.</a:t>
            </a:r>
          </a:p>
          <a:p>
            <a:endParaRPr lang="fr-FR" altLang="fr-FR" smtClean="0"/>
          </a:p>
          <a:p>
            <a:r>
              <a:rPr lang="fr-FR" altLang="fr-FR" smtClean="0"/>
              <a:t>11-  SUR CE ROCHER  JE CONSTRUIS MON ROYAUME</a:t>
            </a:r>
          </a:p>
          <a:p>
            <a:r>
              <a:rPr lang="fr-FR" altLang="fr-FR" smtClean="0"/>
              <a:t>Upon this rock I'll build My kingdom</a:t>
            </a:r>
          </a:p>
          <a:p>
            <a:r>
              <a:rPr lang="fr-FR" altLang="fr-FR" smtClean="0"/>
              <a:t> 12-  SUR CE ROCHER, POUR TOUJOURS  À JAMAIS, JE ME TIENDRAI</a:t>
            </a:r>
          </a:p>
          <a:p>
            <a:r>
              <a:rPr lang="fr-FR" altLang="fr-FR" smtClean="0"/>
              <a:t>And on this rock forever and ever it shall stand</a:t>
            </a:r>
          </a:p>
          <a:p>
            <a:r>
              <a:rPr lang="fr-FR" altLang="fr-FR" smtClean="0"/>
              <a:t> 13-  SUR CE ROCHER DE RÉVÉLATION J’ÉTABLIRAI UNE PUISSANTE NATION</a:t>
            </a:r>
          </a:p>
          <a:p>
            <a:r>
              <a:rPr lang="fr-FR" altLang="fr-FR" smtClean="0"/>
              <a:t>Upon this rock of revelation I'll build a strong and mighty nation</a:t>
            </a:r>
          </a:p>
          <a:p>
            <a:r>
              <a:rPr lang="fr-FR" altLang="fr-FR" smtClean="0"/>
              <a:t> 14-  QUI TIENDRA FERME  CONTRE LES TEMPÊTES </a:t>
            </a:r>
          </a:p>
          <a:p>
            <a:r>
              <a:rPr lang="fr-FR" altLang="fr-FR" smtClean="0"/>
              <a:t>And it shall stand the storms of time</a:t>
            </a:r>
          </a:p>
          <a:p>
            <a:r>
              <a:rPr lang="fr-FR" altLang="fr-FR" smtClean="0"/>
              <a:t>15-  SUR CE ROCHER </a:t>
            </a:r>
          </a:p>
          <a:p>
            <a:r>
              <a:rPr lang="fr-FR" altLang="fr-FR" smtClean="0"/>
              <a:t>Upon this rock</a:t>
            </a:r>
          </a:p>
          <a:p>
            <a:endParaRPr lang="fr-FR" altLang="fr-FR" smtClean="0"/>
          </a:p>
          <a:p>
            <a:r>
              <a:rPr lang="fr-FR" altLang="fr-FR" smtClean="0"/>
              <a:t>16-  LORSQUE TOUS MES PLANS S'ÉCROULENT </a:t>
            </a:r>
          </a:p>
          <a:p>
            <a:r>
              <a:rPr lang="fr-FR" altLang="fr-FR" smtClean="0"/>
              <a:t>When My Plans Have Fallen Through
17-  QUAND JE N'AI PRESQUE  PLUS DE FORCE</a:t>
            </a:r>
          </a:p>
          <a:p>
            <a:r>
              <a:rPr lang="fr-FR" altLang="fr-FR" smtClean="0"/>
              <a:t>And When My Strength Is Nearly Gone</a:t>
            </a:r>
          </a:p>
          <a:p>
            <a:r>
              <a:rPr lang="fr-FR" altLang="fr-FR" smtClean="0"/>
              <a:t> 18-  QUAND LA SEULE CHOSE À FAIRE  EST DE DÉPENDRE DE TOI</a:t>
            </a:r>
          </a:p>
          <a:p>
            <a:r>
              <a:rPr lang="fr-FR" altLang="fr-FR" smtClean="0"/>
              <a:t>When There's Nothing Left To Do But Just Depend On You</a:t>
            </a:r>
          </a:p>
          <a:p>
            <a:endParaRPr lang="fr-FR" altLang="fr-FR" smtClean="0"/>
          </a:p>
          <a:p>
            <a:r>
              <a:rPr lang="fr-FR" altLang="fr-FR" smtClean="0"/>
              <a:t> 19-  ET LA PUISSANCE DE TON NOM </a:t>
            </a:r>
          </a:p>
          <a:p>
            <a:r>
              <a:rPr lang="fr-FR" altLang="fr-FR" smtClean="0"/>
              <a:t>And The Power Of Your Name</a:t>
            </a:r>
          </a:p>
          <a:p>
            <a:endParaRPr lang="fr-FR" altLang="fr-FR" smtClean="0"/>
          </a:p>
          <a:p>
            <a:r>
              <a:rPr lang="fr-FR" altLang="fr-FR" smtClean="0"/>
              <a:t>20-  ET QUAND NOUS INVOQUONS TON NOM TA PUISSANCE SOUDAIN APPARAÎT </a:t>
            </a:r>
          </a:p>
          <a:p>
            <a:r>
              <a:rPr lang="fr-FR" altLang="fr-FR" smtClean="0"/>
              <a:t>And As We Call Upon Your Name Your Strength Through Weakness To Show</a:t>
            </a:r>
          </a:p>
          <a:p>
            <a:r>
              <a:rPr lang="fr-FR" altLang="fr-FR" smtClean="0"/>
              <a:t>21-  NOUS POUVONS VOIR LES PLANS DU MAÎTRE ET VOIR LA MAIN DU MAÎTRE </a:t>
            </a:r>
          </a:p>
          <a:p>
            <a:r>
              <a:rPr lang="fr-FR" altLang="fr-FR" smtClean="0"/>
              <a:t>We Can Know The Master Plan Extend The Masters Hand</a:t>
            </a:r>
          </a:p>
          <a:p>
            <a:r>
              <a:rPr lang="fr-FR" altLang="fr-FR" smtClean="0"/>
              <a:t>22-  QUAND NOUS INVOQUONS  LE NOM DU SEIGNEUR </a:t>
            </a:r>
          </a:p>
          <a:p>
            <a:r>
              <a:rPr lang="fr-FR" altLang="fr-FR" smtClean="0"/>
              <a:t>When We Come In The Name Of The Lord</a:t>
            </a:r>
          </a:p>
          <a:p>
            <a:endParaRPr lang="fr-FR" altLang="fr-FR" smtClean="0"/>
          </a:p>
          <a:p>
            <a:r>
              <a:rPr lang="fr-FR" altLang="fr-FR" smtClean="0"/>
              <a:t>23-  IL Y A DE LA FORCE  DANS LE NOM DU SEIGNEUR</a:t>
            </a:r>
          </a:p>
          <a:p>
            <a:r>
              <a:rPr lang="fr-FR" altLang="fr-FR" smtClean="0"/>
              <a:t>There Is Strength In The Name Of The Lord</a:t>
            </a:r>
          </a:p>
          <a:p>
            <a:r>
              <a:rPr lang="fr-FR" altLang="fr-FR" smtClean="0"/>
              <a:t>24-  DE LA PUISSANCE  DANS LE NOM DU SEIGNEUR </a:t>
            </a:r>
          </a:p>
          <a:p>
            <a:r>
              <a:rPr lang="fr-FR" altLang="fr-FR" smtClean="0"/>
              <a:t>There Is Power In The Name Of The Lord 
25-  DE L'ESPOIR  DANS LE NOM DU SEIGNEUR</a:t>
            </a:r>
          </a:p>
          <a:p>
            <a:r>
              <a:rPr lang="fr-FR" altLang="fr-FR" smtClean="0"/>
              <a:t>There Is Hope In The Name Of The Lord 
26-  BÉNI CELUI QUI VIENT  DANS LE NOM DU SEIGNEUR  </a:t>
            </a:r>
          </a:p>
          <a:p>
            <a:r>
              <a:rPr lang="fr-FR" altLang="fr-FR" smtClean="0"/>
              <a:t>Blessed Is He Who Comes In The Name Of The Lord	 	X2</a:t>
            </a:r>
          </a:p>
          <a:p>
            <a:endParaRPr lang="fr-FR" altLang="fr-FR" smtClean="0"/>
          </a:p>
          <a:p>
            <a:r>
              <a:rPr lang="fr-FR" altLang="fr-FR" smtClean="0"/>
              <a:t>27-  COMME IL L'A DIT IL EST RESSUSCITÉ </a:t>
            </a:r>
          </a:p>
          <a:p>
            <a:r>
              <a:rPr lang="fr-FR" altLang="fr-FR" smtClean="0"/>
              <a:t>Just like he said He's risen from the dead</a:t>
            </a:r>
          </a:p>
          <a:p>
            <a:r>
              <a:rPr lang="fr-FR" altLang="fr-FR" smtClean="0"/>
              <a:t>28-  ET SON PEUPLE DIRA</a:t>
            </a:r>
          </a:p>
          <a:p>
            <a:r>
              <a:rPr lang="fr-FR" altLang="fr-FR" smtClean="0"/>
              <a:t>And the people say</a:t>
            </a:r>
          </a:p>
          <a:p>
            <a:endParaRPr lang="fr-FR" altLang="fr-FR" smtClean="0"/>
          </a:p>
          <a:p>
            <a:r>
              <a:rPr lang="fr-FR" altLang="fr-FR" smtClean="0"/>
              <a:t> 29-  NOUS L'APPELLERONS ROI DES ROIS ET SEIGNEUR DES SEIGNEURS </a:t>
            </a:r>
          </a:p>
          <a:p>
            <a:r>
              <a:rPr lang="fr-FR" altLang="fr-FR" smtClean="0"/>
              <a:t>We will call Him King of kings We will call Him Lord of lords</a:t>
            </a:r>
          </a:p>
          <a:p>
            <a:r>
              <a:rPr lang="fr-FR" altLang="fr-FR" smtClean="0"/>
              <a:t>30-  NOUS L'APPELLERONS  PRINCE DE PAIX </a:t>
            </a:r>
          </a:p>
          <a:p>
            <a:r>
              <a:rPr lang="fr-FR" altLang="fr-FR" smtClean="0"/>
              <a:t>We will call Him Prince of Peace</a:t>
            </a:r>
          </a:p>
          <a:p>
            <a:r>
              <a:rPr lang="fr-FR" altLang="fr-FR" smtClean="0"/>
              <a:t>31-  ET SI MERVEILLEUX CONSEILLER  DIEU PUISSANT </a:t>
            </a:r>
          </a:p>
          <a:p>
            <a:endParaRPr lang="fr-FR" altLang="fr-FR" smtClean="0"/>
          </a:p>
          <a:p>
            <a:r>
              <a:rPr lang="fr-FR" altLang="fr-FR" smtClean="0"/>
              <a:t>Such a wonderful counselor
32-  JE L'APPELLERAI ROI DES ROIS ET SEIGNEUR DES SEIGNEURS </a:t>
            </a:r>
          </a:p>
          <a:p>
            <a:r>
              <a:rPr lang="fr-FR" altLang="fr-FR" smtClean="0"/>
              <a:t>I will call Him King of kings and I will call Him Lord of lords</a:t>
            </a:r>
          </a:p>
          <a:p>
            <a:endParaRPr lang="fr-FR" altLang="fr-FR" smtClean="0"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010" name="Espace réservé de l'image des diapositives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3" name="Espace réservé des commentaires 2"/>
          <p:cNvSpPr>
            <a:spLocks noGrp="1"/>
          </p:cNvSpPr>
          <p:nvPr>
            <p:ph type="body" idx="1"/>
          </p:nvPr>
        </p:nvSpPr>
        <p:spPr/>
        <p:txBody>
          <a:bodyPr>
            <a:normAutofit fontScale="85000" lnSpcReduction="20000"/>
          </a:bodyPr>
          <a:lstStyle/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1-  QUAND CERTAINS  MARCHENT PAR LA VUE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When others see with earthly eyes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 2-  CONDUITS PAR LEURS REGARDS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Just what they want to see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3-  TU VERRAS DES CHOSES  QUI SONT ÉTERNELLES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Just what they want to see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 4-  TU SAURAS ET CONNAÎTRAS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You will know and recognize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5-  AVEC UNE FOI D’ENFANT LA VALEUR DE CELUI QUI EST FIDÈLE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By simple child-like faith The priceless truth that Others will deny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6-  QUAND ILS DISENT  QUE JE NE SUIS QU’UN HOMME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When others say I'm just a man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 7-  VOULANT VIVRE SES RÊVES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Who likes to dream His dreams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8-  QUAND ILS APPELLENT  UN MIRACLE UN MYTHE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When others call a miracle a myth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9-  TU COMPRENDRAS EN UN INSTANT TOUTES CES CHOSES CACHÉES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You'll listen for eternity In moments as they pass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10-  TU VERRAS SA BONTÉ  QUI EST SANS LIMITE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And see with spirit eyes What others miss.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11-  SUR CE ROCHER  JE CONSTRUIS MON ROYAUME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Upon this rock I'll build My kingdom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 12-  SUR CE ROCHER, POUR TOUJOURS  À JAMAIS, JE ME TIENDRAI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And on this rock forever and ever it shall stand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 13-  SUR CE ROCHER DE RÉVÉLATION J’ÉTABLIRAI UNE PUISSANTE NATION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Upon this rock of revelation I'll build a strong and mighty nation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 14-  QUI TIENDRA FERME  CONTRE LES TEMPÊTES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And it shall stand the storms of time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15-  SUR CE ROCHER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Upon this rock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16-  LORSQUE TOUS MES PLANS S'ÉCROULENT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When My Plans Have Fallen Through
17-  QUAND JE N'AI PRESQUE  PLUS DE FORCE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And When My Strength Is Nearly Gone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 18-  QUAND LA SEULE CHOSE À FAIRE  EST DE DÉPENDRE DE TOI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When There's Nothing Left To Do But Just Depend On You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 19-  ET LA PUISSANCE DE TON NOM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And The Power Of Your Name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20-  ET QUAND NOUS INVOQUONS TON NOM TA PUISSANCE SOUDAIN APPARAÎT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And As We Call Upon Your Name Your Strength Through Weakness To Show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21-  NOUS POUVONS VOIR LES PLANS DU MAÎTRE ET VOIR LA MAIN DU MAÎTRE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We Can Know The Master Plan Extend The Masters Hand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22-  QUAND NOUS INVOQUONS  LE NOM DU SEIGNEUR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When We Come In The Name Of The Lord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23-  IL Y A DE LA FORCE  DANS LE NOM DU SEIGNEUR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There Is Strength In The Name Of The Lord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24-  DE LA PUISSANCE  DANS LE NOM DU SEIGNEUR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There Is Power In The Name Of The Lord 
25-  DE L'ESPOIR  DANS LE NOM DU SEIGNEUR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There Is Hope In The Name Of The Lord 
26-  BÉNI CELUI QUI VIENT  DANS LE NOM DU SEIGNEUR 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Blessed Is He Who Comes In The Name Of The Lord	 	X2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27-  COMME IL L'A DIT IL EST RESSUSCITÉ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Just like he said He's risen from the dead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28-  ET SON PEUPLE DIRA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And the people say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 29-  NOUS L'APPELLERONS ROI DES ROIS ET SEIGNEUR DES SEIGNEURS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We will call Him King of kings We will call Him Lord of lords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30-  NOUS L'APPELLERONS  PRINCE DE PAIX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We will call Him Prince of Peace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31-  ET SI MERVEILLEUX CONSEILLER  DIEU PUISSANT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Such a wonderful counselor
32-  JE L'APPELLERAI ROI DES ROIS ET SEIGNEUR DES SEIGNEURS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I will call Him King of kings and I will call Him Lord of lords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dirty="0" smtClean="0"/>
          </a:p>
        </p:txBody>
      </p:sp>
      <p:sp>
        <p:nvSpPr>
          <p:cNvPr id="43012" name="Espace réservé du numéro de diapositive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 wrap="square" numCol="1" anchorCtr="0" compatLnSpc="1">
            <a:prstTxWarp prst="textNoShape">
              <a:avLst/>
            </a:prstTxWarp>
          </a:bodyPr>
          <a:lstStyle/>
          <a:p>
            <a:r>
              <a:rPr lang="fr-FR" altLang="fr-FR" smtClean="0"/>
              <a:t>1-  QUAND CERTAINS  MARCHENT PAR LA VUE</a:t>
            </a:r>
          </a:p>
          <a:p>
            <a:r>
              <a:rPr lang="fr-FR" altLang="fr-FR" smtClean="0"/>
              <a:t>When others see with earthly eyes</a:t>
            </a:r>
          </a:p>
          <a:p>
            <a:r>
              <a:rPr lang="fr-FR" altLang="fr-FR" smtClean="0"/>
              <a:t> 2-  CONDUITS PAR LEURS REGARDS </a:t>
            </a:r>
          </a:p>
          <a:p>
            <a:r>
              <a:rPr lang="fr-FR" altLang="fr-FR" smtClean="0"/>
              <a:t>Just what they want to see</a:t>
            </a:r>
          </a:p>
          <a:p>
            <a:r>
              <a:rPr lang="fr-FR" altLang="fr-FR" smtClean="0"/>
              <a:t>3-  TU VERRAS DES CHOSES  QUI SONT ÉTERNELLES</a:t>
            </a:r>
          </a:p>
          <a:p>
            <a:r>
              <a:rPr lang="fr-FR" altLang="fr-FR" smtClean="0"/>
              <a:t>Just what they want to see</a:t>
            </a:r>
          </a:p>
          <a:p>
            <a:r>
              <a:rPr lang="fr-FR" altLang="fr-FR" smtClean="0"/>
              <a:t> 4-  TU SAURAS ET CONNAÎTRAS </a:t>
            </a:r>
          </a:p>
          <a:p>
            <a:r>
              <a:rPr lang="fr-FR" altLang="fr-FR" smtClean="0"/>
              <a:t>You will know and recognize</a:t>
            </a:r>
          </a:p>
          <a:p>
            <a:r>
              <a:rPr lang="fr-FR" altLang="fr-FR" smtClean="0"/>
              <a:t>5-  AVEC UNE FOI D’ENFANT LA VALEUR DE CELUI QUI EST FIDÈLE </a:t>
            </a:r>
          </a:p>
          <a:p>
            <a:r>
              <a:rPr lang="fr-FR" altLang="fr-FR" smtClean="0"/>
              <a:t>By simple child-like faith The priceless truth that Others will deny</a:t>
            </a:r>
          </a:p>
          <a:p>
            <a:endParaRPr lang="fr-FR" altLang="fr-FR" smtClean="0"/>
          </a:p>
          <a:p>
            <a:r>
              <a:rPr lang="fr-FR" altLang="fr-FR" smtClean="0"/>
              <a:t>6-  QUAND ILS DISENT  QUE JE NE SUIS QU’UN HOMME</a:t>
            </a:r>
          </a:p>
          <a:p>
            <a:r>
              <a:rPr lang="fr-FR" altLang="fr-FR" smtClean="0"/>
              <a:t>When others say I'm just a man</a:t>
            </a:r>
          </a:p>
          <a:p>
            <a:r>
              <a:rPr lang="fr-FR" altLang="fr-FR" smtClean="0"/>
              <a:t> 7-  VOULANT VIVRE SES RÊVES </a:t>
            </a:r>
          </a:p>
          <a:p>
            <a:r>
              <a:rPr lang="fr-FR" altLang="fr-FR" smtClean="0"/>
              <a:t>Who likes to dream His dreams</a:t>
            </a:r>
          </a:p>
          <a:p>
            <a:r>
              <a:rPr lang="fr-FR" altLang="fr-FR" smtClean="0"/>
              <a:t>8-  QUAND ILS APPELLENT  UN MIRACLE UN MYTHE </a:t>
            </a:r>
          </a:p>
          <a:p>
            <a:r>
              <a:rPr lang="fr-FR" altLang="fr-FR" smtClean="0"/>
              <a:t>When others call a miracle a myth</a:t>
            </a:r>
          </a:p>
          <a:p>
            <a:r>
              <a:rPr lang="fr-FR" altLang="fr-FR" smtClean="0"/>
              <a:t>9-  TU COMPRENDRAS EN UN INSTANT TOUTES CES CHOSES CACHÉES </a:t>
            </a:r>
          </a:p>
          <a:p>
            <a:r>
              <a:rPr lang="fr-FR" altLang="fr-FR" smtClean="0"/>
              <a:t>You'll listen for eternity In moments as they pass</a:t>
            </a:r>
          </a:p>
          <a:p>
            <a:r>
              <a:rPr lang="fr-FR" altLang="fr-FR" smtClean="0"/>
              <a:t>10-  TU VERRAS SA BONTÉ  QUI EST SANS LIMITE </a:t>
            </a:r>
          </a:p>
          <a:p>
            <a:r>
              <a:rPr lang="fr-FR" altLang="fr-FR" smtClean="0"/>
              <a:t>And see with spirit eyes What others miss.</a:t>
            </a:r>
          </a:p>
          <a:p>
            <a:endParaRPr lang="fr-FR" altLang="fr-FR" smtClean="0"/>
          </a:p>
          <a:p>
            <a:r>
              <a:rPr lang="fr-FR" altLang="fr-FR" smtClean="0"/>
              <a:t>11-  SUR CE ROCHER  JE CONSTRUIS MON ROYAUME</a:t>
            </a:r>
          </a:p>
          <a:p>
            <a:r>
              <a:rPr lang="fr-FR" altLang="fr-FR" smtClean="0"/>
              <a:t>Upon this rock I'll build My kingdom</a:t>
            </a:r>
          </a:p>
          <a:p>
            <a:r>
              <a:rPr lang="fr-FR" altLang="fr-FR" smtClean="0"/>
              <a:t> 12-  SUR CE ROCHER, POUR TOUJOURS  À JAMAIS, JE ME TIENDRAI</a:t>
            </a:r>
          </a:p>
          <a:p>
            <a:r>
              <a:rPr lang="fr-FR" altLang="fr-FR" smtClean="0"/>
              <a:t>And on this rock forever and ever it shall stand</a:t>
            </a:r>
          </a:p>
          <a:p>
            <a:r>
              <a:rPr lang="fr-FR" altLang="fr-FR" smtClean="0"/>
              <a:t> 13-  SUR CE ROCHER DE RÉVÉLATION J’ÉTABLIRAI UNE PUISSANTE NATION</a:t>
            </a:r>
          </a:p>
          <a:p>
            <a:r>
              <a:rPr lang="fr-FR" altLang="fr-FR" smtClean="0"/>
              <a:t>Upon this rock of revelation I'll build a strong and mighty nation</a:t>
            </a:r>
          </a:p>
          <a:p>
            <a:r>
              <a:rPr lang="fr-FR" altLang="fr-FR" smtClean="0"/>
              <a:t> 14-  QUI TIENDRA FERME  CONTRE LES TEMPÊTES </a:t>
            </a:r>
          </a:p>
          <a:p>
            <a:r>
              <a:rPr lang="fr-FR" altLang="fr-FR" smtClean="0"/>
              <a:t>And it shall stand the storms of time</a:t>
            </a:r>
          </a:p>
          <a:p>
            <a:r>
              <a:rPr lang="fr-FR" altLang="fr-FR" smtClean="0"/>
              <a:t>15-  SUR CE ROCHER </a:t>
            </a:r>
          </a:p>
          <a:p>
            <a:r>
              <a:rPr lang="fr-FR" altLang="fr-FR" smtClean="0"/>
              <a:t>Upon this rock</a:t>
            </a:r>
          </a:p>
          <a:p>
            <a:endParaRPr lang="fr-FR" altLang="fr-FR" smtClean="0"/>
          </a:p>
          <a:p>
            <a:r>
              <a:rPr lang="fr-FR" altLang="fr-FR" smtClean="0"/>
              <a:t>16-  LORSQUE TOUS MES PLANS S'ÉCROULENT </a:t>
            </a:r>
          </a:p>
          <a:p>
            <a:r>
              <a:rPr lang="fr-FR" altLang="fr-FR" smtClean="0"/>
              <a:t>When My Plans Have Fallen Through
17-  QUAND JE N'AI PRESQUE  PLUS DE FORCE</a:t>
            </a:r>
          </a:p>
          <a:p>
            <a:r>
              <a:rPr lang="fr-FR" altLang="fr-FR" smtClean="0"/>
              <a:t>And When My Strength Is Nearly Gone</a:t>
            </a:r>
          </a:p>
          <a:p>
            <a:r>
              <a:rPr lang="fr-FR" altLang="fr-FR" smtClean="0"/>
              <a:t> 18-  QUAND LA SEULE CHOSE À FAIRE  EST DE DÉPENDRE DE TOI</a:t>
            </a:r>
          </a:p>
          <a:p>
            <a:r>
              <a:rPr lang="fr-FR" altLang="fr-FR" smtClean="0"/>
              <a:t>When There's Nothing Left To Do But Just Depend On You</a:t>
            </a:r>
          </a:p>
          <a:p>
            <a:endParaRPr lang="fr-FR" altLang="fr-FR" smtClean="0"/>
          </a:p>
          <a:p>
            <a:r>
              <a:rPr lang="fr-FR" altLang="fr-FR" smtClean="0"/>
              <a:t> 19-  ET LA PUISSANCE DE TON NOM </a:t>
            </a:r>
          </a:p>
          <a:p>
            <a:r>
              <a:rPr lang="fr-FR" altLang="fr-FR" smtClean="0"/>
              <a:t>And The Power Of Your Name</a:t>
            </a:r>
          </a:p>
          <a:p>
            <a:endParaRPr lang="fr-FR" altLang="fr-FR" smtClean="0"/>
          </a:p>
          <a:p>
            <a:r>
              <a:rPr lang="fr-FR" altLang="fr-FR" smtClean="0"/>
              <a:t>20-  ET QUAND NOUS INVOQUONS TON NOM TA PUISSANCE SOUDAIN APPARAÎT </a:t>
            </a:r>
          </a:p>
          <a:p>
            <a:r>
              <a:rPr lang="fr-FR" altLang="fr-FR" smtClean="0"/>
              <a:t>And As We Call Upon Your Name Your Strength Through Weakness To Show</a:t>
            </a:r>
          </a:p>
          <a:p>
            <a:r>
              <a:rPr lang="fr-FR" altLang="fr-FR" smtClean="0"/>
              <a:t>21-  NOUS POUVONS VOIR LES PLANS DU MAÎTRE ET VOIR LA MAIN DU MAÎTRE </a:t>
            </a:r>
          </a:p>
          <a:p>
            <a:r>
              <a:rPr lang="fr-FR" altLang="fr-FR" smtClean="0"/>
              <a:t>We Can Know The Master Plan Extend The Masters Hand</a:t>
            </a:r>
          </a:p>
          <a:p>
            <a:r>
              <a:rPr lang="fr-FR" altLang="fr-FR" smtClean="0"/>
              <a:t>22-  QUAND NOUS INVOQUONS  LE NOM DU SEIGNEUR </a:t>
            </a:r>
          </a:p>
          <a:p>
            <a:r>
              <a:rPr lang="fr-FR" altLang="fr-FR" smtClean="0"/>
              <a:t>When We Come In The Name Of The Lord</a:t>
            </a:r>
          </a:p>
          <a:p>
            <a:endParaRPr lang="fr-FR" altLang="fr-FR" smtClean="0"/>
          </a:p>
          <a:p>
            <a:r>
              <a:rPr lang="fr-FR" altLang="fr-FR" smtClean="0"/>
              <a:t>23-  IL Y A DE LA FORCE  DANS LE NOM DU SEIGNEUR</a:t>
            </a:r>
          </a:p>
          <a:p>
            <a:r>
              <a:rPr lang="fr-FR" altLang="fr-FR" smtClean="0"/>
              <a:t>There Is Strength In The Name Of The Lord</a:t>
            </a:r>
          </a:p>
          <a:p>
            <a:r>
              <a:rPr lang="fr-FR" altLang="fr-FR" smtClean="0"/>
              <a:t>24-  DE LA PUISSANCE  DANS LE NOM DU SEIGNEUR </a:t>
            </a:r>
          </a:p>
          <a:p>
            <a:r>
              <a:rPr lang="fr-FR" altLang="fr-FR" smtClean="0"/>
              <a:t>There Is Power In The Name Of The Lord 
25-  DE L'ESPOIR  DANS LE NOM DU SEIGNEUR</a:t>
            </a:r>
          </a:p>
          <a:p>
            <a:r>
              <a:rPr lang="fr-FR" altLang="fr-FR" smtClean="0"/>
              <a:t>There Is Hope In The Name Of The Lord 
26-  BÉNI CELUI QUI VIENT  DANS LE NOM DU SEIGNEUR  </a:t>
            </a:r>
          </a:p>
          <a:p>
            <a:r>
              <a:rPr lang="fr-FR" altLang="fr-FR" smtClean="0"/>
              <a:t>Blessed Is He Who Comes In The Name Of The Lord	 	X2</a:t>
            </a:r>
          </a:p>
          <a:p>
            <a:endParaRPr lang="fr-FR" altLang="fr-FR" smtClean="0"/>
          </a:p>
          <a:p>
            <a:r>
              <a:rPr lang="fr-FR" altLang="fr-FR" smtClean="0"/>
              <a:t>27-  COMME IL L'A DIT IL EST RESSUSCITÉ </a:t>
            </a:r>
          </a:p>
          <a:p>
            <a:r>
              <a:rPr lang="fr-FR" altLang="fr-FR" smtClean="0"/>
              <a:t>Just like he said He's risen from the dead</a:t>
            </a:r>
          </a:p>
          <a:p>
            <a:r>
              <a:rPr lang="fr-FR" altLang="fr-FR" smtClean="0"/>
              <a:t>28-  ET SON PEUPLE DIRA</a:t>
            </a:r>
          </a:p>
          <a:p>
            <a:r>
              <a:rPr lang="fr-FR" altLang="fr-FR" smtClean="0"/>
              <a:t>And the people say</a:t>
            </a:r>
          </a:p>
          <a:p>
            <a:endParaRPr lang="fr-FR" altLang="fr-FR" smtClean="0"/>
          </a:p>
          <a:p>
            <a:r>
              <a:rPr lang="fr-FR" altLang="fr-FR" smtClean="0"/>
              <a:t> 29-  NOUS L'APPELLERONS ROI DES ROIS ET SEIGNEUR DES SEIGNEURS </a:t>
            </a:r>
          </a:p>
          <a:p>
            <a:r>
              <a:rPr lang="fr-FR" altLang="fr-FR" smtClean="0"/>
              <a:t>We will call Him King of kings We will call Him Lord of lords</a:t>
            </a:r>
          </a:p>
          <a:p>
            <a:r>
              <a:rPr lang="fr-FR" altLang="fr-FR" smtClean="0"/>
              <a:t>30-  NOUS L'APPELLERONS  PRINCE DE PAIX </a:t>
            </a:r>
          </a:p>
          <a:p>
            <a:r>
              <a:rPr lang="fr-FR" altLang="fr-FR" smtClean="0"/>
              <a:t>We will call Him Prince of Peace</a:t>
            </a:r>
          </a:p>
          <a:p>
            <a:r>
              <a:rPr lang="fr-FR" altLang="fr-FR" smtClean="0"/>
              <a:t>31-  ET SI MERVEILLEUX CONSEILLER  DIEU PUISSANT </a:t>
            </a:r>
          </a:p>
          <a:p>
            <a:endParaRPr lang="fr-FR" altLang="fr-FR" smtClean="0"/>
          </a:p>
          <a:p>
            <a:r>
              <a:rPr lang="fr-FR" altLang="fr-FR" smtClean="0"/>
              <a:t>Such a wonderful counselor
32-  JE L'APPELLERAI ROI DES ROIS ET SEIGNEUR DES SEIGNEURS </a:t>
            </a:r>
          </a:p>
          <a:p>
            <a:r>
              <a:rPr lang="fr-FR" altLang="fr-FR" smtClean="0"/>
              <a:t>I will call Him King of kings and I will call Him Lord of lords</a:t>
            </a:r>
          </a:p>
          <a:p>
            <a:endParaRPr lang="fr-FR" altLang="fr-FR" smtClean="0"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034" name="Espace réservé de l'image des diapositives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3" name="Espace réservé des commentaires 2"/>
          <p:cNvSpPr>
            <a:spLocks noGrp="1"/>
          </p:cNvSpPr>
          <p:nvPr>
            <p:ph type="body" idx="1"/>
          </p:nvPr>
        </p:nvSpPr>
        <p:spPr/>
        <p:txBody>
          <a:bodyPr>
            <a:normAutofit fontScale="85000" lnSpcReduction="20000"/>
          </a:bodyPr>
          <a:lstStyle/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1-  QUAND CERTAINS  MARCHENT PAR LA VUE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When others see with earthly eyes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 2-  CONDUITS PAR LEURS REGARDS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Just what they want to see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3-  TU VERRAS DES CHOSES  QUI SONT ÉTERNELLES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Just what they want to see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 4-  TU SAURAS ET CONNAÎTRAS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You will know and recognize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5-  AVEC UNE FOI D’ENFANT LA VALEUR DE CELUI QUI EST FIDÈLE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By simple child-like faith The priceless truth that Others will deny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6-  QUAND ILS DISENT  QUE JE NE SUIS QU’UN HOMME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When others say I'm just a man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 7-  VOULANT VIVRE SES RÊVES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Who likes to dream His dreams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8-  QUAND ILS APPELLENT  UN MIRACLE UN MYTHE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When others call a miracle a myth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9-  TU COMPRENDRAS EN UN INSTANT TOUTES CES CHOSES CACHÉES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You'll listen for eternity In moments as they pass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10-  TU VERRAS SA BONTÉ  QUI EST SANS LIMITE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And see with spirit eyes What others miss.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11-  SUR CE ROCHER  JE CONSTRUIS MON ROYAUME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Upon this rock I'll build My kingdom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 12-  SUR CE ROCHER, POUR TOUJOURS  À JAMAIS, JE ME TIENDRAI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And on this rock forever and ever it shall stand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 13-  SUR CE ROCHER DE RÉVÉLATION J’ÉTABLIRAI UNE PUISSANTE NATION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Upon this rock of revelation I'll build a strong and mighty nation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 14-  QUI TIENDRA FERME  CONTRE LES TEMPÊTES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And it shall stand the storms of time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15-  SUR CE ROCHER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Upon this rock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16-  LORSQUE TOUS MES PLANS S'ÉCROULENT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When My Plans Have Fallen Through
17-  QUAND JE N'AI PRESQUE  PLUS DE FORCE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And When My Strength Is Nearly Gone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 18-  QUAND LA SEULE CHOSE À FAIRE  EST DE DÉPENDRE DE TOI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When There's Nothing Left To Do But Just Depend On You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 19-  ET LA PUISSANCE DE TON NOM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And The Power Of Your Name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20-  ET QUAND NOUS INVOQUONS TON NOM TA PUISSANCE SOUDAIN APPARAÎT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And As We Call Upon Your Name Your Strength Through Weakness To Show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21-  NOUS POUVONS VOIR LES PLANS DU MAÎTRE ET VOIR LA MAIN DU MAÎTRE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We Can Know The Master Plan Extend The Masters Hand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22-  QUAND NOUS INVOQUONS  LE NOM DU SEIGNEUR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When We Come In The Name Of The Lord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23-  IL Y A DE LA FORCE  DANS LE NOM DU SEIGNEUR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There Is Strength In The Name Of The Lord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24-  DE LA PUISSANCE  DANS LE NOM DU SEIGNEUR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There Is Power In The Name Of The Lord 
25-  DE L'ESPOIR  DANS LE NOM DU SEIGNEUR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There Is Hope In The Name Of The Lord 
26-  BÉNI CELUI QUI VIENT  DANS LE NOM DU SEIGNEUR 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Blessed Is He Who Comes In The Name Of The Lord	 	X2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27-  COMME IL L'A DIT IL EST RESSUSCITÉ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Just like he said He's risen from the dead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28-  ET SON PEUPLE DIRA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And the people say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 29-  NOUS L'APPELLERONS ROI DES ROIS ET SEIGNEUR DES SEIGNEURS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We will call Him King of kings We will call Him Lord of lords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30-  NOUS L'APPELLERONS  PRINCE DE PAIX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We will call Him Prince of Peace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31-  ET SI MERVEILLEUX CONSEILLER  DIEU PUISSANT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Such a wonderful counselor
32-  JE L'APPELLERAI ROI DES ROIS ET SEIGNEUR DES SEIGNEURS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I will call Him King of kings and I will call Him Lord of lords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dirty="0" smtClean="0"/>
          </a:p>
        </p:txBody>
      </p:sp>
      <p:sp>
        <p:nvSpPr>
          <p:cNvPr id="44036" name="Espace réservé du numéro de diapositive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 wrap="square" numCol="1" anchorCtr="0" compatLnSpc="1">
            <a:prstTxWarp prst="textNoShape">
              <a:avLst/>
            </a:prstTxWarp>
          </a:bodyPr>
          <a:lstStyle/>
          <a:p>
            <a:r>
              <a:rPr lang="fr-FR" altLang="fr-FR" smtClean="0"/>
              <a:t>1-  QUAND CERTAINS  MARCHENT PAR LA VUE</a:t>
            </a:r>
          </a:p>
          <a:p>
            <a:r>
              <a:rPr lang="fr-FR" altLang="fr-FR" smtClean="0"/>
              <a:t>When others see with earthly eyes</a:t>
            </a:r>
          </a:p>
          <a:p>
            <a:r>
              <a:rPr lang="fr-FR" altLang="fr-FR" smtClean="0"/>
              <a:t> 2-  CONDUITS PAR LEURS REGARDS </a:t>
            </a:r>
          </a:p>
          <a:p>
            <a:r>
              <a:rPr lang="fr-FR" altLang="fr-FR" smtClean="0"/>
              <a:t>Just what they want to see</a:t>
            </a:r>
          </a:p>
          <a:p>
            <a:r>
              <a:rPr lang="fr-FR" altLang="fr-FR" smtClean="0"/>
              <a:t>3-  TU VERRAS DES CHOSES  QUI SONT ÉTERNELLES</a:t>
            </a:r>
          </a:p>
          <a:p>
            <a:r>
              <a:rPr lang="fr-FR" altLang="fr-FR" smtClean="0"/>
              <a:t>Just what they want to see</a:t>
            </a:r>
          </a:p>
          <a:p>
            <a:r>
              <a:rPr lang="fr-FR" altLang="fr-FR" smtClean="0"/>
              <a:t> 4-  TU SAURAS ET CONNAÎTRAS </a:t>
            </a:r>
          </a:p>
          <a:p>
            <a:r>
              <a:rPr lang="fr-FR" altLang="fr-FR" smtClean="0"/>
              <a:t>You will know and recognize</a:t>
            </a:r>
          </a:p>
          <a:p>
            <a:r>
              <a:rPr lang="fr-FR" altLang="fr-FR" smtClean="0"/>
              <a:t>5-  AVEC UNE FOI D’ENFANT LA VALEUR DE CELUI QUI EST FIDÈLE </a:t>
            </a:r>
          </a:p>
          <a:p>
            <a:r>
              <a:rPr lang="fr-FR" altLang="fr-FR" smtClean="0"/>
              <a:t>By simple child-like faith The priceless truth that Others will deny</a:t>
            </a:r>
          </a:p>
          <a:p>
            <a:endParaRPr lang="fr-FR" altLang="fr-FR" smtClean="0"/>
          </a:p>
          <a:p>
            <a:r>
              <a:rPr lang="fr-FR" altLang="fr-FR" smtClean="0"/>
              <a:t>6-  QUAND ILS DISENT  QUE JE NE SUIS QU’UN HOMME</a:t>
            </a:r>
          </a:p>
          <a:p>
            <a:r>
              <a:rPr lang="fr-FR" altLang="fr-FR" smtClean="0"/>
              <a:t>When others say I'm just a man</a:t>
            </a:r>
          </a:p>
          <a:p>
            <a:r>
              <a:rPr lang="fr-FR" altLang="fr-FR" smtClean="0"/>
              <a:t> 7-  VOULANT VIVRE SES RÊVES </a:t>
            </a:r>
          </a:p>
          <a:p>
            <a:r>
              <a:rPr lang="fr-FR" altLang="fr-FR" smtClean="0"/>
              <a:t>Who likes to dream His dreams</a:t>
            </a:r>
          </a:p>
          <a:p>
            <a:r>
              <a:rPr lang="fr-FR" altLang="fr-FR" smtClean="0"/>
              <a:t>8-  QUAND ILS APPELLENT  UN MIRACLE UN MYTHE </a:t>
            </a:r>
          </a:p>
          <a:p>
            <a:r>
              <a:rPr lang="fr-FR" altLang="fr-FR" smtClean="0"/>
              <a:t>When others call a miracle a myth</a:t>
            </a:r>
          </a:p>
          <a:p>
            <a:r>
              <a:rPr lang="fr-FR" altLang="fr-FR" smtClean="0"/>
              <a:t>9-  TU COMPRENDRAS EN UN INSTANT TOUTES CES CHOSES CACHÉES </a:t>
            </a:r>
          </a:p>
          <a:p>
            <a:r>
              <a:rPr lang="fr-FR" altLang="fr-FR" smtClean="0"/>
              <a:t>You'll listen for eternity In moments as they pass</a:t>
            </a:r>
          </a:p>
          <a:p>
            <a:r>
              <a:rPr lang="fr-FR" altLang="fr-FR" smtClean="0"/>
              <a:t>10-  TU VERRAS SA BONTÉ  QUI EST SANS LIMITE </a:t>
            </a:r>
          </a:p>
          <a:p>
            <a:r>
              <a:rPr lang="fr-FR" altLang="fr-FR" smtClean="0"/>
              <a:t>And see with spirit eyes What others miss.</a:t>
            </a:r>
          </a:p>
          <a:p>
            <a:endParaRPr lang="fr-FR" altLang="fr-FR" smtClean="0"/>
          </a:p>
          <a:p>
            <a:r>
              <a:rPr lang="fr-FR" altLang="fr-FR" smtClean="0"/>
              <a:t>11-  SUR CE ROCHER  JE CONSTRUIS MON ROYAUME</a:t>
            </a:r>
          </a:p>
          <a:p>
            <a:r>
              <a:rPr lang="fr-FR" altLang="fr-FR" smtClean="0"/>
              <a:t>Upon this rock I'll build My kingdom</a:t>
            </a:r>
          </a:p>
          <a:p>
            <a:r>
              <a:rPr lang="fr-FR" altLang="fr-FR" smtClean="0"/>
              <a:t> 12-  SUR CE ROCHER, POUR TOUJOURS  À JAMAIS, JE ME TIENDRAI</a:t>
            </a:r>
          </a:p>
          <a:p>
            <a:r>
              <a:rPr lang="fr-FR" altLang="fr-FR" smtClean="0"/>
              <a:t>And on this rock forever and ever it shall stand</a:t>
            </a:r>
          </a:p>
          <a:p>
            <a:r>
              <a:rPr lang="fr-FR" altLang="fr-FR" smtClean="0"/>
              <a:t> 13-  SUR CE ROCHER DE RÉVÉLATION J’ÉTABLIRAI UNE PUISSANTE NATION</a:t>
            </a:r>
          </a:p>
          <a:p>
            <a:r>
              <a:rPr lang="fr-FR" altLang="fr-FR" smtClean="0"/>
              <a:t>Upon this rock of revelation I'll build a strong and mighty nation</a:t>
            </a:r>
          </a:p>
          <a:p>
            <a:r>
              <a:rPr lang="fr-FR" altLang="fr-FR" smtClean="0"/>
              <a:t> 14-  QUI TIENDRA FERME  CONTRE LES TEMPÊTES </a:t>
            </a:r>
          </a:p>
          <a:p>
            <a:r>
              <a:rPr lang="fr-FR" altLang="fr-FR" smtClean="0"/>
              <a:t>And it shall stand the storms of time</a:t>
            </a:r>
          </a:p>
          <a:p>
            <a:r>
              <a:rPr lang="fr-FR" altLang="fr-FR" smtClean="0"/>
              <a:t>15-  SUR CE ROCHER </a:t>
            </a:r>
          </a:p>
          <a:p>
            <a:r>
              <a:rPr lang="fr-FR" altLang="fr-FR" smtClean="0"/>
              <a:t>Upon this rock</a:t>
            </a:r>
          </a:p>
          <a:p>
            <a:endParaRPr lang="fr-FR" altLang="fr-FR" smtClean="0"/>
          </a:p>
          <a:p>
            <a:r>
              <a:rPr lang="fr-FR" altLang="fr-FR" smtClean="0"/>
              <a:t>16-  LORSQUE TOUS MES PLANS S'ÉCROULENT </a:t>
            </a:r>
          </a:p>
          <a:p>
            <a:r>
              <a:rPr lang="fr-FR" altLang="fr-FR" smtClean="0"/>
              <a:t>When My Plans Have Fallen Through
17-  QUAND JE N'AI PRESQUE  PLUS DE FORCE</a:t>
            </a:r>
          </a:p>
          <a:p>
            <a:r>
              <a:rPr lang="fr-FR" altLang="fr-FR" smtClean="0"/>
              <a:t>And When My Strength Is Nearly Gone</a:t>
            </a:r>
          </a:p>
          <a:p>
            <a:r>
              <a:rPr lang="fr-FR" altLang="fr-FR" smtClean="0"/>
              <a:t> 18-  QUAND LA SEULE CHOSE À FAIRE  EST DE DÉPENDRE DE TOI</a:t>
            </a:r>
          </a:p>
          <a:p>
            <a:r>
              <a:rPr lang="fr-FR" altLang="fr-FR" smtClean="0"/>
              <a:t>When There's Nothing Left To Do But Just Depend On You</a:t>
            </a:r>
          </a:p>
          <a:p>
            <a:endParaRPr lang="fr-FR" altLang="fr-FR" smtClean="0"/>
          </a:p>
          <a:p>
            <a:r>
              <a:rPr lang="fr-FR" altLang="fr-FR" smtClean="0"/>
              <a:t> 19-  ET LA PUISSANCE DE TON NOM </a:t>
            </a:r>
          </a:p>
          <a:p>
            <a:r>
              <a:rPr lang="fr-FR" altLang="fr-FR" smtClean="0"/>
              <a:t>And The Power Of Your Name</a:t>
            </a:r>
          </a:p>
          <a:p>
            <a:endParaRPr lang="fr-FR" altLang="fr-FR" smtClean="0"/>
          </a:p>
          <a:p>
            <a:r>
              <a:rPr lang="fr-FR" altLang="fr-FR" smtClean="0"/>
              <a:t>20-  ET QUAND NOUS INVOQUONS TON NOM TA PUISSANCE SOUDAIN APPARAÎT </a:t>
            </a:r>
          </a:p>
          <a:p>
            <a:r>
              <a:rPr lang="fr-FR" altLang="fr-FR" smtClean="0"/>
              <a:t>And As We Call Upon Your Name Your Strength Through Weakness To Show</a:t>
            </a:r>
          </a:p>
          <a:p>
            <a:r>
              <a:rPr lang="fr-FR" altLang="fr-FR" smtClean="0"/>
              <a:t>21-  NOUS POUVONS VOIR LES PLANS DU MAÎTRE ET VOIR LA MAIN DU MAÎTRE </a:t>
            </a:r>
          </a:p>
          <a:p>
            <a:r>
              <a:rPr lang="fr-FR" altLang="fr-FR" smtClean="0"/>
              <a:t>We Can Know The Master Plan Extend The Masters Hand</a:t>
            </a:r>
          </a:p>
          <a:p>
            <a:r>
              <a:rPr lang="fr-FR" altLang="fr-FR" smtClean="0"/>
              <a:t>22-  QUAND NOUS INVOQUONS  LE NOM DU SEIGNEUR </a:t>
            </a:r>
          </a:p>
          <a:p>
            <a:r>
              <a:rPr lang="fr-FR" altLang="fr-FR" smtClean="0"/>
              <a:t>When We Come In The Name Of The Lord</a:t>
            </a:r>
          </a:p>
          <a:p>
            <a:endParaRPr lang="fr-FR" altLang="fr-FR" smtClean="0"/>
          </a:p>
          <a:p>
            <a:r>
              <a:rPr lang="fr-FR" altLang="fr-FR" smtClean="0"/>
              <a:t>23-  IL Y A DE LA FORCE  DANS LE NOM DU SEIGNEUR</a:t>
            </a:r>
          </a:p>
          <a:p>
            <a:r>
              <a:rPr lang="fr-FR" altLang="fr-FR" smtClean="0"/>
              <a:t>There Is Strength In The Name Of The Lord</a:t>
            </a:r>
          </a:p>
          <a:p>
            <a:r>
              <a:rPr lang="fr-FR" altLang="fr-FR" smtClean="0"/>
              <a:t>24-  DE LA PUISSANCE  DANS LE NOM DU SEIGNEUR </a:t>
            </a:r>
          </a:p>
          <a:p>
            <a:r>
              <a:rPr lang="fr-FR" altLang="fr-FR" smtClean="0"/>
              <a:t>There Is Power In The Name Of The Lord 
25-  DE L'ESPOIR  DANS LE NOM DU SEIGNEUR</a:t>
            </a:r>
          </a:p>
          <a:p>
            <a:r>
              <a:rPr lang="fr-FR" altLang="fr-FR" smtClean="0"/>
              <a:t>There Is Hope In The Name Of The Lord 
26-  BÉNI CELUI QUI VIENT  DANS LE NOM DU SEIGNEUR  </a:t>
            </a:r>
          </a:p>
          <a:p>
            <a:r>
              <a:rPr lang="fr-FR" altLang="fr-FR" smtClean="0"/>
              <a:t>Blessed Is He Who Comes In The Name Of The Lord	 	X2</a:t>
            </a:r>
          </a:p>
          <a:p>
            <a:endParaRPr lang="fr-FR" altLang="fr-FR" smtClean="0"/>
          </a:p>
          <a:p>
            <a:r>
              <a:rPr lang="fr-FR" altLang="fr-FR" smtClean="0"/>
              <a:t>27-  COMME IL L'A DIT IL EST RESSUSCITÉ </a:t>
            </a:r>
          </a:p>
          <a:p>
            <a:r>
              <a:rPr lang="fr-FR" altLang="fr-FR" smtClean="0"/>
              <a:t>Just like he said He's risen from the dead</a:t>
            </a:r>
          </a:p>
          <a:p>
            <a:r>
              <a:rPr lang="fr-FR" altLang="fr-FR" smtClean="0"/>
              <a:t>28-  ET SON PEUPLE DIRA</a:t>
            </a:r>
          </a:p>
          <a:p>
            <a:r>
              <a:rPr lang="fr-FR" altLang="fr-FR" smtClean="0"/>
              <a:t>And the people say</a:t>
            </a:r>
          </a:p>
          <a:p>
            <a:endParaRPr lang="fr-FR" altLang="fr-FR" smtClean="0"/>
          </a:p>
          <a:p>
            <a:r>
              <a:rPr lang="fr-FR" altLang="fr-FR" smtClean="0"/>
              <a:t> 29-  NOUS L'APPELLERONS ROI DES ROIS ET SEIGNEUR DES SEIGNEURS </a:t>
            </a:r>
          </a:p>
          <a:p>
            <a:r>
              <a:rPr lang="fr-FR" altLang="fr-FR" smtClean="0"/>
              <a:t>We will call Him King of kings We will call Him Lord of lords</a:t>
            </a:r>
          </a:p>
          <a:p>
            <a:r>
              <a:rPr lang="fr-FR" altLang="fr-FR" smtClean="0"/>
              <a:t>30-  NOUS L'APPELLERONS  PRINCE DE PAIX </a:t>
            </a:r>
          </a:p>
          <a:p>
            <a:r>
              <a:rPr lang="fr-FR" altLang="fr-FR" smtClean="0"/>
              <a:t>We will call Him Prince of Peace</a:t>
            </a:r>
          </a:p>
          <a:p>
            <a:r>
              <a:rPr lang="fr-FR" altLang="fr-FR" smtClean="0"/>
              <a:t>31-  ET SI MERVEILLEUX CONSEILLER  DIEU PUISSANT </a:t>
            </a:r>
          </a:p>
          <a:p>
            <a:endParaRPr lang="fr-FR" altLang="fr-FR" smtClean="0"/>
          </a:p>
          <a:p>
            <a:r>
              <a:rPr lang="fr-FR" altLang="fr-FR" smtClean="0"/>
              <a:t>Such a wonderful counselor
32-  JE L'APPELLERAI ROI DES ROIS ET SEIGNEUR DES SEIGNEURS </a:t>
            </a:r>
          </a:p>
          <a:p>
            <a:r>
              <a:rPr lang="fr-FR" altLang="fr-FR" smtClean="0"/>
              <a:t>I will call Him King of kings and I will call Him Lord of lords</a:t>
            </a:r>
          </a:p>
          <a:p>
            <a:endParaRPr lang="fr-FR" altLang="fr-FR" smtClean="0"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058" name="Espace réservé de l'image des diapositives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3" name="Espace réservé des commentaires 2"/>
          <p:cNvSpPr>
            <a:spLocks noGrp="1"/>
          </p:cNvSpPr>
          <p:nvPr>
            <p:ph type="body" idx="1"/>
          </p:nvPr>
        </p:nvSpPr>
        <p:spPr/>
        <p:txBody>
          <a:bodyPr>
            <a:normAutofit fontScale="85000" lnSpcReduction="20000"/>
          </a:bodyPr>
          <a:lstStyle/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1-  QUAND CERTAINS  MARCHENT PAR LA VUE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When others see with earthly eyes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 2-  CONDUITS PAR LEURS REGARDS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Just what they want to see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3-  TU VERRAS DES CHOSES  QUI SONT ÉTERNELLES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Just what they want to see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 4-  TU SAURAS ET CONNAÎTRAS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You will know and recognize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5-  AVEC UNE FOI D’ENFANT LA VALEUR DE CELUI QUI EST FIDÈLE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By simple child-like faith The priceless truth that Others will deny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6-  QUAND ILS DISENT  QUE JE NE SUIS QU’UN HOMME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When others say I'm just a man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 7-  VOULANT VIVRE SES RÊVES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Who likes to dream His dreams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8-  QUAND ILS APPELLENT  UN MIRACLE UN MYTHE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When others call a miracle a myth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9-  TU COMPRENDRAS EN UN INSTANT TOUTES CES CHOSES CACHÉES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You'll listen for eternity In moments as they pass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10-  TU VERRAS SA BONTÉ  QUI EST SANS LIMITE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And see with spirit eyes What others miss.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11-  SUR CE ROCHER  JE CONSTRUIS MON ROYAUME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Upon this rock I'll build My kingdom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 12-  SUR CE ROCHER, POUR TOUJOURS  À JAMAIS, JE ME TIENDRAI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And on this rock forever and ever it shall stand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 13-  SUR CE ROCHER DE RÉVÉLATION J’ÉTABLIRAI UNE PUISSANTE NATION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Upon this rock of revelation I'll build a strong and mighty nation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 14-  QUI TIENDRA FERME  CONTRE LES TEMPÊTES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And it shall stand the storms of time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15-  SUR CE ROCHER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Upon this rock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16-  LORSQUE TOUS MES PLANS S'ÉCROULENT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When My Plans Have Fallen Through
17-  QUAND JE N'AI PRESQUE  PLUS DE FORCE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And When My Strength Is Nearly Gone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 18-  QUAND LA SEULE CHOSE À FAIRE  EST DE DÉPENDRE DE TOI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When There's Nothing Left To Do But Just Depend On You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 19-  ET LA PUISSANCE DE TON NOM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And The Power Of Your Name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20-  ET QUAND NOUS INVOQUONS TON NOM TA PUISSANCE SOUDAIN APPARAÎT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And As We Call Upon Your Name Your Strength Through Weakness To Show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21-  NOUS POUVONS VOIR LES PLANS DU MAÎTRE ET VOIR LA MAIN DU MAÎTRE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We Can Know The Master Plan Extend The Masters Hand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22-  QUAND NOUS INVOQUONS  LE NOM DU SEIGNEUR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When We Come In The Name Of The Lord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23-  IL Y A DE LA FORCE  DANS LE NOM DU SEIGNEUR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There Is Strength In The Name Of The Lord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24-  DE LA PUISSANCE  DANS LE NOM DU SEIGNEUR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There Is Power In The Name Of The Lord 
25-  DE L'ESPOIR  DANS LE NOM DU SEIGNEUR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There Is Hope In The Name Of The Lord 
26-  BÉNI CELUI QUI VIENT  DANS LE NOM DU SEIGNEUR 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Blessed Is He Who Comes In The Name Of The Lord	 	X2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27-  COMME IL L'A DIT IL EST RESSUSCITÉ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Just like he said He's risen from the dead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28-  ET SON PEUPLE DIRA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And the people say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 29-  NOUS L'APPELLERONS ROI DES ROIS ET SEIGNEUR DES SEIGNEURS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We will call Him King of kings We will call Him Lord of lords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30-  NOUS L'APPELLERONS  PRINCE DE PAIX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We will call Him Prince of Peace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31-  ET SI MERVEILLEUX CONSEILLER  DIEU PUISSANT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Such a wonderful counselor
32-  JE L'APPELLERAI ROI DES ROIS ET SEIGNEUR DES SEIGNEURS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I will call Him King of kings and I will call Him Lord of lords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dirty="0" smtClean="0"/>
          </a:p>
        </p:txBody>
      </p:sp>
      <p:sp>
        <p:nvSpPr>
          <p:cNvPr id="45060" name="Espace réservé du numéro de diapositive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 wrap="square" numCol="1" anchorCtr="0" compatLnSpc="1">
            <a:prstTxWarp prst="textNoShape">
              <a:avLst/>
            </a:prstTxWarp>
          </a:bodyPr>
          <a:lstStyle/>
          <a:p>
            <a:r>
              <a:rPr lang="fr-FR" altLang="fr-FR" smtClean="0"/>
              <a:t>1-  QUAND CERTAINS  MARCHENT PAR LA VUE</a:t>
            </a:r>
          </a:p>
          <a:p>
            <a:r>
              <a:rPr lang="fr-FR" altLang="fr-FR" smtClean="0"/>
              <a:t>When others see with earthly eyes</a:t>
            </a:r>
          </a:p>
          <a:p>
            <a:r>
              <a:rPr lang="fr-FR" altLang="fr-FR" smtClean="0"/>
              <a:t> 2-  CONDUITS PAR LEURS REGARDS </a:t>
            </a:r>
          </a:p>
          <a:p>
            <a:r>
              <a:rPr lang="fr-FR" altLang="fr-FR" smtClean="0"/>
              <a:t>Just what they want to see</a:t>
            </a:r>
          </a:p>
          <a:p>
            <a:r>
              <a:rPr lang="fr-FR" altLang="fr-FR" smtClean="0"/>
              <a:t>3-  TU VERRAS DES CHOSES  QUI SONT ÉTERNELLES</a:t>
            </a:r>
          </a:p>
          <a:p>
            <a:r>
              <a:rPr lang="fr-FR" altLang="fr-FR" smtClean="0"/>
              <a:t>Just what they want to see</a:t>
            </a:r>
          </a:p>
          <a:p>
            <a:r>
              <a:rPr lang="fr-FR" altLang="fr-FR" smtClean="0"/>
              <a:t> 4-  TU SAURAS ET CONNAÎTRAS </a:t>
            </a:r>
          </a:p>
          <a:p>
            <a:r>
              <a:rPr lang="fr-FR" altLang="fr-FR" smtClean="0"/>
              <a:t>You will know and recognize</a:t>
            </a:r>
          </a:p>
          <a:p>
            <a:r>
              <a:rPr lang="fr-FR" altLang="fr-FR" smtClean="0"/>
              <a:t>5-  AVEC UNE FOI D’ENFANT LA VALEUR DE CELUI QUI EST FIDÈLE </a:t>
            </a:r>
          </a:p>
          <a:p>
            <a:r>
              <a:rPr lang="fr-FR" altLang="fr-FR" smtClean="0"/>
              <a:t>By simple child-like faith The priceless truth that Others will deny</a:t>
            </a:r>
          </a:p>
          <a:p>
            <a:endParaRPr lang="fr-FR" altLang="fr-FR" smtClean="0"/>
          </a:p>
          <a:p>
            <a:r>
              <a:rPr lang="fr-FR" altLang="fr-FR" smtClean="0"/>
              <a:t>6-  QUAND ILS DISENT  QUE JE NE SUIS QU’UN HOMME</a:t>
            </a:r>
          </a:p>
          <a:p>
            <a:r>
              <a:rPr lang="fr-FR" altLang="fr-FR" smtClean="0"/>
              <a:t>When others say I'm just a man</a:t>
            </a:r>
          </a:p>
          <a:p>
            <a:r>
              <a:rPr lang="fr-FR" altLang="fr-FR" smtClean="0"/>
              <a:t> 7-  VOULANT VIVRE SES RÊVES </a:t>
            </a:r>
          </a:p>
          <a:p>
            <a:r>
              <a:rPr lang="fr-FR" altLang="fr-FR" smtClean="0"/>
              <a:t>Who likes to dream His dreams</a:t>
            </a:r>
          </a:p>
          <a:p>
            <a:r>
              <a:rPr lang="fr-FR" altLang="fr-FR" smtClean="0"/>
              <a:t>8-  QUAND ILS APPELLENT  UN MIRACLE UN MYTHE </a:t>
            </a:r>
          </a:p>
          <a:p>
            <a:r>
              <a:rPr lang="fr-FR" altLang="fr-FR" smtClean="0"/>
              <a:t>When others call a miracle a myth</a:t>
            </a:r>
          </a:p>
          <a:p>
            <a:r>
              <a:rPr lang="fr-FR" altLang="fr-FR" smtClean="0"/>
              <a:t>9-  TU COMPRENDRAS EN UN INSTANT TOUTES CES CHOSES CACHÉES </a:t>
            </a:r>
          </a:p>
          <a:p>
            <a:r>
              <a:rPr lang="fr-FR" altLang="fr-FR" smtClean="0"/>
              <a:t>You'll listen for eternity In moments as they pass</a:t>
            </a:r>
          </a:p>
          <a:p>
            <a:r>
              <a:rPr lang="fr-FR" altLang="fr-FR" smtClean="0"/>
              <a:t>10-  TU VERRAS SA BONTÉ  QUI EST SANS LIMITE </a:t>
            </a:r>
          </a:p>
          <a:p>
            <a:r>
              <a:rPr lang="fr-FR" altLang="fr-FR" smtClean="0"/>
              <a:t>And see with spirit eyes What others miss.</a:t>
            </a:r>
          </a:p>
          <a:p>
            <a:endParaRPr lang="fr-FR" altLang="fr-FR" smtClean="0"/>
          </a:p>
          <a:p>
            <a:r>
              <a:rPr lang="fr-FR" altLang="fr-FR" smtClean="0"/>
              <a:t>11-  SUR CE ROCHER  JE CONSTRUIS MON ROYAUME</a:t>
            </a:r>
          </a:p>
          <a:p>
            <a:r>
              <a:rPr lang="fr-FR" altLang="fr-FR" smtClean="0"/>
              <a:t>Upon this rock I'll build My kingdom</a:t>
            </a:r>
          </a:p>
          <a:p>
            <a:r>
              <a:rPr lang="fr-FR" altLang="fr-FR" smtClean="0"/>
              <a:t> 12-  SUR CE ROCHER, POUR TOUJOURS  À JAMAIS, JE ME TIENDRAI</a:t>
            </a:r>
          </a:p>
          <a:p>
            <a:r>
              <a:rPr lang="fr-FR" altLang="fr-FR" smtClean="0"/>
              <a:t>And on this rock forever and ever it shall stand</a:t>
            </a:r>
          </a:p>
          <a:p>
            <a:r>
              <a:rPr lang="fr-FR" altLang="fr-FR" smtClean="0"/>
              <a:t> 13-  SUR CE ROCHER DE RÉVÉLATION J’ÉTABLIRAI UNE PUISSANTE NATION</a:t>
            </a:r>
          </a:p>
          <a:p>
            <a:r>
              <a:rPr lang="fr-FR" altLang="fr-FR" smtClean="0"/>
              <a:t>Upon this rock of revelation I'll build a strong and mighty nation</a:t>
            </a:r>
          </a:p>
          <a:p>
            <a:r>
              <a:rPr lang="fr-FR" altLang="fr-FR" smtClean="0"/>
              <a:t> 14-  QUI TIENDRA FERME  CONTRE LES TEMPÊTES </a:t>
            </a:r>
          </a:p>
          <a:p>
            <a:r>
              <a:rPr lang="fr-FR" altLang="fr-FR" smtClean="0"/>
              <a:t>And it shall stand the storms of time</a:t>
            </a:r>
          </a:p>
          <a:p>
            <a:r>
              <a:rPr lang="fr-FR" altLang="fr-FR" smtClean="0"/>
              <a:t>15-  SUR CE ROCHER </a:t>
            </a:r>
          </a:p>
          <a:p>
            <a:r>
              <a:rPr lang="fr-FR" altLang="fr-FR" smtClean="0"/>
              <a:t>Upon this rock</a:t>
            </a:r>
          </a:p>
          <a:p>
            <a:endParaRPr lang="fr-FR" altLang="fr-FR" smtClean="0"/>
          </a:p>
          <a:p>
            <a:r>
              <a:rPr lang="fr-FR" altLang="fr-FR" smtClean="0"/>
              <a:t>16-  LORSQUE TOUS MES PLANS S'ÉCROULENT </a:t>
            </a:r>
          </a:p>
          <a:p>
            <a:r>
              <a:rPr lang="fr-FR" altLang="fr-FR" smtClean="0"/>
              <a:t>When My Plans Have Fallen Through
17-  QUAND JE N'AI PRESQUE  PLUS DE FORCE</a:t>
            </a:r>
          </a:p>
          <a:p>
            <a:r>
              <a:rPr lang="fr-FR" altLang="fr-FR" smtClean="0"/>
              <a:t>And When My Strength Is Nearly Gone</a:t>
            </a:r>
          </a:p>
          <a:p>
            <a:r>
              <a:rPr lang="fr-FR" altLang="fr-FR" smtClean="0"/>
              <a:t> 18-  QUAND LA SEULE CHOSE À FAIRE  EST DE DÉPENDRE DE TOI</a:t>
            </a:r>
          </a:p>
          <a:p>
            <a:r>
              <a:rPr lang="fr-FR" altLang="fr-FR" smtClean="0"/>
              <a:t>When There's Nothing Left To Do But Just Depend On You</a:t>
            </a:r>
          </a:p>
          <a:p>
            <a:endParaRPr lang="fr-FR" altLang="fr-FR" smtClean="0"/>
          </a:p>
          <a:p>
            <a:r>
              <a:rPr lang="fr-FR" altLang="fr-FR" smtClean="0"/>
              <a:t> 19-  ET LA PUISSANCE DE TON NOM </a:t>
            </a:r>
          </a:p>
          <a:p>
            <a:r>
              <a:rPr lang="fr-FR" altLang="fr-FR" smtClean="0"/>
              <a:t>And The Power Of Your Name</a:t>
            </a:r>
          </a:p>
          <a:p>
            <a:endParaRPr lang="fr-FR" altLang="fr-FR" smtClean="0"/>
          </a:p>
          <a:p>
            <a:r>
              <a:rPr lang="fr-FR" altLang="fr-FR" smtClean="0"/>
              <a:t>20-  ET QUAND NOUS INVOQUONS TON NOM TA PUISSANCE SOUDAIN APPARAÎT </a:t>
            </a:r>
          </a:p>
          <a:p>
            <a:r>
              <a:rPr lang="fr-FR" altLang="fr-FR" smtClean="0"/>
              <a:t>And As We Call Upon Your Name Your Strength Through Weakness To Show</a:t>
            </a:r>
          </a:p>
          <a:p>
            <a:r>
              <a:rPr lang="fr-FR" altLang="fr-FR" smtClean="0"/>
              <a:t>21-  NOUS POUVONS VOIR LES PLANS DU MAÎTRE ET VOIR LA MAIN DU MAÎTRE </a:t>
            </a:r>
          </a:p>
          <a:p>
            <a:r>
              <a:rPr lang="fr-FR" altLang="fr-FR" smtClean="0"/>
              <a:t>We Can Know The Master Plan Extend The Masters Hand</a:t>
            </a:r>
          </a:p>
          <a:p>
            <a:r>
              <a:rPr lang="fr-FR" altLang="fr-FR" smtClean="0"/>
              <a:t>22-  QUAND NOUS INVOQUONS  LE NOM DU SEIGNEUR </a:t>
            </a:r>
          </a:p>
          <a:p>
            <a:r>
              <a:rPr lang="fr-FR" altLang="fr-FR" smtClean="0"/>
              <a:t>When We Come In The Name Of The Lord</a:t>
            </a:r>
          </a:p>
          <a:p>
            <a:endParaRPr lang="fr-FR" altLang="fr-FR" smtClean="0"/>
          </a:p>
          <a:p>
            <a:r>
              <a:rPr lang="fr-FR" altLang="fr-FR" smtClean="0"/>
              <a:t>23-  IL Y A DE LA FORCE  DANS LE NOM DU SEIGNEUR</a:t>
            </a:r>
          </a:p>
          <a:p>
            <a:r>
              <a:rPr lang="fr-FR" altLang="fr-FR" smtClean="0"/>
              <a:t>There Is Strength In The Name Of The Lord</a:t>
            </a:r>
          </a:p>
          <a:p>
            <a:r>
              <a:rPr lang="fr-FR" altLang="fr-FR" smtClean="0"/>
              <a:t>24-  DE LA PUISSANCE  DANS LE NOM DU SEIGNEUR </a:t>
            </a:r>
          </a:p>
          <a:p>
            <a:r>
              <a:rPr lang="fr-FR" altLang="fr-FR" smtClean="0"/>
              <a:t>There Is Power In The Name Of The Lord 
25-  DE L'ESPOIR  DANS LE NOM DU SEIGNEUR</a:t>
            </a:r>
          </a:p>
          <a:p>
            <a:r>
              <a:rPr lang="fr-FR" altLang="fr-FR" smtClean="0"/>
              <a:t>There Is Hope In The Name Of The Lord 
26-  BÉNI CELUI QUI VIENT  DANS LE NOM DU SEIGNEUR  </a:t>
            </a:r>
          </a:p>
          <a:p>
            <a:r>
              <a:rPr lang="fr-FR" altLang="fr-FR" smtClean="0"/>
              <a:t>Blessed Is He Who Comes In The Name Of The Lord	 	X2</a:t>
            </a:r>
          </a:p>
          <a:p>
            <a:endParaRPr lang="fr-FR" altLang="fr-FR" smtClean="0"/>
          </a:p>
          <a:p>
            <a:r>
              <a:rPr lang="fr-FR" altLang="fr-FR" smtClean="0"/>
              <a:t>27-  COMME IL L'A DIT IL EST RESSUSCITÉ </a:t>
            </a:r>
          </a:p>
          <a:p>
            <a:r>
              <a:rPr lang="fr-FR" altLang="fr-FR" smtClean="0"/>
              <a:t>Just like he said He's risen from the dead</a:t>
            </a:r>
          </a:p>
          <a:p>
            <a:r>
              <a:rPr lang="fr-FR" altLang="fr-FR" smtClean="0"/>
              <a:t>28-  ET SON PEUPLE DIRA</a:t>
            </a:r>
          </a:p>
          <a:p>
            <a:r>
              <a:rPr lang="fr-FR" altLang="fr-FR" smtClean="0"/>
              <a:t>And the people say</a:t>
            </a:r>
          </a:p>
          <a:p>
            <a:endParaRPr lang="fr-FR" altLang="fr-FR" smtClean="0"/>
          </a:p>
          <a:p>
            <a:r>
              <a:rPr lang="fr-FR" altLang="fr-FR" smtClean="0"/>
              <a:t> 29-  NOUS L'APPELLERONS ROI DES ROIS ET SEIGNEUR DES SEIGNEURS </a:t>
            </a:r>
          </a:p>
          <a:p>
            <a:r>
              <a:rPr lang="fr-FR" altLang="fr-FR" smtClean="0"/>
              <a:t>We will call Him King of kings We will call Him Lord of lords</a:t>
            </a:r>
          </a:p>
          <a:p>
            <a:r>
              <a:rPr lang="fr-FR" altLang="fr-FR" smtClean="0"/>
              <a:t>30-  NOUS L'APPELLERONS  PRINCE DE PAIX </a:t>
            </a:r>
          </a:p>
          <a:p>
            <a:r>
              <a:rPr lang="fr-FR" altLang="fr-FR" smtClean="0"/>
              <a:t>We will call Him Prince of Peace</a:t>
            </a:r>
          </a:p>
          <a:p>
            <a:r>
              <a:rPr lang="fr-FR" altLang="fr-FR" smtClean="0"/>
              <a:t>31-  ET SI MERVEILLEUX CONSEILLER  DIEU PUISSANT </a:t>
            </a:r>
          </a:p>
          <a:p>
            <a:endParaRPr lang="fr-FR" altLang="fr-FR" smtClean="0"/>
          </a:p>
          <a:p>
            <a:r>
              <a:rPr lang="fr-FR" altLang="fr-FR" smtClean="0"/>
              <a:t>Such a wonderful counselor
32-  JE L'APPELLERAI ROI DES ROIS ET SEIGNEUR DES SEIGNEURS </a:t>
            </a:r>
          </a:p>
          <a:p>
            <a:r>
              <a:rPr lang="fr-FR" altLang="fr-FR" smtClean="0"/>
              <a:t>I will call Him King of kings and I will call Him Lord of lords</a:t>
            </a:r>
          </a:p>
          <a:p>
            <a:endParaRPr lang="fr-FR" altLang="fr-FR" smtClean="0"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082" name="Espace réservé de l'image des diapositives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3" name="Espace réservé des commentaires 2"/>
          <p:cNvSpPr>
            <a:spLocks noGrp="1"/>
          </p:cNvSpPr>
          <p:nvPr>
            <p:ph type="body" idx="1"/>
          </p:nvPr>
        </p:nvSpPr>
        <p:spPr/>
        <p:txBody>
          <a:bodyPr>
            <a:normAutofit fontScale="85000" lnSpcReduction="20000"/>
          </a:bodyPr>
          <a:lstStyle/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1-  QUAND CERTAINS  MARCHENT PAR LA VUE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When others see with earthly eyes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 2-  CONDUITS PAR LEURS REGARDS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Just what they want to see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3-  TU VERRAS DES CHOSES  QUI SONT ÉTERNELLES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Just what they want to see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 4-  TU SAURAS ET CONNAÎTRAS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You will know and recognize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5-  AVEC UNE FOI D’ENFANT LA VALEUR DE CELUI QUI EST FIDÈLE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By simple child-like faith The priceless truth that Others will deny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6-  QUAND ILS DISENT  QUE JE NE SUIS QU’UN HOMME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When others say I'm just a man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 7-  VOULANT VIVRE SES RÊVES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Who likes to dream His dreams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8-  QUAND ILS APPELLENT  UN MIRACLE UN MYTHE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When others call a miracle a myth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9-  TU COMPRENDRAS EN UN INSTANT TOUTES CES CHOSES CACHÉES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You'll listen for eternity In moments as they pass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10-  TU VERRAS SA BONTÉ  QUI EST SANS LIMITE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And see with spirit eyes What others miss.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11-  SUR CE ROCHER  JE CONSTRUIS MON ROYAUME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Upon this rock I'll build My kingdom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 12-  SUR CE ROCHER, POUR TOUJOURS  À JAMAIS, JE ME TIENDRAI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And on this rock forever and ever it shall stand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 13-  SUR CE ROCHER DE RÉVÉLATION J’ÉTABLIRAI UNE PUISSANTE NATION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Upon this rock of revelation I'll build a strong and mighty nation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 14-  QUI TIENDRA FERME  CONTRE LES TEMPÊTES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And it shall stand the storms of time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15-  SUR CE ROCHER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Upon this rock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16-  LORSQUE TOUS MES PLANS S'ÉCROULENT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When My Plans Have Fallen Through
17-  QUAND JE N'AI PRESQUE  PLUS DE FORCE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And When My Strength Is Nearly Gone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 18-  QUAND LA SEULE CHOSE À FAIRE  EST DE DÉPENDRE DE TOI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When There's Nothing Left To Do But Just Depend On You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 19-  ET LA PUISSANCE DE TON NOM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And The Power Of Your Name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20-  ET QUAND NOUS INVOQUONS TON NOM TA PUISSANCE SOUDAIN APPARAÎT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And As We Call Upon Your Name Your Strength Through Weakness To Show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21-  NOUS POUVONS VOIR LES PLANS DU MAÎTRE ET VOIR LA MAIN DU MAÎTRE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We Can Know The Master Plan Extend The Masters Hand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22-  QUAND NOUS INVOQUONS  LE NOM DU SEIGNEUR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When We Come In The Name Of The Lord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23-  IL Y A DE LA FORCE  DANS LE NOM DU SEIGNEUR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There Is Strength In The Name Of The Lord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24-  DE LA PUISSANCE  DANS LE NOM DU SEIGNEUR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There Is Power In The Name Of The Lord 
25-  DE L'ESPOIR  DANS LE NOM DU SEIGNEUR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There Is Hope In The Name Of The Lord 
26-  BÉNI CELUI QUI VIENT  DANS LE NOM DU SEIGNEUR 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Blessed Is He Who Comes In The Name Of The Lord	 	X2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27-  COMME IL L'A DIT IL EST RESSUSCITÉ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Just like he said He's risen from the dead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28-  ET SON PEUPLE DIRA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And the people say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 29-  NOUS L'APPELLERONS ROI DES ROIS ET SEIGNEUR DES SEIGNEURS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We will call Him King of kings We will call Him Lord of lords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30-  NOUS L'APPELLERONS  PRINCE DE PAIX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We will call Him Prince of Peace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31-  ET SI MERVEILLEUX CONSEILLER  DIEU PUISSANT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Such a wonderful counselor
32-  JE L'APPELLERAI ROI DES ROIS ET SEIGNEUR DES SEIGNEURS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I will call Him King of kings and I will call Him Lord of lords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dirty="0" smtClean="0"/>
          </a:p>
        </p:txBody>
      </p:sp>
      <p:sp>
        <p:nvSpPr>
          <p:cNvPr id="46084" name="Espace réservé du numéro de diapositive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 wrap="square" numCol="1" anchorCtr="0" compatLnSpc="1">
            <a:prstTxWarp prst="textNoShape">
              <a:avLst/>
            </a:prstTxWarp>
          </a:bodyPr>
          <a:lstStyle/>
          <a:p>
            <a:r>
              <a:rPr lang="fr-FR" altLang="fr-FR" smtClean="0"/>
              <a:t>1-  QUAND CERTAINS  MARCHENT PAR LA VUE</a:t>
            </a:r>
          </a:p>
          <a:p>
            <a:r>
              <a:rPr lang="fr-FR" altLang="fr-FR" smtClean="0"/>
              <a:t>When others see with earthly eyes</a:t>
            </a:r>
          </a:p>
          <a:p>
            <a:r>
              <a:rPr lang="fr-FR" altLang="fr-FR" smtClean="0"/>
              <a:t> 2-  CONDUITS PAR LEURS REGARDS </a:t>
            </a:r>
          </a:p>
          <a:p>
            <a:r>
              <a:rPr lang="fr-FR" altLang="fr-FR" smtClean="0"/>
              <a:t>Just what they want to see</a:t>
            </a:r>
          </a:p>
          <a:p>
            <a:r>
              <a:rPr lang="fr-FR" altLang="fr-FR" smtClean="0"/>
              <a:t>3-  TU VERRAS DES CHOSES  QUI SONT ÉTERNELLES</a:t>
            </a:r>
          </a:p>
          <a:p>
            <a:r>
              <a:rPr lang="fr-FR" altLang="fr-FR" smtClean="0"/>
              <a:t>Just what they want to see</a:t>
            </a:r>
          </a:p>
          <a:p>
            <a:r>
              <a:rPr lang="fr-FR" altLang="fr-FR" smtClean="0"/>
              <a:t> 4-  TU SAURAS ET CONNAÎTRAS </a:t>
            </a:r>
          </a:p>
          <a:p>
            <a:r>
              <a:rPr lang="fr-FR" altLang="fr-FR" smtClean="0"/>
              <a:t>You will know and recognize</a:t>
            </a:r>
          </a:p>
          <a:p>
            <a:r>
              <a:rPr lang="fr-FR" altLang="fr-FR" smtClean="0"/>
              <a:t>5-  AVEC UNE FOI D’ENFANT LA VALEUR DE CELUI QUI EST FIDÈLE </a:t>
            </a:r>
          </a:p>
          <a:p>
            <a:r>
              <a:rPr lang="fr-FR" altLang="fr-FR" smtClean="0"/>
              <a:t>By simple child-like faith The priceless truth that Others will deny</a:t>
            </a:r>
          </a:p>
          <a:p>
            <a:endParaRPr lang="fr-FR" altLang="fr-FR" smtClean="0"/>
          </a:p>
          <a:p>
            <a:r>
              <a:rPr lang="fr-FR" altLang="fr-FR" smtClean="0"/>
              <a:t>6-  QUAND ILS DISENT  QUE JE NE SUIS QU’UN HOMME</a:t>
            </a:r>
          </a:p>
          <a:p>
            <a:r>
              <a:rPr lang="fr-FR" altLang="fr-FR" smtClean="0"/>
              <a:t>When others say I'm just a man</a:t>
            </a:r>
          </a:p>
          <a:p>
            <a:r>
              <a:rPr lang="fr-FR" altLang="fr-FR" smtClean="0"/>
              <a:t> 7-  VOULANT VIVRE SES RÊVES </a:t>
            </a:r>
          </a:p>
          <a:p>
            <a:r>
              <a:rPr lang="fr-FR" altLang="fr-FR" smtClean="0"/>
              <a:t>Who likes to dream His dreams</a:t>
            </a:r>
          </a:p>
          <a:p>
            <a:r>
              <a:rPr lang="fr-FR" altLang="fr-FR" smtClean="0"/>
              <a:t>8-  QUAND ILS APPELLENT  UN MIRACLE UN MYTHE </a:t>
            </a:r>
          </a:p>
          <a:p>
            <a:r>
              <a:rPr lang="fr-FR" altLang="fr-FR" smtClean="0"/>
              <a:t>When others call a miracle a myth</a:t>
            </a:r>
          </a:p>
          <a:p>
            <a:r>
              <a:rPr lang="fr-FR" altLang="fr-FR" smtClean="0"/>
              <a:t>9-  TU COMPRENDRAS EN UN INSTANT TOUTES CES CHOSES CACHÉES </a:t>
            </a:r>
          </a:p>
          <a:p>
            <a:r>
              <a:rPr lang="fr-FR" altLang="fr-FR" smtClean="0"/>
              <a:t>You'll listen for eternity In moments as they pass</a:t>
            </a:r>
          </a:p>
          <a:p>
            <a:r>
              <a:rPr lang="fr-FR" altLang="fr-FR" smtClean="0"/>
              <a:t>10-  TU VERRAS SA BONTÉ  QUI EST SANS LIMITE </a:t>
            </a:r>
          </a:p>
          <a:p>
            <a:r>
              <a:rPr lang="fr-FR" altLang="fr-FR" smtClean="0"/>
              <a:t>And see with spirit eyes What others miss.</a:t>
            </a:r>
          </a:p>
          <a:p>
            <a:endParaRPr lang="fr-FR" altLang="fr-FR" smtClean="0"/>
          </a:p>
          <a:p>
            <a:r>
              <a:rPr lang="fr-FR" altLang="fr-FR" smtClean="0"/>
              <a:t>11-  SUR CE ROCHER  JE CONSTRUIS MON ROYAUME</a:t>
            </a:r>
          </a:p>
          <a:p>
            <a:r>
              <a:rPr lang="fr-FR" altLang="fr-FR" smtClean="0"/>
              <a:t>Upon this rock I'll build My kingdom</a:t>
            </a:r>
          </a:p>
          <a:p>
            <a:r>
              <a:rPr lang="fr-FR" altLang="fr-FR" smtClean="0"/>
              <a:t> 12-  SUR CE ROCHER, POUR TOUJOURS  À JAMAIS, JE ME TIENDRAI</a:t>
            </a:r>
          </a:p>
          <a:p>
            <a:r>
              <a:rPr lang="fr-FR" altLang="fr-FR" smtClean="0"/>
              <a:t>And on this rock forever and ever it shall stand</a:t>
            </a:r>
          </a:p>
          <a:p>
            <a:r>
              <a:rPr lang="fr-FR" altLang="fr-FR" smtClean="0"/>
              <a:t> 13-  SUR CE ROCHER DE RÉVÉLATION J’ÉTABLIRAI UNE PUISSANTE NATION</a:t>
            </a:r>
          </a:p>
          <a:p>
            <a:r>
              <a:rPr lang="fr-FR" altLang="fr-FR" smtClean="0"/>
              <a:t>Upon this rock of revelation I'll build a strong and mighty nation</a:t>
            </a:r>
          </a:p>
          <a:p>
            <a:r>
              <a:rPr lang="fr-FR" altLang="fr-FR" smtClean="0"/>
              <a:t> 14-  QUI TIENDRA FERME  CONTRE LES TEMPÊTES </a:t>
            </a:r>
          </a:p>
          <a:p>
            <a:r>
              <a:rPr lang="fr-FR" altLang="fr-FR" smtClean="0"/>
              <a:t>And it shall stand the storms of time</a:t>
            </a:r>
          </a:p>
          <a:p>
            <a:r>
              <a:rPr lang="fr-FR" altLang="fr-FR" smtClean="0"/>
              <a:t>15-  SUR CE ROCHER </a:t>
            </a:r>
          </a:p>
          <a:p>
            <a:r>
              <a:rPr lang="fr-FR" altLang="fr-FR" smtClean="0"/>
              <a:t>Upon this rock</a:t>
            </a:r>
          </a:p>
          <a:p>
            <a:endParaRPr lang="fr-FR" altLang="fr-FR" smtClean="0"/>
          </a:p>
          <a:p>
            <a:r>
              <a:rPr lang="fr-FR" altLang="fr-FR" smtClean="0"/>
              <a:t>16-  LORSQUE TOUS MES PLANS S'ÉCROULENT </a:t>
            </a:r>
          </a:p>
          <a:p>
            <a:r>
              <a:rPr lang="fr-FR" altLang="fr-FR" smtClean="0"/>
              <a:t>When My Plans Have Fallen Through
17-  QUAND JE N'AI PRESQUE  PLUS DE FORCE</a:t>
            </a:r>
          </a:p>
          <a:p>
            <a:r>
              <a:rPr lang="fr-FR" altLang="fr-FR" smtClean="0"/>
              <a:t>And When My Strength Is Nearly Gone</a:t>
            </a:r>
          </a:p>
          <a:p>
            <a:r>
              <a:rPr lang="fr-FR" altLang="fr-FR" smtClean="0"/>
              <a:t> 18-  QUAND LA SEULE CHOSE À FAIRE  EST DE DÉPENDRE DE TOI</a:t>
            </a:r>
          </a:p>
          <a:p>
            <a:r>
              <a:rPr lang="fr-FR" altLang="fr-FR" smtClean="0"/>
              <a:t>When There's Nothing Left To Do But Just Depend On You</a:t>
            </a:r>
          </a:p>
          <a:p>
            <a:endParaRPr lang="fr-FR" altLang="fr-FR" smtClean="0"/>
          </a:p>
          <a:p>
            <a:r>
              <a:rPr lang="fr-FR" altLang="fr-FR" smtClean="0"/>
              <a:t> 19-  ET LA PUISSANCE DE TON NOM </a:t>
            </a:r>
          </a:p>
          <a:p>
            <a:r>
              <a:rPr lang="fr-FR" altLang="fr-FR" smtClean="0"/>
              <a:t>And The Power Of Your Name</a:t>
            </a:r>
          </a:p>
          <a:p>
            <a:endParaRPr lang="fr-FR" altLang="fr-FR" smtClean="0"/>
          </a:p>
          <a:p>
            <a:r>
              <a:rPr lang="fr-FR" altLang="fr-FR" smtClean="0"/>
              <a:t>20-  ET QUAND NOUS INVOQUONS TON NOM TA PUISSANCE SOUDAIN APPARAÎT </a:t>
            </a:r>
          </a:p>
          <a:p>
            <a:r>
              <a:rPr lang="fr-FR" altLang="fr-FR" smtClean="0"/>
              <a:t>And As We Call Upon Your Name Your Strength Through Weakness To Show</a:t>
            </a:r>
          </a:p>
          <a:p>
            <a:r>
              <a:rPr lang="fr-FR" altLang="fr-FR" smtClean="0"/>
              <a:t>21-  NOUS POUVONS VOIR LES PLANS DU MAÎTRE ET VOIR LA MAIN DU MAÎTRE </a:t>
            </a:r>
          </a:p>
          <a:p>
            <a:r>
              <a:rPr lang="fr-FR" altLang="fr-FR" smtClean="0"/>
              <a:t>We Can Know The Master Plan Extend The Masters Hand</a:t>
            </a:r>
          </a:p>
          <a:p>
            <a:r>
              <a:rPr lang="fr-FR" altLang="fr-FR" smtClean="0"/>
              <a:t>22-  QUAND NOUS INVOQUONS  LE NOM DU SEIGNEUR </a:t>
            </a:r>
          </a:p>
          <a:p>
            <a:r>
              <a:rPr lang="fr-FR" altLang="fr-FR" smtClean="0"/>
              <a:t>When We Come In The Name Of The Lord</a:t>
            </a:r>
          </a:p>
          <a:p>
            <a:endParaRPr lang="fr-FR" altLang="fr-FR" smtClean="0"/>
          </a:p>
          <a:p>
            <a:r>
              <a:rPr lang="fr-FR" altLang="fr-FR" smtClean="0"/>
              <a:t>23-  IL Y A DE LA FORCE  DANS LE NOM DU SEIGNEUR</a:t>
            </a:r>
          </a:p>
          <a:p>
            <a:r>
              <a:rPr lang="fr-FR" altLang="fr-FR" smtClean="0"/>
              <a:t>There Is Strength In The Name Of The Lord</a:t>
            </a:r>
          </a:p>
          <a:p>
            <a:r>
              <a:rPr lang="fr-FR" altLang="fr-FR" smtClean="0"/>
              <a:t>24-  DE LA PUISSANCE  DANS LE NOM DU SEIGNEUR </a:t>
            </a:r>
          </a:p>
          <a:p>
            <a:r>
              <a:rPr lang="fr-FR" altLang="fr-FR" smtClean="0"/>
              <a:t>There Is Power In The Name Of The Lord 
25-  DE L'ESPOIR  DANS LE NOM DU SEIGNEUR</a:t>
            </a:r>
          </a:p>
          <a:p>
            <a:r>
              <a:rPr lang="fr-FR" altLang="fr-FR" smtClean="0"/>
              <a:t>There Is Hope In The Name Of The Lord 
26-  BÉNI CELUI QUI VIENT  DANS LE NOM DU SEIGNEUR  </a:t>
            </a:r>
          </a:p>
          <a:p>
            <a:r>
              <a:rPr lang="fr-FR" altLang="fr-FR" smtClean="0"/>
              <a:t>Blessed Is He Who Comes In The Name Of The Lord	 	X2</a:t>
            </a:r>
          </a:p>
          <a:p>
            <a:endParaRPr lang="fr-FR" altLang="fr-FR" smtClean="0"/>
          </a:p>
          <a:p>
            <a:r>
              <a:rPr lang="fr-FR" altLang="fr-FR" smtClean="0"/>
              <a:t>27-  COMME IL L'A DIT IL EST RESSUSCITÉ </a:t>
            </a:r>
          </a:p>
          <a:p>
            <a:r>
              <a:rPr lang="fr-FR" altLang="fr-FR" smtClean="0"/>
              <a:t>Just like he said He's risen from the dead</a:t>
            </a:r>
          </a:p>
          <a:p>
            <a:r>
              <a:rPr lang="fr-FR" altLang="fr-FR" smtClean="0"/>
              <a:t>28-  ET SON PEUPLE DIRA</a:t>
            </a:r>
          </a:p>
          <a:p>
            <a:r>
              <a:rPr lang="fr-FR" altLang="fr-FR" smtClean="0"/>
              <a:t>And the people say</a:t>
            </a:r>
          </a:p>
          <a:p>
            <a:endParaRPr lang="fr-FR" altLang="fr-FR" smtClean="0"/>
          </a:p>
          <a:p>
            <a:r>
              <a:rPr lang="fr-FR" altLang="fr-FR" smtClean="0"/>
              <a:t> 29-  NOUS L'APPELLERONS ROI DES ROIS ET SEIGNEUR DES SEIGNEURS </a:t>
            </a:r>
          </a:p>
          <a:p>
            <a:r>
              <a:rPr lang="fr-FR" altLang="fr-FR" smtClean="0"/>
              <a:t>We will call Him King of kings We will call Him Lord of lords</a:t>
            </a:r>
          </a:p>
          <a:p>
            <a:r>
              <a:rPr lang="fr-FR" altLang="fr-FR" smtClean="0"/>
              <a:t>30-  NOUS L'APPELLERONS  PRINCE DE PAIX </a:t>
            </a:r>
          </a:p>
          <a:p>
            <a:r>
              <a:rPr lang="fr-FR" altLang="fr-FR" smtClean="0"/>
              <a:t>We will call Him Prince of Peace</a:t>
            </a:r>
          </a:p>
          <a:p>
            <a:r>
              <a:rPr lang="fr-FR" altLang="fr-FR" smtClean="0"/>
              <a:t>31-  ET SI MERVEILLEUX CONSEILLER  DIEU PUISSANT </a:t>
            </a:r>
          </a:p>
          <a:p>
            <a:endParaRPr lang="fr-FR" altLang="fr-FR" smtClean="0"/>
          </a:p>
          <a:p>
            <a:r>
              <a:rPr lang="fr-FR" altLang="fr-FR" smtClean="0"/>
              <a:t>Such a wonderful counselor
32-  JE L'APPELLERAI ROI DES ROIS ET SEIGNEUR DES SEIGNEURS </a:t>
            </a:r>
          </a:p>
          <a:p>
            <a:r>
              <a:rPr lang="fr-FR" altLang="fr-FR" smtClean="0"/>
              <a:t>I will call Him King of kings and I will call Him Lord of lords</a:t>
            </a:r>
          </a:p>
          <a:p>
            <a:endParaRPr lang="fr-FR" altLang="fr-FR" smtClean="0"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106" name="Espace réservé de l'image des diapositives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3" name="Espace réservé des commentaires 2"/>
          <p:cNvSpPr>
            <a:spLocks noGrp="1"/>
          </p:cNvSpPr>
          <p:nvPr>
            <p:ph type="body" idx="1"/>
          </p:nvPr>
        </p:nvSpPr>
        <p:spPr/>
        <p:txBody>
          <a:bodyPr>
            <a:normAutofit fontScale="85000" lnSpcReduction="20000"/>
          </a:bodyPr>
          <a:lstStyle/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1-  QUAND CERTAINS  MARCHENT PAR LA VUE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When others see with earthly eyes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 2-  CONDUITS PAR LEURS REGARDS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Just what they want to see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3-  TU VERRAS DES CHOSES  QUI SONT ÉTERNELLES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Just what they want to see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 4-  TU SAURAS ET CONNAÎTRAS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You will know and recognize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5-  AVEC UNE FOI D’ENFANT LA VALEUR DE CELUI QUI EST FIDÈLE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By simple child-like faith The priceless truth that Others will deny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6-  QUAND ILS DISENT  QUE JE NE SUIS QU’UN HOMME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When others say I'm just a man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 7-  VOULANT VIVRE SES RÊVES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Who likes to dream His dreams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8-  QUAND ILS APPELLENT  UN MIRACLE UN MYTHE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When others call a miracle a myth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9-  TU COMPRENDRAS EN UN INSTANT TOUTES CES CHOSES CACHÉES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You'll listen for eternity In moments as they pass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10-  TU VERRAS SA BONTÉ  QUI EST SANS LIMITE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And see with spirit eyes What others miss.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11-  SUR CE ROCHER  JE CONSTRUIS MON ROYAUME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Upon this rock I'll build My kingdom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 12-  SUR CE ROCHER, POUR TOUJOURS  À JAMAIS, JE ME TIENDRAI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And on this rock forever and ever it shall stand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 13-  SUR CE ROCHER DE RÉVÉLATION J’ÉTABLIRAI UNE PUISSANTE NATION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Upon this rock of revelation I'll build a strong and mighty nation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 14-  QUI TIENDRA FERME  CONTRE LES TEMPÊTES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And it shall stand the storms of time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15-  SUR CE ROCHER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Upon this rock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16-  LORSQUE TOUS MES PLANS S'ÉCROULENT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When My Plans Have Fallen Through
17-  QUAND JE N'AI PRESQUE  PLUS DE FORCE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And When My Strength Is Nearly Gone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 18-  QUAND LA SEULE CHOSE À FAIRE  EST DE DÉPENDRE DE TOI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When There's Nothing Left To Do But Just Depend On You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 19-  ET LA PUISSANCE DE TON NOM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And The Power Of Your Name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20-  ET QUAND NOUS INVOQUONS TON NOM TA PUISSANCE SOUDAIN APPARAÎT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And As We Call Upon Your Name Your Strength Through Weakness To Show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21-  NOUS POUVONS VOIR LES PLANS DU MAÎTRE ET VOIR LA MAIN DU MAÎTRE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We Can Know The Master Plan Extend The Masters Hand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22-  QUAND NOUS INVOQUONS  LE NOM DU SEIGNEUR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When We Come In The Name Of The Lord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23-  IL Y A DE LA FORCE  DANS LE NOM DU SEIGNEUR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There Is Strength In The Name Of The Lord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24-  DE LA PUISSANCE  DANS LE NOM DU SEIGNEUR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There Is Power In The Name Of The Lord 
25-  DE L'ESPOIR  DANS LE NOM DU SEIGNEUR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There Is Hope In The Name Of The Lord 
26-  BÉNI CELUI QUI VIENT  DANS LE NOM DU SEIGNEUR 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Blessed Is He Who Comes In The Name Of The Lord	 	X2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27-  COMME IL L'A DIT IL EST RESSUSCITÉ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Just like he said He's risen from the dead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28-  ET SON PEUPLE DIRA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And the people say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 29-  NOUS L'APPELLERONS ROI DES ROIS ET SEIGNEUR DES SEIGNEURS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We will call Him King of kings We will call Him Lord of lords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30-  NOUS L'APPELLERONS  PRINCE DE PAIX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We will call Him Prince of Peace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31-  ET SI MERVEILLEUX CONSEILLER  DIEU PUISSANT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Such a wonderful counselor
32-  JE L'APPELLERAI ROI DES ROIS ET SEIGNEUR DES SEIGNEURS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I will call Him King of kings and I will call Him Lord of lords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dirty="0" smtClean="0"/>
          </a:p>
        </p:txBody>
      </p:sp>
      <p:sp>
        <p:nvSpPr>
          <p:cNvPr id="47108" name="Espace réservé du numéro de diapositive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 wrap="square" numCol="1" anchorCtr="0" compatLnSpc="1">
            <a:prstTxWarp prst="textNoShape">
              <a:avLst/>
            </a:prstTxWarp>
          </a:bodyPr>
          <a:lstStyle/>
          <a:p>
            <a:r>
              <a:rPr lang="fr-FR" altLang="fr-FR" smtClean="0"/>
              <a:t>1-  QUAND CERTAINS  MARCHENT PAR LA VUE</a:t>
            </a:r>
          </a:p>
          <a:p>
            <a:r>
              <a:rPr lang="fr-FR" altLang="fr-FR" smtClean="0"/>
              <a:t>When others see with earthly eyes</a:t>
            </a:r>
          </a:p>
          <a:p>
            <a:r>
              <a:rPr lang="fr-FR" altLang="fr-FR" smtClean="0"/>
              <a:t> 2-  CONDUITS PAR LEURS REGARDS </a:t>
            </a:r>
          </a:p>
          <a:p>
            <a:r>
              <a:rPr lang="fr-FR" altLang="fr-FR" smtClean="0"/>
              <a:t>Just what they want to see</a:t>
            </a:r>
          </a:p>
          <a:p>
            <a:r>
              <a:rPr lang="fr-FR" altLang="fr-FR" smtClean="0"/>
              <a:t>3-  TU VERRAS DES CHOSES  QUI SONT ÉTERNELLES</a:t>
            </a:r>
          </a:p>
          <a:p>
            <a:r>
              <a:rPr lang="fr-FR" altLang="fr-FR" smtClean="0"/>
              <a:t>Just what they want to see</a:t>
            </a:r>
          </a:p>
          <a:p>
            <a:r>
              <a:rPr lang="fr-FR" altLang="fr-FR" smtClean="0"/>
              <a:t> 4-  TU SAURAS ET CONNAÎTRAS </a:t>
            </a:r>
          </a:p>
          <a:p>
            <a:r>
              <a:rPr lang="fr-FR" altLang="fr-FR" smtClean="0"/>
              <a:t>You will know and recognize</a:t>
            </a:r>
          </a:p>
          <a:p>
            <a:r>
              <a:rPr lang="fr-FR" altLang="fr-FR" smtClean="0"/>
              <a:t>5-  AVEC UNE FOI D’ENFANT LA VALEUR DE CELUI QUI EST FIDÈLE </a:t>
            </a:r>
          </a:p>
          <a:p>
            <a:r>
              <a:rPr lang="fr-FR" altLang="fr-FR" smtClean="0"/>
              <a:t>By simple child-like faith The priceless truth that Others will deny</a:t>
            </a:r>
          </a:p>
          <a:p>
            <a:endParaRPr lang="fr-FR" altLang="fr-FR" smtClean="0"/>
          </a:p>
          <a:p>
            <a:r>
              <a:rPr lang="fr-FR" altLang="fr-FR" smtClean="0"/>
              <a:t>6-  QUAND ILS DISENT  QUE JE NE SUIS QU’UN HOMME</a:t>
            </a:r>
          </a:p>
          <a:p>
            <a:r>
              <a:rPr lang="fr-FR" altLang="fr-FR" smtClean="0"/>
              <a:t>When others say I'm just a man</a:t>
            </a:r>
          </a:p>
          <a:p>
            <a:r>
              <a:rPr lang="fr-FR" altLang="fr-FR" smtClean="0"/>
              <a:t> 7-  VOULANT VIVRE SES RÊVES </a:t>
            </a:r>
          </a:p>
          <a:p>
            <a:r>
              <a:rPr lang="fr-FR" altLang="fr-FR" smtClean="0"/>
              <a:t>Who likes to dream His dreams</a:t>
            </a:r>
          </a:p>
          <a:p>
            <a:r>
              <a:rPr lang="fr-FR" altLang="fr-FR" smtClean="0"/>
              <a:t>8-  QUAND ILS APPELLENT  UN MIRACLE UN MYTHE </a:t>
            </a:r>
          </a:p>
          <a:p>
            <a:r>
              <a:rPr lang="fr-FR" altLang="fr-FR" smtClean="0"/>
              <a:t>When others call a miracle a myth</a:t>
            </a:r>
          </a:p>
          <a:p>
            <a:r>
              <a:rPr lang="fr-FR" altLang="fr-FR" smtClean="0"/>
              <a:t>9-  TU COMPRENDRAS EN UN INSTANT TOUTES CES CHOSES CACHÉES </a:t>
            </a:r>
          </a:p>
          <a:p>
            <a:r>
              <a:rPr lang="fr-FR" altLang="fr-FR" smtClean="0"/>
              <a:t>You'll listen for eternity In moments as they pass</a:t>
            </a:r>
          </a:p>
          <a:p>
            <a:r>
              <a:rPr lang="fr-FR" altLang="fr-FR" smtClean="0"/>
              <a:t>10-  TU VERRAS SA BONTÉ  QUI EST SANS LIMITE </a:t>
            </a:r>
          </a:p>
          <a:p>
            <a:r>
              <a:rPr lang="fr-FR" altLang="fr-FR" smtClean="0"/>
              <a:t>And see with spirit eyes What others miss.</a:t>
            </a:r>
          </a:p>
          <a:p>
            <a:endParaRPr lang="fr-FR" altLang="fr-FR" smtClean="0"/>
          </a:p>
          <a:p>
            <a:r>
              <a:rPr lang="fr-FR" altLang="fr-FR" smtClean="0"/>
              <a:t>11-  SUR CE ROCHER  JE CONSTRUIS MON ROYAUME</a:t>
            </a:r>
          </a:p>
          <a:p>
            <a:r>
              <a:rPr lang="fr-FR" altLang="fr-FR" smtClean="0"/>
              <a:t>Upon this rock I'll build My kingdom</a:t>
            </a:r>
          </a:p>
          <a:p>
            <a:r>
              <a:rPr lang="fr-FR" altLang="fr-FR" smtClean="0"/>
              <a:t> 12-  SUR CE ROCHER, POUR TOUJOURS  À JAMAIS, JE ME TIENDRAI</a:t>
            </a:r>
          </a:p>
          <a:p>
            <a:r>
              <a:rPr lang="fr-FR" altLang="fr-FR" smtClean="0"/>
              <a:t>And on this rock forever and ever it shall stand</a:t>
            </a:r>
          </a:p>
          <a:p>
            <a:r>
              <a:rPr lang="fr-FR" altLang="fr-FR" smtClean="0"/>
              <a:t> 13-  SUR CE ROCHER DE RÉVÉLATION J’ÉTABLIRAI UNE PUISSANTE NATION</a:t>
            </a:r>
          </a:p>
          <a:p>
            <a:r>
              <a:rPr lang="fr-FR" altLang="fr-FR" smtClean="0"/>
              <a:t>Upon this rock of revelation I'll build a strong and mighty nation</a:t>
            </a:r>
          </a:p>
          <a:p>
            <a:r>
              <a:rPr lang="fr-FR" altLang="fr-FR" smtClean="0"/>
              <a:t> 14-  QUI TIENDRA FERME  CONTRE LES TEMPÊTES </a:t>
            </a:r>
          </a:p>
          <a:p>
            <a:r>
              <a:rPr lang="fr-FR" altLang="fr-FR" smtClean="0"/>
              <a:t>And it shall stand the storms of time</a:t>
            </a:r>
          </a:p>
          <a:p>
            <a:r>
              <a:rPr lang="fr-FR" altLang="fr-FR" smtClean="0"/>
              <a:t>15-  SUR CE ROCHER </a:t>
            </a:r>
          </a:p>
          <a:p>
            <a:r>
              <a:rPr lang="fr-FR" altLang="fr-FR" smtClean="0"/>
              <a:t>Upon this rock</a:t>
            </a:r>
          </a:p>
          <a:p>
            <a:endParaRPr lang="fr-FR" altLang="fr-FR" smtClean="0"/>
          </a:p>
          <a:p>
            <a:r>
              <a:rPr lang="fr-FR" altLang="fr-FR" smtClean="0"/>
              <a:t>16-  LORSQUE TOUS MES PLANS S'ÉCROULENT </a:t>
            </a:r>
          </a:p>
          <a:p>
            <a:r>
              <a:rPr lang="fr-FR" altLang="fr-FR" smtClean="0"/>
              <a:t>When My Plans Have Fallen Through
17-  QUAND JE N'AI PRESQUE  PLUS DE FORCE</a:t>
            </a:r>
          </a:p>
          <a:p>
            <a:r>
              <a:rPr lang="fr-FR" altLang="fr-FR" smtClean="0"/>
              <a:t>And When My Strength Is Nearly Gone</a:t>
            </a:r>
          </a:p>
          <a:p>
            <a:r>
              <a:rPr lang="fr-FR" altLang="fr-FR" smtClean="0"/>
              <a:t> 18-  QUAND LA SEULE CHOSE À FAIRE  EST DE DÉPENDRE DE TOI</a:t>
            </a:r>
          </a:p>
          <a:p>
            <a:r>
              <a:rPr lang="fr-FR" altLang="fr-FR" smtClean="0"/>
              <a:t>When There's Nothing Left To Do But Just Depend On You</a:t>
            </a:r>
          </a:p>
          <a:p>
            <a:endParaRPr lang="fr-FR" altLang="fr-FR" smtClean="0"/>
          </a:p>
          <a:p>
            <a:r>
              <a:rPr lang="fr-FR" altLang="fr-FR" smtClean="0"/>
              <a:t> 19-  ET LA PUISSANCE DE TON NOM </a:t>
            </a:r>
          </a:p>
          <a:p>
            <a:r>
              <a:rPr lang="fr-FR" altLang="fr-FR" smtClean="0"/>
              <a:t>And The Power Of Your Name</a:t>
            </a:r>
          </a:p>
          <a:p>
            <a:endParaRPr lang="fr-FR" altLang="fr-FR" smtClean="0"/>
          </a:p>
          <a:p>
            <a:r>
              <a:rPr lang="fr-FR" altLang="fr-FR" smtClean="0"/>
              <a:t>20-  ET QUAND NOUS INVOQUONS TON NOM TA PUISSANCE SOUDAIN APPARAÎT </a:t>
            </a:r>
          </a:p>
          <a:p>
            <a:r>
              <a:rPr lang="fr-FR" altLang="fr-FR" smtClean="0"/>
              <a:t>And As We Call Upon Your Name Your Strength Through Weakness To Show</a:t>
            </a:r>
          </a:p>
          <a:p>
            <a:r>
              <a:rPr lang="fr-FR" altLang="fr-FR" smtClean="0"/>
              <a:t>21-  NOUS POUVONS VOIR LES PLANS DU MAÎTRE ET VOIR LA MAIN DU MAÎTRE </a:t>
            </a:r>
          </a:p>
          <a:p>
            <a:r>
              <a:rPr lang="fr-FR" altLang="fr-FR" smtClean="0"/>
              <a:t>We Can Know The Master Plan Extend The Masters Hand</a:t>
            </a:r>
          </a:p>
          <a:p>
            <a:r>
              <a:rPr lang="fr-FR" altLang="fr-FR" smtClean="0"/>
              <a:t>22-  QUAND NOUS INVOQUONS  LE NOM DU SEIGNEUR </a:t>
            </a:r>
          </a:p>
          <a:p>
            <a:r>
              <a:rPr lang="fr-FR" altLang="fr-FR" smtClean="0"/>
              <a:t>When We Come In The Name Of The Lord</a:t>
            </a:r>
          </a:p>
          <a:p>
            <a:endParaRPr lang="fr-FR" altLang="fr-FR" smtClean="0"/>
          </a:p>
          <a:p>
            <a:r>
              <a:rPr lang="fr-FR" altLang="fr-FR" smtClean="0"/>
              <a:t>23-  IL Y A DE LA FORCE  DANS LE NOM DU SEIGNEUR</a:t>
            </a:r>
          </a:p>
          <a:p>
            <a:r>
              <a:rPr lang="fr-FR" altLang="fr-FR" smtClean="0"/>
              <a:t>There Is Strength In The Name Of The Lord</a:t>
            </a:r>
          </a:p>
          <a:p>
            <a:r>
              <a:rPr lang="fr-FR" altLang="fr-FR" smtClean="0"/>
              <a:t>24-  DE LA PUISSANCE  DANS LE NOM DU SEIGNEUR </a:t>
            </a:r>
          </a:p>
          <a:p>
            <a:r>
              <a:rPr lang="fr-FR" altLang="fr-FR" smtClean="0"/>
              <a:t>There Is Power In The Name Of The Lord 
25-  DE L'ESPOIR  DANS LE NOM DU SEIGNEUR</a:t>
            </a:r>
          </a:p>
          <a:p>
            <a:r>
              <a:rPr lang="fr-FR" altLang="fr-FR" smtClean="0"/>
              <a:t>There Is Hope In The Name Of The Lord 
26-  BÉNI CELUI QUI VIENT  DANS LE NOM DU SEIGNEUR  </a:t>
            </a:r>
          </a:p>
          <a:p>
            <a:r>
              <a:rPr lang="fr-FR" altLang="fr-FR" smtClean="0"/>
              <a:t>Blessed Is He Who Comes In The Name Of The Lord	 	X2</a:t>
            </a:r>
          </a:p>
          <a:p>
            <a:endParaRPr lang="fr-FR" altLang="fr-FR" smtClean="0"/>
          </a:p>
          <a:p>
            <a:r>
              <a:rPr lang="fr-FR" altLang="fr-FR" smtClean="0"/>
              <a:t>27-  COMME IL L'A DIT IL EST RESSUSCITÉ </a:t>
            </a:r>
          </a:p>
          <a:p>
            <a:r>
              <a:rPr lang="fr-FR" altLang="fr-FR" smtClean="0"/>
              <a:t>Just like he said He's risen from the dead</a:t>
            </a:r>
          </a:p>
          <a:p>
            <a:r>
              <a:rPr lang="fr-FR" altLang="fr-FR" smtClean="0"/>
              <a:t>28-  ET SON PEUPLE DIRA</a:t>
            </a:r>
          </a:p>
          <a:p>
            <a:r>
              <a:rPr lang="fr-FR" altLang="fr-FR" smtClean="0"/>
              <a:t>And the people say</a:t>
            </a:r>
          </a:p>
          <a:p>
            <a:endParaRPr lang="fr-FR" altLang="fr-FR" smtClean="0"/>
          </a:p>
          <a:p>
            <a:r>
              <a:rPr lang="fr-FR" altLang="fr-FR" smtClean="0"/>
              <a:t> 29-  NOUS L'APPELLERONS ROI DES ROIS ET SEIGNEUR DES SEIGNEURS </a:t>
            </a:r>
          </a:p>
          <a:p>
            <a:r>
              <a:rPr lang="fr-FR" altLang="fr-FR" smtClean="0"/>
              <a:t>We will call Him King of kings We will call Him Lord of lords</a:t>
            </a:r>
          </a:p>
          <a:p>
            <a:r>
              <a:rPr lang="fr-FR" altLang="fr-FR" smtClean="0"/>
              <a:t>30-  NOUS L'APPELLERONS  PRINCE DE PAIX </a:t>
            </a:r>
          </a:p>
          <a:p>
            <a:r>
              <a:rPr lang="fr-FR" altLang="fr-FR" smtClean="0"/>
              <a:t>We will call Him Prince of Peace</a:t>
            </a:r>
          </a:p>
          <a:p>
            <a:r>
              <a:rPr lang="fr-FR" altLang="fr-FR" smtClean="0"/>
              <a:t>31-  ET SI MERVEILLEUX CONSEILLER  DIEU PUISSANT </a:t>
            </a:r>
          </a:p>
          <a:p>
            <a:endParaRPr lang="fr-FR" altLang="fr-FR" smtClean="0"/>
          </a:p>
          <a:p>
            <a:r>
              <a:rPr lang="fr-FR" altLang="fr-FR" smtClean="0"/>
              <a:t>Such a wonderful counselor
32-  JE L'APPELLERAI ROI DES ROIS ET SEIGNEUR DES SEIGNEURS </a:t>
            </a:r>
          </a:p>
          <a:p>
            <a:r>
              <a:rPr lang="fr-FR" altLang="fr-FR" smtClean="0"/>
              <a:t>I will call Him King of kings and I will call Him Lord of lords</a:t>
            </a:r>
          </a:p>
          <a:p>
            <a:endParaRPr lang="fr-FR" altLang="fr-FR" smtClean="0"/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130" name="Espace réservé de l'image des diapositives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3" name="Espace réservé des commentaires 2"/>
          <p:cNvSpPr>
            <a:spLocks noGrp="1"/>
          </p:cNvSpPr>
          <p:nvPr>
            <p:ph type="body" idx="1"/>
          </p:nvPr>
        </p:nvSpPr>
        <p:spPr/>
        <p:txBody>
          <a:bodyPr>
            <a:normAutofit fontScale="85000" lnSpcReduction="20000"/>
          </a:bodyPr>
          <a:lstStyle/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1-  QUAND CERTAINS  MARCHENT PAR LA VUE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When others see with earthly eyes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 2-  CONDUITS PAR LEURS REGARDS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Just what they want to see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3-  TU VERRAS DES CHOSES  QUI SONT ÉTERNELLES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Just what they want to see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 4-  TU SAURAS ET CONNAÎTRAS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You will know and recognize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5-  AVEC UNE FOI D’ENFANT LA VALEUR DE CELUI QUI EST FIDÈLE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By simple child-like faith The priceless truth that Others will deny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6-  QUAND ILS DISENT  QUE JE NE SUIS QU’UN HOMME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When others say I'm just a man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 7-  VOULANT VIVRE SES RÊVES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Who likes to dream His dreams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8-  QUAND ILS APPELLENT  UN MIRACLE UN MYTHE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When others call a miracle a myth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9-  TU COMPRENDRAS EN UN INSTANT TOUTES CES CHOSES CACHÉES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You'll listen for eternity In moments as they pass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10-  TU VERRAS SA BONTÉ  QUI EST SANS LIMITE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And see with spirit eyes What others miss.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11-  SUR CE ROCHER  JE CONSTRUIS MON ROYAUME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Upon this rock I'll build My kingdom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 12-  SUR CE ROCHER, POUR TOUJOURS  À JAMAIS, JE ME TIENDRAI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And on this rock forever and ever it shall stand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 13-  SUR CE ROCHER DE RÉVÉLATION J’ÉTABLIRAI UNE PUISSANTE NATION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Upon this rock of revelation I'll build a strong and mighty nation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 14-  QUI TIENDRA FERME  CONTRE LES TEMPÊTES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And it shall stand the storms of time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15-  SUR CE ROCHER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Upon this rock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16-  LORSQUE TOUS MES PLANS S'ÉCROULENT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When My Plans Have Fallen Through
17-  QUAND JE N'AI PRESQUE  PLUS DE FORCE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And When My Strength Is Nearly Gone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 18-  QUAND LA SEULE CHOSE À FAIRE  EST DE DÉPENDRE DE TOI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When There's Nothing Left To Do But Just Depend On You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 19-  ET LA PUISSANCE DE TON NOM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And The Power Of Your Name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20-  ET QUAND NOUS INVOQUONS TON NOM TA PUISSANCE SOUDAIN APPARAÎT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And As We Call Upon Your Name Your Strength Through Weakness To Show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21-  NOUS POUVONS VOIR LES PLANS DU MAÎTRE ET VOIR LA MAIN DU MAÎTRE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We Can Know The Master Plan Extend The Masters Hand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22-  QUAND NOUS INVOQUONS  LE NOM DU SEIGNEUR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When We Come In The Name Of The Lord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23-  IL Y A DE LA FORCE  DANS LE NOM DU SEIGNEUR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There Is Strength In The Name Of The Lord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24-  DE LA PUISSANCE  DANS LE NOM DU SEIGNEUR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There Is Power In The Name Of The Lord 
25-  DE L'ESPOIR  DANS LE NOM DU SEIGNEUR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There Is Hope In The Name Of The Lord 
26-  BÉNI CELUI QUI VIENT  DANS LE NOM DU SEIGNEUR 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Blessed Is He Who Comes In The Name Of The Lord	 	X2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27-  COMME IL L'A DIT IL EST RESSUSCITÉ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Just like he said He's risen from the dead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28-  ET SON PEUPLE DIRA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And the people say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 29-  NOUS L'APPELLERONS ROI DES ROIS ET SEIGNEUR DES SEIGNEURS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We will call Him King of kings We will call Him Lord of lords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30-  NOUS L'APPELLERONS  PRINCE DE PAIX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We will call Him Prince of Peace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31-  ET SI MERVEILLEUX CONSEILLER  DIEU PUISSANT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Such a wonderful counselor
32-  JE L'APPELLERAI ROI DES ROIS ET SEIGNEUR DES SEIGNEURS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I will call Him King of kings and I will call Him Lord of lords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dirty="0" smtClean="0"/>
          </a:p>
        </p:txBody>
      </p:sp>
      <p:sp>
        <p:nvSpPr>
          <p:cNvPr id="48132" name="Espace réservé du numéro de diapositive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 wrap="square" numCol="1" anchorCtr="0" compatLnSpc="1">
            <a:prstTxWarp prst="textNoShape">
              <a:avLst/>
            </a:prstTxWarp>
          </a:bodyPr>
          <a:lstStyle/>
          <a:p>
            <a:r>
              <a:rPr lang="fr-FR" altLang="fr-FR" smtClean="0"/>
              <a:t>1-  QUAND CERTAINS  MARCHENT PAR LA VUE</a:t>
            </a:r>
          </a:p>
          <a:p>
            <a:r>
              <a:rPr lang="fr-FR" altLang="fr-FR" smtClean="0"/>
              <a:t>When others see with earthly eyes</a:t>
            </a:r>
          </a:p>
          <a:p>
            <a:r>
              <a:rPr lang="fr-FR" altLang="fr-FR" smtClean="0"/>
              <a:t> 2-  CONDUITS PAR LEURS REGARDS </a:t>
            </a:r>
          </a:p>
          <a:p>
            <a:r>
              <a:rPr lang="fr-FR" altLang="fr-FR" smtClean="0"/>
              <a:t>Just what they want to see</a:t>
            </a:r>
          </a:p>
          <a:p>
            <a:r>
              <a:rPr lang="fr-FR" altLang="fr-FR" smtClean="0"/>
              <a:t>3-  TU VERRAS DES CHOSES  QUI SONT ÉTERNELLES</a:t>
            </a:r>
          </a:p>
          <a:p>
            <a:r>
              <a:rPr lang="fr-FR" altLang="fr-FR" smtClean="0"/>
              <a:t>Just what they want to see</a:t>
            </a:r>
          </a:p>
          <a:p>
            <a:r>
              <a:rPr lang="fr-FR" altLang="fr-FR" smtClean="0"/>
              <a:t> 4-  TU SAURAS ET CONNAÎTRAS </a:t>
            </a:r>
          </a:p>
          <a:p>
            <a:r>
              <a:rPr lang="fr-FR" altLang="fr-FR" smtClean="0"/>
              <a:t>You will know and recognize</a:t>
            </a:r>
          </a:p>
          <a:p>
            <a:r>
              <a:rPr lang="fr-FR" altLang="fr-FR" smtClean="0"/>
              <a:t>5-  AVEC UNE FOI D’ENFANT LA VALEUR DE CELUI QUI EST FIDÈLE </a:t>
            </a:r>
          </a:p>
          <a:p>
            <a:r>
              <a:rPr lang="fr-FR" altLang="fr-FR" smtClean="0"/>
              <a:t>By simple child-like faith The priceless truth that Others will deny</a:t>
            </a:r>
          </a:p>
          <a:p>
            <a:endParaRPr lang="fr-FR" altLang="fr-FR" smtClean="0"/>
          </a:p>
          <a:p>
            <a:r>
              <a:rPr lang="fr-FR" altLang="fr-FR" smtClean="0"/>
              <a:t>6-  QUAND ILS DISENT  QUE JE NE SUIS QU’UN HOMME</a:t>
            </a:r>
          </a:p>
          <a:p>
            <a:r>
              <a:rPr lang="fr-FR" altLang="fr-FR" smtClean="0"/>
              <a:t>When others say I'm just a man</a:t>
            </a:r>
          </a:p>
          <a:p>
            <a:r>
              <a:rPr lang="fr-FR" altLang="fr-FR" smtClean="0"/>
              <a:t> 7-  VOULANT VIVRE SES RÊVES </a:t>
            </a:r>
          </a:p>
          <a:p>
            <a:r>
              <a:rPr lang="fr-FR" altLang="fr-FR" smtClean="0"/>
              <a:t>Who likes to dream His dreams</a:t>
            </a:r>
          </a:p>
          <a:p>
            <a:r>
              <a:rPr lang="fr-FR" altLang="fr-FR" smtClean="0"/>
              <a:t>8-  QUAND ILS APPELLENT  UN MIRACLE UN MYTHE </a:t>
            </a:r>
          </a:p>
          <a:p>
            <a:r>
              <a:rPr lang="fr-FR" altLang="fr-FR" smtClean="0"/>
              <a:t>When others call a miracle a myth</a:t>
            </a:r>
          </a:p>
          <a:p>
            <a:r>
              <a:rPr lang="fr-FR" altLang="fr-FR" smtClean="0"/>
              <a:t>9-  TU COMPRENDRAS EN UN INSTANT TOUTES CES CHOSES CACHÉES </a:t>
            </a:r>
          </a:p>
          <a:p>
            <a:r>
              <a:rPr lang="fr-FR" altLang="fr-FR" smtClean="0"/>
              <a:t>You'll listen for eternity In moments as they pass</a:t>
            </a:r>
          </a:p>
          <a:p>
            <a:r>
              <a:rPr lang="fr-FR" altLang="fr-FR" smtClean="0"/>
              <a:t>10-  TU VERRAS SA BONTÉ  QUI EST SANS LIMITE </a:t>
            </a:r>
          </a:p>
          <a:p>
            <a:r>
              <a:rPr lang="fr-FR" altLang="fr-FR" smtClean="0"/>
              <a:t>And see with spirit eyes What others miss.</a:t>
            </a:r>
          </a:p>
          <a:p>
            <a:endParaRPr lang="fr-FR" altLang="fr-FR" smtClean="0"/>
          </a:p>
          <a:p>
            <a:r>
              <a:rPr lang="fr-FR" altLang="fr-FR" smtClean="0"/>
              <a:t>11-  SUR CE ROCHER  JE CONSTRUIS MON ROYAUME</a:t>
            </a:r>
          </a:p>
          <a:p>
            <a:r>
              <a:rPr lang="fr-FR" altLang="fr-FR" smtClean="0"/>
              <a:t>Upon this rock I'll build My kingdom</a:t>
            </a:r>
          </a:p>
          <a:p>
            <a:r>
              <a:rPr lang="fr-FR" altLang="fr-FR" smtClean="0"/>
              <a:t> 12-  SUR CE ROCHER, POUR TOUJOURS  À JAMAIS, JE ME TIENDRAI</a:t>
            </a:r>
          </a:p>
          <a:p>
            <a:r>
              <a:rPr lang="fr-FR" altLang="fr-FR" smtClean="0"/>
              <a:t>And on this rock forever and ever it shall stand</a:t>
            </a:r>
          </a:p>
          <a:p>
            <a:r>
              <a:rPr lang="fr-FR" altLang="fr-FR" smtClean="0"/>
              <a:t> 13-  SUR CE ROCHER DE RÉVÉLATION J’ÉTABLIRAI UNE PUISSANTE NATION</a:t>
            </a:r>
          </a:p>
          <a:p>
            <a:r>
              <a:rPr lang="fr-FR" altLang="fr-FR" smtClean="0"/>
              <a:t>Upon this rock of revelation I'll build a strong and mighty nation</a:t>
            </a:r>
          </a:p>
          <a:p>
            <a:r>
              <a:rPr lang="fr-FR" altLang="fr-FR" smtClean="0"/>
              <a:t> 14-  QUI TIENDRA FERME  CONTRE LES TEMPÊTES </a:t>
            </a:r>
          </a:p>
          <a:p>
            <a:r>
              <a:rPr lang="fr-FR" altLang="fr-FR" smtClean="0"/>
              <a:t>And it shall stand the storms of time</a:t>
            </a:r>
          </a:p>
          <a:p>
            <a:r>
              <a:rPr lang="fr-FR" altLang="fr-FR" smtClean="0"/>
              <a:t>15-  SUR CE ROCHER </a:t>
            </a:r>
          </a:p>
          <a:p>
            <a:r>
              <a:rPr lang="fr-FR" altLang="fr-FR" smtClean="0"/>
              <a:t>Upon this rock</a:t>
            </a:r>
          </a:p>
          <a:p>
            <a:endParaRPr lang="fr-FR" altLang="fr-FR" smtClean="0"/>
          </a:p>
          <a:p>
            <a:r>
              <a:rPr lang="fr-FR" altLang="fr-FR" smtClean="0"/>
              <a:t>16-  LORSQUE TOUS MES PLANS S'ÉCROULENT </a:t>
            </a:r>
          </a:p>
          <a:p>
            <a:r>
              <a:rPr lang="fr-FR" altLang="fr-FR" smtClean="0"/>
              <a:t>When My Plans Have Fallen Through
17-  QUAND JE N'AI PRESQUE  PLUS DE FORCE</a:t>
            </a:r>
          </a:p>
          <a:p>
            <a:r>
              <a:rPr lang="fr-FR" altLang="fr-FR" smtClean="0"/>
              <a:t>And When My Strength Is Nearly Gone</a:t>
            </a:r>
          </a:p>
          <a:p>
            <a:r>
              <a:rPr lang="fr-FR" altLang="fr-FR" smtClean="0"/>
              <a:t> 18-  QUAND LA SEULE CHOSE À FAIRE  EST DE DÉPENDRE DE TOI</a:t>
            </a:r>
          </a:p>
          <a:p>
            <a:r>
              <a:rPr lang="fr-FR" altLang="fr-FR" smtClean="0"/>
              <a:t>When There's Nothing Left To Do But Just Depend On You</a:t>
            </a:r>
          </a:p>
          <a:p>
            <a:endParaRPr lang="fr-FR" altLang="fr-FR" smtClean="0"/>
          </a:p>
          <a:p>
            <a:r>
              <a:rPr lang="fr-FR" altLang="fr-FR" smtClean="0"/>
              <a:t> 19-  ET LA PUISSANCE DE TON NOM </a:t>
            </a:r>
          </a:p>
          <a:p>
            <a:r>
              <a:rPr lang="fr-FR" altLang="fr-FR" smtClean="0"/>
              <a:t>And The Power Of Your Name</a:t>
            </a:r>
          </a:p>
          <a:p>
            <a:endParaRPr lang="fr-FR" altLang="fr-FR" smtClean="0"/>
          </a:p>
          <a:p>
            <a:r>
              <a:rPr lang="fr-FR" altLang="fr-FR" smtClean="0"/>
              <a:t>20-  ET QUAND NOUS INVOQUONS TON NOM TA PUISSANCE SOUDAIN APPARAÎT </a:t>
            </a:r>
          </a:p>
          <a:p>
            <a:r>
              <a:rPr lang="fr-FR" altLang="fr-FR" smtClean="0"/>
              <a:t>And As We Call Upon Your Name Your Strength Through Weakness To Show</a:t>
            </a:r>
          </a:p>
          <a:p>
            <a:r>
              <a:rPr lang="fr-FR" altLang="fr-FR" smtClean="0"/>
              <a:t>21-  NOUS POUVONS VOIR LES PLANS DU MAÎTRE ET VOIR LA MAIN DU MAÎTRE </a:t>
            </a:r>
          </a:p>
          <a:p>
            <a:r>
              <a:rPr lang="fr-FR" altLang="fr-FR" smtClean="0"/>
              <a:t>We Can Know The Master Plan Extend The Masters Hand</a:t>
            </a:r>
          </a:p>
          <a:p>
            <a:r>
              <a:rPr lang="fr-FR" altLang="fr-FR" smtClean="0"/>
              <a:t>22-  QUAND NOUS INVOQUONS  LE NOM DU SEIGNEUR </a:t>
            </a:r>
          </a:p>
          <a:p>
            <a:r>
              <a:rPr lang="fr-FR" altLang="fr-FR" smtClean="0"/>
              <a:t>When We Come In The Name Of The Lord</a:t>
            </a:r>
          </a:p>
          <a:p>
            <a:endParaRPr lang="fr-FR" altLang="fr-FR" smtClean="0"/>
          </a:p>
          <a:p>
            <a:r>
              <a:rPr lang="fr-FR" altLang="fr-FR" smtClean="0"/>
              <a:t>23-  IL Y A DE LA FORCE  DANS LE NOM DU SEIGNEUR</a:t>
            </a:r>
          </a:p>
          <a:p>
            <a:r>
              <a:rPr lang="fr-FR" altLang="fr-FR" smtClean="0"/>
              <a:t>There Is Strength In The Name Of The Lord</a:t>
            </a:r>
          </a:p>
          <a:p>
            <a:r>
              <a:rPr lang="fr-FR" altLang="fr-FR" smtClean="0"/>
              <a:t>24-  DE LA PUISSANCE  DANS LE NOM DU SEIGNEUR </a:t>
            </a:r>
          </a:p>
          <a:p>
            <a:r>
              <a:rPr lang="fr-FR" altLang="fr-FR" smtClean="0"/>
              <a:t>There Is Power In The Name Of The Lord 
25-  DE L'ESPOIR  DANS LE NOM DU SEIGNEUR</a:t>
            </a:r>
          </a:p>
          <a:p>
            <a:r>
              <a:rPr lang="fr-FR" altLang="fr-FR" smtClean="0"/>
              <a:t>There Is Hope In The Name Of The Lord 
26-  BÉNI CELUI QUI VIENT  DANS LE NOM DU SEIGNEUR  </a:t>
            </a:r>
          </a:p>
          <a:p>
            <a:r>
              <a:rPr lang="fr-FR" altLang="fr-FR" smtClean="0"/>
              <a:t>Blessed Is He Who Comes In The Name Of The Lord	 	X2</a:t>
            </a:r>
          </a:p>
          <a:p>
            <a:endParaRPr lang="fr-FR" altLang="fr-FR" smtClean="0"/>
          </a:p>
          <a:p>
            <a:r>
              <a:rPr lang="fr-FR" altLang="fr-FR" smtClean="0"/>
              <a:t>27-  COMME IL L'A DIT IL EST RESSUSCITÉ </a:t>
            </a:r>
          </a:p>
          <a:p>
            <a:r>
              <a:rPr lang="fr-FR" altLang="fr-FR" smtClean="0"/>
              <a:t>Just like he said He's risen from the dead</a:t>
            </a:r>
          </a:p>
          <a:p>
            <a:r>
              <a:rPr lang="fr-FR" altLang="fr-FR" smtClean="0"/>
              <a:t>28-  ET SON PEUPLE DIRA</a:t>
            </a:r>
          </a:p>
          <a:p>
            <a:r>
              <a:rPr lang="fr-FR" altLang="fr-FR" smtClean="0"/>
              <a:t>And the people say</a:t>
            </a:r>
          </a:p>
          <a:p>
            <a:endParaRPr lang="fr-FR" altLang="fr-FR" smtClean="0"/>
          </a:p>
          <a:p>
            <a:r>
              <a:rPr lang="fr-FR" altLang="fr-FR" smtClean="0"/>
              <a:t> 29-  NOUS L'APPELLERONS ROI DES ROIS ET SEIGNEUR DES SEIGNEURS </a:t>
            </a:r>
          </a:p>
          <a:p>
            <a:r>
              <a:rPr lang="fr-FR" altLang="fr-FR" smtClean="0"/>
              <a:t>We will call Him King of kings We will call Him Lord of lords</a:t>
            </a:r>
          </a:p>
          <a:p>
            <a:r>
              <a:rPr lang="fr-FR" altLang="fr-FR" smtClean="0"/>
              <a:t>30-  NOUS L'APPELLERONS  PRINCE DE PAIX </a:t>
            </a:r>
          </a:p>
          <a:p>
            <a:r>
              <a:rPr lang="fr-FR" altLang="fr-FR" smtClean="0"/>
              <a:t>We will call Him Prince of Peace</a:t>
            </a:r>
          </a:p>
          <a:p>
            <a:r>
              <a:rPr lang="fr-FR" altLang="fr-FR" smtClean="0"/>
              <a:t>31-  ET SI MERVEILLEUX CONSEILLER  DIEU PUISSANT </a:t>
            </a:r>
          </a:p>
          <a:p>
            <a:endParaRPr lang="fr-FR" altLang="fr-FR" smtClean="0"/>
          </a:p>
          <a:p>
            <a:r>
              <a:rPr lang="fr-FR" altLang="fr-FR" smtClean="0"/>
              <a:t>Such a wonderful counselor
32-  JE L'APPELLERAI ROI DES ROIS ET SEIGNEUR DES SEIGNEURS </a:t>
            </a:r>
          </a:p>
          <a:p>
            <a:r>
              <a:rPr lang="fr-FR" altLang="fr-FR" smtClean="0"/>
              <a:t>I will call Him King of kings and I will call Him Lord of lords</a:t>
            </a:r>
          </a:p>
          <a:p>
            <a:endParaRPr lang="fr-FR" altLang="fr-FR" smtClean="0"/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154" name="Espace réservé de l'image des diapositives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3" name="Espace réservé des commentaires 2"/>
          <p:cNvSpPr>
            <a:spLocks noGrp="1"/>
          </p:cNvSpPr>
          <p:nvPr>
            <p:ph type="body" idx="1"/>
          </p:nvPr>
        </p:nvSpPr>
        <p:spPr/>
        <p:txBody>
          <a:bodyPr>
            <a:normAutofit fontScale="85000" lnSpcReduction="20000"/>
          </a:bodyPr>
          <a:lstStyle/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1-  QUAND CERTAINS  MARCHENT PAR LA VUE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When others see with earthly eyes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 2-  CONDUITS PAR LEURS REGARDS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Just what they want to see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3-  TU VERRAS DES CHOSES  QUI SONT ÉTERNELLES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Just what they want to see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 4-  TU SAURAS ET CONNAÎTRAS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You will know and recognize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5-  AVEC UNE FOI D’ENFANT LA VALEUR DE CELUI QUI EST FIDÈLE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By simple child-like faith The priceless truth that Others will deny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6-  QUAND ILS DISENT  QUE JE NE SUIS QU’UN HOMME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When others say I'm just a man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 7-  VOULANT VIVRE SES RÊVES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Who likes to dream His dreams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8-  QUAND ILS APPELLENT  UN MIRACLE UN MYTHE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When others call a miracle a myth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9-  TU COMPRENDRAS EN UN INSTANT TOUTES CES CHOSES CACHÉES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You'll listen for eternity In moments as they pass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10-  TU VERRAS SA BONTÉ  QUI EST SANS LIMITE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And see with spirit eyes What others miss.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11-  SUR CE ROCHER  JE CONSTRUIS MON ROYAUME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Upon this rock I'll build My kingdom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 12-  SUR CE ROCHER, POUR TOUJOURS  À JAMAIS, JE ME TIENDRAI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And on this rock forever and ever it shall stand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 13-  SUR CE ROCHER DE RÉVÉLATION J’ÉTABLIRAI UNE PUISSANTE NATION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Upon this rock of revelation I'll build a strong and mighty nation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 14-  QUI TIENDRA FERME  CONTRE LES TEMPÊTES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And it shall stand the storms of time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15-  SUR CE ROCHER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Upon this rock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16-  LORSQUE TOUS MES PLANS S'ÉCROULENT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When My Plans Have Fallen Through
17-  QUAND JE N'AI PRESQUE  PLUS DE FORCE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And When My Strength Is Nearly Gone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 18-  QUAND LA SEULE CHOSE À FAIRE  EST DE DÉPENDRE DE TOI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When There's Nothing Left To Do But Just Depend On You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 19-  ET LA PUISSANCE DE TON NOM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And The Power Of Your Name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20-  ET QUAND NOUS INVOQUONS TON NOM TA PUISSANCE SOUDAIN APPARAÎT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And As We Call Upon Your Name Your Strength Through Weakness To Show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21-  NOUS POUVONS VOIR LES PLANS DU MAÎTRE ET VOIR LA MAIN DU MAÎTRE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We Can Know The Master Plan Extend The Masters Hand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22-  QUAND NOUS INVOQUONS  LE NOM DU SEIGNEUR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When We Come In The Name Of The Lord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23-  IL Y A DE LA FORCE  DANS LE NOM DU SEIGNEUR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There Is Strength In The Name Of The Lord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24-  DE LA PUISSANCE  DANS LE NOM DU SEIGNEUR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There Is Power In The Name Of The Lord 
25-  DE L'ESPOIR  DANS LE NOM DU SEIGNEUR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There Is Hope In The Name Of The Lord 
26-  BÉNI CELUI QUI VIENT  DANS LE NOM DU SEIGNEUR 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Blessed Is He Who Comes In The Name Of The Lord	 	X2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27-  COMME IL L'A DIT IL EST RESSUSCITÉ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Just like he said He's risen from the dead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28-  ET SON PEUPLE DIRA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And the people say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 29-  NOUS L'APPELLERONS ROI DES ROIS ET SEIGNEUR DES SEIGNEURS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We will call Him King of kings We will call Him Lord of lords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30-  NOUS L'APPELLERONS  PRINCE DE PAIX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We will call Him Prince of Peace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31-  ET SI MERVEILLEUX CONSEILLER  DIEU PUISSANT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Such a wonderful counselor
32-  JE L'APPELLERAI ROI DES ROIS ET SEIGNEUR DES SEIGNEURS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I will call Him King of kings and I will call Him Lord of lords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dirty="0" smtClean="0"/>
          </a:p>
        </p:txBody>
      </p:sp>
      <p:sp>
        <p:nvSpPr>
          <p:cNvPr id="49156" name="Espace réservé du numéro de diapositive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 wrap="square" numCol="1" anchorCtr="0" compatLnSpc="1">
            <a:prstTxWarp prst="textNoShape">
              <a:avLst/>
            </a:prstTxWarp>
          </a:bodyPr>
          <a:lstStyle/>
          <a:p>
            <a:r>
              <a:rPr lang="fr-FR" altLang="fr-FR" smtClean="0"/>
              <a:t>1-  QUAND CERTAINS  MARCHENT PAR LA VUE</a:t>
            </a:r>
          </a:p>
          <a:p>
            <a:r>
              <a:rPr lang="fr-FR" altLang="fr-FR" smtClean="0"/>
              <a:t>When others see with earthly eyes</a:t>
            </a:r>
          </a:p>
          <a:p>
            <a:r>
              <a:rPr lang="fr-FR" altLang="fr-FR" smtClean="0"/>
              <a:t> 2-  CONDUITS PAR LEURS REGARDS </a:t>
            </a:r>
          </a:p>
          <a:p>
            <a:r>
              <a:rPr lang="fr-FR" altLang="fr-FR" smtClean="0"/>
              <a:t>Just what they want to see</a:t>
            </a:r>
          </a:p>
          <a:p>
            <a:r>
              <a:rPr lang="fr-FR" altLang="fr-FR" smtClean="0"/>
              <a:t>3-  TU VERRAS DES CHOSES  QUI SONT ÉTERNELLES</a:t>
            </a:r>
          </a:p>
          <a:p>
            <a:r>
              <a:rPr lang="fr-FR" altLang="fr-FR" smtClean="0"/>
              <a:t>Just what they want to see</a:t>
            </a:r>
          </a:p>
          <a:p>
            <a:r>
              <a:rPr lang="fr-FR" altLang="fr-FR" smtClean="0"/>
              <a:t> 4-  TU SAURAS ET CONNAÎTRAS </a:t>
            </a:r>
          </a:p>
          <a:p>
            <a:r>
              <a:rPr lang="fr-FR" altLang="fr-FR" smtClean="0"/>
              <a:t>You will know and recognize</a:t>
            </a:r>
          </a:p>
          <a:p>
            <a:r>
              <a:rPr lang="fr-FR" altLang="fr-FR" smtClean="0"/>
              <a:t>5-  AVEC UNE FOI D’ENFANT LA VALEUR DE CELUI QUI EST FIDÈLE </a:t>
            </a:r>
          </a:p>
          <a:p>
            <a:r>
              <a:rPr lang="fr-FR" altLang="fr-FR" smtClean="0"/>
              <a:t>By simple child-like faith The priceless truth that Others will deny</a:t>
            </a:r>
          </a:p>
          <a:p>
            <a:endParaRPr lang="fr-FR" altLang="fr-FR" smtClean="0"/>
          </a:p>
          <a:p>
            <a:r>
              <a:rPr lang="fr-FR" altLang="fr-FR" smtClean="0"/>
              <a:t>6-  QUAND ILS DISENT  QUE JE NE SUIS QU’UN HOMME</a:t>
            </a:r>
          </a:p>
          <a:p>
            <a:r>
              <a:rPr lang="fr-FR" altLang="fr-FR" smtClean="0"/>
              <a:t>When others say I'm just a man</a:t>
            </a:r>
          </a:p>
          <a:p>
            <a:r>
              <a:rPr lang="fr-FR" altLang="fr-FR" smtClean="0"/>
              <a:t> 7-  VOULANT VIVRE SES RÊVES </a:t>
            </a:r>
          </a:p>
          <a:p>
            <a:r>
              <a:rPr lang="fr-FR" altLang="fr-FR" smtClean="0"/>
              <a:t>Who likes to dream His dreams</a:t>
            </a:r>
          </a:p>
          <a:p>
            <a:r>
              <a:rPr lang="fr-FR" altLang="fr-FR" smtClean="0"/>
              <a:t>8-  QUAND ILS APPELLENT  UN MIRACLE UN MYTHE </a:t>
            </a:r>
          </a:p>
          <a:p>
            <a:r>
              <a:rPr lang="fr-FR" altLang="fr-FR" smtClean="0"/>
              <a:t>When others call a miracle a myth</a:t>
            </a:r>
          </a:p>
          <a:p>
            <a:r>
              <a:rPr lang="fr-FR" altLang="fr-FR" smtClean="0"/>
              <a:t>9-  TU COMPRENDRAS EN UN INSTANT TOUTES CES CHOSES CACHÉES </a:t>
            </a:r>
          </a:p>
          <a:p>
            <a:r>
              <a:rPr lang="fr-FR" altLang="fr-FR" smtClean="0"/>
              <a:t>You'll listen for eternity In moments as they pass</a:t>
            </a:r>
          </a:p>
          <a:p>
            <a:r>
              <a:rPr lang="fr-FR" altLang="fr-FR" smtClean="0"/>
              <a:t>10-  TU VERRAS SA BONTÉ  QUI EST SANS LIMITE </a:t>
            </a:r>
          </a:p>
          <a:p>
            <a:r>
              <a:rPr lang="fr-FR" altLang="fr-FR" smtClean="0"/>
              <a:t>And see with spirit eyes What others miss.</a:t>
            </a:r>
          </a:p>
          <a:p>
            <a:endParaRPr lang="fr-FR" altLang="fr-FR" smtClean="0"/>
          </a:p>
          <a:p>
            <a:r>
              <a:rPr lang="fr-FR" altLang="fr-FR" smtClean="0"/>
              <a:t>11-  SUR CE ROCHER  JE CONSTRUIS MON ROYAUME</a:t>
            </a:r>
          </a:p>
          <a:p>
            <a:r>
              <a:rPr lang="fr-FR" altLang="fr-FR" smtClean="0"/>
              <a:t>Upon this rock I'll build My kingdom</a:t>
            </a:r>
          </a:p>
          <a:p>
            <a:r>
              <a:rPr lang="fr-FR" altLang="fr-FR" smtClean="0"/>
              <a:t> 12-  SUR CE ROCHER, POUR TOUJOURS  À JAMAIS, JE ME TIENDRAI</a:t>
            </a:r>
          </a:p>
          <a:p>
            <a:r>
              <a:rPr lang="fr-FR" altLang="fr-FR" smtClean="0"/>
              <a:t>And on this rock forever and ever it shall stand</a:t>
            </a:r>
          </a:p>
          <a:p>
            <a:r>
              <a:rPr lang="fr-FR" altLang="fr-FR" smtClean="0"/>
              <a:t> 13-  SUR CE ROCHER DE RÉVÉLATION J’ÉTABLIRAI UNE PUISSANTE NATION</a:t>
            </a:r>
          </a:p>
          <a:p>
            <a:r>
              <a:rPr lang="fr-FR" altLang="fr-FR" smtClean="0"/>
              <a:t>Upon this rock of revelation I'll build a strong and mighty nation</a:t>
            </a:r>
          </a:p>
          <a:p>
            <a:r>
              <a:rPr lang="fr-FR" altLang="fr-FR" smtClean="0"/>
              <a:t> 14-  QUI TIENDRA FERME  CONTRE LES TEMPÊTES </a:t>
            </a:r>
          </a:p>
          <a:p>
            <a:r>
              <a:rPr lang="fr-FR" altLang="fr-FR" smtClean="0"/>
              <a:t>And it shall stand the storms of time</a:t>
            </a:r>
          </a:p>
          <a:p>
            <a:r>
              <a:rPr lang="fr-FR" altLang="fr-FR" smtClean="0"/>
              <a:t>15-  SUR CE ROCHER </a:t>
            </a:r>
          </a:p>
          <a:p>
            <a:r>
              <a:rPr lang="fr-FR" altLang="fr-FR" smtClean="0"/>
              <a:t>Upon this rock</a:t>
            </a:r>
          </a:p>
          <a:p>
            <a:endParaRPr lang="fr-FR" altLang="fr-FR" smtClean="0"/>
          </a:p>
          <a:p>
            <a:r>
              <a:rPr lang="fr-FR" altLang="fr-FR" smtClean="0"/>
              <a:t>16-  LORSQUE TOUS MES PLANS S'ÉCROULENT </a:t>
            </a:r>
          </a:p>
          <a:p>
            <a:r>
              <a:rPr lang="fr-FR" altLang="fr-FR" smtClean="0"/>
              <a:t>When My Plans Have Fallen Through
17-  QUAND JE N'AI PRESQUE  PLUS DE FORCE</a:t>
            </a:r>
          </a:p>
          <a:p>
            <a:r>
              <a:rPr lang="fr-FR" altLang="fr-FR" smtClean="0"/>
              <a:t>And When My Strength Is Nearly Gone</a:t>
            </a:r>
          </a:p>
          <a:p>
            <a:r>
              <a:rPr lang="fr-FR" altLang="fr-FR" smtClean="0"/>
              <a:t> 18-  QUAND LA SEULE CHOSE À FAIRE  EST DE DÉPENDRE DE TOI</a:t>
            </a:r>
          </a:p>
          <a:p>
            <a:r>
              <a:rPr lang="fr-FR" altLang="fr-FR" smtClean="0"/>
              <a:t>When There's Nothing Left To Do But Just Depend On You</a:t>
            </a:r>
          </a:p>
          <a:p>
            <a:endParaRPr lang="fr-FR" altLang="fr-FR" smtClean="0"/>
          </a:p>
          <a:p>
            <a:r>
              <a:rPr lang="fr-FR" altLang="fr-FR" smtClean="0"/>
              <a:t> 19-  ET LA PUISSANCE DE TON NOM </a:t>
            </a:r>
          </a:p>
          <a:p>
            <a:r>
              <a:rPr lang="fr-FR" altLang="fr-FR" smtClean="0"/>
              <a:t>And The Power Of Your Name</a:t>
            </a:r>
          </a:p>
          <a:p>
            <a:endParaRPr lang="fr-FR" altLang="fr-FR" smtClean="0"/>
          </a:p>
          <a:p>
            <a:r>
              <a:rPr lang="fr-FR" altLang="fr-FR" smtClean="0"/>
              <a:t>20-  ET QUAND NOUS INVOQUONS TON NOM TA PUISSANCE SOUDAIN APPARAÎT </a:t>
            </a:r>
          </a:p>
          <a:p>
            <a:r>
              <a:rPr lang="fr-FR" altLang="fr-FR" smtClean="0"/>
              <a:t>And As We Call Upon Your Name Your Strength Through Weakness To Show</a:t>
            </a:r>
          </a:p>
          <a:p>
            <a:r>
              <a:rPr lang="fr-FR" altLang="fr-FR" smtClean="0"/>
              <a:t>21-  NOUS POUVONS VOIR LES PLANS DU MAÎTRE ET VOIR LA MAIN DU MAÎTRE </a:t>
            </a:r>
          </a:p>
          <a:p>
            <a:r>
              <a:rPr lang="fr-FR" altLang="fr-FR" smtClean="0"/>
              <a:t>We Can Know The Master Plan Extend The Masters Hand</a:t>
            </a:r>
          </a:p>
          <a:p>
            <a:r>
              <a:rPr lang="fr-FR" altLang="fr-FR" smtClean="0"/>
              <a:t>22-  QUAND NOUS INVOQUONS  LE NOM DU SEIGNEUR </a:t>
            </a:r>
          </a:p>
          <a:p>
            <a:r>
              <a:rPr lang="fr-FR" altLang="fr-FR" smtClean="0"/>
              <a:t>When We Come In The Name Of The Lord</a:t>
            </a:r>
          </a:p>
          <a:p>
            <a:endParaRPr lang="fr-FR" altLang="fr-FR" smtClean="0"/>
          </a:p>
          <a:p>
            <a:r>
              <a:rPr lang="fr-FR" altLang="fr-FR" smtClean="0"/>
              <a:t>23-  IL Y A DE LA FORCE  DANS LE NOM DU SEIGNEUR</a:t>
            </a:r>
          </a:p>
          <a:p>
            <a:r>
              <a:rPr lang="fr-FR" altLang="fr-FR" smtClean="0"/>
              <a:t>There Is Strength In The Name Of The Lord</a:t>
            </a:r>
          </a:p>
          <a:p>
            <a:r>
              <a:rPr lang="fr-FR" altLang="fr-FR" smtClean="0"/>
              <a:t>24-  DE LA PUISSANCE  DANS LE NOM DU SEIGNEUR </a:t>
            </a:r>
          </a:p>
          <a:p>
            <a:r>
              <a:rPr lang="fr-FR" altLang="fr-FR" smtClean="0"/>
              <a:t>There Is Power In The Name Of The Lord 
25-  DE L'ESPOIR  DANS LE NOM DU SEIGNEUR</a:t>
            </a:r>
          </a:p>
          <a:p>
            <a:r>
              <a:rPr lang="fr-FR" altLang="fr-FR" smtClean="0"/>
              <a:t>There Is Hope In The Name Of The Lord 
26-  BÉNI CELUI QUI VIENT  DANS LE NOM DU SEIGNEUR  </a:t>
            </a:r>
          </a:p>
          <a:p>
            <a:r>
              <a:rPr lang="fr-FR" altLang="fr-FR" smtClean="0"/>
              <a:t>Blessed Is He Who Comes In The Name Of The Lord	 	X2</a:t>
            </a:r>
          </a:p>
          <a:p>
            <a:endParaRPr lang="fr-FR" altLang="fr-FR" smtClean="0"/>
          </a:p>
          <a:p>
            <a:r>
              <a:rPr lang="fr-FR" altLang="fr-FR" smtClean="0"/>
              <a:t>27-  COMME IL L'A DIT IL EST RESSUSCITÉ </a:t>
            </a:r>
          </a:p>
          <a:p>
            <a:r>
              <a:rPr lang="fr-FR" altLang="fr-FR" smtClean="0"/>
              <a:t>Just like he said He's risen from the dead</a:t>
            </a:r>
          </a:p>
          <a:p>
            <a:r>
              <a:rPr lang="fr-FR" altLang="fr-FR" smtClean="0"/>
              <a:t>28-  ET SON PEUPLE DIRA</a:t>
            </a:r>
          </a:p>
          <a:p>
            <a:r>
              <a:rPr lang="fr-FR" altLang="fr-FR" smtClean="0"/>
              <a:t>And the people say</a:t>
            </a:r>
          </a:p>
          <a:p>
            <a:endParaRPr lang="fr-FR" altLang="fr-FR" smtClean="0"/>
          </a:p>
          <a:p>
            <a:r>
              <a:rPr lang="fr-FR" altLang="fr-FR" smtClean="0"/>
              <a:t> 29-  NOUS L'APPELLERONS ROI DES ROIS ET SEIGNEUR DES SEIGNEURS </a:t>
            </a:r>
          </a:p>
          <a:p>
            <a:r>
              <a:rPr lang="fr-FR" altLang="fr-FR" smtClean="0"/>
              <a:t>We will call Him King of kings We will call Him Lord of lords</a:t>
            </a:r>
          </a:p>
          <a:p>
            <a:r>
              <a:rPr lang="fr-FR" altLang="fr-FR" smtClean="0"/>
              <a:t>30-  NOUS L'APPELLERONS  PRINCE DE PAIX </a:t>
            </a:r>
          </a:p>
          <a:p>
            <a:r>
              <a:rPr lang="fr-FR" altLang="fr-FR" smtClean="0"/>
              <a:t>We will call Him Prince of Peace</a:t>
            </a:r>
          </a:p>
          <a:p>
            <a:r>
              <a:rPr lang="fr-FR" altLang="fr-FR" smtClean="0"/>
              <a:t>31-  ET SI MERVEILLEUX CONSEILLER  DIEU PUISSANT </a:t>
            </a:r>
          </a:p>
          <a:p>
            <a:endParaRPr lang="fr-FR" altLang="fr-FR" smtClean="0"/>
          </a:p>
          <a:p>
            <a:r>
              <a:rPr lang="fr-FR" altLang="fr-FR" smtClean="0"/>
              <a:t>Such a wonderful counselor
32-  JE L'APPELLERAI ROI DES ROIS ET SEIGNEUR DES SEIGNEURS </a:t>
            </a:r>
          </a:p>
          <a:p>
            <a:r>
              <a:rPr lang="fr-FR" altLang="fr-FR" smtClean="0"/>
              <a:t>I will call Him King of kings and I will call Him Lord of lords</a:t>
            </a:r>
          </a:p>
          <a:p>
            <a:endParaRPr lang="fr-FR" altLang="fr-FR" smtClean="0"/>
          </a:p>
        </p:txBody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178" name="Espace réservé de l'image des diapositives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3" name="Espace réservé des commentaires 2"/>
          <p:cNvSpPr>
            <a:spLocks noGrp="1"/>
          </p:cNvSpPr>
          <p:nvPr>
            <p:ph type="body" idx="1"/>
          </p:nvPr>
        </p:nvSpPr>
        <p:spPr/>
        <p:txBody>
          <a:bodyPr>
            <a:normAutofit fontScale="85000" lnSpcReduction="20000"/>
          </a:bodyPr>
          <a:lstStyle/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1-  QUAND CERTAINS  MARCHENT PAR LA VUE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When others see with earthly eyes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 2-  CONDUITS PAR LEURS REGARDS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Just what they want to see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3-  TU VERRAS DES CHOSES  QUI SONT ÉTERNELLES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Just what they want to see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 4-  TU SAURAS ET CONNAÎTRAS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You will know and recognize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5-  AVEC UNE FOI D’ENFANT LA VALEUR DE CELUI QUI EST FIDÈLE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By simple child-like faith The priceless truth that Others will deny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6-  QUAND ILS DISENT  QUE JE NE SUIS QU’UN HOMME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When others say I'm just a man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 7-  VOULANT VIVRE SES RÊVES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Who likes to dream His dreams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8-  QUAND ILS APPELLENT  UN MIRACLE UN MYTHE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When others call a miracle a myth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9-  TU COMPRENDRAS EN UN INSTANT TOUTES CES CHOSES CACHÉES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You'll listen for eternity In moments as they pass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10-  TU VERRAS SA BONTÉ  QUI EST SANS LIMITE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And see with spirit eyes What others miss.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11-  SUR CE ROCHER  JE CONSTRUIS MON ROYAUME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Upon this rock I'll build My kingdom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 12-  SUR CE ROCHER, POUR TOUJOURS  À JAMAIS, JE ME TIENDRAI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And on this rock forever and ever it shall stand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 13-  SUR CE ROCHER DE RÉVÉLATION J’ÉTABLIRAI UNE PUISSANTE NATION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Upon this rock of revelation I'll build a strong and mighty nation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 14-  QUI TIENDRA FERME  CONTRE LES TEMPÊTES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And it shall stand the storms of time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15-  SUR CE ROCHER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Upon this rock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16-  LORSQUE TOUS MES PLANS S'ÉCROULENT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When My Plans Have Fallen Through
17-  QUAND JE N'AI PRESQUE  PLUS DE FORCE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And When My Strength Is Nearly Gone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 18-  QUAND LA SEULE CHOSE À FAIRE  EST DE DÉPENDRE DE TOI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When There's Nothing Left To Do But Just Depend On You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 19-  ET LA PUISSANCE DE TON NOM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And The Power Of Your Name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20-  ET QUAND NOUS INVOQUONS TON NOM TA PUISSANCE SOUDAIN APPARAÎT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And As We Call Upon Your Name Your Strength Through Weakness To Show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21-  NOUS POUVONS VOIR LES PLANS DU MAÎTRE ET VOIR LA MAIN DU MAÎTRE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We Can Know The Master Plan Extend The Masters Hand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22-  QUAND NOUS INVOQUONS  LE NOM DU SEIGNEUR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When We Come In The Name Of The Lord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23-  IL Y A DE LA FORCE  DANS LE NOM DU SEIGNEUR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There Is Strength In The Name Of The Lord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24-  DE LA PUISSANCE  DANS LE NOM DU SEIGNEUR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There Is Power In The Name Of The Lord 
25-  DE L'ESPOIR  DANS LE NOM DU SEIGNEUR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There Is Hope In The Name Of The Lord 
26-  BÉNI CELUI QUI VIENT  DANS LE NOM DU SEIGNEUR 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Blessed Is He Who Comes In The Name Of The Lord	 	X2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27-  COMME IL L'A DIT IL EST RESSUSCITÉ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Just like he said He's risen from the dead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28-  ET SON PEUPLE DIRA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And the people say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 29-  NOUS L'APPELLERONS ROI DES ROIS ET SEIGNEUR DES SEIGNEURS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We will call Him King of kings We will call Him Lord of lords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30-  NOUS L'APPELLERONS  PRINCE DE PAIX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We will call Him Prince of Peace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31-  ET SI MERVEILLEUX CONSEILLER  DIEU PUISSANT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Such a wonderful counselor
32-  JE L'APPELLERAI ROI DES ROIS ET SEIGNEUR DES SEIGNEURS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I will call Him King of kings and I will call Him Lord of lords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dirty="0" smtClean="0"/>
          </a:p>
        </p:txBody>
      </p:sp>
      <p:sp>
        <p:nvSpPr>
          <p:cNvPr id="50180" name="Espace réservé du numéro de diapositive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 wrap="square" numCol="1" anchorCtr="0" compatLnSpc="1">
            <a:prstTxWarp prst="textNoShape">
              <a:avLst/>
            </a:prstTxWarp>
          </a:bodyPr>
          <a:lstStyle/>
          <a:p>
            <a:r>
              <a:rPr lang="fr-FR" altLang="fr-FR" smtClean="0"/>
              <a:t>1-  QUAND CERTAINS  MARCHENT PAR LA VUE</a:t>
            </a:r>
          </a:p>
          <a:p>
            <a:r>
              <a:rPr lang="fr-FR" altLang="fr-FR" smtClean="0"/>
              <a:t>When others see with earthly eyes</a:t>
            </a:r>
          </a:p>
          <a:p>
            <a:r>
              <a:rPr lang="fr-FR" altLang="fr-FR" smtClean="0"/>
              <a:t> 2-  CONDUITS PAR LEURS REGARDS </a:t>
            </a:r>
          </a:p>
          <a:p>
            <a:r>
              <a:rPr lang="fr-FR" altLang="fr-FR" smtClean="0"/>
              <a:t>Just what they want to see</a:t>
            </a:r>
          </a:p>
          <a:p>
            <a:r>
              <a:rPr lang="fr-FR" altLang="fr-FR" smtClean="0"/>
              <a:t>3-  TU VERRAS DES CHOSES  QUI SONT ÉTERNELLES</a:t>
            </a:r>
          </a:p>
          <a:p>
            <a:r>
              <a:rPr lang="fr-FR" altLang="fr-FR" smtClean="0"/>
              <a:t>Just what they want to see</a:t>
            </a:r>
          </a:p>
          <a:p>
            <a:r>
              <a:rPr lang="fr-FR" altLang="fr-FR" smtClean="0"/>
              <a:t> 4-  TU SAURAS ET CONNAÎTRAS </a:t>
            </a:r>
          </a:p>
          <a:p>
            <a:r>
              <a:rPr lang="fr-FR" altLang="fr-FR" smtClean="0"/>
              <a:t>You will know and recognize</a:t>
            </a:r>
          </a:p>
          <a:p>
            <a:r>
              <a:rPr lang="fr-FR" altLang="fr-FR" smtClean="0"/>
              <a:t>5-  AVEC UNE FOI D’ENFANT LA VALEUR DE CELUI QUI EST FIDÈLE </a:t>
            </a:r>
          </a:p>
          <a:p>
            <a:r>
              <a:rPr lang="fr-FR" altLang="fr-FR" smtClean="0"/>
              <a:t>By simple child-like faith The priceless truth that Others will deny</a:t>
            </a:r>
          </a:p>
          <a:p>
            <a:endParaRPr lang="fr-FR" altLang="fr-FR" smtClean="0"/>
          </a:p>
          <a:p>
            <a:r>
              <a:rPr lang="fr-FR" altLang="fr-FR" smtClean="0"/>
              <a:t>6-  QUAND ILS DISENT  QUE JE NE SUIS QU’UN HOMME</a:t>
            </a:r>
          </a:p>
          <a:p>
            <a:r>
              <a:rPr lang="fr-FR" altLang="fr-FR" smtClean="0"/>
              <a:t>When others say I'm just a man</a:t>
            </a:r>
          </a:p>
          <a:p>
            <a:r>
              <a:rPr lang="fr-FR" altLang="fr-FR" smtClean="0"/>
              <a:t> 7-  VOULANT VIVRE SES RÊVES </a:t>
            </a:r>
          </a:p>
          <a:p>
            <a:r>
              <a:rPr lang="fr-FR" altLang="fr-FR" smtClean="0"/>
              <a:t>Who likes to dream His dreams</a:t>
            </a:r>
          </a:p>
          <a:p>
            <a:r>
              <a:rPr lang="fr-FR" altLang="fr-FR" smtClean="0"/>
              <a:t>8-  QUAND ILS APPELLENT  UN MIRACLE UN MYTHE </a:t>
            </a:r>
          </a:p>
          <a:p>
            <a:r>
              <a:rPr lang="fr-FR" altLang="fr-FR" smtClean="0"/>
              <a:t>When others call a miracle a myth</a:t>
            </a:r>
          </a:p>
          <a:p>
            <a:r>
              <a:rPr lang="fr-FR" altLang="fr-FR" smtClean="0"/>
              <a:t>9-  TU COMPRENDRAS EN UN INSTANT TOUTES CES CHOSES CACHÉES </a:t>
            </a:r>
          </a:p>
          <a:p>
            <a:r>
              <a:rPr lang="fr-FR" altLang="fr-FR" smtClean="0"/>
              <a:t>You'll listen for eternity In moments as they pass</a:t>
            </a:r>
          </a:p>
          <a:p>
            <a:r>
              <a:rPr lang="fr-FR" altLang="fr-FR" smtClean="0"/>
              <a:t>10-  TU VERRAS SA BONTÉ  QUI EST SANS LIMITE </a:t>
            </a:r>
          </a:p>
          <a:p>
            <a:r>
              <a:rPr lang="fr-FR" altLang="fr-FR" smtClean="0"/>
              <a:t>And see with spirit eyes What others miss.</a:t>
            </a:r>
          </a:p>
          <a:p>
            <a:endParaRPr lang="fr-FR" altLang="fr-FR" smtClean="0"/>
          </a:p>
          <a:p>
            <a:r>
              <a:rPr lang="fr-FR" altLang="fr-FR" smtClean="0"/>
              <a:t>11-  SUR CE ROCHER  JE CONSTRUIS MON ROYAUME</a:t>
            </a:r>
          </a:p>
          <a:p>
            <a:r>
              <a:rPr lang="fr-FR" altLang="fr-FR" smtClean="0"/>
              <a:t>Upon this rock I'll build My kingdom</a:t>
            </a:r>
          </a:p>
          <a:p>
            <a:r>
              <a:rPr lang="fr-FR" altLang="fr-FR" smtClean="0"/>
              <a:t> 12-  SUR CE ROCHER, POUR TOUJOURS  À JAMAIS, JE ME TIENDRAI</a:t>
            </a:r>
          </a:p>
          <a:p>
            <a:r>
              <a:rPr lang="fr-FR" altLang="fr-FR" smtClean="0"/>
              <a:t>And on this rock forever and ever it shall stand</a:t>
            </a:r>
          </a:p>
          <a:p>
            <a:r>
              <a:rPr lang="fr-FR" altLang="fr-FR" smtClean="0"/>
              <a:t> 13-  SUR CE ROCHER DE RÉVÉLATION J’ÉTABLIRAI UNE PUISSANTE NATION</a:t>
            </a:r>
          </a:p>
          <a:p>
            <a:r>
              <a:rPr lang="fr-FR" altLang="fr-FR" smtClean="0"/>
              <a:t>Upon this rock of revelation I'll build a strong and mighty nation</a:t>
            </a:r>
          </a:p>
          <a:p>
            <a:r>
              <a:rPr lang="fr-FR" altLang="fr-FR" smtClean="0"/>
              <a:t> 14-  QUI TIENDRA FERME  CONTRE LES TEMPÊTES </a:t>
            </a:r>
          </a:p>
          <a:p>
            <a:r>
              <a:rPr lang="fr-FR" altLang="fr-FR" smtClean="0"/>
              <a:t>And it shall stand the storms of time</a:t>
            </a:r>
          </a:p>
          <a:p>
            <a:r>
              <a:rPr lang="fr-FR" altLang="fr-FR" smtClean="0"/>
              <a:t>15-  SUR CE ROCHER </a:t>
            </a:r>
          </a:p>
          <a:p>
            <a:r>
              <a:rPr lang="fr-FR" altLang="fr-FR" smtClean="0"/>
              <a:t>Upon this rock</a:t>
            </a:r>
          </a:p>
          <a:p>
            <a:endParaRPr lang="fr-FR" altLang="fr-FR" smtClean="0"/>
          </a:p>
          <a:p>
            <a:r>
              <a:rPr lang="fr-FR" altLang="fr-FR" smtClean="0"/>
              <a:t>16-  LORSQUE TOUS MES PLANS S'ÉCROULENT </a:t>
            </a:r>
          </a:p>
          <a:p>
            <a:r>
              <a:rPr lang="fr-FR" altLang="fr-FR" smtClean="0"/>
              <a:t>When My Plans Have Fallen Through
17-  QUAND JE N'AI PRESQUE  PLUS DE FORCE</a:t>
            </a:r>
          </a:p>
          <a:p>
            <a:r>
              <a:rPr lang="fr-FR" altLang="fr-FR" smtClean="0"/>
              <a:t>And When My Strength Is Nearly Gone</a:t>
            </a:r>
          </a:p>
          <a:p>
            <a:r>
              <a:rPr lang="fr-FR" altLang="fr-FR" smtClean="0"/>
              <a:t> 18-  QUAND LA SEULE CHOSE À FAIRE  EST DE DÉPENDRE DE TOI</a:t>
            </a:r>
          </a:p>
          <a:p>
            <a:r>
              <a:rPr lang="fr-FR" altLang="fr-FR" smtClean="0"/>
              <a:t>When There's Nothing Left To Do But Just Depend On You</a:t>
            </a:r>
          </a:p>
          <a:p>
            <a:endParaRPr lang="fr-FR" altLang="fr-FR" smtClean="0"/>
          </a:p>
          <a:p>
            <a:r>
              <a:rPr lang="fr-FR" altLang="fr-FR" smtClean="0"/>
              <a:t> 19-  ET LA PUISSANCE DE TON NOM </a:t>
            </a:r>
          </a:p>
          <a:p>
            <a:r>
              <a:rPr lang="fr-FR" altLang="fr-FR" smtClean="0"/>
              <a:t>And The Power Of Your Name</a:t>
            </a:r>
          </a:p>
          <a:p>
            <a:endParaRPr lang="fr-FR" altLang="fr-FR" smtClean="0"/>
          </a:p>
          <a:p>
            <a:r>
              <a:rPr lang="fr-FR" altLang="fr-FR" smtClean="0"/>
              <a:t>20-  ET QUAND NOUS INVOQUONS TON NOM TA PUISSANCE SOUDAIN APPARAÎT </a:t>
            </a:r>
          </a:p>
          <a:p>
            <a:r>
              <a:rPr lang="fr-FR" altLang="fr-FR" smtClean="0"/>
              <a:t>And As We Call Upon Your Name Your Strength Through Weakness To Show</a:t>
            </a:r>
          </a:p>
          <a:p>
            <a:r>
              <a:rPr lang="fr-FR" altLang="fr-FR" smtClean="0"/>
              <a:t>21-  NOUS POUVONS VOIR LES PLANS DU MAÎTRE ET VOIR LA MAIN DU MAÎTRE </a:t>
            </a:r>
          </a:p>
          <a:p>
            <a:r>
              <a:rPr lang="fr-FR" altLang="fr-FR" smtClean="0"/>
              <a:t>We Can Know The Master Plan Extend The Masters Hand</a:t>
            </a:r>
          </a:p>
          <a:p>
            <a:r>
              <a:rPr lang="fr-FR" altLang="fr-FR" smtClean="0"/>
              <a:t>22-  QUAND NOUS INVOQUONS  LE NOM DU SEIGNEUR </a:t>
            </a:r>
          </a:p>
          <a:p>
            <a:r>
              <a:rPr lang="fr-FR" altLang="fr-FR" smtClean="0"/>
              <a:t>When We Come In The Name Of The Lord</a:t>
            </a:r>
          </a:p>
          <a:p>
            <a:endParaRPr lang="fr-FR" altLang="fr-FR" smtClean="0"/>
          </a:p>
          <a:p>
            <a:r>
              <a:rPr lang="fr-FR" altLang="fr-FR" smtClean="0"/>
              <a:t>23-  IL Y A DE LA FORCE  DANS LE NOM DU SEIGNEUR</a:t>
            </a:r>
          </a:p>
          <a:p>
            <a:r>
              <a:rPr lang="fr-FR" altLang="fr-FR" smtClean="0"/>
              <a:t>There Is Strength In The Name Of The Lord</a:t>
            </a:r>
          </a:p>
          <a:p>
            <a:r>
              <a:rPr lang="fr-FR" altLang="fr-FR" smtClean="0"/>
              <a:t>24-  DE LA PUISSANCE  DANS LE NOM DU SEIGNEUR </a:t>
            </a:r>
          </a:p>
          <a:p>
            <a:r>
              <a:rPr lang="fr-FR" altLang="fr-FR" smtClean="0"/>
              <a:t>There Is Power In The Name Of The Lord 
25-  DE L'ESPOIR  DANS LE NOM DU SEIGNEUR</a:t>
            </a:r>
          </a:p>
          <a:p>
            <a:r>
              <a:rPr lang="fr-FR" altLang="fr-FR" smtClean="0"/>
              <a:t>There Is Hope In The Name Of The Lord 
26-  BÉNI CELUI QUI VIENT  DANS LE NOM DU SEIGNEUR  </a:t>
            </a:r>
          </a:p>
          <a:p>
            <a:r>
              <a:rPr lang="fr-FR" altLang="fr-FR" smtClean="0"/>
              <a:t>Blessed Is He Who Comes In The Name Of The Lord	 	X2</a:t>
            </a:r>
          </a:p>
          <a:p>
            <a:endParaRPr lang="fr-FR" altLang="fr-FR" smtClean="0"/>
          </a:p>
          <a:p>
            <a:r>
              <a:rPr lang="fr-FR" altLang="fr-FR" smtClean="0"/>
              <a:t>27-  COMME IL L'A DIT IL EST RESSUSCITÉ </a:t>
            </a:r>
          </a:p>
          <a:p>
            <a:r>
              <a:rPr lang="fr-FR" altLang="fr-FR" smtClean="0"/>
              <a:t>Just like he said He's risen from the dead</a:t>
            </a:r>
          </a:p>
          <a:p>
            <a:r>
              <a:rPr lang="fr-FR" altLang="fr-FR" smtClean="0"/>
              <a:t>28-  ET SON PEUPLE DIRA</a:t>
            </a:r>
          </a:p>
          <a:p>
            <a:r>
              <a:rPr lang="fr-FR" altLang="fr-FR" smtClean="0"/>
              <a:t>And the people say</a:t>
            </a:r>
          </a:p>
          <a:p>
            <a:endParaRPr lang="fr-FR" altLang="fr-FR" smtClean="0"/>
          </a:p>
          <a:p>
            <a:r>
              <a:rPr lang="fr-FR" altLang="fr-FR" smtClean="0"/>
              <a:t> 29-  NOUS L'APPELLERONS ROI DES ROIS ET SEIGNEUR DES SEIGNEURS </a:t>
            </a:r>
          </a:p>
          <a:p>
            <a:r>
              <a:rPr lang="fr-FR" altLang="fr-FR" smtClean="0"/>
              <a:t>We will call Him King of kings We will call Him Lord of lords</a:t>
            </a:r>
          </a:p>
          <a:p>
            <a:r>
              <a:rPr lang="fr-FR" altLang="fr-FR" smtClean="0"/>
              <a:t>30-  NOUS L'APPELLERONS  PRINCE DE PAIX </a:t>
            </a:r>
          </a:p>
          <a:p>
            <a:r>
              <a:rPr lang="fr-FR" altLang="fr-FR" smtClean="0"/>
              <a:t>We will call Him Prince of Peace</a:t>
            </a:r>
          </a:p>
          <a:p>
            <a:r>
              <a:rPr lang="fr-FR" altLang="fr-FR" smtClean="0"/>
              <a:t>31-  ET SI MERVEILLEUX CONSEILLER  DIEU PUISSANT </a:t>
            </a:r>
          </a:p>
          <a:p>
            <a:endParaRPr lang="fr-FR" altLang="fr-FR" smtClean="0"/>
          </a:p>
          <a:p>
            <a:r>
              <a:rPr lang="fr-FR" altLang="fr-FR" smtClean="0"/>
              <a:t>Such a wonderful counselor
32-  JE L'APPELLERAI ROI DES ROIS ET SEIGNEUR DES SEIGNEURS </a:t>
            </a:r>
          </a:p>
          <a:p>
            <a:r>
              <a:rPr lang="fr-FR" altLang="fr-FR" smtClean="0"/>
              <a:t>I will call Him King of kings and I will call Him Lord of lords</a:t>
            </a:r>
          </a:p>
          <a:p>
            <a:endParaRPr lang="fr-FR" altLang="fr-FR" smtClean="0"/>
          </a:p>
        </p:txBody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202" name="Espace réservé de l'image des diapositives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3" name="Espace réservé des commentaires 2"/>
          <p:cNvSpPr>
            <a:spLocks noGrp="1"/>
          </p:cNvSpPr>
          <p:nvPr>
            <p:ph type="body" idx="1"/>
          </p:nvPr>
        </p:nvSpPr>
        <p:spPr/>
        <p:txBody>
          <a:bodyPr>
            <a:normAutofit fontScale="85000" lnSpcReduction="20000"/>
          </a:bodyPr>
          <a:lstStyle/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1-  QUAND CERTAINS  MARCHENT PAR LA VUE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When others see with earthly eyes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 2-  CONDUITS PAR LEURS REGARDS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Just what they want to see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3-  TU VERRAS DES CHOSES  QUI SONT ÉTERNELLES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Just what they want to see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 4-  TU SAURAS ET CONNAÎTRAS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You will know and recognize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5-  AVEC UNE FOI D’ENFANT LA VALEUR DE CELUI QUI EST FIDÈLE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By simple child-like faith The priceless truth that Others will deny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6-  QUAND ILS DISENT  QUE JE NE SUIS QU’UN HOMME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When others say I'm just a man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 7-  VOULANT VIVRE SES RÊVES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Who likes to dream His dreams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8-  QUAND ILS APPELLENT  UN MIRACLE UN MYTHE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When others call a miracle a myth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9-  TU COMPRENDRAS EN UN INSTANT TOUTES CES CHOSES CACHÉES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You'll listen for eternity In moments as they pass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10-  TU VERRAS SA BONTÉ  QUI EST SANS LIMITE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And see with spirit eyes What others miss.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11-  SUR CE ROCHER  JE CONSTRUIS MON ROYAUME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Upon this rock I'll build My kingdom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 12-  SUR CE ROCHER, POUR TOUJOURS  À JAMAIS, JE ME TIENDRAI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And on this rock forever and ever it shall stand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 13-  SUR CE ROCHER DE RÉVÉLATION J’ÉTABLIRAI UNE PUISSANTE NATION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Upon this rock of revelation I'll build a strong and mighty nation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 14-  QUI TIENDRA FERME  CONTRE LES TEMPÊTES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And it shall stand the storms of time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15-  SUR CE ROCHER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Upon this rock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16-  LORSQUE TOUS MES PLANS S'ÉCROULENT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When My Plans Have Fallen Through
17-  QUAND JE N'AI PRESQUE  PLUS DE FORCE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And When My Strength Is Nearly Gone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 18-  QUAND LA SEULE CHOSE À FAIRE  EST DE DÉPENDRE DE TOI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When There's Nothing Left To Do But Just Depend On You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 19-  ET LA PUISSANCE DE TON NOM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And The Power Of Your Name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20-  ET QUAND NOUS INVOQUONS TON NOM TA PUISSANCE SOUDAIN APPARAÎT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And As We Call Upon Your Name Your Strength Through Weakness To Show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21-  NOUS POUVONS VOIR LES PLANS DU MAÎTRE ET VOIR LA MAIN DU MAÎTRE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We Can Know The Master Plan Extend The Masters Hand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22-  QUAND NOUS INVOQUONS  LE NOM DU SEIGNEUR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When We Come In The Name Of The Lord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23-  IL Y A DE LA FORCE  DANS LE NOM DU SEIGNEUR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There Is Strength In The Name Of The Lord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24-  DE LA PUISSANCE  DANS LE NOM DU SEIGNEUR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There Is Power In The Name Of The Lord 
25-  DE L'ESPOIR  DANS LE NOM DU SEIGNEUR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There Is Hope In The Name Of The Lord 
26-  BÉNI CELUI QUI VIENT  DANS LE NOM DU SEIGNEUR 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Blessed Is He Who Comes In The Name Of The Lord	 	X2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27-  COMME IL L'A DIT IL EST RESSUSCITÉ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Just like he said He's risen from the dead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28-  ET SON PEUPLE DIRA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And the people say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 29-  NOUS L'APPELLERONS ROI DES ROIS ET SEIGNEUR DES SEIGNEURS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We will call Him King of kings We will call Him Lord of lords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30-  NOUS L'APPELLERONS  PRINCE DE PAIX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We will call Him Prince of Peace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31-  ET SI MERVEILLEUX CONSEILLER  DIEU PUISSANT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Such a wonderful counselor
32-  JE L'APPELLERAI ROI DES ROIS ET SEIGNEUR DES SEIGNEURS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I will call Him King of kings and I will call Him Lord of lords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dirty="0" smtClean="0"/>
          </a:p>
        </p:txBody>
      </p:sp>
      <p:sp>
        <p:nvSpPr>
          <p:cNvPr id="51204" name="Espace réservé du numéro de diapositive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 wrap="square" numCol="1" anchorCtr="0" compatLnSpc="1">
            <a:prstTxWarp prst="textNoShape">
              <a:avLst/>
            </a:prstTxWarp>
          </a:bodyPr>
          <a:lstStyle/>
          <a:p>
            <a:r>
              <a:rPr lang="fr-FR" altLang="fr-FR" smtClean="0"/>
              <a:t>1-  QUAND CERTAINS  MARCHENT PAR LA VUE</a:t>
            </a:r>
          </a:p>
          <a:p>
            <a:r>
              <a:rPr lang="fr-FR" altLang="fr-FR" smtClean="0"/>
              <a:t>When others see with earthly eyes</a:t>
            </a:r>
          </a:p>
          <a:p>
            <a:r>
              <a:rPr lang="fr-FR" altLang="fr-FR" smtClean="0"/>
              <a:t> 2-  CONDUITS PAR LEURS REGARDS </a:t>
            </a:r>
          </a:p>
          <a:p>
            <a:r>
              <a:rPr lang="fr-FR" altLang="fr-FR" smtClean="0"/>
              <a:t>Just what they want to see</a:t>
            </a:r>
          </a:p>
          <a:p>
            <a:r>
              <a:rPr lang="fr-FR" altLang="fr-FR" smtClean="0"/>
              <a:t>3-  TU VERRAS DES CHOSES  QUI SONT ÉTERNELLES</a:t>
            </a:r>
          </a:p>
          <a:p>
            <a:r>
              <a:rPr lang="fr-FR" altLang="fr-FR" smtClean="0"/>
              <a:t>Just what they want to see</a:t>
            </a:r>
          </a:p>
          <a:p>
            <a:r>
              <a:rPr lang="fr-FR" altLang="fr-FR" smtClean="0"/>
              <a:t> 4-  TU SAURAS ET CONNAÎTRAS </a:t>
            </a:r>
          </a:p>
          <a:p>
            <a:r>
              <a:rPr lang="fr-FR" altLang="fr-FR" smtClean="0"/>
              <a:t>You will know and recognize</a:t>
            </a:r>
          </a:p>
          <a:p>
            <a:r>
              <a:rPr lang="fr-FR" altLang="fr-FR" smtClean="0"/>
              <a:t>5-  AVEC UNE FOI D’ENFANT LA VALEUR DE CELUI QUI EST FIDÈLE </a:t>
            </a:r>
          </a:p>
          <a:p>
            <a:r>
              <a:rPr lang="fr-FR" altLang="fr-FR" smtClean="0"/>
              <a:t>By simple child-like faith The priceless truth that Others will deny</a:t>
            </a:r>
          </a:p>
          <a:p>
            <a:endParaRPr lang="fr-FR" altLang="fr-FR" smtClean="0"/>
          </a:p>
          <a:p>
            <a:r>
              <a:rPr lang="fr-FR" altLang="fr-FR" smtClean="0"/>
              <a:t>6-  QUAND ILS DISENT  QUE JE NE SUIS QU’UN HOMME</a:t>
            </a:r>
          </a:p>
          <a:p>
            <a:r>
              <a:rPr lang="fr-FR" altLang="fr-FR" smtClean="0"/>
              <a:t>When others say I'm just a man</a:t>
            </a:r>
          </a:p>
          <a:p>
            <a:r>
              <a:rPr lang="fr-FR" altLang="fr-FR" smtClean="0"/>
              <a:t> 7-  VOULANT VIVRE SES RÊVES </a:t>
            </a:r>
          </a:p>
          <a:p>
            <a:r>
              <a:rPr lang="fr-FR" altLang="fr-FR" smtClean="0"/>
              <a:t>Who likes to dream His dreams</a:t>
            </a:r>
          </a:p>
          <a:p>
            <a:r>
              <a:rPr lang="fr-FR" altLang="fr-FR" smtClean="0"/>
              <a:t>8-  QUAND ILS APPELLENT  UN MIRACLE UN MYTHE </a:t>
            </a:r>
          </a:p>
          <a:p>
            <a:r>
              <a:rPr lang="fr-FR" altLang="fr-FR" smtClean="0"/>
              <a:t>When others call a miracle a myth</a:t>
            </a:r>
          </a:p>
          <a:p>
            <a:r>
              <a:rPr lang="fr-FR" altLang="fr-FR" smtClean="0"/>
              <a:t>9-  TU COMPRENDRAS EN UN INSTANT TOUTES CES CHOSES CACHÉES </a:t>
            </a:r>
          </a:p>
          <a:p>
            <a:r>
              <a:rPr lang="fr-FR" altLang="fr-FR" smtClean="0"/>
              <a:t>You'll listen for eternity In moments as they pass</a:t>
            </a:r>
          </a:p>
          <a:p>
            <a:r>
              <a:rPr lang="fr-FR" altLang="fr-FR" smtClean="0"/>
              <a:t>10-  TU VERRAS SA BONTÉ  QUI EST SANS LIMITE </a:t>
            </a:r>
          </a:p>
          <a:p>
            <a:r>
              <a:rPr lang="fr-FR" altLang="fr-FR" smtClean="0"/>
              <a:t>And see with spirit eyes What others miss.</a:t>
            </a:r>
          </a:p>
          <a:p>
            <a:endParaRPr lang="fr-FR" altLang="fr-FR" smtClean="0"/>
          </a:p>
          <a:p>
            <a:r>
              <a:rPr lang="fr-FR" altLang="fr-FR" smtClean="0"/>
              <a:t>11-  SUR CE ROCHER  JE CONSTRUIS MON ROYAUME</a:t>
            </a:r>
          </a:p>
          <a:p>
            <a:r>
              <a:rPr lang="fr-FR" altLang="fr-FR" smtClean="0"/>
              <a:t>Upon this rock I'll build My kingdom</a:t>
            </a:r>
          </a:p>
          <a:p>
            <a:r>
              <a:rPr lang="fr-FR" altLang="fr-FR" smtClean="0"/>
              <a:t> 12-  SUR CE ROCHER, POUR TOUJOURS  À JAMAIS, JE ME TIENDRAI</a:t>
            </a:r>
          </a:p>
          <a:p>
            <a:r>
              <a:rPr lang="fr-FR" altLang="fr-FR" smtClean="0"/>
              <a:t>And on this rock forever and ever it shall stand</a:t>
            </a:r>
          </a:p>
          <a:p>
            <a:r>
              <a:rPr lang="fr-FR" altLang="fr-FR" smtClean="0"/>
              <a:t> 13-  SUR CE ROCHER DE RÉVÉLATION J’ÉTABLIRAI UNE PUISSANTE NATION</a:t>
            </a:r>
          </a:p>
          <a:p>
            <a:r>
              <a:rPr lang="fr-FR" altLang="fr-FR" smtClean="0"/>
              <a:t>Upon this rock of revelation I'll build a strong and mighty nation</a:t>
            </a:r>
          </a:p>
          <a:p>
            <a:r>
              <a:rPr lang="fr-FR" altLang="fr-FR" smtClean="0"/>
              <a:t> 14-  QUI TIENDRA FERME  CONTRE LES TEMPÊTES </a:t>
            </a:r>
          </a:p>
          <a:p>
            <a:r>
              <a:rPr lang="fr-FR" altLang="fr-FR" smtClean="0"/>
              <a:t>And it shall stand the storms of time</a:t>
            </a:r>
          </a:p>
          <a:p>
            <a:r>
              <a:rPr lang="fr-FR" altLang="fr-FR" smtClean="0"/>
              <a:t>15-  SUR CE ROCHER </a:t>
            </a:r>
          </a:p>
          <a:p>
            <a:r>
              <a:rPr lang="fr-FR" altLang="fr-FR" smtClean="0"/>
              <a:t>Upon this rock</a:t>
            </a:r>
          </a:p>
          <a:p>
            <a:endParaRPr lang="fr-FR" altLang="fr-FR" smtClean="0"/>
          </a:p>
          <a:p>
            <a:r>
              <a:rPr lang="fr-FR" altLang="fr-FR" smtClean="0"/>
              <a:t>16-  LORSQUE TOUS MES PLANS S'ÉCROULENT </a:t>
            </a:r>
          </a:p>
          <a:p>
            <a:r>
              <a:rPr lang="fr-FR" altLang="fr-FR" smtClean="0"/>
              <a:t>When My Plans Have Fallen Through
17-  QUAND JE N'AI PRESQUE  PLUS DE FORCE</a:t>
            </a:r>
          </a:p>
          <a:p>
            <a:r>
              <a:rPr lang="fr-FR" altLang="fr-FR" smtClean="0"/>
              <a:t>And When My Strength Is Nearly Gone</a:t>
            </a:r>
          </a:p>
          <a:p>
            <a:r>
              <a:rPr lang="fr-FR" altLang="fr-FR" smtClean="0"/>
              <a:t> 18-  QUAND LA SEULE CHOSE À FAIRE  EST DE DÉPENDRE DE TOI</a:t>
            </a:r>
          </a:p>
          <a:p>
            <a:r>
              <a:rPr lang="fr-FR" altLang="fr-FR" smtClean="0"/>
              <a:t>When There's Nothing Left To Do But Just Depend On You</a:t>
            </a:r>
          </a:p>
          <a:p>
            <a:endParaRPr lang="fr-FR" altLang="fr-FR" smtClean="0"/>
          </a:p>
          <a:p>
            <a:r>
              <a:rPr lang="fr-FR" altLang="fr-FR" smtClean="0"/>
              <a:t> 19-  ET LA PUISSANCE DE TON NOM </a:t>
            </a:r>
          </a:p>
          <a:p>
            <a:r>
              <a:rPr lang="fr-FR" altLang="fr-FR" smtClean="0"/>
              <a:t>And The Power Of Your Name</a:t>
            </a:r>
          </a:p>
          <a:p>
            <a:endParaRPr lang="fr-FR" altLang="fr-FR" smtClean="0"/>
          </a:p>
          <a:p>
            <a:r>
              <a:rPr lang="fr-FR" altLang="fr-FR" smtClean="0"/>
              <a:t>20-  ET QUAND NOUS INVOQUONS TON NOM TA PUISSANCE SOUDAIN APPARAÎT </a:t>
            </a:r>
          </a:p>
          <a:p>
            <a:r>
              <a:rPr lang="fr-FR" altLang="fr-FR" smtClean="0"/>
              <a:t>And As We Call Upon Your Name Your Strength Through Weakness To Show</a:t>
            </a:r>
          </a:p>
          <a:p>
            <a:r>
              <a:rPr lang="fr-FR" altLang="fr-FR" smtClean="0"/>
              <a:t>21-  NOUS POUVONS VOIR LES PLANS DU MAÎTRE ET VOIR LA MAIN DU MAÎTRE </a:t>
            </a:r>
          </a:p>
          <a:p>
            <a:r>
              <a:rPr lang="fr-FR" altLang="fr-FR" smtClean="0"/>
              <a:t>We Can Know The Master Plan Extend The Masters Hand</a:t>
            </a:r>
          </a:p>
          <a:p>
            <a:r>
              <a:rPr lang="fr-FR" altLang="fr-FR" smtClean="0"/>
              <a:t>22-  QUAND NOUS INVOQUONS  LE NOM DU SEIGNEUR </a:t>
            </a:r>
          </a:p>
          <a:p>
            <a:r>
              <a:rPr lang="fr-FR" altLang="fr-FR" smtClean="0"/>
              <a:t>When We Come In The Name Of The Lord</a:t>
            </a:r>
          </a:p>
          <a:p>
            <a:endParaRPr lang="fr-FR" altLang="fr-FR" smtClean="0"/>
          </a:p>
          <a:p>
            <a:r>
              <a:rPr lang="fr-FR" altLang="fr-FR" smtClean="0"/>
              <a:t>23-  IL Y A DE LA FORCE  DANS LE NOM DU SEIGNEUR</a:t>
            </a:r>
          </a:p>
          <a:p>
            <a:r>
              <a:rPr lang="fr-FR" altLang="fr-FR" smtClean="0"/>
              <a:t>There Is Strength In The Name Of The Lord</a:t>
            </a:r>
          </a:p>
          <a:p>
            <a:r>
              <a:rPr lang="fr-FR" altLang="fr-FR" smtClean="0"/>
              <a:t>24-  DE LA PUISSANCE  DANS LE NOM DU SEIGNEUR </a:t>
            </a:r>
          </a:p>
          <a:p>
            <a:r>
              <a:rPr lang="fr-FR" altLang="fr-FR" smtClean="0"/>
              <a:t>There Is Power In The Name Of The Lord 
25-  DE L'ESPOIR  DANS LE NOM DU SEIGNEUR</a:t>
            </a:r>
          </a:p>
          <a:p>
            <a:r>
              <a:rPr lang="fr-FR" altLang="fr-FR" smtClean="0"/>
              <a:t>There Is Hope In The Name Of The Lord 
26-  BÉNI CELUI QUI VIENT  DANS LE NOM DU SEIGNEUR  </a:t>
            </a:r>
          </a:p>
          <a:p>
            <a:r>
              <a:rPr lang="fr-FR" altLang="fr-FR" smtClean="0"/>
              <a:t>Blessed Is He Who Comes In The Name Of The Lord	 	X2</a:t>
            </a:r>
          </a:p>
          <a:p>
            <a:endParaRPr lang="fr-FR" altLang="fr-FR" smtClean="0"/>
          </a:p>
          <a:p>
            <a:r>
              <a:rPr lang="fr-FR" altLang="fr-FR" smtClean="0"/>
              <a:t>27-  COMME IL L'A DIT IL EST RESSUSCITÉ </a:t>
            </a:r>
          </a:p>
          <a:p>
            <a:r>
              <a:rPr lang="fr-FR" altLang="fr-FR" smtClean="0"/>
              <a:t>Just like he said He's risen from the dead</a:t>
            </a:r>
          </a:p>
          <a:p>
            <a:r>
              <a:rPr lang="fr-FR" altLang="fr-FR" smtClean="0"/>
              <a:t>28-  ET SON PEUPLE DIRA</a:t>
            </a:r>
          </a:p>
          <a:p>
            <a:r>
              <a:rPr lang="fr-FR" altLang="fr-FR" smtClean="0"/>
              <a:t>And the people say</a:t>
            </a:r>
          </a:p>
          <a:p>
            <a:endParaRPr lang="fr-FR" altLang="fr-FR" smtClean="0"/>
          </a:p>
          <a:p>
            <a:r>
              <a:rPr lang="fr-FR" altLang="fr-FR" smtClean="0"/>
              <a:t> 29-  NOUS L'APPELLERONS ROI DES ROIS ET SEIGNEUR DES SEIGNEURS </a:t>
            </a:r>
          </a:p>
          <a:p>
            <a:r>
              <a:rPr lang="fr-FR" altLang="fr-FR" smtClean="0"/>
              <a:t>We will call Him King of kings We will call Him Lord of lords</a:t>
            </a:r>
          </a:p>
          <a:p>
            <a:r>
              <a:rPr lang="fr-FR" altLang="fr-FR" smtClean="0"/>
              <a:t>30-  NOUS L'APPELLERONS  PRINCE DE PAIX </a:t>
            </a:r>
          </a:p>
          <a:p>
            <a:r>
              <a:rPr lang="fr-FR" altLang="fr-FR" smtClean="0"/>
              <a:t>We will call Him Prince of Peace</a:t>
            </a:r>
          </a:p>
          <a:p>
            <a:r>
              <a:rPr lang="fr-FR" altLang="fr-FR" smtClean="0"/>
              <a:t>31-  ET SI MERVEILLEUX CONSEILLER  DIEU PUISSANT </a:t>
            </a:r>
          </a:p>
          <a:p>
            <a:endParaRPr lang="fr-FR" altLang="fr-FR" smtClean="0"/>
          </a:p>
          <a:p>
            <a:r>
              <a:rPr lang="fr-FR" altLang="fr-FR" smtClean="0"/>
              <a:t>Such a wonderful counselor
32-  JE L'APPELLERAI ROI DES ROIS ET SEIGNEUR DES SEIGNEURS </a:t>
            </a:r>
          </a:p>
          <a:p>
            <a:r>
              <a:rPr lang="fr-FR" altLang="fr-FR" smtClean="0"/>
              <a:t>I will call Him King of kings and I will call Him Lord of lords</a:t>
            </a:r>
          </a:p>
          <a:p>
            <a:endParaRPr lang="fr-FR" altLang="fr-FR" smtClean="0"/>
          </a:p>
        </p:txBody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2226" name="Espace réservé de l'image des diapositives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3" name="Espace réservé des commentaires 2"/>
          <p:cNvSpPr>
            <a:spLocks noGrp="1"/>
          </p:cNvSpPr>
          <p:nvPr>
            <p:ph type="body" idx="1"/>
          </p:nvPr>
        </p:nvSpPr>
        <p:spPr/>
        <p:txBody>
          <a:bodyPr>
            <a:normAutofit fontScale="85000" lnSpcReduction="20000"/>
          </a:bodyPr>
          <a:lstStyle/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1-  QUAND CERTAINS  MARCHENT PAR LA VUE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When others see with earthly eyes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 2-  CONDUITS PAR LEURS REGARDS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Just what they want to see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3-  TU VERRAS DES CHOSES  QUI SONT ÉTERNELLES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Just what they want to see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 4-  TU SAURAS ET CONNAÎTRAS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You will know and recognize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5-  AVEC UNE FOI D’ENFANT LA VALEUR DE CELUI QUI EST FIDÈLE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By simple child-like faith The priceless truth that Others will deny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6-  QUAND ILS DISENT  QUE JE NE SUIS QU’UN HOMME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When others say I'm just a man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 7-  VOULANT VIVRE SES RÊVES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Who likes to dream His dreams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8-  QUAND ILS APPELLENT  UN MIRACLE UN MYTHE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When others call a miracle a myth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9-  TU COMPRENDRAS EN UN INSTANT TOUTES CES CHOSES CACHÉES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You'll listen for eternity In moments as they pass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10-  TU VERRAS SA BONTÉ  QUI EST SANS LIMITE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And see with spirit eyes What others miss.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11-  SUR CE ROCHER  JE CONSTRUIS MON ROYAUME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Upon this rock I'll build My kingdom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 12-  SUR CE ROCHER, POUR TOUJOURS  À JAMAIS, JE ME TIENDRAI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And on this rock forever and ever it shall stand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 13-  SUR CE ROCHER DE RÉVÉLATION J’ÉTABLIRAI UNE PUISSANTE NATION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Upon this rock of revelation I'll build a strong and mighty nation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 14-  QUI TIENDRA FERME  CONTRE LES TEMPÊTES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And it shall stand the storms of time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15-  SUR CE ROCHER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Upon this rock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16-  LORSQUE TOUS MES PLANS S'ÉCROULENT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When My Plans Have Fallen Through
17-  QUAND JE N'AI PRESQUE  PLUS DE FORCE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And When My Strength Is Nearly Gone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 18-  QUAND LA SEULE CHOSE À FAIRE  EST DE DÉPENDRE DE TOI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When There's Nothing Left To Do But Just Depend On You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 19-  ET LA PUISSANCE DE TON NOM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And The Power Of Your Name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20-  ET QUAND NOUS INVOQUONS TON NOM TA PUISSANCE SOUDAIN APPARAÎT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And As We Call Upon Your Name Your Strength Through Weakness To Show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21-  NOUS POUVONS VOIR LES PLANS DU MAÎTRE ET VOIR LA MAIN DU MAÎTRE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We Can Know The Master Plan Extend The Masters Hand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22-  QUAND NOUS INVOQUONS  LE NOM DU SEIGNEUR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When We Come In The Name Of The Lord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23-  IL Y A DE LA FORCE  DANS LE NOM DU SEIGNEUR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There Is Strength In The Name Of The Lord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24-  DE LA PUISSANCE  DANS LE NOM DU SEIGNEUR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There Is Power In The Name Of The Lord 
25-  DE L'ESPOIR  DANS LE NOM DU SEIGNEUR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There Is Hope In The Name Of The Lord 
26-  BÉNI CELUI QUI VIENT  DANS LE NOM DU SEIGNEUR 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Blessed Is He Who Comes In The Name Of The Lord	 	X2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27-  COMME IL L'A DIT IL EST RESSUSCITÉ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Just like he said He's risen from the dead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28-  ET SON PEUPLE DIRA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And the people say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 29-  NOUS L'APPELLERONS ROI DES ROIS ET SEIGNEUR DES SEIGNEURS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We will call Him King of kings We will call Him Lord of lords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30-  NOUS L'APPELLERONS  PRINCE DE PAIX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We will call Him Prince of Peace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31-  ET SI MERVEILLEUX CONSEILLER  DIEU PUISSANT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Such a wonderful counselor
32-  JE L'APPELLERAI ROI DES ROIS ET SEIGNEUR DES SEIGNEURS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I will call Him King of kings and I will call Him Lord of lords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dirty="0" smtClean="0"/>
          </a:p>
        </p:txBody>
      </p:sp>
      <p:sp>
        <p:nvSpPr>
          <p:cNvPr id="52228" name="Espace réservé du numéro de diapositive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 wrap="square" numCol="1" anchorCtr="0" compatLnSpc="1">
            <a:prstTxWarp prst="textNoShape">
              <a:avLst/>
            </a:prstTxWarp>
          </a:bodyPr>
          <a:lstStyle/>
          <a:p>
            <a:r>
              <a:rPr lang="fr-FR" altLang="fr-FR" smtClean="0"/>
              <a:t>1-  QUAND CERTAINS  MARCHENT PAR LA VUE</a:t>
            </a:r>
          </a:p>
          <a:p>
            <a:r>
              <a:rPr lang="fr-FR" altLang="fr-FR" smtClean="0"/>
              <a:t>When others see with earthly eyes</a:t>
            </a:r>
          </a:p>
          <a:p>
            <a:r>
              <a:rPr lang="fr-FR" altLang="fr-FR" smtClean="0"/>
              <a:t> 2-  CONDUITS PAR LEURS REGARDS </a:t>
            </a:r>
          </a:p>
          <a:p>
            <a:r>
              <a:rPr lang="fr-FR" altLang="fr-FR" smtClean="0"/>
              <a:t>Just what they want to see</a:t>
            </a:r>
          </a:p>
          <a:p>
            <a:r>
              <a:rPr lang="fr-FR" altLang="fr-FR" smtClean="0"/>
              <a:t>3-  TU VERRAS DES CHOSES  QUI SONT ÉTERNELLES</a:t>
            </a:r>
          </a:p>
          <a:p>
            <a:r>
              <a:rPr lang="fr-FR" altLang="fr-FR" smtClean="0"/>
              <a:t>Just what they want to see</a:t>
            </a:r>
          </a:p>
          <a:p>
            <a:r>
              <a:rPr lang="fr-FR" altLang="fr-FR" smtClean="0"/>
              <a:t> 4-  TU SAURAS ET CONNAÎTRAS </a:t>
            </a:r>
          </a:p>
          <a:p>
            <a:r>
              <a:rPr lang="fr-FR" altLang="fr-FR" smtClean="0"/>
              <a:t>You will know and recognize</a:t>
            </a:r>
          </a:p>
          <a:p>
            <a:r>
              <a:rPr lang="fr-FR" altLang="fr-FR" smtClean="0"/>
              <a:t>5-  AVEC UNE FOI D’ENFANT LA VALEUR DE CELUI QUI EST FIDÈLE </a:t>
            </a:r>
          </a:p>
          <a:p>
            <a:r>
              <a:rPr lang="fr-FR" altLang="fr-FR" smtClean="0"/>
              <a:t>By simple child-like faith The priceless truth that Others will deny</a:t>
            </a:r>
          </a:p>
          <a:p>
            <a:endParaRPr lang="fr-FR" altLang="fr-FR" smtClean="0"/>
          </a:p>
          <a:p>
            <a:r>
              <a:rPr lang="fr-FR" altLang="fr-FR" smtClean="0"/>
              <a:t>6-  QUAND ILS DISENT  QUE JE NE SUIS QU’UN HOMME</a:t>
            </a:r>
          </a:p>
          <a:p>
            <a:r>
              <a:rPr lang="fr-FR" altLang="fr-FR" smtClean="0"/>
              <a:t>When others say I'm just a man</a:t>
            </a:r>
          </a:p>
          <a:p>
            <a:r>
              <a:rPr lang="fr-FR" altLang="fr-FR" smtClean="0"/>
              <a:t> 7-  VOULANT VIVRE SES RÊVES </a:t>
            </a:r>
          </a:p>
          <a:p>
            <a:r>
              <a:rPr lang="fr-FR" altLang="fr-FR" smtClean="0"/>
              <a:t>Who likes to dream His dreams</a:t>
            </a:r>
          </a:p>
          <a:p>
            <a:r>
              <a:rPr lang="fr-FR" altLang="fr-FR" smtClean="0"/>
              <a:t>8-  QUAND ILS APPELLENT  UN MIRACLE UN MYTHE </a:t>
            </a:r>
          </a:p>
          <a:p>
            <a:r>
              <a:rPr lang="fr-FR" altLang="fr-FR" smtClean="0"/>
              <a:t>When others call a miracle a myth</a:t>
            </a:r>
          </a:p>
          <a:p>
            <a:r>
              <a:rPr lang="fr-FR" altLang="fr-FR" smtClean="0"/>
              <a:t>9-  TU COMPRENDRAS EN UN INSTANT TOUTES CES CHOSES CACHÉES </a:t>
            </a:r>
          </a:p>
          <a:p>
            <a:r>
              <a:rPr lang="fr-FR" altLang="fr-FR" smtClean="0"/>
              <a:t>You'll listen for eternity In moments as they pass</a:t>
            </a:r>
          </a:p>
          <a:p>
            <a:r>
              <a:rPr lang="fr-FR" altLang="fr-FR" smtClean="0"/>
              <a:t>10-  TU VERRAS SA BONTÉ  QUI EST SANS LIMITE </a:t>
            </a:r>
          </a:p>
          <a:p>
            <a:r>
              <a:rPr lang="fr-FR" altLang="fr-FR" smtClean="0"/>
              <a:t>And see with spirit eyes What others miss.</a:t>
            </a:r>
          </a:p>
          <a:p>
            <a:endParaRPr lang="fr-FR" altLang="fr-FR" smtClean="0"/>
          </a:p>
          <a:p>
            <a:r>
              <a:rPr lang="fr-FR" altLang="fr-FR" smtClean="0"/>
              <a:t>11-  SUR CE ROCHER  JE CONSTRUIS MON ROYAUME</a:t>
            </a:r>
          </a:p>
          <a:p>
            <a:r>
              <a:rPr lang="fr-FR" altLang="fr-FR" smtClean="0"/>
              <a:t>Upon this rock I'll build My kingdom</a:t>
            </a:r>
          </a:p>
          <a:p>
            <a:r>
              <a:rPr lang="fr-FR" altLang="fr-FR" smtClean="0"/>
              <a:t> 12-  SUR CE ROCHER, POUR TOUJOURS  À JAMAIS, JE ME TIENDRAI</a:t>
            </a:r>
          </a:p>
          <a:p>
            <a:r>
              <a:rPr lang="fr-FR" altLang="fr-FR" smtClean="0"/>
              <a:t>And on this rock forever and ever it shall stand</a:t>
            </a:r>
          </a:p>
          <a:p>
            <a:r>
              <a:rPr lang="fr-FR" altLang="fr-FR" smtClean="0"/>
              <a:t> 13-  SUR CE ROCHER DE RÉVÉLATION J’ÉTABLIRAI UNE PUISSANTE NATION</a:t>
            </a:r>
          </a:p>
          <a:p>
            <a:r>
              <a:rPr lang="fr-FR" altLang="fr-FR" smtClean="0"/>
              <a:t>Upon this rock of revelation I'll build a strong and mighty nation</a:t>
            </a:r>
          </a:p>
          <a:p>
            <a:r>
              <a:rPr lang="fr-FR" altLang="fr-FR" smtClean="0"/>
              <a:t> 14-  QUI TIENDRA FERME  CONTRE LES TEMPÊTES </a:t>
            </a:r>
          </a:p>
          <a:p>
            <a:r>
              <a:rPr lang="fr-FR" altLang="fr-FR" smtClean="0"/>
              <a:t>And it shall stand the storms of time</a:t>
            </a:r>
          </a:p>
          <a:p>
            <a:r>
              <a:rPr lang="fr-FR" altLang="fr-FR" smtClean="0"/>
              <a:t>15-  SUR CE ROCHER </a:t>
            </a:r>
          </a:p>
          <a:p>
            <a:r>
              <a:rPr lang="fr-FR" altLang="fr-FR" smtClean="0"/>
              <a:t>Upon this rock</a:t>
            </a:r>
          </a:p>
          <a:p>
            <a:endParaRPr lang="fr-FR" altLang="fr-FR" smtClean="0"/>
          </a:p>
          <a:p>
            <a:r>
              <a:rPr lang="fr-FR" altLang="fr-FR" smtClean="0"/>
              <a:t>16-  LORSQUE TOUS MES PLANS S'ÉCROULENT </a:t>
            </a:r>
          </a:p>
          <a:p>
            <a:r>
              <a:rPr lang="fr-FR" altLang="fr-FR" smtClean="0"/>
              <a:t>When My Plans Have Fallen Through
17-  QUAND JE N'AI PRESQUE  PLUS DE FORCE</a:t>
            </a:r>
          </a:p>
          <a:p>
            <a:r>
              <a:rPr lang="fr-FR" altLang="fr-FR" smtClean="0"/>
              <a:t>And When My Strength Is Nearly Gone</a:t>
            </a:r>
          </a:p>
          <a:p>
            <a:r>
              <a:rPr lang="fr-FR" altLang="fr-FR" smtClean="0"/>
              <a:t> 18-  QUAND LA SEULE CHOSE À FAIRE  EST DE DÉPENDRE DE TOI</a:t>
            </a:r>
          </a:p>
          <a:p>
            <a:r>
              <a:rPr lang="fr-FR" altLang="fr-FR" smtClean="0"/>
              <a:t>When There's Nothing Left To Do But Just Depend On You</a:t>
            </a:r>
          </a:p>
          <a:p>
            <a:endParaRPr lang="fr-FR" altLang="fr-FR" smtClean="0"/>
          </a:p>
          <a:p>
            <a:r>
              <a:rPr lang="fr-FR" altLang="fr-FR" smtClean="0"/>
              <a:t> 19-  ET LA PUISSANCE DE TON NOM </a:t>
            </a:r>
          </a:p>
          <a:p>
            <a:r>
              <a:rPr lang="fr-FR" altLang="fr-FR" smtClean="0"/>
              <a:t>And The Power Of Your Name</a:t>
            </a:r>
          </a:p>
          <a:p>
            <a:endParaRPr lang="fr-FR" altLang="fr-FR" smtClean="0"/>
          </a:p>
          <a:p>
            <a:r>
              <a:rPr lang="fr-FR" altLang="fr-FR" smtClean="0"/>
              <a:t>20-  ET QUAND NOUS INVOQUONS TON NOM TA PUISSANCE SOUDAIN APPARAÎT </a:t>
            </a:r>
          </a:p>
          <a:p>
            <a:r>
              <a:rPr lang="fr-FR" altLang="fr-FR" smtClean="0"/>
              <a:t>And As We Call Upon Your Name Your Strength Through Weakness To Show</a:t>
            </a:r>
          </a:p>
          <a:p>
            <a:r>
              <a:rPr lang="fr-FR" altLang="fr-FR" smtClean="0"/>
              <a:t>21-  NOUS POUVONS VOIR LES PLANS DU MAÎTRE ET VOIR LA MAIN DU MAÎTRE </a:t>
            </a:r>
          </a:p>
          <a:p>
            <a:r>
              <a:rPr lang="fr-FR" altLang="fr-FR" smtClean="0"/>
              <a:t>We Can Know The Master Plan Extend The Masters Hand</a:t>
            </a:r>
          </a:p>
          <a:p>
            <a:r>
              <a:rPr lang="fr-FR" altLang="fr-FR" smtClean="0"/>
              <a:t>22-  QUAND NOUS INVOQUONS  LE NOM DU SEIGNEUR </a:t>
            </a:r>
          </a:p>
          <a:p>
            <a:r>
              <a:rPr lang="fr-FR" altLang="fr-FR" smtClean="0"/>
              <a:t>When We Come In The Name Of The Lord</a:t>
            </a:r>
          </a:p>
          <a:p>
            <a:endParaRPr lang="fr-FR" altLang="fr-FR" smtClean="0"/>
          </a:p>
          <a:p>
            <a:r>
              <a:rPr lang="fr-FR" altLang="fr-FR" smtClean="0"/>
              <a:t>23-  IL Y A DE LA FORCE  DANS LE NOM DU SEIGNEUR</a:t>
            </a:r>
          </a:p>
          <a:p>
            <a:r>
              <a:rPr lang="fr-FR" altLang="fr-FR" smtClean="0"/>
              <a:t>There Is Strength In The Name Of The Lord</a:t>
            </a:r>
          </a:p>
          <a:p>
            <a:r>
              <a:rPr lang="fr-FR" altLang="fr-FR" smtClean="0"/>
              <a:t>24-  DE LA PUISSANCE  DANS LE NOM DU SEIGNEUR </a:t>
            </a:r>
          </a:p>
          <a:p>
            <a:r>
              <a:rPr lang="fr-FR" altLang="fr-FR" smtClean="0"/>
              <a:t>There Is Power In The Name Of The Lord 
25-  DE L'ESPOIR  DANS LE NOM DU SEIGNEUR</a:t>
            </a:r>
          </a:p>
          <a:p>
            <a:r>
              <a:rPr lang="fr-FR" altLang="fr-FR" smtClean="0"/>
              <a:t>There Is Hope In The Name Of The Lord 
26-  BÉNI CELUI QUI VIENT  DANS LE NOM DU SEIGNEUR  </a:t>
            </a:r>
          </a:p>
          <a:p>
            <a:r>
              <a:rPr lang="fr-FR" altLang="fr-FR" smtClean="0"/>
              <a:t>Blessed Is He Who Comes In The Name Of The Lord	 	X2</a:t>
            </a:r>
          </a:p>
          <a:p>
            <a:endParaRPr lang="fr-FR" altLang="fr-FR" smtClean="0"/>
          </a:p>
          <a:p>
            <a:r>
              <a:rPr lang="fr-FR" altLang="fr-FR" smtClean="0"/>
              <a:t>27-  COMME IL L'A DIT IL EST RESSUSCITÉ </a:t>
            </a:r>
          </a:p>
          <a:p>
            <a:r>
              <a:rPr lang="fr-FR" altLang="fr-FR" smtClean="0"/>
              <a:t>Just like he said He's risen from the dead</a:t>
            </a:r>
          </a:p>
          <a:p>
            <a:r>
              <a:rPr lang="fr-FR" altLang="fr-FR" smtClean="0"/>
              <a:t>28-  ET SON PEUPLE DIRA</a:t>
            </a:r>
          </a:p>
          <a:p>
            <a:r>
              <a:rPr lang="fr-FR" altLang="fr-FR" smtClean="0"/>
              <a:t>And the people say</a:t>
            </a:r>
          </a:p>
          <a:p>
            <a:endParaRPr lang="fr-FR" altLang="fr-FR" smtClean="0"/>
          </a:p>
          <a:p>
            <a:r>
              <a:rPr lang="fr-FR" altLang="fr-FR" smtClean="0"/>
              <a:t> 29-  NOUS L'APPELLERONS ROI DES ROIS ET SEIGNEUR DES SEIGNEURS </a:t>
            </a:r>
          </a:p>
          <a:p>
            <a:r>
              <a:rPr lang="fr-FR" altLang="fr-FR" smtClean="0"/>
              <a:t>We will call Him King of kings We will call Him Lord of lords</a:t>
            </a:r>
          </a:p>
          <a:p>
            <a:r>
              <a:rPr lang="fr-FR" altLang="fr-FR" smtClean="0"/>
              <a:t>30-  NOUS L'APPELLERONS  PRINCE DE PAIX </a:t>
            </a:r>
          </a:p>
          <a:p>
            <a:r>
              <a:rPr lang="fr-FR" altLang="fr-FR" smtClean="0"/>
              <a:t>We will call Him Prince of Peace</a:t>
            </a:r>
          </a:p>
          <a:p>
            <a:r>
              <a:rPr lang="fr-FR" altLang="fr-FR" smtClean="0"/>
              <a:t>31-  ET SI MERVEILLEUX CONSEILLER  DIEU PUISSANT </a:t>
            </a:r>
          </a:p>
          <a:p>
            <a:endParaRPr lang="fr-FR" altLang="fr-FR" smtClean="0"/>
          </a:p>
          <a:p>
            <a:r>
              <a:rPr lang="fr-FR" altLang="fr-FR" smtClean="0"/>
              <a:t>Such a wonderful counselor
32-  JE L'APPELLERAI ROI DES ROIS ET SEIGNEUR DES SEIGNEURS </a:t>
            </a:r>
          </a:p>
          <a:p>
            <a:r>
              <a:rPr lang="fr-FR" altLang="fr-FR" smtClean="0"/>
              <a:t>I will call Him King of kings and I will call Him Lord of lords</a:t>
            </a:r>
          </a:p>
          <a:p>
            <a:endParaRPr lang="fr-FR" altLang="fr-FR" smtClean="0"/>
          </a:p>
        </p:txBody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3250" name="Espace réservé de l'image des diapositives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3" name="Espace réservé des commentaires 2"/>
          <p:cNvSpPr>
            <a:spLocks noGrp="1"/>
          </p:cNvSpPr>
          <p:nvPr>
            <p:ph type="body" idx="1"/>
          </p:nvPr>
        </p:nvSpPr>
        <p:spPr/>
        <p:txBody>
          <a:bodyPr>
            <a:normAutofit fontScale="85000" lnSpcReduction="20000"/>
          </a:bodyPr>
          <a:lstStyle/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1-  QUAND CERTAINS  MARCHENT PAR LA VUE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When others see with earthly eyes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 2-  CONDUITS PAR LEURS REGARDS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Just what they want to see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3-  TU VERRAS DES CHOSES  QUI SONT ÉTERNELLES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Just what they want to see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 4-  TU SAURAS ET CONNAÎTRAS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You will know and recognize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5-  AVEC UNE FOI D’ENFANT LA VALEUR DE CELUI QUI EST FIDÈLE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By simple child-like faith The priceless truth that Others will deny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6-  QUAND ILS DISENT  QUE JE NE SUIS QU’UN HOMME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When others say I'm just a man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 7-  VOULANT VIVRE SES RÊVES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Who likes to dream His dreams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8-  QUAND ILS APPELLENT  UN MIRACLE UN MYTHE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When others call a miracle a myth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9-  TU COMPRENDRAS EN UN INSTANT TOUTES CES CHOSES CACHÉES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You'll listen for eternity In moments as they pass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10-  TU VERRAS SA BONTÉ  QUI EST SANS LIMITE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And see with spirit eyes What others miss.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11-  SUR CE ROCHER  JE CONSTRUIS MON ROYAUME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Upon this rock I'll build My kingdom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 12-  SUR CE ROCHER, POUR TOUJOURS  À JAMAIS, JE ME TIENDRAI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And on this rock forever and ever it shall stand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 13-  SUR CE ROCHER DE RÉVÉLATION J’ÉTABLIRAI UNE PUISSANTE NATION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Upon this rock of revelation I'll build a strong and mighty nation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 14-  QUI TIENDRA FERME  CONTRE LES TEMPÊTES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And it shall stand the storms of time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15-  SUR CE ROCHER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Upon this rock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16-  LORSQUE TOUS MES PLANS S'ÉCROULENT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When My Plans Have Fallen Through
17-  QUAND JE N'AI PRESQUE  PLUS DE FORCE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And When My Strength Is Nearly Gone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 18-  QUAND LA SEULE CHOSE À FAIRE  EST DE DÉPENDRE DE TOI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When There's Nothing Left To Do But Just Depend On You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 19-  ET LA PUISSANCE DE TON NOM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And The Power Of Your Name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20-  ET QUAND NOUS INVOQUONS TON NOM TA PUISSANCE SOUDAIN APPARAÎT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And As We Call Upon Your Name Your Strength Through Weakness To Show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21-  NOUS POUVONS VOIR LES PLANS DU MAÎTRE ET VOIR LA MAIN DU MAÎTRE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We Can Know The Master Plan Extend The Masters Hand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22-  QUAND NOUS INVOQUONS  LE NOM DU SEIGNEUR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When We Come In The Name Of The Lord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23-  IL Y A DE LA FORCE  DANS LE NOM DU SEIGNEUR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There Is Strength In The Name Of The Lord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24-  DE LA PUISSANCE  DANS LE NOM DU SEIGNEUR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There Is Power In The Name Of The Lord 
25-  DE L'ESPOIR  DANS LE NOM DU SEIGNEUR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There Is Hope In The Name Of The Lord 
26-  BÉNI CELUI QUI VIENT  DANS LE NOM DU SEIGNEUR 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Blessed Is He Who Comes In The Name Of The Lord	 	X2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27-  COMME IL L'A DIT IL EST RESSUSCITÉ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Just like he said He's risen from the dead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28-  ET SON PEUPLE DIRA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And the people say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 29-  NOUS L'APPELLERONS ROI DES ROIS ET SEIGNEUR DES SEIGNEURS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We will call Him King of kings We will call Him Lord of lords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30-  NOUS L'APPELLERONS  PRINCE DE PAIX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We will call Him Prince of Peace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31-  ET SI MERVEILLEUX CONSEILLER  DIEU PUISSANT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Such a wonderful counselor
32-  JE L'APPELLERAI ROI DES ROIS ET SEIGNEUR DES SEIGNEURS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I will call Him King of kings and I will call Him Lord of lords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dirty="0" smtClean="0"/>
          </a:p>
        </p:txBody>
      </p:sp>
      <p:sp>
        <p:nvSpPr>
          <p:cNvPr id="53252" name="Espace réservé du numéro de diapositive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 wrap="square" numCol="1" anchorCtr="0" compatLnSpc="1">
            <a:prstTxWarp prst="textNoShape">
              <a:avLst/>
            </a:prstTxWarp>
          </a:bodyPr>
          <a:lstStyle/>
          <a:p>
            <a:r>
              <a:rPr lang="fr-FR" altLang="fr-FR" smtClean="0"/>
              <a:t>1-  QUAND CERTAINS  MARCHENT PAR LA VUE</a:t>
            </a:r>
          </a:p>
          <a:p>
            <a:r>
              <a:rPr lang="fr-FR" altLang="fr-FR" smtClean="0"/>
              <a:t>When others see with earthly eyes</a:t>
            </a:r>
          </a:p>
          <a:p>
            <a:r>
              <a:rPr lang="fr-FR" altLang="fr-FR" smtClean="0"/>
              <a:t> 2-  CONDUITS PAR LEURS REGARDS </a:t>
            </a:r>
          </a:p>
          <a:p>
            <a:r>
              <a:rPr lang="fr-FR" altLang="fr-FR" smtClean="0"/>
              <a:t>Just what they want to see</a:t>
            </a:r>
          </a:p>
          <a:p>
            <a:r>
              <a:rPr lang="fr-FR" altLang="fr-FR" smtClean="0"/>
              <a:t>3-  TU VERRAS DES CHOSES  QUI SONT ÉTERNELLES</a:t>
            </a:r>
          </a:p>
          <a:p>
            <a:r>
              <a:rPr lang="fr-FR" altLang="fr-FR" smtClean="0"/>
              <a:t>Just what they want to see</a:t>
            </a:r>
          </a:p>
          <a:p>
            <a:r>
              <a:rPr lang="fr-FR" altLang="fr-FR" smtClean="0"/>
              <a:t> 4-  TU SAURAS ET CONNAÎTRAS </a:t>
            </a:r>
          </a:p>
          <a:p>
            <a:r>
              <a:rPr lang="fr-FR" altLang="fr-FR" smtClean="0"/>
              <a:t>You will know and recognize</a:t>
            </a:r>
          </a:p>
          <a:p>
            <a:r>
              <a:rPr lang="fr-FR" altLang="fr-FR" smtClean="0"/>
              <a:t>5-  AVEC UNE FOI D’ENFANT LA VALEUR DE CELUI QUI EST FIDÈLE </a:t>
            </a:r>
          </a:p>
          <a:p>
            <a:r>
              <a:rPr lang="fr-FR" altLang="fr-FR" smtClean="0"/>
              <a:t>By simple child-like faith The priceless truth that Others will deny</a:t>
            </a:r>
          </a:p>
          <a:p>
            <a:endParaRPr lang="fr-FR" altLang="fr-FR" smtClean="0"/>
          </a:p>
          <a:p>
            <a:r>
              <a:rPr lang="fr-FR" altLang="fr-FR" smtClean="0"/>
              <a:t>6-  QUAND ILS DISENT  QUE JE NE SUIS QU’UN HOMME</a:t>
            </a:r>
          </a:p>
          <a:p>
            <a:r>
              <a:rPr lang="fr-FR" altLang="fr-FR" smtClean="0"/>
              <a:t>When others say I'm just a man</a:t>
            </a:r>
          </a:p>
          <a:p>
            <a:r>
              <a:rPr lang="fr-FR" altLang="fr-FR" smtClean="0"/>
              <a:t> 7-  VOULANT VIVRE SES RÊVES </a:t>
            </a:r>
          </a:p>
          <a:p>
            <a:r>
              <a:rPr lang="fr-FR" altLang="fr-FR" smtClean="0"/>
              <a:t>Who likes to dream His dreams</a:t>
            </a:r>
          </a:p>
          <a:p>
            <a:r>
              <a:rPr lang="fr-FR" altLang="fr-FR" smtClean="0"/>
              <a:t>8-  QUAND ILS APPELLENT  UN MIRACLE UN MYTHE </a:t>
            </a:r>
          </a:p>
          <a:p>
            <a:r>
              <a:rPr lang="fr-FR" altLang="fr-FR" smtClean="0"/>
              <a:t>When others call a miracle a myth</a:t>
            </a:r>
          </a:p>
          <a:p>
            <a:r>
              <a:rPr lang="fr-FR" altLang="fr-FR" smtClean="0"/>
              <a:t>9-  TU COMPRENDRAS EN UN INSTANT TOUTES CES CHOSES CACHÉES </a:t>
            </a:r>
          </a:p>
          <a:p>
            <a:r>
              <a:rPr lang="fr-FR" altLang="fr-FR" smtClean="0"/>
              <a:t>You'll listen for eternity In moments as they pass</a:t>
            </a:r>
          </a:p>
          <a:p>
            <a:r>
              <a:rPr lang="fr-FR" altLang="fr-FR" smtClean="0"/>
              <a:t>10-  TU VERRAS SA BONTÉ  QUI EST SANS LIMITE </a:t>
            </a:r>
          </a:p>
          <a:p>
            <a:r>
              <a:rPr lang="fr-FR" altLang="fr-FR" smtClean="0"/>
              <a:t>And see with spirit eyes What others miss.</a:t>
            </a:r>
          </a:p>
          <a:p>
            <a:endParaRPr lang="fr-FR" altLang="fr-FR" smtClean="0"/>
          </a:p>
          <a:p>
            <a:r>
              <a:rPr lang="fr-FR" altLang="fr-FR" smtClean="0"/>
              <a:t>11-  SUR CE ROCHER  JE CONSTRUIS MON ROYAUME</a:t>
            </a:r>
          </a:p>
          <a:p>
            <a:r>
              <a:rPr lang="fr-FR" altLang="fr-FR" smtClean="0"/>
              <a:t>Upon this rock I'll build My kingdom</a:t>
            </a:r>
          </a:p>
          <a:p>
            <a:r>
              <a:rPr lang="fr-FR" altLang="fr-FR" smtClean="0"/>
              <a:t> 12-  SUR CE ROCHER, POUR TOUJOURS  À JAMAIS, JE ME TIENDRAI</a:t>
            </a:r>
          </a:p>
          <a:p>
            <a:r>
              <a:rPr lang="fr-FR" altLang="fr-FR" smtClean="0"/>
              <a:t>And on this rock forever and ever it shall stand</a:t>
            </a:r>
          </a:p>
          <a:p>
            <a:r>
              <a:rPr lang="fr-FR" altLang="fr-FR" smtClean="0"/>
              <a:t> 13-  SUR CE ROCHER DE RÉVÉLATION J’ÉTABLIRAI UNE PUISSANTE NATION</a:t>
            </a:r>
          </a:p>
          <a:p>
            <a:r>
              <a:rPr lang="fr-FR" altLang="fr-FR" smtClean="0"/>
              <a:t>Upon this rock of revelation I'll build a strong and mighty nation</a:t>
            </a:r>
          </a:p>
          <a:p>
            <a:r>
              <a:rPr lang="fr-FR" altLang="fr-FR" smtClean="0"/>
              <a:t> 14-  QUI TIENDRA FERME  CONTRE LES TEMPÊTES </a:t>
            </a:r>
          </a:p>
          <a:p>
            <a:r>
              <a:rPr lang="fr-FR" altLang="fr-FR" smtClean="0"/>
              <a:t>And it shall stand the storms of time</a:t>
            </a:r>
          </a:p>
          <a:p>
            <a:r>
              <a:rPr lang="fr-FR" altLang="fr-FR" smtClean="0"/>
              <a:t>15-  SUR CE ROCHER </a:t>
            </a:r>
          </a:p>
          <a:p>
            <a:r>
              <a:rPr lang="fr-FR" altLang="fr-FR" smtClean="0"/>
              <a:t>Upon this rock</a:t>
            </a:r>
          </a:p>
          <a:p>
            <a:endParaRPr lang="fr-FR" altLang="fr-FR" smtClean="0"/>
          </a:p>
          <a:p>
            <a:r>
              <a:rPr lang="fr-FR" altLang="fr-FR" smtClean="0"/>
              <a:t>16-  LORSQUE TOUS MES PLANS S'ÉCROULENT </a:t>
            </a:r>
          </a:p>
          <a:p>
            <a:r>
              <a:rPr lang="fr-FR" altLang="fr-FR" smtClean="0"/>
              <a:t>When My Plans Have Fallen Through
17-  QUAND JE N'AI PRESQUE  PLUS DE FORCE</a:t>
            </a:r>
          </a:p>
          <a:p>
            <a:r>
              <a:rPr lang="fr-FR" altLang="fr-FR" smtClean="0"/>
              <a:t>And When My Strength Is Nearly Gone</a:t>
            </a:r>
          </a:p>
          <a:p>
            <a:r>
              <a:rPr lang="fr-FR" altLang="fr-FR" smtClean="0"/>
              <a:t> 18-  QUAND LA SEULE CHOSE À FAIRE  EST DE DÉPENDRE DE TOI</a:t>
            </a:r>
          </a:p>
          <a:p>
            <a:r>
              <a:rPr lang="fr-FR" altLang="fr-FR" smtClean="0"/>
              <a:t>When There's Nothing Left To Do But Just Depend On You</a:t>
            </a:r>
          </a:p>
          <a:p>
            <a:endParaRPr lang="fr-FR" altLang="fr-FR" smtClean="0"/>
          </a:p>
          <a:p>
            <a:r>
              <a:rPr lang="fr-FR" altLang="fr-FR" smtClean="0"/>
              <a:t> 19-  ET LA PUISSANCE DE TON NOM </a:t>
            </a:r>
          </a:p>
          <a:p>
            <a:r>
              <a:rPr lang="fr-FR" altLang="fr-FR" smtClean="0"/>
              <a:t>And The Power Of Your Name</a:t>
            </a:r>
          </a:p>
          <a:p>
            <a:endParaRPr lang="fr-FR" altLang="fr-FR" smtClean="0"/>
          </a:p>
          <a:p>
            <a:r>
              <a:rPr lang="fr-FR" altLang="fr-FR" smtClean="0"/>
              <a:t>20-  ET QUAND NOUS INVOQUONS TON NOM TA PUISSANCE SOUDAIN APPARAÎT </a:t>
            </a:r>
          </a:p>
          <a:p>
            <a:r>
              <a:rPr lang="fr-FR" altLang="fr-FR" smtClean="0"/>
              <a:t>And As We Call Upon Your Name Your Strength Through Weakness To Show</a:t>
            </a:r>
          </a:p>
          <a:p>
            <a:r>
              <a:rPr lang="fr-FR" altLang="fr-FR" smtClean="0"/>
              <a:t>21-  NOUS POUVONS VOIR LES PLANS DU MAÎTRE ET VOIR LA MAIN DU MAÎTRE </a:t>
            </a:r>
          </a:p>
          <a:p>
            <a:r>
              <a:rPr lang="fr-FR" altLang="fr-FR" smtClean="0"/>
              <a:t>We Can Know The Master Plan Extend The Masters Hand</a:t>
            </a:r>
          </a:p>
          <a:p>
            <a:r>
              <a:rPr lang="fr-FR" altLang="fr-FR" smtClean="0"/>
              <a:t>22-  QUAND NOUS INVOQUONS  LE NOM DU SEIGNEUR </a:t>
            </a:r>
          </a:p>
          <a:p>
            <a:r>
              <a:rPr lang="fr-FR" altLang="fr-FR" smtClean="0"/>
              <a:t>When We Come In The Name Of The Lord</a:t>
            </a:r>
          </a:p>
          <a:p>
            <a:endParaRPr lang="fr-FR" altLang="fr-FR" smtClean="0"/>
          </a:p>
          <a:p>
            <a:r>
              <a:rPr lang="fr-FR" altLang="fr-FR" smtClean="0"/>
              <a:t>23-  IL Y A DE LA FORCE  DANS LE NOM DU SEIGNEUR</a:t>
            </a:r>
          </a:p>
          <a:p>
            <a:r>
              <a:rPr lang="fr-FR" altLang="fr-FR" smtClean="0"/>
              <a:t>There Is Strength In The Name Of The Lord</a:t>
            </a:r>
          </a:p>
          <a:p>
            <a:r>
              <a:rPr lang="fr-FR" altLang="fr-FR" smtClean="0"/>
              <a:t>24-  DE LA PUISSANCE  DANS LE NOM DU SEIGNEUR </a:t>
            </a:r>
          </a:p>
          <a:p>
            <a:r>
              <a:rPr lang="fr-FR" altLang="fr-FR" smtClean="0"/>
              <a:t>There Is Power In The Name Of The Lord 
25-  DE L'ESPOIR  DANS LE NOM DU SEIGNEUR</a:t>
            </a:r>
          </a:p>
          <a:p>
            <a:r>
              <a:rPr lang="fr-FR" altLang="fr-FR" smtClean="0"/>
              <a:t>There Is Hope In The Name Of The Lord 
26-  BÉNI CELUI QUI VIENT  DANS LE NOM DU SEIGNEUR  </a:t>
            </a:r>
          </a:p>
          <a:p>
            <a:r>
              <a:rPr lang="fr-FR" altLang="fr-FR" smtClean="0"/>
              <a:t>Blessed Is He Who Comes In The Name Of The Lord	 	X2</a:t>
            </a:r>
          </a:p>
          <a:p>
            <a:endParaRPr lang="fr-FR" altLang="fr-FR" smtClean="0"/>
          </a:p>
          <a:p>
            <a:r>
              <a:rPr lang="fr-FR" altLang="fr-FR" smtClean="0"/>
              <a:t>27-  COMME IL L'A DIT IL EST RESSUSCITÉ </a:t>
            </a:r>
          </a:p>
          <a:p>
            <a:r>
              <a:rPr lang="fr-FR" altLang="fr-FR" smtClean="0"/>
              <a:t>Just like he said He's risen from the dead</a:t>
            </a:r>
          </a:p>
          <a:p>
            <a:r>
              <a:rPr lang="fr-FR" altLang="fr-FR" smtClean="0"/>
              <a:t>28-  ET SON PEUPLE DIRA</a:t>
            </a:r>
          </a:p>
          <a:p>
            <a:r>
              <a:rPr lang="fr-FR" altLang="fr-FR" smtClean="0"/>
              <a:t>And the people say</a:t>
            </a:r>
          </a:p>
          <a:p>
            <a:endParaRPr lang="fr-FR" altLang="fr-FR" smtClean="0"/>
          </a:p>
          <a:p>
            <a:r>
              <a:rPr lang="fr-FR" altLang="fr-FR" smtClean="0"/>
              <a:t> 29-  NOUS L'APPELLERONS ROI DES ROIS ET SEIGNEUR DES SEIGNEURS </a:t>
            </a:r>
          </a:p>
          <a:p>
            <a:r>
              <a:rPr lang="fr-FR" altLang="fr-FR" smtClean="0"/>
              <a:t>We will call Him King of kings We will call Him Lord of lords</a:t>
            </a:r>
          </a:p>
          <a:p>
            <a:r>
              <a:rPr lang="fr-FR" altLang="fr-FR" smtClean="0"/>
              <a:t>30-  NOUS L'APPELLERONS  PRINCE DE PAIX </a:t>
            </a:r>
          </a:p>
          <a:p>
            <a:r>
              <a:rPr lang="fr-FR" altLang="fr-FR" smtClean="0"/>
              <a:t>We will call Him Prince of Peace</a:t>
            </a:r>
          </a:p>
          <a:p>
            <a:r>
              <a:rPr lang="fr-FR" altLang="fr-FR" smtClean="0"/>
              <a:t>31-  ET SI MERVEILLEUX CONSEILLER  DIEU PUISSANT </a:t>
            </a:r>
          </a:p>
          <a:p>
            <a:endParaRPr lang="fr-FR" altLang="fr-FR" smtClean="0"/>
          </a:p>
          <a:p>
            <a:r>
              <a:rPr lang="fr-FR" altLang="fr-FR" smtClean="0"/>
              <a:t>Such a wonderful counselor
32-  JE L'APPELLERAI ROI DES ROIS ET SEIGNEUR DES SEIGNEURS </a:t>
            </a:r>
          </a:p>
          <a:p>
            <a:r>
              <a:rPr lang="fr-FR" altLang="fr-FR" smtClean="0"/>
              <a:t>I will call Him King of kings and I will call Him Lord of lords</a:t>
            </a:r>
          </a:p>
          <a:p>
            <a:endParaRPr lang="fr-FR" altLang="fr-FR" smtClean="0"/>
          </a:p>
        </p:txBody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274" name="Espace réservé de l'image des diapositives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3" name="Espace réservé des commentaires 2"/>
          <p:cNvSpPr>
            <a:spLocks noGrp="1"/>
          </p:cNvSpPr>
          <p:nvPr>
            <p:ph type="body" idx="1"/>
          </p:nvPr>
        </p:nvSpPr>
        <p:spPr/>
        <p:txBody>
          <a:bodyPr>
            <a:normAutofit fontScale="85000" lnSpcReduction="20000"/>
          </a:bodyPr>
          <a:lstStyle/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1-  QUAND CERTAINS  MARCHENT PAR LA VUE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When others see with earthly eyes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 2-  CONDUITS PAR LEURS REGARDS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Just what they want to see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3-  TU VERRAS DES CHOSES  QUI SONT ÉTERNELLES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Just what they want to see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 4-  TU SAURAS ET CONNAÎTRAS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You will know and recognize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5-  AVEC UNE FOI D’ENFANT LA VALEUR DE CELUI QUI EST FIDÈLE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By simple child-like faith The priceless truth that Others will deny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6-  QUAND ILS DISENT  QUE JE NE SUIS QU’UN HOMME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When others say I'm just a man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 7-  VOULANT VIVRE SES RÊVES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Who likes to dream His dreams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8-  QUAND ILS APPELLENT  UN MIRACLE UN MYTHE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When others call a miracle a myth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9-  TU COMPRENDRAS EN UN INSTANT TOUTES CES CHOSES CACHÉES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You'll listen for eternity In moments as they pass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10-  TU VERRAS SA BONTÉ  QUI EST SANS LIMITE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And see with spirit eyes What others miss.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11-  SUR CE ROCHER  JE CONSTRUIS MON ROYAUME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Upon this rock I'll build My kingdom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 12-  SUR CE ROCHER, POUR TOUJOURS  À JAMAIS, JE ME TIENDRAI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And on this rock forever and ever it shall stand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 13-  SUR CE ROCHER DE RÉVÉLATION J’ÉTABLIRAI UNE PUISSANTE NATION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Upon this rock of revelation I'll build a strong and mighty nation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 14-  QUI TIENDRA FERME  CONTRE LES TEMPÊTES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And it shall stand the storms of time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15-  SUR CE ROCHER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Upon this rock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16-  LORSQUE TOUS MES PLANS S'ÉCROULENT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When My Plans Have Fallen Through
17-  QUAND JE N'AI PRESQUE  PLUS DE FORCE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And When My Strength Is Nearly Gone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 18-  QUAND LA SEULE CHOSE À FAIRE  EST DE DÉPENDRE DE TOI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When There's Nothing Left To Do But Just Depend On You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 19-  ET LA PUISSANCE DE TON NOM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And The Power Of Your Name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20-  ET QUAND NOUS INVOQUONS TON NOM TA PUISSANCE SOUDAIN APPARAÎT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And As We Call Upon Your Name Your Strength Through Weakness To Show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21-  NOUS POUVONS VOIR LES PLANS DU MAÎTRE ET VOIR LA MAIN DU MAÎTRE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We Can Know The Master Plan Extend The Masters Hand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22-  QUAND NOUS INVOQUONS  LE NOM DU SEIGNEUR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When We Come In The Name Of The Lord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23-  IL Y A DE LA FORCE  DANS LE NOM DU SEIGNEUR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There Is Strength In The Name Of The Lord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24-  DE LA PUISSANCE  DANS LE NOM DU SEIGNEUR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There Is Power In The Name Of The Lord 
25-  DE L'ESPOIR  DANS LE NOM DU SEIGNEUR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There Is Hope In The Name Of The Lord 
26-  BÉNI CELUI QUI VIENT  DANS LE NOM DU SEIGNEUR 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Blessed Is He Who Comes In The Name Of The Lord	 	X2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27-  COMME IL L'A DIT IL EST RESSUSCITÉ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Just like he said He's risen from the dead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28-  ET SON PEUPLE DIRA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And the people say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 29-  NOUS L'APPELLERONS ROI DES ROIS ET SEIGNEUR DES SEIGNEURS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We will call Him King of kings We will call Him Lord of lords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30-  NOUS L'APPELLERONS  PRINCE DE PAIX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We will call Him Prince of Peace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31-  ET SI MERVEILLEUX CONSEILLER  DIEU PUISSANT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Such a wonderful counselor
32-  JE L'APPELLERAI ROI DES ROIS ET SEIGNEUR DES SEIGNEURS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I will call Him King of kings and I will call Him Lord of lords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dirty="0" smtClean="0"/>
          </a:p>
        </p:txBody>
      </p:sp>
      <p:sp>
        <p:nvSpPr>
          <p:cNvPr id="54276" name="Espace réservé du numéro de diapositive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 wrap="square" numCol="1" anchorCtr="0" compatLnSpc="1">
            <a:prstTxWarp prst="textNoShape">
              <a:avLst/>
            </a:prstTxWarp>
          </a:bodyPr>
          <a:lstStyle/>
          <a:p>
            <a:r>
              <a:rPr lang="fr-FR" altLang="fr-FR" smtClean="0"/>
              <a:t>1-  QUAND CERTAINS  MARCHENT PAR LA VUE</a:t>
            </a:r>
          </a:p>
          <a:p>
            <a:r>
              <a:rPr lang="fr-FR" altLang="fr-FR" smtClean="0"/>
              <a:t>When others see with earthly eyes</a:t>
            </a:r>
          </a:p>
          <a:p>
            <a:r>
              <a:rPr lang="fr-FR" altLang="fr-FR" smtClean="0"/>
              <a:t> 2-  CONDUITS PAR LEURS REGARDS </a:t>
            </a:r>
          </a:p>
          <a:p>
            <a:r>
              <a:rPr lang="fr-FR" altLang="fr-FR" smtClean="0"/>
              <a:t>Just what they want to see</a:t>
            </a:r>
          </a:p>
          <a:p>
            <a:r>
              <a:rPr lang="fr-FR" altLang="fr-FR" smtClean="0"/>
              <a:t>3-  TU VERRAS DES CHOSES  QUI SONT ÉTERNELLES</a:t>
            </a:r>
          </a:p>
          <a:p>
            <a:r>
              <a:rPr lang="fr-FR" altLang="fr-FR" smtClean="0"/>
              <a:t>Just what they want to see</a:t>
            </a:r>
          </a:p>
          <a:p>
            <a:r>
              <a:rPr lang="fr-FR" altLang="fr-FR" smtClean="0"/>
              <a:t> 4-  TU SAURAS ET CONNAÎTRAS </a:t>
            </a:r>
          </a:p>
          <a:p>
            <a:r>
              <a:rPr lang="fr-FR" altLang="fr-FR" smtClean="0"/>
              <a:t>You will know and recognize</a:t>
            </a:r>
          </a:p>
          <a:p>
            <a:r>
              <a:rPr lang="fr-FR" altLang="fr-FR" smtClean="0"/>
              <a:t>5-  AVEC UNE FOI D’ENFANT LA VALEUR DE CELUI QUI EST FIDÈLE </a:t>
            </a:r>
          </a:p>
          <a:p>
            <a:r>
              <a:rPr lang="fr-FR" altLang="fr-FR" smtClean="0"/>
              <a:t>By simple child-like faith The priceless truth that Others will deny</a:t>
            </a:r>
          </a:p>
          <a:p>
            <a:endParaRPr lang="fr-FR" altLang="fr-FR" smtClean="0"/>
          </a:p>
          <a:p>
            <a:r>
              <a:rPr lang="fr-FR" altLang="fr-FR" smtClean="0"/>
              <a:t>6-  QUAND ILS DISENT  QUE JE NE SUIS QU’UN HOMME</a:t>
            </a:r>
          </a:p>
          <a:p>
            <a:r>
              <a:rPr lang="fr-FR" altLang="fr-FR" smtClean="0"/>
              <a:t>When others say I'm just a man</a:t>
            </a:r>
          </a:p>
          <a:p>
            <a:r>
              <a:rPr lang="fr-FR" altLang="fr-FR" smtClean="0"/>
              <a:t> 7-  VOULANT VIVRE SES RÊVES </a:t>
            </a:r>
          </a:p>
          <a:p>
            <a:r>
              <a:rPr lang="fr-FR" altLang="fr-FR" smtClean="0"/>
              <a:t>Who likes to dream His dreams</a:t>
            </a:r>
          </a:p>
          <a:p>
            <a:r>
              <a:rPr lang="fr-FR" altLang="fr-FR" smtClean="0"/>
              <a:t>8-  QUAND ILS APPELLENT  UN MIRACLE UN MYTHE </a:t>
            </a:r>
          </a:p>
          <a:p>
            <a:r>
              <a:rPr lang="fr-FR" altLang="fr-FR" smtClean="0"/>
              <a:t>When others call a miracle a myth</a:t>
            </a:r>
          </a:p>
          <a:p>
            <a:r>
              <a:rPr lang="fr-FR" altLang="fr-FR" smtClean="0"/>
              <a:t>9-  TU COMPRENDRAS EN UN INSTANT TOUTES CES CHOSES CACHÉES </a:t>
            </a:r>
          </a:p>
          <a:p>
            <a:r>
              <a:rPr lang="fr-FR" altLang="fr-FR" smtClean="0"/>
              <a:t>You'll listen for eternity In moments as they pass</a:t>
            </a:r>
          </a:p>
          <a:p>
            <a:r>
              <a:rPr lang="fr-FR" altLang="fr-FR" smtClean="0"/>
              <a:t>10-  TU VERRAS SA BONTÉ  QUI EST SANS LIMITE </a:t>
            </a:r>
          </a:p>
          <a:p>
            <a:r>
              <a:rPr lang="fr-FR" altLang="fr-FR" smtClean="0"/>
              <a:t>And see with spirit eyes What others miss.</a:t>
            </a:r>
          </a:p>
          <a:p>
            <a:endParaRPr lang="fr-FR" altLang="fr-FR" smtClean="0"/>
          </a:p>
          <a:p>
            <a:r>
              <a:rPr lang="fr-FR" altLang="fr-FR" smtClean="0"/>
              <a:t>11-  SUR CE ROCHER  JE CONSTRUIS MON ROYAUME</a:t>
            </a:r>
          </a:p>
          <a:p>
            <a:r>
              <a:rPr lang="fr-FR" altLang="fr-FR" smtClean="0"/>
              <a:t>Upon this rock I'll build My kingdom</a:t>
            </a:r>
          </a:p>
          <a:p>
            <a:r>
              <a:rPr lang="fr-FR" altLang="fr-FR" smtClean="0"/>
              <a:t> 12-  SUR CE ROCHER, POUR TOUJOURS  À JAMAIS, JE ME TIENDRAI</a:t>
            </a:r>
          </a:p>
          <a:p>
            <a:r>
              <a:rPr lang="fr-FR" altLang="fr-FR" smtClean="0"/>
              <a:t>And on this rock forever and ever it shall stand</a:t>
            </a:r>
          </a:p>
          <a:p>
            <a:r>
              <a:rPr lang="fr-FR" altLang="fr-FR" smtClean="0"/>
              <a:t> 13-  SUR CE ROCHER DE RÉVÉLATION J’ÉTABLIRAI UNE PUISSANTE NATION</a:t>
            </a:r>
          </a:p>
          <a:p>
            <a:r>
              <a:rPr lang="fr-FR" altLang="fr-FR" smtClean="0"/>
              <a:t>Upon this rock of revelation I'll build a strong and mighty nation</a:t>
            </a:r>
          </a:p>
          <a:p>
            <a:r>
              <a:rPr lang="fr-FR" altLang="fr-FR" smtClean="0"/>
              <a:t> 14-  QUI TIENDRA FERME  CONTRE LES TEMPÊTES </a:t>
            </a:r>
          </a:p>
          <a:p>
            <a:r>
              <a:rPr lang="fr-FR" altLang="fr-FR" smtClean="0"/>
              <a:t>And it shall stand the storms of time</a:t>
            </a:r>
          </a:p>
          <a:p>
            <a:r>
              <a:rPr lang="fr-FR" altLang="fr-FR" smtClean="0"/>
              <a:t>15-  SUR CE ROCHER </a:t>
            </a:r>
          </a:p>
          <a:p>
            <a:r>
              <a:rPr lang="fr-FR" altLang="fr-FR" smtClean="0"/>
              <a:t>Upon this rock</a:t>
            </a:r>
          </a:p>
          <a:p>
            <a:endParaRPr lang="fr-FR" altLang="fr-FR" smtClean="0"/>
          </a:p>
          <a:p>
            <a:r>
              <a:rPr lang="fr-FR" altLang="fr-FR" smtClean="0"/>
              <a:t>16-  LORSQUE TOUS MES PLANS S'ÉCROULENT </a:t>
            </a:r>
          </a:p>
          <a:p>
            <a:r>
              <a:rPr lang="fr-FR" altLang="fr-FR" smtClean="0"/>
              <a:t>When My Plans Have Fallen Through
17-  QUAND JE N'AI PRESQUE  PLUS DE FORCE</a:t>
            </a:r>
          </a:p>
          <a:p>
            <a:r>
              <a:rPr lang="fr-FR" altLang="fr-FR" smtClean="0"/>
              <a:t>And When My Strength Is Nearly Gone</a:t>
            </a:r>
          </a:p>
          <a:p>
            <a:r>
              <a:rPr lang="fr-FR" altLang="fr-FR" smtClean="0"/>
              <a:t> 18-  QUAND LA SEULE CHOSE À FAIRE  EST DE DÉPENDRE DE TOI</a:t>
            </a:r>
          </a:p>
          <a:p>
            <a:r>
              <a:rPr lang="fr-FR" altLang="fr-FR" smtClean="0"/>
              <a:t>When There's Nothing Left To Do But Just Depend On You</a:t>
            </a:r>
          </a:p>
          <a:p>
            <a:endParaRPr lang="fr-FR" altLang="fr-FR" smtClean="0"/>
          </a:p>
          <a:p>
            <a:r>
              <a:rPr lang="fr-FR" altLang="fr-FR" smtClean="0"/>
              <a:t> 19-  ET LA PUISSANCE DE TON NOM </a:t>
            </a:r>
          </a:p>
          <a:p>
            <a:r>
              <a:rPr lang="fr-FR" altLang="fr-FR" smtClean="0"/>
              <a:t>And The Power Of Your Name</a:t>
            </a:r>
          </a:p>
          <a:p>
            <a:endParaRPr lang="fr-FR" altLang="fr-FR" smtClean="0"/>
          </a:p>
          <a:p>
            <a:r>
              <a:rPr lang="fr-FR" altLang="fr-FR" smtClean="0"/>
              <a:t>20-  ET QUAND NOUS INVOQUONS TON NOM TA PUISSANCE SOUDAIN APPARAÎT </a:t>
            </a:r>
          </a:p>
          <a:p>
            <a:r>
              <a:rPr lang="fr-FR" altLang="fr-FR" smtClean="0"/>
              <a:t>And As We Call Upon Your Name Your Strength Through Weakness To Show</a:t>
            </a:r>
          </a:p>
          <a:p>
            <a:r>
              <a:rPr lang="fr-FR" altLang="fr-FR" smtClean="0"/>
              <a:t>21-  NOUS POUVONS VOIR LES PLANS DU MAÎTRE ET VOIR LA MAIN DU MAÎTRE </a:t>
            </a:r>
          </a:p>
          <a:p>
            <a:r>
              <a:rPr lang="fr-FR" altLang="fr-FR" smtClean="0"/>
              <a:t>We Can Know The Master Plan Extend The Masters Hand</a:t>
            </a:r>
          </a:p>
          <a:p>
            <a:r>
              <a:rPr lang="fr-FR" altLang="fr-FR" smtClean="0"/>
              <a:t>22-  QUAND NOUS INVOQUONS  LE NOM DU SEIGNEUR </a:t>
            </a:r>
          </a:p>
          <a:p>
            <a:r>
              <a:rPr lang="fr-FR" altLang="fr-FR" smtClean="0"/>
              <a:t>When We Come In The Name Of The Lord</a:t>
            </a:r>
          </a:p>
          <a:p>
            <a:endParaRPr lang="fr-FR" altLang="fr-FR" smtClean="0"/>
          </a:p>
          <a:p>
            <a:r>
              <a:rPr lang="fr-FR" altLang="fr-FR" smtClean="0"/>
              <a:t>23-  IL Y A DE LA FORCE  DANS LE NOM DU SEIGNEUR</a:t>
            </a:r>
          </a:p>
          <a:p>
            <a:r>
              <a:rPr lang="fr-FR" altLang="fr-FR" smtClean="0"/>
              <a:t>There Is Strength In The Name Of The Lord</a:t>
            </a:r>
          </a:p>
          <a:p>
            <a:r>
              <a:rPr lang="fr-FR" altLang="fr-FR" smtClean="0"/>
              <a:t>24-  DE LA PUISSANCE  DANS LE NOM DU SEIGNEUR </a:t>
            </a:r>
          </a:p>
          <a:p>
            <a:r>
              <a:rPr lang="fr-FR" altLang="fr-FR" smtClean="0"/>
              <a:t>There Is Power In The Name Of The Lord 
25-  DE L'ESPOIR  DANS LE NOM DU SEIGNEUR</a:t>
            </a:r>
          </a:p>
          <a:p>
            <a:r>
              <a:rPr lang="fr-FR" altLang="fr-FR" smtClean="0"/>
              <a:t>There Is Hope In The Name Of The Lord 
26-  BÉNI CELUI QUI VIENT  DANS LE NOM DU SEIGNEUR  </a:t>
            </a:r>
          </a:p>
          <a:p>
            <a:r>
              <a:rPr lang="fr-FR" altLang="fr-FR" smtClean="0"/>
              <a:t>Blessed Is He Who Comes In The Name Of The Lord	 	X2</a:t>
            </a:r>
          </a:p>
          <a:p>
            <a:endParaRPr lang="fr-FR" altLang="fr-FR" smtClean="0"/>
          </a:p>
          <a:p>
            <a:r>
              <a:rPr lang="fr-FR" altLang="fr-FR" smtClean="0"/>
              <a:t>27-  COMME IL L'A DIT IL EST RESSUSCITÉ </a:t>
            </a:r>
          </a:p>
          <a:p>
            <a:r>
              <a:rPr lang="fr-FR" altLang="fr-FR" smtClean="0"/>
              <a:t>Just like he said He's risen from the dead</a:t>
            </a:r>
          </a:p>
          <a:p>
            <a:r>
              <a:rPr lang="fr-FR" altLang="fr-FR" smtClean="0"/>
              <a:t>28-  ET SON PEUPLE DIRA</a:t>
            </a:r>
          </a:p>
          <a:p>
            <a:r>
              <a:rPr lang="fr-FR" altLang="fr-FR" smtClean="0"/>
              <a:t>And the people say</a:t>
            </a:r>
          </a:p>
          <a:p>
            <a:endParaRPr lang="fr-FR" altLang="fr-FR" smtClean="0"/>
          </a:p>
          <a:p>
            <a:r>
              <a:rPr lang="fr-FR" altLang="fr-FR" smtClean="0"/>
              <a:t> 29-  NOUS L'APPELLERONS ROI DES ROIS ET SEIGNEUR DES SEIGNEURS </a:t>
            </a:r>
          </a:p>
          <a:p>
            <a:r>
              <a:rPr lang="fr-FR" altLang="fr-FR" smtClean="0"/>
              <a:t>We will call Him King of kings We will call Him Lord of lords</a:t>
            </a:r>
          </a:p>
          <a:p>
            <a:r>
              <a:rPr lang="fr-FR" altLang="fr-FR" smtClean="0"/>
              <a:t>30-  NOUS L'APPELLERONS  PRINCE DE PAIX </a:t>
            </a:r>
          </a:p>
          <a:p>
            <a:r>
              <a:rPr lang="fr-FR" altLang="fr-FR" smtClean="0"/>
              <a:t>We will call Him Prince of Peace</a:t>
            </a:r>
          </a:p>
          <a:p>
            <a:r>
              <a:rPr lang="fr-FR" altLang="fr-FR" smtClean="0"/>
              <a:t>31-  ET SI MERVEILLEUX CONSEILLER  DIEU PUISSANT </a:t>
            </a:r>
          </a:p>
          <a:p>
            <a:endParaRPr lang="fr-FR" altLang="fr-FR" smtClean="0"/>
          </a:p>
          <a:p>
            <a:r>
              <a:rPr lang="fr-FR" altLang="fr-FR" smtClean="0"/>
              <a:t>Such a wonderful counselor
32-  JE L'APPELLERAI ROI DES ROIS ET SEIGNEUR DES SEIGNEURS </a:t>
            </a:r>
          </a:p>
          <a:p>
            <a:r>
              <a:rPr lang="fr-FR" altLang="fr-FR" smtClean="0"/>
              <a:t>I will call Him King of kings and I will call Him Lord of lords</a:t>
            </a:r>
          </a:p>
          <a:p>
            <a:endParaRPr lang="fr-FR" altLang="fr-FR" smtClean="0"/>
          </a:p>
        </p:txBody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298" name="Espace réservé de l'image des diapositives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3" name="Espace réservé des commentaires 2"/>
          <p:cNvSpPr>
            <a:spLocks noGrp="1"/>
          </p:cNvSpPr>
          <p:nvPr>
            <p:ph type="body" idx="1"/>
          </p:nvPr>
        </p:nvSpPr>
        <p:spPr/>
        <p:txBody>
          <a:bodyPr>
            <a:normAutofit fontScale="85000" lnSpcReduction="20000"/>
          </a:bodyPr>
          <a:lstStyle/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1-  QUAND CERTAINS  MARCHENT PAR LA VUE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When others see with earthly eyes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 2-  CONDUITS PAR LEURS REGARDS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Just what they want to see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3-  TU VERRAS DES CHOSES  QUI SONT ÉTERNELLES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Just what they want to see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 4-  TU SAURAS ET CONNAÎTRAS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You will know and recognize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5-  AVEC UNE FOI D’ENFANT LA VALEUR DE CELUI QUI EST FIDÈLE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By simple child-like faith The priceless truth that Others will deny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6-  QUAND ILS DISENT  QUE JE NE SUIS QU’UN HOMME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When others say I'm just a man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 7-  VOULANT VIVRE SES RÊVES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Who likes to dream His dreams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8-  QUAND ILS APPELLENT  UN MIRACLE UN MYTHE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When others call a miracle a myth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9-  TU COMPRENDRAS EN UN INSTANT TOUTES CES CHOSES CACHÉES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You'll listen for eternity In moments as they pass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10-  TU VERRAS SA BONTÉ  QUI EST SANS LIMITE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And see with spirit eyes What others miss.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11-  SUR CE ROCHER  JE CONSTRUIS MON ROYAUME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Upon this rock I'll build My kingdom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 12-  SUR CE ROCHER, POUR TOUJOURS  À JAMAIS, JE ME TIENDRAI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And on this rock forever and ever it shall stand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 13-  SUR CE ROCHER DE RÉVÉLATION J’ÉTABLIRAI UNE PUISSANTE NATION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Upon this rock of revelation I'll build a strong and mighty nation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 14-  QUI TIENDRA FERME  CONTRE LES TEMPÊTES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And it shall stand the storms of time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15-  SUR CE ROCHER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Upon this rock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16-  LORSQUE TOUS MES PLANS S'ÉCROULENT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When My Plans Have Fallen Through
17-  QUAND JE N'AI PRESQUE  PLUS DE FORCE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And When My Strength Is Nearly Gone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 18-  QUAND LA SEULE CHOSE À FAIRE  EST DE DÉPENDRE DE TOI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When There's Nothing Left To Do But Just Depend On You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 19-  ET LA PUISSANCE DE TON NOM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And The Power Of Your Name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20-  ET QUAND NOUS INVOQUONS TON NOM TA PUISSANCE SOUDAIN APPARAÎT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And As We Call Upon Your Name Your Strength Through Weakness To Show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21-  NOUS POUVONS VOIR LES PLANS DU MAÎTRE ET VOIR LA MAIN DU MAÎTRE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We Can Know The Master Plan Extend The Masters Hand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22-  QUAND NOUS INVOQUONS  LE NOM DU SEIGNEUR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When We Come In The Name Of The Lord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23-  IL Y A DE LA FORCE  DANS LE NOM DU SEIGNEUR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There Is Strength In The Name Of The Lord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24-  DE LA PUISSANCE  DANS LE NOM DU SEIGNEUR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There Is Power In The Name Of The Lord 
25-  DE L'ESPOIR  DANS LE NOM DU SEIGNEUR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There Is Hope In The Name Of The Lord 
26-  BÉNI CELUI QUI VIENT  DANS LE NOM DU SEIGNEUR 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Blessed Is He Who Comes In The Name Of The Lord	 	X2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27-  COMME IL L'A DIT IL EST RESSUSCITÉ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Just like he said He's risen from the dead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28-  ET SON PEUPLE DIRA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And the people say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 29-  NOUS L'APPELLERONS ROI DES ROIS ET SEIGNEUR DES SEIGNEURS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We will call Him King of kings We will call Him Lord of lords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30-  NOUS L'APPELLERONS  PRINCE DE PAIX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We will call Him Prince of Peace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31-  ET SI MERVEILLEUX CONSEILLER  DIEU PUISSANT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Such a wonderful counselor
32-  JE L'APPELLERAI ROI DES ROIS ET SEIGNEUR DES SEIGNEURS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I will call Him King of kings and I will call Him Lord of lords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dirty="0" smtClean="0"/>
          </a:p>
        </p:txBody>
      </p:sp>
      <p:sp>
        <p:nvSpPr>
          <p:cNvPr id="55300" name="Espace réservé du numéro de diapositive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 wrap="square" numCol="1" anchorCtr="0" compatLnSpc="1">
            <a:prstTxWarp prst="textNoShape">
              <a:avLst/>
            </a:prstTxWarp>
          </a:bodyPr>
          <a:lstStyle/>
          <a:p>
            <a:r>
              <a:rPr lang="fr-FR" altLang="fr-FR" smtClean="0"/>
              <a:t>1-  QUAND CERTAINS  MARCHENT PAR LA VUE</a:t>
            </a:r>
          </a:p>
          <a:p>
            <a:r>
              <a:rPr lang="fr-FR" altLang="fr-FR" smtClean="0"/>
              <a:t>When others see with earthly eyes</a:t>
            </a:r>
          </a:p>
          <a:p>
            <a:r>
              <a:rPr lang="fr-FR" altLang="fr-FR" smtClean="0"/>
              <a:t> 2-  CONDUITS PAR LEURS REGARDS </a:t>
            </a:r>
          </a:p>
          <a:p>
            <a:r>
              <a:rPr lang="fr-FR" altLang="fr-FR" smtClean="0"/>
              <a:t>Just what they want to see</a:t>
            </a:r>
          </a:p>
          <a:p>
            <a:r>
              <a:rPr lang="fr-FR" altLang="fr-FR" smtClean="0"/>
              <a:t>3-  TU VERRAS DES CHOSES  QUI SONT ÉTERNELLES</a:t>
            </a:r>
          </a:p>
          <a:p>
            <a:r>
              <a:rPr lang="fr-FR" altLang="fr-FR" smtClean="0"/>
              <a:t>Just what they want to see</a:t>
            </a:r>
          </a:p>
          <a:p>
            <a:r>
              <a:rPr lang="fr-FR" altLang="fr-FR" smtClean="0"/>
              <a:t> 4-  TU SAURAS ET CONNAÎTRAS </a:t>
            </a:r>
          </a:p>
          <a:p>
            <a:r>
              <a:rPr lang="fr-FR" altLang="fr-FR" smtClean="0"/>
              <a:t>You will know and recognize</a:t>
            </a:r>
          </a:p>
          <a:p>
            <a:r>
              <a:rPr lang="fr-FR" altLang="fr-FR" smtClean="0"/>
              <a:t>5-  AVEC UNE FOI D’ENFANT LA VALEUR DE CELUI QUI EST FIDÈLE </a:t>
            </a:r>
          </a:p>
          <a:p>
            <a:r>
              <a:rPr lang="fr-FR" altLang="fr-FR" smtClean="0"/>
              <a:t>By simple child-like faith The priceless truth that Others will deny</a:t>
            </a:r>
          </a:p>
          <a:p>
            <a:endParaRPr lang="fr-FR" altLang="fr-FR" smtClean="0"/>
          </a:p>
          <a:p>
            <a:r>
              <a:rPr lang="fr-FR" altLang="fr-FR" smtClean="0"/>
              <a:t>6-  QUAND ILS DISENT  QUE JE NE SUIS QU’UN HOMME</a:t>
            </a:r>
          </a:p>
          <a:p>
            <a:r>
              <a:rPr lang="fr-FR" altLang="fr-FR" smtClean="0"/>
              <a:t>When others say I'm just a man</a:t>
            </a:r>
          </a:p>
          <a:p>
            <a:r>
              <a:rPr lang="fr-FR" altLang="fr-FR" smtClean="0"/>
              <a:t> 7-  VOULANT VIVRE SES RÊVES </a:t>
            </a:r>
          </a:p>
          <a:p>
            <a:r>
              <a:rPr lang="fr-FR" altLang="fr-FR" smtClean="0"/>
              <a:t>Who likes to dream His dreams</a:t>
            </a:r>
          </a:p>
          <a:p>
            <a:r>
              <a:rPr lang="fr-FR" altLang="fr-FR" smtClean="0"/>
              <a:t>8-  QUAND ILS APPELLENT  UN MIRACLE UN MYTHE </a:t>
            </a:r>
          </a:p>
          <a:p>
            <a:r>
              <a:rPr lang="fr-FR" altLang="fr-FR" smtClean="0"/>
              <a:t>When others call a miracle a myth</a:t>
            </a:r>
          </a:p>
          <a:p>
            <a:r>
              <a:rPr lang="fr-FR" altLang="fr-FR" smtClean="0"/>
              <a:t>9-  TU COMPRENDRAS EN UN INSTANT TOUTES CES CHOSES CACHÉES </a:t>
            </a:r>
          </a:p>
          <a:p>
            <a:r>
              <a:rPr lang="fr-FR" altLang="fr-FR" smtClean="0"/>
              <a:t>You'll listen for eternity In moments as they pass</a:t>
            </a:r>
          </a:p>
          <a:p>
            <a:r>
              <a:rPr lang="fr-FR" altLang="fr-FR" smtClean="0"/>
              <a:t>10-  TU VERRAS SA BONTÉ  QUI EST SANS LIMITE </a:t>
            </a:r>
          </a:p>
          <a:p>
            <a:r>
              <a:rPr lang="fr-FR" altLang="fr-FR" smtClean="0"/>
              <a:t>And see with spirit eyes What others miss.</a:t>
            </a:r>
          </a:p>
          <a:p>
            <a:endParaRPr lang="fr-FR" altLang="fr-FR" smtClean="0"/>
          </a:p>
          <a:p>
            <a:r>
              <a:rPr lang="fr-FR" altLang="fr-FR" smtClean="0"/>
              <a:t>11-  SUR CE ROCHER  JE CONSTRUIS MON ROYAUME</a:t>
            </a:r>
          </a:p>
          <a:p>
            <a:r>
              <a:rPr lang="fr-FR" altLang="fr-FR" smtClean="0"/>
              <a:t>Upon this rock I'll build My kingdom</a:t>
            </a:r>
          </a:p>
          <a:p>
            <a:r>
              <a:rPr lang="fr-FR" altLang="fr-FR" smtClean="0"/>
              <a:t> 12-  SUR CE ROCHER, POUR TOUJOURS  À JAMAIS, JE ME TIENDRAI</a:t>
            </a:r>
          </a:p>
          <a:p>
            <a:r>
              <a:rPr lang="fr-FR" altLang="fr-FR" smtClean="0"/>
              <a:t>And on this rock forever and ever it shall stand</a:t>
            </a:r>
          </a:p>
          <a:p>
            <a:r>
              <a:rPr lang="fr-FR" altLang="fr-FR" smtClean="0"/>
              <a:t> 13-  SUR CE ROCHER DE RÉVÉLATION J’ÉTABLIRAI UNE PUISSANTE NATION</a:t>
            </a:r>
          </a:p>
          <a:p>
            <a:r>
              <a:rPr lang="fr-FR" altLang="fr-FR" smtClean="0"/>
              <a:t>Upon this rock of revelation I'll build a strong and mighty nation</a:t>
            </a:r>
          </a:p>
          <a:p>
            <a:r>
              <a:rPr lang="fr-FR" altLang="fr-FR" smtClean="0"/>
              <a:t> 14-  QUI TIENDRA FERME  CONTRE LES TEMPÊTES </a:t>
            </a:r>
          </a:p>
          <a:p>
            <a:r>
              <a:rPr lang="fr-FR" altLang="fr-FR" smtClean="0"/>
              <a:t>And it shall stand the storms of time</a:t>
            </a:r>
          </a:p>
          <a:p>
            <a:r>
              <a:rPr lang="fr-FR" altLang="fr-FR" smtClean="0"/>
              <a:t>15-  SUR CE ROCHER </a:t>
            </a:r>
          </a:p>
          <a:p>
            <a:r>
              <a:rPr lang="fr-FR" altLang="fr-FR" smtClean="0"/>
              <a:t>Upon this rock</a:t>
            </a:r>
          </a:p>
          <a:p>
            <a:endParaRPr lang="fr-FR" altLang="fr-FR" smtClean="0"/>
          </a:p>
          <a:p>
            <a:r>
              <a:rPr lang="fr-FR" altLang="fr-FR" smtClean="0"/>
              <a:t>16-  LORSQUE TOUS MES PLANS S'ÉCROULENT </a:t>
            </a:r>
          </a:p>
          <a:p>
            <a:r>
              <a:rPr lang="fr-FR" altLang="fr-FR" smtClean="0"/>
              <a:t>When My Plans Have Fallen Through
17-  QUAND JE N'AI PRESQUE  PLUS DE FORCE</a:t>
            </a:r>
          </a:p>
          <a:p>
            <a:r>
              <a:rPr lang="fr-FR" altLang="fr-FR" smtClean="0"/>
              <a:t>And When My Strength Is Nearly Gone</a:t>
            </a:r>
          </a:p>
          <a:p>
            <a:r>
              <a:rPr lang="fr-FR" altLang="fr-FR" smtClean="0"/>
              <a:t> 18-  QUAND LA SEULE CHOSE À FAIRE  EST DE DÉPENDRE DE TOI</a:t>
            </a:r>
          </a:p>
          <a:p>
            <a:r>
              <a:rPr lang="fr-FR" altLang="fr-FR" smtClean="0"/>
              <a:t>When There's Nothing Left To Do But Just Depend On You</a:t>
            </a:r>
          </a:p>
          <a:p>
            <a:endParaRPr lang="fr-FR" altLang="fr-FR" smtClean="0"/>
          </a:p>
          <a:p>
            <a:r>
              <a:rPr lang="fr-FR" altLang="fr-FR" smtClean="0"/>
              <a:t> 19-  ET LA PUISSANCE DE TON NOM </a:t>
            </a:r>
          </a:p>
          <a:p>
            <a:r>
              <a:rPr lang="fr-FR" altLang="fr-FR" smtClean="0"/>
              <a:t>And The Power Of Your Name</a:t>
            </a:r>
          </a:p>
          <a:p>
            <a:endParaRPr lang="fr-FR" altLang="fr-FR" smtClean="0"/>
          </a:p>
          <a:p>
            <a:r>
              <a:rPr lang="fr-FR" altLang="fr-FR" smtClean="0"/>
              <a:t>20-  ET QUAND NOUS INVOQUONS TON NOM TA PUISSANCE SOUDAIN APPARAÎT </a:t>
            </a:r>
          </a:p>
          <a:p>
            <a:r>
              <a:rPr lang="fr-FR" altLang="fr-FR" smtClean="0"/>
              <a:t>And As We Call Upon Your Name Your Strength Through Weakness To Show</a:t>
            </a:r>
          </a:p>
          <a:p>
            <a:r>
              <a:rPr lang="fr-FR" altLang="fr-FR" smtClean="0"/>
              <a:t>21-  NOUS POUVONS VOIR LES PLANS DU MAÎTRE ET VOIR LA MAIN DU MAÎTRE </a:t>
            </a:r>
          </a:p>
          <a:p>
            <a:r>
              <a:rPr lang="fr-FR" altLang="fr-FR" smtClean="0"/>
              <a:t>We Can Know The Master Plan Extend The Masters Hand</a:t>
            </a:r>
          </a:p>
          <a:p>
            <a:r>
              <a:rPr lang="fr-FR" altLang="fr-FR" smtClean="0"/>
              <a:t>22-  QUAND NOUS INVOQUONS  LE NOM DU SEIGNEUR </a:t>
            </a:r>
          </a:p>
          <a:p>
            <a:r>
              <a:rPr lang="fr-FR" altLang="fr-FR" smtClean="0"/>
              <a:t>When We Come In The Name Of The Lord</a:t>
            </a:r>
          </a:p>
          <a:p>
            <a:endParaRPr lang="fr-FR" altLang="fr-FR" smtClean="0"/>
          </a:p>
          <a:p>
            <a:r>
              <a:rPr lang="fr-FR" altLang="fr-FR" smtClean="0"/>
              <a:t>23-  IL Y A DE LA FORCE  DANS LE NOM DU SEIGNEUR</a:t>
            </a:r>
          </a:p>
          <a:p>
            <a:r>
              <a:rPr lang="fr-FR" altLang="fr-FR" smtClean="0"/>
              <a:t>There Is Strength In The Name Of The Lord</a:t>
            </a:r>
          </a:p>
          <a:p>
            <a:r>
              <a:rPr lang="fr-FR" altLang="fr-FR" smtClean="0"/>
              <a:t>24-  DE LA PUISSANCE  DANS LE NOM DU SEIGNEUR </a:t>
            </a:r>
          </a:p>
          <a:p>
            <a:r>
              <a:rPr lang="fr-FR" altLang="fr-FR" smtClean="0"/>
              <a:t>There Is Power In The Name Of The Lord 
25-  DE L'ESPOIR  DANS LE NOM DU SEIGNEUR</a:t>
            </a:r>
          </a:p>
          <a:p>
            <a:r>
              <a:rPr lang="fr-FR" altLang="fr-FR" smtClean="0"/>
              <a:t>There Is Hope In The Name Of The Lord 
26-  BÉNI CELUI QUI VIENT  DANS LE NOM DU SEIGNEUR  </a:t>
            </a:r>
          </a:p>
          <a:p>
            <a:r>
              <a:rPr lang="fr-FR" altLang="fr-FR" smtClean="0"/>
              <a:t>Blessed Is He Who Comes In The Name Of The Lord	 	X2</a:t>
            </a:r>
          </a:p>
          <a:p>
            <a:endParaRPr lang="fr-FR" altLang="fr-FR" smtClean="0"/>
          </a:p>
          <a:p>
            <a:r>
              <a:rPr lang="fr-FR" altLang="fr-FR" smtClean="0"/>
              <a:t>27-  COMME IL L'A DIT IL EST RESSUSCITÉ </a:t>
            </a:r>
          </a:p>
          <a:p>
            <a:r>
              <a:rPr lang="fr-FR" altLang="fr-FR" smtClean="0"/>
              <a:t>Just like he said He's risen from the dead</a:t>
            </a:r>
          </a:p>
          <a:p>
            <a:r>
              <a:rPr lang="fr-FR" altLang="fr-FR" smtClean="0"/>
              <a:t>28-  ET SON PEUPLE DIRA</a:t>
            </a:r>
          </a:p>
          <a:p>
            <a:r>
              <a:rPr lang="fr-FR" altLang="fr-FR" smtClean="0"/>
              <a:t>And the people say</a:t>
            </a:r>
          </a:p>
          <a:p>
            <a:endParaRPr lang="fr-FR" altLang="fr-FR" smtClean="0"/>
          </a:p>
          <a:p>
            <a:r>
              <a:rPr lang="fr-FR" altLang="fr-FR" smtClean="0"/>
              <a:t> 29-  NOUS L'APPELLERONS ROI DES ROIS ET SEIGNEUR DES SEIGNEURS </a:t>
            </a:r>
          </a:p>
          <a:p>
            <a:r>
              <a:rPr lang="fr-FR" altLang="fr-FR" smtClean="0"/>
              <a:t>We will call Him King of kings We will call Him Lord of lords</a:t>
            </a:r>
          </a:p>
          <a:p>
            <a:r>
              <a:rPr lang="fr-FR" altLang="fr-FR" smtClean="0"/>
              <a:t>30-  NOUS L'APPELLERONS  PRINCE DE PAIX </a:t>
            </a:r>
          </a:p>
          <a:p>
            <a:r>
              <a:rPr lang="fr-FR" altLang="fr-FR" smtClean="0"/>
              <a:t>We will call Him Prince of Peace</a:t>
            </a:r>
          </a:p>
          <a:p>
            <a:r>
              <a:rPr lang="fr-FR" altLang="fr-FR" smtClean="0"/>
              <a:t>31-  ET SI MERVEILLEUX CONSEILLER  DIEU PUISSANT </a:t>
            </a:r>
          </a:p>
          <a:p>
            <a:endParaRPr lang="fr-FR" altLang="fr-FR" smtClean="0"/>
          </a:p>
          <a:p>
            <a:r>
              <a:rPr lang="fr-FR" altLang="fr-FR" smtClean="0"/>
              <a:t>Such a wonderful counselor
32-  JE L'APPELLERAI ROI DES ROIS ET SEIGNEUR DES SEIGNEURS </a:t>
            </a:r>
          </a:p>
          <a:p>
            <a:r>
              <a:rPr lang="fr-FR" altLang="fr-FR" smtClean="0"/>
              <a:t>I will call Him King of kings and I will call Him Lord of lords</a:t>
            </a:r>
          </a:p>
          <a:p>
            <a:endParaRPr lang="fr-FR" altLang="fr-FR" smtClean="0"/>
          </a:p>
        </p:txBody>
      </p:sp>
    </p:spTree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322" name="Espace réservé de l'image des diapositives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3" name="Espace réservé des commentaires 2"/>
          <p:cNvSpPr>
            <a:spLocks noGrp="1"/>
          </p:cNvSpPr>
          <p:nvPr>
            <p:ph type="body" idx="1"/>
          </p:nvPr>
        </p:nvSpPr>
        <p:spPr/>
        <p:txBody>
          <a:bodyPr>
            <a:normAutofit fontScale="85000" lnSpcReduction="20000"/>
          </a:bodyPr>
          <a:lstStyle/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1-  QUAND CERTAINS  MARCHENT PAR LA VUE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When others see with earthly eyes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 2-  CONDUITS PAR LEURS REGARDS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Just what they want to see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3-  TU VERRAS DES CHOSES  QUI SONT ÉTERNELLES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Just what they want to see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 4-  TU SAURAS ET CONNAÎTRAS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You will know and recognize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5-  AVEC UNE FOI D’ENFANT LA VALEUR DE CELUI QUI EST FIDÈLE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By simple child-like faith The priceless truth that Others will deny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6-  QUAND ILS DISENT  QUE JE NE SUIS QU’UN HOMME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When others say I'm just a man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 7-  VOULANT VIVRE SES RÊVES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Who likes to dream His dreams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8-  QUAND ILS APPELLENT  UN MIRACLE UN MYTHE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When others call a miracle a myth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9-  TU COMPRENDRAS EN UN INSTANT TOUTES CES CHOSES CACHÉES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You'll listen for eternity In moments as they pass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10-  TU VERRAS SA BONTÉ  QUI EST SANS LIMITE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And see with spirit eyes What others miss.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11-  SUR CE ROCHER  JE CONSTRUIS MON ROYAUME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Upon this rock I'll build My kingdom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 12-  SUR CE ROCHER, POUR TOUJOURS  À JAMAIS, JE ME TIENDRAI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And on this rock forever and ever it shall stand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 13-  SUR CE ROCHER DE RÉVÉLATION J’ÉTABLIRAI UNE PUISSANTE NATION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Upon this rock of revelation I'll build a strong and mighty nation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 14-  QUI TIENDRA FERME  CONTRE LES TEMPÊTES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And it shall stand the storms of time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15-  SUR CE ROCHER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Upon this rock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16-  LORSQUE TOUS MES PLANS S'ÉCROULENT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When My Plans Have Fallen Through
17-  QUAND JE N'AI PRESQUE  PLUS DE FORCE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And When My Strength Is Nearly Gone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 18-  QUAND LA SEULE CHOSE À FAIRE  EST DE DÉPENDRE DE TOI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When There's Nothing Left To Do But Just Depend On You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 19-  ET LA PUISSANCE DE TON NOM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And The Power Of Your Name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20-  ET QUAND NOUS INVOQUONS TON NOM TA PUISSANCE SOUDAIN APPARAÎT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And As We Call Upon Your Name Your Strength Through Weakness To Show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21-  NOUS POUVONS VOIR LES PLANS DU MAÎTRE ET VOIR LA MAIN DU MAÎTRE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We Can Know The Master Plan Extend The Masters Hand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22-  QUAND NOUS INVOQUONS  LE NOM DU SEIGNEUR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When We Come In The Name Of The Lord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23-  IL Y A DE LA FORCE  DANS LE NOM DU SEIGNEUR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There Is Strength In The Name Of The Lord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24-  DE LA PUISSANCE  DANS LE NOM DU SEIGNEUR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There Is Power In The Name Of The Lord 
25-  DE L'ESPOIR  DANS LE NOM DU SEIGNEUR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There Is Hope In The Name Of The Lord 
26-  BÉNI CELUI QUI VIENT  DANS LE NOM DU SEIGNEUR 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Blessed Is He Who Comes In The Name Of The Lord	 	X2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27-  COMME IL L'A DIT IL EST RESSUSCITÉ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Just like he said He's risen from the dead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28-  ET SON PEUPLE DIRA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And the people say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 29-  NOUS L'APPELLERONS ROI DES ROIS ET SEIGNEUR DES SEIGNEURS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We will call Him King of kings We will call Him Lord of lords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30-  NOUS L'APPELLERONS  PRINCE DE PAIX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We will call Him Prince of Peace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31-  ET SI MERVEILLEUX CONSEILLER  DIEU PUISSANT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Such a wonderful counselor
32-  JE L'APPELLERAI ROI DES ROIS ET SEIGNEUR DES SEIGNEURS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I will call Him King of kings and I will call Him Lord of lords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dirty="0" smtClean="0"/>
          </a:p>
        </p:txBody>
      </p:sp>
      <p:sp>
        <p:nvSpPr>
          <p:cNvPr id="56324" name="Espace réservé du numéro de diapositive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 wrap="square" numCol="1" anchorCtr="0" compatLnSpc="1">
            <a:prstTxWarp prst="textNoShape">
              <a:avLst/>
            </a:prstTxWarp>
          </a:bodyPr>
          <a:lstStyle/>
          <a:p>
            <a:r>
              <a:rPr lang="fr-FR" altLang="fr-FR" smtClean="0"/>
              <a:t>1-  QUAND CERTAINS  MARCHENT PAR LA VUE</a:t>
            </a:r>
          </a:p>
          <a:p>
            <a:r>
              <a:rPr lang="fr-FR" altLang="fr-FR" smtClean="0"/>
              <a:t>When others see with earthly eyes</a:t>
            </a:r>
          </a:p>
          <a:p>
            <a:r>
              <a:rPr lang="fr-FR" altLang="fr-FR" smtClean="0"/>
              <a:t> 2-  CONDUITS PAR LEURS REGARDS </a:t>
            </a:r>
          </a:p>
          <a:p>
            <a:r>
              <a:rPr lang="fr-FR" altLang="fr-FR" smtClean="0"/>
              <a:t>Just what they want to see</a:t>
            </a:r>
          </a:p>
          <a:p>
            <a:r>
              <a:rPr lang="fr-FR" altLang="fr-FR" smtClean="0"/>
              <a:t>3-  TU VERRAS DES CHOSES  QUI SONT ÉTERNELLES</a:t>
            </a:r>
          </a:p>
          <a:p>
            <a:r>
              <a:rPr lang="fr-FR" altLang="fr-FR" smtClean="0"/>
              <a:t>Just what they want to see</a:t>
            </a:r>
          </a:p>
          <a:p>
            <a:r>
              <a:rPr lang="fr-FR" altLang="fr-FR" smtClean="0"/>
              <a:t> 4-  TU SAURAS ET CONNAÎTRAS </a:t>
            </a:r>
          </a:p>
          <a:p>
            <a:r>
              <a:rPr lang="fr-FR" altLang="fr-FR" smtClean="0"/>
              <a:t>You will know and recognize</a:t>
            </a:r>
          </a:p>
          <a:p>
            <a:r>
              <a:rPr lang="fr-FR" altLang="fr-FR" smtClean="0"/>
              <a:t>5-  AVEC UNE FOI D’ENFANT LA VALEUR DE CELUI QUI EST FIDÈLE </a:t>
            </a:r>
          </a:p>
          <a:p>
            <a:r>
              <a:rPr lang="fr-FR" altLang="fr-FR" smtClean="0"/>
              <a:t>By simple child-like faith The priceless truth that Others will deny</a:t>
            </a:r>
          </a:p>
          <a:p>
            <a:endParaRPr lang="fr-FR" altLang="fr-FR" smtClean="0"/>
          </a:p>
          <a:p>
            <a:r>
              <a:rPr lang="fr-FR" altLang="fr-FR" smtClean="0"/>
              <a:t>6-  QUAND ILS DISENT  QUE JE NE SUIS QU’UN HOMME</a:t>
            </a:r>
          </a:p>
          <a:p>
            <a:r>
              <a:rPr lang="fr-FR" altLang="fr-FR" smtClean="0"/>
              <a:t>When others say I'm just a man</a:t>
            </a:r>
          </a:p>
          <a:p>
            <a:r>
              <a:rPr lang="fr-FR" altLang="fr-FR" smtClean="0"/>
              <a:t> 7-  VOULANT VIVRE SES RÊVES </a:t>
            </a:r>
          </a:p>
          <a:p>
            <a:r>
              <a:rPr lang="fr-FR" altLang="fr-FR" smtClean="0"/>
              <a:t>Who likes to dream His dreams</a:t>
            </a:r>
          </a:p>
          <a:p>
            <a:r>
              <a:rPr lang="fr-FR" altLang="fr-FR" smtClean="0"/>
              <a:t>8-  QUAND ILS APPELLENT  UN MIRACLE UN MYTHE </a:t>
            </a:r>
          </a:p>
          <a:p>
            <a:r>
              <a:rPr lang="fr-FR" altLang="fr-FR" smtClean="0"/>
              <a:t>When others call a miracle a myth</a:t>
            </a:r>
          </a:p>
          <a:p>
            <a:r>
              <a:rPr lang="fr-FR" altLang="fr-FR" smtClean="0"/>
              <a:t>9-  TU COMPRENDRAS EN UN INSTANT TOUTES CES CHOSES CACHÉES </a:t>
            </a:r>
          </a:p>
          <a:p>
            <a:r>
              <a:rPr lang="fr-FR" altLang="fr-FR" smtClean="0"/>
              <a:t>You'll listen for eternity In moments as they pass</a:t>
            </a:r>
          </a:p>
          <a:p>
            <a:r>
              <a:rPr lang="fr-FR" altLang="fr-FR" smtClean="0"/>
              <a:t>10-  TU VERRAS SA BONTÉ  QUI EST SANS LIMITE </a:t>
            </a:r>
          </a:p>
          <a:p>
            <a:r>
              <a:rPr lang="fr-FR" altLang="fr-FR" smtClean="0"/>
              <a:t>And see with spirit eyes What others miss.</a:t>
            </a:r>
          </a:p>
          <a:p>
            <a:endParaRPr lang="fr-FR" altLang="fr-FR" smtClean="0"/>
          </a:p>
          <a:p>
            <a:r>
              <a:rPr lang="fr-FR" altLang="fr-FR" smtClean="0"/>
              <a:t>11-  SUR CE ROCHER  JE CONSTRUIS MON ROYAUME</a:t>
            </a:r>
          </a:p>
          <a:p>
            <a:r>
              <a:rPr lang="fr-FR" altLang="fr-FR" smtClean="0"/>
              <a:t>Upon this rock I'll build My kingdom</a:t>
            </a:r>
          </a:p>
          <a:p>
            <a:r>
              <a:rPr lang="fr-FR" altLang="fr-FR" smtClean="0"/>
              <a:t> 12-  SUR CE ROCHER, POUR TOUJOURS  À JAMAIS, JE ME TIENDRAI</a:t>
            </a:r>
          </a:p>
          <a:p>
            <a:r>
              <a:rPr lang="fr-FR" altLang="fr-FR" smtClean="0"/>
              <a:t>And on this rock forever and ever it shall stand</a:t>
            </a:r>
          </a:p>
          <a:p>
            <a:r>
              <a:rPr lang="fr-FR" altLang="fr-FR" smtClean="0"/>
              <a:t> 13-  SUR CE ROCHER DE RÉVÉLATION J’ÉTABLIRAI UNE PUISSANTE NATION</a:t>
            </a:r>
          </a:p>
          <a:p>
            <a:r>
              <a:rPr lang="fr-FR" altLang="fr-FR" smtClean="0"/>
              <a:t>Upon this rock of revelation I'll build a strong and mighty nation</a:t>
            </a:r>
          </a:p>
          <a:p>
            <a:r>
              <a:rPr lang="fr-FR" altLang="fr-FR" smtClean="0"/>
              <a:t> 14-  QUI TIENDRA FERME  CONTRE LES TEMPÊTES </a:t>
            </a:r>
          </a:p>
          <a:p>
            <a:r>
              <a:rPr lang="fr-FR" altLang="fr-FR" smtClean="0"/>
              <a:t>And it shall stand the storms of time</a:t>
            </a:r>
          </a:p>
          <a:p>
            <a:r>
              <a:rPr lang="fr-FR" altLang="fr-FR" smtClean="0"/>
              <a:t>15-  SUR CE ROCHER </a:t>
            </a:r>
          </a:p>
          <a:p>
            <a:r>
              <a:rPr lang="fr-FR" altLang="fr-FR" smtClean="0"/>
              <a:t>Upon this rock</a:t>
            </a:r>
          </a:p>
          <a:p>
            <a:endParaRPr lang="fr-FR" altLang="fr-FR" smtClean="0"/>
          </a:p>
          <a:p>
            <a:r>
              <a:rPr lang="fr-FR" altLang="fr-FR" smtClean="0"/>
              <a:t>16-  LORSQUE TOUS MES PLANS S'ÉCROULENT </a:t>
            </a:r>
          </a:p>
          <a:p>
            <a:r>
              <a:rPr lang="fr-FR" altLang="fr-FR" smtClean="0"/>
              <a:t>When My Plans Have Fallen Through
17-  QUAND JE N'AI PRESQUE  PLUS DE FORCE</a:t>
            </a:r>
          </a:p>
          <a:p>
            <a:r>
              <a:rPr lang="fr-FR" altLang="fr-FR" smtClean="0"/>
              <a:t>And When My Strength Is Nearly Gone</a:t>
            </a:r>
          </a:p>
          <a:p>
            <a:r>
              <a:rPr lang="fr-FR" altLang="fr-FR" smtClean="0"/>
              <a:t> 18-  QUAND LA SEULE CHOSE À FAIRE  EST DE DÉPENDRE DE TOI</a:t>
            </a:r>
          </a:p>
          <a:p>
            <a:r>
              <a:rPr lang="fr-FR" altLang="fr-FR" smtClean="0"/>
              <a:t>When There's Nothing Left To Do But Just Depend On You</a:t>
            </a:r>
          </a:p>
          <a:p>
            <a:endParaRPr lang="fr-FR" altLang="fr-FR" smtClean="0"/>
          </a:p>
          <a:p>
            <a:r>
              <a:rPr lang="fr-FR" altLang="fr-FR" smtClean="0"/>
              <a:t> 19-  ET LA PUISSANCE DE TON NOM </a:t>
            </a:r>
          </a:p>
          <a:p>
            <a:r>
              <a:rPr lang="fr-FR" altLang="fr-FR" smtClean="0"/>
              <a:t>And The Power Of Your Name</a:t>
            </a:r>
          </a:p>
          <a:p>
            <a:endParaRPr lang="fr-FR" altLang="fr-FR" smtClean="0"/>
          </a:p>
          <a:p>
            <a:r>
              <a:rPr lang="fr-FR" altLang="fr-FR" smtClean="0"/>
              <a:t>20-  ET QUAND NOUS INVOQUONS TON NOM TA PUISSANCE SOUDAIN APPARAÎT </a:t>
            </a:r>
          </a:p>
          <a:p>
            <a:r>
              <a:rPr lang="fr-FR" altLang="fr-FR" smtClean="0"/>
              <a:t>And As We Call Upon Your Name Your Strength Through Weakness To Show</a:t>
            </a:r>
          </a:p>
          <a:p>
            <a:r>
              <a:rPr lang="fr-FR" altLang="fr-FR" smtClean="0"/>
              <a:t>21-  NOUS POUVONS VOIR LES PLANS DU MAÎTRE ET VOIR LA MAIN DU MAÎTRE </a:t>
            </a:r>
          </a:p>
          <a:p>
            <a:r>
              <a:rPr lang="fr-FR" altLang="fr-FR" smtClean="0"/>
              <a:t>We Can Know The Master Plan Extend The Masters Hand</a:t>
            </a:r>
          </a:p>
          <a:p>
            <a:r>
              <a:rPr lang="fr-FR" altLang="fr-FR" smtClean="0"/>
              <a:t>22-  QUAND NOUS INVOQUONS  LE NOM DU SEIGNEUR </a:t>
            </a:r>
          </a:p>
          <a:p>
            <a:r>
              <a:rPr lang="fr-FR" altLang="fr-FR" smtClean="0"/>
              <a:t>When We Come In The Name Of The Lord</a:t>
            </a:r>
          </a:p>
          <a:p>
            <a:endParaRPr lang="fr-FR" altLang="fr-FR" smtClean="0"/>
          </a:p>
          <a:p>
            <a:r>
              <a:rPr lang="fr-FR" altLang="fr-FR" smtClean="0"/>
              <a:t>23-  IL Y A DE LA FORCE  DANS LE NOM DU SEIGNEUR</a:t>
            </a:r>
          </a:p>
          <a:p>
            <a:r>
              <a:rPr lang="fr-FR" altLang="fr-FR" smtClean="0"/>
              <a:t>There Is Strength In The Name Of The Lord</a:t>
            </a:r>
          </a:p>
          <a:p>
            <a:r>
              <a:rPr lang="fr-FR" altLang="fr-FR" smtClean="0"/>
              <a:t>24-  DE LA PUISSANCE  DANS LE NOM DU SEIGNEUR </a:t>
            </a:r>
          </a:p>
          <a:p>
            <a:r>
              <a:rPr lang="fr-FR" altLang="fr-FR" smtClean="0"/>
              <a:t>There Is Power In The Name Of The Lord 
25-  DE L'ESPOIR  DANS LE NOM DU SEIGNEUR</a:t>
            </a:r>
          </a:p>
          <a:p>
            <a:r>
              <a:rPr lang="fr-FR" altLang="fr-FR" smtClean="0"/>
              <a:t>There Is Hope In The Name Of The Lord 
26-  BÉNI CELUI QUI VIENT  DANS LE NOM DU SEIGNEUR  </a:t>
            </a:r>
          </a:p>
          <a:p>
            <a:r>
              <a:rPr lang="fr-FR" altLang="fr-FR" smtClean="0"/>
              <a:t>Blessed Is He Who Comes In The Name Of The Lord	 	X2</a:t>
            </a:r>
          </a:p>
          <a:p>
            <a:endParaRPr lang="fr-FR" altLang="fr-FR" smtClean="0"/>
          </a:p>
          <a:p>
            <a:r>
              <a:rPr lang="fr-FR" altLang="fr-FR" smtClean="0"/>
              <a:t>27-  COMME IL L'A DIT IL EST RESSUSCITÉ </a:t>
            </a:r>
          </a:p>
          <a:p>
            <a:r>
              <a:rPr lang="fr-FR" altLang="fr-FR" smtClean="0"/>
              <a:t>Just like he said He's risen from the dead</a:t>
            </a:r>
          </a:p>
          <a:p>
            <a:r>
              <a:rPr lang="fr-FR" altLang="fr-FR" smtClean="0"/>
              <a:t>28-  ET SON PEUPLE DIRA</a:t>
            </a:r>
          </a:p>
          <a:p>
            <a:r>
              <a:rPr lang="fr-FR" altLang="fr-FR" smtClean="0"/>
              <a:t>And the people say</a:t>
            </a:r>
          </a:p>
          <a:p>
            <a:endParaRPr lang="fr-FR" altLang="fr-FR" smtClean="0"/>
          </a:p>
          <a:p>
            <a:r>
              <a:rPr lang="fr-FR" altLang="fr-FR" smtClean="0"/>
              <a:t> 29-  NOUS L'APPELLERONS ROI DES ROIS ET SEIGNEUR DES SEIGNEURS </a:t>
            </a:r>
          </a:p>
          <a:p>
            <a:r>
              <a:rPr lang="fr-FR" altLang="fr-FR" smtClean="0"/>
              <a:t>We will call Him King of kings We will call Him Lord of lords</a:t>
            </a:r>
          </a:p>
          <a:p>
            <a:r>
              <a:rPr lang="fr-FR" altLang="fr-FR" smtClean="0"/>
              <a:t>30-  NOUS L'APPELLERONS  PRINCE DE PAIX </a:t>
            </a:r>
          </a:p>
          <a:p>
            <a:r>
              <a:rPr lang="fr-FR" altLang="fr-FR" smtClean="0"/>
              <a:t>We will call Him Prince of Peace</a:t>
            </a:r>
          </a:p>
          <a:p>
            <a:r>
              <a:rPr lang="fr-FR" altLang="fr-FR" smtClean="0"/>
              <a:t>31-  ET SI MERVEILLEUX CONSEILLER  DIEU PUISSANT </a:t>
            </a:r>
          </a:p>
          <a:p>
            <a:endParaRPr lang="fr-FR" altLang="fr-FR" smtClean="0"/>
          </a:p>
          <a:p>
            <a:r>
              <a:rPr lang="fr-FR" altLang="fr-FR" smtClean="0"/>
              <a:t>Such a wonderful counselor
32-  JE L'APPELLERAI ROI DES ROIS ET SEIGNEUR DES SEIGNEURS </a:t>
            </a:r>
          </a:p>
          <a:p>
            <a:r>
              <a:rPr lang="fr-FR" altLang="fr-FR" smtClean="0"/>
              <a:t>I will call Him King of kings and I will call Him Lord of lords</a:t>
            </a:r>
          </a:p>
          <a:p>
            <a:endParaRPr lang="fr-FR" altLang="fr-FR" smtClean="0"/>
          </a:p>
        </p:txBody>
      </p:sp>
    </p:spTree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346" name="Espace réservé de l'image des diapositives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3" name="Espace réservé des commentaires 2"/>
          <p:cNvSpPr>
            <a:spLocks noGrp="1"/>
          </p:cNvSpPr>
          <p:nvPr>
            <p:ph type="body" idx="1"/>
          </p:nvPr>
        </p:nvSpPr>
        <p:spPr/>
        <p:txBody>
          <a:bodyPr>
            <a:normAutofit fontScale="85000" lnSpcReduction="20000"/>
          </a:bodyPr>
          <a:lstStyle/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1-  QUAND CERTAINS  MARCHENT PAR LA VUE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When others see with earthly eyes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 2-  CONDUITS PAR LEURS REGARDS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Just what they want to see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3-  TU VERRAS DES CHOSES  QUI SONT ÉTERNELLES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Just what they want to see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 4-  TU SAURAS ET CONNAÎTRAS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You will know and recognize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5-  AVEC UNE FOI D’ENFANT LA VALEUR DE CELUI QUI EST FIDÈLE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By simple child-like faith The priceless truth that Others will deny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6-  QUAND ILS DISENT  QUE JE NE SUIS QU’UN HOMME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When others say I'm just a man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 7-  VOULANT VIVRE SES RÊVES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Who likes to dream His dreams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8-  QUAND ILS APPELLENT  UN MIRACLE UN MYTHE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When others call a miracle a myth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9-  TU COMPRENDRAS EN UN INSTANT TOUTES CES CHOSES CACHÉES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You'll listen for eternity In moments as they pass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10-  TU VERRAS SA BONTÉ  QUI EST SANS LIMITE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And see with spirit eyes What others miss.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11-  SUR CE ROCHER  JE CONSTRUIS MON ROYAUME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Upon this rock I'll build My kingdom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 12-  SUR CE ROCHER, POUR TOUJOURS  À JAMAIS, JE ME TIENDRAI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And on this rock forever and ever it shall stand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 13-  SUR CE ROCHER DE RÉVÉLATION J’ÉTABLIRAI UNE PUISSANTE NATION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Upon this rock of revelation I'll build a strong and mighty nation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 14-  QUI TIENDRA FERME  CONTRE LES TEMPÊTES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And it shall stand the storms of time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15-  SUR CE ROCHER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Upon this rock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16-  LORSQUE TOUS MES PLANS S'ÉCROULENT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When My Plans Have Fallen Through
17-  QUAND JE N'AI PRESQUE  PLUS DE FORCE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And When My Strength Is Nearly Gone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 18-  QUAND LA SEULE CHOSE À FAIRE  EST DE DÉPENDRE DE TOI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When There's Nothing Left To Do But Just Depend On You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 19-  ET LA PUISSANCE DE TON NOM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And The Power Of Your Name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20-  ET QUAND NOUS INVOQUONS TON NOM TA PUISSANCE SOUDAIN APPARAÎT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And As We Call Upon Your Name Your Strength Through Weakness To Show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21-  NOUS POUVONS VOIR LES PLANS DU MAÎTRE ET VOIR LA MAIN DU MAÎTRE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We Can Know The Master Plan Extend The Masters Hand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22-  QUAND NOUS INVOQUONS  LE NOM DU SEIGNEUR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When We Come In The Name Of The Lord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23-  IL Y A DE LA FORCE  DANS LE NOM DU SEIGNEUR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There Is Strength In The Name Of The Lord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24-  DE LA PUISSANCE  DANS LE NOM DU SEIGNEUR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There Is Power In The Name Of The Lord 
25-  DE L'ESPOIR  DANS LE NOM DU SEIGNEUR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There Is Hope In The Name Of The Lord 
26-  BÉNI CELUI QUI VIENT  DANS LE NOM DU SEIGNEUR 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Blessed Is He Who Comes In The Name Of The Lord	 	X2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27-  COMME IL L'A DIT IL EST RESSUSCITÉ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Just like he said He's risen from the dead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28-  ET SON PEUPLE DIRA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And the people say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 29-  NOUS L'APPELLERONS ROI DES ROIS ET SEIGNEUR DES SEIGNEURS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We will call Him King of kings We will call Him Lord of lords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30-  NOUS L'APPELLERONS  PRINCE DE PAIX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We will call Him Prince of Peace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31-  ET SI MERVEILLEUX CONSEILLER  DIEU PUISSANT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Such a wonderful counselor
32-  JE L'APPELLERAI ROI DES ROIS ET SEIGNEUR DES SEIGNEURS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I will call Him King of kings and I will call Him Lord of lords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dirty="0" smtClean="0"/>
          </a:p>
        </p:txBody>
      </p:sp>
      <p:sp>
        <p:nvSpPr>
          <p:cNvPr id="57348" name="Espace réservé du numéro de diapositive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 wrap="square" numCol="1" anchorCtr="0" compatLnSpc="1">
            <a:prstTxWarp prst="textNoShape">
              <a:avLst/>
            </a:prstTxWarp>
          </a:bodyPr>
          <a:lstStyle/>
          <a:p>
            <a:r>
              <a:rPr lang="fr-FR" altLang="fr-FR" smtClean="0"/>
              <a:t>1-  QUAND CERTAINS  MARCHENT PAR LA VUE</a:t>
            </a:r>
          </a:p>
          <a:p>
            <a:r>
              <a:rPr lang="fr-FR" altLang="fr-FR" smtClean="0"/>
              <a:t>When others see with earthly eyes</a:t>
            </a:r>
          </a:p>
          <a:p>
            <a:r>
              <a:rPr lang="fr-FR" altLang="fr-FR" smtClean="0"/>
              <a:t> 2-  CONDUITS PAR LEURS REGARDS </a:t>
            </a:r>
          </a:p>
          <a:p>
            <a:r>
              <a:rPr lang="fr-FR" altLang="fr-FR" smtClean="0"/>
              <a:t>Just what they want to see</a:t>
            </a:r>
          </a:p>
          <a:p>
            <a:r>
              <a:rPr lang="fr-FR" altLang="fr-FR" smtClean="0"/>
              <a:t>3-  TU VERRAS DES CHOSES  QUI SONT ÉTERNELLES</a:t>
            </a:r>
          </a:p>
          <a:p>
            <a:r>
              <a:rPr lang="fr-FR" altLang="fr-FR" smtClean="0"/>
              <a:t>Just what they want to see</a:t>
            </a:r>
          </a:p>
          <a:p>
            <a:r>
              <a:rPr lang="fr-FR" altLang="fr-FR" smtClean="0"/>
              <a:t> 4-  TU SAURAS ET CONNAÎTRAS </a:t>
            </a:r>
          </a:p>
          <a:p>
            <a:r>
              <a:rPr lang="fr-FR" altLang="fr-FR" smtClean="0"/>
              <a:t>You will know and recognize</a:t>
            </a:r>
          </a:p>
          <a:p>
            <a:r>
              <a:rPr lang="fr-FR" altLang="fr-FR" smtClean="0"/>
              <a:t>5-  AVEC UNE FOI D’ENFANT LA VALEUR DE CELUI QUI EST FIDÈLE </a:t>
            </a:r>
          </a:p>
          <a:p>
            <a:r>
              <a:rPr lang="fr-FR" altLang="fr-FR" smtClean="0"/>
              <a:t>By simple child-like faith The priceless truth that Others will deny</a:t>
            </a:r>
          </a:p>
          <a:p>
            <a:endParaRPr lang="fr-FR" altLang="fr-FR" smtClean="0"/>
          </a:p>
          <a:p>
            <a:r>
              <a:rPr lang="fr-FR" altLang="fr-FR" smtClean="0"/>
              <a:t>6-  QUAND ILS DISENT  QUE JE NE SUIS QU’UN HOMME</a:t>
            </a:r>
          </a:p>
          <a:p>
            <a:r>
              <a:rPr lang="fr-FR" altLang="fr-FR" smtClean="0"/>
              <a:t>When others say I'm just a man</a:t>
            </a:r>
          </a:p>
          <a:p>
            <a:r>
              <a:rPr lang="fr-FR" altLang="fr-FR" smtClean="0"/>
              <a:t> 7-  VOULANT VIVRE SES RÊVES </a:t>
            </a:r>
          </a:p>
          <a:p>
            <a:r>
              <a:rPr lang="fr-FR" altLang="fr-FR" smtClean="0"/>
              <a:t>Who likes to dream His dreams</a:t>
            </a:r>
          </a:p>
          <a:p>
            <a:r>
              <a:rPr lang="fr-FR" altLang="fr-FR" smtClean="0"/>
              <a:t>8-  QUAND ILS APPELLENT  UN MIRACLE UN MYTHE </a:t>
            </a:r>
          </a:p>
          <a:p>
            <a:r>
              <a:rPr lang="fr-FR" altLang="fr-FR" smtClean="0"/>
              <a:t>When others call a miracle a myth</a:t>
            </a:r>
          </a:p>
          <a:p>
            <a:r>
              <a:rPr lang="fr-FR" altLang="fr-FR" smtClean="0"/>
              <a:t>9-  TU COMPRENDRAS EN UN INSTANT TOUTES CES CHOSES CACHÉES </a:t>
            </a:r>
          </a:p>
          <a:p>
            <a:r>
              <a:rPr lang="fr-FR" altLang="fr-FR" smtClean="0"/>
              <a:t>You'll listen for eternity In moments as they pass</a:t>
            </a:r>
          </a:p>
          <a:p>
            <a:r>
              <a:rPr lang="fr-FR" altLang="fr-FR" smtClean="0"/>
              <a:t>10-  TU VERRAS SA BONTÉ  QUI EST SANS LIMITE </a:t>
            </a:r>
          </a:p>
          <a:p>
            <a:r>
              <a:rPr lang="fr-FR" altLang="fr-FR" smtClean="0"/>
              <a:t>And see with spirit eyes What others miss.</a:t>
            </a:r>
          </a:p>
          <a:p>
            <a:endParaRPr lang="fr-FR" altLang="fr-FR" smtClean="0"/>
          </a:p>
          <a:p>
            <a:r>
              <a:rPr lang="fr-FR" altLang="fr-FR" smtClean="0"/>
              <a:t>11-  SUR CE ROCHER  JE CONSTRUIS MON ROYAUME</a:t>
            </a:r>
          </a:p>
          <a:p>
            <a:r>
              <a:rPr lang="fr-FR" altLang="fr-FR" smtClean="0"/>
              <a:t>Upon this rock I'll build My kingdom</a:t>
            </a:r>
          </a:p>
          <a:p>
            <a:r>
              <a:rPr lang="fr-FR" altLang="fr-FR" smtClean="0"/>
              <a:t> 12-  SUR CE ROCHER, POUR TOUJOURS  À JAMAIS, JE ME TIENDRAI</a:t>
            </a:r>
          </a:p>
          <a:p>
            <a:r>
              <a:rPr lang="fr-FR" altLang="fr-FR" smtClean="0"/>
              <a:t>And on this rock forever and ever it shall stand</a:t>
            </a:r>
          </a:p>
          <a:p>
            <a:r>
              <a:rPr lang="fr-FR" altLang="fr-FR" smtClean="0"/>
              <a:t> 13-  SUR CE ROCHER DE RÉVÉLATION J’ÉTABLIRAI UNE PUISSANTE NATION</a:t>
            </a:r>
          </a:p>
          <a:p>
            <a:r>
              <a:rPr lang="fr-FR" altLang="fr-FR" smtClean="0"/>
              <a:t>Upon this rock of revelation I'll build a strong and mighty nation</a:t>
            </a:r>
          </a:p>
          <a:p>
            <a:r>
              <a:rPr lang="fr-FR" altLang="fr-FR" smtClean="0"/>
              <a:t> 14-  QUI TIENDRA FERME  CONTRE LES TEMPÊTES </a:t>
            </a:r>
          </a:p>
          <a:p>
            <a:r>
              <a:rPr lang="fr-FR" altLang="fr-FR" smtClean="0"/>
              <a:t>And it shall stand the storms of time</a:t>
            </a:r>
          </a:p>
          <a:p>
            <a:r>
              <a:rPr lang="fr-FR" altLang="fr-FR" smtClean="0"/>
              <a:t>15-  SUR CE ROCHER </a:t>
            </a:r>
          </a:p>
          <a:p>
            <a:r>
              <a:rPr lang="fr-FR" altLang="fr-FR" smtClean="0"/>
              <a:t>Upon this rock</a:t>
            </a:r>
          </a:p>
          <a:p>
            <a:endParaRPr lang="fr-FR" altLang="fr-FR" smtClean="0"/>
          </a:p>
          <a:p>
            <a:r>
              <a:rPr lang="fr-FR" altLang="fr-FR" smtClean="0"/>
              <a:t>16-  LORSQUE TOUS MES PLANS S'ÉCROULENT </a:t>
            </a:r>
          </a:p>
          <a:p>
            <a:r>
              <a:rPr lang="fr-FR" altLang="fr-FR" smtClean="0"/>
              <a:t>When My Plans Have Fallen Through
17-  QUAND JE N'AI PRESQUE  PLUS DE FORCE</a:t>
            </a:r>
          </a:p>
          <a:p>
            <a:r>
              <a:rPr lang="fr-FR" altLang="fr-FR" smtClean="0"/>
              <a:t>And When My Strength Is Nearly Gone</a:t>
            </a:r>
          </a:p>
          <a:p>
            <a:r>
              <a:rPr lang="fr-FR" altLang="fr-FR" smtClean="0"/>
              <a:t> 18-  QUAND LA SEULE CHOSE À FAIRE  EST DE DÉPENDRE DE TOI</a:t>
            </a:r>
          </a:p>
          <a:p>
            <a:r>
              <a:rPr lang="fr-FR" altLang="fr-FR" smtClean="0"/>
              <a:t>When There's Nothing Left To Do But Just Depend On You</a:t>
            </a:r>
          </a:p>
          <a:p>
            <a:endParaRPr lang="fr-FR" altLang="fr-FR" smtClean="0"/>
          </a:p>
          <a:p>
            <a:r>
              <a:rPr lang="fr-FR" altLang="fr-FR" smtClean="0"/>
              <a:t> 19-  ET LA PUISSANCE DE TON NOM </a:t>
            </a:r>
          </a:p>
          <a:p>
            <a:r>
              <a:rPr lang="fr-FR" altLang="fr-FR" smtClean="0"/>
              <a:t>And The Power Of Your Name</a:t>
            </a:r>
          </a:p>
          <a:p>
            <a:endParaRPr lang="fr-FR" altLang="fr-FR" smtClean="0"/>
          </a:p>
          <a:p>
            <a:r>
              <a:rPr lang="fr-FR" altLang="fr-FR" smtClean="0"/>
              <a:t>20-  ET QUAND NOUS INVOQUONS TON NOM TA PUISSANCE SOUDAIN APPARAÎT </a:t>
            </a:r>
          </a:p>
          <a:p>
            <a:r>
              <a:rPr lang="fr-FR" altLang="fr-FR" smtClean="0"/>
              <a:t>And As We Call Upon Your Name Your Strength Through Weakness To Show</a:t>
            </a:r>
          </a:p>
          <a:p>
            <a:r>
              <a:rPr lang="fr-FR" altLang="fr-FR" smtClean="0"/>
              <a:t>21-  NOUS POUVONS VOIR LES PLANS DU MAÎTRE ET VOIR LA MAIN DU MAÎTRE </a:t>
            </a:r>
          </a:p>
          <a:p>
            <a:r>
              <a:rPr lang="fr-FR" altLang="fr-FR" smtClean="0"/>
              <a:t>We Can Know The Master Plan Extend The Masters Hand</a:t>
            </a:r>
          </a:p>
          <a:p>
            <a:r>
              <a:rPr lang="fr-FR" altLang="fr-FR" smtClean="0"/>
              <a:t>22-  QUAND NOUS INVOQUONS  LE NOM DU SEIGNEUR </a:t>
            </a:r>
          </a:p>
          <a:p>
            <a:r>
              <a:rPr lang="fr-FR" altLang="fr-FR" smtClean="0"/>
              <a:t>When We Come In The Name Of The Lord</a:t>
            </a:r>
          </a:p>
          <a:p>
            <a:endParaRPr lang="fr-FR" altLang="fr-FR" smtClean="0"/>
          </a:p>
          <a:p>
            <a:r>
              <a:rPr lang="fr-FR" altLang="fr-FR" smtClean="0"/>
              <a:t>23-  IL Y A DE LA FORCE  DANS LE NOM DU SEIGNEUR</a:t>
            </a:r>
          </a:p>
          <a:p>
            <a:r>
              <a:rPr lang="fr-FR" altLang="fr-FR" smtClean="0"/>
              <a:t>There Is Strength In The Name Of The Lord</a:t>
            </a:r>
          </a:p>
          <a:p>
            <a:r>
              <a:rPr lang="fr-FR" altLang="fr-FR" smtClean="0"/>
              <a:t>24-  DE LA PUISSANCE  DANS LE NOM DU SEIGNEUR </a:t>
            </a:r>
          </a:p>
          <a:p>
            <a:r>
              <a:rPr lang="fr-FR" altLang="fr-FR" smtClean="0"/>
              <a:t>There Is Power In The Name Of The Lord 
25-  DE L'ESPOIR  DANS LE NOM DU SEIGNEUR</a:t>
            </a:r>
          </a:p>
          <a:p>
            <a:r>
              <a:rPr lang="fr-FR" altLang="fr-FR" smtClean="0"/>
              <a:t>There Is Hope In The Name Of The Lord 
26-  BÉNI CELUI QUI VIENT  DANS LE NOM DU SEIGNEUR  </a:t>
            </a:r>
          </a:p>
          <a:p>
            <a:r>
              <a:rPr lang="fr-FR" altLang="fr-FR" smtClean="0"/>
              <a:t>Blessed Is He Who Comes In The Name Of The Lord	 	X2</a:t>
            </a:r>
          </a:p>
          <a:p>
            <a:endParaRPr lang="fr-FR" altLang="fr-FR" smtClean="0"/>
          </a:p>
          <a:p>
            <a:r>
              <a:rPr lang="fr-FR" altLang="fr-FR" smtClean="0"/>
              <a:t>27-  COMME IL L'A DIT IL EST RESSUSCITÉ </a:t>
            </a:r>
          </a:p>
          <a:p>
            <a:r>
              <a:rPr lang="fr-FR" altLang="fr-FR" smtClean="0"/>
              <a:t>Just like he said He's risen from the dead</a:t>
            </a:r>
          </a:p>
          <a:p>
            <a:r>
              <a:rPr lang="fr-FR" altLang="fr-FR" smtClean="0"/>
              <a:t>28-  ET SON PEUPLE DIRA</a:t>
            </a:r>
          </a:p>
          <a:p>
            <a:r>
              <a:rPr lang="fr-FR" altLang="fr-FR" smtClean="0"/>
              <a:t>And the people say</a:t>
            </a:r>
          </a:p>
          <a:p>
            <a:endParaRPr lang="fr-FR" altLang="fr-FR" smtClean="0"/>
          </a:p>
          <a:p>
            <a:r>
              <a:rPr lang="fr-FR" altLang="fr-FR" smtClean="0"/>
              <a:t> 29-  NOUS L'APPELLERONS ROI DES ROIS ET SEIGNEUR DES SEIGNEURS </a:t>
            </a:r>
          </a:p>
          <a:p>
            <a:r>
              <a:rPr lang="fr-FR" altLang="fr-FR" smtClean="0"/>
              <a:t>We will call Him King of kings We will call Him Lord of lords</a:t>
            </a:r>
          </a:p>
          <a:p>
            <a:r>
              <a:rPr lang="fr-FR" altLang="fr-FR" smtClean="0"/>
              <a:t>30-  NOUS L'APPELLERONS  PRINCE DE PAIX </a:t>
            </a:r>
          </a:p>
          <a:p>
            <a:r>
              <a:rPr lang="fr-FR" altLang="fr-FR" smtClean="0"/>
              <a:t>We will call Him Prince of Peace</a:t>
            </a:r>
          </a:p>
          <a:p>
            <a:r>
              <a:rPr lang="fr-FR" altLang="fr-FR" smtClean="0"/>
              <a:t>31-  ET SI MERVEILLEUX CONSEILLER  DIEU PUISSANT </a:t>
            </a:r>
          </a:p>
          <a:p>
            <a:endParaRPr lang="fr-FR" altLang="fr-FR" smtClean="0"/>
          </a:p>
          <a:p>
            <a:r>
              <a:rPr lang="fr-FR" altLang="fr-FR" smtClean="0"/>
              <a:t>Such a wonderful counselor
32-  JE L'APPELLERAI ROI DES ROIS ET SEIGNEUR DES SEIGNEURS </a:t>
            </a:r>
          </a:p>
          <a:p>
            <a:r>
              <a:rPr lang="fr-FR" altLang="fr-FR" smtClean="0"/>
              <a:t>I will call Him King of kings and I will call Him Lord of lords</a:t>
            </a:r>
          </a:p>
          <a:p>
            <a:endParaRPr lang="fr-FR" altLang="fr-FR" smtClean="0"/>
          </a:p>
        </p:txBody>
      </p:sp>
    </p:spTree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8370" name="Espace réservé de l'image des diapositives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3" name="Espace réservé des commentaires 2"/>
          <p:cNvSpPr>
            <a:spLocks noGrp="1"/>
          </p:cNvSpPr>
          <p:nvPr>
            <p:ph type="body" idx="1"/>
          </p:nvPr>
        </p:nvSpPr>
        <p:spPr/>
        <p:txBody>
          <a:bodyPr>
            <a:normAutofit fontScale="85000" lnSpcReduction="20000"/>
          </a:bodyPr>
          <a:lstStyle/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1-  QUAND CERTAINS  MARCHENT PAR LA VUE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When others see with earthly eyes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 2-  CONDUITS PAR LEURS REGARDS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Just what they want to see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3-  TU VERRAS DES CHOSES  QUI SONT ÉTERNELLES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Just what they want to see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 4-  TU SAURAS ET CONNAÎTRAS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You will know and recognize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5-  AVEC UNE FOI D’ENFANT LA VALEUR DE CELUI QUI EST FIDÈLE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By simple child-like faith The priceless truth that Others will deny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6-  QUAND ILS DISENT  QUE JE NE SUIS QU’UN HOMME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When others say I'm just a man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 7-  VOULANT VIVRE SES RÊVES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Who likes to dream His dreams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8-  QUAND ILS APPELLENT  UN MIRACLE UN MYTHE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When others call a miracle a myth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9-  TU COMPRENDRAS EN UN INSTANT TOUTES CES CHOSES CACHÉES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You'll listen for eternity In moments as they pass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10-  TU VERRAS SA BONTÉ  QUI EST SANS LIMITE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And see with spirit eyes What others miss.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11-  SUR CE ROCHER  JE CONSTRUIS MON ROYAUME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Upon this rock I'll build My kingdom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 12-  SUR CE ROCHER, POUR TOUJOURS  À JAMAIS, JE ME TIENDRAI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And on this rock forever and ever it shall stand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 13-  SUR CE ROCHER DE RÉVÉLATION J’ÉTABLIRAI UNE PUISSANTE NATION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Upon this rock of revelation I'll build a strong and mighty nation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 14-  QUI TIENDRA FERME  CONTRE LES TEMPÊTES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And it shall stand the storms of time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15-  SUR CE ROCHER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Upon this rock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16-  LORSQUE TOUS MES PLANS S'ÉCROULENT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When My Plans Have Fallen Through
17-  QUAND JE N'AI PRESQUE  PLUS DE FORCE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And When My Strength Is Nearly Gone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 18-  QUAND LA SEULE CHOSE À FAIRE  EST DE DÉPENDRE DE TOI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When There's Nothing Left To Do But Just Depend On You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 19-  ET LA PUISSANCE DE TON NOM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And The Power Of Your Name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20-  ET QUAND NOUS INVOQUONS TON NOM TA PUISSANCE SOUDAIN APPARAÎT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And As We Call Upon Your Name Your Strength Through Weakness To Show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21-  NOUS POUVONS VOIR LES PLANS DU MAÎTRE ET VOIR LA MAIN DU MAÎTRE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We Can Know The Master Plan Extend The Masters Hand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22-  QUAND NOUS INVOQUONS  LE NOM DU SEIGNEUR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When We Come In The Name Of The Lord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23-  IL Y A DE LA FORCE  DANS LE NOM DU SEIGNEUR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There Is Strength In The Name Of The Lord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24-  DE LA PUISSANCE  DANS LE NOM DU SEIGNEUR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There Is Power In The Name Of The Lord 
25-  DE L'ESPOIR  DANS LE NOM DU SEIGNEUR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There Is Hope In The Name Of The Lord 
26-  BÉNI CELUI QUI VIENT  DANS LE NOM DU SEIGNEUR 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Blessed Is He Who Comes In The Name Of The Lord	 	X2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27-  COMME IL L'A DIT IL EST RESSUSCITÉ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Just like he said He's risen from the dead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28-  ET SON PEUPLE DIRA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And the people say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 29-  NOUS L'APPELLERONS ROI DES ROIS ET SEIGNEUR DES SEIGNEURS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We will call Him King of kings We will call Him Lord of lords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30-  NOUS L'APPELLERONS  PRINCE DE PAIX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We will call Him Prince of Peace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31-  ET SI MERVEILLEUX CONSEILLER  DIEU PUISSANT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Such a wonderful counselor
32-  JE L'APPELLERAI ROI DES ROIS ET SEIGNEUR DES SEIGNEURS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I will call Him King of kings and I will call Him Lord of lords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dirty="0" smtClean="0"/>
          </a:p>
        </p:txBody>
      </p:sp>
      <p:sp>
        <p:nvSpPr>
          <p:cNvPr id="58372" name="Espace réservé du numéro de diapositive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 wrap="square" numCol="1" anchorCtr="0" compatLnSpc="1">
            <a:prstTxWarp prst="textNoShape">
              <a:avLst/>
            </a:prstTxWarp>
          </a:bodyPr>
          <a:lstStyle/>
          <a:p>
            <a:r>
              <a:rPr lang="fr-FR" altLang="fr-FR" smtClean="0"/>
              <a:t>1-  QUAND CERTAINS  MARCHENT PAR LA VUE</a:t>
            </a:r>
          </a:p>
          <a:p>
            <a:r>
              <a:rPr lang="fr-FR" altLang="fr-FR" smtClean="0"/>
              <a:t>When others see with earthly eyes</a:t>
            </a:r>
          </a:p>
          <a:p>
            <a:r>
              <a:rPr lang="fr-FR" altLang="fr-FR" smtClean="0"/>
              <a:t> 2-  CONDUITS PAR LEURS REGARDS </a:t>
            </a:r>
          </a:p>
          <a:p>
            <a:r>
              <a:rPr lang="fr-FR" altLang="fr-FR" smtClean="0"/>
              <a:t>Just what they want to see</a:t>
            </a:r>
          </a:p>
          <a:p>
            <a:r>
              <a:rPr lang="fr-FR" altLang="fr-FR" smtClean="0"/>
              <a:t>3-  TU VERRAS DES CHOSES  QUI SONT ÉTERNELLES</a:t>
            </a:r>
          </a:p>
          <a:p>
            <a:r>
              <a:rPr lang="fr-FR" altLang="fr-FR" smtClean="0"/>
              <a:t>Just what they want to see</a:t>
            </a:r>
          </a:p>
          <a:p>
            <a:r>
              <a:rPr lang="fr-FR" altLang="fr-FR" smtClean="0"/>
              <a:t> 4-  TU SAURAS ET CONNAÎTRAS </a:t>
            </a:r>
          </a:p>
          <a:p>
            <a:r>
              <a:rPr lang="fr-FR" altLang="fr-FR" smtClean="0"/>
              <a:t>You will know and recognize</a:t>
            </a:r>
          </a:p>
          <a:p>
            <a:r>
              <a:rPr lang="fr-FR" altLang="fr-FR" smtClean="0"/>
              <a:t>5-  AVEC UNE FOI D’ENFANT LA VALEUR DE CELUI QUI EST FIDÈLE </a:t>
            </a:r>
          </a:p>
          <a:p>
            <a:r>
              <a:rPr lang="fr-FR" altLang="fr-FR" smtClean="0"/>
              <a:t>By simple child-like faith The priceless truth that Others will deny</a:t>
            </a:r>
          </a:p>
          <a:p>
            <a:endParaRPr lang="fr-FR" altLang="fr-FR" smtClean="0"/>
          </a:p>
          <a:p>
            <a:r>
              <a:rPr lang="fr-FR" altLang="fr-FR" smtClean="0"/>
              <a:t>6-  QUAND ILS DISENT  QUE JE NE SUIS QU’UN HOMME</a:t>
            </a:r>
          </a:p>
          <a:p>
            <a:r>
              <a:rPr lang="fr-FR" altLang="fr-FR" smtClean="0"/>
              <a:t>When others say I'm just a man</a:t>
            </a:r>
          </a:p>
          <a:p>
            <a:r>
              <a:rPr lang="fr-FR" altLang="fr-FR" smtClean="0"/>
              <a:t> 7-  VOULANT VIVRE SES RÊVES </a:t>
            </a:r>
          </a:p>
          <a:p>
            <a:r>
              <a:rPr lang="fr-FR" altLang="fr-FR" smtClean="0"/>
              <a:t>Who likes to dream His dreams</a:t>
            </a:r>
          </a:p>
          <a:p>
            <a:r>
              <a:rPr lang="fr-FR" altLang="fr-FR" smtClean="0"/>
              <a:t>8-  QUAND ILS APPELLENT  UN MIRACLE UN MYTHE </a:t>
            </a:r>
          </a:p>
          <a:p>
            <a:r>
              <a:rPr lang="fr-FR" altLang="fr-FR" smtClean="0"/>
              <a:t>When others call a miracle a myth</a:t>
            </a:r>
          </a:p>
          <a:p>
            <a:r>
              <a:rPr lang="fr-FR" altLang="fr-FR" smtClean="0"/>
              <a:t>9-  TU COMPRENDRAS EN UN INSTANT TOUTES CES CHOSES CACHÉES </a:t>
            </a:r>
          </a:p>
          <a:p>
            <a:r>
              <a:rPr lang="fr-FR" altLang="fr-FR" smtClean="0"/>
              <a:t>You'll listen for eternity In moments as they pass</a:t>
            </a:r>
          </a:p>
          <a:p>
            <a:r>
              <a:rPr lang="fr-FR" altLang="fr-FR" smtClean="0"/>
              <a:t>10-  TU VERRAS SA BONTÉ  QUI EST SANS LIMITE </a:t>
            </a:r>
          </a:p>
          <a:p>
            <a:r>
              <a:rPr lang="fr-FR" altLang="fr-FR" smtClean="0"/>
              <a:t>And see with spirit eyes What others miss.</a:t>
            </a:r>
          </a:p>
          <a:p>
            <a:endParaRPr lang="fr-FR" altLang="fr-FR" smtClean="0"/>
          </a:p>
          <a:p>
            <a:r>
              <a:rPr lang="fr-FR" altLang="fr-FR" smtClean="0"/>
              <a:t>11-  SUR CE ROCHER  JE CONSTRUIS MON ROYAUME</a:t>
            </a:r>
          </a:p>
          <a:p>
            <a:r>
              <a:rPr lang="fr-FR" altLang="fr-FR" smtClean="0"/>
              <a:t>Upon this rock I'll build My kingdom</a:t>
            </a:r>
          </a:p>
          <a:p>
            <a:r>
              <a:rPr lang="fr-FR" altLang="fr-FR" smtClean="0"/>
              <a:t> 12-  SUR CE ROCHER, POUR TOUJOURS  À JAMAIS, JE ME TIENDRAI</a:t>
            </a:r>
          </a:p>
          <a:p>
            <a:r>
              <a:rPr lang="fr-FR" altLang="fr-FR" smtClean="0"/>
              <a:t>And on this rock forever and ever it shall stand</a:t>
            </a:r>
          </a:p>
          <a:p>
            <a:r>
              <a:rPr lang="fr-FR" altLang="fr-FR" smtClean="0"/>
              <a:t> 13-  SUR CE ROCHER DE RÉVÉLATION J’ÉTABLIRAI UNE PUISSANTE NATION</a:t>
            </a:r>
          </a:p>
          <a:p>
            <a:r>
              <a:rPr lang="fr-FR" altLang="fr-FR" smtClean="0"/>
              <a:t>Upon this rock of revelation I'll build a strong and mighty nation</a:t>
            </a:r>
          </a:p>
          <a:p>
            <a:r>
              <a:rPr lang="fr-FR" altLang="fr-FR" smtClean="0"/>
              <a:t> 14-  QUI TIENDRA FERME  CONTRE LES TEMPÊTES </a:t>
            </a:r>
          </a:p>
          <a:p>
            <a:r>
              <a:rPr lang="fr-FR" altLang="fr-FR" smtClean="0"/>
              <a:t>And it shall stand the storms of time</a:t>
            </a:r>
          </a:p>
          <a:p>
            <a:r>
              <a:rPr lang="fr-FR" altLang="fr-FR" smtClean="0"/>
              <a:t>15-  SUR CE ROCHER </a:t>
            </a:r>
          </a:p>
          <a:p>
            <a:r>
              <a:rPr lang="fr-FR" altLang="fr-FR" smtClean="0"/>
              <a:t>Upon this rock</a:t>
            </a:r>
          </a:p>
          <a:p>
            <a:endParaRPr lang="fr-FR" altLang="fr-FR" smtClean="0"/>
          </a:p>
          <a:p>
            <a:r>
              <a:rPr lang="fr-FR" altLang="fr-FR" smtClean="0"/>
              <a:t>16-  LORSQUE TOUS MES PLANS S'ÉCROULENT </a:t>
            </a:r>
          </a:p>
          <a:p>
            <a:r>
              <a:rPr lang="fr-FR" altLang="fr-FR" smtClean="0"/>
              <a:t>When My Plans Have Fallen Through
17-  QUAND JE N'AI PRESQUE  PLUS DE FORCE</a:t>
            </a:r>
          </a:p>
          <a:p>
            <a:r>
              <a:rPr lang="fr-FR" altLang="fr-FR" smtClean="0"/>
              <a:t>And When My Strength Is Nearly Gone</a:t>
            </a:r>
          </a:p>
          <a:p>
            <a:r>
              <a:rPr lang="fr-FR" altLang="fr-FR" smtClean="0"/>
              <a:t> 18-  QUAND LA SEULE CHOSE À FAIRE  EST DE DÉPENDRE DE TOI</a:t>
            </a:r>
          </a:p>
          <a:p>
            <a:r>
              <a:rPr lang="fr-FR" altLang="fr-FR" smtClean="0"/>
              <a:t>When There's Nothing Left To Do But Just Depend On You</a:t>
            </a:r>
          </a:p>
          <a:p>
            <a:endParaRPr lang="fr-FR" altLang="fr-FR" smtClean="0"/>
          </a:p>
          <a:p>
            <a:r>
              <a:rPr lang="fr-FR" altLang="fr-FR" smtClean="0"/>
              <a:t> 19-  ET LA PUISSANCE DE TON NOM </a:t>
            </a:r>
          </a:p>
          <a:p>
            <a:r>
              <a:rPr lang="fr-FR" altLang="fr-FR" smtClean="0"/>
              <a:t>And The Power Of Your Name</a:t>
            </a:r>
          </a:p>
          <a:p>
            <a:endParaRPr lang="fr-FR" altLang="fr-FR" smtClean="0"/>
          </a:p>
          <a:p>
            <a:r>
              <a:rPr lang="fr-FR" altLang="fr-FR" smtClean="0"/>
              <a:t>20-  ET QUAND NOUS INVOQUONS TON NOM TA PUISSANCE SOUDAIN APPARAÎT </a:t>
            </a:r>
          </a:p>
          <a:p>
            <a:r>
              <a:rPr lang="fr-FR" altLang="fr-FR" smtClean="0"/>
              <a:t>And As We Call Upon Your Name Your Strength Through Weakness To Show</a:t>
            </a:r>
          </a:p>
          <a:p>
            <a:r>
              <a:rPr lang="fr-FR" altLang="fr-FR" smtClean="0"/>
              <a:t>21-  NOUS POUVONS VOIR LES PLANS DU MAÎTRE ET VOIR LA MAIN DU MAÎTRE </a:t>
            </a:r>
          </a:p>
          <a:p>
            <a:r>
              <a:rPr lang="fr-FR" altLang="fr-FR" smtClean="0"/>
              <a:t>We Can Know The Master Plan Extend The Masters Hand</a:t>
            </a:r>
          </a:p>
          <a:p>
            <a:r>
              <a:rPr lang="fr-FR" altLang="fr-FR" smtClean="0"/>
              <a:t>22-  QUAND NOUS INVOQUONS  LE NOM DU SEIGNEUR </a:t>
            </a:r>
          </a:p>
          <a:p>
            <a:r>
              <a:rPr lang="fr-FR" altLang="fr-FR" smtClean="0"/>
              <a:t>When We Come In The Name Of The Lord</a:t>
            </a:r>
          </a:p>
          <a:p>
            <a:endParaRPr lang="fr-FR" altLang="fr-FR" smtClean="0"/>
          </a:p>
          <a:p>
            <a:r>
              <a:rPr lang="fr-FR" altLang="fr-FR" smtClean="0"/>
              <a:t>23-  IL Y A DE LA FORCE  DANS LE NOM DU SEIGNEUR</a:t>
            </a:r>
          </a:p>
          <a:p>
            <a:r>
              <a:rPr lang="fr-FR" altLang="fr-FR" smtClean="0"/>
              <a:t>There Is Strength In The Name Of The Lord</a:t>
            </a:r>
          </a:p>
          <a:p>
            <a:r>
              <a:rPr lang="fr-FR" altLang="fr-FR" smtClean="0"/>
              <a:t>24-  DE LA PUISSANCE  DANS LE NOM DU SEIGNEUR </a:t>
            </a:r>
          </a:p>
          <a:p>
            <a:r>
              <a:rPr lang="fr-FR" altLang="fr-FR" smtClean="0"/>
              <a:t>There Is Power In The Name Of The Lord 
25-  DE L'ESPOIR  DANS LE NOM DU SEIGNEUR</a:t>
            </a:r>
          </a:p>
          <a:p>
            <a:r>
              <a:rPr lang="fr-FR" altLang="fr-FR" smtClean="0"/>
              <a:t>There Is Hope In The Name Of The Lord 
26-  BÉNI CELUI QUI VIENT  DANS LE NOM DU SEIGNEUR  </a:t>
            </a:r>
          </a:p>
          <a:p>
            <a:r>
              <a:rPr lang="fr-FR" altLang="fr-FR" smtClean="0"/>
              <a:t>Blessed Is He Who Comes In The Name Of The Lord	 	X2</a:t>
            </a:r>
          </a:p>
          <a:p>
            <a:endParaRPr lang="fr-FR" altLang="fr-FR" smtClean="0"/>
          </a:p>
          <a:p>
            <a:r>
              <a:rPr lang="fr-FR" altLang="fr-FR" smtClean="0"/>
              <a:t>27-  COMME IL L'A DIT IL EST RESSUSCITÉ </a:t>
            </a:r>
          </a:p>
          <a:p>
            <a:r>
              <a:rPr lang="fr-FR" altLang="fr-FR" smtClean="0"/>
              <a:t>Just like he said He's risen from the dead</a:t>
            </a:r>
          </a:p>
          <a:p>
            <a:r>
              <a:rPr lang="fr-FR" altLang="fr-FR" smtClean="0"/>
              <a:t>28-  ET SON PEUPLE DIRA</a:t>
            </a:r>
          </a:p>
          <a:p>
            <a:r>
              <a:rPr lang="fr-FR" altLang="fr-FR" smtClean="0"/>
              <a:t>And the people say</a:t>
            </a:r>
          </a:p>
          <a:p>
            <a:endParaRPr lang="fr-FR" altLang="fr-FR" smtClean="0"/>
          </a:p>
          <a:p>
            <a:r>
              <a:rPr lang="fr-FR" altLang="fr-FR" smtClean="0"/>
              <a:t> 29-  NOUS L'APPELLERONS ROI DES ROIS ET SEIGNEUR DES SEIGNEURS </a:t>
            </a:r>
          </a:p>
          <a:p>
            <a:r>
              <a:rPr lang="fr-FR" altLang="fr-FR" smtClean="0"/>
              <a:t>We will call Him King of kings We will call Him Lord of lords</a:t>
            </a:r>
          </a:p>
          <a:p>
            <a:r>
              <a:rPr lang="fr-FR" altLang="fr-FR" smtClean="0"/>
              <a:t>30-  NOUS L'APPELLERONS  PRINCE DE PAIX </a:t>
            </a:r>
          </a:p>
          <a:p>
            <a:r>
              <a:rPr lang="fr-FR" altLang="fr-FR" smtClean="0"/>
              <a:t>We will call Him Prince of Peace</a:t>
            </a:r>
          </a:p>
          <a:p>
            <a:r>
              <a:rPr lang="fr-FR" altLang="fr-FR" smtClean="0"/>
              <a:t>31-  ET SI MERVEILLEUX CONSEILLER  DIEU PUISSANT </a:t>
            </a:r>
          </a:p>
          <a:p>
            <a:endParaRPr lang="fr-FR" altLang="fr-FR" smtClean="0"/>
          </a:p>
          <a:p>
            <a:r>
              <a:rPr lang="fr-FR" altLang="fr-FR" smtClean="0"/>
              <a:t>Such a wonderful counselor
32-  JE L'APPELLERAI ROI DES ROIS ET SEIGNEUR DES SEIGNEURS </a:t>
            </a:r>
          </a:p>
          <a:p>
            <a:r>
              <a:rPr lang="fr-FR" altLang="fr-FR" smtClean="0"/>
              <a:t>I will call Him King of kings and I will call Him Lord of lords</a:t>
            </a:r>
          </a:p>
          <a:p>
            <a:endParaRPr lang="fr-FR" altLang="fr-FR" smtClean="0"/>
          </a:p>
        </p:txBody>
      </p:sp>
    </p:spTree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9394" name="Espace réservé de l'image des diapositives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3" name="Espace réservé des commentaires 2"/>
          <p:cNvSpPr>
            <a:spLocks noGrp="1"/>
          </p:cNvSpPr>
          <p:nvPr>
            <p:ph type="body" idx="1"/>
          </p:nvPr>
        </p:nvSpPr>
        <p:spPr/>
        <p:txBody>
          <a:bodyPr>
            <a:normAutofit fontScale="85000" lnSpcReduction="20000"/>
          </a:bodyPr>
          <a:lstStyle/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1-  QUAND CERTAINS  MARCHENT PAR LA VUE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When others see with earthly eyes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 2-  CONDUITS PAR LEURS REGARDS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Just what they want to see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3-  TU VERRAS DES CHOSES  QUI SONT ÉTERNELLES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Just what they want to see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 4-  TU SAURAS ET CONNAÎTRAS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You will know and recognize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5-  AVEC UNE FOI D’ENFANT LA VALEUR DE CELUI QUI EST FIDÈLE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By simple child-like faith The priceless truth that Others will deny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6-  QUAND ILS DISENT  QUE JE NE SUIS QU’UN HOMME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When others say I'm just a man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 7-  VOULANT VIVRE SES RÊVES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Who likes to dream His dreams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8-  QUAND ILS APPELLENT  UN MIRACLE UN MYTHE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When others call a miracle a myth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9-  TU COMPRENDRAS EN UN INSTANT TOUTES CES CHOSES CACHÉES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You'll listen for eternity In moments as they pass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10-  TU VERRAS SA BONTÉ  QUI EST SANS LIMITE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And see with spirit eyes What others miss.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11-  SUR CE ROCHER  JE CONSTRUIS MON ROYAUME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Upon this rock I'll build My kingdom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 12-  SUR CE ROCHER, POUR TOUJOURS  À JAMAIS, JE ME TIENDRAI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And on this rock forever and ever it shall stand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 13-  SUR CE ROCHER DE RÉVÉLATION J’ÉTABLIRAI UNE PUISSANTE NATION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Upon this rock of revelation I'll build a strong and mighty nation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 14-  QUI TIENDRA FERME  CONTRE LES TEMPÊTES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And it shall stand the storms of time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15-  SUR CE ROCHER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Upon this rock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16-  LORSQUE TOUS MES PLANS S'ÉCROULENT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When My Plans Have Fallen Through
17-  QUAND JE N'AI PRESQUE  PLUS DE FORCE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And When My Strength Is Nearly Gone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 18-  QUAND LA SEULE CHOSE À FAIRE  EST DE DÉPENDRE DE TOI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When There's Nothing Left To Do But Just Depend On You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 19-  ET LA PUISSANCE DE TON NOM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And The Power Of Your Name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20-  ET QUAND NOUS INVOQUONS TON NOM TA PUISSANCE SOUDAIN APPARAÎT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And As We Call Upon Your Name Your Strength Through Weakness To Show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21-  NOUS POUVONS VOIR LES PLANS DU MAÎTRE ET VOIR LA MAIN DU MAÎTRE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We Can Know The Master Plan Extend The Masters Hand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22-  QUAND NOUS INVOQUONS  LE NOM DU SEIGNEUR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When We Come In The Name Of The Lord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23-  IL Y A DE LA FORCE  DANS LE NOM DU SEIGNEUR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There Is Strength In The Name Of The Lord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24-  DE LA PUISSANCE  DANS LE NOM DU SEIGNEUR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There Is Power In The Name Of The Lord 
25-  DE L'ESPOIR  DANS LE NOM DU SEIGNEUR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There Is Hope In The Name Of The Lord 
26-  BÉNI CELUI QUI VIENT  DANS LE NOM DU SEIGNEUR 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Blessed Is He Who Comes In The Name Of The Lord	 	X2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27-  COMME IL L'A DIT IL EST RESSUSCITÉ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Just like he said He's risen from the dead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28-  ET SON PEUPLE DIRA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And the people say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 29-  NOUS L'APPELLERONS ROI DES ROIS ET SEIGNEUR DES SEIGNEURS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We will call Him King of kings We will call Him Lord of lords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30-  NOUS L'APPELLERONS  PRINCE DE PAIX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We will call Him Prince of Peace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31-  ET SI MERVEILLEUX CONSEILLER  DIEU PUISSANT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Such a wonderful counselor
32-  JE L'APPELLERAI ROI DES ROIS ET SEIGNEUR DES SEIGNEURS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I will call Him King of kings and I will call Him Lord of lords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dirty="0" smtClean="0"/>
          </a:p>
        </p:txBody>
      </p:sp>
      <p:sp>
        <p:nvSpPr>
          <p:cNvPr id="59396" name="Espace réservé du numéro de diapositive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 wrap="square" numCol="1" anchorCtr="0" compatLnSpc="1">
            <a:prstTxWarp prst="textNoShape">
              <a:avLst/>
            </a:prstTxWarp>
          </a:bodyPr>
          <a:lstStyle/>
          <a:p>
            <a:r>
              <a:rPr lang="fr-FR" altLang="fr-FR" smtClean="0"/>
              <a:t>1-  QUAND CERTAINS  MARCHENT PAR LA VUE</a:t>
            </a:r>
          </a:p>
          <a:p>
            <a:r>
              <a:rPr lang="fr-FR" altLang="fr-FR" smtClean="0"/>
              <a:t>When others see with earthly eyes</a:t>
            </a:r>
          </a:p>
          <a:p>
            <a:r>
              <a:rPr lang="fr-FR" altLang="fr-FR" smtClean="0"/>
              <a:t> 2-  CONDUITS PAR LEURS REGARDS </a:t>
            </a:r>
          </a:p>
          <a:p>
            <a:r>
              <a:rPr lang="fr-FR" altLang="fr-FR" smtClean="0"/>
              <a:t>Just what they want to see</a:t>
            </a:r>
          </a:p>
          <a:p>
            <a:r>
              <a:rPr lang="fr-FR" altLang="fr-FR" smtClean="0"/>
              <a:t>3-  TU VERRAS DES CHOSES  QUI SONT ÉTERNELLES</a:t>
            </a:r>
          </a:p>
          <a:p>
            <a:r>
              <a:rPr lang="fr-FR" altLang="fr-FR" smtClean="0"/>
              <a:t>Just what they want to see</a:t>
            </a:r>
          </a:p>
          <a:p>
            <a:r>
              <a:rPr lang="fr-FR" altLang="fr-FR" smtClean="0"/>
              <a:t> 4-  TU SAURAS ET CONNAÎTRAS </a:t>
            </a:r>
          </a:p>
          <a:p>
            <a:r>
              <a:rPr lang="fr-FR" altLang="fr-FR" smtClean="0"/>
              <a:t>You will know and recognize</a:t>
            </a:r>
          </a:p>
          <a:p>
            <a:r>
              <a:rPr lang="fr-FR" altLang="fr-FR" smtClean="0"/>
              <a:t>5-  AVEC UNE FOI D’ENFANT LA VALEUR DE CELUI QUI EST FIDÈLE </a:t>
            </a:r>
          </a:p>
          <a:p>
            <a:r>
              <a:rPr lang="fr-FR" altLang="fr-FR" smtClean="0"/>
              <a:t>By simple child-like faith The priceless truth that Others will deny</a:t>
            </a:r>
          </a:p>
          <a:p>
            <a:endParaRPr lang="fr-FR" altLang="fr-FR" smtClean="0"/>
          </a:p>
          <a:p>
            <a:r>
              <a:rPr lang="fr-FR" altLang="fr-FR" smtClean="0"/>
              <a:t>6-  QUAND ILS DISENT  QUE JE NE SUIS QU’UN HOMME</a:t>
            </a:r>
          </a:p>
          <a:p>
            <a:r>
              <a:rPr lang="fr-FR" altLang="fr-FR" smtClean="0"/>
              <a:t>When others say I'm just a man</a:t>
            </a:r>
          </a:p>
          <a:p>
            <a:r>
              <a:rPr lang="fr-FR" altLang="fr-FR" smtClean="0"/>
              <a:t> 7-  VOULANT VIVRE SES RÊVES </a:t>
            </a:r>
          </a:p>
          <a:p>
            <a:r>
              <a:rPr lang="fr-FR" altLang="fr-FR" smtClean="0"/>
              <a:t>Who likes to dream His dreams</a:t>
            </a:r>
          </a:p>
          <a:p>
            <a:r>
              <a:rPr lang="fr-FR" altLang="fr-FR" smtClean="0"/>
              <a:t>8-  QUAND ILS APPELLENT  UN MIRACLE UN MYTHE </a:t>
            </a:r>
          </a:p>
          <a:p>
            <a:r>
              <a:rPr lang="fr-FR" altLang="fr-FR" smtClean="0"/>
              <a:t>When others call a miracle a myth</a:t>
            </a:r>
          </a:p>
          <a:p>
            <a:r>
              <a:rPr lang="fr-FR" altLang="fr-FR" smtClean="0"/>
              <a:t>9-  TU COMPRENDRAS EN UN INSTANT TOUTES CES CHOSES CACHÉES </a:t>
            </a:r>
          </a:p>
          <a:p>
            <a:r>
              <a:rPr lang="fr-FR" altLang="fr-FR" smtClean="0"/>
              <a:t>You'll listen for eternity In moments as they pass</a:t>
            </a:r>
          </a:p>
          <a:p>
            <a:r>
              <a:rPr lang="fr-FR" altLang="fr-FR" smtClean="0"/>
              <a:t>10-  TU VERRAS SA BONTÉ  QUI EST SANS LIMITE </a:t>
            </a:r>
          </a:p>
          <a:p>
            <a:r>
              <a:rPr lang="fr-FR" altLang="fr-FR" smtClean="0"/>
              <a:t>And see with spirit eyes What others miss.</a:t>
            </a:r>
          </a:p>
          <a:p>
            <a:endParaRPr lang="fr-FR" altLang="fr-FR" smtClean="0"/>
          </a:p>
          <a:p>
            <a:r>
              <a:rPr lang="fr-FR" altLang="fr-FR" smtClean="0"/>
              <a:t>11-  SUR CE ROCHER  JE CONSTRUIS MON ROYAUME</a:t>
            </a:r>
          </a:p>
          <a:p>
            <a:r>
              <a:rPr lang="fr-FR" altLang="fr-FR" smtClean="0"/>
              <a:t>Upon this rock I'll build My kingdom</a:t>
            </a:r>
          </a:p>
          <a:p>
            <a:r>
              <a:rPr lang="fr-FR" altLang="fr-FR" smtClean="0"/>
              <a:t> 12-  SUR CE ROCHER, POUR TOUJOURS  À JAMAIS, JE ME TIENDRAI</a:t>
            </a:r>
          </a:p>
          <a:p>
            <a:r>
              <a:rPr lang="fr-FR" altLang="fr-FR" smtClean="0"/>
              <a:t>And on this rock forever and ever it shall stand</a:t>
            </a:r>
          </a:p>
          <a:p>
            <a:r>
              <a:rPr lang="fr-FR" altLang="fr-FR" smtClean="0"/>
              <a:t> 13-  SUR CE ROCHER DE RÉVÉLATION J’ÉTABLIRAI UNE PUISSANTE NATION</a:t>
            </a:r>
          </a:p>
          <a:p>
            <a:r>
              <a:rPr lang="fr-FR" altLang="fr-FR" smtClean="0"/>
              <a:t>Upon this rock of revelation I'll build a strong and mighty nation</a:t>
            </a:r>
          </a:p>
          <a:p>
            <a:r>
              <a:rPr lang="fr-FR" altLang="fr-FR" smtClean="0"/>
              <a:t> 14-  QUI TIENDRA FERME  CONTRE LES TEMPÊTES </a:t>
            </a:r>
          </a:p>
          <a:p>
            <a:r>
              <a:rPr lang="fr-FR" altLang="fr-FR" smtClean="0"/>
              <a:t>And it shall stand the storms of time</a:t>
            </a:r>
          </a:p>
          <a:p>
            <a:r>
              <a:rPr lang="fr-FR" altLang="fr-FR" smtClean="0"/>
              <a:t>15-  SUR CE ROCHER </a:t>
            </a:r>
          </a:p>
          <a:p>
            <a:r>
              <a:rPr lang="fr-FR" altLang="fr-FR" smtClean="0"/>
              <a:t>Upon this rock</a:t>
            </a:r>
          </a:p>
          <a:p>
            <a:endParaRPr lang="fr-FR" altLang="fr-FR" smtClean="0"/>
          </a:p>
          <a:p>
            <a:r>
              <a:rPr lang="fr-FR" altLang="fr-FR" smtClean="0"/>
              <a:t>16-  LORSQUE TOUS MES PLANS S'ÉCROULENT </a:t>
            </a:r>
          </a:p>
          <a:p>
            <a:r>
              <a:rPr lang="fr-FR" altLang="fr-FR" smtClean="0"/>
              <a:t>When My Plans Have Fallen Through
17-  QUAND JE N'AI PRESQUE  PLUS DE FORCE</a:t>
            </a:r>
          </a:p>
          <a:p>
            <a:r>
              <a:rPr lang="fr-FR" altLang="fr-FR" smtClean="0"/>
              <a:t>And When My Strength Is Nearly Gone</a:t>
            </a:r>
          </a:p>
          <a:p>
            <a:r>
              <a:rPr lang="fr-FR" altLang="fr-FR" smtClean="0"/>
              <a:t> 18-  QUAND LA SEULE CHOSE À FAIRE  EST DE DÉPENDRE DE TOI</a:t>
            </a:r>
          </a:p>
          <a:p>
            <a:r>
              <a:rPr lang="fr-FR" altLang="fr-FR" smtClean="0"/>
              <a:t>When There's Nothing Left To Do But Just Depend On You</a:t>
            </a:r>
          </a:p>
          <a:p>
            <a:endParaRPr lang="fr-FR" altLang="fr-FR" smtClean="0"/>
          </a:p>
          <a:p>
            <a:r>
              <a:rPr lang="fr-FR" altLang="fr-FR" smtClean="0"/>
              <a:t> 19-  ET LA PUISSANCE DE TON NOM </a:t>
            </a:r>
          </a:p>
          <a:p>
            <a:r>
              <a:rPr lang="fr-FR" altLang="fr-FR" smtClean="0"/>
              <a:t>And The Power Of Your Name</a:t>
            </a:r>
          </a:p>
          <a:p>
            <a:endParaRPr lang="fr-FR" altLang="fr-FR" smtClean="0"/>
          </a:p>
          <a:p>
            <a:r>
              <a:rPr lang="fr-FR" altLang="fr-FR" smtClean="0"/>
              <a:t>20-  ET QUAND NOUS INVOQUONS TON NOM TA PUISSANCE SOUDAIN APPARAÎT </a:t>
            </a:r>
          </a:p>
          <a:p>
            <a:r>
              <a:rPr lang="fr-FR" altLang="fr-FR" smtClean="0"/>
              <a:t>And As We Call Upon Your Name Your Strength Through Weakness To Show</a:t>
            </a:r>
          </a:p>
          <a:p>
            <a:r>
              <a:rPr lang="fr-FR" altLang="fr-FR" smtClean="0"/>
              <a:t>21-  NOUS POUVONS VOIR LES PLANS DU MAÎTRE ET VOIR LA MAIN DU MAÎTRE </a:t>
            </a:r>
          </a:p>
          <a:p>
            <a:r>
              <a:rPr lang="fr-FR" altLang="fr-FR" smtClean="0"/>
              <a:t>We Can Know The Master Plan Extend The Masters Hand</a:t>
            </a:r>
          </a:p>
          <a:p>
            <a:r>
              <a:rPr lang="fr-FR" altLang="fr-FR" smtClean="0"/>
              <a:t>22-  QUAND NOUS INVOQUONS  LE NOM DU SEIGNEUR </a:t>
            </a:r>
          </a:p>
          <a:p>
            <a:r>
              <a:rPr lang="fr-FR" altLang="fr-FR" smtClean="0"/>
              <a:t>When We Come In The Name Of The Lord</a:t>
            </a:r>
          </a:p>
          <a:p>
            <a:endParaRPr lang="fr-FR" altLang="fr-FR" smtClean="0"/>
          </a:p>
          <a:p>
            <a:r>
              <a:rPr lang="fr-FR" altLang="fr-FR" smtClean="0"/>
              <a:t>23-  IL Y A DE LA FORCE  DANS LE NOM DU SEIGNEUR</a:t>
            </a:r>
          </a:p>
          <a:p>
            <a:r>
              <a:rPr lang="fr-FR" altLang="fr-FR" smtClean="0"/>
              <a:t>There Is Strength In The Name Of The Lord</a:t>
            </a:r>
          </a:p>
          <a:p>
            <a:r>
              <a:rPr lang="fr-FR" altLang="fr-FR" smtClean="0"/>
              <a:t>24-  DE LA PUISSANCE  DANS LE NOM DU SEIGNEUR </a:t>
            </a:r>
          </a:p>
          <a:p>
            <a:r>
              <a:rPr lang="fr-FR" altLang="fr-FR" smtClean="0"/>
              <a:t>There Is Power In The Name Of The Lord 
25-  DE L'ESPOIR  DANS LE NOM DU SEIGNEUR</a:t>
            </a:r>
          </a:p>
          <a:p>
            <a:r>
              <a:rPr lang="fr-FR" altLang="fr-FR" smtClean="0"/>
              <a:t>There Is Hope In The Name Of The Lord 
26-  BÉNI CELUI QUI VIENT  DANS LE NOM DU SEIGNEUR  </a:t>
            </a:r>
          </a:p>
          <a:p>
            <a:r>
              <a:rPr lang="fr-FR" altLang="fr-FR" smtClean="0"/>
              <a:t>Blessed Is He Who Comes In The Name Of The Lord	 	X2</a:t>
            </a:r>
          </a:p>
          <a:p>
            <a:endParaRPr lang="fr-FR" altLang="fr-FR" smtClean="0"/>
          </a:p>
          <a:p>
            <a:r>
              <a:rPr lang="fr-FR" altLang="fr-FR" smtClean="0"/>
              <a:t>27-  COMME IL L'A DIT IL EST RESSUSCITÉ </a:t>
            </a:r>
          </a:p>
          <a:p>
            <a:r>
              <a:rPr lang="fr-FR" altLang="fr-FR" smtClean="0"/>
              <a:t>Just like he said He's risen from the dead</a:t>
            </a:r>
          </a:p>
          <a:p>
            <a:r>
              <a:rPr lang="fr-FR" altLang="fr-FR" smtClean="0"/>
              <a:t>28-  ET SON PEUPLE DIRA</a:t>
            </a:r>
          </a:p>
          <a:p>
            <a:r>
              <a:rPr lang="fr-FR" altLang="fr-FR" smtClean="0"/>
              <a:t>And the people say</a:t>
            </a:r>
          </a:p>
          <a:p>
            <a:endParaRPr lang="fr-FR" altLang="fr-FR" smtClean="0"/>
          </a:p>
          <a:p>
            <a:r>
              <a:rPr lang="fr-FR" altLang="fr-FR" smtClean="0"/>
              <a:t> 29-  NOUS L'APPELLERONS ROI DES ROIS ET SEIGNEUR DES SEIGNEURS </a:t>
            </a:r>
          </a:p>
          <a:p>
            <a:r>
              <a:rPr lang="fr-FR" altLang="fr-FR" smtClean="0"/>
              <a:t>We will call Him King of kings We will call Him Lord of lords</a:t>
            </a:r>
          </a:p>
          <a:p>
            <a:r>
              <a:rPr lang="fr-FR" altLang="fr-FR" smtClean="0"/>
              <a:t>30-  NOUS L'APPELLERONS  PRINCE DE PAIX </a:t>
            </a:r>
          </a:p>
          <a:p>
            <a:r>
              <a:rPr lang="fr-FR" altLang="fr-FR" smtClean="0"/>
              <a:t>We will call Him Prince of Peace</a:t>
            </a:r>
          </a:p>
          <a:p>
            <a:r>
              <a:rPr lang="fr-FR" altLang="fr-FR" smtClean="0"/>
              <a:t>31-  ET SI MERVEILLEUX CONSEILLER  DIEU PUISSANT </a:t>
            </a:r>
          </a:p>
          <a:p>
            <a:endParaRPr lang="fr-FR" altLang="fr-FR" smtClean="0"/>
          </a:p>
          <a:p>
            <a:r>
              <a:rPr lang="fr-FR" altLang="fr-FR" smtClean="0"/>
              <a:t>Such a wonderful counselor
32-  JE L'APPELLERAI ROI DES ROIS ET SEIGNEUR DES SEIGNEURS </a:t>
            </a:r>
          </a:p>
          <a:p>
            <a:r>
              <a:rPr lang="fr-FR" altLang="fr-FR" smtClean="0"/>
              <a:t>I will call Him King of kings and I will call Him Lord of lords</a:t>
            </a:r>
          </a:p>
          <a:p>
            <a:endParaRPr lang="fr-FR" altLang="fr-FR" smtClean="0"/>
          </a:p>
        </p:txBody>
      </p:sp>
    </p:spTree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0418" name="Espace réservé de l'image des diapositives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3" name="Espace réservé des commentaires 2"/>
          <p:cNvSpPr>
            <a:spLocks noGrp="1"/>
          </p:cNvSpPr>
          <p:nvPr>
            <p:ph type="body" idx="1"/>
          </p:nvPr>
        </p:nvSpPr>
        <p:spPr/>
        <p:txBody>
          <a:bodyPr>
            <a:normAutofit fontScale="85000" lnSpcReduction="20000"/>
          </a:bodyPr>
          <a:lstStyle/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1-  QUAND CERTAINS  MARCHENT PAR LA VUE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When others see with earthly eyes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 2-  CONDUITS PAR LEURS REGARDS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Just what they want to see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3-  TU VERRAS DES CHOSES  QUI SONT ÉTERNELLES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Just what they want to see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 4-  TU SAURAS ET CONNAÎTRAS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You will know and recognize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5-  AVEC UNE FOI D’ENFANT LA VALEUR DE CELUI QUI EST FIDÈLE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By simple child-like faith The priceless truth that Others will deny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6-  QUAND ILS DISENT  QUE JE NE SUIS QU’UN HOMME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When others say I'm just a man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 7-  VOULANT VIVRE SES RÊVES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Who likes to dream His dreams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8-  QUAND ILS APPELLENT  UN MIRACLE UN MYTHE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When others call a miracle a myth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9-  TU COMPRENDRAS EN UN INSTANT TOUTES CES CHOSES CACHÉES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You'll listen for eternity In moments as they pass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10-  TU VERRAS SA BONTÉ  QUI EST SANS LIMITE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And see with spirit eyes What others miss.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11-  SUR CE ROCHER  JE CONSTRUIS MON ROYAUME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Upon this rock I'll build My kingdom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 12-  SUR CE ROCHER, POUR TOUJOURS  À JAMAIS, JE ME TIENDRAI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And on this rock forever and ever it shall stand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 13-  SUR CE ROCHER DE RÉVÉLATION J’ÉTABLIRAI UNE PUISSANTE NATION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Upon this rock of revelation I'll build a strong and mighty nation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 14-  QUI TIENDRA FERME  CONTRE LES TEMPÊTES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And it shall stand the storms of time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15-  SUR CE ROCHER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Upon this rock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16-  LORSQUE TOUS MES PLANS S'ÉCROULENT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When My Plans Have Fallen Through
17-  QUAND JE N'AI PRESQUE  PLUS DE FORCE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And When My Strength Is Nearly Gone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 18-  QUAND LA SEULE CHOSE À FAIRE  EST DE DÉPENDRE DE TOI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When There's Nothing Left To Do But Just Depend On You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 19-  ET LA PUISSANCE DE TON NOM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And The Power Of Your Name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20-  ET QUAND NOUS INVOQUONS TON NOM TA PUISSANCE SOUDAIN APPARAÎT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And As We Call Upon Your Name Your Strength Through Weakness To Show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21-  NOUS POUVONS VOIR LES PLANS DU MAÎTRE ET VOIR LA MAIN DU MAÎTRE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We Can Know The Master Plan Extend The Masters Hand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22-  QUAND NOUS INVOQUONS  LE NOM DU SEIGNEUR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When We Come In The Name Of The Lord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23-  IL Y A DE LA FORCE  DANS LE NOM DU SEIGNEUR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There Is Strength In The Name Of The Lord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24-  DE LA PUISSANCE  DANS LE NOM DU SEIGNEUR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There Is Power In The Name Of The Lord 
25-  DE L'ESPOIR  DANS LE NOM DU SEIGNEUR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There Is Hope In The Name Of The Lord 
26-  BÉNI CELUI QUI VIENT  DANS LE NOM DU SEIGNEUR 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Blessed Is He Who Comes In The Name Of The Lord	 	X2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27-  COMME IL L'A DIT IL EST RESSUSCITÉ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Just like he said He's risen from the dead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28-  ET SON PEUPLE DIRA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And the people say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 29-  NOUS L'APPELLERONS ROI DES ROIS ET SEIGNEUR DES SEIGNEURS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We will call Him King of kings We will call Him Lord of lords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30-  NOUS L'APPELLERONS  PRINCE DE PAIX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We will call Him Prince of Peace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31-  ET SI MERVEILLEUX CONSEILLER  DIEU PUISSANT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Such a wonderful counselor
32-  JE L'APPELLERAI ROI DES ROIS ET SEIGNEUR DES SEIGNEURS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I will call Him King of kings and I will call Him Lord of lords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dirty="0" smtClean="0"/>
          </a:p>
        </p:txBody>
      </p:sp>
      <p:sp>
        <p:nvSpPr>
          <p:cNvPr id="60420" name="Espace réservé du numéro de diapositive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 wrap="square" numCol="1" anchorCtr="0" compatLnSpc="1">
            <a:prstTxWarp prst="textNoShape">
              <a:avLst/>
            </a:prstTxWarp>
          </a:bodyPr>
          <a:lstStyle/>
          <a:p>
            <a:r>
              <a:rPr lang="fr-FR" altLang="fr-FR" smtClean="0"/>
              <a:t>1-  QUAND CERTAINS  MARCHENT PAR LA VUE</a:t>
            </a:r>
          </a:p>
          <a:p>
            <a:r>
              <a:rPr lang="fr-FR" altLang="fr-FR" smtClean="0"/>
              <a:t>When others see with earthly eyes</a:t>
            </a:r>
          </a:p>
          <a:p>
            <a:r>
              <a:rPr lang="fr-FR" altLang="fr-FR" smtClean="0"/>
              <a:t> 2-  CONDUITS PAR LEURS REGARDS </a:t>
            </a:r>
          </a:p>
          <a:p>
            <a:r>
              <a:rPr lang="fr-FR" altLang="fr-FR" smtClean="0"/>
              <a:t>Just what they want to see</a:t>
            </a:r>
          </a:p>
          <a:p>
            <a:r>
              <a:rPr lang="fr-FR" altLang="fr-FR" smtClean="0"/>
              <a:t>3-  TU VERRAS DES CHOSES  QUI SONT ÉTERNELLES</a:t>
            </a:r>
          </a:p>
          <a:p>
            <a:r>
              <a:rPr lang="fr-FR" altLang="fr-FR" smtClean="0"/>
              <a:t>Just what they want to see</a:t>
            </a:r>
          </a:p>
          <a:p>
            <a:r>
              <a:rPr lang="fr-FR" altLang="fr-FR" smtClean="0"/>
              <a:t> 4-  TU SAURAS ET CONNAÎTRAS </a:t>
            </a:r>
          </a:p>
          <a:p>
            <a:r>
              <a:rPr lang="fr-FR" altLang="fr-FR" smtClean="0"/>
              <a:t>You will know and recognize</a:t>
            </a:r>
          </a:p>
          <a:p>
            <a:r>
              <a:rPr lang="fr-FR" altLang="fr-FR" smtClean="0"/>
              <a:t>5-  AVEC UNE FOI D’ENFANT LA VALEUR DE CELUI QUI EST FIDÈLE </a:t>
            </a:r>
          </a:p>
          <a:p>
            <a:r>
              <a:rPr lang="fr-FR" altLang="fr-FR" smtClean="0"/>
              <a:t>By simple child-like faith The priceless truth that Others will deny</a:t>
            </a:r>
          </a:p>
          <a:p>
            <a:endParaRPr lang="fr-FR" altLang="fr-FR" smtClean="0"/>
          </a:p>
          <a:p>
            <a:r>
              <a:rPr lang="fr-FR" altLang="fr-FR" smtClean="0"/>
              <a:t>6-  QUAND ILS DISENT  QUE JE NE SUIS QU’UN HOMME</a:t>
            </a:r>
          </a:p>
          <a:p>
            <a:r>
              <a:rPr lang="fr-FR" altLang="fr-FR" smtClean="0"/>
              <a:t>When others say I'm just a man</a:t>
            </a:r>
          </a:p>
          <a:p>
            <a:r>
              <a:rPr lang="fr-FR" altLang="fr-FR" smtClean="0"/>
              <a:t> 7-  VOULANT VIVRE SES RÊVES </a:t>
            </a:r>
          </a:p>
          <a:p>
            <a:r>
              <a:rPr lang="fr-FR" altLang="fr-FR" smtClean="0"/>
              <a:t>Who likes to dream His dreams</a:t>
            </a:r>
          </a:p>
          <a:p>
            <a:r>
              <a:rPr lang="fr-FR" altLang="fr-FR" smtClean="0"/>
              <a:t>8-  QUAND ILS APPELLENT  UN MIRACLE UN MYTHE </a:t>
            </a:r>
          </a:p>
          <a:p>
            <a:r>
              <a:rPr lang="fr-FR" altLang="fr-FR" smtClean="0"/>
              <a:t>When others call a miracle a myth</a:t>
            </a:r>
          </a:p>
          <a:p>
            <a:r>
              <a:rPr lang="fr-FR" altLang="fr-FR" smtClean="0"/>
              <a:t>9-  TU COMPRENDRAS EN UN INSTANT TOUTES CES CHOSES CACHÉES </a:t>
            </a:r>
          </a:p>
          <a:p>
            <a:r>
              <a:rPr lang="fr-FR" altLang="fr-FR" smtClean="0"/>
              <a:t>You'll listen for eternity In moments as they pass</a:t>
            </a:r>
          </a:p>
          <a:p>
            <a:r>
              <a:rPr lang="fr-FR" altLang="fr-FR" smtClean="0"/>
              <a:t>10-  TU VERRAS SA BONTÉ  QUI EST SANS LIMITE </a:t>
            </a:r>
          </a:p>
          <a:p>
            <a:r>
              <a:rPr lang="fr-FR" altLang="fr-FR" smtClean="0"/>
              <a:t>And see with spirit eyes What others miss.</a:t>
            </a:r>
          </a:p>
          <a:p>
            <a:endParaRPr lang="fr-FR" altLang="fr-FR" smtClean="0"/>
          </a:p>
          <a:p>
            <a:r>
              <a:rPr lang="fr-FR" altLang="fr-FR" smtClean="0"/>
              <a:t>11-  SUR CE ROCHER  JE CONSTRUIS MON ROYAUME</a:t>
            </a:r>
          </a:p>
          <a:p>
            <a:r>
              <a:rPr lang="fr-FR" altLang="fr-FR" smtClean="0"/>
              <a:t>Upon this rock I'll build My kingdom</a:t>
            </a:r>
          </a:p>
          <a:p>
            <a:r>
              <a:rPr lang="fr-FR" altLang="fr-FR" smtClean="0"/>
              <a:t> 12-  SUR CE ROCHER, POUR TOUJOURS  À JAMAIS, JE ME TIENDRAI</a:t>
            </a:r>
          </a:p>
          <a:p>
            <a:r>
              <a:rPr lang="fr-FR" altLang="fr-FR" smtClean="0"/>
              <a:t>And on this rock forever and ever it shall stand</a:t>
            </a:r>
          </a:p>
          <a:p>
            <a:r>
              <a:rPr lang="fr-FR" altLang="fr-FR" smtClean="0"/>
              <a:t> 13-  SUR CE ROCHER DE RÉVÉLATION J’ÉTABLIRAI UNE PUISSANTE NATION</a:t>
            </a:r>
          </a:p>
          <a:p>
            <a:r>
              <a:rPr lang="fr-FR" altLang="fr-FR" smtClean="0"/>
              <a:t>Upon this rock of revelation I'll build a strong and mighty nation</a:t>
            </a:r>
          </a:p>
          <a:p>
            <a:r>
              <a:rPr lang="fr-FR" altLang="fr-FR" smtClean="0"/>
              <a:t> 14-  QUI TIENDRA FERME  CONTRE LES TEMPÊTES </a:t>
            </a:r>
          </a:p>
          <a:p>
            <a:r>
              <a:rPr lang="fr-FR" altLang="fr-FR" smtClean="0"/>
              <a:t>And it shall stand the storms of time</a:t>
            </a:r>
          </a:p>
          <a:p>
            <a:r>
              <a:rPr lang="fr-FR" altLang="fr-FR" smtClean="0"/>
              <a:t>15-  SUR CE ROCHER </a:t>
            </a:r>
          </a:p>
          <a:p>
            <a:r>
              <a:rPr lang="fr-FR" altLang="fr-FR" smtClean="0"/>
              <a:t>Upon this rock</a:t>
            </a:r>
          </a:p>
          <a:p>
            <a:endParaRPr lang="fr-FR" altLang="fr-FR" smtClean="0"/>
          </a:p>
          <a:p>
            <a:r>
              <a:rPr lang="fr-FR" altLang="fr-FR" smtClean="0"/>
              <a:t>16-  LORSQUE TOUS MES PLANS S'ÉCROULENT </a:t>
            </a:r>
          </a:p>
          <a:p>
            <a:r>
              <a:rPr lang="fr-FR" altLang="fr-FR" smtClean="0"/>
              <a:t>When My Plans Have Fallen Through
17-  QUAND JE N'AI PRESQUE  PLUS DE FORCE</a:t>
            </a:r>
          </a:p>
          <a:p>
            <a:r>
              <a:rPr lang="fr-FR" altLang="fr-FR" smtClean="0"/>
              <a:t>And When My Strength Is Nearly Gone</a:t>
            </a:r>
          </a:p>
          <a:p>
            <a:r>
              <a:rPr lang="fr-FR" altLang="fr-FR" smtClean="0"/>
              <a:t> 18-  QUAND LA SEULE CHOSE À FAIRE  EST DE DÉPENDRE DE TOI</a:t>
            </a:r>
          </a:p>
          <a:p>
            <a:r>
              <a:rPr lang="fr-FR" altLang="fr-FR" smtClean="0"/>
              <a:t>When There's Nothing Left To Do But Just Depend On You</a:t>
            </a:r>
          </a:p>
          <a:p>
            <a:endParaRPr lang="fr-FR" altLang="fr-FR" smtClean="0"/>
          </a:p>
          <a:p>
            <a:r>
              <a:rPr lang="fr-FR" altLang="fr-FR" smtClean="0"/>
              <a:t> 19-  ET LA PUISSANCE DE TON NOM </a:t>
            </a:r>
          </a:p>
          <a:p>
            <a:r>
              <a:rPr lang="fr-FR" altLang="fr-FR" smtClean="0"/>
              <a:t>And The Power Of Your Name</a:t>
            </a:r>
          </a:p>
          <a:p>
            <a:endParaRPr lang="fr-FR" altLang="fr-FR" smtClean="0"/>
          </a:p>
          <a:p>
            <a:r>
              <a:rPr lang="fr-FR" altLang="fr-FR" smtClean="0"/>
              <a:t>20-  ET QUAND NOUS INVOQUONS TON NOM TA PUISSANCE SOUDAIN APPARAÎT </a:t>
            </a:r>
          </a:p>
          <a:p>
            <a:r>
              <a:rPr lang="fr-FR" altLang="fr-FR" smtClean="0"/>
              <a:t>And As We Call Upon Your Name Your Strength Through Weakness To Show</a:t>
            </a:r>
          </a:p>
          <a:p>
            <a:r>
              <a:rPr lang="fr-FR" altLang="fr-FR" smtClean="0"/>
              <a:t>21-  NOUS POUVONS VOIR LES PLANS DU MAÎTRE ET VOIR LA MAIN DU MAÎTRE </a:t>
            </a:r>
          </a:p>
          <a:p>
            <a:r>
              <a:rPr lang="fr-FR" altLang="fr-FR" smtClean="0"/>
              <a:t>We Can Know The Master Plan Extend The Masters Hand</a:t>
            </a:r>
          </a:p>
          <a:p>
            <a:r>
              <a:rPr lang="fr-FR" altLang="fr-FR" smtClean="0"/>
              <a:t>22-  QUAND NOUS INVOQUONS  LE NOM DU SEIGNEUR </a:t>
            </a:r>
          </a:p>
          <a:p>
            <a:r>
              <a:rPr lang="fr-FR" altLang="fr-FR" smtClean="0"/>
              <a:t>When We Come In The Name Of The Lord</a:t>
            </a:r>
          </a:p>
          <a:p>
            <a:endParaRPr lang="fr-FR" altLang="fr-FR" smtClean="0"/>
          </a:p>
          <a:p>
            <a:r>
              <a:rPr lang="fr-FR" altLang="fr-FR" smtClean="0"/>
              <a:t>23-  IL Y A DE LA FORCE  DANS LE NOM DU SEIGNEUR</a:t>
            </a:r>
          </a:p>
          <a:p>
            <a:r>
              <a:rPr lang="fr-FR" altLang="fr-FR" smtClean="0"/>
              <a:t>There Is Strength In The Name Of The Lord</a:t>
            </a:r>
          </a:p>
          <a:p>
            <a:r>
              <a:rPr lang="fr-FR" altLang="fr-FR" smtClean="0"/>
              <a:t>24-  DE LA PUISSANCE  DANS LE NOM DU SEIGNEUR </a:t>
            </a:r>
          </a:p>
          <a:p>
            <a:r>
              <a:rPr lang="fr-FR" altLang="fr-FR" smtClean="0"/>
              <a:t>There Is Power In The Name Of The Lord 
25-  DE L'ESPOIR  DANS LE NOM DU SEIGNEUR</a:t>
            </a:r>
          </a:p>
          <a:p>
            <a:r>
              <a:rPr lang="fr-FR" altLang="fr-FR" smtClean="0"/>
              <a:t>There Is Hope In The Name Of The Lord 
26-  BÉNI CELUI QUI VIENT  DANS LE NOM DU SEIGNEUR  </a:t>
            </a:r>
          </a:p>
          <a:p>
            <a:r>
              <a:rPr lang="fr-FR" altLang="fr-FR" smtClean="0"/>
              <a:t>Blessed Is He Who Comes In The Name Of The Lord	 	X2</a:t>
            </a:r>
          </a:p>
          <a:p>
            <a:endParaRPr lang="fr-FR" altLang="fr-FR" smtClean="0"/>
          </a:p>
          <a:p>
            <a:r>
              <a:rPr lang="fr-FR" altLang="fr-FR" smtClean="0"/>
              <a:t>27-  COMME IL L'A DIT IL EST RESSUSCITÉ </a:t>
            </a:r>
          </a:p>
          <a:p>
            <a:r>
              <a:rPr lang="fr-FR" altLang="fr-FR" smtClean="0"/>
              <a:t>Just like he said He's risen from the dead</a:t>
            </a:r>
          </a:p>
          <a:p>
            <a:r>
              <a:rPr lang="fr-FR" altLang="fr-FR" smtClean="0"/>
              <a:t>28-  ET SON PEUPLE DIRA</a:t>
            </a:r>
          </a:p>
          <a:p>
            <a:r>
              <a:rPr lang="fr-FR" altLang="fr-FR" smtClean="0"/>
              <a:t>And the people say</a:t>
            </a:r>
          </a:p>
          <a:p>
            <a:endParaRPr lang="fr-FR" altLang="fr-FR" smtClean="0"/>
          </a:p>
          <a:p>
            <a:r>
              <a:rPr lang="fr-FR" altLang="fr-FR" smtClean="0"/>
              <a:t> 29-  NOUS L'APPELLERONS ROI DES ROIS ET SEIGNEUR DES SEIGNEURS </a:t>
            </a:r>
          </a:p>
          <a:p>
            <a:r>
              <a:rPr lang="fr-FR" altLang="fr-FR" smtClean="0"/>
              <a:t>We will call Him King of kings We will call Him Lord of lords</a:t>
            </a:r>
          </a:p>
          <a:p>
            <a:r>
              <a:rPr lang="fr-FR" altLang="fr-FR" smtClean="0"/>
              <a:t>30-  NOUS L'APPELLERONS  PRINCE DE PAIX </a:t>
            </a:r>
          </a:p>
          <a:p>
            <a:r>
              <a:rPr lang="fr-FR" altLang="fr-FR" smtClean="0"/>
              <a:t>We will call Him Prince of Peace</a:t>
            </a:r>
          </a:p>
          <a:p>
            <a:r>
              <a:rPr lang="fr-FR" altLang="fr-FR" smtClean="0"/>
              <a:t>31-  ET SI MERVEILLEUX CONSEILLER  DIEU PUISSANT </a:t>
            </a:r>
          </a:p>
          <a:p>
            <a:endParaRPr lang="fr-FR" altLang="fr-FR" smtClean="0"/>
          </a:p>
          <a:p>
            <a:r>
              <a:rPr lang="fr-FR" altLang="fr-FR" smtClean="0"/>
              <a:t>Such a wonderful counselor
32-  JE L'APPELLERAI ROI DES ROIS ET SEIGNEUR DES SEIGNEURS </a:t>
            </a:r>
          </a:p>
          <a:p>
            <a:r>
              <a:rPr lang="fr-FR" altLang="fr-FR" smtClean="0"/>
              <a:t>I will call Him King of kings and I will call Him Lord of lords</a:t>
            </a:r>
          </a:p>
          <a:p>
            <a:endParaRPr lang="fr-FR" altLang="fr-FR" smtClean="0"/>
          </a:p>
        </p:txBody>
      </p:sp>
    </p:spTree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442" name="Espace réservé de l'image des diapositives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3" name="Espace réservé des commentaires 2"/>
          <p:cNvSpPr>
            <a:spLocks noGrp="1"/>
          </p:cNvSpPr>
          <p:nvPr>
            <p:ph type="body" idx="1"/>
          </p:nvPr>
        </p:nvSpPr>
        <p:spPr/>
        <p:txBody>
          <a:bodyPr>
            <a:normAutofit fontScale="85000" lnSpcReduction="20000"/>
          </a:bodyPr>
          <a:lstStyle/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1-  QUAND CERTAINS  MARCHENT PAR LA VUE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When others see with earthly eyes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 2-  CONDUITS PAR LEURS REGARDS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Just what they want to see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3-  TU VERRAS DES CHOSES  QUI SONT ÉTERNELLES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Just what they want to see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 4-  TU SAURAS ET CONNAÎTRAS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You will know and recognize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5-  AVEC UNE FOI D’ENFANT LA VALEUR DE CELUI QUI EST FIDÈLE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By simple child-like faith The priceless truth that Others will deny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6-  QUAND ILS DISENT  QUE JE NE SUIS QU’UN HOMME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When others say I'm just a man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 7-  VOULANT VIVRE SES RÊVES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Who likes to dream His dreams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8-  QUAND ILS APPELLENT  UN MIRACLE UN MYTHE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When others call a miracle a myth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9-  TU COMPRENDRAS EN UN INSTANT TOUTES CES CHOSES CACHÉES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You'll listen for eternity In moments as they pass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10-  TU VERRAS SA BONTÉ  QUI EST SANS LIMITE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And see with spirit eyes What others miss.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11-  SUR CE ROCHER  JE CONSTRUIS MON ROYAUME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Upon this rock I'll build My kingdom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 12-  SUR CE ROCHER, POUR TOUJOURS  À JAMAIS, JE ME TIENDRAI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And on this rock forever and ever it shall stand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 13-  SUR CE ROCHER DE RÉVÉLATION J’ÉTABLIRAI UNE PUISSANTE NATION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Upon this rock of revelation I'll build a strong and mighty nation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 14-  QUI TIENDRA FERME  CONTRE LES TEMPÊTES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And it shall stand the storms of time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15-  SUR CE ROCHER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Upon this rock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16-  LORSQUE TOUS MES PLANS S'ÉCROULENT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When My Plans Have Fallen Through
17-  QUAND JE N'AI PRESQUE  PLUS DE FORCE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And When My Strength Is Nearly Gone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 18-  QUAND LA SEULE CHOSE À FAIRE  EST DE DÉPENDRE DE TOI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When There's Nothing Left To Do But Just Depend On You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 19-  ET LA PUISSANCE DE TON NOM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And The Power Of Your Name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20-  ET QUAND NOUS INVOQUONS TON NOM TA PUISSANCE SOUDAIN APPARAÎT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And As We Call Upon Your Name Your Strength Through Weakness To Show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21-  NOUS POUVONS VOIR LES PLANS DU MAÎTRE ET VOIR LA MAIN DU MAÎTRE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We Can Know The Master Plan Extend The Masters Hand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22-  QUAND NOUS INVOQUONS  LE NOM DU SEIGNEUR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When We Come In The Name Of The Lord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23-  IL Y A DE LA FORCE  DANS LE NOM DU SEIGNEUR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There Is Strength In The Name Of The Lord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24-  DE LA PUISSANCE  DANS LE NOM DU SEIGNEUR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There Is Power In The Name Of The Lord 
25-  DE L'ESPOIR  DANS LE NOM DU SEIGNEUR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There Is Hope In The Name Of The Lord 
26-  BÉNI CELUI QUI VIENT  DANS LE NOM DU SEIGNEUR 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Blessed Is He Who Comes In The Name Of The Lord	 	X2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27-  COMME IL L'A DIT IL EST RESSUSCITÉ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Just like he said He's risen from the dead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28-  ET SON PEUPLE DIRA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And the people say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 29-  NOUS L'APPELLERONS ROI DES ROIS ET SEIGNEUR DES SEIGNEURS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We will call Him King of kings We will call Him Lord of lords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30-  NOUS L'APPELLERONS  PRINCE DE PAIX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We will call Him Prince of Peace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31-  ET SI MERVEILLEUX CONSEILLER  DIEU PUISSANT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Such a wonderful counselor
32-  JE L'APPELLERAI ROI DES ROIS ET SEIGNEUR DES SEIGNEURS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I will call Him King of kings and I will call Him Lord of lords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dirty="0" smtClean="0"/>
          </a:p>
        </p:txBody>
      </p:sp>
      <p:sp>
        <p:nvSpPr>
          <p:cNvPr id="61444" name="Espace réservé du numéro de diapositive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 wrap="square" numCol="1" anchorCtr="0" compatLnSpc="1">
            <a:prstTxWarp prst="textNoShape">
              <a:avLst/>
            </a:prstTxWarp>
          </a:bodyPr>
          <a:lstStyle/>
          <a:p>
            <a:r>
              <a:rPr lang="fr-FR" altLang="fr-FR" smtClean="0"/>
              <a:t>1-  QUAND CERTAINS  MARCHENT PAR LA VUE</a:t>
            </a:r>
          </a:p>
          <a:p>
            <a:r>
              <a:rPr lang="fr-FR" altLang="fr-FR" smtClean="0"/>
              <a:t>When others see with earthly eyes</a:t>
            </a:r>
          </a:p>
          <a:p>
            <a:r>
              <a:rPr lang="fr-FR" altLang="fr-FR" smtClean="0"/>
              <a:t> 2-  CONDUITS PAR LEURS REGARDS </a:t>
            </a:r>
          </a:p>
          <a:p>
            <a:r>
              <a:rPr lang="fr-FR" altLang="fr-FR" smtClean="0"/>
              <a:t>Just what they want to see</a:t>
            </a:r>
          </a:p>
          <a:p>
            <a:r>
              <a:rPr lang="fr-FR" altLang="fr-FR" smtClean="0"/>
              <a:t>3-  TU VERRAS DES CHOSES  QUI SONT ÉTERNELLES</a:t>
            </a:r>
          </a:p>
          <a:p>
            <a:r>
              <a:rPr lang="fr-FR" altLang="fr-FR" smtClean="0"/>
              <a:t>Just what they want to see</a:t>
            </a:r>
          </a:p>
          <a:p>
            <a:r>
              <a:rPr lang="fr-FR" altLang="fr-FR" smtClean="0"/>
              <a:t> 4-  TU SAURAS ET CONNAÎTRAS </a:t>
            </a:r>
          </a:p>
          <a:p>
            <a:r>
              <a:rPr lang="fr-FR" altLang="fr-FR" smtClean="0"/>
              <a:t>You will know and recognize</a:t>
            </a:r>
          </a:p>
          <a:p>
            <a:r>
              <a:rPr lang="fr-FR" altLang="fr-FR" smtClean="0"/>
              <a:t>5-  AVEC UNE FOI D’ENFANT LA VALEUR DE CELUI QUI EST FIDÈLE </a:t>
            </a:r>
          </a:p>
          <a:p>
            <a:r>
              <a:rPr lang="fr-FR" altLang="fr-FR" smtClean="0"/>
              <a:t>By simple child-like faith The priceless truth that Others will deny</a:t>
            </a:r>
          </a:p>
          <a:p>
            <a:endParaRPr lang="fr-FR" altLang="fr-FR" smtClean="0"/>
          </a:p>
          <a:p>
            <a:r>
              <a:rPr lang="fr-FR" altLang="fr-FR" smtClean="0"/>
              <a:t>6-  QUAND ILS DISENT  QUE JE NE SUIS QU’UN HOMME</a:t>
            </a:r>
          </a:p>
          <a:p>
            <a:r>
              <a:rPr lang="fr-FR" altLang="fr-FR" smtClean="0"/>
              <a:t>When others say I'm just a man</a:t>
            </a:r>
          </a:p>
          <a:p>
            <a:r>
              <a:rPr lang="fr-FR" altLang="fr-FR" smtClean="0"/>
              <a:t> 7-  VOULANT VIVRE SES RÊVES </a:t>
            </a:r>
          </a:p>
          <a:p>
            <a:r>
              <a:rPr lang="fr-FR" altLang="fr-FR" smtClean="0"/>
              <a:t>Who likes to dream His dreams</a:t>
            </a:r>
          </a:p>
          <a:p>
            <a:r>
              <a:rPr lang="fr-FR" altLang="fr-FR" smtClean="0"/>
              <a:t>8-  QUAND ILS APPELLENT  UN MIRACLE UN MYTHE </a:t>
            </a:r>
          </a:p>
          <a:p>
            <a:r>
              <a:rPr lang="fr-FR" altLang="fr-FR" smtClean="0"/>
              <a:t>When others call a miracle a myth</a:t>
            </a:r>
          </a:p>
          <a:p>
            <a:r>
              <a:rPr lang="fr-FR" altLang="fr-FR" smtClean="0"/>
              <a:t>9-  TU COMPRENDRAS EN UN INSTANT TOUTES CES CHOSES CACHÉES </a:t>
            </a:r>
          </a:p>
          <a:p>
            <a:r>
              <a:rPr lang="fr-FR" altLang="fr-FR" smtClean="0"/>
              <a:t>You'll listen for eternity In moments as they pass</a:t>
            </a:r>
          </a:p>
          <a:p>
            <a:r>
              <a:rPr lang="fr-FR" altLang="fr-FR" smtClean="0"/>
              <a:t>10-  TU VERRAS SA BONTÉ  QUI EST SANS LIMITE </a:t>
            </a:r>
          </a:p>
          <a:p>
            <a:r>
              <a:rPr lang="fr-FR" altLang="fr-FR" smtClean="0"/>
              <a:t>And see with spirit eyes What others miss.</a:t>
            </a:r>
          </a:p>
          <a:p>
            <a:endParaRPr lang="fr-FR" altLang="fr-FR" smtClean="0"/>
          </a:p>
          <a:p>
            <a:r>
              <a:rPr lang="fr-FR" altLang="fr-FR" smtClean="0"/>
              <a:t>11-  SUR CE ROCHER  JE CONSTRUIS MON ROYAUME</a:t>
            </a:r>
          </a:p>
          <a:p>
            <a:r>
              <a:rPr lang="fr-FR" altLang="fr-FR" smtClean="0"/>
              <a:t>Upon this rock I'll build My kingdom</a:t>
            </a:r>
          </a:p>
          <a:p>
            <a:r>
              <a:rPr lang="fr-FR" altLang="fr-FR" smtClean="0"/>
              <a:t> 12-  SUR CE ROCHER, POUR TOUJOURS  À JAMAIS, JE ME TIENDRAI</a:t>
            </a:r>
          </a:p>
          <a:p>
            <a:r>
              <a:rPr lang="fr-FR" altLang="fr-FR" smtClean="0"/>
              <a:t>And on this rock forever and ever it shall stand</a:t>
            </a:r>
          </a:p>
          <a:p>
            <a:r>
              <a:rPr lang="fr-FR" altLang="fr-FR" smtClean="0"/>
              <a:t> 13-  SUR CE ROCHER DE RÉVÉLATION J’ÉTABLIRAI UNE PUISSANTE NATION</a:t>
            </a:r>
          </a:p>
          <a:p>
            <a:r>
              <a:rPr lang="fr-FR" altLang="fr-FR" smtClean="0"/>
              <a:t>Upon this rock of revelation I'll build a strong and mighty nation</a:t>
            </a:r>
          </a:p>
          <a:p>
            <a:r>
              <a:rPr lang="fr-FR" altLang="fr-FR" smtClean="0"/>
              <a:t> 14-  QUI TIENDRA FERME  CONTRE LES TEMPÊTES </a:t>
            </a:r>
          </a:p>
          <a:p>
            <a:r>
              <a:rPr lang="fr-FR" altLang="fr-FR" smtClean="0"/>
              <a:t>And it shall stand the storms of time</a:t>
            </a:r>
          </a:p>
          <a:p>
            <a:r>
              <a:rPr lang="fr-FR" altLang="fr-FR" smtClean="0"/>
              <a:t>15-  SUR CE ROCHER </a:t>
            </a:r>
          </a:p>
          <a:p>
            <a:r>
              <a:rPr lang="fr-FR" altLang="fr-FR" smtClean="0"/>
              <a:t>Upon this rock</a:t>
            </a:r>
          </a:p>
          <a:p>
            <a:endParaRPr lang="fr-FR" altLang="fr-FR" smtClean="0"/>
          </a:p>
          <a:p>
            <a:r>
              <a:rPr lang="fr-FR" altLang="fr-FR" smtClean="0"/>
              <a:t>16-  LORSQUE TOUS MES PLANS S'ÉCROULENT </a:t>
            </a:r>
          </a:p>
          <a:p>
            <a:r>
              <a:rPr lang="fr-FR" altLang="fr-FR" smtClean="0"/>
              <a:t>When My Plans Have Fallen Through
17-  QUAND JE N'AI PRESQUE  PLUS DE FORCE</a:t>
            </a:r>
          </a:p>
          <a:p>
            <a:r>
              <a:rPr lang="fr-FR" altLang="fr-FR" smtClean="0"/>
              <a:t>And When My Strength Is Nearly Gone</a:t>
            </a:r>
          </a:p>
          <a:p>
            <a:r>
              <a:rPr lang="fr-FR" altLang="fr-FR" smtClean="0"/>
              <a:t> 18-  QUAND LA SEULE CHOSE À FAIRE  EST DE DÉPENDRE DE TOI</a:t>
            </a:r>
          </a:p>
          <a:p>
            <a:r>
              <a:rPr lang="fr-FR" altLang="fr-FR" smtClean="0"/>
              <a:t>When There's Nothing Left To Do But Just Depend On You</a:t>
            </a:r>
          </a:p>
          <a:p>
            <a:endParaRPr lang="fr-FR" altLang="fr-FR" smtClean="0"/>
          </a:p>
          <a:p>
            <a:r>
              <a:rPr lang="fr-FR" altLang="fr-FR" smtClean="0"/>
              <a:t> 19-  ET LA PUISSANCE DE TON NOM </a:t>
            </a:r>
          </a:p>
          <a:p>
            <a:r>
              <a:rPr lang="fr-FR" altLang="fr-FR" smtClean="0"/>
              <a:t>And The Power Of Your Name</a:t>
            </a:r>
          </a:p>
          <a:p>
            <a:endParaRPr lang="fr-FR" altLang="fr-FR" smtClean="0"/>
          </a:p>
          <a:p>
            <a:r>
              <a:rPr lang="fr-FR" altLang="fr-FR" smtClean="0"/>
              <a:t>20-  ET QUAND NOUS INVOQUONS TON NOM TA PUISSANCE SOUDAIN APPARAÎT </a:t>
            </a:r>
          </a:p>
          <a:p>
            <a:r>
              <a:rPr lang="fr-FR" altLang="fr-FR" smtClean="0"/>
              <a:t>And As We Call Upon Your Name Your Strength Through Weakness To Show</a:t>
            </a:r>
          </a:p>
          <a:p>
            <a:r>
              <a:rPr lang="fr-FR" altLang="fr-FR" smtClean="0"/>
              <a:t>21-  NOUS POUVONS VOIR LES PLANS DU MAÎTRE ET VOIR LA MAIN DU MAÎTRE </a:t>
            </a:r>
          </a:p>
          <a:p>
            <a:r>
              <a:rPr lang="fr-FR" altLang="fr-FR" smtClean="0"/>
              <a:t>We Can Know The Master Plan Extend The Masters Hand</a:t>
            </a:r>
          </a:p>
          <a:p>
            <a:r>
              <a:rPr lang="fr-FR" altLang="fr-FR" smtClean="0"/>
              <a:t>22-  QUAND NOUS INVOQUONS  LE NOM DU SEIGNEUR </a:t>
            </a:r>
          </a:p>
          <a:p>
            <a:r>
              <a:rPr lang="fr-FR" altLang="fr-FR" smtClean="0"/>
              <a:t>When We Come In The Name Of The Lord</a:t>
            </a:r>
          </a:p>
          <a:p>
            <a:endParaRPr lang="fr-FR" altLang="fr-FR" smtClean="0"/>
          </a:p>
          <a:p>
            <a:r>
              <a:rPr lang="fr-FR" altLang="fr-FR" smtClean="0"/>
              <a:t>23-  IL Y A DE LA FORCE  DANS LE NOM DU SEIGNEUR</a:t>
            </a:r>
          </a:p>
          <a:p>
            <a:r>
              <a:rPr lang="fr-FR" altLang="fr-FR" smtClean="0"/>
              <a:t>There Is Strength In The Name Of The Lord</a:t>
            </a:r>
          </a:p>
          <a:p>
            <a:r>
              <a:rPr lang="fr-FR" altLang="fr-FR" smtClean="0"/>
              <a:t>24-  DE LA PUISSANCE  DANS LE NOM DU SEIGNEUR </a:t>
            </a:r>
          </a:p>
          <a:p>
            <a:r>
              <a:rPr lang="fr-FR" altLang="fr-FR" smtClean="0"/>
              <a:t>There Is Power In The Name Of The Lord 
25-  DE L'ESPOIR  DANS LE NOM DU SEIGNEUR</a:t>
            </a:r>
          </a:p>
          <a:p>
            <a:r>
              <a:rPr lang="fr-FR" altLang="fr-FR" smtClean="0"/>
              <a:t>There Is Hope In The Name Of The Lord 
26-  BÉNI CELUI QUI VIENT  DANS LE NOM DU SEIGNEUR  </a:t>
            </a:r>
          </a:p>
          <a:p>
            <a:r>
              <a:rPr lang="fr-FR" altLang="fr-FR" smtClean="0"/>
              <a:t>Blessed Is He Who Comes In The Name Of The Lord	 	X2</a:t>
            </a:r>
          </a:p>
          <a:p>
            <a:endParaRPr lang="fr-FR" altLang="fr-FR" smtClean="0"/>
          </a:p>
          <a:p>
            <a:r>
              <a:rPr lang="fr-FR" altLang="fr-FR" smtClean="0"/>
              <a:t>27-  COMME IL L'A DIT IL EST RESSUSCITÉ </a:t>
            </a:r>
          </a:p>
          <a:p>
            <a:r>
              <a:rPr lang="fr-FR" altLang="fr-FR" smtClean="0"/>
              <a:t>Just like he said He's risen from the dead</a:t>
            </a:r>
          </a:p>
          <a:p>
            <a:r>
              <a:rPr lang="fr-FR" altLang="fr-FR" smtClean="0"/>
              <a:t>28-  ET SON PEUPLE DIRA</a:t>
            </a:r>
          </a:p>
          <a:p>
            <a:r>
              <a:rPr lang="fr-FR" altLang="fr-FR" smtClean="0"/>
              <a:t>And the people say</a:t>
            </a:r>
          </a:p>
          <a:p>
            <a:endParaRPr lang="fr-FR" altLang="fr-FR" smtClean="0"/>
          </a:p>
          <a:p>
            <a:r>
              <a:rPr lang="fr-FR" altLang="fr-FR" smtClean="0"/>
              <a:t> 29-  NOUS L'APPELLERONS ROI DES ROIS ET SEIGNEUR DES SEIGNEURS </a:t>
            </a:r>
          </a:p>
          <a:p>
            <a:r>
              <a:rPr lang="fr-FR" altLang="fr-FR" smtClean="0"/>
              <a:t>We will call Him King of kings We will call Him Lord of lords</a:t>
            </a:r>
          </a:p>
          <a:p>
            <a:r>
              <a:rPr lang="fr-FR" altLang="fr-FR" smtClean="0"/>
              <a:t>30-  NOUS L'APPELLERONS  PRINCE DE PAIX </a:t>
            </a:r>
          </a:p>
          <a:p>
            <a:r>
              <a:rPr lang="fr-FR" altLang="fr-FR" smtClean="0"/>
              <a:t>We will call Him Prince of Peace</a:t>
            </a:r>
          </a:p>
          <a:p>
            <a:r>
              <a:rPr lang="fr-FR" altLang="fr-FR" smtClean="0"/>
              <a:t>31-  ET SI MERVEILLEUX CONSEILLER  DIEU PUISSANT </a:t>
            </a:r>
          </a:p>
          <a:p>
            <a:endParaRPr lang="fr-FR" altLang="fr-FR" smtClean="0"/>
          </a:p>
          <a:p>
            <a:r>
              <a:rPr lang="fr-FR" altLang="fr-FR" smtClean="0"/>
              <a:t>Such a wonderful counselor
32-  JE L'APPELLERAI ROI DES ROIS ET SEIGNEUR DES SEIGNEURS </a:t>
            </a:r>
          </a:p>
          <a:p>
            <a:r>
              <a:rPr lang="fr-FR" altLang="fr-FR" smtClean="0"/>
              <a:t>I will call Him King of kings and I will call Him Lord of lords</a:t>
            </a:r>
          </a:p>
          <a:p>
            <a:endParaRPr lang="fr-FR" altLang="fr-FR" smtClean="0"/>
          </a:p>
        </p:txBody>
      </p:sp>
    </p:spTree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466" name="Espace réservé de l'image des diapositives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3" name="Espace réservé des commentaires 2"/>
          <p:cNvSpPr>
            <a:spLocks noGrp="1"/>
          </p:cNvSpPr>
          <p:nvPr>
            <p:ph type="body" idx="1"/>
          </p:nvPr>
        </p:nvSpPr>
        <p:spPr/>
        <p:txBody>
          <a:bodyPr>
            <a:normAutofit fontScale="85000" lnSpcReduction="20000"/>
          </a:bodyPr>
          <a:lstStyle/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1-  QUAND CERTAINS  MARCHENT PAR LA VUE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When others see with earthly eyes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 2-  CONDUITS PAR LEURS REGARDS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Just what they want to see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3-  TU VERRAS DES CHOSES  QUI SONT ÉTERNELLES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Just what they want to see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 4-  TU SAURAS ET CONNAÎTRAS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You will know and recognize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5-  AVEC UNE FOI D’ENFANT LA VALEUR DE CELUI QUI EST FIDÈLE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By simple child-like faith The priceless truth that Others will deny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6-  QUAND ILS DISENT  QUE JE NE SUIS QU’UN HOMME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When others say I'm just a man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 7-  VOULANT VIVRE SES RÊVES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Who likes to dream His dreams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8-  QUAND ILS APPELLENT  UN MIRACLE UN MYTHE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When others call a miracle a myth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9-  TU COMPRENDRAS EN UN INSTANT TOUTES CES CHOSES CACHÉES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You'll listen for eternity In moments as they pass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10-  TU VERRAS SA BONTÉ  QUI EST SANS LIMITE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And see with spirit eyes What others miss.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11-  SUR CE ROCHER  JE CONSTRUIS MON ROYAUME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Upon this rock I'll build My kingdom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 12-  SUR CE ROCHER, POUR TOUJOURS  À JAMAIS, JE ME TIENDRAI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And on this rock forever and ever it shall stand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 13-  SUR CE ROCHER DE RÉVÉLATION J’ÉTABLIRAI UNE PUISSANTE NATION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Upon this rock of revelation I'll build a strong and mighty nation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 14-  QUI TIENDRA FERME  CONTRE LES TEMPÊTES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And it shall stand the storms of time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15-  SUR CE ROCHER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Upon this rock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16-  LORSQUE TOUS MES PLANS S'ÉCROULENT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When My Plans Have Fallen Through
17-  QUAND JE N'AI PRESQUE  PLUS DE FORCE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And When My Strength Is Nearly Gone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 18-  QUAND LA SEULE CHOSE À FAIRE  EST DE DÉPENDRE DE TOI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When There's Nothing Left To Do But Just Depend On You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 19-  ET LA PUISSANCE DE TON NOM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And The Power Of Your Name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20-  ET QUAND NOUS INVOQUONS TON NOM TA PUISSANCE SOUDAIN APPARAÎT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And As We Call Upon Your Name Your Strength Through Weakness To Show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21-  NOUS POUVONS VOIR LES PLANS DU MAÎTRE ET VOIR LA MAIN DU MAÎTRE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We Can Know The Master Plan Extend The Masters Hand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22-  QUAND NOUS INVOQUONS  LE NOM DU SEIGNEUR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When We Come In The Name Of The Lord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23-  IL Y A DE LA FORCE  DANS LE NOM DU SEIGNEUR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There Is Strength In The Name Of The Lord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24-  DE LA PUISSANCE  DANS LE NOM DU SEIGNEUR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There Is Power In The Name Of The Lord 
25-  DE L'ESPOIR  DANS LE NOM DU SEIGNEUR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There Is Hope In The Name Of The Lord 
26-  BÉNI CELUI QUI VIENT  DANS LE NOM DU SEIGNEUR 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Blessed Is He Who Comes In The Name Of The Lord	 	X2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27-  COMME IL L'A DIT IL EST RESSUSCITÉ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Just like he said He's risen from the dead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28-  ET SON PEUPLE DIRA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And the people say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 29-  NOUS L'APPELLERONS ROI DES ROIS ET SEIGNEUR DES SEIGNEURS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We will call Him King of kings We will call Him Lord of lords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30-  NOUS L'APPELLERONS  PRINCE DE PAIX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We will call Him Prince of Peace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31-  ET SI MERVEILLEUX CONSEILLER  DIEU PUISSANT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Such a wonderful counselor
32-  JE L'APPELLERAI ROI DES ROIS ET SEIGNEUR DES SEIGNEURS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I will call Him King of kings and I will call Him Lord of lords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dirty="0" smtClean="0"/>
          </a:p>
        </p:txBody>
      </p:sp>
      <p:sp>
        <p:nvSpPr>
          <p:cNvPr id="62468" name="Espace réservé du numéro de diapositive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 wrap="square" numCol="1" anchorCtr="0" compatLnSpc="1">
            <a:prstTxWarp prst="textNoShape">
              <a:avLst/>
            </a:prstTxWarp>
          </a:bodyPr>
          <a:lstStyle/>
          <a:p>
            <a:r>
              <a:rPr lang="fr-FR" altLang="fr-FR" smtClean="0"/>
              <a:t>1-  QUAND CERTAINS  MARCHENT PAR LA VUE</a:t>
            </a:r>
          </a:p>
          <a:p>
            <a:r>
              <a:rPr lang="fr-FR" altLang="fr-FR" smtClean="0"/>
              <a:t>When others see with earthly eyes</a:t>
            </a:r>
          </a:p>
          <a:p>
            <a:r>
              <a:rPr lang="fr-FR" altLang="fr-FR" smtClean="0"/>
              <a:t> 2-  CONDUITS PAR LEURS REGARDS </a:t>
            </a:r>
          </a:p>
          <a:p>
            <a:r>
              <a:rPr lang="fr-FR" altLang="fr-FR" smtClean="0"/>
              <a:t>Just what they want to see</a:t>
            </a:r>
          </a:p>
          <a:p>
            <a:r>
              <a:rPr lang="fr-FR" altLang="fr-FR" smtClean="0"/>
              <a:t>3-  TU VERRAS DES CHOSES  QUI SONT ÉTERNELLES</a:t>
            </a:r>
          </a:p>
          <a:p>
            <a:r>
              <a:rPr lang="fr-FR" altLang="fr-FR" smtClean="0"/>
              <a:t>Just what they want to see</a:t>
            </a:r>
          </a:p>
          <a:p>
            <a:r>
              <a:rPr lang="fr-FR" altLang="fr-FR" smtClean="0"/>
              <a:t> 4-  TU SAURAS ET CONNAÎTRAS </a:t>
            </a:r>
          </a:p>
          <a:p>
            <a:r>
              <a:rPr lang="fr-FR" altLang="fr-FR" smtClean="0"/>
              <a:t>You will know and recognize</a:t>
            </a:r>
          </a:p>
          <a:p>
            <a:r>
              <a:rPr lang="fr-FR" altLang="fr-FR" smtClean="0"/>
              <a:t>5-  AVEC UNE FOI D’ENFANT LA VALEUR DE CELUI QUI EST FIDÈLE </a:t>
            </a:r>
          </a:p>
          <a:p>
            <a:r>
              <a:rPr lang="fr-FR" altLang="fr-FR" smtClean="0"/>
              <a:t>By simple child-like faith The priceless truth that Others will deny</a:t>
            </a:r>
          </a:p>
          <a:p>
            <a:endParaRPr lang="fr-FR" altLang="fr-FR" smtClean="0"/>
          </a:p>
          <a:p>
            <a:r>
              <a:rPr lang="fr-FR" altLang="fr-FR" smtClean="0"/>
              <a:t>6-  QUAND ILS DISENT  QUE JE NE SUIS QU’UN HOMME</a:t>
            </a:r>
          </a:p>
          <a:p>
            <a:r>
              <a:rPr lang="fr-FR" altLang="fr-FR" smtClean="0"/>
              <a:t>When others say I'm just a man</a:t>
            </a:r>
          </a:p>
          <a:p>
            <a:r>
              <a:rPr lang="fr-FR" altLang="fr-FR" smtClean="0"/>
              <a:t> 7-  VOULANT VIVRE SES RÊVES </a:t>
            </a:r>
          </a:p>
          <a:p>
            <a:r>
              <a:rPr lang="fr-FR" altLang="fr-FR" smtClean="0"/>
              <a:t>Who likes to dream His dreams</a:t>
            </a:r>
          </a:p>
          <a:p>
            <a:r>
              <a:rPr lang="fr-FR" altLang="fr-FR" smtClean="0"/>
              <a:t>8-  QUAND ILS APPELLENT  UN MIRACLE UN MYTHE </a:t>
            </a:r>
          </a:p>
          <a:p>
            <a:r>
              <a:rPr lang="fr-FR" altLang="fr-FR" smtClean="0"/>
              <a:t>When others call a miracle a myth</a:t>
            </a:r>
          </a:p>
          <a:p>
            <a:r>
              <a:rPr lang="fr-FR" altLang="fr-FR" smtClean="0"/>
              <a:t>9-  TU COMPRENDRAS EN UN INSTANT TOUTES CES CHOSES CACHÉES </a:t>
            </a:r>
          </a:p>
          <a:p>
            <a:r>
              <a:rPr lang="fr-FR" altLang="fr-FR" smtClean="0"/>
              <a:t>You'll listen for eternity In moments as they pass</a:t>
            </a:r>
          </a:p>
          <a:p>
            <a:r>
              <a:rPr lang="fr-FR" altLang="fr-FR" smtClean="0"/>
              <a:t>10-  TU VERRAS SA BONTÉ  QUI EST SANS LIMITE </a:t>
            </a:r>
          </a:p>
          <a:p>
            <a:r>
              <a:rPr lang="fr-FR" altLang="fr-FR" smtClean="0"/>
              <a:t>And see with spirit eyes What others miss.</a:t>
            </a:r>
          </a:p>
          <a:p>
            <a:endParaRPr lang="fr-FR" altLang="fr-FR" smtClean="0"/>
          </a:p>
          <a:p>
            <a:r>
              <a:rPr lang="fr-FR" altLang="fr-FR" smtClean="0"/>
              <a:t>11-  SUR CE ROCHER  JE CONSTRUIS MON ROYAUME</a:t>
            </a:r>
          </a:p>
          <a:p>
            <a:r>
              <a:rPr lang="fr-FR" altLang="fr-FR" smtClean="0"/>
              <a:t>Upon this rock I'll build My kingdom</a:t>
            </a:r>
          </a:p>
          <a:p>
            <a:r>
              <a:rPr lang="fr-FR" altLang="fr-FR" smtClean="0"/>
              <a:t> 12-  SUR CE ROCHER, POUR TOUJOURS  À JAMAIS, JE ME TIENDRAI</a:t>
            </a:r>
          </a:p>
          <a:p>
            <a:r>
              <a:rPr lang="fr-FR" altLang="fr-FR" smtClean="0"/>
              <a:t>And on this rock forever and ever it shall stand</a:t>
            </a:r>
          </a:p>
          <a:p>
            <a:r>
              <a:rPr lang="fr-FR" altLang="fr-FR" smtClean="0"/>
              <a:t> 13-  SUR CE ROCHER DE RÉVÉLATION J’ÉTABLIRAI UNE PUISSANTE NATION</a:t>
            </a:r>
          </a:p>
          <a:p>
            <a:r>
              <a:rPr lang="fr-FR" altLang="fr-FR" smtClean="0"/>
              <a:t>Upon this rock of revelation I'll build a strong and mighty nation</a:t>
            </a:r>
          </a:p>
          <a:p>
            <a:r>
              <a:rPr lang="fr-FR" altLang="fr-FR" smtClean="0"/>
              <a:t> 14-  QUI TIENDRA FERME  CONTRE LES TEMPÊTES </a:t>
            </a:r>
          </a:p>
          <a:p>
            <a:r>
              <a:rPr lang="fr-FR" altLang="fr-FR" smtClean="0"/>
              <a:t>And it shall stand the storms of time</a:t>
            </a:r>
          </a:p>
          <a:p>
            <a:r>
              <a:rPr lang="fr-FR" altLang="fr-FR" smtClean="0"/>
              <a:t>15-  SUR CE ROCHER </a:t>
            </a:r>
          </a:p>
          <a:p>
            <a:r>
              <a:rPr lang="fr-FR" altLang="fr-FR" smtClean="0"/>
              <a:t>Upon this rock</a:t>
            </a:r>
          </a:p>
          <a:p>
            <a:endParaRPr lang="fr-FR" altLang="fr-FR" smtClean="0"/>
          </a:p>
          <a:p>
            <a:r>
              <a:rPr lang="fr-FR" altLang="fr-FR" smtClean="0"/>
              <a:t>16-  LORSQUE TOUS MES PLANS S'ÉCROULENT </a:t>
            </a:r>
          </a:p>
          <a:p>
            <a:r>
              <a:rPr lang="fr-FR" altLang="fr-FR" smtClean="0"/>
              <a:t>When My Plans Have Fallen Through
17-  QUAND JE N'AI PRESQUE  PLUS DE FORCE</a:t>
            </a:r>
          </a:p>
          <a:p>
            <a:r>
              <a:rPr lang="fr-FR" altLang="fr-FR" smtClean="0"/>
              <a:t>And When My Strength Is Nearly Gone</a:t>
            </a:r>
          </a:p>
          <a:p>
            <a:r>
              <a:rPr lang="fr-FR" altLang="fr-FR" smtClean="0"/>
              <a:t> 18-  QUAND LA SEULE CHOSE À FAIRE  EST DE DÉPENDRE DE TOI</a:t>
            </a:r>
          </a:p>
          <a:p>
            <a:r>
              <a:rPr lang="fr-FR" altLang="fr-FR" smtClean="0"/>
              <a:t>When There's Nothing Left To Do But Just Depend On You</a:t>
            </a:r>
          </a:p>
          <a:p>
            <a:endParaRPr lang="fr-FR" altLang="fr-FR" smtClean="0"/>
          </a:p>
          <a:p>
            <a:r>
              <a:rPr lang="fr-FR" altLang="fr-FR" smtClean="0"/>
              <a:t> 19-  ET LA PUISSANCE DE TON NOM </a:t>
            </a:r>
          </a:p>
          <a:p>
            <a:r>
              <a:rPr lang="fr-FR" altLang="fr-FR" smtClean="0"/>
              <a:t>And The Power Of Your Name</a:t>
            </a:r>
          </a:p>
          <a:p>
            <a:endParaRPr lang="fr-FR" altLang="fr-FR" smtClean="0"/>
          </a:p>
          <a:p>
            <a:r>
              <a:rPr lang="fr-FR" altLang="fr-FR" smtClean="0"/>
              <a:t>20-  ET QUAND NOUS INVOQUONS TON NOM TA PUISSANCE SOUDAIN APPARAÎT </a:t>
            </a:r>
          </a:p>
          <a:p>
            <a:r>
              <a:rPr lang="fr-FR" altLang="fr-FR" smtClean="0"/>
              <a:t>And As We Call Upon Your Name Your Strength Through Weakness To Show</a:t>
            </a:r>
          </a:p>
          <a:p>
            <a:r>
              <a:rPr lang="fr-FR" altLang="fr-FR" smtClean="0"/>
              <a:t>21-  NOUS POUVONS VOIR LES PLANS DU MAÎTRE ET VOIR LA MAIN DU MAÎTRE </a:t>
            </a:r>
          </a:p>
          <a:p>
            <a:r>
              <a:rPr lang="fr-FR" altLang="fr-FR" smtClean="0"/>
              <a:t>We Can Know The Master Plan Extend The Masters Hand</a:t>
            </a:r>
          </a:p>
          <a:p>
            <a:r>
              <a:rPr lang="fr-FR" altLang="fr-FR" smtClean="0"/>
              <a:t>22-  QUAND NOUS INVOQUONS  LE NOM DU SEIGNEUR </a:t>
            </a:r>
          </a:p>
          <a:p>
            <a:r>
              <a:rPr lang="fr-FR" altLang="fr-FR" smtClean="0"/>
              <a:t>When We Come In The Name Of The Lord</a:t>
            </a:r>
          </a:p>
          <a:p>
            <a:endParaRPr lang="fr-FR" altLang="fr-FR" smtClean="0"/>
          </a:p>
          <a:p>
            <a:r>
              <a:rPr lang="fr-FR" altLang="fr-FR" smtClean="0"/>
              <a:t>23-  IL Y A DE LA FORCE  DANS LE NOM DU SEIGNEUR</a:t>
            </a:r>
          </a:p>
          <a:p>
            <a:r>
              <a:rPr lang="fr-FR" altLang="fr-FR" smtClean="0"/>
              <a:t>There Is Strength In The Name Of The Lord</a:t>
            </a:r>
          </a:p>
          <a:p>
            <a:r>
              <a:rPr lang="fr-FR" altLang="fr-FR" smtClean="0"/>
              <a:t>24-  DE LA PUISSANCE  DANS LE NOM DU SEIGNEUR </a:t>
            </a:r>
          </a:p>
          <a:p>
            <a:r>
              <a:rPr lang="fr-FR" altLang="fr-FR" smtClean="0"/>
              <a:t>There Is Power In The Name Of The Lord 
25-  DE L'ESPOIR  DANS LE NOM DU SEIGNEUR</a:t>
            </a:r>
          </a:p>
          <a:p>
            <a:r>
              <a:rPr lang="fr-FR" altLang="fr-FR" smtClean="0"/>
              <a:t>There Is Hope In The Name Of The Lord 
26-  BÉNI CELUI QUI VIENT  DANS LE NOM DU SEIGNEUR  </a:t>
            </a:r>
          </a:p>
          <a:p>
            <a:r>
              <a:rPr lang="fr-FR" altLang="fr-FR" smtClean="0"/>
              <a:t>Blessed Is He Who Comes In The Name Of The Lord	 	X2</a:t>
            </a:r>
          </a:p>
          <a:p>
            <a:endParaRPr lang="fr-FR" altLang="fr-FR" smtClean="0"/>
          </a:p>
          <a:p>
            <a:r>
              <a:rPr lang="fr-FR" altLang="fr-FR" smtClean="0"/>
              <a:t>27-  COMME IL L'A DIT IL EST RESSUSCITÉ </a:t>
            </a:r>
          </a:p>
          <a:p>
            <a:r>
              <a:rPr lang="fr-FR" altLang="fr-FR" smtClean="0"/>
              <a:t>Just like he said He's risen from the dead</a:t>
            </a:r>
          </a:p>
          <a:p>
            <a:r>
              <a:rPr lang="fr-FR" altLang="fr-FR" smtClean="0"/>
              <a:t>28-  ET SON PEUPLE DIRA</a:t>
            </a:r>
          </a:p>
          <a:p>
            <a:r>
              <a:rPr lang="fr-FR" altLang="fr-FR" smtClean="0"/>
              <a:t>And the people say</a:t>
            </a:r>
          </a:p>
          <a:p>
            <a:endParaRPr lang="fr-FR" altLang="fr-FR" smtClean="0"/>
          </a:p>
          <a:p>
            <a:r>
              <a:rPr lang="fr-FR" altLang="fr-FR" smtClean="0"/>
              <a:t> 29-  NOUS L'APPELLERONS ROI DES ROIS ET SEIGNEUR DES SEIGNEURS </a:t>
            </a:r>
          </a:p>
          <a:p>
            <a:r>
              <a:rPr lang="fr-FR" altLang="fr-FR" smtClean="0"/>
              <a:t>We will call Him King of kings We will call Him Lord of lords</a:t>
            </a:r>
          </a:p>
          <a:p>
            <a:r>
              <a:rPr lang="fr-FR" altLang="fr-FR" smtClean="0"/>
              <a:t>30-  NOUS L'APPELLERONS  PRINCE DE PAIX </a:t>
            </a:r>
          </a:p>
          <a:p>
            <a:r>
              <a:rPr lang="fr-FR" altLang="fr-FR" smtClean="0"/>
              <a:t>We will call Him Prince of Peace</a:t>
            </a:r>
          </a:p>
          <a:p>
            <a:r>
              <a:rPr lang="fr-FR" altLang="fr-FR" smtClean="0"/>
              <a:t>31-  ET SI MERVEILLEUX CONSEILLER  DIEU PUISSANT </a:t>
            </a:r>
          </a:p>
          <a:p>
            <a:endParaRPr lang="fr-FR" altLang="fr-FR" smtClean="0"/>
          </a:p>
          <a:p>
            <a:r>
              <a:rPr lang="fr-FR" altLang="fr-FR" smtClean="0"/>
              <a:t>Such a wonderful counselor
32-  JE L'APPELLERAI ROI DES ROIS ET SEIGNEUR DES SEIGNEURS </a:t>
            </a:r>
          </a:p>
          <a:p>
            <a:r>
              <a:rPr lang="fr-FR" altLang="fr-FR" smtClean="0"/>
              <a:t>I will call Him King of kings and I will call Him Lord of lords</a:t>
            </a:r>
          </a:p>
          <a:p>
            <a:endParaRPr lang="fr-FR" altLang="fr-FR" smtClean="0"/>
          </a:p>
        </p:txBody>
      </p:sp>
    </p:spTree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3490" name="Espace réservé de l'image des diapositives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3" name="Espace réservé des commentaires 2"/>
          <p:cNvSpPr>
            <a:spLocks noGrp="1"/>
          </p:cNvSpPr>
          <p:nvPr>
            <p:ph type="body" idx="1"/>
          </p:nvPr>
        </p:nvSpPr>
        <p:spPr/>
        <p:txBody>
          <a:bodyPr>
            <a:normAutofit fontScale="85000" lnSpcReduction="20000"/>
          </a:bodyPr>
          <a:lstStyle/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1-  QUAND CERTAINS  MARCHENT PAR LA VUE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When others see with earthly eyes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 2-  CONDUITS PAR LEURS REGARDS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Just what they want to see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3-  TU VERRAS DES CHOSES  QUI SONT ÉTERNELLES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Just what they want to see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 4-  TU SAURAS ET CONNAÎTRAS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You will know and recognize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5-  AVEC UNE FOI D’ENFANT LA VALEUR DE CELUI QUI EST FIDÈLE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By simple child-like faith The priceless truth that Others will deny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6-  QUAND ILS DISENT  QUE JE NE SUIS QU’UN HOMME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When others say I'm just a man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 7-  VOULANT VIVRE SES RÊVES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Who likes to dream His dreams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8-  QUAND ILS APPELLENT  UN MIRACLE UN MYTHE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When others call a miracle a myth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9-  TU COMPRENDRAS EN UN INSTANT TOUTES CES CHOSES CACHÉES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You'll listen for eternity In moments as they pass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10-  TU VERRAS SA BONTÉ  QUI EST SANS LIMITE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And see with spirit eyes What others miss.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11-  SUR CE ROCHER  JE CONSTRUIS MON ROYAUME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Upon this rock I'll build My kingdom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 12-  SUR CE ROCHER, POUR TOUJOURS  À JAMAIS, JE ME TIENDRAI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And on this rock forever and ever it shall stand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 13-  SUR CE ROCHER DE RÉVÉLATION J’ÉTABLIRAI UNE PUISSANTE NATION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Upon this rock of revelation I'll build a strong and mighty nation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 14-  QUI TIENDRA FERME  CONTRE LES TEMPÊTES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And it shall stand the storms of time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15-  SUR CE ROCHER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Upon this rock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16-  LORSQUE TOUS MES PLANS S'ÉCROULENT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When My Plans Have Fallen Through
17-  QUAND JE N'AI PRESQUE  PLUS DE FORCE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And When My Strength Is Nearly Gone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 18-  QUAND LA SEULE CHOSE À FAIRE  EST DE DÉPENDRE DE TOI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When There's Nothing Left To Do But Just Depend On You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 19-  ET LA PUISSANCE DE TON NOM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And The Power Of Your Name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20-  ET QUAND NOUS INVOQUONS TON NOM TA PUISSANCE SOUDAIN APPARAÎT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And As We Call Upon Your Name Your Strength Through Weakness To Show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21-  NOUS POUVONS VOIR LES PLANS DU MAÎTRE ET VOIR LA MAIN DU MAÎTRE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We Can Know The Master Plan Extend The Masters Hand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22-  QUAND NOUS INVOQUONS  LE NOM DU SEIGNEUR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When We Come In The Name Of The Lord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23-  IL Y A DE LA FORCE  DANS LE NOM DU SEIGNEUR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There Is Strength In The Name Of The Lord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24-  DE LA PUISSANCE  DANS LE NOM DU SEIGNEUR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There Is Power In The Name Of The Lord 
25-  DE L'ESPOIR  DANS LE NOM DU SEIGNEUR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There Is Hope In The Name Of The Lord 
26-  BÉNI CELUI QUI VIENT  DANS LE NOM DU SEIGNEUR 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Blessed Is He Who Comes In The Name Of The Lord	 	X2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27-  COMME IL L'A DIT IL EST RESSUSCITÉ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Just like he said He's risen from the dead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28-  ET SON PEUPLE DIRA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And the people say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 29-  NOUS L'APPELLERONS ROI DES ROIS ET SEIGNEUR DES SEIGNEURS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We will call Him King of kings We will call Him Lord of lords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30-  NOUS L'APPELLERONS  PRINCE DE PAIX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We will call Him Prince of Peace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31-  ET SI MERVEILLEUX CONSEILLER  DIEU PUISSANT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Such a wonderful counselor
32-  JE L'APPELLERAI ROI DES ROIS ET SEIGNEUR DES SEIGNEURS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I will call Him King of kings and I will call Him Lord of lords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dirty="0" smtClean="0"/>
          </a:p>
        </p:txBody>
      </p:sp>
      <p:sp>
        <p:nvSpPr>
          <p:cNvPr id="63492" name="Espace réservé du numéro de diapositive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 wrap="square" numCol="1" anchorCtr="0" compatLnSpc="1">
            <a:prstTxWarp prst="textNoShape">
              <a:avLst/>
            </a:prstTxWarp>
          </a:bodyPr>
          <a:lstStyle/>
          <a:p>
            <a:r>
              <a:rPr lang="fr-FR" altLang="fr-FR" smtClean="0"/>
              <a:t>1-  QUAND CERTAINS  MARCHENT PAR LA VUE</a:t>
            </a:r>
          </a:p>
          <a:p>
            <a:r>
              <a:rPr lang="fr-FR" altLang="fr-FR" smtClean="0"/>
              <a:t>When others see with earthly eyes</a:t>
            </a:r>
          </a:p>
          <a:p>
            <a:r>
              <a:rPr lang="fr-FR" altLang="fr-FR" smtClean="0"/>
              <a:t> 2-  CONDUITS PAR LEURS REGARDS </a:t>
            </a:r>
          </a:p>
          <a:p>
            <a:r>
              <a:rPr lang="fr-FR" altLang="fr-FR" smtClean="0"/>
              <a:t>Just what they want to see</a:t>
            </a:r>
          </a:p>
          <a:p>
            <a:r>
              <a:rPr lang="fr-FR" altLang="fr-FR" smtClean="0"/>
              <a:t>3-  TU VERRAS DES CHOSES  QUI SONT ÉTERNELLES</a:t>
            </a:r>
          </a:p>
          <a:p>
            <a:r>
              <a:rPr lang="fr-FR" altLang="fr-FR" smtClean="0"/>
              <a:t>Just what they want to see</a:t>
            </a:r>
          </a:p>
          <a:p>
            <a:r>
              <a:rPr lang="fr-FR" altLang="fr-FR" smtClean="0"/>
              <a:t> 4-  TU SAURAS ET CONNAÎTRAS </a:t>
            </a:r>
          </a:p>
          <a:p>
            <a:r>
              <a:rPr lang="fr-FR" altLang="fr-FR" smtClean="0"/>
              <a:t>You will know and recognize</a:t>
            </a:r>
          </a:p>
          <a:p>
            <a:r>
              <a:rPr lang="fr-FR" altLang="fr-FR" smtClean="0"/>
              <a:t>5-  AVEC UNE FOI D’ENFANT LA VALEUR DE CELUI QUI EST FIDÈLE </a:t>
            </a:r>
          </a:p>
          <a:p>
            <a:r>
              <a:rPr lang="fr-FR" altLang="fr-FR" smtClean="0"/>
              <a:t>By simple child-like faith The priceless truth that Others will deny</a:t>
            </a:r>
          </a:p>
          <a:p>
            <a:endParaRPr lang="fr-FR" altLang="fr-FR" smtClean="0"/>
          </a:p>
          <a:p>
            <a:r>
              <a:rPr lang="fr-FR" altLang="fr-FR" smtClean="0"/>
              <a:t>6-  QUAND ILS DISENT  QUE JE NE SUIS QU’UN HOMME</a:t>
            </a:r>
          </a:p>
          <a:p>
            <a:r>
              <a:rPr lang="fr-FR" altLang="fr-FR" smtClean="0"/>
              <a:t>When others say I'm just a man</a:t>
            </a:r>
          </a:p>
          <a:p>
            <a:r>
              <a:rPr lang="fr-FR" altLang="fr-FR" smtClean="0"/>
              <a:t> 7-  VOULANT VIVRE SES RÊVES </a:t>
            </a:r>
          </a:p>
          <a:p>
            <a:r>
              <a:rPr lang="fr-FR" altLang="fr-FR" smtClean="0"/>
              <a:t>Who likes to dream His dreams</a:t>
            </a:r>
          </a:p>
          <a:p>
            <a:r>
              <a:rPr lang="fr-FR" altLang="fr-FR" smtClean="0"/>
              <a:t>8-  QUAND ILS APPELLENT  UN MIRACLE UN MYTHE </a:t>
            </a:r>
          </a:p>
          <a:p>
            <a:r>
              <a:rPr lang="fr-FR" altLang="fr-FR" smtClean="0"/>
              <a:t>When others call a miracle a myth</a:t>
            </a:r>
          </a:p>
          <a:p>
            <a:r>
              <a:rPr lang="fr-FR" altLang="fr-FR" smtClean="0"/>
              <a:t>9-  TU COMPRENDRAS EN UN INSTANT TOUTES CES CHOSES CACHÉES </a:t>
            </a:r>
          </a:p>
          <a:p>
            <a:r>
              <a:rPr lang="fr-FR" altLang="fr-FR" smtClean="0"/>
              <a:t>You'll listen for eternity In moments as they pass</a:t>
            </a:r>
          </a:p>
          <a:p>
            <a:r>
              <a:rPr lang="fr-FR" altLang="fr-FR" smtClean="0"/>
              <a:t>10-  TU VERRAS SA BONTÉ  QUI EST SANS LIMITE </a:t>
            </a:r>
          </a:p>
          <a:p>
            <a:r>
              <a:rPr lang="fr-FR" altLang="fr-FR" smtClean="0"/>
              <a:t>And see with spirit eyes What others miss.</a:t>
            </a:r>
          </a:p>
          <a:p>
            <a:endParaRPr lang="fr-FR" altLang="fr-FR" smtClean="0"/>
          </a:p>
          <a:p>
            <a:r>
              <a:rPr lang="fr-FR" altLang="fr-FR" smtClean="0"/>
              <a:t>11-  SUR CE ROCHER  JE CONSTRUIS MON ROYAUME</a:t>
            </a:r>
          </a:p>
          <a:p>
            <a:r>
              <a:rPr lang="fr-FR" altLang="fr-FR" smtClean="0"/>
              <a:t>Upon this rock I'll build My kingdom</a:t>
            </a:r>
          </a:p>
          <a:p>
            <a:r>
              <a:rPr lang="fr-FR" altLang="fr-FR" smtClean="0"/>
              <a:t> 12-  SUR CE ROCHER, POUR TOUJOURS  À JAMAIS, JE ME TIENDRAI</a:t>
            </a:r>
          </a:p>
          <a:p>
            <a:r>
              <a:rPr lang="fr-FR" altLang="fr-FR" smtClean="0"/>
              <a:t>And on this rock forever and ever it shall stand</a:t>
            </a:r>
          </a:p>
          <a:p>
            <a:r>
              <a:rPr lang="fr-FR" altLang="fr-FR" smtClean="0"/>
              <a:t> 13-  SUR CE ROCHER DE RÉVÉLATION J’ÉTABLIRAI UNE PUISSANTE NATION</a:t>
            </a:r>
          </a:p>
          <a:p>
            <a:r>
              <a:rPr lang="fr-FR" altLang="fr-FR" smtClean="0"/>
              <a:t>Upon this rock of revelation I'll build a strong and mighty nation</a:t>
            </a:r>
          </a:p>
          <a:p>
            <a:r>
              <a:rPr lang="fr-FR" altLang="fr-FR" smtClean="0"/>
              <a:t> 14-  QUI TIENDRA FERME  CONTRE LES TEMPÊTES </a:t>
            </a:r>
          </a:p>
          <a:p>
            <a:r>
              <a:rPr lang="fr-FR" altLang="fr-FR" smtClean="0"/>
              <a:t>And it shall stand the storms of time</a:t>
            </a:r>
          </a:p>
          <a:p>
            <a:r>
              <a:rPr lang="fr-FR" altLang="fr-FR" smtClean="0"/>
              <a:t>15-  SUR CE ROCHER </a:t>
            </a:r>
          </a:p>
          <a:p>
            <a:r>
              <a:rPr lang="fr-FR" altLang="fr-FR" smtClean="0"/>
              <a:t>Upon this rock</a:t>
            </a:r>
          </a:p>
          <a:p>
            <a:endParaRPr lang="fr-FR" altLang="fr-FR" smtClean="0"/>
          </a:p>
          <a:p>
            <a:r>
              <a:rPr lang="fr-FR" altLang="fr-FR" smtClean="0"/>
              <a:t>16-  LORSQUE TOUS MES PLANS S'ÉCROULENT </a:t>
            </a:r>
          </a:p>
          <a:p>
            <a:r>
              <a:rPr lang="fr-FR" altLang="fr-FR" smtClean="0"/>
              <a:t>When My Plans Have Fallen Through
17-  QUAND JE N'AI PRESQUE  PLUS DE FORCE</a:t>
            </a:r>
          </a:p>
          <a:p>
            <a:r>
              <a:rPr lang="fr-FR" altLang="fr-FR" smtClean="0"/>
              <a:t>And When My Strength Is Nearly Gone</a:t>
            </a:r>
          </a:p>
          <a:p>
            <a:r>
              <a:rPr lang="fr-FR" altLang="fr-FR" smtClean="0"/>
              <a:t> 18-  QUAND LA SEULE CHOSE À FAIRE  EST DE DÉPENDRE DE TOI</a:t>
            </a:r>
          </a:p>
          <a:p>
            <a:r>
              <a:rPr lang="fr-FR" altLang="fr-FR" smtClean="0"/>
              <a:t>When There's Nothing Left To Do But Just Depend On You</a:t>
            </a:r>
          </a:p>
          <a:p>
            <a:endParaRPr lang="fr-FR" altLang="fr-FR" smtClean="0"/>
          </a:p>
          <a:p>
            <a:r>
              <a:rPr lang="fr-FR" altLang="fr-FR" smtClean="0"/>
              <a:t> 19-  ET LA PUISSANCE DE TON NOM </a:t>
            </a:r>
          </a:p>
          <a:p>
            <a:r>
              <a:rPr lang="fr-FR" altLang="fr-FR" smtClean="0"/>
              <a:t>And The Power Of Your Name</a:t>
            </a:r>
          </a:p>
          <a:p>
            <a:endParaRPr lang="fr-FR" altLang="fr-FR" smtClean="0"/>
          </a:p>
          <a:p>
            <a:r>
              <a:rPr lang="fr-FR" altLang="fr-FR" smtClean="0"/>
              <a:t>20-  ET QUAND NOUS INVOQUONS TON NOM TA PUISSANCE SOUDAIN APPARAÎT </a:t>
            </a:r>
          </a:p>
          <a:p>
            <a:r>
              <a:rPr lang="fr-FR" altLang="fr-FR" smtClean="0"/>
              <a:t>And As We Call Upon Your Name Your Strength Through Weakness To Show</a:t>
            </a:r>
          </a:p>
          <a:p>
            <a:r>
              <a:rPr lang="fr-FR" altLang="fr-FR" smtClean="0"/>
              <a:t>21-  NOUS POUVONS VOIR LES PLANS DU MAÎTRE ET VOIR LA MAIN DU MAÎTRE </a:t>
            </a:r>
          </a:p>
          <a:p>
            <a:r>
              <a:rPr lang="fr-FR" altLang="fr-FR" smtClean="0"/>
              <a:t>We Can Know The Master Plan Extend The Masters Hand</a:t>
            </a:r>
          </a:p>
          <a:p>
            <a:r>
              <a:rPr lang="fr-FR" altLang="fr-FR" smtClean="0"/>
              <a:t>22-  QUAND NOUS INVOQUONS  LE NOM DU SEIGNEUR </a:t>
            </a:r>
          </a:p>
          <a:p>
            <a:r>
              <a:rPr lang="fr-FR" altLang="fr-FR" smtClean="0"/>
              <a:t>When We Come In The Name Of The Lord</a:t>
            </a:r>
          </a:p>
          <a:p>
            <a:endParaRPr lang="fr-FR" altLang="fr-FR" smtClean="0"/>
          </a:p>
          <a:p>
            <a:r>
              <a:rPr lang="fr-FR" altLang="fr-FR" smtClean="0"/>
              <a:t>23-  IL Y A DE LA FORCE  DANS LE NOM DU SEIGNEUR</a:t>
            </a:r>
          </a:p>
          <a:p>
            <a:r>
              <a:rPr lang="fr-FR" altLang="fr-FR" smtClean="0"/>
              <a:t>There Is Strength In The Name Of The Lord</a:t>
            </a:r>
          </a:p>
          <a:p>
            <a:r>
              <a:rPr lang="fr-FR" altLang="fr-FR" smtClean="0"/>
              <a:t>24-  DE LA PUISSANCE  DANS LE NOM DU SEIGNEUR </a:t>
            </a:r>
          </a:p>
          <a:p>
            <a:r>
              <a:rPr lang="fr-FR" altLang="fr-FR" smtClean="0"/>
              <a:t>There Is Power In The Name Of The Lord 
25-  DE L'ESPOIR  DANS LE NOM DU SEIGNEUR</a:t>
            </a:r>
          </a:p>
          <a:p>
            <a:r>
              <a:rPr lang="fr-FR" altLang="fr-FR" smtClean="0"/>
              <a:t>There Is Hope In The Name Of The Lord 
26-  BÉNI CELUI QUI VIENT  DANS LE NOM DU SEIGNEUR  </a:t>
            </a:r>
          </a:p>
          <a:p>
            <a:r>
              <a:rPr lang="fr-FR" altLang="fr-FR" smtClean="0"/>
              <a:t>Blessed Is He Who Comes In The Name Of The Lord	 	X2</a:t>
            </a:r>
          </a:p>
          <a:p>
            <a:endParaRPr lang="fr-FR" altLang="fr-FR" smtClean="0"/>
          </a:p>
          <a:p>
            <a:r>
              <a:rPr lang="fr-FR" altLang="fr-FR" smtClean="0"/>
              <a:t>27-  COMME IL L'A DIT IL EST RESSUSCITÉ </a:t>
            </a:r>
          </a:p>
          <a:p>
            <a:r>
              <a:rPr lang="fr-FR" altLang="fr-FR" smtClean="0"/>
              <a:t>Just like he said He's risen from the dead</a:t>
            </a:r>
          </a:p>
          <a:p>
            <a:r>
              <a:rPr lang="fr-FR" altLang="fr-FR" smtClean="0"/>
              <a:t>28-  ET SON PEUPLE DIRA</a:t>
            </a:r>
          </a:p>
          <a:p>
            <a:r>
              <a:rPr lang="fr-FR" altLang="fr-FR" smtClean="0"/>
              <a:t>And the people say</a:t>
            </a:r>
          </a:p>
          <a:p>
            <a:endParaRPr lang="fr-FR" altLang="fr-FR" smtClean="0"/>
          </a:p>
          <a:p>
            <a:r>
              <a:rPr lang="fr-FR" altLang="fr-FR" smtClean="0"/>
              <a:t> 29-  NOUS L'APPELLERONS ROI DES ROIS ET SEIGNEUR DES SEIGNEURS </a:t>
            </a:r>
          </a:p>
          <a:p>
            <a:r>
              <a:rPr lang="fr-FR" altLang="fr-FR" smtClean="0"/>
              <a:t>We will call Him King of kings We will call Him Lord of lords</a:t>
            </a:r>
          </a:p>
          <a:p>
            <a:r>
              <a:rPr lang="fr-FR" altLang="fr-FR" smtClean="0"/>
              <a:t>30-  NOUS L'APPELLERONS  PRINCE DE PAIX </a:t>
            </a:r>
          </a:p>
          <a:p>
            <a:r>
              <a:rPr lang="fr-FR" altLang="fr-FR" smtClean="0"/>
              <a:t>We will call Him Prince of Peace</a:t>
            </a:r>
          </a:p>
          <a:p>
            <a:r>
              <a:rPr lang="fr-FR" altLang="fr-FR" smtClean="0"/>
              <a:t>31-  ET SI MERVEILLEUX CONSEILLER  DIEU PUISSANT </a:t>
            </a:r>
          </a:p>
          <a:p>
            <a:endParaRPr lang="fr-FR" altLang="fr-FR" smtClean="0"/>
          </a:p>
          <a:p>
            <a:r>
              <a:rPr lang="fr-FR" altLang="fr-FR" smtClean="0"/>
              <a:t>Such a wonderful counselor
32-  JE L'APPELLERAI ROI DES ROIS ET SEIGNEUR DES SEIGNEURS </a:t>
            </a:r>
          </a:p>
          <a:p>
            <a:r>
              <a:rPr lang="fr-FR" altLang="fr-FR" smtClean="0"/>
              <a:t>I will call Him King of kings and I will call Him Lord of lords</a:t>
            </a:r>
          </a:p>
          <a:p>
            <a:endParaRPr lang="fr-FR" altLang="fr-FR" smtClean="0"/>
          </a:p>
        </p:txBody>
      </p:sp>
    </p:spTree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4514" name="Espace réservé de l'image des diapositives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3" name="Espace réservé des commentaires 2"/>
          <p:cNvSpPr>
            <a:spLocks noGrp="1"/>
          </p:cNvSpPr>
          <p:nvPr>
            <p:ph type="body" idx="1"/>
          </p:nvPr>
        </p:nvSpPr>
        <p:spPr/>
        <p:txBody>
          <a:bodyPr>
            <a:normAutofit fontScale="85000" lnSpcReduction="20000"/>
          </a:bodyPr>
          <a:lstStyle/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1-  QUAND CERTAINS  MARCHENT PAR LA VUE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When others see with earthly eyes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 2-  CONDUITS PAR LEURS REGARDS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Just what they want to see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3-  TU VERRAS DES CHOSES  QUI SONT ÉTERNELLES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Just what they want to see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 4-  TU SAURAS ET CONNAÎTRAS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You will know and recognize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5-  AVEC UNE FOI D’ENFANT LA VALEUR DE CELUI QUI EST FIDÈLE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By simple child-like faith The priceless truth that Others will deny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6-  QUAND ILS DISENT  QUE JE NE SUIS QU’UN HOMME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When others say I'm just a man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 7-  VOULANT VIVRE SES RÊVES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Who likes to dream His dreams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8-  QUAND ILS APPELLENT  UN MIRACLE UN MYTHE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When others call a miracle a myth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9-  TU COMPRENDRAS EN UN INSTANT TOUTES CES CHOSES CACHÉES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You'll listen for eternity In moments as they pass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10-  TU VERRAS SA BONTÉ  QUI EST SANS LIMITE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And see with spirit eyes What others miss.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11-  SUR CE ROCHER  JE CONSTRUIS MON ROYAUME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Upon this rock I'll build My kingdom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 12-  SUR CE ROCHER, POUR TOUJOURS  À JAMAIS, JE ME TIENDRAI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And on this rock forever and ever it shall stand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 13-  SUR CE ROCHER DE RÉVÉLATION J’ÉTABLIRAI UNE PUISSANTE NATION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Upon this rock of revelation I'll build a strong and mighty nation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 14-  QUI TIENDRA FERME  CONTRE LES TEMPÊTES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And it shall stand the storms of time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15-  SUR CE ROCHER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Upon this rock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16-  LORSQUE TOUS MES PLANS S'ÉCROULENT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When My Plans Have Fallen Through
17-  QUAND JE N'AI PRESQUE  PLUS DE FORCE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And When My Strength Is Nearly Gone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 18-  QUAND LA SEULE CHOSE À FAIRE  EST DE DÉPENDRE DE TOI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When There's Nothing Left To Do But Just Depend On You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 19-  ET LA PUISSANCE DE TON NOM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And The Power Of Your Name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20-  ET QUAND NOUS INVOQUONS TON NOM TA PUISSANCE SOUDAIN APPARAÎT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And As We Call Upon Your Name Your Strength Through Weakness To Show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21-  NOUS POUVONS VOIR LES PLANS DU MAÎTRE ET VOIR LA MAIN DU MAÎTRE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We Can Know The Master Plan Extend The Masters Hand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22-  QUAND NOUS INVOQUONS  LE NOM DU SEIGNEUR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When We Come In The Name Of The Lord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23-  IL Y A DE LA FORCE  DANS LE NOM DU SEIGNEUR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There Is Strength In The Name Of The Lord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24-  DE LA PUISSANCE  DANS LE NOM DU SEIGNEUR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There Is Power In The Name Of The Lord 
25-  DE L'ESPOIR  DANS LE NOM DU SEIGNEUR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There Is Hope In The Name Of The Lord 
26-  BÉNI CELUI QUI VIENT  DANS LE NOM DU SEIGNEUR 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Blessed Is He Who Comes In The Name Of The Lord	 	X2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27-  COMME IL L'A DIT IL EST RESSUSCITÉ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Just like he said He's risen from the dead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28-  ET SON PEUPLE DIRA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And the people say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 29-  NOUS L'APPELLERONS ROI DES ROIS ET SEIGNEUR DES SEIGNEURS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We will call Him King of kings We will call Him Lord of lords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30-  NOUS L'APPELLERONS  PRINCE DE PAIX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We will call Him Prince of Peace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31-  ET SI MERVEILLEUX CONSEILLER  DIEU PUISSANT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Such a wonderful counselor
32-  JE L'APPELLERAI ROI DES ROIS ET SEIGNEUR DES SEIGNEURS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I will call Him King of kings and I will call Him Lord of lords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dirty="0" smtClean="0"/>
          </a:p>
        </p:txBody>
      </p:sp>
      <p:sp>
        <p:nvSpPr>
          <p:cNvPr id="64516" name="Espace réservé du numéro de diapositive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 wrap="square" numCol="1" anchorCtr="0" compatLnSpc="1">
            <a:prstTxWarp prst="textNoShape">
              <a:avLst/>
            </a:prstTxWarp>
          </a:bodyPr>
          <a:lstStyle/>
          <a:p>
            <a:r>
              <a:rPr lang="fr-FR" altLang="fr-FR" smtClean="0"/>
              <a:t>1-  QUAND CERTAINS  MARCHENT PAR LA VUE</a:t>
            </a:r>
          </a:p>
          <a:p>
            <a:r>
              <a:rPr lang="fr-FR" altLang="fr-FR" smtClean="0"/>
              <a:t>When others see with earthly eyes</a:t>
            </a:r>
          </a:p>
          <a:p>
            <a:r>
              <a:rPr lang="fr-FR" altLang="fr-FR" smtClean="0"/>
              <a:t> 2-  CONDUITS PAR LEURS REGARDS </a:t>
            </a:r>
          </a:p>
          <a:p>
            <a:r>
              <a:rPr lang="fr-FR" altLang="fr-FR" smtClean="0"/>
              <a:t>Just what they want to see</a:t>
            </a:r>
          </a:p>
          <a:p>
            <a:r>
              <a:rPr lang="fr-FR" altLang="fr-FR" smtClean="0"/>
              <a:t>3-  TU VERRAS DES CHOSES  QUI SONT ÉTERNELLES</a:t>
            </a:r>
          </a:p>
          <a:p>
            <a:r>
              <a:rPr lang="fr-FR" altLang="fr-FR" smtClean="0"/>
              <a:t>Just what they want to see</a:t>
            </a:r>
          </a:p>
          <a:p>
            <a:r>
              <a:rPr lang="fr-FR" altLang="fr-FR" smtClean="0"/>
              <a:t> 4-  TU SAURAS ET CONNAÎTRAS </a:t>
            </a:r>
          </a:p>
          <a:p>
            <a:r>
              <a:rPr lang="fr-FR" altLang="fr-FR" smtClean="0"/>
              <a:t>You will know and recognize</a:t>
            </a:r>
          </a:p>
          <a:p>
            <a:r>
              <a:rPr lang="fr-FR" altLang="fr-FR" smtClean="0"/>
              <a:t>5-  AVEC UNE FOI D’ENFANT LA VALEUR DE CELUI QUI EST FIDÈLE </a:t>
            </a:r>
          </a:p>
          <a:p>
            <a:r>
              <a:rPr lang="fr-FR" altLang="fr-FR" smtClean="0"/>
              <a:t>By simple child-like faith The priceless truth that Others will deny</a:t>
            </a:r>
          </a:p>
          <a:p>
            <a:endParaRPr lang="fr-FR" altLang="fr-FR" smtClean="0"/>
          </a:p>
          <a:p>
            <a:r>
              <a:rPr lang="fr-FR" altLang="fr-FR" smtClean="0"/>
              <a:t>6-  QUAND ILS DISENT  QUE JE NE SUIS QU’UN HOMME</a:t>
            </a:r>
          </a:p>
          <a:p>
            <a:r>
              <a:rPr lang="fr-FR" altLang="fr-FR" smtClean="0"/>
              <a:t>When others say I'm just a man</a:t>
            </a:r>
          </a:p>
          <a:p>
            <a:r>
              <a:rPr lang="fr-FR" altLang="fr-FR" smtClean="0"/>
              <a:t> 7-  VOULANT VIVRE SES RÊVES </a:t>
            </a:r>
          </a:p>
          <a:p>
            <a:r>
              <a:rPr lang="fr-FR" altLang="fr-FR" smtClean="0"/>
              <a:t>Who likes to dream His dreams</a:t>
            </a:r>
          </a:p>
          <a:p>
            <a:r>
              <a:rPr lang="fr-FR" altLang="fr-FR" smtClean="0"/>
              <a:t>8-  QUAND ILS APPELLENT  UN MIRACLE UN MYTHE </a:t>
            </a:r>
          </a:p>
          <a:p>
            <a:r>
              <a:rPr lang="fr-FR" altLang="fr-FR" smtClean="0"/>
              <a:t>When others call a miracle a myth</a:t>
            </a:r>
          </a:p>
          <a:p>
            <a:r>
              <a:rPr lang="fr-FR" altLang="fr-FR" smtClean="0"/>
              <a:t>9-  TU COMPRENDRAS EN UN INSTANT TOUTES CES CHOSES CACHÉES </a:t>
            </a:r>
          </a:p>
          <a:p>
            <a:r>
              <a:rPr lang="fr-FR" altLang="fr-FR" smtClean="0"/>
              <a:t>You'll listen for eternity In moments as they pass</a:t>
            </a:r>
          </a:p>
          <a:p>
            <a:r>
              <a:rPr lang="fr-FR" altLang="fr-FR" smtClean="0"/>
              <a:t>10-  TU VERRAS SA BONTÉ  QUI EST SANS LIMITE </a:t>
            </a:r>
          </a:p>
          <a:p>
            <a:r>
              <a:rPr lang="fr-FR" altLang="fr-FR" smtClean="0"/>
              <a:t>And see with spirit eyes What others miss.</a:t>
            </a:r>
          </a:p>
          <a:p>
            <a:endParaRPr lang="fr-FR" altLang="fr-FR" smtClean="0"/>
          </a:p>
          <a:p>
            <a:r>
              <a:rPr lang="fr-FR" altLang="fr-FR" smtClean="0"/>
              <a:t>11-  SUR CE ROCHER  JE CONSTRUIS MON ROYAUME</a:t>
            </a:r>
          </a:p>
          <a:p>
            <a:r>
              <a:rPr lang="fr-FR" altLang="fr-FR" smtClean="0"/>
              <a:t>Upon this rock I'll build My kingdom</a:t>
            </a:r>
          </a:p>
          <a:p>
            <a:r>
              <a:rPr lang="fr-FR" altLang="fr-FR" smtClean="0"/>
              <a:t> 12-  SUR CE ROCHER, POUR TOUJOURS  À JAMAIS, JE ME TIENDRAI</a:t>
            </a:r>
          </a:p>
          <a:p>
            <a:r>
              <a:rPr lang="fr-FR" altLang="fr-FR" smtClean="0"/>
              <a:t>And on this rock forever and ever it shall stand</a:t>
            </a:r>
          </a:p>
          <a:p>
            <a:r>
              <a:rPr lang="fr-FR" altLang="fr-FR" smtClean="0"/>
              <a:t> 13-  SUR CE ROCHER DE RÉVÉLATION J’ÉTABLIRAI UNE PUISSANTE NATION</a:t>
            </a:r>
          </a:p>
          <a:p>
            <a:r>
              <a:rPr lang="fr-FR" altLang="fr-FR" smtClean="0"/>
              <a:t>Upon this rock of revelation I'll build a strong and mighty nation</a:t>
            </a:r>
          </a:p>
          <a:p>
            <a:r>
              <a:rPr lang="fr-FR" altLang="fr-FR" smtClean="0"/>
              <a:t> 14-  QUI TIENDRA FERME  CONTRE LES TEMPÊTES </a:t>
            </a:r>
          </a:p>
          <a:p>
            <a:r>
              <a:rPr lang="fr-FR" altLang="fr-FR" smtClean="0"/>
              <a:t>And it shall stand the storms of time</a:t>
            </a:r>
          </a:p>
          <a:p>
            <a:r>
              <a:rPr lang="fr-FR" altLang="fr-FR" smtClean="0"/>
              <a:t>15-  SUR CE ROCHER </a:t>
            </a:r>
          </a:p>
          <a:p>
            <a:r>
              <a:rPr lang="fr-FR" altLang="fr-FR" smtClean="0"/>
              <a:t>Upon this rock</a:t>
            </a:r>
          </a:p>
          <a:p>
            <a:endParaRPr lang="fr-FR" altLang="fr-FR" smtClean="0"/>
          </a:p>
          <a:p>
            <a:r>
              <a:rPr lang="fr-FR" altLang="fr-FR" smtClean="0"/>
              <a:t>16-  LORSQUE TOUS MES PLANS S'ÉCROULENT </a:t>
            </a:r>
          </a:p>
          <a:p>
            <a:r>
              <a:rPr lang="fr-FR" altLang="fr-FR" smtClean="0"/>
              <a:t>When My Plans Have Fallen Through
17-  QUAND JE N'AI PRESQUE  PLUS DE FORCE</a:t>
            </a:r>
          </a:p>
          <a:p>
            <a:r>
              <a:rPr lang="fr-FR" altLang="fr-FR" smtClean="0"/>
              <a:t>And When My Strength Is Nearly Gone</a:t>
            </a:r>
          </a:p>
          <a:p>
            <a:r>
              <a:rPr lang="fr-FR" altLang="fr-FR" smtClean="0"/>
              <a:t> 18-  QUAND LA SEULE CHOSE À FAIRE  EST DE DÉPENDRE DE TOI</a:t>
            </a:r>
          </a:p>
          <a:p>
            <a:r>
              <a:rPr lang="fr-FR" altLang="fr-FR" smtClean="0"/>
              <a:t>When There's Nothing Left To Do But Just Depend On You</a:t>
            </a:r>
          </a:p>
          <a:p>
            <a:endParaRPr lang="fr-FR" altLang="fr-FR" smtClean="0"/>
          </a:p>
          <a:p>
            <a:r>
              <a:rPr lang="fr-FR" altLang="fr-FR" smtClean="0"/>
              <a:t> 19-  ET LA PUISSANCE DE TON NOM </a:t>
            </a:r>
          </a:p>
          <a:p>
            <a:r>
              <a:rPr lang="fr-FR" altLang="fr-FR" smtClean="0"/>
              <a:t>And The Power Of Your Name</a:t>
            </a:r>
          </a:p>
          <a:p>
            <a:endParaRPr lang="fr-FR" altLang="fr-FR" smtClean="0"/>
          </a:p>
          <a:p>
            <a:r>
              <a:rPr lang="fr-FR" altLang="fr-FR" smtClean="0"/>
              <a:t>20-  ET QUAND NOUS INVOQUONS TON NOM TA PUISSANCE SOUDAIN APPARAÎT </a:t>
            </a:r>
          </a:p>
          <a:p>
            <a:r>
              <a:rPr lang="fr-FR" altLang="fr-FR" smtClean="0"/>
              <a:t>And As We Call Upon Your Name Your Strength Through Weakness To Show</a:t>
            </a:r>
          </a:p>
          <a:p>
            <a:r>
              <a:rPr lang="fr-FR" altLang="fr-FR" smtClean="0"/>
              <a:t>21-  NOUS POUVONS VOIR LES PLANS DU MAÎTRE ET VOIR LA MAIN DU MAÎTRE </a:t>
            </a:r>
          </a:p>
          <a:p>
            <a:r>
              <a:rPr lang="fr-FR" altLang="fr-FR" smtClean="0"/>
              <a:t>We Can Know The Master Plan Extend The Masters Hand</a:t>
            </a:r>
          </a:p>
          <a:p>
            <a:r>
              <a:rPr lang="fr-FR" altLang="fr-FR" smtClean="0"/>
              <a:t>22-  QUAND NOUS INVOQUONS  LE NOM DU SEIGNEUR </a:t>
            </a:r>
          </a:p>
          <a:p>
            <a:r>
              <a:rPr lang="fr-FR" altLang="fr-FR" smtClean="0"/>
              <a:t>When We Come In The Name Of The Lord</a:t>
            </a:r>
          </a:p>
          <a:p>
            <a:endParaRPr lang="fr-FR" altLang="fr-FR" smtClean="0"/>
          </a:p>
          <a:p>
            <a:r>
              <a:rPr lang="fr-FR" altLang="fr-FR" smtClean="0"/>
              <a:t>23-  IL Y A DE LA FORCE  DANS LE NOM DU SEIGNEUR</a:t>
            </a:r>
          </a:p>
          <a:p>
            <a:r>
              <a:rPr lang="fr-FR" altLang="fr-FR" smtClean="0"/>
              <a:t>There Is Strength In The Name Of The Lord</a:t>
            </a:r>
          </a:p>
          <a:p>
            <a:r>
              <a:rPr lang="fr-FR" altLang="fr-FR" smtClean="0"/>
              <a:t>24-  DE LA PUISSANCE  DANS LE NOM DU SEIGNEUR </a:t>
            </a:r>
          </a:p>
          <a:p>
            <a:r>
              <a:rPr lang="fr-FR" altLang="fr-FR" smtClean="0"/>
              <a:t>There Is Power In The Name Of The Lord 
25-  DE L'ESPOIR  DANS LE NOM DU SEIGNEUR</a:t>
            </a:r>
          </a:p>
          <a:p>
            <a:r>
              <a:rPr lang="fr-FR" altLang="fr-FR" smtClean="0"/>
              <a:t>There Is Hope In The Name Of The Lord 
26-  BÉNI CELUI QUI VIENT  DANS LE NOM DU SEIGNEUR  </a:t>
            </a:r>
          </a:p>
          <a:p>
            <a:r>
              <a:rPr lang="fr-FR" altLang="fr-FR" smtClean="0"/>
              <a:t>Blessed Is He Who Comes In The Name Of The Lord	 	X2</a:t>
            </a:r>
          </a:p>
          <a:p>
            <a:endParaRPr lang="fr-FR" altLang="fr-FR" smtClean="0"/>
          </a:p>
          <a:p>
            <a:r>
              <a:rPr lang="fr-FR" altLang="fr-FR" smtClean="0"/>
              <a:t>27-  COMME IL L'A DIT IL EST RESSUSCITÉ </a:t>
            </a:r>
          </a:p>
          <a:p>
            <a:r>
              <a:rPr lang="fr-FR" altLang="fr-FR" smtClean="0"/>
              <a:t>Just like he said He's risen from the dead</a:t>
            </a:r>
          </a:p>
          <a:p>
            <a:r>
              <a:rPr lang="fr-FR" altLang="fr-FR" smtClean="0"/>
              <a:t>28-  ET SON PEUPLE DIRA</a:t>
            </a:r>
          </a:p>
          <a:p>
            <a:r>
              <a:rPr lang="fr-FR" altLang="fr-FR" smtClean="0"/>
              <a:t>And the people say</a:t>
            </a:r>
          </a:p>
          <a:p>
            <a:endParaRPr lang="fr-FR" altLang="fr-FR" smtClean="0"/>
          </a:p>
          <a:p>
            <a:r>
              <a:rPr lang="fr-FR" altLang="fr-FR" smtClean="0"/>
              <a:t> 29-  NOUS L'APPELLERONS ROI DES ROIS ET SEIGNEUR DES SEIGNEURS </a:t>
            </a:r>
          </a:p>
          <a:p>
            <a:r>
              <a:rPr lang="fr-FR" altLang="fr-FR" smtClean="0"/>
              <a:t>We will call Him King of kings We will call Him Lord of lords</a:t>
            </a:r>
          </a:p>
          <a:p>
            <a:r>
              <a:rPr lang="fr-FR" altLang="fr-FR" smtClean="0"/>
              <a:t>30-  NOUS L'APPELLERONS  PRINCE DE PAIX </a:t>
            </a:r>
          </a:p>
          <a:p>
            <a:r>
              <a:rPr lang="fr-FR" altLang="fr-FR" smtClean="0"/>
              <a:t>We will call Him Prince of Peace</a:t>
            </a:r>
          </a:p>
          <a:p>
            <a:r>
              <a:rPr lang="fr-FR" altLang="fr-FR" smtClean="0"/>
              <a:t>31-  ET SI MERVEILLEUX CONSEILLER  DIEU PUISSANT </a:t>
            </a:r>
          </a:p>
          <a:p>
            <a:endParaRPr lang="fr-FR" altLang="fr-FR" smtClean="0"/>
          </a:p>
          <a:p>
            <a:r>
              <a:rPr lang="fr-FR" altLang="fr-FR" smtClean="0"/>
              <a:t>Such a wonderful counselor
32-  JE L'APPELLERAI ROI DES ROIS ET SEIGNEUR DES SEIGNEURS </a:t>
            </a:r>
          </a:p>
          <a:p>
            <a:r>
              <a:rPr lang="fr-FR" altLang="fr-FR" smtClean="0"/>
              <a:t>I will call Him King of kings and I will call Him Lord of lords</a:t>
            </a:r>
          </a:p>
          <a:p>
            <a:endParaRPr lang="fr-FR" altLang="fr-FR" smtClean="0"/>
          </a:p>
        </p:txBody>
      </p:sp>
    </p:spTree>
  </p:cSld>
  <p:clrMapOvr>
    <a:masterClrMapping/>
  </p:clrMapOvr>
</p:notes>
</file>

<file path=ppt/notesSlides/notesSlide3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5538" name="Espace réservé de l'image des diapositives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3" name="Espace réservé des commentaires 2"/>
          <p:cNvSpPr>
            <a:spLocks noGrp="1"/>
          </p:cNvSpPr>
          <p:nvPr>
            <p:ph type="body" idx="1"/>
          </p:nvPr>
        </p:nvSpPr>
        <p:spPr/>
        <p:txBody>
          <a:bodyPr>
            <a:normAutofit fontScale="85000" lnSpcReduction="20000"/>
          </a:bodyPr>
          <a:lstStyle/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1-  QUAND CERTAINS  MARCHENT PAR LA VUE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When others see with earthly eyes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 2-  CONDUITS PAR LEURS REGARDS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Just what they want to see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3-  TU VERRAS DES CHOSES  QUI SONT ÉTERNELLES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Just what they want to see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 4-  TU SAURAS ET CONNAÎTRAS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You will know and recognize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5-  AVEC UNE FOI D’ENFANT LA VALEUR DE CELUI QUI EST FIDÈLE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By simple child-like faith The priceless truth that Others will deny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6-  QUAND ILS DISENT  QUE JE NE SUIS QU’UN HOMME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When others say I'm just a man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 7-  VOULANT VIVRE SES RÊVES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Who likes to dream His dreams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8-  QUAND ILS APPELLENT  UN MIRACLE UN MYTHE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When others call a miracle a myth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9-  TU COMPRENDRAS EN UN INSTANT TOUTES CES CHOSES CACHÉES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You'll listen for eternity In moments as they pass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10-  TU VERRAS SA BONTÉ  QUI EST SANS LIMITE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And see with spirit eyes What others miss.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11-  SUR CE ROCHER  JE CONSTRUIS MON ROYAUME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Upon this rock I'll build My kingdom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 12-  SUR CE ROCHER, POUR TOUJOURS  À JAMAIS, JE ME TIENDRAI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And on this rock forever and ever it shall stand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 13-  SUR CE ROCHER DE RÉVÉLATION J’ÉTABLIRAI UNE PUISSANTE NATION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Upon this rock of revelation I'll build a strong and mighty nation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 14-  QUI TIENDRA FERME  CONTRE LES TEMPÊTES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And it shall stand the storms of time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15-  SUR CE ROCHER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Upon this rock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16-  LORSQUE TOUS MES PLANS S'ÉCROULENT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When My Plans Have Fallen Through
17-  QUAND JE N'AI PRESQUE  PLUS DE FORCE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And When My Strength Is Nearly Gone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 18-  QUAND LA SEULE CHOSE À FAIRE  EST DE DÉPENDRE DE TOI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When There's Nothing Left To Do But Just Depend On You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 19-  ET LA PUISSANCE DE TON NOM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And The Power Of Your Name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20-  ET QUAND NOUS INVOQUONS TON NOM TA PUISSANCE SOUDAIN APPARAÎT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And As We Call Upon Your Name Your Strength Through Weakness To Show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21-  NOUS POUVONS VOIR LES PLANS DU MAÎTRE ET VOIR LA MAIN DU MAÎTRE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We Can Know The Master Plan Extend The Masters Hand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22-  QUAND NOUS INVOQUONS  LE NOM DU SEIGNEUR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When We Come In The Name Of The Lord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23-  IL Y A DE LA FORCE  DANS LE NOM DU SEIGNEUR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There Is Strength In The Name Of The Lord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24-  DE LA PUISSANCE  DANS LE NOM DU SEIGNEUR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There Is Power In The Name Of The Lord 
25-  DE L'ESPOIR  DANS LE NOM DU SEIGNEUR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There Is Hope In The Name Of The Lord 
26-  BÉNI CELUI QUI VIENT  DANS LE NOM DU SEIGNEUR 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Blessed Is He Who Comes In The Name Of The Lord	 	X2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27-  COMME IL L'A DIT IL EST RESSUSCITÉ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Just like he said He's risen from the dead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28-  ET SON PEUPLE DIRA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And the people say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 29-  NOUS L'APPELLERONS ROI DES ROIS ET SEIGNEUR DES SEIGNEURS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We will call Him King of kings We will call Him Lord of lords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30-  NOUS L'APPELLERONS  PRINCE DE PAIX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We will call Him Prince of Peace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31-  ET SI MERVEILLEUX CONSEILLER  DIEU PUISSANT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Such a wonderful counselor
32-  JE L'APPELLERAI ROI DES ROIS ET SEIGNEUR DES SEIGNEURS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I will call Him King of kings and I will call Him Lord of lords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dirty="0" smtClean="0"/>
          </a:p>
        </p:txBody>
      </p:sp>
      <p:sp>
        <p:nvSpPr>
          <p:cNvPr id="65540" name="Espace réservé du numéro de diapositive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 wrap="square" numCol="1" anchorCtr="0" compatLnSpc="1">
            <a:prstTxWarp prst="textNoShape">
              <a:avLst/>
            </a:prstTxWarp>
          </a:bodyPr>
          <a:lstStyle/>
          <a:p>
            <a:r>
              <a:rPr lang="fr-FR" altLang="fr-FR" smtClean="0"/>
              <a:t>1-  QUAND CERTAINS  MARCHENT PAR LA VUE</a:t>
            </a:r>
          </a:p>
          <a:p>
            <a:r>
              <a:rPr lang="fr-FR" altLang="fr-FR" smtClean="0"/>
              <a:t>When others see with earthly eyes</a:t>
            </a:r>
          </a:p>
          <a:p>
            <a:r>
              <a:rPr lang="fr-FR" altLang="fr-FR" smtClean="0"/>
              <a:t> 2-  CONDUITS PAR LEURS REGARDS </a:t>
            </a:r>
          </a:p>
          <a:p>
            <a:r>
              <a:rPr lang="fr-FR" altLang="fr-FR" smtClean="0"/>
              <a:t>Just what they want to see</a:t>
            </a:r>
          </a:p>
          <a:p>
            <a:r>
              <a:rPr lang="fr-FR" altLang="fr-FR" smtClean="0"/>
              <a:t>3-  TU VERRAS DES CHOSES  QUI SONT ÉTERNELLES</a:t>
            </a:r>
          </a:p>
          <a:p>
            <a:r>
              <a:rPr lang="fr-FR" altLang="fr-FR" smtClean="0"/>
              <a:t>Just what they want to see</a:t>
            </a:r>
          </a:p>
          <a:p>
            <a:r>
              <a:rPr lang="fr-FR" altLang="fr-FR" smtClean="0"/>
              <a:t> 4-  TU SAURAS ET CONNAÎTRAS </a:t>
            </a:r>
          </a:p>
          <a:p>
            <a:r>
              <a:rPr lang="fr-FR" altLang="fr-FR" smtClean="0"/>
              <a:t>You will know and recognize</a:t>
            </a:r>
          </a:p>
          <a:p>
            <a:r>
              <a:rPr lang="fr-FR" altLang="fr-FR" smtClean="0"/>
              <a:t>5-  AVEC UNE FOI D’ENFANT LA VALEUR DE CELUI QUI EST FIDÈLE </a:t>
            </a:r>
          </a:p>
          <a:p>
            <a:r>
              <a:rPr lang="fr-FR" altLang="fr-FR" smtClean="0"/>
              <a:t>By simple child-like faith The priceless truth that Others will deny</a:t>
            </a:r>
          </a:p>
          <a:p>
            <a:endParaRPr lang="fr-FR" altLang="fr-FR" smtClean="0"/>
          </a:p>
          <a:p>
            <a:r>
              <a:rPr lang="fr-FR" altLang="fr-FR" smtClean="0"/>
              <a:t>6-  QUAND ILS DISENT  QUE JE NE SUIS QU’UN HOMME</a:t>
            </a:r>
          </a:p>
          <a:p>
            <a:r>
              <a:rPr lang="fr-FR" altLang="fr-FR" smtClean="0"/>
              <a:t>When others say I'm just a man</a:t>
            </a:r>
          </a:p>
          <a:p>
            <a:r>
              <a:rPr lang="fr-FR" altLang="fr-FR" smtClean="0"/>
              <a:t> 7-  VOULANT VIVRE SES RÊVES </a:t>
            </a:r>
          </a:p>
          <a:p>
            <a:r>
              <a:rPr lang="fr-FR" altLang="fr-FR" smtClean="0"/>
              <a:t>Who likes to dream His dreams</a:t>
            </a:r>
          </a:p>
          <a:p>
            <a:r>
              <a:rPr lang="fr-FR" altLang="fr-FR" smtClean="0"/>
              <a:t>8-  QUAND ILS APPELLENT  UN MIRACLE UN MYTHE </a:t>
            </a:r>
          </a:p>
          <a:p>
            <a:r>
              <a:rPr lang="fr-FR" altLang="fr-FR" smtClean="0"/>
              <a:t>When others call a miracle a myth</a:t>
            </a:r>
          </a:p>
          <a:p>
            <a:r>
              <a:rPr lang="fr-FR" altLang="fr-FR" smtClean="0"/>
              <a:t>9-  TU COMPRENDRAS EN UN INSTANT TOUTES CES CHOSES CACHÉES </a:t>
            </a:r>
          </a:p>
          <a:p>
            <a:r>
              <a:rPr lang="fr-FR" altLang="fr-FR" smtClean="0"/>
              <a:t>You'll listen for eternity In moments as they pass</a:t>
            </a:r>
          </a:p>
          <a:p>
            <a:r>
              <a:rPr lang="fr-FR" altLang="fr-FR" smtClean="0"/>
              <a:t>10-  TU VERRAS SA BONTÉ  QUI EST SANS LIMITE </a:t>
            </a:r>
          </a:p>
          <a:p>
            <a:r>
              <a:rPr lang="fr-FR" altLang="fr-FR" smtClean="0"/>
              <a:t>And see with spirit eyes What others miss.</a:t>
            </a:r>
          </a:p>
          <a:p>
            <a:endParaRPr lang="fr-FR" altLang="fr-FR" smtClean="0"/>
          </a:p>
          <a:p>
            <a:r>
              <a:rPr lang="fr-FR" altLang="fr-FR" smtClean="0"/>
              <a:t>11-  SUR CE ROCHER  JE CONSTRUIS MON ROYAUME</a:t>
            </a:r>
          </a:p>
          <a:p>
            <a:r>
              <a:rPr lang="fr-FR" altLang="fr-FR" smtClean="0"/>
              <a:t>Upon this rock I'll build My kingdom</a:t>
            </a:r>
          </a:p>
          <a:p>
            <a:r>
              <a:rPr lang="fr-FR" altLang="fr-FR" smtClean="0"/>
              <a:t> 12-  SUR CE ROCHER, POUR TOUJOURS  À JAMAIS, JE ME TIENDRAI</a:t>
            </a:r>
          </a:p>
          <a:p>
            <a:r>
              <a:rPr lang="fr-FR" altLang="fr-FR" smtClean="0"/>
              <a:t>And on this rock forever and ever it shall stand</a:t>
            </a:r>
          </a:p>
          <a:p>
            <a:r>
              <a:rPr lang="fr-FR" altLang="fr-FR" smtClean="0"/>
              <a:t> 13-  SUR CE ROCHER DE RÉVÉLATION J’ÉTABLIRAI UNE PUISSANTE NATION</a:t>
            </a:r>
          </a:p>
          <a:p>
            <a:r>
              <a:rPr lang="fr-FR" altLang="fr-FR" smtClean="0"/>
              <a:t>Upon this rock of revelation I'll build a strong and mighty nation</a:t>
            </a:r>
          </a:p>
          <a:p>
            <a:r>
              <a:rPr lang="fr-FR" altLang="fr-FR" smtClean="0"/>
              <a:t> 14-  QUI TIENDRA FERME  CONTRE LES TEMPÊTES </a:t>
            </a:r>
          </a:p>
          <a:p>
            <a:r>
              <a:rPr lang="fr-FR" altLang="fr-FR" smtClean="0"/>
              <a:t>And it shall stand the storms of time</a:t>
            </a:r>
          </a:p>
          <a:p>
            <a:r>
              <a:rPr lang="fr-FR" altLang="fr-FR" smtClean="0"/>
              <a:t>15-  SUR CE ROCHER </a:t>
            </a:r>
          </a:p>
          <a:p>
            <a:r>
              <a:rPr lang="fr-FR" altLang="fr-FR" smtClean="0"/>
              <a:t>Upon this rock</a:t>
            </a:r>
          </a:p>
          <a:p>
            <a:endParaRPr lang="fr-FR" altLang="fr-FR" smtClean="0"/>
          </a:p>
          <a:p>
            <a:r>
              <a:rPr lang="fr-FR" altLang="fr-FR" smtClean="0"/>
              <a:t>16-  LORSQUE TOUS MES PLANS S'ÉCROULENT </a:t>
            </a:r>
          </a:p>
          <a:p>
            <a:r>
              <a:rPr lang="fr-FR" altLang="fr-FR" smtClean="0"/>
              <a:t>When My Plans Have Fallen Through
17-  QUAND JE N'AI PRESQUE  PLUS DE FORCE</a:t>
            </a:r>
          </a:p>
          <a:p>
            <a:r>
              <a:rPr lang="fr-FR" altLang="fr-FR" smtClean="0"/>
              <a:t>And When My Strength Is Nearly Gone</a:t>
            </a:r>
          </a:p>
          <a:p>
            <a:r>
              <a:rPr lang="fr-FR" altLang="fr-FR" smtClean="0"/>
              <a:t> 18-  QUAND LA SEULE CHOSE À FAIRE  EST DE DÉPENDRE DE TOI</a:t>
            </a:r>
          </a:p>
          <a:p>
            <a:r>
              <a:rPr lang="fr-FR" altLang="fr-FR" smtClean="0"/>
              <a:t>When There's Nothing Left To Do But Just Depend On You</a:t>
            </a:r>
          </a:p>
          <a:p>
            <a:endParaRPr lang="fr-FR" altLang="fr-FR" smtClean="0"/>
          </a:p>
          <a:p>
            <a:r>
              <a:rPr lang="fr-FR" altLang="fr-FR" smtClean="0"/>
              <a:t> 19-  ET LA PUISSANCE DE TON NOM </a:t>
            </a:r>
          </a:p>
          <a:p>
            <a:r>
              <a:rPr lang="fr-FR" altLang="fr-FR" smtClean="0"/>
              <a:t>And The Power Of Your Name</a:t>
            </a:r>
          </a:p>
          <a:p>
            <a:endParaRPr lang="fr-FR" altLang="fr-FR" smtClean="0"/>
          </a:p>
          <a:p>
            <a:r>
              <a:rPr lang="fr-FR" altLang="fr-FR" smtClean="0"/>
              <a:t>20-  ET QUAND NOUS INVOQUONS TON NOM TA PUISSANCE SOUDAIN APPARAÎT </a:t>
            </a:r>
          </a:p>
          <a:p>
            <a:r>
              <a:rPr lang="fr-FR" altLang="fr-FR" smtClean="0"/>
              <a:t>And As We Call Upon Your Name Your Strength Through Weakness To Show</a:t>
            </a:r>
          </a:p>
          <a:p>
            <a:r>
              <a:rPr lang="fr-FR" altLang="fr-FR" smtClean="0"/>
              <a:t>21-  NOUS POUVONS VOIR LES PLANS DU MAÎTRE ET VOIR LA MAIN DU MAÎTRE </a:t>
            </a:r>
          </a:p>
          <a:p>
            <a:r>
              <a:rPr lang="fr-FR" altLang="fr-FR" smtClean="0"/>
              <a:t>We Can Know The Master Plan Extend The Masters Hand</a:t>
            </a:r>
          </a:p>
          <a:p>
            <a:r>
              <a:rPr lang="fr-FR" altLang="fr-FR" smtClean="0"/>
              <a:t>22-  QUAND NOUS INVOQUONS  LE NOM DU SEIGNEUR </a:t>
            </a:r>
          </a:p>
          <a:p>
            <a:r>
              <a:rPr lang="fr-FR" altLang="fr-FR" smtClean="0"/>
              <a:t>When We Come In The Name Of The Lord</a:t>
            </a:r>
          </a:p>
          <a:p>
            <a:endParaRPr lang="fr-FR" altLang="fr-FR" smtClean="0"/>
          </a:p>
          <a:p>
            <a:r>
              <a:rPr lang="fr-FR" altLang="fr-FR" smtClean="0"/>
              <a:t>23-  IL Y A DE LA FORCE  DANS LE NOM DU SEIGNEUR</a:t>
            </a:r>
          </a:p>
          <a:p>
            <a:r>
              <a:rPr lang="fr-FR" altLang="fr-FR" smtClean="0"/>
              <a:t>There Is Strength In The Name Of The Lord</a:t>
            </a:r>
          </a:p>
          <a:p>
            <a:r>
              <a:rPr lang="fr-FR" altLang="fr-FR" smtClean="0"/>
              <a:t>24-  DE LA PUISSANCE  DANS LE NOM DU SEIGNEUR </a:t>
            </a:r>
          </a:p>
          <a:p>
            <a:r>
              <a:rPr lang="fr-FR" altLang="fr-FR" smtClean="0"/>
              <a:t>There Is Power In The Name Of The Lord 
25-  DE L'ESPOIR  DANS LE NOM DU SEIGNEUR</a:t>
            </a:r>
          </a:p>
          <a:p>
            <a:r>
              <a:rPr lang="fr-FR" altLang="fr-FR" smtClean="0"/>
              <a:t>There Is Hope In The Name Of The Lord 
26-  BÉNI CELUI QUI VIENT  DANS LE NOM DU SEIGNEUR  </a:t>
            </a:r>
          </a:p>
          <a:p>
            <a:r>
              <a:rPr lang="fr-FR" altLang="fr-FR" smtClean="0"/>
              <a:t>Blessed Is He Who Comes In The Name Of The Lord	 	X2</a:t>
            </a:r>
          </a:p>
          <a:p>
            <a:endParaRPr lang="fr-FR" altLang="fr-FR" smtClean="0"/>
          </a:p>
          <a:p>
            <a:r>
              <a:rPr lang="fr-FR" altLang="fr-FR" smtClean="0"/>
              <a:t>27-  COMME IL L'A DIT IL EST RESSUSCITÉ </a:t>
            </a:r>
          </a:p>
          <a:p>
            <a:r>
              <a:rPr lang="fr-FR" altLang="fr-FR" smtClean="0"/>
              <a:t>Just like he said He's risen from the dead</a:t>
            </a:r>
          </a:p>
          <a:p>
            <a:r>
              <a:rPr lang="fr-FR" altLang="fr-FR" smtClean="0"/>
              <a:t>28-  ET SON PEUPLE DIRA</a:t>
            </a:r>
          </a:p>
          <a:p>
            <a:r>
              <a:rPr lang="fr-FR" altLang="fr-FR" smtClean="0"/>
              <a:t>And the people say</a:t>
            </a:r>
          </a:p>
          <a:p>
            <a:endParaRPr lang="fr-FR" altLang="fr-FR" smtClean="0"/>
          </a:p>
          <a:p>
            <a:r>
              <a:rPr lang="fr-FR" altLang="fr-FR" smtClean="0"/>
              <a:t> 29-  NOUS L'APPELLERONS ROI DES ROIS ET SEIGNEUR DES SEIGNEURS </a:t>
            </a:r>
          </a:p>
          <a:p>
            <a:r>
              <a:rPr lang="fr-FR" altLang="fr-FR" smtClean="0"/>
              <a:t>We will call Him King of kings We will call Him Lord of lords</a:t>
            </a:r>
          </a:p>
          <a:p>
            <a:r>
              <a:rPr lang="fr-FR" altLang="fr-FR" smtClean="0"/>
              <a:t>30-  NOUS L'APPELLERONS  PRINCE DE PAIX </a:t>
            </a:r>
          </a:p>
          <a:p>
            <a:r>
              <a:rPr lang="fr-FR" altLang="fr-FR" smtClean="0"/>
              <a:t>We will call Him Prince of Peace</a:t>
            </a:r>
          </a:p>
          <a:p>
            <a:r>
              <a:rPr lang="fr-FR" altLang="fr-FR" smtClean="0"/>
              <a:t>31-  ET SI MERVEILLEUX CONSEILLER  DIEU PUISSANT </a:t>
            </a:r>
          </a:p>
          <a:p>
            <a:endParaRPr lang="fr-FR" altLang="fr-FR" smtClean="0"/>
          </a:p>
          <a:p>
            <a:r>
              <a:rPr lang="fr-FR" altLang="fr-FR" smtClean="0"/>
              <a:t>Such a wonderful counselor
32-  JE L'APPELLERAI ROI DES ROIS ET SEIGNEUR DES SEIGNEURS </a:t>
            </a:r>
          </a:p>
          <a:p>
            <a:r>
              <a:rPr lang="fr-FR" altLang="fr-FR" smtClean="0"/>
              <a:t>I will call Him King of kings and I will call Him Lord of lords</a:t>
            </a:r>
          </a:p>
          <a:p>
            <a:endParaRPr lang="fr-FR" altLang="fr-FR" smtClean="0"/>
          </a:p>
        </p:txBody>
      </p:sp>
    </p:spTree>
  </p:cSld>
  <p:clrMapOvr>
    <a:masterClrMapping/>
  </p:clrMapOvr>
</p:notes>
</file>

<file path=ppt/notesSlides/notesSlide3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6562" name="Espace réservé de l'image des diapositives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3" name="Espace réservé des commentaires 2"/>
          <p:cNvSpPr>
            <a:spLocks noGrp="1"/>
          </p:cNvSpPr>
          <p:nvPr>
            <p:ph type="body" idx="1"/>
          </p:nvPr>
        </p:nvSpPr>
        <p:spPr/>
        <p:txBody>
          <a:bodyPr>
            <a:normAutofit fontScale="85000" lnSpcReduction="20000"/>
          </a:bodyPr>
          <a:lstStyle/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1-  QUAND CERTAINS  MARCHENT PAR LA VUE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When others see with earthly eyes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 2-  CONDUITS PAR LEURS REGARDS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Just what they want to see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3-  TU VERRAS DES CHOSES  QUI SONT ÉTERNELLES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Just what they want to see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 4-  TU SAURAS ET CONNAÎTRAS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You will know and recognize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5-  AVEC UNE FOI D’ENFANT LA VALEUR DE CELUI QUI EST FIDÈLE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By simple child-like faith The priceless truth that Others will deny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6-  QUAND ILS DISENT  QUE JE NE SUIS QU’UN HOMME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When others say I'm just a man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 7-  VOULANT VIVRE SES RÊVES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Who likes to dream His dreams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8-  QUAND ILS APPELLENT  UN MIRACLE UN MYTHE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When others call a miracle a myth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9-  TU COMPRENDRAS EN UN INSTANT TOUTES CES CHOSES CACHÉES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You'll listen for eternity In moments as they pass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10-  TU VERRAS SA BONTÉ  QUI EST SANS LIMITE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And see with spirit eyes What others miss.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11-  SUR CE ROCHER  JE CONSTRUIS MON ROYAUME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Upon this rock I'll build My kingdom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 12-  SUR CE ROCHER, POUR TOUJOURS  À JAMAIS, JE ME TIENDRAI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And on this rock forever and ever it shall stand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 13-  SUR CE ROCHER DE RÉVÉLATION J’ÉTABLIRAI UNE PUISSANTE NATION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Upon this rock of revelation I'll build a strong and mighty nation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 14-  QUI TIENDRA FERME  CONTRE LES TEMPÊTES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And it shall stand the storms of time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15-  SUR CE ROCHER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Upon this rock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16-  LORSQUE TOUS MES PLANS S'ÉCROULENT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When My Plans Have Fallen Through
17-  QUAND JE N'AI PRESQUE  PLUS DE FORCE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And When My Strength Is Nearly Gone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 18-  QUAND LA SEULE CHOSE À FAIRE  EST DE DÉPENDRE DE TOI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When There's Nothing Left To Do But Just Depend On You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 19-  ET LA PUISSANCE DE TON NOM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And The Power Of Your Name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20-  ET QUAND NOUS INVOQUONS TON NOM TA PUISSANCE SOUDAIN APPARAÎT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And As We Call Upon Your Name Your Strength Through Weakness To Show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21-  NOUS POUVONS VOIR LES PLANS DU MAÎTRE ET VOIR LA MAIN DU MAÎTRE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We Can Know The Master Plan Extend The Masters Hand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22-  QUAND NOUS INVOQUONS  LE NOM DU SEIGNEUR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When We Come In The Name Of The Lord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23-  IL Y A DE LA FORCE  DANS LE NOM DU SEIGNEUR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There Is Strength In The Name Of The Lord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24-  DE LA PUISSANCE  DANS LE NOM DU SEIGNEUR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There Is Power In The Name Of The Lord 
25-  DE L'ESPOIR  DANS LE NOM DU SEIGNEUR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There Is Hope In The Name Of The Lord 
26-  BÉNI CELUI QUI VIENT  DANS LE NOM DU SEIGNEUR 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Blessed Is He Who Comes In The Name Of The Lord	 	X2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27-  COMME IL L'A DIT IL EST RESSUSCITÉ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Just like he said He's risen from the dead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28-  ET SON PEUPLE DIRA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And the people say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 29-  NOUS L'APPELLERONS ROI DES ROIS ET SEIGNEUR DES SEIGNEURS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We will call Him King of kings We will call Him Lord of lords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30-  NOUS L'APPELLERONS  PRINCE DE PAIX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We will call Him Prince of Peace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31-  ET SI MERVEILLEUX CONSEILLER  DIEU PUISSANT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Such a wonderful counselor
32-  JE L'APPELLERAI ROI DES ROIS ET SEIGNEUR DES SEIGNEURS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I will call Him King of kings and I will call Him Lord of lords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dirty="0" smtClean="0"/>
          </a:p>
        </p:txBody>
      </p:sp>
      <p:sp>
        <p:nvSpPr>
          <p:cNvPr id="66564" name="Espace réservé du numéro de diapositive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 wrap="square" numCol="1" anchorCtr="0" compatLnSpc="1">
            <a:prstTxWarp prst="textNoShape">
              <a:avLst/>
            </a:prstTxWarp>
          </a:bodyPr>
          <a:lstStyle/>
          <a:p>
            <a:r>
              <a:rPr lang="fr-FR" altLang="fr-FR" smtClean="0"/>
              <a:t>1-  QUAND CERTAINS  MARCHENT PAR LA VUE</a:t>
            </a:r>
          </a:p>
          <a:p>
            <a:r>
              <a:rPr lang="fr-FR" altLang="fr-FR" smtClean="0"/>
              <a:t>When others see with earthly eyes</a:t>
            </a:r>
          </a:p>
          <a:p>
            <a:r>
              <a:rPr lang="fr-FR" altLang="fr-FR" smtClean="0"/>
              <a:t> 2-  CONDUITS PAR LEURS REGARDS </a:t>
            </a:r>
          </a:p>
          <a:p>
            <a:r>
              <a:rPr lang="fr-FR" altLang="fr-FR" smtClean="0"/>
              <a:t>Just what they want to see</a:t>
            </a:r>
          </a:p>
          <a:p>
            <a:r>
              <a:rPr lang="fr-FR" altLang="fr-FR" smtClean="0"/>
              <a:t>3-  TU VERRAS DES CHOSES  QUI SONT ÉTERNELLES</a:t>
            </a:r>
          </a:p>
          <a:p>
            <a:r>
              <a:rPr lang="fr-FR" altLang="fr-FR" smtClean="0"/>
              <a:t>Just what they want to see</a:t>
            </a:r>
          </a:p>
          <a:p>
            <a:r>
              <a:rPr lang="fr-FR" altLang="fr-FR" smtClean="0"/>
              <a:t> 4-  TU SAURAS ET CONNAÎTRAS </a:t>
            </a:r>
          </a:p>
          <a:p>
            <a:r>
              <a:rPr lang="fr-FR" altLang="fr-FR" smtClean="0"/>
              <a:t>You will know and recognize</a:t>
            </a:r>
          </a:p>
          <a:p>
            <a:r>
              <a:rPr lang="fr-FR" altLang="fr-FR" smtClean="0"/>
              <a:t>5-  AVEC UNE FOI D’ENFANT LA VALEUR DE CELUI QUI EST FIDÈLE </a:t>
            </a:r>
          </a:p>
          <a:p>
            <a:r>
              <a:rPr lang="fr-FR" altLang="fr-FR" smtClean="0"/>
              <a:t>By simple child-like faith The priceless truth that Others will deny</a:t>
            </a:r>
          </a:p>
          <a:p>
            <a:endParaRPr lang="fr-FR" altLang="fr-FR" smtClean="0"/>
          </a:p>
          <a:p>
            <a:r>
              <a:rPr lang="fr-FR" altLang="fr-FR" smtClean="0"/>
              <a:t>6-  QUAND ILS DISENT  QUE JE NE SUIS QU’UN HOMME</a:t>
            </a:r>
          </a:p>
          <a:p>
            <a:r>
              <a:rPr lang="fr-FR" altLang="fr-FR" smtClean="0"/>
              <a:t>When others say I'm just a man</a:t>
            </a:r>
          </a:p>
          <a:p>
            <a:r>
              <a:rPr lang="fr-FR" altLang="fr-FR" smtClean="0"/>
              <a:t> 7-  VOULANT VIVRE SES RÊVES </a:t>
            </a:r>
          </a:p>
          <a:p>
            <a:r>
              <a:rPr lang="fr-FR" altLang="fr-FR" smtClean="0"/>
              <a:t>Who likes to dream His dreams</a:t>
            </a:r>
          </a:p>
          <a:p>
            <a:r>
              <a:rPr lang="fr-FR" altLang="fr-FR" smtClean="0"/>
              <a:t>8-  QUAND ILS APPELLENT  UN MIRACLE UN MYTHE </a:t>
            </a:r>
          </a:p>
          <a:p>
            <a:r>
              <a:rPr lang="fr-FR" altLang="fr-FR" smtClean="0"/>
              <a:t>When others call a miracle a myth</a:t>
            </a:r>
          </a:p>
          <a:p>
            <a:r>
              <a:rPr lang="fr-FR" altLang="fr-FR" smtClean="0"/>
              <a:t>9-  TU COMPRENDRAS EN UN INSTANT TOUTES CES CHOSES CACHÉES </a:t>
            </a:r>
          </a:p>
          <a:p>
            <a:r>
              <a:rPr lang="fr-FR" altLang="fr-FR" smtClean="0"/>
              <a:t>You'll listen for eternity In moments as they pass</a:t>
            </a:r>
          </a:p>
          <a:p>
            <a:r>
              <a:rPr lang="fr-FR" altLang="fr-FR" smtClean="0"/>
              <a:t>10-  TU VERRAS SA BONTÉ  QUI EST SANS LIMITE </a:t>
            </a:r>
          </a:p>
          <a:p>
            <a:r>
              <a:rPr lang="fr-FR" altLang="fr-FR" smtClean="0"/>
              <a:t>And see with spirit eyes What others miss.</a:t>
            </a:r>
          </a:p>
          <a:p>
            <a:endParaRPr lang="fr-FR" altLang="fr-FR" smtClean="0"/>
          </a:p>
          <a:p>
            <a:r>
              <a:rPr lang="fr-FR" altLang="fr-FR" smtClean="0"/>
              <a:t>11-  SUR CE ROCHER  JE CONSTRUIS MON ROYAUME</a:t>
            </a:r>
          </a:p>
          <a:p>
            <a:r>
              <a:rPr lang="fr-FR" altLang="fr-FR" smtClean="0"/>
              <a:t>Upon this rock I'll build My kingdom</a:t>
            </a:r>
          </a:p>
          <a:p>
            <a:r>
              <a:rPr lang="fr-FR" altLang="fr-FR" smtClean="0"/>
              <a:t> 12-  SUR CE ROCHER, POUR TOUJOURS  À JAMAIS, JE ME TIENDRAI</a:t>
            </a:r>
          </a:p>
          <a:p>
            <a:r>
              <a:rPr lang="fr-FR" altLang="fr-FR" smtClean="0"/>
              <a:t>And on this rock forever and ever it shall stand</a:t>
            </a:r>
          </a:p>
          <a:p>
            <a:r>
              <a:rPr lang="fr-FR" altLang="fr-FR" smtClean="0"/>
              <a:t> 13-  SUR CE ROCHER DE RÉVÉLATION J’ÉTABLIRAI UNE PUISSANTE NATION</a:t>
            </a:r>
          </a:p>
          <a:p>
            <a:r>
              <a:rPr lang="fr-FR" altLang="fr-FR" smtClean="0"/>
              <a:t>Upon this rock of revelation I'll build a strong and mighty nation</a:t>
            </a:r>
          </a:p>
          <a:p>
            <a:r>
              <a:rPr lang="fr-FR" altLang="fr-FR" smtClean="0"/>
              <a:t> 14-  QUI TIENDRA FERME  CONTRE LES TEMPÊTES </a:t>
            </a:r>
          </a:p>
          <a:p>
            <a:r>
              <a:rPr lang="fr-FR" altLang="fr-FR" smtClean="0"/>
              <a:t>And it shall stand the storms of time</a:t>
            </a:r>
          </a:p>
          <a:p>
            <a:r>
              <a:rPr lang="fr-FR" altLang="fr-FR" smtClean="0"/>
              <a:t>15-  SUR CE ROCHER </a:t>
            </a:r>
          </a:p>
          <a:p>
            <a:r>
              <a:rPr lang="fr-FR" altLang="fr-FR" smtClean="0"/>
              <a:t>Upon this rock</a:t>
            </a:r>
          </a:p>
          <a:p>
            <a:endParaRPr lang="fr-FR" altLang="fr-FR" smtClean="0"/>
          </a:p>
          <a:p>
            <a:r>
              <a:rPr lang="fr-FR" altLang="fr-FR" smtClean="0"/>
              <a:t>16-  LORSQUE TOUS MES PLANS S'ÉCROULENT </a:t>
            </a:r>
          </a:p>
          <a:p>
            <a:r>
              <a:rPr lang="fr-FR" altLang="fr-FR" smtClean="0"/>
              <a:t>When My Plans Have Fallen Through
17-  QUAND JE N'AI PRESQUE  PLUS DE FORCE</a:t>
            </a:r>
          </a:p>
          <a:p>
            <a:r>
              <a:rPr lang="fr-FR" altLang="fr-FR" smtClean="0"/>
              <a:t>And When My Strength Is Nearly Gone</a:t>
            </a:r>
          </a:p>
          <a:p>
            <a:r>
              <a:rPr lang="fr-FR" altLang="fr-FR" smtClean="0"/>
              <a:t> 18-  QUAND LA SEULE CHOSE À FAIRE  EST DE DÉPENDRE DE TOI</a:t>
            </a:r>
          </a:p>
          <a:p>
            <a:r>
              <a:rPr lang="fr-FR" altLang="fr-FR" smtClean="0"/>
              <a:t>When There's Nothing Left To Do But Just Depend On You</a:t>
            </a:r>
          </a:p>
          <a:p>
            <a:endParaRPr lang="fr-FR" altLang="fr-FR" smtClean="0"/>
          </a:p>
          <a:p>
            <a:r>
              <a:rPr lang="fr-FR" altLang="fr-FR" smtClean="0"/>
              <a:t> 19-  ET LA PUISSANCE DE TON NOM </a:t>
            </a:r>
          </a:p>
          <a:p>
            <a:r>
              <a:rPr lang="fr-FR" altLang="fr-FR" smtClean="0"/>
              <a:t>And The Power Of Your Name</a:t>
            </a:r>
          </a:p>
          <a:p>
            <a:endParaRPr lang="fr-FR" altLang="fr-FR" smtClean="0"/>
          </a:p>
          <a:p>
            <a:r>
              <a:rPr lang="fr-FR" altLang="fr-FR" smtClean="0"/>
              <a:t>20-  ET QUAND NOUS INVOQUONS TON NOM TA PUISSANCE SOUDAIN APPARAÎT </a:t>
            </a:r>
          </a:p>
          <a:p>
            <a:r>
              <a:rPr lang="fr-FR" altLang="fr-FR" smtClean="0"/>
              <a:t>And As We Call Upon Your Name Your Strength Through Weakness To Show</a:t>
            </a:r>
          </a:p>
          <a:p>
            <a:r>
              <a:rPr lang="fr-FR" altLang="fr-FR" smtClean="0"/>
              <a:t>21-  NOUS POUVONS VOIR LES PLANS DU MAÎTRE ET VOIR LA MAIN DU MAÎTRE </a:t>
            </a:r>
          </a:p>
          <a:p>
            <a:r>
              <a:rPr lang="fr-FR" altLang="fr-FR" smtClean="0"/>
              <a:t>We Can Know The Master Plan Extend The Masters Hand</a:t>
            </a:r>
          </a:p>
          <a:p>
            <a:r>
              <a:rPr lang="fr-FR" altLang="fr-FR" smtClean="0"/>
              <a:t>22-  QUAND NOUS INVOQUONS  LE NOM DU SEIGNEUR </a:t>
            </a:r>
          </a:p>
          <a:p>
            <a:r>
              <a:rPr lang="fr-FR" altLang="fr-FR" smtClean="0"/>
              <a:t>When We Come In The Name Of The Lord</a:t>
            </a:r>
          </a:p>
          <a:p>
            <a:endParaRPr lang="fr-FR" altLang="fr-FR" smtClean="0"/>
          </a:p>
          <a:p>
            <a:r>
              <a:rPr lang="fr-FR" altLang="fr-FR" smtClean="0"/>
              <a:t>23-  IL Y A DE LA FORCE  DANS LE NOM DU SEIGNEUR</a:t>
            </a:r>
          </a:p>
          <a:p>
            <a:r>
              <a:rPr lang="fr-FR" altLang="fr-FR" smtClean="0"/>
              <a:t>There Is Strength In The Name Of The Lord</a:t>
            </a:r>
          </a:p>
          <a:p>
            <a:r>
              <a:rPr lang="fr-FR" altLang="fr-FR" smtClean="0"/>
              <a:t>24-  DE LA PUISSANCE  DANS LE NOM DU SEIGNEUR </a:t>
            </a:r>
          </a:p>
          <a:p>
            <a:r>
              <a:rPr lang="fr-FR" altLang="fr-FR" smtClean="0"/>
              <a:t>There Is Power In The Name Of The Lord 
25-  DE L'ESPOIR  DANS LE NOM DU SEIGNEUR</a:t>
            </a:r>
          </a:p>
          <a:p>
            <a:r>
              <a:rPr lang="fr-FR" altLang="fr-FR" smtClean="0"/>
              <a:t>There Is Hope In The Name Of The Lord 
26-  BÉNI CELUI QUI VIENT  DANS LE NOM DU SEIGNEUR  </a:t>
            </a:r>
          </a:p>
          <a:p>
            <a:r>
              <a:rPr lang="fr-FR" altLang="fr-FR" smtClean="0"/>
              <a:t>Blessed Is He Who Comes In The Name Of The Lord	 	X2</a:t>
            </a:r>
          </a:p>
          <a:p>
            <a:endParaRPr lang="fr-FR" altLang="fr-FR" smtClean="0"/>
          </a:p>
          <a:p>
            <a:r>
              <a:rPr lang="fr-FR" altLang="fr-FR" smtClean="0"/>
              <a:t>27-  COMME IL L'A DIT IL EST RESSUSCITÉ </a:t>
            </a:r>
          </a:p>
          <a:p>
            <a:r>
              <a:rPr lang="fr-FR" altLang="fr-FR" smtClean="0"/>
              <a:t>Just like he said He's risen from the dead</a:t>
            </a:r>
          </a:p>
          <a:p>
            <a:r>
              <a:rPr lang="fr-FR" altLang="fr-FR" smtClean="0"/>
              <a:t>28-  ET SON PEUPLE DIRA</a:t>
            </a:r>
          </a:p>
          <a:p>
            <a:r>
              <a:rPr lang="fr-FR" altLang="fr-FR" smtClean="0"/>
              <a:t>And the people say</a:t>
            </a:r>
          </a:p>
          <a:p>
            <a:endParaRPr lang="fr-FR" altLang="fr-FR" smtClean="0"/>
          </a:p>
          <a:p>
            <a:r>
              <a:rPr lang="fr-FR" altLang="fr-FR" smtClean="0"/>
              <a:t> 29-  NOUS L'APPELLERONS ROI DES ROIS ET SEIGNEUR DES SEIGNEURS </a:t>
            </a:r>
          </a:p>
          <a:p>
            <a:r>
              <a:rPr lang="fr-FR" altLang="fr-FR" smtClean="0"/>
              <a:t>We will call Him King of kings We will call Him Lord of lords</a:t>
            </a:r>
          </a:p>
          <a:p>
            <a:r>
              <a:rPr lang="fr-FR" altLang="fr-FR" smtClean="0"/>
              <a:t>30-  NOUS L'APPELLERONS  PRINCE DE PAIX </a:t>
            </a:r>
          </a:p>
          <a:p>
            <a:r>
              <a:rPr lang="fr-FR" altLang="fr-FR" smtClean="0"/>
              <a:t>We will call Him Prince of Peace</a:t>
            </a:r>
          </a:p>
          <a:p>
            <a:r>
              <a:rPr lang="fr-FR" altLang="fr-FR" smtClean="0"/>
              <a:t>31-  ET SI MERVEILLEUX CONSEILLER  DIEU PUISSANT </a:t>
            </a:r>
          </a:p>
          <a:p>
            <a:endParaRPr lang="fr-FR" altLang="fr-FR" smtClean="0"/>
          </a:p>
          <a:p>
            <a:r>
              <a:rPr lang="fr-FR" altLang="fr-FR" smtClean="0"/>
              <a:t>Such a wonderful counselor
32-  JE L'APPELLERAI ROI DES ROIS ET SEIGNEUR DES SEIGNEURS </a:t>
            </a:r>
          </a:p>
          <a:p>
            <a:r>
              <a:rPr lang="fr-FR" altLang="fr-FR" smtClean="0"/>
              <a:t>I will call Him King of kings and I will call Him Lord of lords</a:t>
            </a:r>
          </a:p>
          <a:p>
            <a:endParaRPr lang="fr-FR" altLang="fr-FR" smtClean="0"/>
          </a:p>
        </p:txBody>
      </p:sp>
    </p:spTree>
  </p:cSld>
  <p:clrMapOvr>
    <a:masterClrMapping/>
  </p:clrMapOvr>
</p:notes>
</file>

<file path=ppt/notesSlides/notesSlide3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7586" name="Espace réservé de l'image des diapositives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3" name="Espace réservé des commentaires 2"/>
          <p:cNvSpPr>
            <a:spLocks noGrp="1"/>
          </p:cNvSpPr>
          <p:nvPr>
            <p:ph type="body" idx="1"/>
          </p:nvPr>
        </p:nvSpPr>
        <p:spPr/>
        <p:txBody>
          <a:bodyPr>
            <a:normAutofit fontScale="85000" lnSpcReduction="20000"/>
          </a:bodyPr>
          <a:lstStyle/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1-  QUAND CERTAINS  MARCHENT PAR LA VUE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When others see with earthly eyes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 2-  CONDUITS PAR LEURS REGARDS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Just what they want to see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3-  TU VERRAS DES CHOSES  QUI SONT ÉTERNELLES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Just what they want to see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 4-  TU SAURAS ET CONNAÎTRAS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You will know and recognize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5-  AVEC UNE FOI D’ENFANT LA VALEUR DE CELUI QUI EST FIDÈLE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By simple child-like faith The priceless truth that Others will deny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6-  QUAND ILS DISENT  QUE JE NE SUIS QU’UN HOMME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When others say I'm just a man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 7-  VOULANT VIVRE SES RÊVES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Who likes to dream His dreams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8-  QUAND ILS APPELLENT  UN MIRACLE UN MYTHE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When others call a miracle a myth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9-  TU COMPRENDRAS EN UN INSTANT TOUTES CES CHOSES CACHÉES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You'll listen for eternity In moments as they pass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10-  TU VERRAS SA BONTÉ  QUI EST SANS LIMITE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And see with spirit eyes What others miss.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11-  SUR CE ROCHER  JE CONSTRUIS MON ROYAUME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Upon this rock I'll build My kingdom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 12-  SUR CE ROCHER, POUR TOUJOURS  À JAMAIS, JE ME TIENDRAI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And on this rock forever and ever it shall stand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 13-  SUR CE ROCHER DE RÉVÉLATION J’ÉTABLIRAI UNE PUISSANTE NATION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Upon this rock of revelation I'll build a strong and mighty nation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 14-  QUI TIENDRA FERME  CONTRE LES TEMPÊTES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And it shall stand the storms of time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15-  SUR CE ROCHER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Upon this rock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16-  LORSQUE TOUS MES PLANS S'ÉCROULENT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When My Plans Have Fallen Through
17-  QUAND JE N'AI PRESQUE  PLUS DE FORCE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And When My Strength Is Nearly Gone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 18-  QUAND LA SEULE CHOSE À FAIRE  EST DE DÉPENDRE DE TOI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When There's Nothing Left To Do But Just Depend On You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 19-  ET LA PUISSANCE DE TON NOM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And The Power Of Your Name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20-  ET QUAND NOUS INVOQUONS TON NOM TA PUISSANCE SOUDAIN APPARAÎT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And As We Call Upon Your Name Your Strength Through Weakness To Show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21-  NOUS POUVONS VOIR LES PLANS DU MAÎTRE ET VOIR LA MAIN DU MAÎTRE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We Can Know The Master Plan Extend The Masters Hand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22-  QUAND NOUS INVOQUONS  LE NOM DU SEIGNEUR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When We Come In The Name Of The Lord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23-  IL Y A DE LA FORCE  DANS LE NOM DU SEIGNEUR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There Is Strength In The Name Of The Lord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24-  DE LA PUISSANCE  DANS LE NOM DU SEIGNEUR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There Is Power In The Name Of The Lord 
25-  DE L'ESPOIR  DANS LE NOM DU SEIGNEUR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There Is Hope In The Name Of The Lord 
26-  BÉNI CELUI QUI VIENT  DANS LE NOM DU SEIGNEUR 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Blessed Is He Who Comes In The Name Of The Lord	 	X2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27-  COMME IL L'A DIT IL EST RESSUSCITÉ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Just like he said He's risen from the dead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28-  ET SON PEUPLE DIRA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And the people say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 29-  NOUS L'APPELLERONS ROI DES ROIS ET SEIGNEUR DES SEIGNEURS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We will call Him King of kings We will call Him Lord of lords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30-  NOUS L'APPELLERONS  PRINCE DE PAIX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We will call Him Prince of Peace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31-  ET SI MERVEILLEUX CONSEILLER  DIEU PUISSANT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Such a wonderful counselor
32-  JE L'APPELLERAI ROI DES ROIS ET SEIGNEUR DES SEIGNEURS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I will call Him King of kings and I will call Him Lord of lords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dirty="0" smtClean="0"/>
          </a:p>
        </p:txBody>
      </p:sp>
      <p:sp>
        <p:nvSpPr>
          <p:cNvPr id="67588" name="Espace réservé du numéro de diapositive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 wrap="square" numCol="1" anchorCtr="0" compatLnSpc="1">
            <a:prstTxWarp prst="textNoShape">
              <a:avLst/>
            </a:prstTxWarp>
          </a:bodyPr>
          <a:lstStyle/>
          <a:p>
            <a:r>
              <a:rPr lang="fr-FR" altLang="fr-FR" smtClean="0"/>
              <a:t>1-  QUAND CERTAINS  MARCHENT PAR LA VUE</a:t>
            </a:r>
          </a:p>
          <a:p>
            <a:r>
              <a:rPr lang="fr-FR" altLang="fr-FR" smtClean="0"/>
              <a:t>When others see with earthly eyes</a:t>
            </a:r>
          </a:p>
          <a:p>
            <a:r>
              <a:rPr lang="fr-FR" altLang="fr-FR" smtClean="0"/>
              <a:t> 2-  CONDUITS PAR LEURS REGARDS </a:t>
            </a:r>
          </a:p>
          <a:p>
            <a:r>
              <a:rPr lang="fr-FR" altLang="fr-FR" smtClean="0"/>
              <a:t>Just what they want to see</a:t>
            </a:r>
          </a:p>
          <a:p>
            <a:r>
              <a:rPr lang="fr-FR" altLang="fr-FR" smtClean="0"/>
              <a:t>3-  TU VERRAS DES CHOSES  QUI SONT ÉTERNELLES</a:t>
            </a:r>
          </a:p>
          <a:p>
            <a:r>
              <a:rPr lang="fr-FR" altLang="fr-FR" smtClean="0"/>
              <a:t>Just what they want to see</a:t>
            </a:r>
          </a:p>
          <a:p>
            <a:r>
              <a:rPr lang="fr-FR" altLang="fr-FR" smtClean="0"/>
              <a:t> 4-  TU SAURAS ET CONNAÎTRAS </a:t>
            </a:r>
          </a:p>
          <a:p>
            <a:r>
              <a:rPr lang="fr-FR" altLang="fr-FR" smtClean="0"/>
              <a:t>You will know and recognize</a:t>
            </a:r>
          </a:p>
          <a:p>
            <a:r>
              <a:rPr lang="fr-FR" altLang="fr-FR" smtClean="0"/>
              <a:t>5-  AVEC UNE FOI D’ENFANT LA VALEUR DE CELUI QUI EST FIDÈLE </a:t>
            </a:r>
          </a:p>
          <a:p>
            <a:r>
              <a:rPr lang="fr-FR" altLang="fr-FR" smtClean="0"/>
              <a:t>By simple child-like faith The priceless truth that Others will deny</a:t>
            </a:r>
          </a:p>
          <a:p>
            <a:endParaRPr lang="fr-FR" altLang="fr-FR" smtClean="0"/>
          </a:p>
          <a:p>
            <a:r>
              <a:rPr lang="fr-FR" altLang="fr-FR" smtClean="0"/>
              <a:t>6-  QUAND ILS DISENT  QUE JE NE SUIS QU’UN HOMME</a:t>
            </a:r>
          </a:p>
          <a:p>
            <a:r>
              <a:rPr lang="fr-FR" altLang="fr-FR" smtClean="0"/>
              <a:t>When others say I'm just a man</a:t>
            </a:r>
          </a:p>
          <a:p>
            <a:r>
              <a:rPr lang="fr-FR" altLang="fr-FR" smtClean="0"/>
              <a:t> 7-  VOULANT VIVRE SES RÊVES </a:t>
            </a:r>
          </a:p>
          <a:p>
            <a:r>
              <a:rPr lang="fr-FR" altLang="fr-FR" smtClean="0"/>
              <a:t>Who likes to dream His dreams</a:t>
            </a:r>
          </a:p>
          <a:p>
            <a:r>
              <a:rPr lang="fr-FR" altLang="fr-FR" smtClean="0"/>
              <a:t>8-  QUAND ILS APPELLENT  UN MIRACLE UN MYTHE </a:t>
            </a:r>
          </a:p>
          <a:p>
            <a:r>
              <a:rPr lang="fr-FR" altLang="fr-FR" smtClean="0"/>
              <a:t>When others call a miracle a myth</a:t>
            </a:r>
          </a:p>
          <a:p>
            <a:r>
              <a:rPr lang="fr-FR" altLang="fr-FR" smtClean="0"/>
              <a:t>9-  TU COMPRENDRAS EN UN INSTANT TOUTES CES CHOSES CACHÉES </a:t>
            </a:r>
          </a:p>
          <a:p>
            <a:r>
              <a:rPr lang="fr-FR" altLang="fr-FR" smtClean="0"/>
              <a:t>You'll listen for eternity In moments as they pass</a:t>
            </a:r>
          </a:p>
          <a:p>
            <a:r>
              <a:rPr lang="fr-FR" altLang="fr-FR" smtClean="0"/>
              <a:t>10-  TU VERRAS SA BONTÉ  QUI EST SANS LIMITE </a:t>
            </a:r>
          </a:p>
          <a:p>
            <a:r>
              <a:rPr lang="fr-FR" altLang="fr-FR" smtClean="0"/>
              <a:t>And see with spirit eyes What others miss.</a:t>
            </a:r>
          </a:p>
          <a:p>
            <a:endParaRPr lang="fr-FR" altLang="fr-FR" smtClean="0"/>
          </a:p>
          <a:p>
            <a:r>
              <a:rPr lang="fr-FR" altLang="fr-FR" smtClean="0"/>
              <a:t>11-  SUR CE ROCHER  JE CONSTRUIS MON ROYAUME</a:t>
            </a:r>
          </a:p>
          <a:p>
            <a:r>
              <a:rPr lang="fr-FR" altLang="fr-FR" smtClean="0"/>
              <a:t>Upon this rock I'll build My kingdom</a:t>
            </a:r>
          </a:p>
          <a:p>
            <a:r>
              <a:rPr lang="fr-FR" altLang="fr-FR" smtClean="0"/>
              <a:t> 12-  SUR CE ROCHER, POUR TOUJOURS  À JAMAIS, JE ME TIENDRAI</a:t>
            </a:r>
          </a:p>
          <a:p>
            <a:r>
              <a:rPr lang="fr-FR" altLang="fr-FR" smtClean="0"/>
              <a:t>And on this rock forever and ever it shall stand</a:t>
            </a:r>
          </a:p>
          <a:p>
            <a:r>
              <a:rPr lang="fr-FR" altLang="fr-FR" smtClean="0"/>
              <a:t> 13-  SUR CE ROCHER DE RÉVÉLATION J’ÉTABLIRAI UNE PUISSANTE NATION</a:t>
            </a:r>
          </a:p>
          <a:p>
            <a:r>
              <a:rPr lang="fr-FR" altLang="fr-FR" smtClean="0"/>
              <a:t>Upon this rock of revelation I'll build a strong and mighty nation</a:t>
            </a:r>
          </a:p>
          <a:p>
            <a:r>
              <a:rPr lang="fr-FR" altLang="fr-FR" smtClean="0"/>
              <a:t> 14-  QUI TIENDRA FERME  CONTRE LES TEMPÊTES </a:t>
            </a:r>
          </a:p>
          <a:p>
            <a:r>
              <a:rPr lang="fr-FR" altLang="fr-FR" smtClean="0"/>
              <a:t>And it shall stand the storms of time</a:t>
            </a:r>
          </a:p>
          <a:p>
            <a:r>
              <a:rPr lang="fr-FR" altLang="fr-FR" smtClean="0"/>
              <a:t>15-  SUR CE ROCHER </a:t>
            </a:r>
          </a:p>
          <a:p>
            <a:r>
              <a:rPr lang="fr-FR" altLang="fr-FR" smtClean="0"/>
              <a:t>Upon this rock</a:t>
            </a:r>
          </a:p>
          <a:p>
            <a:endParaRPr lang="fr-FR" altLang="fr-FR" smtClean="0"/>
          </a:p>
          <a:p>
            <a:r>
              <a:rPr lang="fr-FR" altLang="fr-FR" smtClean="0"/>
              <a:t>16-  LORSQUE TOUS MES PLANS S'ÉCROULENT </a:t>
            </a:r>
          </a:p>
          <a:p>
            <a:r>
              <a:rPr lang="fr-FR" altLang="fr-FR" smtClean="0"/>
              <a:t>When My Plans Have Fallen Through
17-  QUAND JE N'AI PRESQUE  PLUS DE FORCE</a:t>
            </a:r>
          </a:p>
          <a:p>
            <a:r>
              <a:rPr lang="fr-FR" altLang="fr-FR" smtClean="0"/>
              <a:t>And When My Strength Is Nearly Gone</a:t>
            </a:r>
          </a:p>
          <a:p>
            <a:r>
              <a:rPr lang="fr-FR" altLang="fr-FR" smtClean="0"/>
              <a:t> 18-  QUAND LA SEULE CHOSE À FAIRE  EST DE DÉPENDRE DE TOI</a:t>
            </a:r>
          </a:p>
          <a:p>
            <a:r>
              <a:rPr lang="fr-FR" altLang="fr-FR" smtClean="0"/>
              <a:t>When There's Nothing Left To Do But Just Depend On You</a:t>
            </a:r>
          </a:p>
          <a:p>
            <a:endParaRPr lang="fr-FR" altLang="fr-FR" smtClean="0"/>
          </a:p>
          <a:p>
            <a:r>
              <a:rPr lang="fr-FR" altLang="fr-FR" smtClean="0"/>
              <a:t> 19-  ET LA PUISSANCE DE TON NOM </a:t>
            </a:r>
          </a:p>
          <a:p>
            <a:r>
              <a:rPr lang="fr-FR" altLang="fr-FR" smtClean="0"/>
              <a:t>And The Power Of Your Name</a:t>
            </a:r>
          </a:p>
          <a:p>
            <a:endParaRPr lang="fr-FR" altLang="fr-FR" smtClean="0"/>
          </a:p>
          <a:p>
            <a:r>
              <a:rPr lang="fr-FR" altLang="fr-FR" smtClean="0"/>
              <a:t>20-  ET QUAND NOUS INVOQUONS TON NOM TA PUISSANCE SOUDAIN APPARAÎT </a:t>
            </a:r>
          </a:p>
          <a:p>
            <a:r>
              <a:rPr lang="fr-FR" altLang="fr-FR" smtClean="0"/>
              <a:t>And As We Call Upon Your Name Your Strength Through Weakness To Show</a:t>
            </a:r>
          </a:p>
          <a:p>
            <a:r>
              <a:rPr lang="fr-FR" altLang="fr-FR" smtClean="0"/>
              <a:t>21-  NOUS POUVONS VOIR LES PLANS DU MAÎTRE ET VOIR LA MAIN DU MAÎTRE </a:t>
            </a:r>
          </a:p>
          <a:p>
            <a:r>
              <a:rPr lang="fr-FR" altLang="fr-FR" smtClean="0"/>
              <a:t>We Can Know The Master Plan Extend The Masters Hand</a:t>
            </a:r>
          </a:p>
          <a:p>
            <a:r>
              <a:rPr lang="fr-FR" altLang="fr-FR" smtClean="0"/>
              <a:t>22-  QUAND NOUS INVOQUONS  LE NOM DU SEIGNEUR </a:t>
            </a:r>
          </a:p>
          <a:p>
            <a:r>
              <a:rPr lang="fr-FR" altLang="fr-FR" smtClean="0"/>
              <a:t>When We Come In The Name Of The Lord</a:t>
            </a:r>
          </a:p>
          <a:p>
            <a:endParaRPr lang="fr-FR" altLang="fr-FR" smtClean="0"/>
          </a:p>
          <a:p>
            <a:r>
              <a:rPr lang="fr-FR" altLang="fr-FR" smtClean="0"/>
              <a:t>23-  IL Y A DE LA FORCE  DANS LE NOM DU SEIGNEUR</a:t>
            </a:r>
          </a:p>
          <a:p>
            <a:r>
              <a:rPr lang="fr-FR" altLang="fr-FR" smtClean="0"/>
              <a:t>There Is Strength In The Name Of The Lord</a:t>
            </a:r>
          </a:p>
          <a:p>
            <a:r>
              <a:rPr lang="fr-FR" altLang="fr-FR" smtClean="0"/>
              <a:t>24-  DE LA PUISSANCE  DANS LE NOM DU SEIGNEUR </a:t>
            </a:r>
          </a:p>
          <a:p>
            <a:r>
              <a:rPr lang="fr-FR" altLang="fr-FR" smtClean="0"/>
              <a:t>There Is Power In The Name Of The Lord 
25-  DE L'ESPOIR  DANS LE NOM DU SEIGNEUR</a:t>
            </a:r>
          </a:p>
          <a:p>
            <a:r>
              <a:rPr lang="fr-FR" altLang="fr-FR" smtClean="0"/>
              <a:t>There Is Hope In The Name Of The Lord 
26-  BÉNI CELUI QUI VIENT  DANS LE NOM DU SEIGNEUR  </a:t>
            </a:r>
          </a:p>
          <a:p>
            <a:r>
              <a:rPr lang="fr-FR" altLang="fr-FR" smtClean="0"/>
              <a:t>Blessed Is He Who Comes In The Name Of The Lord	 	X2</a:t>
            </a:r>
          </a:p>
          <a:p>
            <a:endParaRPr lang="fr-FR" altLang="fr-FR" smtClean="0"/>
          </a:p>
          <a:p>
            <a:r>
              <a:rPr lang="fr-FR" altLang="fr-FR" smtClean="0"/>
              <a:t>27-  COMME IL L'A DIT IL EST RESSUSCITÉ </a:t>
            </a:r>
          </a:p>
          <a:p>
            <a:r>
              <a:rPr lang="fr-FR" altLang="fr-FR" smtClean="0"/>
              <a:t>Just like he said He's risen from the dead</a:t>
            </a:r>
          </a:p>
          <a:p>
            <a:r>
              <a:rPr lang="fr-FR" altLang="fr-FR" smtClean="0"/>
              <a:t>28-  ET SON PEUPLE DIRA</a:t>
            </a:r>
          </a:p>
          <a:p>
            <a:r>
              <a:rPr lang="fr-FR" altLang="fr-FR" smtClean="0"/>
              <a:t>And the people say</a:t>
            </a:r>
          </a:p>
          <a:p>
            <a:endParaRPr lang="fr-FR" altLang="fr-FR" smtClean="0"/>
          </a:p>
          <a:p>
            <a:r>
              <a:rPr lang="fr-FR" altLang="fr-FR" smtClean="0"/>
              <a:t> 29-  NOUS L'APPELLERONS ROI DES ROIS ET SEIGNEUR DES SEIGNEURS </a:t>
            </a:r>
          </a:p>
          <a:p>
            <a:r>
              <a:rPr lang="fr-FR" altLang="fr-FR" smtClean="0"/>
              <a:t>We will call Him King of kings We will call Him Lord of lords</a:t>
            </a:r>
          </a:p>
          <a:p>
            <a:r>
              <a:rPr lang="fr-FR" altLang="fr-FR" smtClean="0"/>
              <a:t>30-  NOUS L'APPELLERONS  PRINCE DE PAIX </a:t>
            </a:r>
          </a:p>
          <a:p>
            <a:r>
              <a:rPr lang="fr-FR" altLang="fr-FR" smtClean="0"/>
              <a:t>We will call Him Prince of Peace</a:t>
            </a:r>
          </a:p>
          <a:p>
            <a:r>
              <a:rPr lang="fr-FR" altLang="fr-FR" smtClean="0"/>
              <a:t>31-  ET SI MERVEILLEUX CONSEILLER  DIEU PUISSANT </a:t>
            </a:r>
          </a:p>
          <a:p>
            <a:endParaRPr lang="fr-FR" altLang="fr-FR" smtClean="0"/>
          </a:p>
          <a:p>
            <a:r>
              <a:rPr lang="fr-FR" altLang="fr-FR" smtClean="0"/>
              <a:t>Such a wonderful counselor
32-  JE L'APPELLERAI ROI DES ROIS ET SEIGNEUR DES SEIGNEURS </a:t>
            </a:r>
          </a:p>
          <a:p>
            <a:r>
              <a:rPr lang="fr-FR" altLang="fr-FR" smtClean="0"/>
              <a:t>I will call Him King of kings and I will call Him Lord of lords</a:t>
            </a:r>
          </a:p>
          <a:p>
            <a:endParaRPr lang="fr-FR" altLang="fr-FR" smtClean="0"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Diapositive de titr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fr-FR" smtClean="0"/>
              <a:t>Cliquez pour modifier le style du titre</a:t>
            </a:r>
            <a:endParaRPr lang="fr-FR"/>
          </a:p>
        </p:txBody>
      </p:sp>
      <p:sp>
        <p:nvSpPr>
          <p:cNvPr id="3" name="Sous-titr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/>
            </a:lvl1pPr>
            <a:lvl2pPr marL="457200" indent="0" algn="ctr">
              <a:buNone/>
              <a:defRPr/>
            </a:lvl2pPr>
            <a:lvl3pPr marL="914400" indent="0" algn="ctr">
              <a:buNone/>
              <a:defRPr/>
            </a:lvl3pPr>
            <a:lvl4pPr marL="1371600" indent="0" algn="ctr">
              <a:buNone/>
              <a:defRPr/>
            </a:lvl4pPr>
            <a:lvl5pPr marL="1828800" indent="0" algn="ctr">
              <a:buNone/>
              <a:defRPr/>
            </a:lvl5pPr>
            <a:lvl6pPr marL="2286000" indent="0" algn="ctr">
              <a:buNone/>
              <a:defRPr/>
            </a:lvl6pPr>
            <a:lvl7pPr marL="2743200" indent="0" algn="ctr">
              <a:buNone/>
              <a:defRPr/>
            </a:lvl7pPr>
            <a:lvl8pPr marL="3200400" indent="0" algn="ctr">
              <a:buNone/>
              <a:defRPr/>
            </a:lvl8pPr>
            <a:lvl9pPr marL="3657600" indent="0" algn="ctr">
              <a:buNone/>
              <a:defRPr/>
            </a:lvl9pPr>
          </a:lstStyle>
          <a:p>
            <a:r>
              <a:rPr lang="fr-FR" smtClean="0"/>
              <a:t>Cliquez pour modifier le style des sous-titres du masque</a:t>
            </a:r>
            <a:endParaRPr lang="fr-FR"/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648D7C4E-5A06-4B0E-8BFE-2E8D81391D58}" type="slidenum">
              <a:rPr lang="en-GB"/>
              <a:pPr>
                <a:defRPr/>
              </a:pPr>
              <a:t>‹#›</a:t>
            </a:fld>
            <a:endParaRPr lang="en-GB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re et contenu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smtClean="0"/>
              <a:t>Cliquez pour modifier le style du titre</a:t>
            </a:r>
            <a:endParaRPr lang="fr-FR"/>
          </a:p>
        </p:txBody>
      </p:sp>
      <p:sp>
        <p:nvSpPr>
          <p:cNvPr id="3" name="Espace réservé du contenu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fr-FR" smtClean="0"/>
              <a:t>Cliquez pour modifier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fr-FR"/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FED018C9-5891-4B05-BE11-431ACEB00F64}" type="slidenum">
              <a:rPr lang="en-GB"/>
              <a:pPr>
                <a:defRPr/>
              </a:pPr>
              <a:t>‹#›</a:t>
            </a:fld>
            <a:endParaRPr lang="en-GB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Titre de sec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fr-FR" smtClean="0"/>
              <a:t>Cliquez pour modifier le style du titre</a:t>
            </a:r>
            <a:endParaRPr lang="fr-FR"/>
          </a:p>
        </p:txBody>
      </p:sp>
      <p:sp>
        <p:nvSpPr>
          <p:cNvPr id="3" name="Espace réservé du texte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/>
            </a:lvl1pPr>
            <a:lvl2pPr marL="457200" indent="0">
              <a:buNone/>
              <a:defRPr sz="1800"/>
            </a:lvl2pPr>
            <a:lvl3pPr marL="914400" indent="0">
              <a:buNone/>
              <a:defRPr sz="1600"/>
            </a:lvl3pPr>
            <a:lvl4pPr marL="1371600" indent="0">
              <a:buNone/>
              <a:defRPr sz="1400"/>
            </a:lvl4pPr>
            <a:lvl5pPr marL="1828800" indent="0">
              <a:buNone/>
              <a:defRPr sz="1400"/>
            </a:lvl5pPr>
            <a:lvl6pPr marL="2286000" indent="0">
              <a:buNone/>
              <a:defRPr sz="1400"/>
            </a:lvl6pPr>
            <a:lvl7pPr marL="2743200" indent="0">
              <a:buNone/>
              <a:defRPr sz="1400"/>
            </a:lvl7pPr>
            <a:lvl8pPr marL="3200400" indent="0">
              <a:buNone/>
              <a:defRPr sz="1400"/>
            </a:lvl8pPr>
            <a:lvl9pPr marL="3657600" indent="0">
              <a:buNone/>
              <a:defRPr sz="1400"/>
            </a:lvl9pPr>
          </a:lstStyle>
          <a:p>
            <a:pPr lvl="0"/>
            <a:r>
              <a:rPr lang="fr-FR" smtClean="0"/>
              <a:t>Cliquez pour modifier les styles du texte du masque</a:t>
            </a:r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68DCC15C-D25E-4FB2-9DE5-41B692ED6070}" type="slidenum">
              <a:rPr lang="en-GB"/>
              <a:pPr>
                <a:defRPr/>
              </a:pPr>
              <a:t>‹#›</a:t>
            </a:fld>
            <a:endParaRPr lang="en-GB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eux contenu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smtClean="0"/>
              <a:t>Cliquez pour modifier le style du titre</a:t>
            </a:r>
            <a:endParaRPr lang="fr-FR"/>
          </a:p>
        </p:txBody>
      </p:sp>
      <p:sp>
        <p:nvSpPr>
          <p:cNvPr id="3" name="Espace réservé du contenu 2"/>
          <p:cNvSpPr>
            <a:spLocks noGrp="1"/>
          </p:cNvSpPr>
          <p:nvPr>
            <p:ph sz="half" idx="1"/>
          </p:nvPr>
        </p:nvSpPr>
        <p:spPr>
          <a:xfrm>
            <a:off x="685800" y="1981200"/>
            <a:ext cx="3810000" cy="4114800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fr-FR" smtClean="0"/>
              <a:t>Cliquez pour modifier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fr-FR"/>
          </a:p>
        </p:txBody>
      </p:sp>
      <p:sp>
        <p:nvSpPr>
          <p:cNvPr id="4" name="Espace réservé du contenu 3"/>
          <p:cNvSpPr>
            <a:spLocks noGrp="1"/>
          </p:cNvSpPr>
          <p:nvPr>
            <p:ph sz="half" idx="2"/>
          </p:nvPr>
        </p:nvSpPr>
        <p:spPr>
          <a:xfrm>
            <a:off x="4648200" y="1981200"/>
            <a:ext cx="3810000" cy="4114800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fr-FR" smtClean="0"/>
              <a:t>Cliquez pour modifier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fr-FR"/>
          </a:p>
        </p:txBody>
      </p:sp>
      <p:sp>
        <p:nvSpPr>
          <p:cNvPr id="5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6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7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9F4927BF-8AA3-48DC-BEB8-ACD309402E51}" type="slidenum">
              <a:rPr lang="en-GB"/>
              <a:pPr>
                <a:defRPr/>
              </a:pPr>
              <a:t>‹#›</a:t>
            </a:fld>
            <a:endParaRPr lang="en-GB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a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</p:spPr>
        <p:txBody>
          <a:bodyPr/>
          <a:lstStyle>
            <a:lvl1pPr>
              <a:defRPr/>
            </a:lvl1pPr>
          </a:lstStyle>
          <a:p>
            <a:r>
              <a:rPr lang="fr-FR" smtClean="0"/>
              <a:t>Cliquez pour modifier le style du titre</a:t>
            </a:r>
            <a:endParaRPr lang="fr-FR"/>
          </a:p>
        </p:txBody>
      </p:sp>
      <p:sp>
        <p:nvSpPr>
          <p:cNvPr id="3" name="Espace réservé du texte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fr-FR" smtClean="0"/>
              <a:t>Cliquez pour modifier les styles du texte du masque</a:t>
            </a:r>
          </a:p>
        </p:txBody>
      </p:sp>
      <p:sp>
        <p:nvSpPr>
          <p:cNvPr id="4" name="Espace réservé du contenu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fr-FR" smtClean="0"/>
              <a:t>Cliquez pour modifier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fr-FR"/>
          </a:p>
        </p:txBody>
      </p:sp>
      <p:sp>
        <p:nvSpPr>
          <p:cNvPr id="5" name="Espace réservé du texte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fr-FR" smtClean="0"/>
              <a:t>Cliquez pour modifier les styles du texte du masque</a:t>
            </a:r>
          </a:p>
        </p:txBody>
      </p:sp>
      <p:sp>
        <p:nvSpPr>
          <p:cNvPr id="6" name="Espace réservé du contenu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fr-FR" smtClean="0"/>
              <a:t>Cliquez pour modifier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fr-FR"/>
          </a:p>
        </p:txBody>
      </p:sp>
      <p:sp>
        <p:nvSpPr>
          <p:cNvPr id="7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8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9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AE0D3230-5819-43D9-8956-9EFBE62E21F0}" type="slidenum">
              <a:rPr lang="en-GB"/>
              <a:pPr>
                <a:defRPr/>
              </a:pPr>
              <a:t>‹#›</a:t>
            </a:fld>
            <a:endParaRPr lang="en-GB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re seu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smtClean="0"/>
              <a:t>Cliquez pour modifier le style du titre</a:t>
            </a:r>
            <a:endParaRPr lang="fr-FR"/>
          </a:p>
        </p:txBody>
      </p:sp>
      <p:sp>
        <p:nvSpPr>
          <p:cNvPr id="3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4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5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3F62D4C6-631B-4B5F-8656-7D83869A90AC}" type="slidenum">
              <a:rPr lang="en-GB"/>
              <a:pPr>
                <a:defRPr/>
              </a:pPr>
              <a:t>‹#›</a:t>
            </a:fld>
            <a:endParaRPr lang="en-GB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V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3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4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1F3747B5-C316-4065-BAC9-1189832B8947}" type="slidenum">
              <a:rPr lang="en-GB"/>
              <a:pPr>
                <a:defRPr/>
              </a:pPr>
              <a:t>‹#›</a:t>
            </a:fld>
            <a:endParaRPr lang="en-GB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u avec légen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fr-FR" smtClean="0"/>
              <a:t>Cliquez pour modifier le style du titre</a:t>
            </a:r>
            <a:endParaRPr lang="fr-FR"/>
          </a:p>
        </p:txBody>
      </p:sp>
      <p:sp>
        <p:nvSpPr>
          <p:cNvPr id="3" name="Espace réservé du contenu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fr-FR" smtClean="0"/>
              <a:t>Cliquez pour modifier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fr-FR"/>
          </a:p>
        </p:txBody>
      </p:sp>
      <p:sp>
        <p:nvSpPr>
          <p:cNvPr id="4" name="Espace réservé du texte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fr-FR" smtClean="0"/>
              <a:t>Cliquez pour modifier les styles du texte du masque</a:t>
            </a:r>
          </a:p>
        </p:txBody>
      </p:sp>
      <p:sp>
        <p:nvSpPr>
          <p:cNvPr id="5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6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7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316ED174-6799-4BED-9C0D-03FDE064A350}" type="slidenum">
              <a:rPr lang="en-GB"/>
              <a:pPr>
                <a:defRPr/>
              </a:pPr>
              <a:t>‹#›</a:t>
            </a:fld>
            <a:endParaRPr lang="en-GB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age avec légen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fr-FR" smtClean="0"/>
              <a:t>Cliquez pour modifier le style du titre</a:t>
            </a:r>
            <a:endParaRPr lang="fr-FR"/>
          </a:p>
        </p:txBody>
      </p:sp>
      <p:sp>
        <p:nvSpPr>
          <p:cNvPr id="3" name="Espace réservé pour une image 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lvl="0"/>
            <a:endParaRPr lang="fr-FR" noProof="0" smtClean="0"/>
          </a:p>
        </p:txBody>
      </p:sp>
      <p:sp>
        <p:nvSpPr>
          <p:cNvPr id="4" name="Espace réservé du texte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fr-FR" smtClean="0"/>
              <a:t>Cliquez pour modifier les styles du texte du masque</a:t>
            </a:r>
          </a:p>
        </p:txBody>
      </p:sp>
      <p:sp>
        <p:nvSpPr>
          <p:cNvPr id="5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6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7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8BD5B850-147D-48CB-80FC-58D8071975EC}" type="slidenum">
              <a:rPr lang="en-GB"/>
              <a:pPr>
                <a:defRPr/>
              </a:pPr>
              <a:t>‹#›</a:t>
            </a:fld>
            <a:endParaRPr lang="en-GB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re et texte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smtClean="0"/>
              <a:t>Cliquez pour modifier le style du titre</a:t>
            </a:r>
            <a:endParaRPr lang="fr-FR"/>
          </a:p>
        </p:txBody>
      </p:sp>
      <p:sp>
        <p:nvSpPr>
          <p:cNvPr id="3" name="Espace réservé du texte vertical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fr-FR" smtClean="0"/>
              <a:t>Cliquez pour modifier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fr-FR"/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5E4673F8-AABF-488D-9730-07675BF973F6}" type="slidenum">
              <a:rPr lang="en-GB"/>
              <a:pPr>
                <a:defRPr/>
              </a:pPr>
              <a:t>‹#›</a:t>
            </a:fld>
            <a:endParaRPr lang="en-GB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Titre vertical et text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vertical 1"/>
          <p:cNvSpPr>
            <a:spLocks noGrp="1"/>
          </p:cNvSpPr>
          <p:nvPr>
            <p:ph type="title" orient="vert"/>
          </p:nvPr>
        </p:nvSpPr>
        <p:spPr>
          <a:xfrm>
            <a:off x="6515100" y="609600"/>
            <a:ext cx="1943100" cy="5486400"/>
          </a:xfrm>
        </p:spPr>
        <p:txBody>
          <a:bodyPr vert="eaVert"/>
          <a:lstStyle/>
          <a:p>
            <a:r>
              <a:rPr lang="fr-FR" smtClean="0"/>
              <a:t>Cliquez pour modifier le style du titre</a:t>
            </a:r>
            <a:endParaRPr lang="fr-FR"/>
          </a:p>
        </p:txBody>
      </p:sp>
      <p:sp>
        <p:nvSpPr>
          <p:cNvPr id="3" name="Espace réservé du texte vertical 2"/>
          <p:cNvSpPr>
            <a:spLocks noGrp="1"/>
          </p:cNvSpPr>
          <p:nvPr>
            <p:ph type="body" orient="vert" idx="1"/>
          </p:nvPr>
        </p:nvSpPr>
        <p:spPr>
          <a:xfrm>
            <a:off x="685800" y="609600"/>
            <a:ext cx="5676900" cy="5486400"/>
          </a:xfrm>
        </p:spPr>
        <p:txBody>
          <a:bodyPr vert="eaVert"/>
          <a:lstStyle/>
          <a:p>
            <a:pPr lvl="0"/>
            <a:r>
              <a:rPr lang="fr-FR" smtClean="0"/>
              <a:t>Cliquez pour modifier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fr-FR"/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538CB217-7FD2-4B63-9BD6-0E0293CF6A9C}" type="slidenum">
              <a:rPr lang="en-GB"/>
              <a:pPr>
                <a:defRPr/>
              </a:pPr>
              <a:t>‹#›</a:t>
            </a:fld>
            <a:endParaRPr lang="en-GB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6" name="Rectangle 2"/>
          <p:cNvSpPr>
            <a:spLocks noGrp="1" noChangeArrowheads="1"/>
          </p:cNvSpPr>
          <p:nvPr>
            <p:ph type="title"/>
          </p:nvPr>
        </p:nvSpPr>
        <p:spPr bwMode="auto">
          <a:xfrm>
            <a:off x="685800" y="609600"/>
            <a:ext cx="7772400" cy="1143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/>
          <a:p>
            <a:pPr lvl="0"/>
            <a:r>
              <a:rPr lang="en-GB" altLang="fr-FR" smtClean="0"/>
              <a:t>Click to edit Master title style</a:t>
            </a:r>
          </a:p>
        </p:txBody>
      </p:sp>
      <p:sp>
        <p:nvSpPr>
          <p:cNvPr id="1027" name="Rectangle 3"/>
          <p:cNvSpPr>
            <a:spLocks noGrp="1" noChangeArrowheads="1"/>
          </p:cNvSpPr>
          <p:nvPr>
            <p:ph type="body" idx="1"/>
          </p:nvPr>
        </p:nvSpPr>
        <p:spPr bwMode="auto">
          <a:xfrm>
            <a:off x="685800" y="1981200"/>
            <a:ext cx="7772400" cy="41148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GB" altLang="fr-FR" smtClean="0"/>
              <a:t>Click to edit Master text styles</a:t>
            </a:r>
          </a:p>
          <a:p>
            <a:pPr lvl="1"/>
            <a:r>
              <a:rPr lang="en-GB" altLang="fr-FR" smtClean="0"/>
              <a:t>Second level</a:t>
            </a:r>
          </a:p>
          <a:p>
            <a:pPr lvl="2"/>
            <a:r>
              <a:rPr lang="en-GB" altLang="fr-FR" smtClean="0"/>
              <a:t>Third level</a:t>
            </a:r>
          </a:p>
          <a:p>
            <a:pPr lvl="3"/>
            <a:r>
              <a:rPr lang="en-GB" altLang="fr-FR" smtClean="0"/>
              <a:t>Fourth level</a:t>
            </a:r>
          </a:p>
          <a:p>
            <a:pPr lvl="4"/>
            <a:r>
              <a:rPr lang="en-GB" altLang="fr-FR" smtClean="0"/>
              <a:t>Fifth level</a:t>
            </a:r>
          </a:p>
        </p:txBody>
      </p:sp>
      <p:sp>
        <p:nvSpPr>
          <p:cNvPr id="1028" name="Rectangle 4"/>
          <p:cNvSpPr>
            <a:spLocks noGrp="1" noChangeArrowheads="1"/>
          </p:cNvSpPr>
          <p:nvPr>
            <p:ph type="dt" sz="half" idx="2"/>
          </p:nvPr>
        </p:nvSpPr>
        <p:spPr bwMode="auto">
          <a:xfrm>
            <a:off x="685800" y="6248400"/>
            <a:ext cx="19050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>
              <a:defRPr sz="1400"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1029" name="Rectangle 5"/>
          <p:cNvSpPr>
            <a:spLocks noGrp="1" noChangeArrowheads="1"/>
          </p:cNvSpPr>
          <p:nvPr>
            <p:ph type="ftr" sz="quarter" idx="3"/>
          </p:nvPr>
        </p:nvSpPr>
        <p:spPr bwMode="auto">
          <a:xfrm>
            <a:off x="3124200" y="6248400"/>
            <a:ext cx="28956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ctr">
              <a:defRPr sz="1400"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1030" name="Rectangle 6"/>
          <p:cNvSpPr>
            <a:spLocks noGrp="1" noChangeArrowheads="1"/>
          </p:cNvSpPr>
          <p:nvPr>
            <p:ph type="sldNum" sz="quarter" idx="4"/>
          </p:nvPr>
        </p:nvSpPr>
        <p:spPr bwMode="auto">
          <a:xfrm>
            <a:off x="6553200" y="6248400"/>
            <a:ext cx="19050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r">
              <a:defRPr sz="1400"/>
            </a:lvl1pPr>
          </a:lstStyle>
          <a:p>
            <a:pPr>
              <a:defRPr/>
            </a:pPr>
            <a:fld id="{EF404681-0408-4931-ACF7-5CB718B60F94}" type="slidenum">
              <a:rPr lang="en-GB"/>
              <a:pPr>
                <a:defRPr/>
              </a:pPr>
              <a:t>‹#›</a:t>
            </a:fld>
            <a:endParaRPr lang="en-GB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+mj-lt"/>
          <a:ea typeface="+mj-ea"/>
          <a:cs typeface="+mj-cs"/>
        </a:defRPr>
      </a:lvl1pPr>
      <a:lvl2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Franklin Gothic Medium" pitchFamily="34" charset="0"/>
        </a:defRPr>
      </a:lvl2pPr>
      <a:lvl3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Franklin Gothic Medium" pitchFamily="34" charset="0"/>
        </a:defRPr>
      </a:lvl3pPr>
      <a:lvl4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Franklin Gothic Medium" pitchFamily="34" charset="0"/>
        </a:defRPr>
      </a:lvl4pPr>
      <a:lvl5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Franklin Gothic Medium" pitchFamily="34" charset="0"/>
        </a:defRPr>
      </a:lvl5pPr>
      <a:lvl6pPr marL="457200"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Franklin Gothic Medium" pitchFamily="34" charset="0"/>
        </a:defRPr>
      </a:lvl6pPr>
      <a:lvl7pPr marL="914400"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Franklin Gothic Medium" pitchFamily="34" charset="0"/>
        </a:defRPr>
      </a:lvl7pPr>
      <a:lvl8pPr marL="1371600"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Franklin Gothic Medium" pitchFamily="34" charset="0"/>
        </a:defRPr>
      </a:lvl8pPr>
      <a:lvl9pPr marL="1828800"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Franklin Gothic Medium" pitchFamily="34" charset="0"/>
        </a:defRPr>
      </a:lvl9pPr>
    </p:titleStyle>
    <p:bodyStyle>
      <a:lvl1pPr marL="342900" indent="-342900" algn="l" rtl="0" eaLnBrk="0" fontAlgn="base" hangingPunct="0">
        <a:spcBef>
          <a:spcPct val="20000"/>
        </a:spcBef>
        <a:spcAft>
          <a:spcPct val="0"/>
        </a:spcAft>
        <a:buChar char="•"/>
        <a:defRPr sz="3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rtl="0" eaLnBrk="0" fontAlgn="base" hangingPunct="0">
        <a:spcBef>
          <a:spcPct val="20000"/>
        </a:spcBef>
        <a:spcAft>
          <a:spcPct val="0"/>
        </a:spcAft>
        <a:buChar char="–"/>
        <a:defRPr sz="2800">
          <a:solidFill>
            <a:schemeClr val="tx1"/>
          </a:solidFill>
          <a:latin typeface="+mn-lt"/>
        </a:defRPr>
      </a:lvl2pPr>
      <a:lvl3pPr marL="1143000" indent="-228600" algn="l" rtl="0" eaLnBrk="0" fontAlgn="base" hangingPunct="0">
        <a:spcBef>
          <a:spcPct val="20000"/>
        </a:spcBef>
        <a:spcAft>
          <a:spcPct val="0"/>
        </a:spcAft>
        <a:buChar char="•"/>
        <a:defRPr sz="2400">
          <a:solidFill>
            <a:schemeClr val="tx1"/>
          </a:solidFill>
          <a:latin typeface="+mn-lt"/>
        </a:defRPr>
      </a:lvl3pPr>
      <a:lvl4pPr marL="1600200" indent="-228600" algn="l" rtl="0" eaLnBrk="0" fontAlgn="base" hangingPunct="0">
        <a:spcBef>
          <a:spcPct val="20000"/>
        </a:spcBef>
        <a:spcAft>
          <a:spcPct val="0"/>
        </a:spcAft>
        <a:buChar char="–"/>
        <a:defRPr sz="2000">
          <a:solidFill>
            <a:schemeClr val="tx1"/>
          </a:solidFill>
          <a:latin typeface="+mn-lt"/>
        </a:defRPr>
      </a:lvl4pPr>
      <a:lvl5pPr marL="2057400" indent="-228600" algn="l" rtl="0" eaLnBrk="0" fontAlgn="base" hangingPunct="0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</a:defRPr>
      </a:lvl5pPr>
      <a:lvl6pPr marL="2514600" indent="-228600" algn="l" rtl="0" fontAlgn="base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</a:defRPr>
      </a:lvl6pPr>
      <a:lvl7pPr marL="2971800" indent="-228600" algn="l" rtl="0" fontAlgn="base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</a:defRPr>
      </a:lvl7pPr>
      <a:lvl8pPr marL="3429000" indent="-228600" algn="l" rtl="0" fontAlgn="base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</a:defRPr>
      </a:lvl8pPr>
      <a:lvl9pPr marL="3886200" indent="-228600" algn="l" rtl="0" fontAlgn="base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</a:defRPr>
      </a:lvl9pPr>
    </p:bodyStyle>
    <p:otherStyle>
      <a:defPPr>
        <a:defRPr lang="fr-FR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7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7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7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7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7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7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7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7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7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0.xml"/><Relationship Id="rId1" Type="http://schemas.openxmlformats.org/officeDocument/2006/relationships/slideLayout" Target="../slideLayouts/slideLayout7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1.xml"/><Relationship Id="rId1" Type="http://schemas.openxmlformats.org/officeDocument/2006/relationships/slideLayout" Target="../slideLayouts/slideLayout7.xml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2.xml"/><Relationship Id="rId1" Type="http://schemas.openxmlformats.org/officeDocument/2006/relationships/slideLayout" Target="../slideLayouts/slideLayout7.xml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3.xml"/><Relationship Id="rId1" Type="http://schemas.openxmlformats.org/officeDocument/2006/relationships/slideLayout" Target="../slideLayouts/slideLayout7.xml"/></Relationships>
</file>

<file path=ppt/slides/_rels/slide2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4.xml"/><Relationship Id="rId1" Type="http://schemas.openxmlformats.org/officeDocument/2006/relationships/slideLayout" Target="../slideLayouts/slideLayout7.xml"/></Relationships>
</file>

<file path=ppt/slides/_rels/slide2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5.xml"/><Relationship Id="rId1" Type="http://schemas.openxmlformats.org/officeDocument/2006/relationships/slideLayout" Target="../slideLayouts/slideLayout7.xml"/></Relationships>
</file>

<file path=ppt/slides/_rels/slide2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6.xml"/><Relationship Id="rId1" Type="http://schemas.openxmlformats.org/officeDocument/2006/relationships/slideLayout" Target="../slideLayouts/slideLayout7.xml"/></Relationships>
</file>

<file path=ppt/slides/_rels/slide2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7.xml"/><Relationship Id="rId1" Type="http://schemas.openxmlformats.org/officeDocument/2006/relationships/slideLayout" Target="../slideLayouts/slideLayout7.xml"/></Relationships>
</file>

<file path=ppt/slides/_rels/slide2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8.xml"/><Relationship Id="rId1" Type="http://schemas.openxmlformats.org/officeDocument/2006/relationships/slideLayout" Target="../slideLayouts/slideLayout7.xml"/></Relationships>
</file>

<file path=ppt/slides/_rels/slide2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9.xml"/><Relationship Id="rId1" Type="http://schemas.openxmlformats.org/officeDocument/2006/relationships/slideLayout" Target="../slideLayouts/slideLayout7.xml"/></Relationships>
</file>

<file path=ppt/slides/_rels/slide3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0.xml"/><Relationship Id="rId1" Type="http://schemas.openxmlformats.org/officeDocument/2006/relationships/slideLayout" Target="../slideLayouts/slideLayout7.xml"/></Relationships>
</file>

<file path=ppt/slides/_rels/slide3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1.xml"/><Relationship Id="rId1" Type="http://schemas.openxmlformats.org/officeDocument/2006/relationships/slideLayout" Target="../slideLayouts/slideLayout7.xml"/></Relationships>
</file>

<file path=ppt/slides/_rels/slide3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2.xml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411" name="Rectangle 8"/>
          <p:cNvSpPr>
            <a:spLocks noChangeArrowheads="1"/>
          </p:cNvSpPr>
          <p:nvPr/>
        </p:nvSpPr>
        <p:spPr bwMode="auto">
          <a:xfrm>
            <a:off x="0" y="-1"/>
            <a:ext cx="9144000" cy="1143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>
            <a:outerShdw blurRad="63500" dist="37357" dir="2700000" rotWithShape="0">
              <a:srgbClr val="A6A6A6"/>
            </a:outerShdw>
          </a:effectLst>
        </p:spPr>
        <p:txBody>
          <a:bodyPr/>
          <a:lstStyle/>
          <a:p>
            <a:pPr algn="ctr">
              <a:lnSpc>
                <a:spcPct val="90000"/>
              </a:lnSpc>
              <a:defRPr/>
            </a:pPr>
            <a:r>
              <a:rPr lang="fr-FR" sz="4000" dirty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Franklin Gothic Medium"/>
              </a:rPr>
              <a:t>QUAND CERTAINS </a:t>
            </a:r>
          </a:p>
          <a:p>
            <a:pPr algn="ctr">
              <a:lnSpc>
                <a:spcPct val="90000"/>
              </a:lnSpc>
              <a:defRPr/>
            </a:pPr>
            <a:r>
              <a:rPr lang="fr-FR" sz="4000" dirty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Franklin Gothic Medium"/>
              </a:rPr>
              <a:t>MARCHENT PAR LA VUE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411" name="Rectangle 8"/>
          <p:cNvSpPr>
            <a:spLocks noChangeArrowheads="1"/>
          </p:cNvSpPr>
          <p:nvPr/>
        </p:nvSpPr>
        <p:spPr bwMode="auto">
          <a:xfrm>
            <a:off x="0" y="-1"/>
            <a:ext cx="9144000" cy="1143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>
            <a:outerShdw blurRad="63500" dist="37357" dir="2700000" rotWithShape="0">
              <a:srgbClr val="A6A6A6"/>
            </a:outerShdw>
          </a:effectLst>
        </p:spPr>
        <p:txBody>
          <a:bodyPr/>
          <a:lstStyle/>
          <a:p>
            <a:pPr algn="ctr">
              <a:lnSpc>
                <a:spcPct val="90000"/>
              </a:lnSpc>
              <a:defRPr/>
            </a:pPr>
            <a:r>
              <a:rPr lang="fr-FR" sz="4000" dirty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Franklin Gothic Medium"/>
              </a:rPr>
              <a:t>CONDUITS PAR LEURS REGARDS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411" name="Rectangle 8"/>
          <p:cNvSpPr>
            <a:spLocks noChangeArrowheads="1"/>
          </p:cNvSpPr>
          <p:nvPr/>
        </p:nvSpPr>
        <p:spPr bwMode="auto">
          <a:xfrm>
            <a:off x="0" y="-1"/>
            <a:ext cx="9144000" cy="1143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>
            <a:outerShdw blurRad="63500" dist="37357" dir="2700000" rotWithShape="0">
              <a:srgbClr val="A6A6A6"/>
            </a:outerShdw>
          </a:effectLst>
        </p:spPr>
        <p:txBody>
          <a:bodyPr/>
          <a:lstStyle/>
          <a:p>
            <a:pPr algn="ctr">
              <a:lnSpc>
                <a:spcPct val="90000"/>
              </a:lnSpc>
              <a:defRPr/>
            </a:pPr>
            <a:r>
              <a:rPr lang="fr-FR" sz="4000" dirty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Franklin Gothic Medium"/>
              </a:rPr>
              <a:t>TU VERRAS DES CHOSES</a:t>
            </a:r>
          </a:p>
          <a:p>
            <a:pPr algn="ctr">
              <a:lnSpc>
                <a:spcPct val="90000"/>
              </a:lnSpc>
              <a:defRPr/>
            </a:pPr>
            <a:r>
              <a:rPr lang="fr-FR" sz="4000" dirty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Franklin Gothic Medium"/>
              </a:rPr>
              <a:t> QUI SONT ÉTERNELLES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411" name="Rectangle 8"/>
          <p:cNvSpPr>
            <a:spLocks noChangeArrowheads="1"/>
          </p:cNvSpPr>
          <p:nvPr/>
        </p:nvSpPr>
        <p:spPr bwMode="auto">
          <a:xfrm>
            <a:off x="0" y="-1"/>
            <a:ext cx="9144000" cy="1143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>
            <a:outerShdw blurRad="63500" dist="37357" dir="2700000" rotWithShape="0">
              <a:srgbClr val="A6A6A6"/>
            </a:outerShdw>
          </a:effectLst>
        </p:spPr>
        <p:txBody>
          <a:bodyPr/>
          <a:lstStyle/>
          <a:p>
            <a:pPr algn="ctr">
              <a:lnSpc>
                <a:spcPct val="90000"/>
              </a:lnSpc>
              <a:defRPr/>
            </a:pPr>
            <a:r>
              <a:rPr lang="fr-FR" sz="4000" dirty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Franklin Gothic Medium"/>
              </a:rPr>
              <a:t>TU SAURAS ET CONNAÎTRAS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411" name="Rectangle 8"/>
          <p:cNvSpPr>
            <a:spLocks noChangeArrowheads="1"/>
          </p:cNvSpPr>
          <p:nvPr/>
        </p:nvSpPr>
        <p:spPr bwMode="auto">
          <a:xfrm>
            <a:off x="0" y="-1"/>
            <a:ext cx="9144000" cy="1143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>
            <a:outerShdw blurRad="63500" dist="37357" dir="2700000" rotWithShape="0">
              <a:srgbClr val="A6A6A6"/>
            </a:outerShdw>
          </a:effectLst>
        </p:spPr>
        <p:txBody>
          <a:bodyPr/>
          <a:lstStyle/>
          <a:p>
            <a:pPr algn="ctr">
              <a:lnSpc>
                <a:spcPct val="90000"/>
              </a:lnSpc>
              <a:defRPr/>
            </a:pPr>
            <a:r>
              <a:rPr lang="fr-FR" sz="4000" dirty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Franklin Gothic Medium"/>
              </a:rPr>
              <a:t>AVEC UNE FOI D’ENFANT</a:t>
            </a:r>
          </a:p>
          <a:p>
            <a:pPr algn="ctr">
              <a:lnSpc>
                <a:spcPct val="90000"/>
              </a:lnSpc>
              <a:defRPr/>
            </a:pPr>
            <a:r>
              <a:rPr lang="fr-FR" sz="4000" dirty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Franklin Gothic Medium"/>
              </a:rPr>
              <a:t>LA VALEUR DE CELUI QUI EST FIDÈLE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411" name="Rectangle 8"/>
          <p:cNvSpPr>
            <a:spLocks noChangeArrowheads="1"/>
          </p:cNvSpPr>
          <p:nvPr/>
        </p:nvSpPr>
        <p:spPr bwMode="auto">
          <a:xfrm>
            <a:off x="0" y="-1"/>
            <a:ext cx="9144000" cy="1143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>
            <a:outerShdw blurRad="63500" dist="37357" dir="2700000" rotWithShape="0">
              <a:srgbClr val="A6A6A6"/>
            </a:outerShdw>
          </a:effectLst>
        </p:spPr>
        <p:txBody>
          <a:bodyPr/>
          <a:lstStyle/>
          <a:p>
            <a:pPr algn="ctr">
              <a:lnSpc>
                <a:spcPct val="90000"/>
              </a:lnSpc>
              <a:defRPr/>
            </a:pPr>
            <a:r>
              <a:rPr lang="fr-FR" sz="4000" dirty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Franklin Gothic Medium"/>
              </a:rPr>
              <a:t>QUAND ILS DISENT </a:t>
            </a:r>
          </a:p>
          <a:p>
            <a:pPr algn="ctr">
              <a:lnSpc>
                <a:spcPct val="90000"/>
              </a:lnSpc>
              <a:defRPr/>
            </a:pPr>
            <a:r>
              <a:rPr lang="fr-FR" sz="4000" dirty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Franklin Gothic Medium"/>
              </a:rPr>
              <a:t>QUE JE NE SUIS QU’UN HOMME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411" name="Rectangle 8"/>
          <p:cNvSpPr>
            <a:spLocks noChangeArrowheads="1"/>
          </p:cNvSpPr>
          <p:nvPr/>
        </p:nvSpPr>
        <p:spPr bwMode="auto">
          <a:xfrm>
            <a:off x="0" y="-1"/>
            <a:ext cx="9144000" cy="1143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>
            <a:outerShdw blurRad="63500" dist="37357" dir="2700000" rotWithShape="0">
              <a:srgbClr val="A6A6A6"/>
            </a:outerShdw>
          </a:effectLst>
        </p:spPr>
        <p:txBody>
          <a:bodyPr/>
          <a:lstStyle/>
          <a:p>
            <a:pPr algn="ctr">
              <a:lnSpc>
                <a:spcPct val="90000"/>
              </a:lnSpc>
              <a:defRPr/>
            </a:pPr>
            <a:r>
              <a:rPr lang="fr-FR" sz="4000" dirty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Franklin Gothic Medium"/>
              </a:rPr>
              <a:t>VOULANT VIVRE SES RÊVES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411" name="Rectangle 8"/>
          <p:cNvSpPr>
            <a:spLocks noChangeArrowheads="1"/>
          </p:cNvSpPr>
          <p:nvPr/>
        </p:nvSpPr>
        <p:spPr bwMode="auto">
          <a:xfrm>
            <a:off x="0" y="-1"/>
            <a:ext cx="9144000" cy="1143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>
            <a:outerShdw blurRad="63500" dist="37357" dir="2700000" rotWithShape="0">
              <a:srgbClr val="A6A6A6"/>
            </a:outerShdw>
          </a:effectLst>
        </p:spPr>
        <p:txBody>
          <a:bodyPr/>
          <a:lstStyle/>
          <a:p>
            <a:pPr algn="ctr">
              <a:lnSpc>
                <a:spcPct val="90000"/>
              </a:lnSpc>
              <a:defRPr/>
            </a:pPr>
            <a:r>
              <a:rPr lang="fr-FR" sz="4000" dirty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Franklin Gothic Medium"/>
              </a:rPr>
              <a:t>QUAND ILS APPELLENT </a:t>
            </a:r>
            <a:endParaRPr lang="fr-FR" sz="4000" dirty="0">
              <a:ln w="12700">
                <a:solidFill>
                  <a:srgbClr val="A6A6A6"/>
                </a:solidFill>
              </a:ln>
              <a:solidFill>
                <a:srgbClr val="FFFFFF"/>
              </a:solidFill>
              <a:effectLst>
                <a:prstShdw prst="shdw14" dist="35921" dir="2700001">
                  <a:scrgbClr r="0" g="0" b="0">
                    <a:alpha val="43000"/>
                  </a:scrgbClr>
                </a:prstShdw>
              </a:effectLst>
              <a:latin typeface="Franklin Gothic Medium"/>
            </a:endParaRPr>
          </a:p>
          <a:p>
            <a:pPr algn="ctr">
              <a:lnSpc>
                <a:spcPct val="90000"/>
              </a:lnSpc>
              <a:defRPr/>
            </a:pPr>
            <a:r>
              <a:rPr lang="fr-FR" sz="4000" dirty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Franklin Gothic Medium"/>
              </a:rPr>
              <a:t>UN MIRACLE UN </a:t>
            </a:r>
            <a:r>
              <a:rPr lang="fr-FR" sz="4000" dirty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Franklin Gothic Medium"/>
              </a:rPr>
              <a:t>MYTHE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411" name="Rectangle 8"/>
          <p:cNvSpPr>
            <a:spLocks noChangeArrowheads="1"/>
          </p:cNvSpPr>
          <p:nvPr/>
        </p:nvSpPr>
        <p:spPr bwMode="auto">
          <a:xfrm>
            <a:off x="0" y="-1"/>
            <a:ext cx="9144000" cy="1143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>
            <a:outerShdw blurRad="63500" dist="37357" dir="2700000" rotWithShape="0">
              <a:srgbClr val="A6A6A6"/>
            </a:outerShdw>
          </a:effectLst>
        </p:spPr>
        <p:txBody>
          <a:bodyPr/>
          <a:lstStyle/>
          <a:p>
            <a:pPr algn="ctr">
              <a:lnSpc>
                <a:spcPct val="90000"/>
              </a:lnSpc>
              <a:defRPr/>
            </a:pPr>
            <a:r>
              <a:rPr lang="fr-FR" sz="4000" dirty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Franklin Gothic Medium"/>
              </a:rPr>
              <a:t>TU COMPRENDRAS EN UN INSTANT TOUTES CES CHOSES CACHÉES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411" name="Rectangle 8"/>
          <p:cNvSpPr>
            <a:spLocks noChangeArrowheads="1"/>
          </p:cNvSpPr>
          <p:nvPr/>
        </p:nvSpPr>
        <p:spPr bwMode="auto">
          <a:xfrm>
            <a:off x="0" y="-1"/>
            <a:ext cx="9144000" cy="1143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>
            <a:outerShdw blurRad="63500" dist="37357" dir="2700000" rotWithShape="0">
              <a:srgbClr val="A6A6A6"/>
            </a:outerShdw>
          </a:effectLst>
        </p:spPr>
        <p:txBody>
          <a:bodyPr/>
          <a:lstStyle/>
          <a:p>
            <a:pPr algn="ctr">
              <a:lnSpc>
                <a:spcPct val="90000"/>
              </a:lnSpc>
              <a:defRPr/>
            </a:pPr>
            <a:r>
              <a:rPr lang="fr-FR" sz="4000" dirty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Franklin Gothic Medium"/>
              </a:rPr>
              <a:t>TU VERRAS SA BONTÉ </a:t>
            </a:r>
          </a:p>
          <a:p>
            <a:pPr algn="ctr">
              <a:lnSpc>
                <a:spcPct val="90000"/>
              </a:lnSpc>
              <a:defRPr/>
            </a:pPr>
            <a:r>
              <a:rPr lang="fr-FR" sz="4000" dirty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Franklin Gothic Medium"/>
              </a:rPr>
              <a:t>QUI EST SANS LIMITE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411" name="Rectangle 8"/>
          <p:cNvSpPr>
            <a:spLocks noChangeArrowheads="1"/>
          </p:cNvSpPr>
          <p:nvPr/>
        </p:nvSpPr>
        <p:spPr bwMode="auto">
          <a:xfrm>
            <a:off x="0" y="-1"/>
            <a:ext cx="9144000" cy="1143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>
            <a:outerShdw blurRad="63500" dist="37357" dir="2700000" rotWithShape="0">
              <a:srgbClr val="A6A6A6"/>
            </a:outerShdw>
          </a:effectLst>
        </p:spPr>
        <p:txBody>
          <a:bodyPr/>
          <a:lstStyle/>
          <a:p>
            <a:pPr algn="ctr">
              <a:lnSpc>
                <a:spcPct val="90000"/>
              </a:lnSpc>
              <a:defRPr/>
            </a:pPr>
            <a:r>
              <a:rPr lang="fr-FR" sz="4000" dirty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Franklin Gothic Medium"/>
              </a:rPr>
              <a:t>SUR CE ROCHER </a:t>
            </a:r>
          </a:p>
          <a:p>
            <a:pPr algn="ctr">
              <a:lnSpc>
                <a:spcPct val="90000"/>
              </a:lnSpc>
              <a:defRPr/>
            </a:pPr>
            <a:r>
              <a:rPr lang="fr-FR" sz="4000" dirty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Franklin Gothic Medium"/>
              </a:rPr>
              <a:t>JE CONSTRUIS MON ROYAUME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411" name="Rectangle 8"/>
          <p:cNvSpPr>
            <a:spLocks noChangeArrowheads="1"/>
          </p:cNvSpPr>
          <p:nvPr/>
        </p:nvSpPr>
        <p:spPr bwMode="auto">
          <a:xfrm>
            <a:off x="0" y="-1"/>
            <a:ext cx="9144000" cy="1143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>
            <a:outerShdw blurRad="63500" dist="37357" dir="2700000" rotWithShape="0">
              <a:srgbClr val="A6A6A6"/>
            </a:outerShdw>
          </a:effectLst>
        </p:spPr>
        <p:txBody>
          <a:bodyPr/>
          <a:lstStyle/>
          <a:p>
            <a:pPr algn="ctr">
              <a:lnSpc>
                <a:spcPct val="90000"/>
              </a:lnSpc>
              <a:defRPr/>
            </a:pPr>
            <a:r>
              <a:rPr lang="fr-FR" sz="4000" dirty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Franklin Gothic Medium"/>
              </a:rPr>
              <a:t>SUR CE ROCHER, POUR TOUJOURS</a:t>
            </a:r>
          </a:p>
          <a:p>
            <a:pPr algn="ctr">
              <a:lnSpc>
                <a:spcPct val="90000"/>
              </a:lnSpc>
              <a:defRPr/>
            </a:pPr>
            <a:r>
              <a:rPr lang="fr-FR" sz="4000" dirty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Franklin Gothic Medium"/>
              </a:rPr>
              <a:t> À JAMAIS, JE ME TIENDRAI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411" name="Rectangle 8"/>
          <p:cNvSpPr>
            <a:spLocks noChangeArrowheads="1"/>
          </p:cNvSpPr>
          <p:nvPr/>
        </p:nvSpPr>
        <p:spPr bwMode="auto">
          <a:xfrm>
            <a:off x="0" y="-1"/>
            <a:ext cx="9144000" cy="1143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>
            <a:outerShdw blurRad="63500" dist="37357" dir="2700000" rotWithShape="0">
              <a:srgbClr val="A6A6A6"/>
            </a:outerShdw>
          </a:effectLst>
        </p:spPr>
        <p:txBody>
          <a:bodyPr/>
          <a:lstStyle/>
          <a:p>
            <a:pPr algn="ctr">
              <a:lnSpc>
                <a:spcPct val="90000"/>
              </a:lnSpc>
              <a:defRPr/>
            </a:pPr>
            <a:r>
              <a:rPr lang="fr-FR" sz="4000" dirty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Franklin Gothic Medium"/>
              </a:rPr>
              <a:t>SUR CE ROCHER DE RÉVÉLATION</a:t>
            </a:r>
          </a:p>
          <a:p>
            <a:pPr algn="ctr">
              <a:lnSpc>
                <a:spcPct val="90000"/>
              </a:lnSpc>
              <a:defRPr/>
            </a:pPr>
            <a:r>
              <a:rPr lang="fr-FR" sz="4000" dirty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Franklin Gothic Medium"/>
              </a:rPr>
              <a:t>J’ÉTABLIRAI UNE PUISSANTE NATION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411" name="Rectangle 8"/>
          <p:cNvSpPr>
            <a:spLocks noChangeArrowheads="1"/>
          </p:cNvSpPr>
          <p:nvPr/>
        </p:nvSpPr>
        <p:spPr bwMode="auto">
          <a:xfrm>
            <a:off x="0" y="-1"/>
            <a:ext cx="9144000" cy="1143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>
            <a:outerShdw blurRad="63500" dist="37357" dir="2700000" rotWithShape="0">
              <a:srgbClr val="A6A6A6"/>
            </a:outerShdw>
          </a:effectLst>
        </p:spPr>
        <p:txBody>
          <a:bodyPr/>
          <a:lstStyle/>
          <a:p>
            <a:pPr algn="ctr">
              <a:lnSpc>
                <a:spcPct val="90000"/>
              </a:lnSpc>
              <a:defRPr/>
            </a:pPr>
            <a:r>
              <a:rPr lang="fr-FR" sz="4000" dirty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Franklin Gothic Medium"/>
              </a:rPr>
              <a:t>QUI TIENDRA FERME </a:t>
            </a:r>
          </a:p>
          <a:p>
            <a:pPr algn="ctr">
              <a:lnSpc>
                <a:spcPct val="90000"/>
              </a:lnSpc>
              <a:defRPr/>
            </a:pPr>
            <a:r>
              <a:rPr lang="fr-FR" sz="4000" dirty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Franklin Gothic Medium"/>
              </a:rPr>
              <a:t>CONTRE LES TEMPÊTES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411" name="Rectangle 8"/>
          <p:cNvSpPr>
            <a:spLocks noChangeArrowheads="1"/>
          </p:cNvSpPr>
          <p:nvPr/>
        </p:nvSpPr>
        <p:spPr bwMode="auto">
          <a:xfrm>
            <a:off x="0" y="-1"/>
            <a:ext cx="9144000" cy="1143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>
            <a:outerShdw blurRad="63500" dist="37357" dir="2700000" rotWithShape="0">
              <a:srgbClr val="A6A6A6"/>
            </a:outerShdw>
          </a:effectLst>
        </p:spPr>
        <p:txBody>
          <a:bodyPr/>
          <a:lstStyle/>
          <a:p>
            <a:pPr algn="ctr">
              <a:lnSpc>
                <a:spcPct val="90000"/>
              </a:lnSpc>
              <a:defRPr/>
            </a:pPr>
            <a:r>
              <a:rPr lang="fr-FR" sz="4000" dirty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Franklin Gothic Medium"/>
              </a:rPr>
              <a:t>SUR CE ROCHER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411" name="Rectangle 8"/>
          <p:cNvSpPr>
            <a:spLocks noChangeArrowheads="1"/>
          </p:cNvSpPr>
          <p:nvPr/>
        </p:nvSpPr>
        <p:spPr bwMode="auto">
          <a:xfrm>
            <a:off x="0" y="-1"/>
            <a:ext cx="9144000" cy="1143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>
            <a:outerShdw blurRad="63500" dist="37357" dir="2700000" rotWithShape="0">
              <a:srgbClr val="A6A6A6"/>
            </a:outerShdw>
          </a:effectLst>
        </p:spPr>
        <p:txBody>
          <a:bodyPr/>
          <a:lstStyle/>
          <a:p>
            <a:pPr algn="ctr">
              <a:lnSpc>
                <a:spcPct val="90000"/>
              </a:lnSpc>
              <a:defRPr/>
            </a:pPr>
            <a:r>
              <a:rPr lang="fr-FR" sz="4000" dirty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Franklin Gothic Medium"/>
              </a:rPr>
              <a:t>LORSQUE TOUS MES PLANS S'ÉCROULENT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411" name="Rectangle 8"/>
          <p:cNvSpPr>
            <a:spLocks noChangeArrowheads="1"/>
          </p:cNvSpPr>
          <p:nvPr/>
        </p:nvSpPr>
        <p:spPr bwMode="auto">
          <a:xfrm>
            <a:off x="0" y="-1"/>
            <a:ext cx="9144000" cy="1143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>
            <a:outerShdw blurRad="63500" dist="37357" dir="2700000" rotWithShape="0">
              <a:srgbClr val="A6A6A6"/>
            </a:outerShdw>
          </a:effectLst>
        </p:spPr>
        <p:txBody>
          <a:bodyPr/>
          <a:lstStyle/>
          <a:p>
            <a:pPr algn="ctr">
              <a:lnSpc>
                <a:spcPct val="90000"/>
              </a:lnSpc>
              <a:defRPr/>
            </a:pPr>
            <a:r>
              <a:rPr lang="fr-FR" sz="4000" dirty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Franklin Gothic Medium"/>
              </a:rPr>
              <a:t>QUAND JE N'AI PRESQUE </a:t>
            </a:r>
          </a:p>
          <a:p>
            <a:pPr algn="ctr">
              <a:lnSpc>
                <a:spcPct val="90000"/>
              </a:lnSpc>
              <a:defRPr/>
            </a:pPr>
            <a:r>
              <a:rPr lang="fr-FR" sz="4000" dirty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Franklin Gothic Medium"/>
              </a:rPr>
              <a:t>PLUS DE FORCE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411" name="Rectangle 8"/>
          <p:cNvSpPr>
            <a:spLocks noChangeArrowheads="1"/>
          </p:cNvSpPr>
          <p:nvPr/>
        </p:nvSpPr>
        <p:spPr bwMode="auto">
          <a:xfrm>
            <a:off x="0" y="-1"/>
            <a:ext cx="9144000" cy="1143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>
            <a:outerShdw blurRad="63500" dist="37357" dir="2700000" rotWithShape="0">
              <a:srgbClr val="A6A6A6"/>
            </a:outerShdw>
          </a:effectLst>
        </p:spPr>
        <p:txBody>
          <a:bodyPr/>
          <a:lstStyle/>
          <a:p>
            <a:pPr algn="ctr">
              <a:lnSpc>
                <a:spcPct val="90000"/>
              </a:lnSpc>
              <a:defRPr/>
            </a:pPr>
            <a:r>
              <a:rPr lang="fr-FR" sz="4000" dirty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Franklin Gothic Medium"/>
              </a:rPr>
              <a:t>QUAND LA SEULE CHOSE À FAIRE </a:t>
            </a:r>
          </a:p>
          <a:p>
            <a:pPr algn="ctr">
              <a:lnSpc>
                <a:spcPct val="90000"/>
              </a:lnSpc>
              <a:defRPr/>
            </a:pPr>
            <a:r>
              <a:rPr lang="fr-FR" sz="4000" dirty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Franklin Gothic Medium"/>
              </a:rPr>
              <a:t>EST DE DÉPENDRE DE TOI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411" name="Rectangle 8"/>
          <p:cNvSpPr>
            <a:spLocks noChangeArrowheads="1"/>
          </p:cNvSpPr>
          <p:nvPr/>
        </p:nvSpPr>
        <p:spPr bwMode="auto">
          <a:xfrm>
            <a:off x="0" y="-1"/>
            <a:ext cx="9144000" cy="1143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>
            <a:outerShdw blurRad="63500" dist="37357" dir="2700000" rotWithShape="0">
              <a:srgbClr val="A6A6A6"/>
            </a:outerShdw>
          </a:effectLst>
        </p:spPr>
        <p:txBody>
          <a:bodyPr/>
          <a:lstStyle/>
          <a:p>
            <a:pPr algn="ctr">
              <a:lnSpc>
                <a:spcPct val="90000"/>
              </a:lnSpc>
              <a:defRPr/>
            </a:pPr>
            <a:r>
              <a:rPr lang="fr-FR" sz="4000" dirty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Franklin Gothic Medium"/>
              </a:rPr>
              <a:t>ET LA PUISSANCE DE TON NOM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411" name="Rectangle 8"/>
          <p:cNvSpPr>
            <a:spLocks noChangeArrowheads="1"/>
          </p:cNvSpPr>
          <p:nvPr/>
        </p:nvSpPr>
        <p:spPr bwMode="auto">
          <a:xfrm>
            <a:off x="0" y="-1"/>
            <a:ext cx="9144000" cy="1143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>
            <a:outerShdw blurRad="63500" dist="37357" dir="2700000" rotWithShape="0">
              <a:srgbClr val="A6A6A6"/>
            </a:outerShdw>
          </a:effectLst>
        </p:spPr>
        <p:txBody>
          <a:bodyPr/>
          <a:lstStyle/>
          <a:p>
            <a:pPr algn="ctr">
              <a:lnSpc>
                <a:spcPct val="90000"/>
              </a:lnSpc>
              <a:defRPr/>
            </a:pPr>
            <a:r>
              <a:rPr lang="fr-FR" sz="4000" dirty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Franklin Gothic Medium"/>
              </a:rPr>
              <a:t>ET QUAND NOUS INVOQUONS TON NOM</a:t>
            </a:r>
          </a:p>
          <a:p>
            <a:pPr algn="ctr">
              <a:lnSpc>
                <a:spcPct val="90000"/>
              </a:lnSpc>
              <a:defRPr/>
            </a:pPr>
            <a:r>
              <a:rPr lang="fr-FR" sz="4000" dirty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Franklin Gothic Medium"/>
              </a:rPr>
              <a:t>TA PUISSANCE SOUDAIN APPARAÎT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411" name="Rectangle 8"/>
          <p:cNvSpPr>
            <a:spLocks noChangeArrowheads="1"/>
          </p:cNvSpPr>
          <p:nvPr/>
        </p:nvSpPr>
        <p:spPr bwMode="auto">
          <a:xfrm>
            <a:off x="0" y="-1"/>
            <a:ext cx="9144000" cy="1143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>
            <a:outerShdw blurRad="63500" dist="37357" dir="2700000" rotWithShape="0">
              <a:srgbClr val="A6A6A6"/>
            </a:outerShdw>
          </a:effectLst>
        </p:spPr>
        <p:txBody>
          <a:bodyPr/>
          <a:lstStyle/>
          <a:p>
            <a:pPr algn="ctr">
              <a:lnSpc>
                <a:spcPct val="90000"/>
              </a:lnSpc>
              <a:defRPr/>
            </a:pPr>
            <a:r>
              <a:rPr lang="fr-FR" sz="4000" dirty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Franklin Gothic Medium"/>
              </a:rPr>
              <a:t>NOUS POUVONS VOIR LES PLANS DU MAÎTRE ET VOIR LA MAIN DU MAÎTRE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411" name="Rectangle 8"/>
          <p:cNvSpPr>
            <a:spLocks noChangeArrowheads="1"/>
          </p:cNvSpPr>
          <p:nvPr/>
        </p:nvSpPr>
        <p:spPr bwMode="auto">
          <a:xfrm>
            <a:off x="0" y="-1"/>
            <a:ext cx="9144000" cy="1143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>
            <a:outerShdw blurRad="63500" dist="37357" dir="2700000" rotWithShape="0">
              <a:srgbClr val="A6A6A6"/>
            </a:outerShdw>
          </a:effectLst>
        </p:spPr>
        <p:txBody>
          <a:bodyPr/>
          <a:lstStyle/>
          <a:p>
            <a:pPr algn="ctr">
              <a:lnSpc>
                <a:spcPct val="90000"/>
              </a:lnSpc>
              <a:defRPr/>
            </a:pPr>
            <a:r>
              <a:rPr lang="fr-FR" sz="4000" dirty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Franklin Gothic Medium"/>
              </a:rPr>
              <a:t>QUAND NOUS INVOQUONS </a:t>
            </a:r>
          </a:p>
          <a:p>
            <a:pPr algn="ctr">
              <a:lnSpc>
                <a:spcPct val="90000"/>
              </a:lnSpc>
              <a:defRPr/>
            </a:pPr>
            <a:r>
              <a:rPr lang="fr-FR" sz="4000" dirty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Franklin Gothic Medium"/>
              </a:rPr>
              <a:t>LE NOM DU SEIGNEUR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411" name="Rectangle 8"/>
          <p:cNvSpPr>
            <a:spLocks noChangeArrowheads="1"/>
          </p:cNvSpPr>
          <p:nvPr/>
        </p:nvSpPr>
        <p:spPr bwMode="auto">
          <a:xfrm>
            <a:off x="0" y="-1"/>
            <a:ext cx="9144000" cy="1143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>
            <a:outerShdw blurRad="63500" dist="37357" dir="2700000" rotWithShape="0">
              <a:srgbClr val="A6A6A6"/>
            </a:outerShdw>
          </a:effectLst>
        </p:spPr>
        <p:txBody>
          <a:bodyPr/>
          <a:lstStyle/>
          <a:p>
            <a:pPr algn="ctr">
              <a:lnSpc>
                <a:spcPct val="90000"/>
              </a:lnSpc>
              <a:defRPr/>
            </a:pPr>
            <a:r>
              <a:rPr lang="fr-FR" sz="4000" dirty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Franklin Gothic Medium"/>
              </a:rPr>
              <a:t>IL Y A DE LA FORCE </a:t>
            </a:r>
          </a:p>
          <a:p>
            <a:pPr algn="ctr">
              <a:lnSpc>
                <a:spcPct val="90000"/>
              </a:lnSpc>
              <a:defRPr/>
            </a:pPr>
            <a:r>
              <a:rPr lang="fr-FR" sz="4000" dirty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Franklin Gothic Medium"/>
              </a:rPr>
              <a:t>DANS LE NOM DU SEIGNEUR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411" name="Rectangle 8"/>
          <p:cNvSpPr>
            <a:spLocks noChangeArrowheads="1"/>
          </p:cNvSpPr>
          <p:nvPr/>
        </p:nvSpPr>
        <p:spPr bwMode="auto">
          <a:xfrm>
            <a:off x="0" y="-1"/>
            <a:ext cx="9144000" cy="1143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>
            <a:outerShdw blurRad="63500" dist="37357" dir="2700000" rotWithShape="0">
              <a:srgbClr val="A6A6A6"/>
            </a:outerShdw>
          </a:effectLst>
        </p:spPr>
        <p:txBody>
          <a:bodyPr/>
          <a:lstStyle/>
          <a:p>
            <a:pPr algn="ctr">
              <a:lnSpc>
                <a:spcPct val="90000"/>
              </a:lnSpc>
              <a:defRPr/>
            </a:pPr>
            <a:r>
              <a:rPr lang="fr-FR" sz="4000" dirty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Franklin Gothic Medium"/>
              </a:rPr>
              <a:t>DE LA PUISSANCE </a:t>
            </a:r>
          </a:p>
          <a:p>
            <a:pPr algn="ctr">
              <a:lnSpc>
                <a:spcPct val="90000"/>
              </a:lnSpc>
              <a:defRPr/>
            </a:pPr>
            <a:r>
              <a:rPr lang="fr-FR" sz="4000" dirty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Franklin Gothic Medium"/>
              </a:rPr>
              <a:t>DANS LE NOM DU SEIGNEUR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411" name="Rectangle 8"/>
          <p:cNvSpPr>
            <a:spLocks noChangeArrowheads="1"/>
          </p:cNvSpPr>
          <p:nvPr/>
        </p:nvSpPr>
        <p:spPr bwMode="auto">
          <a:xfrm>
            <a:off x="0" y="-1"/>
            <a:ext cx="9144000" cy="1143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>
            <a:outerShdw blurRad="63500" dist="37357" dir="2700000" rotWithShape="0">
              <a:srgbClr val="A6A6A6"/>
            </a:outerShdw>
          </a:effectLst>
        </p:spPr>
        <p:txBody>
          <a:bodyPr/>
          <a:lstStyle/>
          <a:p>
            <a:pPr algn="ctr">
              <a:lnSpc>
                <a:spcPct val="90000"/>
              </a:lnSpc>
              <a:defRPr/>
            </a:pPr>
            <a:r>
              <a:rPr lang="fr-FR" sz="4000" dirty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Franklin Gothic Medium"/>
              </a:rPr>
              <a:t>DE L'ESPOIR </a:t>
            </a:r>
          </a:p>
          <a:p>
            <a:pPr algn="ctr">
              <a:lnSpc>
                <a:spcPct val="90000"/>
              </a:lnSpc>
              <a:defRPr/>
            </a:pPr>
            <a:r>
              <a:rPr lang="fr-FR" sz="4000" dirty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Franklin Gothic Medium"/>
              </a:rPr>
              <a:t>DANS LE NOM DU SEIGNEUR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411" name="Rectangle 8"/>
          <p:cNvSpPr>
            <a:spLocks noChangeArrowheads="1"/>
          </p:cNvSpPr>
          <p:nvPr/>
        </p:nvSpPr>
        <p:spPr bwMode="auto">
          <a:xfrm>
            <a:off x="0" y="-1"/>
            <a:ext cx="9144000" cy="1143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>
            <a:outerShdw blurRad="63500" dist="37357" dir="2700000" rotWithShape="0">
              <a:srgbClr val="A6A6A6"/>
            </a:outerShdw>
          </a:effectLst>
        </p:spPr>
        <p:txBody>
          <a:bodyPr/>
          <a:lstStyle/>
          <a:p>
            <a:pPr algn="ctr">
              <a:lnSpc>
                <a:spcPct val="90000"/>
              </a:lnSpc>
              <a:defRPr/>
            </a:pPr>
            <a:r>
              <a:rPr lang="fr-FR" sz="4000" dirty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Franklin Gothic Medium"/>
              </a:rPr>
              <a:t>BÉNI CELUI QUI VIENT </a:t>
            </a:r>
          </a:p>
          <a:p>
            <a:pPr algn="ctr">
              <a:lnSpc>
                <a:spcPct val="90000"/>
              </a:lnSpc>
              <a:defRPr/>
            </a:pPr>
            <a:r>
              <a:rPr lang="fr-FR" sz="4000" dirty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Franklin Gothic Medium"/>
              </a:rPr>
              <a:t>DANS LE NOM DU SEIGNEUR 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411" name="Rectangle 8"/>
          <p:cNvSpPr>
            <a:spLocks noChangeArrowheads="1"/>
          </p:cNvSpPr>
          <p:nvPr/>
        </p:nvSpPr>
        <p:spPr bwMode="auto">
          <a:xfrm>
            <a:off x="0" y="-1"/>
            <a:ext cx="9144000" cy="1143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>
            <a:outerShdw blurRad="63500" dist="37357" dir="2700000" rotWithShape="0">
              <a:srgbClr val="A6A6A6"/>
            </a:outerShdw>
          </a:effectLst>
        </p:spPr>
        <p:txBody>
          <a:bodyPr/>
          <a:lstStyle/>
          <a:p>
            <a:pPr algn="ctr">
              <a:lnSpc>
                <a:spcPct val="90000"/>
              </a:lnSpc>
              <a:defRPr/>
            </a:pPr>
            <a:r>
              <a:rPr lang="fr-FR" sz="4000" dirty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Franklin Gothic Medium"/>
              </a:rPr>
              <a:t>COMME IL L'A DIT</a:t>
            </a:r>
          </a:p>
          <a:p>
            <a:pPr algn="ctr">
              <a:lnSpc>
                <a:spcPct val="90000"/>
              </a:lnSpc>
              <a:defRPr/>
            </a:pPr>
            <a:r>
              <a:rPr lang="fr-FR" sz="4000" dirty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Franklin Gothic Medium"/>
              </a:rPr>
              <a:t>IL EST RESSUSCITÉ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411" name="Rectangle 8"/>
          <p:cNvSpPr>
            <a:spLocks noChangeArrowheads="1"/>
          </p:cNvSpPr>
          <p:nvPr/>
        </p:nvSpPr>
        <p:spPr bwMode="auto">
          <a:xfrm>
            <a:off x="0" y="-1"/>
            <a:ext cx="9144000" cy="1143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>
            <a:outerShdw blurRad="63500" dist="37357" dir="2700000" rotWithShape="0">
              <a:srgbClr val="A6A6A6"/>
            </a:outerShdw>
          </a:effectLst>
        </p:spPr>
        <p:txBody>
          <a:bodyPr/>
          <a:lstStyle/>
          <a:p>
            <a:pPr algn="ctr">
              <a:lnSpc>
                <a:spcPct val="90000"/>
              </a:lnSpc>
              <a:defRPr/>
            </a:pPr>
            <a:r>
              <a:rPr lang="fr-FR" sz="4000" dirty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Franklin Gothic Medium"/>
              </a:rPr>
              <a:t>ET SON PEUPLE DIRA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411" name="Rectangle 8"/>
          <p:cNvSpPr>
            <a:spLocks noChangeArrowheads="1"/>
          </p:cNvSpPr>
          <p:nvPr/>
        </p:nvSpPr>
        <p:spPr bwMode="auto">
          <a:xfrm>
            <a:off x="0" y="-1"/>
            <a:ext cx="9144000" cy="1143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>
            <a:outerShdw blurRad="63500" dist="37357" dir="2700000" rotWithShape="0">
              <a:srgbClr val="A6A6A6"/>
            </a:outerShdw>
          </a:effectLst>
        </p:spPr>
        <p:txBody>
          <a:bodyPr/>
          <a:lstStyle/>
          <a:p>
            <a:pPr algn="ctr">
              <a:lnSpc>
                <a:spcPct val="90000"/>
              </a:lnSpc>
              <a:defRPr/>
            </a:pPr>
            <a:r>
              <a:rPr lang="fr-FR" sz="4000" dirty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Franklin Gothic Medium"/>
              </a:rPr>
              <a:t>NOUS L'APPELLERONS ROI DES ROIS</a:t>
            </a:r>
          </a:p>
          <a:p>
            <a:pPr algn="ctr">
              <a:lnSpc>
                <a:spcPct val="90000"/>
              </a:lnSpc>
              <a:defRPr/>
            </a:pPr>
            <a:r>
              <a:rPr lang="fr-FR" sz="4000" dirty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Franklin Gothic Medium"/>
              </a:rPr>
              <a:t>ET </a:t>
            </a:r>
            <a:r>
              <a:rPr lang="fr-FR" sz="4000" dirty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Franklin Gothic Medium"/>
              </a:rPr>
              <a:t>SEIGNEUR </a:t>
            </a:r>
            <a:r>
              <a:rPr lang="fr-FR" sz="4000" dirty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Franklin Gothic Medium"/>
              </a:rPr>
              <a:t>DES SEIGNEURS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411" name="Rectangle 8"/>
          <p:cNvSpPr>
            <a:spLocks noChangeArrowheads="1"/>
          </p:cNvSpPr>
          <p:nvPr/>
        </p:nvSpPr>
        <p:spPr bwMode="auto">
          <a:xfrm>
            <a:off x="0" y="-1"/>
            <a:ext cx="9144000" cy="1143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>
            <a:outerShdw blurRad="63500" dist="37357" dir="2700000" rotWithShape="0">
              <a:srgbClr val="A6A6A6"/>
            </a:outerShdw>
          </a:effectLst>
        </p:spPr>
        <p:txBody>
          <a:bodyPr/>
          <a:lstStyle/>
          <a:p>
            <a:pPr algn="ctr">
              <a:lnSpc>
                <a:spcPct val="90000"/>
              </a:lnSpc>
              <a:defRPr/>
            </a:pPr>
            <a:r>
              <a:rPr lang="fr-FR" sz="4000" dirty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Franklin Gothic Medium"/>
              </a:rPr>
              <a:t>NOUS L'APPELLERONS </a:t>
            </a:r>
          </a:p>
          <a:p>
            <a:pPr algn="ctr">
              <a:lnSpc>
                <a:spcPct val="90000"/>
              </a:lnSpc>
              <a:defRPr/>
            </a:pPr>
            <a:r>
              <a:rPr lang="fr-FR" sz="4000" dirty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Franklin Gothic Medium"/>
              </a:rPr>
              <a:t>PRINCE DE PAIX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411" name="Rectangle 8"/>
          <p:cNvSpPr>
            <a:spLocks noChangeArrowheads="1"/>
          </p:cNvSpPr>
          <p:nvPr/>
        </p:nvSpPr>
        <p:spPr bwMode="auto">
          <a:xfrm>
            <a:off x="0" y="-1"/>
            <a:ext cx="9144000" cy="1143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>
            <a:outerShdw blurRad="63500" dist="37357" dir="2700000" rotWithShape="0">
              <a:srgbClr val="A6A6A6"/>
            </a:outerShdw>
          </a:effectLst>
        </p:spPr>
        <p:txBody>
          <a:bodyPr/>
          <a:lstStyle/>
          <a:p>
            <a:pPr algn="ctr">
              <a:lnSpc>
                <a:spcPct val="90000"/>
              </a:lnSpc>
              <a:defRPr/>
            </a:pPr>
            <a:r>
              <a:rPr lang="fr-FR" sz="4000" dirty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Franklin Gothic Medium"/>
              </a:rPr>
              <a:t>ET SI MERVEILLEUX CONSEILLER </a:t>
            </a:r>
          </a:p>
          <a:p>
            <a:pPr algn="ctr">
              <a:lnSpc>
                <a:spcPct val="90000"/>
              </a:lnSpc>
              <a:defRPr/>
            </a:pPr>
            <a:r>
              <a:rPr lang="fr-FR" sz="4000" dirty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Franklin Gothic Medium"/>
              </a:rPr>
              <a:t>DIEU PUISSANT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411" name="Rectangle 8"/>
          <p:cNvSpPr>
            <a:spLocks noChangeArrowheads="1"/>
          </p:cNvSpPr>
          <p:nvPr/>
        </p:nvSpPr>
        <p:spPr bwMode="auto">
          <a:xfrm>
            <a:off x="0" y="-1"/>
            <a:ext cx="9144000" cy="1143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>
            <a:outerShdw blurRad="63500" dist="37357" dir="2700000" rotWithShape="0">
              <a:srgbClr val="A6A6A6"/>
            </a:outerShdw>
          </a:effectLst>
        </p:spPr>
        <p:txBody>
          <a:bodyPr/>
          <a:lstStyle/>
          <a:p>
            <a:pPr algn="ctr">
              <a:lnSpc>
                <a:spcPct val="90000"/>
              </a:lnSpc>
              <a:defRPr/>
            </a:pPr>
            <a:r>
              <a:rPr lang="fr-FR" sz="4000" dirty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Franklin Gothic Medium"/>
              </a:rPr>
              <a:t>JE L'APPELLERAI ROI DES ROIS</a:t>
            </a:r>
          </a:p>
          <a:p>
            <a:pPr algn="ctr">
              <a:lnSpc>
                <a:spcPct val="90000"/>
              </a:lnSpc>
              <a:defRPr/>
            </a:pPr>
            <a:r>
              <a:rPr lang="fr-FR" sz="4000" dirty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Franklin Gothic Medium"/>
              </a:rPr>
              <a:t>ET </a:t>
            </a:r>
            <a:r>
              <a:rPr lang="fr-FR" sz="4000" dirty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Franklin Gothic Medium"/>
              </a:rPr>
              <a:t>SEIGNEUR </a:t>
            </a:r>
            <a:r>
              <a:rPr lang="fr-FR" sz="4000" dirty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Franklin Gothic Medium"/>
              </a:rPr>
              <a:t>DES SEIGNEURS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theme/theme1.xml><?xml version="1.0" encoding="utf-8"?>
<a:theme xmlns:a="http://schemas.openxmlformats.org/drawingml/2006/main" name="Default Design">
  <a:themeElements>
    <a:clrScheme name="Default Design 2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00CC99"/>
      </a:accent1>
      <a:accent2>
        <a:srgbClr val="3333CC"/>
      </a:accent2>
      <a:accent3>
        <a:srgbClr val="FFFFFF"/>
      </a:accent3>
      <a:accent4>
        <a:srgbClr val="000000"/>
      </a:accent4>
      <a:accent5>
        <a:srgbClr val="AAE2CA"/>
      </a:accent5>
      <a:accent6>
        <a:srgbClr val="2D2DB9"/>
      </a:accent6>
      <a:hlink>
        <a:srgbClr val="CCCCFF"/>
      </a:hlink>
      <a:folHlink>
        <a:srgbClr val="B2B2B2"/>
      </a:folHlink>
    </a:clrScheme>
    <a:fontScheme name="Default Design">
      <a:majorFont>
        <a:latin typeface="Franklin Gothic Medium"/>
        <a:ea typeface=""/>
        <a:cs typeface=""/>
      </a:majorFont>
      <a:minorFont>
        <a:latin typeface="Franklin Gothic Medium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>
    <a:extraClrScheme>
      <a:clrScheme name="Default Design 1">
        <a:dk1>
          <a:srgbClr val="000000"/>
        </a:dk1>
        <a:lt1>
          <a:srgbClr val="FFFFFF"/>
        </a:lt1>
        <a:dk2>
          <a:srgbClr val="0000FF"/>
        </a:dk2>
        <a:lt2>
          <a:srgbClr val="FFFF00"/>
        </a:lt2>
        <a:accent1>
          <a:srgbClr val="FF9900"/>
        </a:accent1>
        <a:accent2>
          <a:srgbClr val="00FFFF"/>
        </a:accent2>
        <a:accent3>
          <a:srgbClr val="AAAAFF"/>
        </a:accent3>
        <a:accent4>
          <a:srgbClr val="DADADA"/>
        </a:accent4>
        <a:accent5>
          <a:srgbClr val="FFCAAA"/>
        </a:accent5>
        <a:accent6>
          <a:srgbClr val="00E7E7"/>
        </a:accent6>
        <a:hlink>
          <a:srgbClr val="FF0000"/>
        </a:hlink>
        <a:folHlink>
          <a:srgbClr val="969696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Default Design 2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00CC99"/>
        </a:accent1>
        <a:accent2>
          <a:srgbClr val="3333CC"/>
        </a:accent2>
        <a:accent3>
          <a:srgbClr val="FFFFFF"/>
        </a:accent3>
        <a:accent4>
          <a:srgbClr val="000000"/>
        </a:accent4>
        <a:accent5>
          <a:srgbClr val="AAE2CA"/>
        </a:accent5>
        <a:accent6>
          <a:srgbClr val="2D2DB9"/>
        </a:accent6>
        <a:hlink>
          <a:srgbClr val="CCCCFF"/>
        </a:hlink>
        <a:folHlink>
          <a:srgbClr val="B2B2B2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3">
        <a:dk1>
          <a:srgbClr val="000000"/>
        </a:dk1>
        <a:lt1>
          <a:srgbClr val="FFFFFF"/>
        </a:lt1>
        <a:dk2>
          <a:srgbClr val="000000"/>
        </a:dk2>
        <a:lt2>
          <a:srgbClr val="333333"/>
        </a:lt2>
        <a:accent1>
          <a:srgbClr val="DDDDDD"/>
        </a:accent1>
        <a:accent2>
          <a:srgbClr val="808080"/>
        </a:accent2>
        <a:accent3>
          <a:srgbClr val="FFFFFF"/>
        </a:accent3>
        <a:accent4>
          <a:srgbClr val="000000"/>
        </a:accent4>
        <a:accent5>
          <a:srgbClr val="EBEBEB"/>
        </a:accent5>
        <a:accent6>
          <a:srgbClr val="737373"/>
        </a:accent6>
        <a:hlink>
          <a:srgbClr val="4D4D4D"/>
        </a:hlink>
        <a:folHlink>
          <a:srgbClr val="EAEAEA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4">
        <a:dk1>
          <a:srgbClr val="000000"/>
        </a:dk1>
        <a:lt1>
          <a:srgbClr val="FFFFCC"/>
        </a:lt1>
        <a:dk2>
          <a:srgbClr val="808000"/>
        </a:dk2>
        <a:lt2>
          <a:srgbClr val="666633"/>
        </a:lt2>
        <a:accent1>
          <a:srgbClr val="339933"/>
        </a:accent1>
        <a:accent2>
          <a:srgbClr val="800000"/>
        </a:accent2>
        <a:accent3>
          <a:srgbClr val="FFFFE2"/>
        </a:accent3>
        <a:accent4>
          <a:srgbClr val="000000"/>
        </a:accent4>
        <a:accent5>
          <a:srgbClr val="ADCAAD"/>
        </a:accent5>
        <a:accent6>
          <a:srgbClr val="730000"/>
        </a:accent6>
        <a:hlink>
          <a:srgbClr val="0033CC"/>
        </a:hlink>
        <a:folHlink>
          <a:srgbClr val="FFCC66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5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FFCC66"/>
        </a:accent1>
        <a:accent2>
          <a:srgbClr val="0000FF"/>
        </a:accent2>
        <a:accent3>
          <a:srgbClr val="FFFFFF"/>
        </a:accent3>
        <a:accent4>
          <a:srgbClr val="000000"/>
        </a:accent4>
        <a:accent5>
          <a:srgbClr val="FFE2B8"/>
        </a:accent5>
        <a:accent6>
          <a:srgbClr val="0000E7"/>
        </a:accent6>
        <a:hlink>
          <a:srgbClr val="CC00CC"/>
        </a:hlink>
        <a:folHlink>
          <a:srgbClr val="C0C0C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6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C0C0C0"/>
        </a:accent1>
        <a:accent2>
          <a:srgbClr val="0066FF"/>
        </a:accent2>
        <a:accent3>
          <a:srgbClr val="FFFFFF"/>
        </a:accent3>
        <a:accent4>
          <a:srgbClr val="000000"/>
        </a:accent4>
        <a:accent5>
          <a:srgbClr val="DCDCDC"/>
        </a:accent5>
        <a:accent6>
          <a:srgbClr val="005CE7"/>
        </a:accent6>
        <a:hlink>
          <a:srgbClr val="FF0000"/>
        </a:hlink>
        <a:folHlink>
          <a:srgbClr val="0099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7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3399FF"/>
        </a:accent1>
        <a:accent2>
          <a:srgbClr val="99FFCC"/>
        </a:accent2>
        <a:accent3>
          <a:srgbClr val="FFFFFF"/>
        </a:accent3>
        <a:accent4>
          <a:srgbClr val="000000"/>
        </a:accent4>
        <a:accent5>
          <a:srgbClr val="ADCAFF"/>
        </a:accent5>
        <a:accent6>
          <a:srgbClr val="8AE7B9"/>
        </a:accent6>
        <a:hlink>
          <a:srgbClr val="CC00CC"/>
        </a:hlink>
        <a:folHlink>
          <a:srgbClr val="B2B2B2"/>
        </a:folHlink>
      </a:clrScheme>
      <a:clrMap bg1="lt1" tx1="dk1" bg2="lt2" tx2="dk2" accent1="accent1" accent2="accent2" accent3="accent3" accent4="accent4" accent5="accent5" accent6="accent6" hlink="hlink" folHlink="folHlink"/>
    </a:extraClrScheme>
  </a:extraClrSchemeLst>
</a:theme>
</file>

<file path=ppt/theme/theme2.xml><?xml version="1.0" encoding="utf-8"?>
<a:theme xmlns:a="http://schemas.openxmlformats.org/drawingml/2006/main" name="Thème Offic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1670</TotalTime>
  <Words>16306</Words>
  <Application>Microsoft Office PowerPoint</Application>
  <PresentationFormat>On-screen Show (4:3)</PresentationFormat>
  <Paragraphs>4471</Paragraphs>
  <Slides>32</Slides>
  <Notes>32</Notes>
  <HiddenSlides>0</HiddenSlides>
  <MMClips>0</MMClips>
  <ScaleCrop>false</ScaleCrop>
  <HeadingPairs>
    <vt:vector size="6" baseType="variant">
      <vt:variant>
        <vt:lpstr>Polices utilisées</vt:lpstr>
      </vt:variant>
      <vt:variant>
        <vt:i4>3</vt:i4>
      </vt:variant>
      <vt:variant>
        <vt:lpstr>Thème</vt:lpstr>
      </vt:variant>
      <vt:variant>
        <vt:i4>1</vt:i4>
      </vt:variant>
      <vt:variant>
        <vt:lpstr>Titres des diapositives</vt:lpstr>
      </vt:variant>
      <vt:variant>
        <vt:i4>32</vt:i4>
      </vt:variant>
    </vt:vector>
  </HeadingPairs>
  <TitlesOfParts>
    <vt:vector size="36" baseType="lpstr">
      <vt:lpstr>Franklin Gothic Medium</vt:lpstr>
      <vt:lpstr>Arial</vt:lpstr>
      <vt:lpstr>Calibri</vt:lpstr>
      <vt:lpstr>Default Design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</vt:vector>
  </TitlesOfParts>
  <Company>bbx</Company>
  <LinksUpToDate>false</LinksUpToDate>
  <SharedDoc>false</SharedDoc>
  <HyperlinksChanged>false</HyperlinksChanged>
  <AppVersion>12.0000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bastide</dc:creator>
  <cp:lastModifiedBy>Montet Alex (EXT)</cp:lastModifiedBy>
  <cp:revision>167</cp:revision>
  <dcterms:created xsi:type="dcterms:W3CDTF">2002-08-17T10:50:50Z</dcterms:created>
  <dcterms:modified xsi:type="dcterms:W3CDTF">2017-07-06T10:01:47Z</dcterms:modified>
</cp:coreProperties>
</file>