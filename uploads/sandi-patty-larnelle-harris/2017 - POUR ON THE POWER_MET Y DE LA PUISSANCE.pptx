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2" r:id="rId2"/>
    <p:sldId id="290" r:id="rId3"/>
    <p:sldId id="289" r:id="rId4"/>
    <p:sldId id="288" r:id="rId5"/>
    <p:sldId id="287" r:id="rId6"/>
    <p:sldId id="292" r:id="rId7"/>
    <p:sldId id="286" r:id="rId8"/>
    <p:sldId id="285" r:id="rId9"/>
    <p:sldId id="284" r:id="rId10"/>
    <p:sldId id="291" r:id="rId11"/>
    <p:sldId id="283" r:id="rId12"/>
    <p:sldId id="282" r:id="rId13"/>
    <p:sldId id="293" r:id="rId14"/>
    <p:sldId id="281" r:id="rId15"/>
    <p:sldId id="280" r:id="rId16"/>
    <p:sldId id="279" r:id="rId17"/>
    <p:sldId id="278" r:id="rId18"/>
    <p:sldId id="277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294" r:id="rId28"/>
    <p:sldId id="276" r:id="rId29"/>
    <p:sldId id="295" r:id="rId30"/>
    <p:sldId id="275" r:id="rId31"/>
    <p:sldId id="274" r:id="rId32"/>
    <p:sldId id="273" r:id="rId3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27536" autoAdjust="0"/>
  </p:normalViewPr>
  <p:slideViewPr>
    <p:cSldViewPr>
      <p:cViewPr varScale="1">
        <p:scale>
          <a:sx n="20" d="100"/>
          <a:sy n="20" d="100"/>
        </p:scale>
        <p:origin x="900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6783AD5-7FE4-49F7-9AE7-69D031DA83D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9A9DF36-DDAC-45E9-87CE-92F0CF52F9C2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>
              <a:defRPr/>
            </a:pPr>
            <a:r>
              <a:rPr lang="fr-FR" altLang="fr-FR" dirty="0" smtClean="0"/>
              <a:t>Couplet 1</a:t>
            </a:r>
          </a:p>
          <a:p>
            <a:pPr>
              <a:defRPr/>
            </a:pPr>
            <a:r>
              <a:rPr lang="fr-FR" altLang="fr-FR" dirty="0" smtClean="0"/>
              <a:t>1-  QUAND ON REGARDE D'EN BAS ON DIRAIT QUE LE CHEMIN EST LONG </a:t>
            </a:r>
          </a:p>
          <a:p>
            <a:pPr>
              <a:defRPr/>
            </a:pPr>
            <a:r>
              <a:rPr lang="fr-FR" altLang="fr-FR" dirty="0" err="1" smtClean="0"/>
              <a:t>looking</a:t>
            </a:r>
            <a:r>
              <a:rPr lang="fr-FR" altLang="fr-FR" dirty="0" smtClean="0"/>
              <a:t> up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bottom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seems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like</a:t>
            </a:r>
            <a:r>
              <a:rPr lang="fr-FR" altLang="fr-FR" dirty="0" smtClean="0"/>
              <a:t> a long </a:t>
            </a:r>
            <a:r>
              <a:rPr lang="fr-FR" altLang="fr-FR" dirty="0" err="1" smtClean="0"/>
              <a:t>way</a:t>
            </a:r>
            <a:r>
              <a:rPr lang="fr-FR" altLang="fr-FR" dirty="0" smtClean="0"/>
              <a:t> to go</a:t>
            </a:r>
          </a:p>
          <a:p>
            <a:pPr>
              <a:defRPr/>
            </a:pPr>
            <a:r>
              <a:rPr lang="fr-FR" altLang="fr-FR" dirty="0" smtClean="0"/>
              <a:t>2-  LA MONTAGNE EST SOMBRE ET RAIDE ET LA MONTÉE EST SI LONGUE</a:t>
            </a:r>
          </a:p>
          <a:p>
            <a:pPr>
              <a:defRPr/>
            </a:pPr>
            <a:r>
              <a:rPr lang="fr-FR" altLang="fr-FR" dirty="0" smtClean="0"/>
              <a:t>the </a:t>
            </a:r>
            <a:r>
              <a:rPr lang="fr-FR" altLang="fr-FR" dirty="0" err="1" smtClean="0"/>
              <a:t>mountain's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dark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steep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climbing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oh </a:t>
            </a:r>
            <a:r>
              <a:rPr lang="fr-FR" altLang="fr-FR" dirty="0" err="1" smtClean="0"/>
              <a:t>so</a:t>
            </a:r>
            <a:r>
              <a:rPr lang="fr-FR" altLang="fr-FR" dirty="0" smtClean="0"/>
              <a:t> slow</a:t>
            </a:r>
          </a:p>
          <a:p>
            <a:pPr>
              <a:defRPr/>
            </a:pPr>
            <a:r>
              <a:rPr lang="fr-FR" altLang="fr-FR" dirty="0" smtClean="0"/>
              <a:t>3-  LE CORPS FAIT MAL TU ES ESSOUFFLÉ</a:t>
            </a:r>
          </a:p>
          <a:p>
            <a:pPr>
              <a:defRPr/>
            </a:pPr>
            <a:r>
              <a:rPr lang="fr-FR" altLang="fr-FR" dirty="0" err="1" smtClean="0"/>
              <a:t>your</a:t>
            </a:r>
            <a:r>
              <a:rPr lang="fr-FR" altLang="fr-FR" dirty="0" smtClean="0"/>
              <a:t> body aches </a:t>
            </a:r>
            <a:r>
              <a:rPr lang="fr-FR" altLang="fr-FR" dirty="0" err="1" smtClean="0"/>
              <a:t>you're</a:t>
            </a:r>
            <a:r>
              <a:rPr lang="fr-FR" altLang="fr-FR" dirty="0" smtClean="0"/>
              <a:t> out of </a:t>
            </a:r>
            <a:r>
              <a:rPr lang="fr-FR" altLang="fr-FR" dirty="0" err="1" smtClean="0"/>
              <a:t>breath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  PRÊT À LAISSER TOMBER N'ABANDONNE PAS</a:t>
            </a:r>
          </a:p>
          <a:p>
            <a:pPr>
              <a:defRPr/>
            </a:pPr>
            <a:r>
              <a:rPr lang="fr-FR" altLang="fr-FR" dirty="0" err="1" smtClean="0"/>
              <a:t>you're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ready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in but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up</a:t>
            </a:r>
          </a:p>
          <a:p>
            <a:pPr>
              <a:defRPr/>
            </a:pPr>
            <a:r>
              <a:rPr lang="fr-FR" altLang="fr-FR" dirty="0" smtClean="0"/>
              <a:t>5-  TU AS LA FORCE POUR Y ARRIVER</a:t>
            </a:r>
          </a:p>
          <a:p>
            <a:pPr>
              <a:defRPr/>
            </a:pPr>
            <a:r>
              <a:rPr lang="fr-FR" altLang="fr-FR" dirty="0" err="1" smtClean="0"/>
              <a:t>you've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got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strength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to the end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REFRAIN
6-  METS-Y DE LA PUISSANCE  ET RENVERSE CETTE MONTAGNE</a:t>
            </a:r>
          </a:p>
          <a:p>
            <a:pPr>
              <a:defRPr/>
            </a:pP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pour on the power and pull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mountain</a:t>
            </a:r>
            <a:r>
              <a:rPr lang="fr-FR" altLang="fr-FR" dirty="0" smtClean="0"/>
              <a:t> down  
7-  METS-Y DE LA PUISSANCE ET RÉCLAME CE TERRITOIRE</a:t>
            </a:r>
          </a:p>
          <a:p>
            <a:pPr>
              <a:defRPr/>
            </a:pP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pour on the power and claim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higher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ground</a:t>
            </a:r>
            <a:r>
              <a:rPr lang="fr-FR" altLang="fr-FR" dirty="0" smtClean="0"/>
              <a:t> 
8-  SI TU CROIS ÊTRE DEVANT UN MUR</a:t>
            </a:r>
          </a:p>
          <a:p>
            <a:pPr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may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think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you're</a:t>
            </a:r>
            <a:r>
              <a:rPr lang="fr-FR" altLang="fr-FR" dirty="0" smtClean="0"/>
              <a:t> at a </a:t>
            </a:r>
            <a:r>
              <a:rPr lang="fr-FR" altLang="fr-FR" dirty="0" err="1" smtClean="0"/>
              <a:t>wall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  CE N'EST QU'UNE PORTE ET RIEN DE PLUS</a:t>
            </a:r>
          </a:p>
          <a:p>
            <a:pPr>
              <a:defRPr/>
            </a:pPr>
            <a:r>
              <a:rPr lang="fr-FR" altLang="fr-FR" dirty="0" smtClean="0"/>
              <a:t>But </a:t>
            </a:r>
            <a:r>
              <a:rPr lang="fr-FR" altLang="fr-FR" dirty="0" err="1" smtClean="0"/>
              <a:t>it's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a </a:t>
            </a:r>
            <a:r>
              <a:rPr lang="fr-FR" altLang="fr-FR" dirty="0" err="1" smtClean="0"/>
              <a:t>door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that's</a:t>
            </a:r>
            <a:r>
              <a:rPr lang="fr-FR" altLang="fr-FR" dirty="0" smtClean="0"/>
              <a:t> all</a:t>
            </a:r>
          </a:p>
          <a:p>
            <a:pPr>
              <a:defRPr/>
            </a:pPr>
            <a:r>
              <a:rPr lang="fr-FR" altLang="fr-FR" dirty="0" smtClean="0"/>
              <a:t>10-  TU N'AS ENCORE RIEN VU METS-Y DE LA PUISSANCE </a:t>
            </a:r>
          </a:p>
          <a:p>
            <a:pPr>
              <a:defRPr/>
            </a:pPr>
            <a:r>
              <a:rPr lang="fr-FR" altLang="fr-FR" dirty="0" smtClean="0"/>
              <a:t>cause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ain't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seen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until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pour on the power</a:t>
            </a:r>
          </a:p>
          <a:p>
            <a:pPr>
              <a:defRPr/>
            </a:pPr>
            <a:r>
              <a:rPr lang="fr-FR" altLang="fr-FR" dirty="0" smtClean="0"/>
              <a:t>11-  TU DOIS LE CROIRE</a:t>
            </a:r>
          </a:p>
          <a:p>
            <a:pPr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gotta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believe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  TU DOIS LE CROIRE TU DOIS LE CROIRE</a:t>
            </a:r>
          </a:p>
          <a:p>
            <a:pPr>
              <a:defRPr/>
            </a:pP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gotta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believe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gotta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believe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 TU PEUX Y METTRE DE LA PUISSANCE</a:t>
            </a:r>
          </a:p>
          <a:p>
            <a:pPr>
              <a:defRPr/>
            </a:pPr>
            <a:r>
              <a:rPr lang="fr-FR" altLang="fr-FR" dirty="0" smtClean="0"/>
              <a:t>That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pour on the power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COUPLET 2
14-  NE SOIS PAS ABATTU SA PUISSANCE AGIT EN TOI</a:t>
            </a:r>
          </a:p>
          <a:p>
            <a:pPr>
              <a:defRPr/>
            </a:pPr>
            <a:r>
              <a:rPr lang="fr-FR" altLang="fr-FR" dirty="0" smtClean="0"/>
              <a:t>YOU DON'T HAVE TO BE WEARY</a:t>
            </a:r>
          </a:p>
          <a:p>
            <a:pPr>
              <a:defRPr/>
            </a:pPr>
            <a:r>
              <a:rPr lang="fr-FR" altLang="fr-FR" dirty="0" smtClean="0"/>
              <a:t>HIS POWER IS A-MOVING IN YOU</a:t>
            </a:r>
          </a:p>
          <a:p>
            <a:pPr>
              <a:defRPr/>
            </a:pPr>
            <a:r>
              <a:rPr lang="fr-FR" altLang="fr-FR" dirty="0" smtClean="0"/>
              <a:t>15-  ET SI TU T'Y ACCROCHES</a:t>
            </a:r>
          </a:p>
          <a:p>
            <a:pPr>
              <a:defRPr/>
            </a:pPr>
            <a:r>
              <a:rPr lang="fr-FR" altLang="fr-FR" dirty="0" smtClean="0"/>
              <a:t>If </a:t>
            </a:r>
            <a:r>
              <a:rPr lang="fr-FR" altLang="fr-FR" dirty="0" err="1" smtClean="0"/>
              <a:t>you'll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draw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upon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16-  TA FORCE SE RENOUVELLERA PAS BESOIN DE L'ÉVITER</a:t>
            </a:r>
          </a:p>
          <a:p>
            <a:pPr>
              <a:defRPr/>
            </a:pP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strength's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gonna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renewed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There's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need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turn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around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17-  NI DE T'ARRÊTER TIENS-TOI FERME</a:t>
            </a:r>
          </a:p>
          <a:p>
            <a:pPr>
              <a:defRPr/>
            </a:pPr>
            <a:r>
              <a:rPr lang="fr-FR" altLang="fr-FR" dirty="0" smtClean="0"/>
              <a:t>THERE'S NO NEED TO STOP STAND UP STRAIGHT</a:t>
            </a:r>
          </a:p>
          <a:p>
            <a:pPr>
              <a:defRPr/>
            </a:pPr>
            <a:r>
              <a:rPr lang="fr-FR" altLang="fr-FR" dirty="0" smtClean="0"/>
              <a:t>18-  VA DE L'AVANT ET GRIMPE JUSQU'AU SOMMET</a:t>
            </a:r>
          </a:p>
          <a:p>
            <a:pPr>
              <a:defRPr/>
            </a:pPr>
            <a:r>
              <a:rPr lang="fr-FR" altLang="fr-FR" dirty="0" smtClean="0"/>
              <a:t>LOOK AHEAD AND MARCH ON TO THE TOP</a:t>
            </a:r>
          </a:p>
          <a:p>
            <a:pPr>
              <a:defRPr/>
            </a:pPr>
            <a:r>
              <a:rPr lang="fr-FR" altLang="fr-FR" dirty="0" smtClean="0"/>
              <a:t>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REFRAIN
19-  METS-Y DE LA PUISSANCE  ET RENVERSE CETTE MONTAGNE </a:t>
            </a:r>
          </a:p>
          <a:p>
            <a:pPr>
              <a:defRPr/>
            </a:pPr>
            <a:r>
              <a:rPr lang="fr-FR" altLang="fr-FR" dirty="0" smtClean="0"/>
              <a:t>YOU CAN POUR ON THE POWER AND PULL THAT MOUNTAIN DOWN</a:t>
            </a:r>
          </a:p>
          <a:p>
            <a:pPr>
              <a:defRPr/>
            </a:pPr>
            <a:r>
              <a:rPr lang="fr-FR" altLang="fr-FR" dirty="0" smtClean="0"/>
              <a:t> 20-  METS-Y DE LA PUISSANCE ET RÉCLAME CE TERRITOIRE  </a:t>
            </a:r>
          </a:p>
          <a:p>
            <a:pPr>
              <a:defRPr/>
            </a:pPr>
            <a:r>
              <a:rPr lang="fr-FR" altLang="fr-FR" dirty="0" smtClean="0"/>
              <a:t>YOU CAN POUR ON THE POWER AND CLAIM THAT HIGHER GROUND </a:t>
            </a:r>
          </a:p>
          <a:p>
            <a:pPr>
              <a:defRPr/>
            </a:pPr>
            <a:r>
              <a:rPr lang="fr-FR" altLang="fr-FR" dirty="0" smtClean="0"/>
              <a:t>21-  SI TU CROIS ÊTRE DEVANT UN MUR </a:t>
            </a:r>
          </a:p>
          <a:p>
            <a:pPr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may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think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you're</a:t>
            </a:r>
            <a:r>
              <a:rPr lang="fr-FR" altLang="fr-FR" dirty="0" smtClean="0"/>
              <a:t> at a </a:t>
            </a:r>
            <a:r>
              <a:rPr lang="fr-FR" altLang="fr-FR" dirty="0" err="1" smtClean="0"/>
              <a:t>wall</a:t>
            </a:r>
            <a:r>
              <a:rPr lang="fr-FR" altLang="fr-FR" dirty="0" smtClean="0"/>
              <a:t>
22-  CE N'EST QU'UNE PORTE ET RIEN DE PLUS </a:t>
            </a:r>
          </a:p>
          <a:p>
            <a:pPr>
              <a:defRPr/>
            </a:pPr>
            <a:r>
              <a:rPr lang="fr-FR" altLang="fr-FR" dirty="0" smtClean="0"/>
              <a:t>But </a:t>
            </a:r>
            <a:r>
              <a:rPr lang="fr-FR" altLang="fr-FR" dirty="0" err="1" smtClean="0"/>
              <a:t>it's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a </a:t>
            </a:r>
            <a:r>
              <a:rPr lang="fr-FR" altLang="fr-FR" dirty="0" err="1" smtClean="0"/>
              <a:t>door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that's</a:t>
            </a:r>
            <a:r>
              <a:rPr lang="fr-FR" altLang="fr-FR" dirty="0" smtClean="0"/>
              <a:t> all</a:t>
            </a:r>
          </a:p>
          <a:p>
            <a:pPr>
              <a:defRPr/>
            </a:pPr>
            <a:r>
              <a:rPr lang="fr-FR" altLang="fr-FR" dirty="0" smtClean="0"/>
              <a:t>23-  TU N'AS ENCORE RIEN VU METS-Y DE LA PUISSANCE </a:t>
            </a:r>
          </a:p>
          <a:p>
            <a:pPr>
              <a:defRPr/>
            </a:pPr>
            <a:r>
              <a:rPr lang="fr-FR" altLang="fr-FR" dirty="0" smtClean="0"/>
              <a:t>'CAUSE YOU AIN'T SEEN NOTHING UNTIL YOU POUR ON THE POWER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24-  TU DOIS LE CROIRE</a:t>
            </a:r>
          </a:p>
          <a:p>
            <a:pPr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gotta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believe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25-  TU DOIS LE CROIRE TU DOIS LE CROIRE</a:t>
            </a:r>
          </a:p>
          <a:p>
            <a:pPr>
              <a:defRPr/>
            </a:pPr>
            <a:r>
              <a:rPr lang="fr-FR" altLang="fr-FR" dirty="0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altLang="fr-FR" dirty="0" smtClean="0"/>
              <a:t>That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pour on the power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COUPLET3
27-  LORSQU'IL EST DUR DE RESTER SUR LE CHEMIN </a:t>
            </a:r>
          </a:p>
          <a:p>
            <a:pPr>
              <a:defRPr/>
            </a:pPr>
            <a:r>
              <a:rPr lang="fr-FR" altLang="fr-FR" dirty="0" err="1" smtClean="0"/>
              <a:t>When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it's</a:t>
            </a:r>
            <a:r>
              <a:rPr lang="fr-FR" altLang="fr-FR" dirty="0" smtClean="0"/>
              <a:t> hard to </a:t>
            </a:r>
            <a:r>
              <a:rPr lang="fr-FR" altLang="fr-FR" dirty="0" err="1" smtClean="0"/>
              <a:t>keep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feet</a:t>
            </a:r>
            <a:r>
              <a:rPr lang="fr-FR" altLang="fr-FR" dirty="0" smtClean="0"/>
              <a:t> on the road</a:t>
            </a:r>
          </a:p>
          <a:p>
            <a:pPr>
              <a:defRPr/>
            </a:pPr>
            <a:r>
              <a:rPr lang="fr-FR" altLang="fr-FR" dirty="0" smtClean="0"/>
              <a:t>28-  QUE TU VOUDRAIS POUVOIR COMPTER SUR QUELQU'UN </a:t>
            </a:r>
          </a:p>
          <a:p>
            <a:pPr>
              <a:defRPr/>
            </a:pPr>
            <a:r>
              <a:rPr lang="fr-FR" altLang="fr-FR" dirty="0" smtClean="0"/>
              <a:t>And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need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some</a:t>
            </a:r>
            <a:r>
              <a:rPr lang="fr-FR" altLang="fr-FR" dirty="0" smtClean="0"/>
              <a:t> help to carry the </a:t>
            </a:r>
            <a:r>
              <a:rPr lang="fr-FR" altLang="fr-FR" dirty="0" err="1" smtClean="0"/>
              <a:t>load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29-  APPELLE LE MAÎTRE ET TU RECEVRAS </a:t>
            </a:r>
          </a:p>
          <a:p>
            <a:pPr>
              <a:defRPr/>
            </a:pPr>
            <a:r>
              <a:rPr lang="fr-FR" altLang="fr-FR" dirty="0" smtClean="0"/>
              <a:t>Call </a:t>
            </a:r>
            <a:r>
              <a:rPr lang="fr-FR" altLang="fr-FR" dirty="0" err="1" smtClean="0"/>
              <a:t>upon</a:t>
            </a:r>
            <a:r>
              <a:rPr lang="fr-FR" altLang="fr-FR" dirty="0" smtClean="0"/>
              <a:t> the Master And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receive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 30-  LA FORCE DONT TU AS BESOIN POUR Y CROIRE </a:t>
            </a:r>
          </a:p>
          <a:p>
            <a:pPr>
              <a:defRPr/>
            </a:pPr>
            <a:r>
              <a:rPr lang="fr-FR" altLang="fr-FR" dirty="0" smtClean="0"/>
              <a:t>The courage and </a:t>
            </a:r>
            <a:r>
              <a:rPr lang="fr-FR" altLang="fr-FR" dirty="0" err="1" smtClean="0"/>
              <a:t>strength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need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believe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REFRAIN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31-  TU N'AS ENCORE RIEN VU METS-Y DE LA PUISSANCE</a:t>
            </a:r>
          </a:p>
          <a:p>
            <a:pPr>
              <a:defRPr/>
            </a:pPr>
            <a:r>
              <a:rPr lang="fr-FR" altLang="fr-FR" dirty="0" smtClean="0"/>
              <a:t>No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ain't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seen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nothing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err="1" smtClean="0"/>
              <a:t>Until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pour on the power</a:t>
            </a:r>
          </a:p>
          <a:p>
            <a:pPr>
              <a:defRPr/>
            </a:pPr>
            <a:r>
              <a:rPr lang="fr-FR" altLang="fr-FR" dirty="0" smtClean="0"/>
              <a:t>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QUAND ON REGARDE D'EN BAS ON DIRAIT QUE LE CHEMIN EST LONG </a:t>
            </a:r>
          </a:p>
          <a:p>
            <a:pPr>
              <a:defRPr/>
            </a:pPr>
            <a:r>
              <a:rPr lang="fr-FR" smtClean="0"/>
              <a:t>looking up from the bottom it seems like a long way to go</a:t>
            </a:r>
          </a:p>
          <a:p>
            <a:pPr>
              <a:defRPr/>
            </a:pPr>
            <a:r>
              <a:rPr lang="fr-FR" smtClean="0"/>
              <a:t>2-  LA MONTAGNE EST SOMBRE ET RAIDE ET LA MONTÉE EST SI LONGUE</a:t>
            </a:r>
          </a:p>
          <a:p>
            <a:pPr>
              <a:defRPr/>
            </a:pPr>
            <a:r>
              <a:rPr lang="fr-FR" smtClean="0"/>
              <a:t>the mountain's dark and steep the climbing is oh so slow</a:t>
            </a:r>
          </a:p>
          <a:p>
            <a:pPr>
              <a:defRPr/>
            </a:pPr>
            <a:r>
              <a:rPr lang="fr-FR" smtClean="0"/>
              <a:t>3-  LE CORPS FAIT MAL TU ES ESSOUFFLÉ</a:t>
            </a:r>
          </a:p>
          <a:p>
            <a:pPr>
              <a:defRPr/>
            </a:pPr>
            <a:r>
              <a:rPr lang="fr-FR" smtClean="0"/>
              <a:t>your body aches you're out of breath</a:t>
            </a:r>
          </a:p>
          <a:p>
            <a:pPr>
              <a:defRPr/>
            </a:pPr>
            <a:r>
              <a:rPr lang="fr-FR" smtClean="0"/>
              <a:t>4-  PRÊT À LAISSER TOMBER N'ABANDONNE PAS</a:t>
            </a:r>
          </a:p>
          <a:p>
            <a:pPr>
              <a:defRPr/>
            </a:pPr>
            <a:r>
              <a:rPr lang="fr-FR" smtClean="0"/>
              <a:t>you're ready to give in but don't give up</a:t>
            </a:r>
          </a:p>
          <a:p>
            <a:pPr>
              <a:defRPr/>
            </a:pPr>
            <a:r>
              <a:rPr lang="fr-FR" smtClean="0"/>
              <a:t>5-  TU AS LA FORCE POUR Y ARRIVER</a:t>
            </a:r>
          </a:p>
          <a:p>
            <a:pPr>
              <a:defRPr/>
            </a:pPr>
            <a:r>
              <a:rPr lang="fr-FR" smtClean="0"/>
              <a:t>you've got the strength to make it to the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METS-Y DE LA PUISSANCE  ET RENVERSE CETTE MONTAGNE</a:t>
            </a:r>
          </a:p>
          <a:p>
            <a:pPr>
              <a:defRPr/>
            </a:pPr>
            <a:r>
              <a:rPr lang="fr-FR" smtClean="0"/>
              <a:t>you can pour on the power and pull that mountain down  
7-  METS-Y DE LA PUISSANCE ET RÉCLAME CE TERRITOIRE</a:t>
            </a:r>
          </a:p>
          <a:p>
            <a:pPr>
              <a:defRPr/>
            </a:pPr>
            <a:r>
              <a:rPr lang="fr-FR" smtClean="0"/>
              <a:t>you can pour on the power and claim that higher ground 
8-  SI TU CROIS ÊTRE DEVANT UN MUR</a:t>
            </a:r>
          </a:p>
          <a:p>
            <a:pPr>
              <a:defRPr/>
            </a:pPr>
            <a:r>
              <a:rPr lang="fr-FR" smtClean="0"/>
              <a:t>You may think you're at a wall</a:t>
            </a:r>
          </a:p>
          <a:p>
            <a:pPr>
              <a:defRPr/>
            </a:pPr>
            <a:r>
              <a:rPr lang="fr-FR" smtClean="0"/>
              <a:t>9-  CE N'EST QU'UNE PORTE ET RIEN DE PLUS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10-  TU N'AS ENCORE RIEN VU METS-Y DE LA PUISSANCE </a:t>
            </a:r>
          </a:p>
          <a:p>
            <a:pPr>
              <a:defRPr/>
            </a:pPr>
            <a:r>
              <a:rPr lang="fr-FR" smtClean="0"/>
              <a:t>cause you ain't seen nothing until you pour on the power</a:t>
            </a:r>
          </a:p>
          <a:p>
            <a:pPr>
              <a:defRPr/>
            </a:pPr>
            <a:r>
              <a:rPr lang="fr-FR" smtClean="0"/>
              <a:t>11-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12-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</a:t>
            </a:r>
          </a:p>
          <a:p>
            <a:pPr>
              <a:defRPr/>
            </a:pPr>
            <a:r>
              <a:rPr lang="fr-FR" smtClean="0"/>
              <a:t>13-  TU PEUX Y METTRE DE LA PUISSANCE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14-  NE SOIS PAS ABATTU SA PUISSANCE AGIT EN TOI</a:t>
            </a:r>
          </a:p>
          <a:p>
            <a:pPr>
              <a:defRPr/>
            </a:pPr>
            <a:r>
              <a:rPr lang="fr-FR" smtClean="0"/>
              <a:t>YOU DON'T HAVE TO BE WEARY</a:t>
            </a:r>
          </a:p>
          <a:p>
            <a:pPr>
              <a:defRPr/>
            </a:pPr>
            <a:r>
              <a:rPr lang="fr-FR" smtClean="0"/>
              <a:t>HIS POWER IS A-MOVING IN YOU</a:t>
            </a:r>
          </a:p>
          <a:p>
            <a:pPr>
              <a:defRPr/>
            </a:pPr>
            <a:r>
              <a:rPr lang="fr-FR" smtClean="0"/>
              <a:t>15-  ET SI TU T'Y ACCROCHES</a:t>
            </a:r>
          </a:p>
          <a:p>
            <a:pPr>
              <a:defRPr/>
            </a:pPr>
            <a:r>
              <a:rPr lang="fr-FR" smtClean="0"/>
              <a:t>If you'll just draw upon it</a:t>
            </a:r>
          </a:p>
          <a:p>
            <a:pPr>
              <a:defRPr/>
            </a:pPr>
            <a:r>
              <a:rPr lang="fr-FR" smtClean="0"/>
              <a:t>16-  TA FORCE SE RENOUVELLERA PAS BESOIN DE L'ÉVITER</a:t>
            </a:r>
          </a:p>
          <a:p>
            <a:pPr>
              <a:defRPr/>
            </a:pPr>
            <a:r>
              <a:rPr lang="fr-FR" smtClean="0"/>
              <a:t>Your strength's gonna be renewed There's no need to turn around</a:t>
            </a:r>
          </a:p>
          <a:p>
            <a:pPr>
              <a:defRPr/>
            </a:pPr>
            <a:r>
              <a:rPr lang="fr-FR" smtClean="0"/>
              <a:t>17-  NI DE T'ARRÊTER TIENS-TOI FERME</a:t>
            </a:r>
          </a:p>
          <a:p>
            <a:pPr>
              <a:defRPr/>
            </a:pPr>
            <a:r>
              <a:rPr lang="fr-FR" smtClean="0"/>
              <a:t>THERE'S NO NEED TO STOP STAND UP STRAIGHT</a:t>
            </a:r>
          </a:p>
          <a:p>
            <a:pPr>
              <a:defRPr/>
            </a:pPr>
            <a:r>
              <a:rPr lang="fr-FR" smtClean="0"/>
              <a:t>18-  VA DE L'AVANT ET GRIMPE JUSQU'AU SOMMET</a:t>
            </a:r>
          </a:p>
          <a:p>
            <a:pPr>
              <a:defRPr/>
            </a:pPr>
            <a:r>
              <a:rPr lang="fr-FR" smtClean="0"/>
              <a:t>LOOK AHEAD AND MARCH ON TO THE TOP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19-  METS-Y DE LA PUISSANCE  ET RENVERSE CETTE MONTAGNE </a:t>
            </a:r>
          </a:p>
          <a:p>
            <a:pPr>
              <a:defRPr/>
            </a:pPr>
            <a:r>
              <a:rPr lang="fr-FR" smtClean="0"/>
              <a:t>YOU CAN POUR ON THE POWER AND PULL THAT MOUNTAIN DOWN</a:t>
            </a:r>
          </a:p>
          <a:p>
            <a:pPr>
              <a:defRPr/>
            </a:pPr>
            <a:r>
              <a:rPr lang="fr-FR" smtClean="0"/>
              <a:t> 20-  METS-Y DE LA PUISSANCE ET RÉCLAME CE TERRITOIRE  </a:t>
            </a:r>
          </a:p>
          <a:p>
            <a:pPr>
              <a:defRPr/>
            </a:pPr>
            <a:r>
              <a:rPr lang="fr-FR" smtClean="0"/>
              <a:t>YOU CAN POUR ON THE POWER AND CLAIM THAT HIGHER GROUND </a:t>
            </a:r>
          </a:p>
          <a:p>
            <a:pPr>
              <a:defRPr/>
            </a:pPr>
            <a:r>
              <a:rPr lang="fr-FR" smtClean="0"/>
              <a:t>21-  SI TU CROIS ÊTRE DEVANT UN MUR </a:t>
            </a:r>
          </a:p>
          <a:p>
            <a:pPr>
              <a:defRPr/>
            </a:pPr>
            <a:r>
              <a:rPr lang="fr-FR" smtClean="0"/>
              <a:t>You may think you're at a wall
22-  CE N'EST QU'UNE PORTE ET RIEN DE PLUS </a:t>
            </a:r>
          </a:p>
          <a:p>
            <a:pPr>
              <a:defRPr/>
            </a:pPr>
            <a:r>
              <a:rPr lang="fr-FR" smtClean="0"/>
              <a:t>But it's just a door, that's all</a:t>
            </a:r>
          </a:p>
          <a:p>
            <a:pPr>
              <a:defRPr/>
            </a:pPr>
            <a:r>
              <a:rPr lang="fr-FR" smtClean="0"/>
              <a:t>23-  TU N'AS ENCORE RIEN VU METS-Y DE LA PUISSANCE </a:t>
            </a:r>
          </a:p>
          <a:p>
            <a:pPr>
              <a:defRPr/>
            </a:pPr>
            <a:r>
              <a:rPr lang="fr-FR" smtClean="0"/>
              <a:t>'CAUSE YOU AIN'T SEEN NOTHING UNTIL YOU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TU DOIS LE CROIRE</a:t>
            </a:r>
          </a:p>
          <a:p>
            <a:pPr>
              <a:defRPr/>
            </a:pPr>
            <a:r>
              <a:rPr lang="fr-FR" smtClean="0"/>
              <a:t>You gotta believe it</a:t>
            </a:r>
          </a:p>
          <a:p>
            <a:pPr>
              <a:defRPr/>
            </a:pPr>
            <a:r>
              <a:rPr lang="fr-FR" smtClean="0"/>
              <a:t>25-  TU DOIS LE CROIRE TU DOIS LE CROIRE</a:t>
            </a:r>
          </a:p>
          <a:p>
            <a:pPr>
              <a:defRPr/>
            </a:pPr>
            <a:r>
              <a:rPr lang="fr-FR" smtClean="0"/>
              <a:t>YOU GOTTA BELIEVE IT YOU GOTTA BELIEVE IT
26-  TU PEUX Y METTRE DE LA PUISSANCE </a:t>
            </a:r>
          </a:p>
          <a:p>
            <a:pPr>
              <a:defRPr/>
            </a:pPr>
            <a:r>
              <a:rPr lang="fr-FR" smtClean="0"/>
              <a:t>That you can pour on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COUPLET3
27-  LORSQU'IL EST DUR DE RESTER SUR LE CHEMIN </a:t>
            </a:r>
          </a:p>
          <a:p>
            <a:pPr>
              <a:defRPr/>
            </a:pPr>
            <a:r>
              <a:rPr lang="fr-FR" smtClean="0"/>
              <a:t>When it's hard to keep your feet on the road</a:t>
            </a:r>
          </a:p>
          <a:p>
            <a:pPr>
              <a:defRPr/>
            </a:pPr>
            <a:r>
              <a:rPr lang="fr-FR" smtClean="0"/>
              <a:t>28-  QUE TU VOUDRAIS POUVOIR COMPTER SUR QUELQU'UN </a:t>
            </a:r>
          </a:p>
          <a:p>
            <a:pPr>
              <a:defRPr/>
            </a:pPr>
            <a:r>
              <a:rPr lang="fr-FR" smtClean="0"/>
              <a:t>And you need some help to carry the load</a:t>
            </a:r>
          </a:p>
          <a:p>
            <a:pPr>
              <a:defRPr/>
            </a:pPr>
            <a:r>
              <a:rPr lang="fr-FR" smtClean="0"/>
              <a:t>29-  APPELLE LE MAÎTRE ET TU RECEVRAS </a:t>
            </a:r>
          </a:p>
          <a:p>
            <a:pPr>
              <a:defRPr/>
            </a:pPr>
            <a:r>
              <a:rPr lang="fr-FR" smtClean="0"/>
              <a:t>Call upon the Master And you will receive</a:t>
            </a:r>
          </a:p>
          <a:p>
            <a:pPr>
              <a:defRPr/>
            </a:pPr>
            <a:r>
              <a:rPr lang="fr-FR" smtClean="0"/>
              <a:t> 30-  LA FORCE DONT TU AS BESOIN POUR Y CROIRE </a:t>
            </a:r>
          </a:p>
          <a:p>
            <a:pPr>
              <a:defRPr/>
            </a:pPr>
            <a:r>
              <a:rPr lang="fr-FR" smtClean="0"/>
              <a:t>The courage and strength that you need to believe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TU N'AS ENCORE RIEN VU METS-Y DE LA PUISSANCE</a:t>
            </a:r>
          </a:p>
          <a:p>
            <a:pPr>
              <a:defRPr/>
            </a:pPr>
            <a:r>
              <a:rPr lang="fr-FR" smtClean="0"/>
              <a:t>No you ain't seen nothing</a:t>
            </a:r>
          </a:p>
          <a:p>
            <a:pPr>
              <a:defRPr/>
            </a:pPr>
            <a:r>
              <a:rPr lang="fr-FR" smtClean="0"/>
              <a:t>Until you pour on the power</a:t>
            </a:r>
          </a:p>
          <a:p>
            <a:pPr>
              <a:defRPr/>
            </a:pP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QUAND ON REGARDE D'EN BAS ON DIRAIT QUE LE CHEMIN EST LONG </a:t>
            </a:r>
          </a:p>
          <a:p>
            <a:r>
              <a:rPr lang="fr-FR" altLang="fr-FR"/>
              <a:t>looking up from the bottom it seems like a long way to go</a:t>
            </a:r>
          </a:p>
          <a:p>
            <a:r>
              <a:rPr lang="fr-FR" altLang="fr-FR"/>
              <a:t>2-  LA MONTAGNE EST SOMBRE ET RAIDE ET LA MONTÉE EST SI LONGUE</a:t>
            </a:r>
          </a:p>
          <a:p>
            <a:r>
              <a:rPr lang="fr-FR" altLang="fr-FR"/>
              <a:t>the mountain's dark and steep the climbing is oh so slow</a:t>
            </a:r>
          </a:p>
          <a:p>
            <a:r>
              <a:rPr lang="fr-FR" altLang="fr-FR"/>
              <a:t>3-  LE CORPS FAIT MAL TU ES ESSOUFFLÉ</a:t>
            </a:r>
          </a:p>
          <a:p>
            <a:r>
              <a:rPr lang="fr-FR" altLang="fr-FR"/>
              <a:t>your body aches you're out of breath</a:t>
            </a:r>
          </a:p>
          <a:p>
            <a:r>
              <a:rPr lang="fr-FR" altLang="fr-FR"/>
              <a:t>4-  PRÊT À LAISSER TOMBER N'ABANDONNE PAS</a:t>
            </a:r>
          </a:p>
          <a:p>
            <a:r>
              <a:rPr lang="fr-FR" altLang="fr-FR"/>
              <a:t>you're ready to give in but don't give up</a:t>
            </a:r>
          </a:p>
          <a:p>
            <a:r>
              <a:rPr lang="fr-FR" altLang="fr-FR"/>
              <a:t>5-  TU AS LA FORCE POUR Y ARRIVER</a:t>
            </a:r>
          </a:p>
          <a:p>
            <a:r>
              <a:rPr lang="fr-FR" altLang="fr-FR"/>
              <a:t>you've got the strength to make it to the end</a:t>
            </a:r>
          </a:p>
          <a:p>
            <a:endParaRPr lang="fr-FR" altLang="fr-FR"/>
          </a:p>
          <a:p>
            <a:r>
              <a:rPr lang="fr-FR" altLang="fr-FR"/>
              <a:t>REFRAIN
6-  METS-Y DE LA PUISSANCE  ET RENVERSE CETTE MONTAGNE</a:t>
            </a:r>
          </a:p>
          <a:p>
            <a:r>
              <a:rPr lang="fr-FR" altLang="fr-FR"/>
              <a:t>you can pour on the power and pull that mountain down  
7-  METS-Y DE LA PUISSANCE ET RÉCLAME CE TERRITOIRE</a:t>
            </a:r>
          </a:p>
          <a:p>
            <a:r>
              <a:rPr lang="fr-FR" altLang="fr-FR"/>
              <a:t>you can pour on the power and claim that higher ground 
8-  SI TU CROIS ÊTRE DEVANT UN MUR</a:t>
            </a:r>
          </a:p>
          <a:p>
            <a:r>
              <a:rPr lang="fr-FR" altLang="fr-FR"/>
              <a:t>You may think you're at a wall</a:t>
            </a:r>
          </a:p>
          <a:p>
            <a:r>
              <a:rPr lang="fr-FR" altLang="fr-FR"/>
              <a:t>9-  CE N'EST QU'UNE PORTE ET RIEN DE PLUS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10-  TU N'AS ENCORE RIEN VU METS-Y DE LA PUISSANCE </a:t>
            </a:r>
          </a:p>
          <a:p>
            <a:r>
              <a:rPr lang="fr-FR" altLang="fr-FR"/>
              <a:t>cause you ain't seen nothing until you pour on the power</a:t>
            </a:r>
          </a:p>
          <a:p>
            <a:r>
              <a:rPr lang="fr-FR" altLang="fr-FR"/>
              <a:t>11-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12-  TU DOIS LE CROIRE TU DOIS LE CROIRE</a:t>
            </a:r>
          </a:p>
          <a:p>
            <a:r>
              <a:rPr lang="fr-FR" altLang="fr-FR"/>
              <a:t>you gotta believe it you gotta believe it</a:t>
            </a:r>
          </a:p>
          <a:p>
            <a:r>
              <a:rPr lang="fr-FR" altLang="fr-FR"/>
              <a:t>13-  TU PEUX Y METTRE DE LA PUISSANCE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 2
14-  NE SOIS PAS ABATTU SA PUISSANCE AGIT EN TOI</a:t>
            </a:r>
          </a:p>
          <a:p>
            <a:r>
              <a:rPr lang="fr-FR" altLang="fr-FR"/>
              <a:t>YOU DON'T HAVE TO BE WEARY</a:t>
            </a:r>
          </a:p>
          <a:p>
            <a:r>
              <a:rPr lang="fr-FR" altLang="fr-FR"/>
              <a:t>HIS POWER IS A-MOVING IN YOU</a:t>
            </a:r>
          </a:p>
          <a:p>
            <a:r>
              <a:rPr lang="fr-FR" altLang="fr-FR"/>
              <a:t>15-  ET SI TU T'Y ACCROCHES</a:t>
            </a:r>
          </a:p>
          <a:p>
            <a:r>
              <a:rPr lang="fr-FR" altLang="fr-FR"/>
              <a:t>If you'll just draw upon it</a:t>
            </a:r>
          </a:p>
          <a:p>
            <a:r>
              <a:rPr lang="fr-FR" altLang="fr-FR"/>
              <a:t>16-  TA FORCE SE RENOUVELLERA PAS BESOIN DE L'ÉVITER</a:t>
            </a:r>
          </a:p>
          <a:p>
            <a:r>
              <a:rPr lang="fr-FR" altLang="fr-FR"/>
              <a:t>Your strength's gonna be renewed There's no need to turn around</a:t>
            </a:r>
          </a:p>
          <a:p>
            <a:r>
              <a:rPr lang="fr-FR" altLang="fr-FR"/>
              <a:t>17-  NI DE T'ARRÊTER TIENS-TOI FERME</a:t>
            </a:r>
          </a:p>
          <a:p>
            <a:r>
              <a:rPr lang="fr-FR" altLang="fr-FR"/>
              <a:t>THERE'S NO NEED TO STOP STAND UP STRAIGHT</a:t>
            </a:r>
          </a:p>
          <a:p>
            <a:r>
              <a:rPr lang="fr-FR" altLang="fr-FR"/>
              <a:t>18-  VA DE L'AVANT ET GRIMPE JUSQU'AU SOMMET</a:t>
            </a:r>
          </a:p>
          <a:p>
            <a:r>
              <a:rPr lang="fr-FR" altLang="fr-FR"/>
              <a:t>LOOK AHEAD AND MARCH ON TO THE TOP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19-  METS-Y DE LA PUISSANCE  ET RENVERSE CETTE MONTAGNE </a:t>
            </a:r>
          </a:p>
          <a:p>
            <a:r>
              <a:rPr lang="fr-FR" altLang="fr-FR"/>
              <a:t>YOU CAN POUR ON THE POWER AND PULL THAT MOUNTAIN DOWN</a:t>
            </a:r>
          </a:p>
          <a:p>
            <a:r>
              <a:rPr lang="fr-FR" altLang="fr-FR"/>
              <a:t> 20-  METS-Y DE LA PUISSANCE ET RÉCLAME CE TERRITOIRE  </a:t>
            </a:r>
          </a:p>
          <a:p>
            <a:r>
              <a:rPr lang="fr-FR" altLang="fr-FR"/>
              <a:t>YOU CAN POUR ON THE POWER AND CLAIM THAT HIGHER GROUND </a:t>
            </a:r>
          </a:p>
          <a:p>
            <a:r>
              <a:rPr lang="fr-FR" altLang="fr-FR"/>
              <a:t>21-  SI TU CROIS ÊTRE DEVANT UN MUR </a:t>
            </a:r>
          </a:p>
          <a:p>
            <a:r>
              <a:rPr lang="fr-FR" altLang="fr-FR"/>
              <a:t>You may think you're at a wall
22-  CE N'EST QU'UNE PORTE ET RIEN DE PLUS </a:t>
            </a:r>
          </a:p>
          <a:p>
            <a:r>
              <a:rPr lang="fr-FR" altLang="fr-FR"/>
              <a:t>But it's just a door, that's all</a:t>
            </a:r>
          </a:p>
          <a:p>
            <a:r>
              <a:rPr lang="fr-FR" altLang="fr-FR"/>
              <a:t>23-  TU N'AS ENCORE RIEN VU METS-Y DE LA PUISSANCE </a:t>
            </a:r>
          </a:p>
          <a:p>
            <a:r>
              <a:rPr lang="fr-FR" altLang="fr-FR"/>
              <a:t>'CAUSE YOU AIN'T SEEN NOTHING UNTIL YOU POUR ON THE POWER</a:t>
            </a:r>
          </a:p>
          <a:p>
            <a:endParaRPr lang="fr-FR" altLang="fr-FR"/>
          </a:p>
          <a:p>
            <a:r>
              <a:rPr lang="fr-FR" altLang="fr-FR"/>
              <a:t>24-  TU DOIS LE CROIRE</a:t>
            </a:r>
          </a:p>
          <a:p>
            <a:r>
              <a:rPr lang="fr-FR" altLang="fr-FR"/>
              <a:t>You gotta believe it</a:t>
            </a:r>
          </a:p>
          <a:p>
            <a:r>
              <a:rPr lang="fr-FR" altLang="fr-FR"/>
              <a:t>25-  TU DOIS LE CROIRE TU DOIS LE CROIRE</a:t>
            </a:r>
          </a:p>
          <a:p>
            <a:r>
              <a:rPr lang="fr-FR" altLang="fr-FR"/>
              <a:t>YOU GOTTA BELIEVE IT YOU GOTTA BELIEVE IT
26-  TU PEUX Y METTRE DE LA PUISSANCE </a:t>
            </a:r>
          </a:p>
          <a:p>
            <a:r>
              <a:rPr lang="fr-FR" altLang="fr-FR"/>
              <a:t>That you can pour on the power</a:t>
            </a:r>
          </a:p>
          <a:p>
            <a:endParaRPr lang="fr-FR" altLang="fr-FR"/>
          </a:p>
          <a:p>
            <a:r>
              <a:rPr lang="fr-FR" altLang="fr-FR"/>
              <a:t>COUPLET3
27-  LORSQU'IL EST DUR DE RESTER SUR LE CHEMIN </a:t>
            </a:r>
          </a:p>
          <a:p>
            <a:r>
              <a:rPr lang="fr-FR" altLang="fr-FR"/>
              <a:t>When it's hard to keep your feet on the road</a:t>
            </a:r>
          </a:p>
          <a:p>
            <a:r>
              <a:rPr lang="fr-FR" altLang="fr-FR"/>
              <a:t>28-  QUE TU VOUDRAIS POUVOIR COMPTER SUR QUELQU'UN </a:t>
            </a:r>
          </a:p>
          <a:p>
            <a:r>
              <a:rPr lang="fr-FR" altLang="fr-FR"/>
              <a:t>And you need some help to carry the load</a:t>
            </a:r>
          </a:p>
          <a:p>
            <a:r>
              <a:rPr lang="fr-FR" altLang="fr-FR"/>
              <a:t>29-  APPELLE LE MAÎTRE ET TU RECEVRAS </a:t>
            </a:r>
          </a:p>
          <a:p>
            <a:r>
              <a:rPr lang="fr-FR" altLang="fr-FR"/>
              <a:t>Call upon the Master And you will receive</a:t>
            </a:r>
          </a:p>
          <a:p>
            <a:r>
              <a:rPr lang="fr-FR" altLang="fr-FR"/>
              <a:t> 30-  LA FORCE DONT TU AS BESOIN POUR Y CROIRE </a:t>
            </a:r>
          </a:p>
          <a:p>
            <a:r>
              <a:rPr lang="fr-FR" altLang="fr-FR"/>
              <a:t>The courage and strength that you need to believe</a:t>
            </a:r>
          </a:p>
          <a:p>
            <a:endParaRPr lang="fr-FR" altLang="fr-FR"/>
          </a:p>
          <a:p>
            <a:r>
              <a:rPr lang="fr-FR" altLang="fr-FR"/>
              <a:t>REFRAIN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31-  TU N'AS ENCORE RIEN VU METS-Y DE LA PUISSANCE</a:t>
            </a:r>
          </a:p>
          <a:p>
            <a:r>
              <a:rPr lang="fr-FR" altLang="fr-FR"/>
              <a:t>No you ain't seen nothing</a:t>
            </a:r>
          </a:p>
          <a:p>
            <a:r>
              <a:rPr lang="fr-FR" altLang="fr-FR"/>
              <a:t>Until you pour on the power</a:t>
            </a:r>
          </a:p>
          <a:p>
            <a:r>
              <a:rPr lang="fr-FR" altLang="fr-FR"/>
              <a:t>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A34F7-BAF1-49D2-9204-151C9E43C01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E1C40D-D871-4A12-A17E-56273B0EC35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C4718-B900-44FF-B9D2-BC33AA8F7F8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18CF59-C109-4AA3-B09E-48108045C9B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3B79E6-13C3-4C3C-B33E-886E363D41F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046FDD-444C-40ED-8910-3F2C70CC617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B878-96DE-46A4-9CAD-FEFDC0A40D6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4ED1E8-DE56-42D7-AEC3-787F292C41E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65C94F-68D3-4EAE-B013-3194FE29CE8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A977C6-732A-4B96-9C64-DDB0D2F45C5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CF9FBE-F562-4725-84A0-10F29D7EF08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6F604EBB-14EB-4940-B04F-4E7F3282875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ON REGARDE D'EN BAS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DIRAIT QUE LE CHEMIN EST LONG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MONTAGNE EST SOMBRE ET RAIDE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MONTÉE EST SI LONGUE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CORPS FAIT MAL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ESSOUFFLÉ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PRÊT À LAISSER TOMBER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N'ABANDONNE PAS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LA FORCE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Y ARRIVER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METS-Y DE LA PUISSANCE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RENVERSE CETTE MONTAGNE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METS-Y DE LA PUISSANCE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RÉCLAME CE TERRITOIRE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CROIS ÊTRE DEVANT UN MUR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N'EST QU'UNE PORTE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RIEN DE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N'AS ENCORE RIEN VU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METS-Y DE LA PUISSANCE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CROIRE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CROIRE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CROIRE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Y METTRE DE LA PUISSANCE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SOIS PAS ABATTU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PUISSANCE AGIT EN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TU T'Y ACCROCHES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FORCE SE RENOUVELLERA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BESOIN DE L'ÉVITER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DE T'ARRÊTER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TIENS-TOI FERME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DE L'AVANT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GRIMPE JUSQU'AU SOMMET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METS-Y DE LA PUISSANCE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RENVERSE CETTE MONTAGNE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METS-Y DE LA PUISSANCE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RÉCLAME CE TERRITOIRE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CROIS ÊTRE DEVANT UN MUR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N'EST QU'UNE PORTE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RIEN DE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N'AS ENCORE RIEN VU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METS-Y DE LA PUISSANCE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CROIRE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CROIRE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CROIRE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Y METTRE DE LA PUISSANCE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LORSQU'IL EST DUR DE RESTER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CHEMIN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VOUDRAIS POUVOIR COMPTER SUR QUELQU'UN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APPELLE LE MAÎTRE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RECEVRAS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FORCE DONT TU AS BESOIN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Y CROIRE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N'AS ENCORE RIEN VU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METS-Y DE LA PUISSANCE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IMPROÉ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6764</Words>
  <Application>Microsoft Office PowerPoint</Application>
  <PresentationFormat>On-screen Show (4:3)</PresentationFormat>
  <Paragraphs>4663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164</cp:revision>
  <dcterms:created xsi:type="dcterms:W3CDTF">2002-08-17T10:50:50Z</dcterms:created>
  <dcterms:modified xsi:type="dcterms:W3CDTF">2017-07-07T13:56:12Z</dcterms:modified>
</cp:coreProperties>
</file>