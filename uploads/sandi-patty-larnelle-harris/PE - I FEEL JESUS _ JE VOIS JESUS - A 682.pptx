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6" r:id="rId3"/>
    <p:sldId id="258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 varScale="1">
        <p:scale>
          <a:sx n="48" d="100"/>
          <a:sy n="48" d="100"/>
        </p:scale>
        <p:origin x="-108" y="-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5F38AE2-9654-46FF-BD2F-4D7D86EF4F8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E28341-2143-4DC7-B9A8-47072464D617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08D2C2-8073-46B5-AAD0-E1F66BB77CDB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9CCEAD-AA16-49E8-BDBA-1F8FC0889FE9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1B09C9-3412-4053-96AD-B2A6C42EE8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82EB5-5886-43EE-A354-42F49EF6B0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FC9487-C789-4607-81B3-43BB273D07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08B0BD-1F29-4599-BD97-9A2B34D2FF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5942D-3B61-4DA8-807D-6CF5C1FA0B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4A498-015A-440B-87AC-FF5F80F13F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B9A03-2E46-4028-89C4-7019D6D9C7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35401-2DF6-4AF3-B0F8-670773D926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61EBB8-18FD-4166-9D74-120C101249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53388-3330-4E58-8A63-8921A1BDD1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96F553-3D74-4BB2-9966-CA4CB3327C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7347BC5-A933-4712-84CF-D73803894D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VOIS JÉSUS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VOIS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VOIS JÉSUS EN CE LIEU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UN FEU ARDENT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BRÛLE DANS MON COEUR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VOIS JÉSUS EN CE LIEU</a:t>
            </a: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360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 Narrow" pitchFamily="34" charset="0"/>
              </a:rPr>
              <a:t>682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I FEEL JESUS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I FEEL JESUS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I FEEL JESUS IN THIS PLACE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YES MY SOUL DOES BURN WITHIN ME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I FEEL JESUS IN THIS PLACE</a:t>
            </a:r>
            <a:endParaRPr lang="en-GB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360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 Narrow" pitchFamily="34" charset="0"/>
              </a:rPr>
              <a:t>682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RESSENS JÉSUS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RESSENS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RESSENS JÉSUS EN CE LIEU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UN FEU ARDENT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BRÛLE DANS MON COEUR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RESSENS JÉSUS EN CE LIEU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360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 Narrow" pitchFamily="34" charset="0"/>
              </a:rPr>
              <a:t>682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84</Words>
  <Application>Microsoft PowerPoint</Application>
  <PresentationFormat>On-screen Show (4:3)</PresentationFormat>
  <Paragraphs>35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52</cp:revision>
  <dcterms:created xsi:type="dcterms:W3CDTF">2002-08-17T12:16:38Z</dcterms:created>
  <dcterms:modified xsi:type="dcterms:W3CDTF">2014-11-08T17:50:32Z</dcterms:modified>
</cp:coreProperties>
</file>