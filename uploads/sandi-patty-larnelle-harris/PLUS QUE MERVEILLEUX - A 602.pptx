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82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44" autoAdjust="0"/>
    <p:restoredTop sz="36552" autoAdjust="0"/>
  </p:normalViewPr>
  <p:slideViewPr>
    <p:cSldViewPr>
      <p:cViewPr varScale="1">
        <p:scale>
          <a:sx n="40" d="100"/>
          <a:sy n="40" d="100"/>
        </p:scale>
        <p:origin x="-368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1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B025BA2-EE65-4665-81CC-C25AF36FEC9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F3B4910-EFA0-46B7-8DD3-F1CC3DF2CB2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A PROMIS QU’IL SERAIT UN CONSEILLER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UN DIEU PUISSANT ET LE PRINCE DE PAIX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A PROMIS QU’IL SERAIT NOTRE PÈRE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QU’IL NOUS AIMERAIT D’UN AMOUR PLUS QUE PARFAIT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J’AI ESSAYÉ, MAINTENANT JE SAIS QUE SES PROMESSES SONT VRAIES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TOUT CE QU’IL A DIT QU’IL SERAIT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MAIS JE NE CONNAIS AUCUN MOT QUI POURRAIT 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CE QUE JÉSUS REPRÉSENTE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IL EST SI MERVEILLEUX ET SURPASSE TOUTES MES PENSÉES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BIEN PLUS MERVEILLEUX QUE MON CŒUR N’A ESPÉRÉ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TELLEMENT PLUS GRAND ET, AU-DELÀ DE TOUT CE QUE J’AI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IL EST TOUT POUR MOI LE PLUS GRAND DES TRÉSORS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IL EST TOUT CE QU’IL NOUS A PROMIS ET PLUS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14-  IL EST FABULEUX IL EST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15-  IL EST MIRACULEUX ET SI PRÉCIEUX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16-  IL EST SI MERVEILLEUX C’EST CE QUE JÉSUS EST POUR MOI     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IMPRESSIONNÉ, QUAND JE PENSE QUE LE ROI DE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A CHOISI LE CŒUR DE L’HOMME POUR Y DEMEURER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LA GRANDEUR DE SON AMOUR J’OSE À PEINE Y CROIRE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QUAND JE PENSE À QUI JE SUIS ET QUI IL EST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IL EST SI MERVEILLEUX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A PROMIS QU’IL SERAIT UN CONSEILLER</a:t>
            </a:r>
          </a:p>
          <a:p>
            <a:r>
              <a:rPr lang="fr-FR" smtClean="0"/>
              <a:t>2-  UN DIEU PUISSANT ET LE PRINCE DE PAIX</a:t>
            </a:r>
          </a:p>
          <a:p>
            <a:r>
              <a:rPr lang="fr-FR" smtClean="0"/>
              <a:t>3-  IL A PROMIS QU’IL SERAIT NOTRE PÈRE</a:t>
            </a:r>
          </a:p>
          <a:p>
            <a:r>
              <a:rPr lang="fr-FR" smtClean="0"/>
              <a:t>4-  ET QU’IL NOUS AIMERAIT D’UN AMOUR PLUS QUE PARFAIT</a:t>
            </a:r>
          </a:p>
          <a:p>
            <a:endParaRPr lang="fr-FR" smtClean="0"/>
          </a:p>
          <a:p>
            <a:r>
              <a:rPr lang="fr-FR" smtClean="0"/>
              <a:t>5-  J’AI ESSAYÉ, MAINTENANT JE SAIS QUE SES PROMESSES SONT VRAIES</a:t>
            </a:r>
          </a:p>
          <a:p>
            <a:r>
              <a:rPr lang="fr-FR" smtClean="0"/>
              <a:t>6-  IL EST TOUT CE QU’IL A DIT QU’IL SERAIT</a:t>
            </a:r>
          </a:p>
          <a:p>
            <a:r>
              <a:rPr lang="fr-FR" smtClean="0"/>
              <a:t>7-  MAIS JE NE CONNAIS AUCUN MOT QUI POURRAIT EXPRIMER</a:t>
            </a:r>
          </a:p>
          <a:p>
            <a:r>
              <a:rPr lang="fr-FR" smtClean="0"/>
              <a:t>8-  CE QUE JÉSUS REPRÉSENTE POUR MOI</a:t>
            </a:r>
          </a:p>
          <a:p>
            <a:endParaRPr lang="fr-FR" smtClean="0"/>
          </a:p>
          <a:p>
            <a:r>
              <a:rPr lang="fr-FR" smtClean="0"/>
              <a:t>	9-  IL EST SI MERVEILLEUX ET SURPASSE TOUTES MES PENSÉES</a:t>
            </a:r>
          </a:p>
          <a:p>
            <a:r>
              <a:rPr lang="fr-FR" smtClean="0"/>
              <a:t>	10-  BIEN PLUS MERVEILLEUX QUE MON CŒUR N’A ESPÉRÉ</a:t>
            </a:r>
          </a:p>
          <a:p>
            <a:r>
              <a:rPr lang="fr-FR" smtClean="0"/>
              <a:t>	11-  TELLEMENT PLUS GRAND ET, AU-DELÀ DE TOUT CE QUE J’AI CHERCHÉ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12-  IL EST TOUT POUR MOI LE PLUS GRAND DES TRÉSORS</a:t>
            </a:r>
          </a:p>
          <a:p>
            <a:r>
              <a:rPr lang="fr-FR" smtClean="0"/>
              <a:t>	13-  IL EST TOUT CE QU’IL NOUS A PROMIS ET PLUS ENCORE</a:t>
            </a:r>
          </a:p>
          <a:p>
            <a:endParaRPr lang="fr-FR" smtClean="0"/>
          </a:p>
          <a:p>
            <a:r>
              <a:rPr lang="fr-FR" smtClean="0"/>
              <a:t>     	14-  IL EST FABULEUX IL EST GLORIEUX</a:t>
            </a:r>
          </a:p>
          <a:p>
            <a:r>
              <a:rPr lang="fr-FR" smtClean="0"/>
              <a:t>     	15-  IL EST MIRACULEUX ET SI PRÉCIEUX</a:t>
            </a:r>
          </a:p>
          <a:p>
            <a:r>
              <a:rPr lang="fr-FR" smtClean="0"/>
              <a:t>     	16-  IL EST SI MERVEILLEUX C’EST CE QUE JÉSUS EST POUR MOI     (BOUCLE)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17-  IMPRESSIONNÉ, QUAND JE PENSE QUE LE ROI DE GLOIRE</a:t>
            </a:r>
          </a:p>
          <a:p>
            <a:r>
              <a:rPr lang="fr-FR" smtClean="0"/>
              <a:t>18-  A CHOISI LE CŒUR DE L’HOMME POUR Y DEMEURER</a:t>
            </a:r>
          </a:p>
          <a:p>
            <a:r>
              <a:rPr lang="fr-FR" smtClean="0"/>
              <a:t>19-  LA GRANDEUR DE SON AMOUR J’OSE À PEINE Y CROIRE</a:t>
            </a:r>
          </a:p>
          <a:p>
            <a:r>
              <a:rPr lang="fr-FR" smtClean="0"/>
              <a:t>20-  QUAND JE PENSE À QUI JE SUIS ET QUI IL EST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21-  IL EST SI MERVEILLEUX POUR MOI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49315-E1BD-4F44-A92B-FDF2D9A6C5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AAA03-8B64-485C-9738-47199D3379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1DC0C-4E95-4842-B14E-241148797E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4BEB3-26B5-489B-9D3B-22D298E343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E68FA-0617-4497-9D66-6D8E12DFE9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1E7B28-ABE5-4F88-821B-A96106C4CB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C671C9-D4F4-4B9A-90A2-6368BF3EC3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5A586-2666-4C1E-A3FA-2D523877BE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46D0A-794D-42CF-9C05-AD6F35614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BD7B6-CBB6-461D-926A-F4B3285DC2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65973-5466-410F-8D9B-8C778AFA38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A814390-A242-4E7A-8F6D-20829509D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PROMIS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SERAIT UN CONSEILLER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DIEU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PRINCE DE PAIX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A PROMIS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SERAIT NOTRE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QU’IL NOUS AIMERAIT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 AMOUR PLUS QUE PARFAIT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ESSAYÉ, MAINTENANT 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SES PROMESSES SONT VRAIES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TOUT CE QU’IL A DIT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SERAIT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CONNAIS AUCUN MOT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POURRAIT EXPRIMER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JÉSUS REPRÉSENTE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MERVEILLEUX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SURPASSE TOUTES MES PENSÉES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 PLUS MERVEILLEUX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MON CŒUR N’A ESPÉRÉ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TELLEMENT PLUS GRAND ET,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 CE QUE J’AI CHERCHÉ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TOUT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PLUS GRAND DES TRÉSORS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TOUT CE QU’IL NOUS A PROMIS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PLUS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FABULEUX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GLORIEUX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MIRACULEUX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SI PRÉCIEUX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MERVEILLEUX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CE QUE JÉSUS EST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IMPRESSIONNÉ, QUAND JE PENSE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ROI DE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CHOISI LE CŒUR DE L’HOMME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Y DEMEURER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GRANDEUR DE SON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J’OSE À PEINE Y CROIRE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PENSE À QUI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IL 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SI MERVEILLEUX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3293</Words>
  <Application>Microsoft PowerPoint</Application>
  <PresentationFormat>On-screen Show (4:3)</PresentationFormat>
  <Paragraphs>1343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64</cp:revision>
  <dcterms:created xsi:type="dcterms:W3CDTF">2002-08-17T10:50:50Z</dcterms:created>
  <dcterms:modified xsi:type="dcterms:W3CDTF">2014-11-09T02:43:07Z</dcterms:modified>
</cp:coreProperties>
</file>