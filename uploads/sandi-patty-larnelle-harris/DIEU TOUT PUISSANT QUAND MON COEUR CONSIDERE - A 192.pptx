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4" r:id="rId4"/>
    <p:sldId id="275" r:id="rId5"/>
    <p:sldId id="272" r:id="rId6"/>
    <p:sldId id="276" r:id="rId7"/>
    <p:sldId id="264" r:id="rId8"/>
    <p:sldId id="277" r:id="rId9"/>
    <p:sldId id="265" r:id="rId10"/>
    <p:sldId id="267" r:id="rId11"/>
    <p:sldId id="269" r:id="rId12"/>
    <p:sldId id="278" r:id="rId13"/>
    <p:sldId id="273" r:id="rId14"/>
    <p:sldId id="279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22692" autoAdjust="0"/>
    <p:restoredTop sz="90929"/>
  </p:normalViewPr>
  <p:slideViewPr>
    <p:cSldViewPr>
      <p:cViewPr varScale="1">
        <p:scale>
          <a:sx n="20" d="100"/>
          <a:sy n="20" d="100"/>
        </p:scale>
        <p:origin x="-1200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43EA0B40-F970-489D-84DB-E73B1E30A08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A4A40CF3-BA3E-4047-84D7-DB52AE77516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889D68-8ABF-4F6C-AF39-00BB06A086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49991-1B4D-444B-BE79-C5A9712422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94FA07-FEA5-433E-AA09-F92969EB84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16AAC-9E40-409F-9708-1C49814F19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055C5-06AF-4537-8ED5-FE07BCFCCB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EF9F27-888D-43EC-8F1F-518253888E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7B72A6-A0F8-40D7-8078-A65DDEA6AF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3B99D4-500A-4184-835F-02F5A977B9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51FC5B-02B7-411D-9CF0-1BBA7F96A9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C3394-6168-44B3-9CD8-18AA037317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F63FA3-BA73-47A4-AD92-E853F66A8B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39875C73-DE06-4070-B2FA-B3A9B5D99B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DIEU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TOUT-PUISSANT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CŒUR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CONSIDÈRE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L’UNIVERS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CRÉ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É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POUVOIR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CIEL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D’AZUR, LES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ÉCLAIRS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TONNERRE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CLAIR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MATIN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OMBRES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AINSI, MON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ÂME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CHANTE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LOUANGE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GRAND 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SI GRAND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QUAND, PAR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BOIS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FORÊT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PROFONDE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J’ERRE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J’ENTENDS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 OISEAUX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QUAND, SUR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MONTS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SOURCE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AVEC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LIVRE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ZÉPHIR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CHANT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DOUX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LÉGER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SONGE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Ô SUBLIME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MYSTÈRE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QU’UN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DIEU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GRAND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AIT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PENSER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CHER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FILS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DEVENU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FRÈRE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SUIS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L’HÉRITIER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GRAND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1009</Words>
  <Application>Microsoft PowerPoint</Application>
  <PresentationFormat>On-screen Show (4:3)</PresentationFormat>
  <Paragraphs>560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Brandon</cp:lastModifiedBy>
  <cp:revision>50</cp:revision>
  <dcterms:created xsi:type="dcterms:W3CDTF">2002-08-17T09:59:54Z</dcterms:created>
  <dcterms:modified xsi:type="dcterms:W3CDTF">2014-08-23T20:07:14Z</dcterms:modified>
</cp:coreProperties>
</file>