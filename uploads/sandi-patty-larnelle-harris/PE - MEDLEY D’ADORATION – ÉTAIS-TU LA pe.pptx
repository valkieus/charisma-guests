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>
        <p:scale>
          <a:sx n="40" d="100"/>
          <a:sy n="40" d="100"/>
        </p:scale>
        <p:origin x="-96" y="-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29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F90CBA8A-FC64-437A-A854-CD3606DC25C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ECC6F2-4260-4ADD-901B-FE85232F2DA1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A061E6-7266-40E3-A11F-DBB0FE2854E2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0B8189-1550-48BD-85C1-8A16C61A147B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A5A4D8-7D4A-4A6F-A89A-2A3051A9609B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B7A55F-E391-4C34-A80A-840C8D16A4B4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CAF029-2989-463F-924F-23C9F2CB8200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986BEE-F7F2-46A5-ACC6-6F793D536562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BC585D-6214-4618-9124-272D4DBF0E7D}" type="slidenum">
              <a:rPr lang="fr-FR" smtClean="0"/>
              <a:pPr/>
              <a:t>8</a:t>
            </a:fld>
            <a:endParaRPr lang="fr-FR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84D158-BA67-4D9E-9D5C-CBF4AF9A93E3}" type="slidenum">
              <a:rPr lang="fr-FR" smtClean="0"/>
              <a:pPr/>
              <a:t>9</a:t>
            </a:fld>
            <a:endParaRPr lang="fr-FR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CC49CA-AFD7-4087-A5B7-DF65DEE18891}" type="slidenum">
              <a:rPr lang="fr-FR" smtClean="0"/>
              <a:pPr/>
              <a:t>10</a:t>
            </a:fld>
            <a:endParaRPr lang="fr-FR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38EECB-8AD6-4FCF-951E-9704ECD147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2EA06-B97F-45B5-BF80-67015519D2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4873B-4C5F-468D-8A18-3C61F96C63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2150B-B9AA-4A3A-B8C9-2D0C3118E8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AD91B-3D55-44FE-AA05-F2D660CC2F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CCD46-0446-493A-B5C2-AC10F7F1C7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0E87A5-B544-48CD-8D41-2302C81B9F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61C084-4F8B-48F2-AC3F-5CD23F00E2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9032F-22AF-4D76-9527-B1C2298CA9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1A9D6C-566D-4EF8-9291-0174323842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E2AF6-8BEE-4772-AC70-27B21D4692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98C49EF5-D636-4910-904B-745175BE80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ÉTAIS-TU LÀ QUAND ILS ONT CRUCIFIÉ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SEIGNEUR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ÉTAIS-TU LÀ QUAND ILS ONT CRUCIFIÉ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SEIGNEUR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OH PARFOIS CELA ME FAIT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TREMBLER, TREMBLER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ÉTAIS-TU LÀ QUAND ILS ONT CRUCIFIÉ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SEIGNEUR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ÉTAIS-TU LÀ QUAND IL EST SORTI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DU TOMBEAU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ÉTAIS-TU LÀ QUAND IL EST SORTI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DU TOMBEAU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OH PARFOIS CELA ME FAIT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TREMBLER, TREMBLER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J’AURAIS AIMÉ ÊTRE LÀ QUAND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SORTI DU TOMBEAU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 A PAYÉ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LUI DOIS MON SALUT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PÉCHÉ EST EFFACÉ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SON SANG M’A RACHETÉ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ET, SEIGNEUR, DANS TOUT CE QUE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FAIS ET DIS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VEUX TOUJOURS TE DIRE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MERCI, POUR LES CHOSES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TU AS FAITES POUR MOI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CHOSES IMMÉRITÉES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TU AS DONNÉES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PROUVER TON AMOUR POUR MOI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VOIX D’UN MILLION D’ANGES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NE POURRAIT EXPRIMER MA GRATITUDE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TOUT CE QUE JE SUIS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TOUT CE QUE J’ESPÈRE ÊTRE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TE LE DOIS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DIEU SOIT LA GLOIRE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MON DIEU SOIT LA GLOIRE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DIEU SOIT LA GLOIRE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LES CHOSES QUE TU AS FAITES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A FAIT DE GRANDES CHOSES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A FAIT DE GRANDES CHOSES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A FAIT DE GRANDES CHOSES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BÉNI SOIT SON NOM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A FAIT DE GRANDES CHOSES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A FAIT DE GRANDES CHOSES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A FAIT DE GRANDES CHOSES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BÉNI SOIT SON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BÉNIS DIEU, Ô MON ÂME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TOUT CE QUI EST EN MOI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BÉNIT SON SAINT NOM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WERE YOU THERE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WHEN THEY CRUCIFIED MY LORD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WERE YOU THERE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WHEN THEY CRUCIFIED MY LORD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OH SOMETIMES IT CAUSES ME TO TREMBLE TREMBLE, TREMBLE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WERE YOU THERE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WHEN THEY CRUCIFIED MY LORD</a:t>
            </a: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WERE YOU THERE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WHEN HE ROSE UP FROM THE TOMB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WERE YOU THERE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WHEN HE ROSE UP FROM THE TOMB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OH SOMETIMES IT CAUSES ME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TO TREMBLE TREMBLE, TREMBLE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WERE YOU THERE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WHEN HE ROSE UP FROM THE TOMB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JESUS PAID IT ALL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ALL TO HIM I OWE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SIN HAD LEFT A CRIMSON STAIN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BUT OH, HE WASHED IT WHITE AS SNOW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LORD IN EVERYTHING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THAT I SAY AND DO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I’M STILL TRYING TO SAY</a:t>
            </a: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THANKS FOR THE THINGS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HAVE DONE FOR ME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THINGS SO UNDESERVED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THAT YOU GIVE TO PROVE YOUR LOVE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ME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 VOICES OF A MILLION ANGELS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CANNOT EXPRESS MY GRATITUDE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ALL THAT I AM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EVERY HOPE TO BE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LORD I KNOW I OWE IT ALL TO THEE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TO GOD BE THE GLORY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TO MY GOD BE ALL THE GLORY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TO GOD BE THE GLORY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THE THINGS YOU HAVE DONE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HAD DONE GREAT THINGS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HAD DONE GREAT THINGS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HAD DONE GREAT THINGS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 BLESS HIS HOLY NAME</a:t>
            </a: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 BLESS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 MY SOUL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ALL THAT IS WITHIN ME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BLESS HIS HOLY NAME</a:t>
            </a: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241</Words>
  <Application>Microsoft Office PowerPoint</Application>
  <PresentationFormat>On-screen Show (4:3)</PresentationFormat>
  <Paragraphs>79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CEC_INCRUSTATION_CHORALE</cp:lastModifiedBy>
  <cp:revision>79</cp:revision>
  <dcterms:created xsi:type="dcterms:W3CDTF">2002-08-17T12:16:38Z</dcterms:created>
  <dcterms:modified xsi:type="dcterms:W3CDTF">2014-11-08T18:02:27Z</dcterms:modified>
</cp:coreProperties>
</file>