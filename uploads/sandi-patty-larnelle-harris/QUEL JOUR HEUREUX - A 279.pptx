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7" r:id="rId4"/>
    <p:sldId id="262" r:id="rId5"/>
    <p:sldId id="261" r:id="rId6"/>
    <p:sldId id="259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8" autoAdjust="0"/>
    <p:restoredTop sz="76861" autoAdjust="0"/>
  </p:normalViewPr>
  <p:slideViewPr>
    <p:cSldViewPr>
      <p:cViewPr>
        <p:scale>
          <a:sx n="33" d="100"/>
          <a:sy n="33" d="100"/>
        </p:scale>
        <p:origin x="-888" y="-5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C8C963-3029-49A1-8DE0-4AA0D90E0EE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D6181B4-57E7-4EF7-96C3-EE723CE9BA9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QUEL JOUR HEUREUX !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CAR JÉSUS M’A LAVÉ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DE TOUS MES PÉCHÉS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QUEL JOUR HEUREUX !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IL M’A APPRIS À VEILLER ET À PRIER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CHAQUE JOUR IL Y A DE LA JOIE DANS MON CŒUR, DANS MON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OH HAPPY DAY (X2) WHEN JESUS WASHED  X3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HE WASHED MY SINS AWAY OH HAPPY DAY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HE TAUGHT ME HOW TO WATCH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FIGHT AND PRAY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11-  AND LIVE REJOICING EVERY DAY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12-  YES, HE DID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QUEL JOUR HEUREUX !  X2</a:t>
            </a:r>
          </a:p>
          <a:p>
            <a:r>
              <a:rPr lang="fr-FR" smtClean="0"/>
              <a:t>2-  CAR JÉSUS M’A LAVÉ  X3</a:t>
            </a:r>
          </a:p>
          <a:p>
            <a:r>
              <a:rPr lang="fr-FR" smtClean="0"/>
              <a:t>3-  DE TOUS MES PÉCHÉS </a:t>
            </a:r>
          </a:p>
          <a:p>
            <a:r>
              <a:rPr lang="fr-FR" smtClean="0"/>
              <a:t>4-  QUEL JOUR HEUREUX !  X2</a:t>
            </a:r>
          </a:p>
          <a:p>
            <a:endParaRPr lang="fr-FR" smtClean="0"/>
          </a:p>
          <a:p>
            <a:r>
              <a:rPr lang="fr-FR" smtClean="0"/>
              <a:t>	5-  IL M’A APPRIS À VEILLER ET À PRIER</a:t>
            </a:r>
          </a:p>
          <a:p>
            <a:r>
              <a:rPr lang="fr-FR" smtClean="0"/>
              <a:t>	6-  ET CHAQUE JOUR IL Y A DE LA JOIE DANS MON CŒUR, DANS MON CŒUR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OH HAPPY DAY (X2) WHEN JESUS WASHED  X3</a:t>
            </a:r>
          </a:p>
          <a:p>
            <a:r>
              <a:rPr lang="fr-FR" smtClean="0"/>
              <a:t>8-  HE WASHED MY SINS AWAY OH HAPPY DAY</a:t>
            </a:r>
          </a:p>
          <a:p>
            <a:endParaRPr lang="fr-FR" smtClean="0"/>
          </a:p>
          <a:p>
            <a:r>
              <a:rPr lang="fr-FR" smtClean="0"/>
              <a:t>	9-  HE TAUGHT ME HOW TO WATCH</a:t>
            </a:r>
          </a:p>
          <a:p>
            <a:r>
              <a:rPr lang="fr-FR" smtClean="0"/>
              <a:t>	10-  FIGHT AND PRAY</a:t>
            </a:r>
          </a:p>
          <a:p>
            <a:r>
              <a:rPr lang="fr-FR" smtClean="0"/>
              <a:t>	11-  AND LIVE REJOICING EVERY DAY</a:t>
            </a:r>
          </a:p>
          <a:p>
            <a:r>
              <a:rPr lang="fr-FR" smtClean="0"/>
              <a:t>	12-  YES, HE DID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7E09F-1692-4373-9460-90D47F1465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BF3E3-1646-4953-A872-153F2BD626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42C41-6BCF-4973-A6B0-B84FFBE893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098C7-D601-43E6-8D97-9AF3134A4D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60A4C-FC02-42A5-B6F5-671691D8F8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43D6D-E2E7-410A-9D5C-288F684D5F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F580D-DD45-4604-A36E-299BE72CCF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AC48C-C86A-41F3-9628-0D9AE32A1D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54E59-2546-4DF4-AEBB-02BDD344D5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F3745-56C3-4F16-8BFC-F1CD4992E9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CD6F2-97E9-473F-8832-917CAB654D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E919778-9630-449A-849D-DDEDE68221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 JOUR HEUREUX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JÉSUS M’A LAVÉ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TOUS MES PÉCHÉS </a:t>
            </a:r>
          </a:p>
          <a:p>
            <a:pPr algn="ctr">
              <a:lnSpc>
                <a:spcPct val="90000"/>
              </a:lnSpc>
              <a:defRPr/>
            </a:pPr>
            <a:endParaRPr lang="en-GB" sz="4000"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 JOUR HEUREUX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M’A APPRIS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VEILLER ET À PRIER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CHAQUE JOUR IL Y A DE LA JOIE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MON CŒUR, 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 HAPPY DAY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WHEN JESUS WASHED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WASHED MY SINS AWAY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 HAPPY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TAUGHT ME HOW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WATCH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FIGHT AND PRAY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LIVE REJOICING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EVERY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YES, HE DID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624</Words>
  <Application>Microsoft PowerPoint</Application>
  <PresentationFormat>On-screen Show (4:3)</PresentationFormat>
  <Paragraphs>402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34</cp:revision>
  <dcterms:created xsi:type="dcterms:W3CDTF">2002-08-17T11:00:22Z</dcterms:created>
  <dcterms:modified xsi:type="dcterms:W3CDTF">2014-08-23T22:06:31Z</dcterms:modified>
</cp:coreProperties>
</file>