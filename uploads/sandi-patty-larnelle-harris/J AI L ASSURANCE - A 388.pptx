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61" r:id="rId2"/>
    <p:sldId id="363" r:id="rId3"/>
    <p:sldId id="365" r:id="rId4"/>
    <p:sldId id="394" r:id="rId5"/>
    <p:sldId id="385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3" r:id="rId15"/>
    <p:sldId id="404" r:id="rId16"/>
    <p:sldId id="405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89" autoAdjust="0"/>
    <p:restoredTop sz="50809" autoAdjust="0"/>
  </p:normalViewPr>
  <p:slideViewPr>
    <p:cSldViewPr>
      <p:cViewPr varScale="1">
        <p:scale>
          <a:sx n="33" d="100"/>
          <a:sy n="33" d="100"/>
        </p:scale>
        <p:origin x="-67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843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B4059F0-DAB3-47FD-A0D1-32B6BA33369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296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307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317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327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L’ASSURANCE D’ÊTRE EN JÉSUS </a:t>
            </a:r>
          </a:p>
          <a:p>
            <a:r>
              <a:rPr lang="fr-FR" smtClean="0"/>
              <a:t>2-  QUELLE ESPÉRANCE DE SA GLOIRE VENUE</a:t>
            </a:r>
          </a:p>
          <a:p>
            <a:r>
              <a:rPr lang="fr-FR" smtClean="0"/>
              <a:t>3-  ENFANT DU SALUT, DIEU M’A RACHETÉ</a:t>
            </a:r>
          </a:p>
          <a:p>
            <a:r>
              <a:rPr lang="fr-FR" smtClean="0"/>
              <a:t>4-  NÉ DE SON ESPRIT SON SANG M’A LAVÉ</a:t>
            </a:r>
          </a:p>
          <a:p>
            <a:endParaRPr lang="fr-FR" smtClean="0"/>
          </a:p>
          <a:p>
            <a:r>
              <a:rPr lang="fr-FR" smtClean="0"/>
              <a:t>	5-  C’EST MON HISTOIRE C’EST MON CHANT</a:t>
            </a:r>
          </a:p>
          <a:p>
            <a:r>
              <a:rPr lang="fr-FR" smtClean="0"/>
              <a:t>	6-  LOUER MON SAUVEUR LE JOUR DURANT</a:t>
            </a:r>
          </a:p>
          <a:p>
            <a:r>
              <a:rPr lang="fr-FR" smtClean="0"/>
              <a:t>	7-  C’EST MON HISTOIRE C’EST MON CHANT</a:t>
            </a:r>
          </a:p>
          <a:p>
            <a:r>
              <a:rPr lang="fr-FR" smtClean="0"/>
              <a:t>	8-  LOUER MON SAUVEUR À CHAQUE INSTANT</a:t>
            </a:r>
          </a:p>
          <a:p>
            <a:endParaRPr lang="fr-FR" smtClean="0"/>
          </a:p>
          <a:p>
            <a:r>
              <a:rPr lang="fr-FR" smtClean="0"/>
              <a:t>9-  PARFAITE SOUMISSION PARFAIT BONHEUR</a:t>
            </a:r>
          </a:p>
          <a:p>
            <a:r>
              <a:rPr lang="fr-FR" smtClean="0"/>
              <a:t>10-  L’HEURE DE SON RETOUR BRILLE DANS MON CŒUR</a:t>
            </a:r>
          </a:p>
          <a:p>
            <a:r>
              <a:rPr lang="fr-FR" smtClean="0"/>
              <a:t>11-  L’ÉCHO DES ANGES QUI CLAMENT FORT</a:t>
            </a:r>
          </a:p>
          <a:p>
            <a:r>
              <a:rPr lang="fr-FR" smtClean="0"/>
              <a:t>12-  SON GRAND AMOUR ET SA MISÉRICORDE</a:t>
            </a:r>
          </a:p>
          <a:p>
            <a:endParaRPr lang="fr-FR" smtClean="0"/>
          </a:p>
          <a:p>
            <a:r>
              <a:rPr lang="fr-FR" smtClean="0"/>
              <a:t>13-  PARFAITE SOUMISSION J’AI TOUT EN LUI</a:t>
            </a:r>
          </a:p>
          <a:p>
            <a:r>
              <a:rPr lang="fr-FR" smtClean="0"/>
              <a:t>14-  AVEC MON SAUVEUR, JE SUIS BÉNI</a:t>
            </a:r>
          </a:p>
          <a:p>
            <a:r>
              <a:rPr lang="fr-FR" smtClean="0"/>
              <a:t>15-  JE SUIS DANS L’ATTENTE PLEIN DE CONFIANCE</a:t>
            </a:r>
          </a:p>
          <a:p>
            <a:r>
              <a:rPr lang="fr-FR" smtClean="0"/>
              <a:t>16-  REMPLI DE BONTÉ DE SA TOUTE PUISSANCE</a:t>
            </a:r>
          </a:p>
          <a:p>
            <a:endParaRPr lang="fr-FR" smtClean="0"/>
          </a:p>
        </p:txBody>
      </p:sp>
      <p:sp>
        <p:nvSpPr>
          <p:cNvPr id="34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J’AI L’ASSURANCE D’ÊTRE EN JÉSUS </a:t>
            </a:r>
          </a:p>
          <a:p>
            <a:pPr eaLnBrk="1" hangingPunct="1"/>
            <a:r>
              <a:rPr lang="fr-FR" smtClean="0"/>
              <a:t>2-  QUELLE ESPÉRANCE DE SA GLOIRE VENUE</a:t>
            </a:r>
          </a:p>
          <a:p>
            <a:pPr eaLnBrk="1" hangingPunct="1"/>
            <a:r>
              <a:rPr lang="fr-FR" smtClean="0"/>
              <a:t>3-  ENFANT DU SALUT, DIEU M’A RACHETÉ</a:t>
            </a:r>
          </a:p>
          <a:p>
            <a:pPr eaLnBrk="1" hangingPunct="1"/>
            <a:r>
              <a:rPr lang="fr-FR" smtClean="0"/>
              <a:t>4-  NÉ DE SON ESPRIT SON SANG M’A LAVÉ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5-  C’EST MON HISTOIRE C’EST MON CHANT</a:t>
            </a:r>
          </a:p>
          <a:p>
            <a:pPr eaLnBrk="1" hangingPunct="1"/>
            <a:r>
              <a:rPr lang="fr-FR" smtClean="0"/>
              <a:t>	6-  LOUER MON SAUVEUR LE JOUR DURANT</a:t>
            </a:r>
          </a:p>
          <a:p>
            <a:pPr eaLnBrk="1" hangingPunct="1"/>
            <a:r>
              <a:rPr lang="fr-FR" smtClean="0"/>
              <a:t>	7-  C’EST MON HISTOIRE C’EST MON CHANT</a:t>
            </a:r>
          </a:p>
          <a:p>
            <a:pPr eaLnBrk="1" hangingPunct="1"/>
            <a:r>
              <a:rPr lang="fr-FR" smtClean="0"/>
              <a:t>	8-  LOUER MON SAUVEUR À CHAQUE INSTANT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9-  PARFAITE SOUMISSION PARFAIT BONHEUR</a:t>
            </a:r>
          </a:p>
          <a:p>
            <a:pPr eaLnBrk="1" hangingPunct="1"/>
            <a:r>
              <a:rPr lang="fr-FR" smtClean="0"/>
              <a:t>10-  L’HEURE DE SON RETOUR BRILLE DANS MON CŒUR</a:t>
            </a:r>
          </a:p>
          <a:p>
            <a:pPr eaLnBrk="1" hangingPunct="1"/>
            <a:r>
              <a:rPr lang="fr-FR" smtClean="0"/>
              <a:t>11-  L’ÉCHO DES ANGES QUI CLAMENT FORT</a:t>
            </a:r>
          </a:p>
          <a:p>
            <a:pPr eaLnBrk="1" hangingPunct="1"/>
            <a:r>
              <a:rPr lang="fr-FR" smtClean="0"/>
              <a:t>12-  SON GRAND AMOUR ET SA MISÉRICORDE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13-  PARFAITE SOUMISSION J’AI TOUT EN LUI</a:t>
            </a:r>
          </a:p>
          <a:p>
            <a:pPr eaLnBrk="1" hangingPunct="1"/>
            <a:r>
              <a:rPr lang="fr-FR" smtClean="0"/>
              <a:t>14-  AVEC MON SAUVEUR, JE SUIS BÉNI</a:t>
            </a:r>
          </a:p>
          <a:p>
            <a:pPr eaLnBrk="1" hangingPunct="1"/>
            <a:r>
              <a:rPr lang="fr-FR" smtClean="0"/>
              <a:t>15-  JE SUIS DANS L’ATTENTE PLEIN DE CONFIANCE</a:t>
            </a:r>
          </a:p>
          <a:p>
            <a:pPr eaLnBrk="1" hangingPunct="1"/>
            <a:r>
              <a:rPr lang="fr-FR" smtClean="0"/>
              <a:t>16-  REMPLI DE BONTÉ DE SA TOUTE PUISSANCE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054CC3-71DC-42AC-AADB-023D4CAD09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57031-2164-41C2-8D2D-61597EF484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6E6BE7-DC1D-407D-85C8-FF4AC24D40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5B6FE-A520-43E7-8F25-373DF31837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182A5-DFC5-4634-9B1A-5DBFDD2D15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B5ECA-5F6C-4E96-8768-FCA9974EAC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CC24E-7FEB-4F48-912B-977F890E73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42DCB-39B4-4DB2-9FC5-DC30CCC4A1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A047C-88FF-4EDB-98E7-6815C06694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5D7423-6319-4D01-8F48-62D18AEC72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ED2A2-10F5-4A75-9D68-9A1433D3F4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9AFA064-F35F-49C6-BDA6-533452E0ED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L’ASSURANCE D’ÊTRE EN JÉSUS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QUELLE ESPÉRANCE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SA GLOIRE VENUE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ENFANT DU SALUT, DIEU M’A RACHETÉ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NÉ DE SON 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 SANG M’A LAVÉ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MON HISTOIRE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MON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LOUER MON 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JOUR DURANT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MON HISTOIRE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MON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LOUER MON 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CHAQUE INSTANT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PARFAITE SOUMISSION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PARFAIT BONHEUR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L’HEURE DE SON RETOUR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BRILLE DANS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L’ÉCHO DES ANGES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CLAMENT FORT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 GRAND 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SA MISÉRICORDE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PARFAITE SOUMISSION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J’AI TOUT EN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MON SAUVEUR, JE SUIS BÉNI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DANS L’ATTENTE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PLEIN DE CONFIANCE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REMPLI DE BONTÉ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SA TOUTE PUISSANCE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1061</Words>
  <Application>Microsoft PowerPoint</Application>
  <PresentationFormat>On-screen Show (4:3)</PresentationFormat>
  <Paragraphs>637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Times New Roman</vt:lpstr>
      <vt:lpstr>Arial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Brandon</cp:lastModifiedBy>
  <cp:revision>83</cp:revision>
  <dcterms:created xsi:type="dcterms:W3CDTF">2002-08-17T13:23:56Z</dcterms:created>
  <dcterms:modified xsi:type="dcterms:W3CDTF">2014-08-23T20:29:13Z</dcterms:modified>
</cp:coreProperties>
</file>