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>
        <p:scale>
          <a:sx n="40" d="100"/>
          <a:sy n="40" d="100"/>
        </p:scale>
        <p:origin x="-96" y="-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4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DEF7DCC8-4D08-4FCC-87FC-C2496261234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0422F9-359E-4364-AC2D-2A6707D8D8CE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7EA356-623E-4C64-9AB3-4196C14D648A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AA6756-E348-4213-95C7-356AB2DF8BD4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8E6A59-2B7E-44C0-AE9D-F67CB1253584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A9FC85-B061-4B4D-A1EC-AB36C82ACE68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F240C2-4D3B-4623-B1CB-ACD161F7D738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53635E-71C3-4F98-916F-953752A7B992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522CCA-2E67-4A0C-A90E-070A77F2E792}" type="slidenum">
              <a:rPr lang="fr-FR" smtClean="0"/>
              <a:pPr/>
              <a:t>8</a:t>
            </a:fld>
            <a:endParaRPr lang="fr-FR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A771F2-473A-4173-B3CC-AD416AB3A8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C1A42-3DBC-42EB-BD67-376B64023A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256CAE-3B7D-41C7-A565-E4B7CFA28B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950F74-3FDE-4A33-B4CF-E7FB686FA3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08DA8-78FC-4AA0-AE46-DB8CDADE88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3B01C-FD21-4886-93E9-F1E5DF451F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81894-B7E3-43E7-9EB3-6027D6E61F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4092F-4991-4414-BD25-7A774EEF97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40055-C8D0-4EA8-B1A9-78CD05745E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25CB5-8FB4-4871-AD37-57346C4A2B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878DE0-4306-49A0-912E-4815E327A1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EA9D362A-15FA-43FE-966A-F1A2E8F208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JE PRIE QUE TA SAGESSE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NOUS GUIDE ET NOUS ÉCLAIRE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QU’ELLE SOIT NOTRE RICHESSE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QUAND NOUS NE SAURONS QUOI FAIRE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C’EST NOTRE PRIÈRE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À TOI NOTRE PÈRE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MONTRE-NOUS TA VOIE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CONDUIS-NOUS VERS TOI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OÙ NOUS SERONS PRÈS DU ROI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JE PRIE QUE TA LUMIÈRE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DEMEURE DANS NOS CŒURS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QUAND VIENDRONT LES TÉNÈBRES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RÉVÈLE-TOI, SEIGNEUR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C’EST NOTRE PRIÈRE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VERS TOI, TENDRE PÈRE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MONTRE-NOUS TA VOIE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CONDUIS-NOUS VERS TOI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34" charset="0"/>
              </a:rPr>
              <a:t>OÙ NOUS SERONS PRÈS DU ROI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PONT :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DANS TON ROYAUME DE PAIX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ET D’AMOUR PARFAIT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LE MONDE VERRA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QUE TOI SEUL ES LE DIEU VRAI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EN CE JOUR OÙ TU REDESCENDRAS DU CIEL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MANIFESTER TA GLOIRE, TON RÈGNE, ÉTERNEL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NOUS PRIONS QUE TON CŒUR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SOIT TOURNÉ VERS NOS VIES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ENSEIGNE-NOUS SEIGNEUR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TON AMOUR INFINI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TELLE EST LA PRIÈRE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DES CŒURS QUI ESPÈRENT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MONTRE-NOUS TA VOIE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CONDUIS TOUS NOS PAS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QUE TA FOI NOUS GARDE EN TOI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I PRAY YOU'LL BE OUR EYES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AND WATCH US WHERE WE GO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AND HELP US TO BE WISE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IN TIMES WHEN WE DON'T KNOW</a:t>
            </a: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LET THIS BE OUR PRAYER</a:t>
            </a: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WHEN WE LOSE OUR WAY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LEAD US TO A PLACE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GUIDE US WITH YOUR GRACE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TO A PLACE WHERE WE'LL BE SAFE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LA LUCE CHE TU DAI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I PRAY WE'LL FIND YOUR LIGHT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NEL CUORE RESTERA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AND HOLD IT IN OUR HEARTS</a:t>
            </a: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A RICORDARCI CHE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WHEN STARS GO OUT EACH NIGHT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L'ETERNA STELLA SEI</a:t>
            </a:r>
          </a:p>
          <a:p>
            <a:pPr algn="ctr">
              <a:lnSpc>
                <a:spcPct val="110000"/>
              </a:lnSpc>
            </a:pP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NELLA MIA PREGHIERA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LET THIS BE OUR PRAYER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QUANTA FEDE C'È</a:t>
            </a:r>
            <a:br>
              <a:rPr lang="en-US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 Black" pitchFamily="34" charset="0"/>
              </a:rPr>
              <a:t>WHEN SHADOWS FILL OUR DAY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it-IT" sz="2800">
                <a:solidFill>
                  <a:schemeClr val="bg1"/>
                </a:solidFill>
                <a:latin typeface="Arial Black" pitchFamily="34" charset="0"/>
              </a:rPr>
              <a:t>LEAD US TO A PLACE</a:t>
            </a:r>
            <a:br>
              <a:rPr lang="it-IT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it-IT" sz="2800">
                <a:solidFill>
                  <a:schemeClr val="bg1"/>
                </a:solidFill>
                <a:latin typeface="Arial Black" pitchFamily="34" charset="0"/>
              </a:rPr>
              <a:t>GUIDE US WITH YOUR GRACE</a:t>
            </a:r>
            <a:br>
              <a:rPr lang="it-IT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it-IT" sz="2800">
                <a:solidFill>
                  <a:schemeClr val="bg1"/>
                </a:solidFill>
                <a:latin typeface="Arial Black" pitchFamily="34" charset="0"/>
              </a:rPr>
              <a:t>GIVE US FAITH SO WE'LL BE SAFE</a:t>
            </a:r>
          </a:p>
          <a:p>
            <a:pPr algn="ctr">
              <a:lnSpc>
                <a:spcPct val="110000"/>
              </a:lnSpc>
            </a:pPr>
            <a:endParaRPr lang="it-IT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it-IT" sz="2800">
                <a:solidFill>
                  <a:schemeClr val="bg1"/>
                </a:solidFill>
                <a:latin typeface="Arial Black" pitchFamily="34" charset="0"/>
              </a:rPr>
              <a:t>SOGNAMO UN MONDO SENZA PIU VIOLENZA</a:t>
            </a:r>
            <a:br>
              <a:rPr lang="it-IT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it-IT" sz="2800">
                <a:solidFill>
                  <a:schemeClr val="bg1"/>
                </a:solidFill>
                <a:latin typeface="Arial Black" pitchFamily="34" charset="0"/>
              </a:rPr>
              <a:t>UN MONDO DI GIUSTIZIA E DI SPERANZA</a:t>
            </a:r>
            <a:br>
              <a:rPr lang="it-IT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it-IT" sz="2800">
                <a:solidFill>
                  <a:schemeClr val="bg1"/>
                </a:solidFill>
                <a:latin typeface="Arial Black" pitchFamily="34" charset="0"/>
              </a:rPr>
              <a:t>OGNUNO DIA LA MANO AL SUO VICINO</a:t>
            </a:r>
            <a:r>
              <a:rPr lang="it-IT" sz="32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it-IT" sz="3200">
                <a:solidFill>
                  <a:schemeClr val="bg1"/>
                </a:solidFill>
                <a:latin typeface="Arial Black" pitchFamily="34" charset="0"/>
              </a:rPr>
            </a:br>
            <a:r>
              <a:rPr lang="it-IT" sz="2800">
                <a:solidFill>
                  <a:schemeClr val="bg1"/>
                </a:solidFill>
                <a:latin typeface="Arial Black" pitchFamily="34" charset="0"/>
              </a:rPr>
              <a:t>SIMBOLO DI PACE E DI FRATERNITA</a:t>
            </a:r>
          </a:p>
          <a:p>
            <a:pPr algn="ctr">
              <a:lnSpc>
                <a:spcPct val="110000"/>
              </a:lnSpc>
            </a:pPr>
            <a:endParaRPr lang="it-IT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it-IT" sz="2800">
                <a:solidFill>
                  <a:schemeClr val="bg1"/>
                </a:solidFill>
                <a:latin typeface="Arial Black" pitchFamily="34" charset="0"/>
              </a:rPr>
              <a:t>LA FORZA CHE CI DA</a:t>
            </a:r>
            <a:br>
              <a:rPr lang="it-IT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it-IT" sz="2800">
                <a:solidFill>
                  <a:schemeClr val="bg1"/>
                </a:solidFill>
                <a:latin typeface="Arial Black" pitchFamily="34" charset="0"/>
              </a:rPr>
              <a:t>WE ASK THAT LIFE BE KIND</a:t>
            </a:r>
            <a:br>
              <a:rPr lang="it-IT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it-IT" sz="2800">
                <a:solidFill>
                  <a:schemeClr val="bg1"/>
                </a:solidFill>
                <a:latin typeface="Arial Black" pitchFamily="34" charset="0"/>
              </a:rPr>
              <a:t>E IL DESIDERIO CHE</a:t>
            </a:r>
            <a:br>
              <a:rPr lang="it-IT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it-IT" sz="2800">
                <a:solidFill>
                  <a:schemeClr val="bg1"/>
                </a:solidFill>
                <a:latin typeface="Arial Black" pitchFamily="34" charset="0"/>
              </a:rPr>
              <a:t>AND WATCH US FROM ABOVE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OGNUNO TROVI AMORE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HOPE EACH SOUL WILL FIND 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INTORNO E DENTRO A SE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ANOTHER SOUL TO LOVE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LET THIS BE OUR PRAYER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LET THIS BE OUR PRAYER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JUST LIKE EVERY CHILD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JUST LIKE EVERY CHILD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NEEDS TO FIND A PLACE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GUIDE US WITH YOUR GRACE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GIVE US FAITH SO WE'LL BE SAFE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 LA FEDE CHE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HAI ACCESO IN NOI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SENTO CHE CI SALVERA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93</Words>
  <Application>Microsoft Office PowerPoint</Application>
  <PresentationFormat>On-screen Show (4:3)</PresentationFormat>
  <Paragraphs>63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CEC_INCRUSTATION_CHORALE</cp:lastModifiedBy>
  <cp:revision>78</cp:revision>
  <dcterms:created xsi:type="dcterms:W3CDTF">2002-08-17T12:16:38Z</dcterms:created>
  <dcterms:modified xsi:type="dcterms:W3CDTF">2014-11-08T16:30:14Z</dcterms:modified>
</cp:coreProperties>
</file>