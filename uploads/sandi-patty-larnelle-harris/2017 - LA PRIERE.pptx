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302" r:id="rId3"/>
    <p:sldId id="317" r:id="rId4"/>
    <p:sldId id="316" r:id="rId5"/>
    <p:sldId id="315" r:id="rId6"/>
    <p:sldId id="314" r:id="rId7"/>
    <p:sldId id="313" r:id="rId8"/>
    <p:sldId id="312" r:id="rId9"/>
    <p:sldId id="311" r:id="rId10"/>
    <p:sldId id="310" r:id="rId11"/>
    <p:sldId id="318" r:id="rId12"/>
    <p:sldId id="309" r:id="rId13"/>
    <p:sldId id="308" r:id="rId14"/>
    <p:sldId id="307" r:id="rId15"/>
    <p:sldId id="306" r:id="rId16"/>
    <p:sldId id="305" r:id="rId17"/>
    <p:sldId id="304" r:id="rId18"/>
    <p:sldId id="303" r:id="rId19"/>
    <p:sldId id="319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9843" autoAdjust="0"/>
    <p:restoredTop sz="76817" autoAdjust="0"/>
  </p:normalViewPr>
  <p:slideViewPr>
    <p:cSldViewPr>
      <p:cViewPr>
        <p:scale>
          <a:sx n="50" d="100"/>
          <a:sy n="50" d="100"/>
        </p:scale>
        <p:origin x="-72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26DF2B5-B916-4A87-8C74-FF428FA485E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55D8448-44DD-4C1B-B73C-E6546326B89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PRIE QUE TA SAGESSE NOUS GUIDE ET NOUS ÉCLAIRE  
2-  QU’ELLE SOIT NOTRE RICHESSE QUAND NOUS NE SAURONS QUOI FAIRE  
3-  C’EST NOTRE PRIÈRE À TOI NOTRE PÈRE 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 MONTRE-NOUS TA VOIE CONDUIS TOUS NOS PAS  
5-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PRIE QUE TA LUMIÈRE DEMEURE DANS NOS CŒURS  
7-  QUAND VIENDRONT LES TÉNÈBRES RÉVÈLE-TOI, SEIGNEUR 
8-  C’EST NOTRE PRIÈRE VERS TOI, NOTRE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 MONTRE-NOUS TA VOIE CONDUIS TOUS NOS PAS 
10-  OÙ NOUS SERONS PRÈS DE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DANS TON ROYAUME DE PAIX ET D’AMOUR PARFAIT  
12-  LE MONDE VERRA QUE TOI SEUL ES LE DIEU VRAI  
13-  QUE TU ES VENU RACHETER ET SAUVER TRACER UN CHEMIN VERS TON ÉTERNITÉ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NOUS PRIONS QUE TON CŒUR SOIT TOURNÉ VERS NOS VIES  
15-  ENSEIGNE-NOUS, SEIGNEUR TON AMOUR INFINI  
16-  TELLE EST LA PRIÈRE DES CŒURS QUI ESPÈRENT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 MONTRE-NOUS TA VOIE CONDUIS TOUS NOS PAS  
18-  QUE LA FOI NOUS GARDE EN TOI 
</a:t>
            </a:r>
            <a:endParaRPr lang="en-US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JE PRIE QUE TA SAGESSE NOUS GUIDE ET NOUS ÉCLAIRE  
2-  QU’ELLE SOIT NOTRE RICHESSE QUAND NOUS NE SAURONS QUOI FAIRE  
3-  C’EST NOTRE PRIÈRE À TOI NOTRE PÈRE 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r>
              <a:rPr lang="fr-FR" smtClean="0">
                <a:solidFill>
                  <a:srgbClr val="000000"/>
                </a:solidFill>
              </a:rPr>
              <a:t>4-   MONTRE-NOUS TA VOIE CONDUIS TOUS NOS PAS  
5-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6-  JE PRIE QUE TA LUMIÈRE DEMEURE DANS NOS CŒURS  
7-  QUAND VIENDRONT LES TÉNÈBRES RÉVÈLE-TOI, SEIGNEUR 
8-  C’EST NOTRE PRIÈRE VERS TOI, NOTRE PÈRE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9-   MONTRE-NOUS TA VOIE CONDUIS TOUS NOS PAS 
10-  OÙ NOUS SERONS PRÈS DE TOI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DANS TON ROYAUME DE PAIX ET D’AMOUR PARFAIT  
12-  LE MONDE VERRA QUE TOI SEUL ES LE DIEU VRAI  
13-  QUE TU ES VENU RACHETER ET SAUVER TRACER UN CHEMIN VERS TON ÉTERNITÉ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14-  NOUS PRIONS QUE TON CŒUR SOIT TOURNÉ VERS NOS VIES  
15-  ENSEIGNE-NOUS, SEIGNEUR TON AMOUR INFINI  
16-  TELLE EST LA PRIÈRE DES CŒURS QUI ESPÈRENT 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17-   MONTRE-NOUS TA VOIE CONDUIS TOUS NOS PAS  
18-  QUE LA FOI NOUS GARDE EN TOI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EF961-5ED2-4039-B28E-7CAA8D4B52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089BC-6330-4C2D-8ADA-51CAF397AA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99BE2-2E1B-4E4B-9ACB-C7FA18BE3D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FE963-EE6C-4047-8C0F-6FC7EDB3E5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FEF1B-FA5B-418A-B616-DFAC5B3278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B3C43-D905-4F89-B6C9-2F8672AB1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92DA0-2D2B-4F30-8748-4356491E7A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B5210-DAB4-48C3-BEEB-4D0C1399E6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46AAA-6047-47F3-8726-C7A25A490B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4B987-B57C-4BE6-BB15-24714ECA6C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7F74F-F55E-49C5-9154-0F27A9586D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88D8B-D25F-4B14-AB94-95200B29ADD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C0DAD-6AD4-4EDD-8C20-57758A77AA4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782E4-666C-4192-B61F-4DF12CA51C4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889F3-E6C9-4EBF-94CE-1164087F854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85DD5-C70A-4B21-BBA7-D25C241E0CB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13F0A-25CC-481F-B056-BD9C7EC3D6B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80655-CC77-4F02-8AFA-4C8ED948C71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11871-C563-48E0-B59B-AB1C53B9A12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0AC3D-7923-46A0-8FF9-3E0F6797CC2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BCB00A-1B52-409C-BD12-4ACE666346D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50CB8E-0EAB-42A7-A055-336E72C14B6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B12C0-32D6-49E6-9905-30727686670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C0771-E867-4A97-9F4D-5B38AFC0B2B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B528B-09C7-486D-9347-AF133F77699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763EB7-A021-4030-95D7-32FC1EDB5AF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93F81-371C-4FF3-B8A0-30CACAEF67E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8B496C-67EF-48F3-A3B9-8B8A04881CB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86DC1-30B2-468F-A377-9D1994B11AF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3E8CA-4A16-43B6-88C1-7EC209DBBA0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1E517-E0CE-4C03-AD02-154D784781E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4332C8-F550-498C-87BC-27839DCC253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5B115-EB82-4C6B-859D-0CBB442C842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B286FD9-D5E3-481A-9647-EACA9D3E4D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54B92E-C142-4145-8906-05A0B11C059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254F9DC-399E-4939-93BB-18D18780882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JE PRIE QUE TA SAGESSE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NOUS GUIDE ET NOUS ÉCLAIRE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QU’ELLE SOIT NOTRE RICHESSE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QUAND NOUS NE SAURONS QUOI FAIRE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C’EST NOTRE PRIÈRE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À TOI NOTRE PÈRE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 MONTRE-NOUS TA VOIE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CONDUIS TOUS NOS PAS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OÙ NOUS SERONS PRÈS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JE PRIE QUE TA LUMIÈRE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DEMEURE DANS NOS CŒURS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QUAND VIENDRONT LES TÉNÈBRES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RÉVÈLE-TOI,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C’EST NOTRE PRIÈRE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VERS TOI, NOTRE PÈRE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 MONTRE-NOUS TA VOIE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CONDUIS TOUS NOS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OÙ NOUS SERONS PRÈS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DANS TON ROYAUME DE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ET D’AMOUR PARFAIT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LE MONDE VERRA QUE TOI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ES LE DIEU VRAI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QUE TU ES VENU RACHETER ET SAUVER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TRACER UN CHEMIN VERS TON ÉTERNITÉ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NOUS PRIONS QUE TON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SOIT TOURNÉ VERS NOS VIES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ENSEIGNE-NOUS,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TON AMOUR INFINI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TELLE EST LA PRIÈRE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DES CŒURS QUI ESPÈRENT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 MONTRE-NOUS TA VOIE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CONDUIS TOUS NOS PAS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QUE LA FOI NOUS GARDE EN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521</Words>
  <Application>Microsoft Office PowerPoint</Application>
  <PresentationFormat>On-screen Show (4:3)</PresentationFormat>
  <Paragraphs>501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Times New Roman</vt:lpstr>
      <vt:lpstr>Arial</vt:lpstr>
      <vt:lpstr>Calibri</vt:lpstr>
      <vt:lpstr>Default Design</vt:lpstr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70</cp:revision>
  <dcterms:created xsi:type="dcterms:W3CDTF">2002-08-17T13:12:10Z</dcterms:created>
  <dcterms:modified xsi:type="dcterms:W3CDTF">2017-07-09T09:15:51Z</dcterms:modified>
</cp:coreProperties>
</file>