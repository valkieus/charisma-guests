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63" r:id="rId2"/>
    <p:sldId id="279" r:id="rId3"/>
    <p:sldId id="264" r:id="rId4"/>
    <p:sldId id="280" r:id="rId5"/>
    <p:sldId id="265" r:id="rId6"/>
    <p:sldId id="281" r:id="rId7"/>
    <p:sldId id="267" r:id="rId8"/>
    <p:sldId id="282" r:id="rId9"/>
    <p:sldId id="268" r:id="rId10"/>
    <p:sldId id="277" r:id="rId11"/>
    <p:sldId id="269" r:id="rId12"/>
    <p:sldId id="283" r:id="rId13"/>
    <p:sldId id="270" r:id="rId14"/>
    <p:sldId id="284" r:id="rId15"/>
    <p:sldId id="271" r:id="rId16"/>
    <p:sldId id="285" r:id="rId17"/>
    <p:sldId id="272" r:id="rId18"/>
    <p:sldId id="286" r:id="rId19"/>
    <p:sldId id="275" r:id="rId20"/>
    <p:sldId id="287" r:id="rId21"/>
    <p:sldId id="273" r:id="rId22"/>
    <p:sldId id="288" r:id="rId23"/>
    <p:sldId id="274" r:id="rId24"/>
    <p:sldId id="289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35714" autoAdjust="0"/>
  </p:normalViewPr>
  <p:slideViewPr>
    <p:cSldViewPr>
      <p:cViewPr varScale="1">
        <p:scale>
          <a:sx n="35" d="100"/>
          <a:sy n="35" d="100"/>
        </p:scale>
        <p:origin x="160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79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10" charset="-128"/>
              </a:defRPr>
            </a:lvl1pPr>
          </a:lstStyle>
          <a:p>
            <a:pPr>
              <a:defRPr/>
            </a:pPr>
            <a:fld id="{E0EAD4AF-C83F-4288-A0E6-1C7C05E14BDE}" type="datetimeFigureOut">
              <a:rPr lang="fr-FR"/>
              <a:pPr>
                <a:defRPr/>
              </a:pPr>
              <a:t>04/04/2021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10" charset="-128"/>
              </a:defRPr>
            </a:lvl1pPr>
          </a:lstStyle>
          <a:p>
            <a:pPr>
              <a:defRPr/>
            </a:pPr>
            <a:fld id="{99F10047-5F95-4C21-83A2-45855CDCB66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7886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328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2651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02473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0168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5252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60454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8139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29608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09475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16700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UN JOUR, ILS ONT ACCUSÉ </a:t>
            </a:r>
            <a:br>
              <a:rPr lang="fr-FR" smtClean="0"/>
            </a:br>
            <a:r>
              <a:rPr lang="fr-FR" smtClean="0"/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EMMANUEL, JE T’ADORE EMMANUEL</a:t>
            </a:r>
            <a:br>
              <a:rPr lang="fr-FR" smtClean="0"/>
            </a:br>
            <a:r>
              <a:rPr lang="fr-FR" smtClean="0"/>
              <a:t> 	10-  EMMANUEL, MON SAUVEUR EMMANUEL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Pont: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EMMANUEL, FORT ET GLORIEUX 
20-  À TOUT JAMAIS TU RÈGNES              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21-  PUIS IL EST RESSUSCITÉ 
22-  L’AGNEAU IMMORTEL 
23-  NOUS CHANTERONS POUR ÉLEVER
24-  NOTRE ROI EMMANUEL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UN JOUR, ILS ONT ACCUSÉ 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2-  À MA PLACE EMMANUEL 
3-  SANS SE DÉFENDRE, IL S’EST DONNÉ 
4-  EN SACRIFICE SOLENNEL 
5-  DE HONTE ILS ONT COURONNÉ 
6-  LE ROI D’ISRAËL 
7-  JE RECONNAIS L’AMOUR DU PÈRE 
8-  PAR LE SANG D’EMMANUEL </a:t>
            </a:r>
          </a:p>
          <a:p>
            <a:r>
              <a:rPr lang="fr-FR" smtClean="0">
                <a:ea typeface="ＭＳ Ｐゴシック" charset="-128"/>
              </a:rPr>
              <a:t>
	Refrain:</a:t>
            </a:r>
          </a:p>
          <a:p>
            <a:r>
              <a:rPr lang="fr-FR" smtClean="0">
                <a:ea typeface="ＭＳ Ｐゴシック" charset="-128"/>
              </a:rPr>
              <a:t>	9-  EMMANUEL, JE T’ADORE EMMANUEL</a:t>
            </a:r>
            <a:br>
              <a:rPr lang="fr-FR" smtClean="0">
                <a:ea typeface="ＭＳ Ｐゴシック" charset="-128"/>
              </a:rPr>
            </a:br>
            <a:r>
              <a:rPr lang="fr-FR" smtClean="0">
                <a:ea typeface="ＭＳ Ｐゴシック" charset="-128"/>
              </a:rPr>
              <a:t> 	10-  EMMANUEL, MON SAUVEUR EMMANUEL </a:t>
            </a:r>
          </a:p>
          <a:p>
            <a:r>
              <a:rPr lang="fr-FR" smtClean="0">
                <a:ea typeface="ＭＳ Ｐゴシック" charset="-128"/>
              </a:rPr>
              <a:t>
11-  ILS ONT CLOUÉ MON PÉCHÉ 
12-  SUR LA CROIX D’EMMANUEL 
13-  MÉPRISANT SA MAJESTÉ 
14-  SON RÈGNE ÉTERNEL 
15-  ILS ONT PERCÉ LES CÔTÉS 
16-  DU FILS VENU DU CIEL 
17-  JE VOIS ENCORE L’AMOUR DU PÈRE 
18-  SUR LES MAINS D’EMMANUEL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</a:t>
            </a:r>
          </a:p>
          <a:p>
            <a:r>
              <a:rPr lang="fr-FR" smtClean="0">
                <a:ea typeface="ＭＳ Ｐゴシック" charset="-128"/>
              </a:rPr>
              <a:t>
Pont:</a:t>
            </a:r>
          </a:p>
          <a:p>
            <a:r>
              <a:rPr lang="fr-FR" smtClean="0">
                <a:ea typeface="ＭＳ Ｐゴシック" charset="-128"/>
              </a:rPr>
              <a:t>19-  EMMANUEL, FORT ET GLORIEUX 
20-  À TOUT JAMAIS TU RÈGNES                X3</a:t>
            </a:r>
          </a:p>
          <a:p>
            <a:r>
              <a:rPr lang="fr-FR" smtClean="0">
                <a:ea typeface="ＭＳ Ｐゴシック" charset="-128"/>
              </a:rPr>
              <a:t>
21-  PUIS IL EST RESSUSCITÉ 
22-  L’AGNEAU IMMORTEL 
23-  NOUS CHANTERONS POUR ÉLEVER
24-  NOTRE ROI EMMANUEL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	Refrain:
</a:t>
            </a:r>
            <a:endParaRPr lang="fr-FR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4901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982CD-AEBD-43F0-B461-C9E97E8CC5C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ECB12-B3D9-493E-8080-B97306409A1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5B2997-2035-4AA7-8D98-DC94EDEA77A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FF0F4-6ACD-4A07-8CC2-07C80C6285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244160-78D1-4EFD-A686-6D96567C649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678F97-92FD-4494-BD03-C36DAF16D2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FA3E0C-C1D1-463B-96F4-06BC57BDD34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EA263C-47C5-4FC7-8ABB-D77A6BD48E5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FE951A-9308-4322-B865-188085E281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D3DDC-F0B0-4741-8FC9-E403984B544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B8CEC-5CCD-46D6-9729-62D80EED0BE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110" charset="-128"/>
              </a:defRPr>
            </a:lvl1pPr>
          </a:lstStyle>
          <a:p>
            <a:pPr>
              <a:defRPr/>
            </a:pPr>
            <a:fld id="{AD18FA79-A55D-4D83-A8E1-A6CFDB3C61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UN JOUR, ILS ONT ACCUSÉ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À MA PLACE EMMANUEL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9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SANS SE DÉFENDRE, IL S’EST DONNÉ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EN SACRIFICE SOLENNEL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575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DE HONTE ILS ONT COURONNÉ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LE ROI D’ISRAËL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7685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JE RECONNAIS L’AMOUR DU PÈRE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PAR LE SANG D’EMMANUEL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4863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EMMANUEL, 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T’ADORE,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EMMANUEL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EMMANUEL, 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SAUVEUR,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EMMANUEL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4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ILS ONT CLOUÉ MON PÉCHÉ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SUR LA CROIX D’EMMANUEL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0946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MÉPRISANT SA 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SON RÈGNE ÉTERNEL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848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ILS ONT PERCÉ 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CÔTES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DU FILS VENU DU CIEL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794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JE VOIS ENCORE L’AMOUR DU PÈRE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SUR LES MAINS D’EMMANUEL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218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EMMANUEL, FORT ET GLORIEUX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À TOUT JAMAIS TU RÈGNES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053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PUIS IL EST RESSUSCITÉ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L’AGNEAU IMMORTEL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457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NOUS CHANTERONS POUR ÉLEVER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0" charset="-128"/>
              </a:rPr>
              <a:t>NOTRE ROI EMMANUEL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263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443</Words>
  <Application>Microsoft Office PowerPoint</Application>
  <PresentationFormat>Affichage à l'écran (4:3)</PresentationFormat>
  <Paragraphs>552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ＭＳ Ｐゴシック</vt:lpstr>
      <vt:lpstr>Calibri</vt:lpstr>
      <vt:lpstr>Franklin Gothic Medium</vt:lpstr>
      <vt:lpstr>Default Design</vt:lpstr>
      <vt:lpstr>UN JOUR, ILS ONT ACCUSÉ  </vt:lpstr>
      <vt:lpstr>À MA PLACE EMMANUEL</vt:lpstr>
      <vt:lpstr>SANS SE DÉFENDRE, IL S’EST DONNÉ</vt:lpstr>
      <vt:lpstr>EN SACRIFICE SOLENNEL</vt:lpstr>
      <vt:lpstr>DE HONTE ILS ONT COURONNÉ</vt:lpstr>
      <vt:lpstr>LE ROI D’ISRAËL</vt:lpstr>
      <vt:lpstr>JE RECONNAIS L’AMOUR DU PÈRE</vt:lpstr>
      <vt:lpstr>PAR LE SANG D’EMMANUEL</vt:lpstr>
      <vt:lpstr>EMMANUEL, JE T’ADORE, EMMANUEL </vt:lpstr>
      <vt:lpstr>EMMANUEL, MON SAUVEUR, EMMANUEL</vt:lpstr>
      <vt:lpstr>ILS ONT CLOUÉ MON PÉCHÉ</vt:lpstr>
      <vt:lpstr>SUR LA CROIX D’EMMANUEL</vt:lpstr>
      <vt:lpstr>MÉPRISANT SA MAJESTÉ</vt:lpstr>
      <vt:lpstr>SON RÈGNE ÉTERNEL</vt:lpstr>
      <vt:lpstr>ILS ONT PERCÉ LES CÔTES</vt:lpstr>
      <vt:lpstr>DU FILS VENU DU CIEL</vt:lpstr>
      <vt:lpstr>JE VOIS ENCORE L’AMOUR DU PÈRE</vt:lpstr>
      <vt:lpstr>SUR LES MAINS D’EMMANUEL</vt:lpstr>
      <vt:lpstr>EMMANUEL, FORT ET GLORIEUX</vt:lpstr>
      <vt:lpstr>À TOUT JAMAIS TU RÈGNES</vt:lpstr>
      <vt:lpstr>PUIS IL EST RESSUSCITÉ</vt:lpstr>
      <vt:lpstr>L’AGNEAU IMMORTEL</vt:lpstr>
      <vt:lpstr>NOUS CHANTERONS POUR ÉLEVER</vt:lpstr>
      <vt:lpstr>NOTRE ROI EMMANUEL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94</cp:revision>
  <dcterms:created xsi:type="dcterms:W3CDTF">2010-04-01T16:59:17Z</dcterms:created>
  <dcterms:modified xsi:type="dcterms:W3CDTF">2021-04-04T06:26:45Z</dcterms:modified>
</cp:coreProperties>
</file>