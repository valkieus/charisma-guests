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06" r:id="rId2"/>
    <p:sldId id="362" r:id="rId3"/>
    <p:sldId id="332" r:id="rId4"/>
    <p:sldId id="359" r:id="rId5"/>
    <p:sldId id="333" r:id="rId6"/>
    <p:sldId id="334" r:id="rId7"/>
    <p:sldId id="335" r:id="rId8"/>
    <p:sldId id="336" r:id="rId9"/>
    <p:sldId id="360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61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19" autoAdjust="0"/>
    <p:restoredTop sz="62788" autoAdjust="0"/>
  </p:normalViewPr>
  <p:slideViewPr>
    <p:cSldViewPr>
      <p:cViewPr varScale="1">
        <p:scale>
          <a:sx n="62" d="100"/>
          <a:sy n="62" d="100"/>
        </p:scale>
        <p:origin x="102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62A88BC-BBA8-4C1D-9A29-E1C75024A868}" type="datetimeFigureOut">
              <a:rPr lang="fr-FR"/>
              <a:pPr>
                <a:defRPr/>
              </a:pPr>
              <a:t>04/04/2021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060306-5ABC-4AFD-B0DB-3CE2CF57CB9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10-  J'AI VU MON JÉSUS IL EST VIVANT CROIS-MOI 
	11-  J'AI VU MON JÉSUS IL VIT MON PRÉCIEUX ROI 
	12-  ET  JE SAIS QUE LUI AUSSI M'A VU</a:t>
            </a:r>
            <a:br>
              <a:rPr lang="fr-FR" dirty="0"/>
            </a:br>
            <a:r>
              <a:rPr lang="fr-FR" dirty="0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16-  D'ABORD ELLE ENTENDIT SA VOIX</a:t>
            </a:r>
            <a:br>
              <a:rPr lang="fr-FR" dirty="0"/>
            </a:br>
            <a:r>
              <a:rPr lang="fr-FR" dirty="0"/>
              <a:t>17-  QUI LUI DEMANDAIT POURQUOI</a:t>
            </a:r>
            <a:br>
              <a:rPr lang="fr-FR" dirty="0"/>
            </a:br>
            <a:r>
              <a:rPr lang="fr-FR" dirty="0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21-  J'AI VU MON JÉSUS IL EST VIVANT CROIS-MOI 
	22-  J'AI VU MON JÉSUS IL VIT MON PRÉCIEUX ROI 
	23-  ET JE SAIS QUE LUI AUSSI M'A VU</a:t>
            </a:r>
            <a:br>
              <a:rPr lang="fr-FR" dirty="0"/>
            </a:br>
            <a:r>
              <a:rPr lang="fr-FR" dirty="0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27-  ET OUI TOUTE MA VIE D'AVANT 
	28-  NE COMPTE PLUS À PRÉSENT </a:t>
            </a:r>
            <a:br>
              <a:rPr lang="fr-FR" dirty="0"/>
            </a:br>
            <a:r>
              <a:rPr lang="fr-FR" dirty="0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30-  J'AI VU MON JÉSUS  
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  <p:extLst>
      <p:ext uri="{BB962C8B-B14F-4D97-AF65-F5344CB8AC3E}">
        <p14:creationId xmlns:p14="http://schemas.microsoft.com/office/powerpoint/2010/main" val="749790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  <p:extLst>
      <p:ext uri="{BB962C8B-B14F-4D97-AF65-F5344CB8AC3E}">
        <p14:creationId xmlns:p14="http://schemas.microsoft.com/office/powerpoint/2010/main" val="406780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  <p:extLst>
      <p:ext uri="{BB962C8B-B14F-4D97-AF65-F5344CB8AC3E}">
        <p14:creationId xmlns:p14="http://schemas.microsoft.com/office/powerpoint/2010/main" val="2231826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NOUS L'AVONS VU RENDRE L'ESPRIT</a:t>
            </a:r>
            <a:br>
              <a:rPr lang="fr-FR" dirty="0"/>
            </a:br>
            <a:r>
              <a:rPr lang="fr-FR" dirty="0"/>
              <a:t>2-  IL L'A DIT, TOUT EST FINI 
3-  ET NOUS AVONS ASSISTE À SA MORT</a:t>
            </a:r>
            <a:br>
              <a:rPr lang="fr-FR" dirty="0"/>
            </a:br>
            <a:r>
              <a:rPr lang="fr-FR" dirty="0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10-  J'AI VU MON JÉSUS IL EST VIVANT CROIS-MOI 
	11-  J'AI VU MON JÉSUS IL VIT MON PRÉCIEUX ROI 
	12-  ET  JE SAIS QUE LUI AUSSI M'A VU</a:t>
            </a:r>
            <a:br>
              <a:rPr lang="fr-FR" dirty="0"/>
            </a:br>
            <a:r>
              <a:rPr lang="fr-FR" dirty="0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16-  D'ABORD ELLE ENTENDIT SA VOIX</a:t>
            </a:r>
            <a:br>
              <a:rPr lang="fr-FR" dirty="0"/>
            </a:br>
            <a:r>
              <a:rPr lang="fr-FR" dirty="0"/>
              <a:t>17-  QUI LUI DEMANDAIT POURQUOI</a:t>
            </a:r>
            <a:br>
              <a:rPr lang="fr-FR" dirty="0"/>
            </a:br>
            <a:r>
              <a:rPr lang="fr-FR" dirty="0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21-  J'AI VU MON JÉSUS IL EST VIVANT CROIS-MOI 
	22-  J'AI VU MON JÉSUS IL VIT MON PRÉCIEUX ROI 
	23-  ET JE SAIS QUE LUI AUSSI M'A VU</a:t>
            </a:r>
            <a:br>
              <a:rPr lang="fr-FR" dirty="0"/>
            </a:br>
            <a:r>
              <a:rPr lang="fr-FR" dirty="0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27-  ET OUI TOUTE MA VIE D'AVANT 
	28-  NE COMPTE PLUS À PRÉSENT </a:t>
            </a:r>
            <a:br>
              <a:rPr lang="fr-FR" dirty="0"/>
            </a:br>
            <a:r>
              <a:rPr lang="fr-FR" dirty="0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30-  J'AI VU MON JÉSUS  
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  <p:extLst>
      <p:ext uri="{BB962C8B-B14F-4D97-AF65-F5344CB8AC3E}">
        <p14:creationId xmlns:p14="http://schemas.microsoft.com/office/powerpoint/2010/main" val="578449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NOUS L'AVONS VU RENDRE L'ESPRIT</a:t>
            </a:r>
            <a:br>
              <a:rPr lang="fr-FR" dirty="0"/>
            </a:br>
            <a:r>
              <a:rPr lang="fr-FR" dirty="0"/>
              <a:t>2-  IL L'A DIT, TOUT EST FINI 
3-  ET NOUS AVONS ASSISTE À SA MORT</a:t>
            </a:r>
            <a:br>
              <a:rPr lang="fr-FR" dirty="0"/>
            </a:br>
            <a:r>
              <a:rPr lang="fr-FR" dirty="0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10-  J'AI VU MON JÉSUS IL EST VIVANT CROIS-MOI 
	11-  J'AI VU MON JÉSUS IL VIT MON PRÉCIEUX ROI 
	12-  ET  JE SAIS QUE LUI AUSSI M'A VU</a:t>
            </a:r>
            <a:br>
              <a:rPr lang="fr-FR" dirty="0"/>
            </a:br>
            <a:r>
              <a:rPr lang="fr-FR" dirty="0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16-  D'ABORD ELLE ENTENDIT SA VOIX</a:t>
            </a:r>
            <a:br>
              <a:rPr lang="fr-FR" dirty="0"/>
            </a:br>
            <a:r>
              <a:rPr lang="fr-FR" dirty="0"/>
              <a:t>17-  QUI LUI DEMANDAIT POURQUOI</a:t>
            </a:r>
            <a:br>
              <a:rPr lang="fr-FR" dirty="0"/>
            </a:br>
            <a:r>
              <a:rPr lang="fr-FR" dirty="0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21-  J'AI VU MON JÉSUS IL EST VIVANT CROIS-MOI 
	22-  J'AI VU MON JÉSUS IL VIT MON PRÉCIEUX ROI 
	23-  ET JE SAIS QUE LUI AUSSI M'A VU</a:t>
            </a:r>
            <a:br>
              <a:rPr lang="fr-FR" dirty="0"/>
            </a:br>
            <a:r>
              <a:rPr lang="fr-FR" dirty="0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27-  ET OUI TOUTE MA VIE D'AVANT 
	28-  NE COMPTE PLUS À PRÉSENT </a:t>
            </a:r>
            <a:br>
              <a:rPr lang="fr-FR" dirty="0"/>
            </a:br>
            <a:r>
              <a:rPr lang="fr-FR" dirty="0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30-  J'AI VU MON JÉSUS  
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NOUS L'AVONS VU RENDRE L'ESPRIT</a:t>
            </a:r>
            <a:br>
              <a:rPr lang="fr-FR" dirty="0"/>
            </a:br>
            <a:r>
              <a:rPr lang="fr-FR" dirty="0"/>
              <a:t>2-  IL L'A DIT, TOUT EST FINI 
3-  ET NOUS AVONS ASSISTE À SA MORT</a:t>
            </a:r>
            <a:br>
              <a:rPr lang="fr-FR" dirty="0"/>
            </a:br>
            <a:r>
              <a:rPr lang="fr-FR" dirty="0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10-  J'AI VU MON JÉSUS IL EST VIVANT CROIS-MOI 
	11-  J'AI VU MON JÉSUS IL VIT MON PRÉCIEUX ROI 
	12-  ET  JE SAIS QUE LUI AUSSI M'A VU</a:t>
            </a:r>
            <a:br>
              <a:rPr lang="fr-FR" dirty="0"/>
            </a:br>
            <a:r>
              <a:rPr lang="fr-FR" dirty="0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16-  D'ABORD ELLE ENTENDIT SA VOIX</a:t>
            </a:r>
            <a:br>
              <a:rPr lang="fr-FR" dirty="0"/>
            </a:br>
            <a:r>
              <a:rPr lang="fr-FR" dirty="0"/>
              <a:t>17-  QUI LUI DEMANDAIT POURQUOI</a:t>
            </a:r>
            <a:br>
              <a:rPr lang="fr-FR" dirty="0"/>
            </a:br>
            <a:r>
              <a:rPr lang="fr-FR" dirty="0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21-  J'AI VU MON JÉSUS IL EST VIVANT CROIS-MOI 
	22-  J'AI VU MON JÉSUS IL VIT MON PRÉCIEUX ROI 
	23-  ET JE SAIS QUE LUI AUSSI M'A VU</a:t>
            </a:r>
            <a:br>
              <a:rPr lang="fr-FR" dirty="0"/>
            </a:br>
            <a:r>
              <a:rPr lang="fr-FR" dirty="0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27-  ET OUI TOUTE MA VIE D'AVANT 
	28-  NE COMPTE PLUS À PRÉSENT </a:t>
            </a:r>
            <a:br>
              <a:rPr lang="fr-FR" dirty="0"/>
            </a:br>
            <a:r>
              <a:rPr lang="fr-FR" dirty="0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30-  J'AI VU MON JÉSUS  
</a:t>
            </a:r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NOUS L'AVONS VU RENDRE L'ESPRIT</a:t>
            </a:r>
            <a:br>
              <a:rPr lang="fr-FR" dirty="0"/>
            </a:br>
            <a:r>
              <a:rPr lang="fr-FR" dirty="0"/>
              <a:t>2-  IL L'A DIT, TOUT EST FINI 
3-  ET NOUS AVONS ASSISTE À SA MORT</a:t>
            </a:r>
            <a:br>
              <a:rPr lang="fr-FR" dirty="0"/>
            </a:br>
            <a:r>
              <a:rPr lang="fr-FR" dirty="0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10-  J'AI VU MON JÉSUS IL EST VIVANT CROIS-MOI 
	11-  J'AI VU MON JÉSUS IL VIT MON PRÉCIEUX ROI 
	12-  ET  JE SAIS QUE LUI AUSSI M'A VU</a:t>
            </a:r>
            <a:br>
              <a:rPr lang="fr-FR" dirty="0"/>
            </a:br>
            <a:r>
              <a:rPr lang="fr-FR" dirty="0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16-  D'ABORD ELLE ENTENDIT SA VOIX</a:t>
            </a:r>
            <a:br>
              <a:rPr lang="fr-FR" dirty="0"/>
            </a:br>
            <a:r>
              <a:rPr lang="fr-FR" dirty="0"/>
              <a:t>17-  QUI LUI DEMANDAIT POURQUOI</a:t>
            </a:r>
            <a:br>
              <a:rPr lang="fr-FR" dirty="0"/>
            </a:br>
            <a:r>
              <a:rPr lang="fr-FR" dirty="0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21-  J'AI VU MON JÉSUS IL EST VIVANT CROIS-MOI 
	22-  J'AI VU MON JÉSUS IL VIT MON PRÉCIEUX ROI 
	23-  ET JE SAIS QUE LUI AUSSI M'A VU</a:t>
            </a:r>
            <a:br>
              <a:rPr lang="fr-FR" dirty="0"/>
            </a:br>
            <a:r>
              <a:rPr lang="fr-FR" dirty="0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27-  ET OUI TOUTE MA VIE D'AVANT 
	28-  NE COMPTE PLUS À PRÉSENT </a:t>
            </a:r>
            <a:br>
              <a:rPr lang="fr-FR" dirty="0"/>
            </a:br>
            <a:r>
              <a:rPr lang="fr-FR" dirty="0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30-  J'AI VU MON JÉSUS  
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30-  J'AI VU MON JÉSUS  
</a:t>
            </a:r>
            <a:endParaRPr lang="fr-FR" dirty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6-  TARD DANS L'APRÈS-MIDINOUS L'AVONS ENSEVELI 
7-  ET LE TOMBEAU A ÉTÉ SCELLÉ  
8-  C'EST SI FOU JE LE SAIS SA MORT FUT SI VRAIE 
9-  MAIS ÉCOUTE CE QUI M'EST ARRIVÉ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10-  J'AI VU MON JÉSUS IL EST VIVANT CROIS-MOI 
	11-  J'AI VU MON JÉSUS IL VIT MON PRÉCIEUX ROI 
	12-  ET  JE SAIS QUE LUI AUSSI M'A VU</a:t>
            </a:r>
            <a:br>
              <a:rPr lang="fr-FR" dirty="0"/>
            </a:br>
            <a:r>
              <a:rPr lang="fr-FR" dirty="0"/>
              <a:t> 	13-  C'EST LE PLUS BEL INSTANT QUE J'AI VÉCU 
	14-  TOUTE MA VIE D'AVANT NE COMPTE PLUS À PRÉSENT  
	15-  J'AI VU MON JÉSUS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16-  D'ABORD ELLE ENTENDIT SA VOIX</a:t>
            </a:r>
            <a:br>
              <a:rPr lang="fr-FR" dirty="0"/>
            </a:br>
            <a:r>
              <a:rPr lang="fr-FR" dirty="0"/>
              <a:t>17-  QUI LUI DEMANDAIT POURQUOI</a:t>
            </a:r>
            <a:br>
              <a:rPr lang="fr-FR" dirty="0"/>
            </a:br>
            <a:r>
              <a:rPr lang="fr-FR" dirty="0"/>
              <a:t>18-  TOUTES CES LARMES ET CES PLEURS TOUT BAS 
19-  J'AI DIT DANS MA DOULEUR « OÙ EST MON SEIGNEUR ? » 
20-  IL M'A DIT« C'EST BIEN MOI, ME VOILÀ »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Refrain 2: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21-  J'AI VU MON JÉSUS IL EST VIVANT CROIS-MOI 
	22-  J'AI VU MON JÉSUS IL VIT MON PRÉCIEUX ROI 
	23-  ET JE SAIS QUE LUI AUSSI M'A VU</a:t>
            </a:r>
            <a:br>
              <a:rPr lang="fr-FR" dirty="0"/>
            </a:br>
            <a:r>
              <a:rPr lang="fr-FR" dirty="0"/>
              <a:t> 	24-  OUI C'EST LE PLUS BEL INSTANT QUE J'AI VÉCU 
	25-  TOUTE MA VIE D'AVANT NE COMPTE PLUS À PRÉSENT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26-  J'AI VU MON JÉSUS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	27-  ET OUI TOUTE MA VIE D'AVANT 
	28-  NE COMPTE PLUS À PRÉSENT </a:t>
            </a:r>
            <a:br>
              <a:rPr lang="fr-FR" dirty="0"/>
            </a:br>
            <a:r>
              <a:rPr lang="fr-FR" dirty="0"/>
              <a:t> 	29-  J'AI VU MON JÉSUS  ET JE SUIS CHANGÉ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30-  J'AI VU MON JÉSUS  
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NOUS L'AVONS VU RENDRE L'ESPRIT</a:t>
            </a:r>
            <a:br>
              <a:rPr lang="fr-FR"/>
            </a:br>
            <a:r>
              <a:rPr lang="fr-FR"/>
              <a:t>2-  IL L'A DIT, TOUT EST FINI 
3-  ET NOUS AVONS ASSISTE À SA MORT</a:t>
            </a:r>
            <a:br>
              <a:rPr lang="fr-FR"/>
            </a:br>
            <a:r>
              <a:rPr lang="fr-FR"/>
              <a:t>4-  ATTENDANT SANS RELÂCHE QUE LES GARDES LE DÉTACHENT 
5-  ET JOSEPH A IMPLORÉ SON CORPS </a:t>
            </a:r>
          </a:p>
          <a:p>
            <a:r>
              <a:rPr lang="fr-FR"/>
              <a:t>
6-  TARD DANS L'APRÈS-MIDINOUS L'AVONS ENSEVELI 
7-  ET LE TOMBEAU A ÉTÉ SCELLÉ  
8-  C'EST SI FOU JE LE SAIS SA MORT FUT SI VRAIE 
9-  MAIS ÉCOUTE CE QUI M'EST ARRIVÉ </a:t>
            </a:r>
          </a:p>
          <a:p>
            <a:r>
              <a:rPr lang="fr-FR"/>
              <a:t>
	Refrain 1:</a:t>
            </a:r>
          </a:p>
          <a:p>
            <a:r>
              <a:rPr lang="fr-FR"/>
              <a:t>	10-  J'AI VU MON JÉSUS IL EST VIVANT CROIS-MOI 
	11-  J'AI VU MON JÉSUS IL VIT MON PRÉCIEUX ROI 
	12-  ET  JE SAIS QUE LUI AUSSI M'A VU</a:t>
            </a:r>
            <a:br>
              <a:rPr lang="fr-FR"/>
            </a:br>
            <a:r>
              <a:rPr lang="fr-FR"/>
              <a:t> 	13-  C'EST LE PLUS BEL INSTANT QUE J'AI VÉCU 
	14-  TOUTE MA VIE D'AVANT NE COMPTE PLUS À PRÉSENT  
	15-  J'AI VU MON JÉSUS ET JE SUIS CHANGÉ À TOUT JAMAIS </a:t>
            </a:r>
          </a:p>
          <a:p>
            <a:r>
              <a:rPr lang="fr-FR"/>
              <a:t>
16-  D'ABORD ELLE ENTENDIT SA VOIX</a:t>
            </a:r>
            <a:br>
              <a:rPr lang="fr-FR"/>
            </a:br>
            <a:r>
              <a:rPr lang="fr-FR"/>
              <a:t>17-  QUI LUI DEMANDAIT POURQUOI</a:t>
            </a:r>
            <a:br>
              <a:rPr lang="fr-FR"/>
            </a:br>
            <a:r>
              <a:rPr lang="fr-FR"/>
              <a:t>18-  TOUTES CES LARMES ET CES PLEURS TOUT BAS 
19-  J'AI DIT DANS MA DOULEUR « OÙ EST MON SEIGNEUR ? » 
20-  IL M'A DIT« C'EST BIEN MOI, ME VOILÀ » </a:t>
            </a:r>
          </a:p>
          <a:p>
            <a:r>
              <a:rPr lang="fr-FR"/>
              <a:t>
	Refrain 2: </a:t>
            </a:r>
          </a:p>
          <a:p>
            <a:r>
              <a:rPr lang="fr-FR"/>
              <a:t>	21-  J'AI VU MON JÉSUS IL EST VIVANT CROIS-MOI 
	22-  J'AI VU MON JÉSUS IL VIT MON PRÉCIEUX ROI 
	23-  ET JE SAIS QUE LUI AUSSI M'A VU</a:t>
            </a:r>
            <a:br>
              <a:rPr lang="fr-FR"/>
            </a:br>
            <a:r>
              <a:rPr lang="fr-FR"/>
              <a:t> 	24-  OUI C'EST LE PLUS BEL INSTANT QUE J'AI VÉCU 
	25-  TOUTE MA VIE D'AVANT NE COMPTE PLUS À PRÉSENT  </a:t>
            </a:r>
          </a:p>
          <a:p>
            <a:r>
              <a:rPr lang="fr-FR"/>
              <a:t>	26-  J'AI VU MON JÉSUS   X3</a:t>
            </a:r>
          </a:p>
          <a:p>
            <a:r>
              <a:rPr lang="fr-FR"/>
              <a:t>
	27-  ET OUI TOUTE MA VIE D'AVANT 
	28-  NE COMPTE PLUS À PRÉSENT </a:t>
            </a:r>
            <a:br>
              <a:rPr lang="fr-FR"/>
            </a:br>
            <a:r>
              <a:rPr lang="fr-FR"/>
              <a:t> 	29-  J'AI VU MON JÉSUS  ET JE SUIS CHANGÉ À TOUT JAMAIS </a:t>
            </a:r>
          </a:p>
          <a:p>
            <a:endParaRPr lang="fr-FR"/>
          </a:p>
          <a:p>
            <a:r>
              <a:rPr lang="fr-FR"/>
              <a:t>	30-  J'AI VU MON JÉSUS 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80363-DAA0-452D-B70E-397C73790F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1B1E3-69CA-4957-B6AF-7C571490D11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B96AE-C1FB-45CF-9558-8AD2E46DBC6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A6CAE-22A5-4108-BEA2-8B9F8E7C296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25CC-157D-47BD-9F92-F76F84D810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5AE5F-CABB-405E-9AB1-AA5CFFF8ABE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C337D-BFE8-49B2-BA13-B9F36FBAC9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A9AF1-4E1D-4D94-845A-DABB63CAB09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E8868-60D5-424A-B0C2-11A345EF53E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8017EA-6A09-4E8A-9A5A-683402DE3BE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FA9D4-8BF0-470B-91A9-50AD3831815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2A527D5-7492-45D7-BC53-D0BF66BEA7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L'AVONS VU RENDRE L'ESPRIT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L'A DIT, TOUT EST FINI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68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 NOUS AVONS ASSISTÉ À SA MORT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ATTENDANT SANS RELÂCHE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LES GARDES LE DÉTACHENT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35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JOSEPH A IMPLORÉ SON CORPS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TARD DANS L'APRÈS-MIDI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L'AVONS ENSEVELI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 LE TOMBEAU A ÉTÉ SCELLÉ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SI FOU, JE LE SAIS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 MORT FUT SI VRAIE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ÉCOUTE CE QUI M'EST ARRIVÉ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54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VIVANT CROIS-MOI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VIT, MON PRÉCIEUX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SAIS QUE LUI AUSSI M'A VU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LE PLUS BEL INSTANT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J'AI VÉCU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MA VIE D'AVANT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COMPTE PLUS À PRÉSENT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JE SUIS CHANGÉ À TOUT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D'ABORD ELLE ENTENDIT SA VOIX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LUI DEMANDAIT POURQUOI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TOUTES CES LARMES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CES PLEURS TOUT BAS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89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DIT DANS MA DOULEUR :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« OÙ EST MON SEIGNEUR ? 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M'A DIT :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« C’EST BIEN MOI, ME VOILÀ ! 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VIVANT CROIS-MOI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VIT MON PRÉCIEUX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 JE SAIS QUE LUI AUSSI M'A VU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C'EST LE PLUS BEL INSTANT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J'AI VÉCU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MA VIE D'AVANT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COMPTE PLUS À PRÉSENT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OUI, TOUTE MA VIE D'AVANT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COMPTE PLUS À PRÉSENT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JE SUIS CHANGÉ À TOUT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</TotalTime>
  <Words>487</Words>
  <Application>Microsoft Office PowerPoint</Application>
  <PresentationFormat>Affichage à l'écran (4:3)</PresentationFormat>
  <Paragraphs>690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3" baseType="lpstr">
      <vt:lpstr>Calibri</vt:lpstr>
      <vt:lpstr>Franklin Gothic Medium</vt:lpstr>
      <vt:lpstr>Default Design</vt:lpstr>
      <vt:lpstr>NOUS L'AVONS VU RENDRE L'ESPRIT </vt:lpstr>
      <vt:lpstr>IL L'A DIT, TOUT EST FINI</vt:lpstr>
      <vt:lpstr>ET NOUS AVONS ASSISTÉ À SA MORT </vt:lpstr>
      <vt:lpstr>ATTENDANT SANS RELÂCHE QUE LES GARDES LE DÉTACHENT</vt:lpstr>
      <vt:lpstr>ET JOSEPH A IMPLORÉ SON CORPS</vt:lpstr>
      <vt:lpstr>TARD DANS L'APRÈS-MIDI NOUS L'AVONS ENSEVELI</vt:lpstr>
      <vt:lpstr>ET LE TOMBEAU A ÉTÉ SCELLÉ </vt:lpstr>
      <vt:lpstr>C'EST SI FOU, JE LE SAIS SA MORT FUT SI VRAIE</vt:lpstr>
      <vt:lpstr>MAIS ÉCOUTE CE QUI M'EST ARRIVÉ</vt:lpstr>
      <vt:lpstr>J'AI VU MON JÉSUS IL EST VIVANT CROIS-MOI</vt:lpstr>
      <vt:lpstr>J'AI VU MON JÉSUS IL VIT, MON PRÉCIEUX ROI</vt:lpstr>
      <vt:lpstr>ET JE SAIS QUE LUI AUSSI M'A VU </vt:lpstr>
      <vt:lpstr>C'EST LE PLUS BEL INSTANT QUE J'AI VÉCU</vt:lpstr>
      <vt:lpstr>TOUTE MA VIE D'AVANT NE COMPTE PLUS À PRÉSENT </vt:lpstr>
      <vt:lpstr>J'AI VU MON JÉSUS ET JE SUIS CHANGÉ À TOUT JAMAIS</vt:lpstr>
      <vt:lpstr>D'ABORD ELLE ENTENDIT SA VOIX </vt:lpstr>
      <vt:lpstr>QUI LUI DEMANDAIT POURQUOI </vt:lpstr>
      <vt:lpstr>TOUTES CES LARMES  ET CES PLEURS TOUT BAS</vt:lpstr>
      <vt:lpstr>J’AI DIT DANS MA DOULEUR :  « OÙ EST MON SEIGNEUR ? »</vt:lpstr>
      <vt:lpstr>IL M'A DIT : « C’EST BIEN MOI, ME VOILÀ ! »</vt:lpstr>
      <vt:lpstr>J'AI VU MON JÉSUS IL EST VIVANT CROIS-MOI</vt:lpstr>
      <vt:lpstr>J'AI VU MON JÉSUS IL VIT MON PRÉCIEUX ROI</vt:lpstr>
      <vt:lpstr>ET JE SAIS QUE LUI AUSSI M'A VU </vt:lpstr>
      <vt:lpstr>OUI, C'EST LE PLUS BEL INSTANT QUE J'AI VÉCU</vt:lpstr>
      <vt:lpstr>TOUTE MA VIE D'AVANT NE COMPTE PLUS À PRÉSENT </vt:lpstr>
      <vt:lpstr>J'AI VU MON JÉSUS</vt:lpstr>
      <vt:lpstr>ET OUI, TOUTE MA VIE D'AVANT</vt:lpstr>
      <vt:lpstr>NE COMPTE PLUS À PRÉSENT  </vt:lpstr>
      <vt:lpstr>J'AI VU MON JÉSUS  ET JE SUIS CHANGÉ À TOUT JAMAIS</vt:lpstr>
      <vt:lpstr>J'AI VU MON JÉSUS 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153</cp:revision>
  <dcterms:created xsi:type="dcterms:W3CDTF">2002-08-17T10:50:50Z</dcterms:created>
  <dcterms:modified xsi:type="dcterms:W3CDTF">2021-04-04T06:35:29Z</dcterms:modified>
</cp:coreProperties>
</file>