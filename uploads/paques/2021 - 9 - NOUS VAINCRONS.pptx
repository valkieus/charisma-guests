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80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1" autoAdjust="0"/>
    <p:restoredTop sz="44384" autoAdjust="0"/>
  </p:normalViewPr>
  <p:slideViewPr>
    <p:cSldViewPr>
      <p:cViewPr varScale="1">
        <p:scale>
          <a:sx n="44" d="100"/>
          <a:sy n="44" d="100"/>
        </p:scale>
        <p:origin x="144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34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930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7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65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313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803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7882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902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881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6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312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907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257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398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864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788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083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78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10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 smtClean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2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PARFOIS C'EST DUR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COMPRENDRE POURQUOI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DEMEURONS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TROP SOUVENT SOLITAIRES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0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SI NOUS SUIVONS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MÊME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95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DRESSONS DES MURS SANS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NOUS SÉPARENT DE NOS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FRÈRES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16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COULEUR DE TA PEAU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1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SI 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CROIS 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 MA FAMILLE</a:t>
            </a:r>
          </a:p>
        </p:txBody>
      </p:sp>
    </p:spTree>
    <p:extLst>
      <p:ext uri="{BB962C8B-B14F-4D97-AF65-F5344CB8AC3E}">
        <p14:creationId xmlns:p14="http://schemas.microsoft.com/office/powerpoint/2010/main" val="29294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LIEN D’AMOUR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TOUT CE QUI COMPTE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44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CRÉERONS UN MONDE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CHANTE AVEC MOI AUJOURD’HUI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0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MON FRÈRE, TU ES MA SŒUR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ENONS-NOUS PAR LA MAIN</a:t>
            </a:r>
          </a:p>
        </p:txBody>
      </p:sp>
    </p:spTree>
    <p:extLst>
      <p:ext uri="{BB962C8B-B14F-4D97-AF65-F5344CB8AC3E}">
        <p14:creationId xmlns:p14="http://schemas.microsoft.com/office/powerpoint/2010/main" val="144529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BÂTISSONS LE ROYAUME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JUSQU'À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RETOUR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72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NOUS SERONS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TOUJOURS VAINQUEURS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5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D’UN MÊME PAS NOUS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MARCHONS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UNIS DANS SON AMOUR </a:t>
            </a:r>
          </a:p>
        </p:txBody>
      </p:sp>
    </p:spTree>
    <p:extLst>
      <p:ext uri="{BB962C8B-B14F-4D97-AF65-F5344CB8AC3E}">
        <p14:creationId xmlns:p14="http://schemas.microsoft.com/office/powerpoint/2010/main" val="56457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VAINCRONS</a:t>
            </a:r>
          </a:p>
        </p:txBody>
      </p:sp>
    </p:spTree>
    <p:extLst>
      <p:ext uri="{BB962C8B-B14F-4D97-AF65-F5344CB8AC3E}">
        <p14:creationId xmlns:p14="http://schemas.microsoft.com/office/powerpoint/2010/main" val="291719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JOUR VIENDRA OÙ NOUS NE SERONS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QU’UN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1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UNIS D’UNE MÊME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PROCLAMERONS QUE JÉSUS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0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29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LA TERRE L’ENTENDRA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GENOU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FLÉCHIRA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7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LE MONDE VERRA, OUI VERRA </a:t>
            </a:r>
          </a:p>
        </p:txBody>
      </p:sp>
    </p:spTree>
    <p:extLst>
      <p:ext uri="{BB962C8B-B14F-4D97-AF65-F5344CB8AC3E}">
        <p14:creationId xmlns:p14="http://schemas.microsoft.com/office/powerpoint/2010/main" val="287372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L’HEURE EST VENUE, LE TEMPS EST LÀ DE SE LEVER, DE FAIRE UN CHOIX</a:t>
            </a:r>
          </a:p>
        </p:txBody>
      </p:sp>
    </p:spTree>
    <p:extLst>
      <p:ext uri="{BB962C8B-B14F-4D97-AF65-F5344CB8AC3E}">
        <p14:creationId xmlns:p14="http://schemas.microsoft.com/office/powerpoint/2010/main" val="143611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N’ES PAS SEUL, JE SERAI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7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MAINTENANT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CHANTERAI </a:t>
            </a:r>
          </a:p>
        </p:txBody>
      </p:sp>
    </p:spTree>
    <p:extLst>
      <p:ext uri="{BB962C8B-B14F-4D97-AF65-F5344CB8AC3E}">
        <p14:creationId xmlns:p14="http://schemas.microsoft.com/office/powerpoint/2010/main" val="37167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466</Words>
  <Application>Microsoft Office PowerPoint</Application>
  <PresentationFormat>Affichage à l'écran (4:3)</PresentationFormat>
  <Paragraphs>457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2002-08-17T13:12:10Z</dcterms:created>
  <dcterms:modified xsi:type="dcterms:W3CDTF">2021-04-04T06:54:33Z</dcterms:modified>
</cp:coreProperties>
</file>