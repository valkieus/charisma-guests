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4000" autoAdjust="0"/>
  </p:normalViewPr>
  <p:slideViewPr>
    <p:cSldViewPr>
      <p:cViewPr varScale="1">
        <p:scale>
          <a:sx n="33" d="100"/>
          <a:sy n="33" d="100"/>
        </p:scale>
        <p:origin x="150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04/04/2021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609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379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12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90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488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089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895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032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242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1082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230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735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35820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087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362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504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8109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812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786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pPr>
              <a:defRPr/>
            </a:pPr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pPr>
              <a:defRPr/>
            </a:pPr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AUJOURD’HUI, LE TOMBEAU EST VIDE LA MORT N’A PAS PU LE RETENIR 
2-  Ô MORT, OÙ EST TA VICTOIRE ? 
3-  OÙ SONT TOUS CEUX QUI AVANT L’HEURE CRIAIENT « VICTOIRE ! » ? 
4-  DIEU A LE POUVOIR  DE RENVERSER LES CIRCONSTANCES 
5-  LUI SEUL SAIT COMMENT BOULEVERSER LES CONSCIENCES 
6-  DIEU EST AU-DESSUS DE LA SCIENCE LUI-MÊME EST OMNISCIENT </a:t>
            </a:r>
          </a:p>
          <a:p>
            <a:r>
              <a:rPr lang="fr-FR" smtClean="0"/>
              <a:t>
7-  QUI AURAIT PENSÉ  QU’APRÈS DEUX MILLE ANS 
8-  UNE ARMÉE DE PIERRES VIVANTES CRÉÉES À SON IMAGE 
9-  FORMERAIENT UN SEUL CORPS AFIN D’HONORER LEUR HÉRITAGE ? 
10-  OUI, TEL IL EST, TEL NOUS SOMMES 
11-  PARCE QU’IL A PORTÉ SA CROIX PORTONS LA NÔTRE 
12-  PARCE QU'IL EST MORT  
13-  POUR QU’ON AIT LA VIE  MOURONS À NOUS-MÊMES 
14-  COMME IL NOUS A AIMÉS AIMONS-NOUS AUSSI </a:t>
            </a:r>
          </a:p>
          <a:p>
            <a:r>
              <a:rPr lang="fr-FR" smtClean="0"/>
              <a:t>
15-  VOUS FAITES PARTIE DE CETTE ARMÉE ALORS RÉSISTEZ ! 
16-  RÉSISTEZ AU PÉCHÉ !  RÉSISTEZ À LA MORT ! 
17-  RÉSISTEZ À TOUTES CES TENTATIONS 
18-  QUI ONT AUSSI TENTÉ  LE CHRIST RÉSISTEZ ! 
19-  RÉSISTEZ CAR C’EST SEULEMENT EN CHRIST  
20-  ET ENSEMBLE, QUE NOUS VAINCRONS ENSEMBLE, RÉSISTONS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797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AUJOURD’HUI, LE TOMBEAU EST VIDE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MORT N’A PAS PU LE RETENIR</a:t>
            </a:r>
          </a:p>
        </p:txBody>
      </p:sp>
    </p:spTree>
    <p:extLst>
      <p:ext uri="{BB962C8B-B14F-4D97-AF65-F5344CB8AC3E}">
        <p14:creationId xmlns:p14="http://schemas.microsoft.com/office/powerpoint/2010/main" val="1762913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Ô MORT, OÙ EST TA VICTOIRE ?</a:t>
            </a:r>
          </a:p>
        </p:txBody>
      </p:sp>
    </p:spTree>
    <p:extLst>
      <p:ext uri="{BB962C8B-B14F-4D97-AF65-F5344CB8AC3E}">
        <p14:creationId xmlns:p14="http://schemas.microsoft.com/office/powerpoint/2010/main" val="260072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SONT TOUS CEUX QUI AVANT L’HEURE CRIAIENT « VICTOIRE ! » ?</a:t>
            </a:r>
          </a:p>
        </p:txBody>
      </p:sp>
    </p:spTree>
    <p:extLst>
      <p:ext uri="{BB962C8B-B14F-4D97-AF65-F5344CB8AC3E}">
        <p14:creationId xmlns:p14="http://schemas.microsoft.com/office/powerpoint/2010/main" val="301929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A LE POUVOIR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RENVERSER LES CIRCONSTANCES</a:t>
            </a:r>
          </a:p>
        </p:txBody>
      </p:sp>
    </p:spTree>
    <p:extLst>
      <p:ext uri="{BB962C8B-B14F-4D97-AF65-F5344CB8AC3E}">
        <p14:creationId xmlns:p14="http://schemas.microsoft.com/office/powerpoint/2010/main" val="304198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LUI SEUL SAIT COMMENT BOULEVERSER LES CONSCIENCES</a:t>
            </a:r>
          </a:p>
        </p:txBody>
      </p:sp>
    </p:spTree>
    <p:extLst>
      <p:ext uri="{BB962C8B-B14F-4D97-AF65-F5344CB8AC3E}">
        <p14:creationId xmlns:p14="http://schemas.microsoft.com/office/powerpoint/2010/main" val="165190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AU-DESSUS DE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SCIENCE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LUI-MÊME EST OMNISCIENT</a:t>
            </a:r>
          </a:p>
        </p:txBody>
      </p:sp>
    </p:spTree>
    <p:extLst>
      <p:ext uri="{BB962C8B-B14F-4D97-AF65-F5344CB8AC3E}">
        <p14:creationId xmlns:p14="http://schemas.microsoft.com/office/powerpoint/2010/main" val="19200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AURAIT PENSÉ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QU’APRÈS DEUX MILLE ANS</a:t>
            </a:r>
          </a:p>
        </p:txBody>
      </p:sp>
    </p:spTree>
    <p:extLst>
      <p:ext uri="{BB962C8B-B14F-4D97-AF65-F5344CB8AC3E}">
        <p14:creationId xmlns:p14="http://schemas.microsoft.com/office/powerpoint/2010/main" val="227182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ARMÉE DE PIERRES VIVANTES CRÉÉES À SON IMAGE</a:t>
            </a:r>
          </a:p>
        </p:txBody>
      </p:sp>
    </p:spTree>
    <p:extLst>
      <p:ext uri="{BB962C8B-B14F-4D97-AF65-F5344CB8AC3E}">
        <p14:creationId xmlns:p14="http://schemas.microsoft.com/office/powerpoint/2010/main" val="67924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FORMERAIENT UN SEUL CORPS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AFIN D’HONORER LEUR HÉRITAGE ?</a:t>
            </a:r>
          </a:p>
        </p:txBody>
      </p:sp>
    </p:spTree>
    <p:extLst>
      <p:ext uri="{BB962C8B-B14F-4D97-AF65-F5344CB8AC3E}">
        <p14:creationId xmlns:p14="http://schemas.microsoft.com/office/powerpoint/2010/main" val="173494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TEL IL EST,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TELS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SOMMES</a:t>
            </a:r>
          </a:p>
        </p:txBody>
      </p:sp>
    </p:spTree>
    <p:extLst>
      <p:ext uri="{BB962C8B-B14F-4D97-AF65-F5344CB8AC3E}">
        <p14:creationId xmlns:p14="http://schemas.microsoft.com/office/powerpoint/2010/main" val="3895542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PARCE QU’IL A PORTÉ SA 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PORTONS LA NÔTRE</a:t>
            </a:r>
          </a:p>
        </p:txBody>
      </p:sp>
    </p:spTree>
    <p:extLst>
      <p:ext uri="{BB962C8B-B14F-4D97-AF65-F5344CB8AC3E}">
        <p14:creationId xmlns:p14="http://schemas.microsoft.com/office/powerpoint/2010/main" val="368620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PARCE QU'IL EST MORT </a:t>
            </a:r>
          </a:p>
        </p:txBody>
      </p:sp>
    </p:spTree>
    <p:extLst>
      <p:ext uri="{BB962C8B-B14F-4D97-AF65-F5344CB8AC3E}">
        <p14:creationId xmlns:p14="http://schemas.microsoft.com/office/powerpoint/2010/main" val="692038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QU’ON AIT LA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MOURONS À NOUS-MÊMES</a:t>
            </a:r>
          </a:p>
        </p:txBody>
      </p:sp>
    </p:spTree>
    <p:extLst>
      <p:ext uri="{BB962C8B-B14F-4D97-AF65-F5344CB8AC3E}">
        <p14:creationId xmlns:p14="http://schemas.microsoft.com/office/powerpoint/2010/main" val="1084873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IL NOUS A AIMÉS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AIMONS-NOUS AUSSI</a:t>
            </a:r>
          </a:p>
        </p:txBody>
      </p:sp>
    </p:spTree>
    <p:extLst>
      <p:ext uri="{BB962C8B-B14F-4D97-AF65-F5344CB8AC3E}">
        <p14:creationId xmlns:p14="http://schemas.microsoft.com/office/powerpoint/2010/main" val="393610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VOUS FAITES PARTIE DE CETTE ARMÉE ALORS RÉSISTEZ !</a:t>
            </a:r>
          </a:p>
        </p:txBody>
      </p:sp>
    </p:spTree>
    <p:extLst>
      <p:ext uri="{BB962C8B-B14F-4D97-AF65-F5344CB8AC3E}">
        <p14:creationId xmlns:p14="http://schemas.microsoft.com/office/powerpoint/2010/main" val="2164657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RÉSISTEZ AU PÉCHÉ !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RÉSISTEZ À LA MORT !</a:t>
            </a:r>
          </a:p>
        </p:txBody>
      </p:sp>
    </p:spTree>
    <p:extLst>
      <p:ext uri="{BB962C8B-B14F-4D97-AF65-F5344CB8AC3E}">
        <p14:creationId xmlns:p14="http://schemas.microsoft.com/office/powerpoint/2010/main" val="360665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RÉSISTEZ À TOUTES CES TENTATIONS</a:t>
            </a:r>
          </a:p>
        </p:txBody>
      </p:sp>
    </p:spTree>
    <p:extLst>
      <p:ext uri="{BB962C8B-B14F-4D97-AF65-F5344CB8AC3E}">
        <p14:creationId xmlns:p14="http://schemas.microsoft.com/office/powerpoint/2010/main" val="1024954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ONT AUSSI TENTÉ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CHRIST RÉSISTEZ !</a:t>
            </a:r>
          </a:p>
        </p:txBody>
      </p:sp>
    </p:spTree>
    <p:extLst>
      <p:ext uri="{BB962C8B-B14F-4D97-AF65-F5344CB8AC3E}">
        <p14:creationId xmlns:p14="http://schemas.microsoft.com/office/powerpoint/2010/main" val="2409052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RÉSISTEZ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C’EST SEULEMENT EN CHRIST </a:t>
            </a:r>
          </a:p>
        </p:txBody>
      </p:sp>
    </p:spTree>
    <p:extLst>
      <p:ext uri="{BB962C8B-B14F-4D97-AF65-F5344CB8AC3E}">
        <p14:creationId xmlns:p14="http://schemas.microsoft.com/office/powerpoint/2010/main" val="3582209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7600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ENSEMBLE, QUE NOUS VAINCRONS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ENSEMBLE, RÉSISTONS !</a:t>
            </a:r>
          </a:p>
        </p:txBody>
      </p:sp>
    </p:spTree>
    <p:extLst>
      <p:ext uri="{BB962C8B-B14F-4D97-AF65-F5344CB8AC3E}">
        <p14:creationId xmlns:p14="http://schemas.microsoft.com/office/powerpoint/2010/main" val="137971655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727</Words>
  <Application>Microsoft Office PowerPoint</Application>
  <PresentationFormat>Affichage à l'écran (4:3)</PresentationFormat>
  <Paragraphs>151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92</cp:revision>
  <dcterms:created xsi:type="dcterms:W3CDTF">2002-08-17T13:12:10Z</dcterms:created>
  <dcterms:modified xsi:type="dcterms:W3CDTF">2021-04-04T06:59:20Z</dcterms:modified>
</cp:coreProperties>
</file>