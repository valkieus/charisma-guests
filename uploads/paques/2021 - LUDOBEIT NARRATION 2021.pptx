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 autoAdjust="0"/>
    <p:restoredTop sz="34000" autoAdjust="0"/>
  </p:normalViewPr>
  <p:slideViewPr>
    <p:cSldViewPr>
      <p:cViewPr varScale="1">
        <p:scale>
          <a:sx n="34" d="100"/>
          <a:sy n="34" d="100"/>
        </p:scale>
        <p:origin x="147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03/04/2021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dirty="0" smtClean="0"/>
              <a:t>SLAM 1: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1-  </a:t>
            </a:r>
            <a:r>
              <a:rPr lang="fr-FR" dirty="0"/>
              <a:t>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dirty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dirty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dirty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 smtClean="0"/>
              <a:t>SLAM </a:t>
            </a:r>
            <a:r>
              <a:rPr lang="fr-FR" dirty="0"/>
              <a:t>2 :</a:t>
            </a:r>
          </a:p>
          <a:p>
            <a:pPr>
              <a:defRPr/>
            </a:pPr>
            <a:r>
              <a:rPr lang="fr-FR" dirty="0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 smtClean="0"/>
              <a:t>SLAM </a:t>
            </a:r>
            <a:r>
              <a:rPr lang="fr-FR" dirty="0"/>
              <a:t>3 :</a:t>
            </a:r>
          </a:p>
          <a:p>
            <a:pPr>
              <a:defRPr/>
            </a:pPr>
            <a:r>
              <a:rPr lang="fr-FR" dirty="0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 dirty="0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 dirty="0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dirty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dirty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dirty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dirty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PARTIE 2 :</a:t>
            </a:r>
          </a:p>
          <a:p>
            <a:pPr>
              <a:defRPr/>
            </a:pPr>
            <a:r>
              <a:rPr lang="fr-FR" dirty="0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PARETIE 3 :</a:t>
            </a:r>
          </a:p>
          <a:p>
            <a:pPr>
              <a:defRPr/>
            </a:pPr>
            <a:r>
              <a:rPr lang="fr-FR" dirty="0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 dirty="0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 dirty="0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685540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221554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583563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430851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2044319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dirty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dirty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dirty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PARTIE 2 :</a:t>
            </a:r>
          </a:p>
          <a:p>
            <a:pPr>
              <a:defRPr/>
            </a:pPr>
            <a:r>
              <a:rPr lang="fr-FR" dirty="0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PARETIE 3 :</a:t>
            </a:r>
          </a:p>
          <a:p>
            <a:pPr>
              <a:defRPr/>
            </a:pPr>
            <a:r>
              <a:rPr lang="fr-FR" dirty="0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 dirty="0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 dirty="0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1317003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90473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2392616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2433164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1971239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18291466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53532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16956001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dirty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dirty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dirty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dirty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PARTIE 2 :</a:t>
            </a:r>
          </a:p>
          <a:p>
            <a:pPr>
              <a:defRPr/>
            </a:pPr>
            <a:r>
              <a:rPr lang="fr-FR" dirty="0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PARETIE 3 :</a:t>
            </a:r>
          </a:p>
          <a:p>
            <a:pPr>
              <a:defRPr/>
            </a:pPr>
            <a:r>
              <a:rPr lang="fr-FR" dirty="0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 dirty="0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 dirty="0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4244016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286838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dirty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dirty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dirty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dirty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PARTIE 2 :</a:t>
            </a:r>
          </a:p>
          <a:p>
            <a:pPr>
              <a:defRPr/>
            </a:pPr>
            <a:r>
              <a:rPr lang="fr-FR" dirty="0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PARETIE 3 :</a:t>
            </a:r>
          </a:p>
          <a:p>
            <a:pPr>
              <a:defRPr/>
            </a:pPr>
            <a:r>
              <a:rPr lang="fr-FR" dirty="0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 dirty="0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 dirty="0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29236865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6247348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2071054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0478096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23860005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40024624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2172810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4031176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7919446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dirty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dirty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dirty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dirty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PARTIE 2 :</a:t>
            </a:r>
          </a:p>
          <a:p>
            <a:pPr>
              <a:defRPr/>
            </a:pPr>
            <a:r>
              <a:rPr lang="fr-FR" dirty="0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PARETIE 3 :</a:t>
            </a:r>
          </a:p>
          <a:p>
            <a:pPr>
              <a:defRPr/>
            </a:pPr>
            <a:r>
              <a:rPr lang="fr-FR" dirty="0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 dirty="0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 dirty="0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6646092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0983794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6991268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1420901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6934884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dirty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dirty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dirty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dirty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PARTIE 2 :</a:t>
            </a:r>
          </a:p>
          <a:p>
            <a:pPr>
              <a:defRPr/>
            </a:pPr>
            <a:r>
              <a:rPr lang="fr-FR" dirty="0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PARETIE 3 :</a:t>
            </a:r>
          </a:p>
          <a:p>
            <a:pPr>
              <a:defRPr/>
            </a:pPr>
            <a:r>
              <a:rPr lang="fr-FR" dirty="0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 dirty="0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 dirty="0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21980897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16528956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10620323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14362429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20410829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2332303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7407356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13235820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0470875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5503624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0035044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12208109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7818120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37467869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PARTIE 2 :</a:t>
            </a:r>
          </a:p>
          <a:p>
            <a:pPr>
              <a:defRPr/>
            </a:pPr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PARETIE 3 :</a:t>
            </a:r>
          </a:p>
          <a:p>
            <a:pPr>
              <a:defRPr/>
            </a:pPr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pPr>
              <a:defRPr/>
            </a:pPr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pPr>
              <a:defRPr/>
            </a:pPr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  <a:p>
            <a:r>
              <a:rPr lang="fr-FR"/>
              <a:t>PARTIE 2 :</a:t>
            </a:r>
          </a:p>
          <a:p>
            <a:r>
              <a:rPr lang="fr-FR"/>
              <a:t>
17-  DIEU EST TELLEMENT BON  ET MISÉRICORDIEUX… 
18-  PLUTÔT QUE DE REGARDER 
19-  IL NOUS A TANT AIMÉS  QU’IL A ENVOYÉ SON FILS BIEN-AIMÉ 
20-  L’EMPREINTE DE SA PERSONNE DANS L’UNIQUE BUT DE NOUS SAUVER 
21-  C'EST PAR AMOUR QU'IL A RÉSISTÉ SANS CÉDER À LA SOUFFRANCE 
22-  JUSQU’AU BOUT, IL A TENU CAR DE SON PÈRE LUI VENAIT LA FORCE 
23-  IL EST ALLÉ JUSQU’À MOURIR 
24-  AFIN QUE QUICONQUE CROIT EN LUI  NE PÉRISSE POINT… 
25-  MAIS AIT LA VIE, LA VIE QUI NE SE SOUCIE POINT DU LENDEMAIN </a:t>
            </a:r>
          </a:p>
          <a:p>
            <a:endParaRPr lang="fr-FR"/>
          </a:p>
          <a:p>
            <a:r>
              <a:rPr lang="fr-FR"/>
              <a:t>PARETIE 3 :</a:t>
            </a:r>
          </a:p>
          <a:p>
            <a:r>
              <a:rPr lang="fr-FR"/>
              <a:t>
26-  AUJOURD’HUI, LE TOMBEAU EST VIDE LA MORT N’A PAS PU LE RETENIR 
27-  Ô MORT, OÙ EST TA VICTOIRE ? 
28-  OÙ SONT TOUS CEUX QUI AVANT L’HEURE CRIAIENT « VICTOIRE ! » ? 
29-  DIEU A LE POUVOIR  DE RENVERSER LES CIRCONSTANCES 
30-  LUI SEUL SAIT COMMENT BOULEVERSER LES CONSCIENCES 
31-  DIEU EST AU-DESSUS DE LA SCIENCE. LUI-MÊME EST OMNISCIENT </a:t>
            </a:r>
          </a:p>
          <a:p>
            <a:r>
              <a:rPr lang="fr-FR"/>
              <a:t>
32-  QUI AURAIT PENSÉ  QU’APRÈS DEUX MILLE ANS 
33-  UNE ARMÉE DE PIERRES VIVANTES CRÉÉES À SON IMAGE 
34-  FORMERAIENT UN SEUL CORPS AFIN D’HONORER LEUR HÉRITAGE ? 
35-  OUI, TEL IL EST, TEL NOUS SOMMES 
36-  PARCE QU’IL A PORTÉ SA CROIX PORTONS LA NÔTRE 
37-  PARCE QU'IL EST MORT  
38-  POUR QU’ON AIT LA VIE  MOURONS À NOUS-MÊMES 
39-  COMME IL NOUS A AIMÉS AIMONS-NOUS AUSSI </a:t>
            </a:r>
          </a:p>
          <a:p>
            <a:r>
              <a:rPr lang="fr-FR"/>
              <a:t>
40-  VOUS FAITES PARTIE DE CETTE ARMÉE ALORS RÉSISTEZ ! 
41-  RÉSISTEZ AU PÉCHÉ !  RÉSISTEZ À LA MORT ! 
42-  RÉSISTEZ À TOUTES CES TENTATIONS 
43-  QUI ONT AUSSI TENTÉ  LE CHRIST RÉSISTEZ ! 
44-  RÉSISTEZ CAR C’EST SEULEMENT EN CHRIST  
45-  ET ENSEMBLE, QUE NOUS VAINCRONS ENSEMBLE, RÉSISTONS ! 
</a:t>
            </a:r>
          </a:p>
        </p:txBody>
      </p:sp>
    </p:spTree>
    <p:extLst>
      <p:ext uri="{BB962C8B-B14F-4D97-AF65-F5344CB8AC3E}">
        <p14:creationId xmlns:p14="http://schemas.microsoft.com/office/powerpoint/2010/main" val="4199797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LAISSEZ-MOI VOUS RACONTER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HISTOIRE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L’HISTOIRE D'AMOUR </a:t>
            </a:r>
          </a:p>
        </p:txBody>
      </p:sp>
    </p:spTree>
    <p:extLst>
      <p:ext uri="{BB962C8B-B14F-4D97-AF65-F5344CB8AC3E}">
        <p14:creationId xmlns:p14="http://schemas.microsoft.com/office/powerpoint/2010/main" val="27063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PLUS BOULEVERSANTE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TOUS LES TEMPS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01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TENDEZ L'OREILLE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OUVREZ VOS CŒURS ET ÉCOUTEZ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42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BIEN QUE LE PREMIER HOMME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AIT DÉSOBÉI À DIEU, ET DONC CHUTÉ</a:t>
            </a:r>
          </a:p>
        </p:txBody>
      </p:sp>
    </p:spTree>
    <p:extLst>
      <p:ext uri="{BB962C8B-B14F-4D97-AF65-F5344CB8AC3E}">
        <p14:creationId xmlns:p14="http://schemas.microsoft.com/office/powerpoint/2010/main" val="1980610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L’AMOUR DE DIEU POUR L’HUMANITÉ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N’A JAMAIS CESSÉ D’EXISTER</a:t>
            </a:r>
          </a:p>
        </p:txBody>
      </p:sp>
    </p:spTree>
    <p:extLst>
      <p:ext uri="{BB962C8B-B14F-4D97-AF65-F5344CB8AC3E}">
        <p14:creationId xmlns:p14="http://schemas.microsoft.com/office/powerpoint/2010/main" val="1621168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VRAI QU’UNE GRANDE PARTIE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SA CRÉATION S’EST ÉLOIGNÉE</a:t>
            </a:r>
          </a:p>
        </p:txBody>
      </p:sp>
    </p:spTree>
    <p:extLst>
      <p:ext uri="{BB962C8B-B14F-4D97-AF65-F5344CB8AC3E}">
        <p14:creationId xmlns:p14="http://schemas.microsoft.com/office/powerpoint/2010/main" val="932427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MAIS, IL EN EST UNE AUTRE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A DÉCIDÉ DE RÉSISTER</a:t>
            </a:r>
          </a:p>
        </p:txBody>
      </p:sp>
    </p:spTree>
    <p:extLst>
      <p:ext uri="{BB962C8B-B14F-4D97-AF65-F5344CB8AC3E}">
        <p14:creationId xmlns:p14="http://schemas.microsoft.com/office/powerpoint/2010/main" val="4292561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FACE À L’INJUSTICE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ILS N’ONT JAMAIS CÉDÉ</a:t>
            </a:r>
          </a:p>
        </p:txBody>
      </p:sp>
    </p:spTree>
    <p:extLst>
      <p:ext uri="{BB962C8B-B14F-4D97-AF65-F5344CB8AC3E}">
        <p14:creationId xmlns:p14="http://schemas.microsoft.com/office/powerpoint/2010/main" val="26989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CHOISISSANT PLUTÔT LA PROXIMITÉ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S’ATTACHER AU CRÉATEUR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8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LEUR A PERMIS ET LEUR PERMET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CHOISIR DE RÉSISTER</a:t>
            </a:r>
          </a:p>
        </p:txBody>
      </p:sp>
    </p:spTree>
    <p:extLst>
      <p:ext uri="{BB962C8B-B14F-4D97-AF65-F5344CB8AC3E}">
        <p14:creationId xmlns:p14="http://schemas.microsoft.com/office/powerpoint/2010/main" val="1993744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20688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EN ÉTANT ARMÉS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 PAS D’ARMES CHARNELLES</a:t>
            </a:r>
          </a:p>
        </p:txBody>
      </p:sp>
    </p:spTree>
    <p:extLst>
      <p:ext uri="{BB962C8B-B14F-4D97-AF65-F5344CB8AC3E}">
        <p14:creationId xmlns:p14="http://schemas.microsoft.com/office/powerpoint/2010/main" val="3182520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DE CELLES QUI LAISSENT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TRACE DANS L’ÉTERNITÉ</a:t>
            </a:r>
          </a:p>
        </p:txBody>
      </p:sp>
    </p:spTree>
    <p:extLst>
      <p:ext uri="{BB962C8B-B14F-4D97-AF65-F5344CB8AC3E}">
        <p14:creationId xmlns:p14="http://schemas.microsoft.com/office/powerpoint/2010/main" val="3766591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ALORS, MÊME SI LA HAINE </a:t>
            </a:r>
          </a:p>
        </p:txBody>
      </p:sp>
    </p:spTree>
    <p:extLst>
      <p:ext uri="{BB962C8B-B14F-4D97-AF65-F5344CB8AC3E}">
        <p14:creationId xmlns:p14="http://schemas.microsoft.com/office/powerpoint/2010/main" val="1365380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 CE POUVOIR DE CRÉER DES GUERRES BIEN DÉGUISÉES</a:t>
            </a:r>
          </a:p>
        </p:txBody>
      </p:sp>
    </p:spTree>
    <p:extLst>
      <p:ext uri="{BB962C8B-B14F-4D97-AF65-F5344CB8AC3E}">
        <p14:creationId xmlns:p14="http://schemas.microsoft.com/office/powerpoint/2010/main" val="1460531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D’AUTRE QUE L’AMOUR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N’A LE POUVOIR DE LES REMPORTER</a:t>
            </a:r>
          </a:p>
        </p:txBody>
      </p:sp>
    </p:spTree>
    <p:extLst>
      <p:ext uri="{BB962C8B-B14F-4D97-AF65-F5344CB8AC3E}">
        <p14:creationId xmlns:p14="http://schemas.microsoft.com/office/powerpoint/2010/main" val="1963073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EST TELLEMENT BON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MISÉRICORDIEUX…</a:t>
            </a:r>
          </a:p>
        </p:txBody>
      </p:sp>
    </p:spTree>
    <p:extLst>
      <p:ext uri="{BB962C8B-B14F-4D97-AF65-F5344CB8AC3E}">
        <p14:creationId xmlns:p14="http://schemas.microsoft.com/office/powerpoint/2010/main" val="731352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PLUTÔT QUE DE REGARDER</a:t>
            </a:r>
          </a:p>
        </p:txBody>
      </p:sp>
    </p:spTree>
    <p:extLst>
      <p:ext uri="{BB962C8B-B14F-4D97-AF65-F5344CB8AC3E}">
        <p14:creationId xmlns:p14="http://schemas.microsoft.com/office/powerpoint/2010/main" val="2202311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NOUS A TANT AIMÉS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QU’IL A ENVOYÉ SON FILS BIEN-AIMÉ</a:t>
            </a:r>
          </a:p>
        </p:txBody>
      </p:sp>
    </p:spTree>
    <p:extLst>
      <p:ext uri="{BB962C8B-B14F-4D97-AF65-F5344CB8AC3E}">
        <p14:creationId xmlns:p14="http://schemas.microsoft.com/office/powerpoint/2010/main" val="4173325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L’EMPREINTE DE SA PERSONNE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L’UNIQUE BUT DE NOUS SAUVER</a:t>
            </a:r>
          </a:p>
        </p:txBody>
      </p:sp>
    </p:spTree>
    <p:extLst>
      <p:ext uri="{BB962C8B-B14F-4D97-AF65-F5344CB8AC3E}">
        <p14:creationId xmlns:p14="http://schemas.microsoft.com/office/powerpoint/2010/main" val="3661230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PAR AMOUR QU'IL A RÉSISTÉ SANS CÉDER À LA SOUFFRANCE</a:t>
            </a:r>
          </a:p>
        </p:txBody>
      </p:sp>
    </p:spTree>
    <p:extLst>
      <p:ext uri="{BB962C8B-B14F-4D97-AF65-F5344CB8AC3E}">
        <p14:creationId xmlns:p14="http://schemas.microsoft.com/office/powerpoint/2010/main" val="3024315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JUSQU’AU BOUT, IL A TENU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DE SON PÈRE LUI VENAIT LA FORCE</a:t>
            </a:r>
          </a:p>
        </p:txBody>
      </p:sp>
    </p:spTree>
    <p:extLst>
      <p:ext uri="{BB962C8B-B14F-4D97-AF65-F5344CB8AC3E}">
        <p14:creationId xmlns:p14="http://schemas.microsoft.com/office/powerpoint/2010/main" val="2687116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ALLÉ JUSQU’À MOURIR</a:t>
            </a:r>
          </a:p>
        </p:txBody>
      </p:sp>
    </p:spTree>
    <p:extLst>
      <p:ext uri="{BB962C8B-B14F-4D97-AF65-F5344CB8AC3E}">
        <p14:creationId xmlns:p14="http://schemas.microsoft.com/office/powerpoint/2010/main" val="845159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AFIN QUE QUICONQUE CROIT EN LUI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PÉRISSE POINT…</a:t>
            </a:r>
          </a:p>
        </p:txBody>
      </p:sp>
    </p:spTree>
    <p:extLst>
      <p:ext uri="{BB962C8B-B14F-4D97-AF65-F5344CB8AC3E}">
        <p14:creationId xmlns:p14="http://schemas.microsoft.com/office/powerpoint/2010/main" val="1533489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AIT LA VIE, LA VIE QUI NE SE SOUCIE POINT DU LENDEMAIN</a:t>
            </a:r>
          </a:p>
        </p:txBody>
      </p:sp>
    </p:spTree>
    <p:extLst>
      <p:ext uri="{BB962C8B-B14F-4D97-AF65-F5344CB8AC3E}">
        <p14:creationId xmlns:p14="http://schemas.microsoft.com/office/powerpoint/2010/main" val="1880400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AUJOURD’HUI, LE TOMBEAU EST VIDE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MORT N’A PAS PU LE RETENIR</a:t>
            </a:r>
          </a:p>
        </p:txBody>
      </p:sp>
    </p:spTree>
    <p:extLst>
      <p:ext uri="{BB962C8B-B14F-4D97-AF65-F5344CB8AC3E}">
        <p14:creationId xmlns:p14="http://schemas.microsoft.com/office/powerpoint/2010/main" val="1762913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Ô MORT, OÙ EST TA VICTOIRE ?</a:t>
            </a:r>
          </a:p>
        </p:txBody>
      </p:sp>
    </p:spTree>
    <p:extLst>
      <p:ext uri="{BB962C8B-B14F-4D97-AF65-F5344CB8AC3E}">
        <p14:creationId xmlns:p14="http://schemas.microsoft.com/office/powerpoint/2010/main" val="2600720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OÙ SONT TOUS CEUX QUI AVANT L’HEURE CRIAIENT « VICTOIRE ! » ?</a:t>
            </a:r>
          </a:p>
        </p:txBody>
      </p:sp>
    </p:spTree>
    <p:extLst>
      <p:ext uri="{BB962C8B-B14F-4D97-AF65-F5344CB8AC3E}">
        <p14:creationId xmlns:p14="http://schemas.microsoft.com/office/powerpoint/2010/main" val="3019296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A LE POUVOIR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RENVERSER LES CIRCONSTANCES</a:t>
            </a:r>
          </a:p>
        </p:txBody>
      </p:sp>
    </p:spTree>
    <p:extLst>
      <p:ext uri="{BB962C8B-B14F-4D97-AF65-F5344CB8AC3E}">
        <p14:creationId xmlns:p14="http://schemas.microsoft.com/office/powerpoint/2010/main" val="3041986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LUI SEUL SAIT COMMENT BOULEVERSER LES CONSCIENCES</a:t>
            </a:r>
          </a:p>
        </p:txBody>
      </p:sp>
    </p:spTree>
    <p:extLst>
      <p:ext uri="{BB962C8B-B14F-4D97-AF65-F5344CB8AC3E}">
        <p14:creationId xmlns:p14="http://schemas.microsoft.com/office/powerpoint/2010/main" val="1651900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EST AU-DESSUS DE 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SCIENCE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LUI-MÊME EST OMNISCIENT</a:t>
            </a:r>
          </a:p>
        </p:txBody>
      </p:sp>
    </p:spTree>
    <p:extLst>
      <p:ext uri="{BB962C8B-B14F-4D97-AF65-F5344CB8AC3E}">
        <p14:creationId xmlns:p14="http://schemas.microsoft.com/office/powerpoint/2010/main" val="1920026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AURAIT PENSÉ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QU’APRÈS DEUX MILLE ANS</a:t>
            </a:r>
          </a:p>
        </p:txBody>
      </p:sp>
    </p:spTree>
    <p:extLst>
      <p:ext uri="{BB962C8B-B14F-4D97-AF65-F5344CB8AC3E}">
        <p14:creationId xmlns:p14="http://schemas.microsoft.com/office/powerpoint/2010/main" val="2271826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ARMÉE DE PIERRES VIVANTES CRÉÉES À SON IMAGE</a:t>
            </a:r>
          </a:p>
        </p:txBody>
      </p:sp>
    </p:spTree>
    <p:extLst>
      <p:ext uri="{BB962C8B-B14F-4D97-AF65-F5344CB8AC3E}">
        <p14:creationId xmlns:p14="http://schemas.microsoft.com/office/powerpoint/2010/main" val="679246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FORMERAIENT UN SEUL CORPS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AFIN D’HONORER LEUR HÉRITAGE ?</a:t>
            </a:r>
          </a:p>
        </p:txBody>
      </p:sp>
    </p:spTree>
    <p:extLst>
      <p:ext uri="{BB962C8B-B14F-4D97-AF65-F5344CB8AC3E}">
        <p14:creationId xmlns:p14="http://schemas.microsoft.com/office/powerpoint/2010/main" val="17349423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TEL IL EST, TEL NOUS SOMMES</a:t>
            </a:r>
          </a:p>
        </p:txBody>
      </p:sp>
    </p:spTree>
    <p:extLst>
      <p:ext uri="{BB962C8B-B14F-4D97-AF65-F5344CB8AC3E}">
        <p14:creationId xmlns:p14="http://schemas.microsoft.com/office/powerpoint/2010/main" val="3895542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PARCE QU’IL A PORTÉ SA CROIX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PORTONS LA NÔTRE</a:t>
            </a:r>
          </a:p>
        </p:txBody>
      </p:sp>
    </p:spTree>
    <p:extLst>
      <p:ext uri="{BB962C8B-B14F-4D97-AF65-F5344CB8AC3E}">
        <p14:creationId xmlns:p14="http://schemas.microsoft.com/office/powerpoint/2010/main" val="36862080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PARCE QU'IL EST MORT </a:t>
            </a:r>
          </a:p>
        </p:txBody>
      </p:sp>
    </p:spTree>
    <p:extLst>
      <p:ext uri="{BB962C8B-B14F-4D97-AF65-F5344CB8AC3E}">
        <p14:creationId xmlns:p14="http://schemas.microsoft.com/office/powerpoint/2010/main" val="6920384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QU’ON AIT LA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MOURONS À NOUS-MÊMES</a:t>
            </a:r>
          </a:p>
        </p:txBody>
      </p:sp>
    </p:spTree>
    <p:extLst>
      <p:ext uri="{BB962C8B-B14F-4D97-AF65-F5344CB8AC3E}">
        <p14:creationId xmlns:p14="http://schemas.microsoft.com/office/powerpoint/2010/main" val="10848730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 IL NOUS A AIMÉS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AIMONS-NOUS AUSSI</a:t>
            </a:r>
          </a:p>
        </p:txBody>
      </p:sp>
    </p:spTree>
    <p:extLst>
      <p:ext uri="{BB962C8B-B14F-4D97-AF65-F5344CB8AC3E}">
        <p14:creationId xmlns:p14="http://schemas.microsoft.com/office/powerpoint/2010/main" val="39361079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VOUS FAITES PARTIE DE CETTE ARMÉE ALORS RÉSISTEZ !</a:t>
            </a:r>
          </a:p>
        </p:txBody>
      </p:sp>
    </p:spTree>
    <p:extLst>
      <p:ext uri="{BB962C8B-B14F-4D97-AF65-F5344CB8AC3E}">
        <p14:creationId xmlns:p14="http://schemas.microsoft.com/office/powerpoint/2010/main" val="21646571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RÉSISTEZ AU PÉCHÉ !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RÉSISTEZ À LA MORT !</a:t>
            </a:r>
          </a:p>
        </p:txBody>
      </p:sp>
    </p:spTree>
    <p:extLst>
      <p:ext uri="{BB962C8B-B14F-4D97-AF65-F5344CB8AC3E}">
        <p14:creationId xmlns:p14="http://schemas.microsoft.com/office/powerpoint/2010/main" val="36066598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RÉSISTEZ À TOUTES CES TENTATIONS</a:t>
            </a:r>
          </a:p>
        </p:txBody>
      </p:sp>
    </p:spTree>
    <p:extLst>
      <p:ext uri="{BB962C8B-B14F-4D97-AF65-F5344CB8AC3E}">
        <p14:creationId xmlns:p14="http://schemas.microsoft.com/office/powerpoint/2010/main" val="10249546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ONT AUSSI TENTÉ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CHRIST RÉSISTEZ !</a:t>
            </a:r>
          </a:p>
        </p:txBody>
      </p:sp>
    </p:spTree>
    <p:extLst>
      <p:ext uri="{BB962C8B-B14F-4D97-AF65-F5344CB8AC3E}">
        <p14:creationId xmlns:p14="http://schemas.microsoft.com/office/powerpoint/2010/main" val="24090521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RÉSISTEZ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C’EST SEULEMENT EN CHRIST </a:t>
            </a:r>
          </a:p>
        </p:txBody>
      </p:sp>
    </p:spTree>
    <p:extLst>
      <p:ext uri="{BB962C8B-B14F-4D97-AF65-F5344CB8AC3E}">
        <p14:creationId xmlns:p14="http://schemas.microsoft.com/office/powerpoint/2010/main" val="35822094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ENSEMBLE, QUE NOUS VAINCRONS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ENSEMBLE, RÉSISTONS !</a:t>
            </a:r>
          </a:p>
        </p:txBody>
      </p:sp>
    </p:spTree>
    <p:extLst>
      <p:ext uri="{BB962C8B-B14F-4D97-AF65-F5344CB8AC3E}">
        <p14:creationId xmlns:p14="http://schemas.microsoft.com/office/powerpoint/2010/main" val="137971655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928</Words>
  <Application>Microsoft Office PowerPoint</Application>
  <PresentationFormat>Affichage à l'écran (4:3)</PresentationFormat>
  <Paragraphs>1156</Paragraphs>
  <Slides>45</Slides>
  <Notes>45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49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89</cp:revision>
  <dcterms:created xsi:type="dcterms:W3CDTF">2002-08-17T13:12:10Z</dcterms:created>
  <dcterms:modified xsi:type="dcterms:W3CDTF">2021-04-03T13:12:52Z</dcterms:modified>
</cp:coreProperties>
</file>