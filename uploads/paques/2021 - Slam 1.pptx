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4000" autoAdjust="0"/>
  </p:normalViewPr>
  <p:slideViewPr>
    <p:cSldViewPr>
      <p:cViewPr varScale="1">
        <p:scale>
          <a:sx n="27" d="100"/>
          <a:sy n="27" d="100"/>
        </p:scale>
        <p:origin x="168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03/04/2021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5540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55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563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851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319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003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73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616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1642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23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146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5326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600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016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dirty="0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pPr>
              <a:defRPr/>
            </a:pPr>
            <a:r>
              <a:rPr lang="fr-FR" dirty="0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pPr>
              <a:defRPr/>
            </a:pPr>
            <a:r>
              <a:rPr lang="fr-FR" dirty="0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pPr>
              <a:defRPr/>
            </a:pPr>
            <a:r>
              <a:rPr lang="fr-FR" dirty="0" smtClean="0"/>
              <a:t>
14-  ALORS, MÊME SI LA HAINE  
15-  A CE POUVOIR DE CRÉER DES GUERRES BIEN DÉGUISÉES 
16-  RIEN D’AUTRE QUE L’AMOUR  N’A LE POUVOIR DE LES REMPORTER 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LAISSEZ-MOI VOUS RACONTER  UNE HISTOIRE  
2-  L’HISTOIRE D'AMOUR  
3-  LA PLUS BOULEVERSANTE  DE TOUS LES TEMPS  
4-  TENDEZ L'OREILLE OUVREZ VOS CŒURS ET ÉCOUTEZ  </a:t>
            </a:r>
          </a:p>
          <a:p>
            <a:r>
              <a:rPr lang="fr-FR" smtClean="0"/>
              <a:t>
5-  BIEN QUE LE PREMIER HOMME  AIT DÉSOBÉI À DIEU, ET DONC CHUTÉ 
6-  L’AMOUR DE DIEU POUR L’HUMANITÉ  N’A JAMAIS CESSÉ D’EXISTER 
7-  IL EST VRAI QU’UNE GRANDE PARTIE  DE SA CRÉATION S’EST ÉLOIGNÉE 
8-  MAIS, IL EN EST UNE AUTRE  QUI A DÉCIDÉ DE RÉSISTER </a:t>
            </a:r>
          </a:p>
          <a:p>
            <a:r>
              <a:rPr lang="fr-FR" smtClean="0"/>
              <a:t>
9-  FACE À L’INJUSTICE ILS N’ONT JAMAIS CÉDÉ 
10-  CHOISISSANT PLUTÔT LA PROXIMITÉ S’ATTACHER AU CRÉATEUR   
11-  LEUR A PERMIS ET LEUR PERMET DE CHOISIR DE RÉSISTER 
12-  TOUT EN ÉTANT ARMÉS NON PAS D’ARMES CHARNELLES 
13-  MAIS DE CELLES QUI LAISSENT  UNE TRACE DANS L’ÉTERNITÉ </a:t>
            </a:r>
          </a:p>
          <a:p>
            <a:r>
              <a:rPr lang="fr-FR" smtClean="0"/>
              <a:t>
14-  ALORS, MÊME SI LA HAINE  
15-  A CE POUVOIR DE CRÉER DES GUERRES BIEN DÉGUISÉES 
16-  RIEN D’AUTRE QUE L’AMOUR  N’A LE POUVOIR DE LES REMPORTER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6838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LAISSEZ-MOI VOUS RACONTER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HISTOIRE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L’HISTOIRE D'AMOUR </a:t>
            </a:r>
          </a:p>
        </p:txBody>
      </p:sp>
    </p:spTree>
    <p:extLst>
      <p:ext uri="{BB962C8B-B14F-4D97-AF65-F5344CB8AC3E}">
        <p14:creationId xmlns:p14="http://schemas.microsoft.com/office/powerpoint/2010/main" val="27063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PLUS BOULEVERSANTE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TOUS LES TEMPS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1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TENDEZ L'OREILLE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OUVREZ VOS CŒURS ET ÉCOUTEZ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2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BIEN QUE LE PREMIER HOMME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AIT DÉSOBÉI À DIEU, ET DONC CHUTÉ</a:t>
            </a:r>
          </a:p>
        </p:txBody>
      </p:sp>
    </p:spTree>
    <p:extLst>
      <p:ext uri="{BB962C8B-B14F-4D97-AF65-F5344CB8AC3E}">
        <p14:creationId xmlns:p14="http://schemas.microsoft.com/office/powerpoint/2010/main" val="1980610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L’AMOUR DE DIEU POUR L’HUMANITÉ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N’A JAMAIS CESSÉ D’EXISTER</a:t>
            </a:r>
          </a:p>
        </p:txBody>
      </p:sp>
    </p:spTree>
    <p:extLst>
      <p:ext uri="{BB962C8B-B14F-4D97-AF65-F5344CB8AC3E}">
        <p14:creationId xmlns:p14="http://schemas.microsoft.com/office/powerpoint/2010/main" val="162116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VRAI QU’UNE GRANDE PARTIE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SA CRÉATION S’EST ÉLOIGNÉE</a:t>
            </a:r>
          </a:p>
        </p:txBody>
      </p:sp>
    </p:spTree>
    <p:extLst>
      <p:ext uri="{BB962C8B-B14F-4D97-AF65-F5344CB8AC3E}">
        <p14:creationId xmlns:p14="http://schemas.microsoft.com/office/powerpoint/2010/main" val="93242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MAIS, IL EN EST UNE AUTRE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A DÉCIDÉ DE RÉSISTER</a:t>
            </a:r>
          </a:p>
        </p:txBody>
      </p:sp>
    </p:spTree>
    <p:extLst>
      <p:ext uri="{BB962C8B-B14F-4D97-AF65-F5344CB8AC3E}">
        <p14:creationId xmlns:p14="http://schemas.microsoft.com/office/powerpoint/2010/main" val="4292561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FACE À L’INJUSTICE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N’ONT JAMAIS CÉDÉ</a:t>
            </a:r>
          </a:p>
        </p:txBody>
      </p:sp>
    </p:spTree>
    <p:extLst>
      <p:ext uri="{BB962C8B-B14F-4D97-AF65-F5344CB8AC3E}">
        <p14:creationId xmlns:p14="http://schemas.microsoft.com/office/powerpoint/2010/main" val="26989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CHOISISSANT PLUTÔT LA PROXIMITÉ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S’ATTACHER AU CRÉATEUR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8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LEUR A PERMIS ET LEUR PERMET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CHOISIR DE RÉSISTER</a:t>
            </a:r>
          </a:p>
        </p:txBody>
      </p:sp>
    </p:spTree>
    <p:extLst>
      <p:ext uri="{BB962C8B-B14F-4D97-AF65-F5344CB8AC3E}">
        <p14:creationId xmlns:p14="http://schemas.microsoft.com/office/powerpoint/2010/main" val="199374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2068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EN ÉTANT ARMÉS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PAS D’ARMES CHARNELLES</a:t>
            </a:r>
          </a:p>
        </p:txBody>
      </p:sp>
    </p:spTree>
    <p:extLst>
      <p:ext uri="{BB962C8B-B14F-4D97-AF65-F5344CB8AC3E}">
        <p14:creationId xmlns:p14="http://schemas.microsoft.com/office/powerpoint/2010/main" val="318252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DE CELLES QUI LAISSENT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TRACE DANS L’ÉTERNITÉ</a:t>
            </a:r>
          </a:p>
        </p:txBody>
      </p:sp>
    </p:spTree>
    <p:extLst>
      <p:ext uri="{BB962C8B-B14F-4D97-AF65-F5344CB8AC3E}">
        <p14:creationId xmlns:p14="http://schemas.microsoft.com/office/powerpoint/2010/main" val="376659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ALORS, MÊME SI LA HAINE </a:t>
            </a:r>
          </a:p>
        </p:txBody>
      </p:sp>
    </p:spTree>
    <p:extLst>
      <p:ext uri="{BB962C8B-B14F-4D97-AF65-F5344CB8AC3E}">
        <p14:creationId xmlns:p14="http://schemas.microsoft.com/office/powerpoint/2010/main" val="1365380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CE POUVOIR DE CRÉER DES GUERRES BIEN DÉGUISÉES</a:t>
            </a:r>
          </a:p>
        </p:txBody>
      </p:sp>
    </p:spTree>
    <p:extLst>
      <p:ext uri="{BB962C8B-B14F-4D97-AF65-F5344CB8AC3E}">
        <p14:creationId xmlns:p14="http://schemas.microsoft.com/office/powerpoint/2010/main" val="1460531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D’AUTRE QUE L’AMOUR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N’A LE POUVOIR DE LES REMPORTER</a:t>
            </a:r>
          </a:p>
        </p:txBody>
      </p:sp>
    </p:spTree>
    <p:extLst>
      <p:ext uri="{BB962C8B-B14F-4D97-AF65-F5344CB8AC3E}">
        <p14:creationId xmlns:p14="http://schemas.microsoft.com/office/powerpoint/2010/main" val="196307337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324</Words>
  <Application>Microsoft Office PowerPoint</Application>
  <PresentationFormat>Affichage à l'écran (4:3)</PresentationFormat>
  <Paragraphs>157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91</cp:revision>
  <dcterms:created xsi:type="dcterms:W3CDTF">2002-08-17T13:12:10Z</dcterms:created>
  <dcterms:modified xsi:type="dcterms:W3CDTF">2021-04-03T17:10:26Z</dcterms:modified>
</cp:coreProperties>
</file>