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8972" autoAdjust="0"/>
  </p:normalViewPr>
  <p:slideViewPr>
    <p:cSldViewPr>
      <p:cViewPr varScale="1">
        <p:scale>
          <a:sx n="38" d="100"/>
          <a:sy n="38" d="100"/>
        </p:scale>
        <p:origin x="135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04/04/2021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653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33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312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28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948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02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677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936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68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180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092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700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468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893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460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657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214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dirty="0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dirty="0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dirty="0" smtClean="0"/>
              <a:t>
	Refrain de fin</a:t>
            </a:r>
          </a:p>
          <a:p>
            <a:pPr>
              <a:defRPr/>
            </a:pPr>
            <a:r>
              <a:rPr lang="fr-FR" dirty="0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dirty="0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22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707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005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351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726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31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50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FOULES REMPLISSENT CETTE ALLÉE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VOIR CET HOMME DE GALILÉE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DIT QU’IL N’EST QU’UN CHARPENTIER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VENU POUR NOUS ÉGARER </a:t>
            </a:r>
          </a:p>
        </p:txBody>
      </p:sp>
    </p:spTree>
    <p:extLst>
      <p:ext uri="{BB962C8B-B14F-4D97-AF65-F5344CB8AC3E}">
        <p14:creationId xmlns:p14="http://schemas.microsoft.com/office/powerpoint/2010/main" val="219385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BEAUCOUP S’ARRÊTENT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LOUER </a:t>
            </a:r>
          </a:p>
        </p:txBody>
      </p:sp>
    </p:spTree>
    <p:extLst>
      <p:ext uri="{BB962C8B-B14F-4D97-AF65-F5344CB8AC3E}">
        <p14:creationId xmlns:p14="http://schemas.microsoft.com/office/powerpoint/2010/main" val="62420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DANS SES YEUX ILS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APERÇOIVENT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6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PUISSANCE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SONDE LES CŒURS </a:t>
            </a:r>
          </a:p>
        </p:txBody>
      </p:sp>
    </p:spTree>
    <p:extLst>
      <p:ext uri="{BB962C8B-B14F-4D97-AF65-F5344CB8AC3E}">
        <p14:creationId xmlns:p14="http://schemas.microsoft.com/office/powerpoint/2010/main" val="353847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CONNAÎT LA PENSÉE DU 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NOUS RÉVÈLE SES MYSTÈRES</a:t>
            </a:r>
          </a:p>
        </p:txBody>
      </p:sp>
    </p:spTree>
    <p:extLst>
      <p:ext uri="{BB962C8B-B14F-4D97-AF65-F5344CB8AC3E}">
        <p14:creationId xmlns:p14="http://schemas.microsoft.com/office/powerpoint/2010/main" val="418535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IL VIENT AU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304036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A DE LA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223881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6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D’ESPOIR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284738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BENI,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VIENT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60292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QUAND TOUS MES PROJETS M’OUBLIENT </a:t>
            </a:r>
          </a:p>
        </p:txBody>
      </p:sp>
    </p:spTree>
    <p:extLst>
      <p:ext uri="{BB962C8B-B14F-4D97-AF65-F5344CB8AC3E}">
        <p14:creationId xmlns:p14="http://schemas.microsoft.com/office/powerpoint/2010/main" val="341933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LORSQUE MES FORCES ME FUIENT </a:t>
            </a:r>
          </a:p>
        </p:txBody>
      </p:sp>
    </p:spTree>
    <p:extLst>
      <p:ext uri="{BB962C8B-B14F-4D97-AF65-F5344CB8AC3E}">
        <p14:creationId xmlns:p14="http://schemas.microsoft.com/office/powerpoint/2010/main" val="78927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N’AI PLUS D’AUTRES CHOIX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DE DÉPRENDRE DE TOI </a:t>
            </a:r>
          </a:p>
        </p:txBody>
      </p:sp>
    </p:spTree>
    <p:extLst>
      <p:ext uri="{BB962C8B-B14F-4D97-AF65-F5344CB8AC3E}">
        <p14:creationId xmlns:p14="http://schemas.microsoft.com/office/powerpoint/2010/main" val="232906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DE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QUAND NOUS INVOQUONS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FORCE SOUDAIN APPARAÎT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VOYONS SA VOLONTÉ </a:t>
            </a:r>
          </a:p>
        </p:txBody>
      </p:sp>
    </p:spTree>
    <p:extLst>
      <p:ext uri="{BB962C8B-B14F-4D97-AF65-F5344CB8AC3E}">
        <p14:creationId xmlns:p14="http://schemas.microsoft.com/office/powerpoint/2010/main" val="215495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MAIN VIENT NOUS RÉVÉLER </a:t>
            </a:r>
          </a:p>
        </p:txBody>
      </p:sp>
    </p:spTree>
    <p:extLst>
      <p:ext uri="{BB962C8B-B14F-4D97-AF65-F5344CB8AC3E}">
        <p14:creationId xmlns:p14="http://schemas.microsoft.com/office/powerpoint/2010/main" val="310184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NOUS ALLONS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59975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NOM SERA ADORÉ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</a:t>
            </a:r>
          </a:p>
        </p:txBody>
      </p:sp>
    </p:spTree>
    <p:extLst>
      <p:ext uri="{BB962C8B-B14F-4D97-AF65-F5344CB8AC3E}">
        <p14:creationId xmlns:p14="http://schemas.microsoft.com/office/powerpoint/2010/main" val="12747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CRÉATEUR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RÉDEMPTEUR ET ROI</a:t>
            </a:r>
          </a:p>
        </p:txBody>
      </p:sp>
    </p:spTree>
    <p:extLst>
      <p:ext uri="{BB962C8B-B14F-4D97-AF65-F5344CB8AC3E}">
        <p14:creationId xmlns:p14="http://schemas.microsoft.com/office/powerpoint/2010/main" val="118702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A DE LA FORCE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422504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0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D’ESPOIR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97631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BENI,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VIENT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36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 DU SEIGNEUR</a:t>
            </a:r>
          </a:p>
        </p:txBody>
      </p:sp>
    </p:spTree>
    <p:extLst>
      <p:ext uri="{BB962C8B-B14F-4D97-AF65-F5344CB8AC3E}">
        <p14:creationId xmlns:p14="http://schemas.microsoft.com/office/powerpoint/2010/main" val="205995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800</Words>
  <Application>Microsoft Office PowerPoint</Application>
  <PresentationFormat>Affichage à l'écran (4:3)</PresentationFormat>
  <Paragraphs>644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87</cp:revision>
  <dcterms:created xsi:type="dcterms:W3CDTF">2002-08-17T13:12:10Z</dcterms:created>
  <dcterms:modified xsi:type="dcterms:W3CDTF">2021-04-04T06:51:58Z</dcterms:modified>
</cp:coreProperties>
</file>