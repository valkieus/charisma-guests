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73316" autoAdjust="0"/>
  </p:normalViewPr>
  <p:slideViewPr>
    <p:cSldViewPr>
      <p:cViewPr varScale="1">
        <p:scale>
          <a:sx n="58" d="100"/>
          <a:sy n="58" d="100"/>
        </p:scale>
        <p:origin x="84" y="4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26/09/2021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dirty="0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X2</a:t>
            </a:r>
          </a:p>
          <a:p>
            <a:pPr>
              <a:defRPr/>
            </a:pPr>
            <a:r>
              <a:rPr lang="fr-FR" dirty="0" smtClean="0"/>
              <a:t>
18-  IL EST LA RAISON</a:t>
            </a:r>
          </a:p>
          <a:p>
            <a:pPr>
              <a:defRPr/>
            </a:pPr>
            <a:r>
              <a:rPr lang="fr-FR" dirty="0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088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761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502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327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459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077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027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436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035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687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400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811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294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660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066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70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X2</a:t>
            </a:r>
          </a:p>
          <a:p>
            <a:pPr>
              <a:defRPr/>
            </a:pPr>
            <a:r>
              <a:rPr lang="fr-FR" smtClean="0"/>
              <a:t>
18-  IL EST LA RAISON</a:t>
            </a:r>
          </a:p>
          <a:p>
            <a:pPr>
              <a:defRPr/>
            </a:pPr>
            <a:r>
              <a:rPr lang="fr-FR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171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pPr>
              <a:defRPr/>
            </a:pPr>
            <a:r>
              <a:rPr lang="fr-FR" dirty="0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X2</a:t>
            </a:r>
          </a:p>
          <a:p>
            <a:pPr>
              <a:defRPr/>
            </a:pPr>
            <a:r>
              <a:rPr lang="fr-FR" dirty="0" smtClean="0"/>
              <a:t>
18-  IL EST LA RAISON</a:t>
            </a:r>
          </a:p>
          <a:p>
            <a:pPr>
              <a:defRPr/>
            </a:pPr>
            <a:r>
              <a:rPr lang="fr-FR" dirty="0" smtClean="0"/>
              <a:t>19- IL EST LA RAISON D’AIMER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ÉTIONS ENFANTS ET NOUS REGARDIONS LE CIEL 
2-  EN RÊVANT DE MERVEILLES INNOCEMMENT 
3-  SANS JAMAIS RÉALISER  QU’UN ENFANT NÉ UNE SAINTE NUIT 
4-  NOUS A OFFERT LE DON DE LA VIE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NOUS SOMMES LA RAISON  DES CLOUS ET DU BOIS 
	6-  NOUS SOMMES LA RAISON  DE SA MORT À LA CROIX 
	7-  POUR CE MONDE PERDU  IL A TOUT DONNÉ 
	8-  POUR NOUS MONTRER  COMMENT AIMER </a:t>
            </a:r>
          </a:p>
          <a:p>
            <a:r>
              <a:rPr lang="fr-FR" smtClean="0"/>
              <a:t>
9-  PUIS LES ANNÉES  NOUS ONT APPRIS À DONNER 
10-  TOUT DE CŒUR  AVEC FOI ET SANS DÉTOUR 
11-  CAR UN JOUR SI TÉNÉBREUX UN HOMME A RENONCÉ À TOUT 
12-  JUSTE PAR AMOUR, OUI PAR AMOUR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ET J’AI TROUVÉ MA RAISON D’EXISTER 
14-  DE LUI DONNER TOUT MON CŒUR  SANS RIEN RETENIR 
15-  EN CE QUE JE FAIS  ET TOUT CE QUE JE DIS  
16-  JE DONNERAI TOUTE MA VIE POUR LUI 
17-  POUR LUI </a:t>
            </a:r>
          </a:p>
          <a:p>
            <a:endParaRPr lang="fr-FR" smtClean="0"/>
          </a:p>
          <a:p>
            <a:r>
              <a:rPr lang="fr-FR" smtClean="0"/>
              <a:t>	Refrain X2</a:t>
            </a:r>
          </a:p>
          <a:p>
            <a:r>
              <a:rPr lang="fr-FR" smtClean="0"/>
              <a:t>
18-  IL EST LA RAISON</a:t>
            </a:r>
          </a:p>
          <a:p>
            <a:r>
              <a:rPr lang="fr-FR" smtClean="0"/>
              <a:t>19- IL EST LA RAISON D’AIMER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007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ÉTIONS ENFANTS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NOUS REGARDIONS LE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RÊVANT DE MERVEILLES INNOCEMMENT</a:t>
            </a:r>
          </a:p>
        </p:txBody>
      </p:sp>
    </p:spTree>
    <p:extLst>
      <p:ext uri="{BB962C8B-B14F-4D97-AF65-F5344CB8AC3E}">
        <p14:creationId xmlns:p14="http://schemas.microsoft.com/office/powerpoint/2010/main" val="8279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JAMAIS RÉALISER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QU’UN ENFANT NÉ UNE SAINTE NUIT</a:t>
            </a:r>
          </a:p>
        </p:txBody>
      </p:sp>
    </p:spTree>
    <p:extLst>
      <p:ext uri="{BB962C8B-B14F-4D97-AF65-F5344CB8AC3E}">
        <p14:creationId xmlns:p14="http://schemas.microsoft.com/office/powerpoint/2010/main" val="16089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A OFFERT LE DON DE LA VIE </a:t>
            </a:r>
          </a:p>
        </p:txBody>
      </p:sp>
    </p:spTree>
    <p:extLst>
      <p:ext uri="{BB962C8B-B14F-4D97-AF65-F5344CB8AC3E}">
        <p14:creationId xmlns:p14="http://schemas.microsoft.com/office/powerpoint/2010/main" val="128488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SOMMES LA RAISON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CLOUS ET DU BOIS</a:t>
            </a:r>
          </a:p>
        </p:txBody>
      </p:sp>
    </p:spTree>
    <p:extLst>
      <p:ext uri="{BB962C8B-B14F-4D97-AF65-F5344CB8AC3E}">
        <p14:creationId xmlns:p14="http://schemas.microsoft.com/office/powerpoint/2010/main" val="318691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SOMMES LA RAISON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SA MORT À LA CROIX</a:t>
            </a:r>
          </a:p>
        </p:txBody>
      </p:sp>
    </p:spTree>
    <p:extLst>
      <p:ext uri="{BB962C8B-B14F-4D97-AF65-F5344CB8AC3E}">
        <p14:creationId xmlns:p14="http://schemas.microsoft.com/office/powerpoint/2010/main" val="311335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CE MONDE PERDU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IL A TOUT DONNÉ</a:t>
            </a:r>
          </a:p>
        </p:txBody>
      </p:sp>
    </p:spTree>
    <p:extLst>
      <p:ext uri="{BB962C8B-B14F-4D97-AF65-F5344CB8AC3E}">
        <p14:creationId xmlns:p14="http://schemas.microsoft.com/office/powerpoint/2010/main" val="257214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NOUS MONTRER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COMMENT AIMER</a:t>
            </a:r>
          </a:p>
        </p:txBody>
      </p:sp>
    </p:spTree>
    <p:extLst>
      <p:ext uri="{BB962C8B-B14F-4D97-AF65-F5344CB8AC3E}">
        <p14:creationId xmlns:p14="http://schemas.microsoft.com/office/powerpoint/2010/main" val="138181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PUIS LES ANNÉES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ONT APPRIS À DONNER</a:t>
            </a:r>
          </a:p>
        </p:txBody>
      </p:sp>
    </p:spTree>
    <p:extLst>
      <p:ext uri="{BB962C8B-B14F-4D97-AF65-F5344CB8AC3E}">
        <p14:creationId xmlns:p14="http://schemas.microsoft.com/office/powerpoint/2010/main" val="299692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CŒUR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FOI ET SANS DÉTOUR</a:t>
            </a:r>
          </a:p>
        </p:txBody>
      </p:sp>
    </p:spTree>
    <p:extLst>
      <p:ext uri="{BB962C8B-B14F-4D97-AF65-F5344CB8AC3E}">
        <p14:creationId xmlns:p14="http://schemas.microsoft.com/office/powerpoint/2010/main" val="150662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UN JOUR SI TÉNÉBREUX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HOMME A RENONCÉ À TOUT</a:t>
            </a:r>
          </a:p>
        </p:txBody>
      </p:sp>
    </p:spTree>
    <p:extLst>
      <p:ext uri="{BB962C8B-B14F-4D97-AF65-F5344CB8AC3E}">
        <p14:creationId xmlns:p14="http://schemas.microsoft.com/office/powerpoint/2010/main" val="350038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JUSTE PAR AMOUR, OUI PAR AMOUR</a:t>
            </a:r>
          </a:p>
        </p:txBody>
      </p:sp>
    </p:spTree>
    <p:extLst>
      <p:ext uri="{BB962C8B-B14F-4D97-AF65-F5344CB8AC3E}">
        <p14:creationId xmlns:p14="http://schemas.microsoft.com/office/powerpoint/2010/main" val="58384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J’AI TROUVÉ MA RAISON D’EXISTER</a:t>
            </a:r>
          </a:p>
        </p:txBody>
      </p:sp>
    </p:spTree>
    <p:extLst>
      <p:ext uri="{BB962C8B-B14F-4D97-AF65-F5344CB8AC3E}">
        <p14:creationId xmlns:p14="http://schemas.microsoft.com/office/powerpoint/2010/main" val="172392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LUI DONNER TOUT MON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RIEN RETENIR</a:t>
            </a:r>
          </a:p>
        </p:txBody>
      </p:sp>
    </p:spTree>
    <p:extLst>
      <p:ext uri="{BB962C8B-B14F-4D97-AF65-F5344CB8AC3E}">
        <p14:creationId xmlns:p14="http://schemas.microsoft.com/office/powerpoint/2010/main" val="291295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CE QUE JE FAIS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 CE QUE JE DIS </a:t>
            </a:r>
          </a:p>
        </p:txBody>
      </p:sp>
    </p:spTree>
    <p:extLst>
      <p:ext uri="{BB962C8B-B14F-4D97-AF65-F5344CB8AC3E}">
        <p14:creationId xmlns:p14="http://schemas.microsoft.com/office/powerpoint/2010/main" val="64279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DONNERAI TOUTE MA VIE POUR LUI</a:t>
            </a:r>
          </a:p>
        </p:txBody>
      </p:sp>
    </p:spTree>
    <p:extLst>
      <p:ext uri="{BB962C8B-B14F-4D97-AF65-F5344CB8AC3E}">
        <p14:creationId xmlns:p14="http://schemas.microsoft.com/office/powerpoint/2010/main" val="15476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LUI</a:t>
            </a:r>
          </a:p>
        </p:txBody>
      </p:sp>
    </p:spTree>
    <p:extLst>
      <p:ext uri="{BB962C8B-B14F-4D97-AF65-F5344CB8AC3E}">
        <p14:creationId xmlns:p14="http://schemas.microsoft.com/office/powerpoint/2010/main" val="22555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RAISON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90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RAISON D’AIMER</a:t>
            </a:r>
          </a:p>
        </p:txBody>
      </p:sp>
    </p:spTree>
    <p:extLst>
      <p:ext uri="{BB962C8B-B14F-4D97-AF65-F5344CB8AC3E}">
        <p14:creationId xmlns:p14="http://schemas.microsoft.com/office/powerpoint/2010/main" val="217189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483</Words>
  <Application>Microsoft Office PowerPoint</Application>
  <PresentationFormat>Grand écran</PresentationFormat>
  <Paragraphs>486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87</cp:revision>
  <dcterms:created xsi:type="dcterms:W3CDTF">2002-08-17T13:12:10Z</dcterms:created>
  <dcterms:modified xsi:type="dcterms:W3CDTF">2021-09-26T07:32:32Z</dcterms:modified>
</cp:coreProperties>
</file>