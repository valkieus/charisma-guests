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8" r:id="rId2"/>
    <p:sldId id="286" r:id="rId3"/>
    <p:sldId id="259" r:id="rId4"/>
    <p:sldId id="287" r:id="rId5"/>
    <p:sldId id="260" r:id="rId6"/>
    <p:sldId id="288" r:id="rId7"/>
    <p:sldId id="261" r:id="rId8"/>
    <p:sldId id="262" r:id="rId9"/>
    <p:sldId id="263" r:id="rId10"/>
    <p:sldId id="289" r:id="rId11"/>
    <p:sldId id="264" r:id="rId12"/>
    <p:sldId id="265" r:id="rId13"/>
    <p:sldId id="290" r:id="rId14"/>
    <p:sldId id="266" r:id="rId15"/>
    <p:sldId id="291" r:id="rId16"/>
    <p:sldId id="267" r:id="rId17"/>
    <p:sldId id="292" r:id="rId18"/>
    <p:sldId id="273" r:id="rId19"/>
    <p:sldId id="293" r:id="rId20"/>
    <p:sldId id="274" r:id="rId21"/>
    <p:sldId id="294" r:id="rId22"/>
    <p:sldId id="268" r:id="rId23"/>
    <p:sldId id="295" r:id="rId24"/>
    <p:sldId id="269" r:id="rId25"/>
    <p:sldId id="296" r:id="rId26"/>
    <p:sldId id="285" r:id="rId27"/>
    <p:sldId id="281" r:id="rId28"/>
    <p:sldId id="282" r:id="rId29"/>
    <p:sldId id="297" r:id="rId3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06" autoAdjust="0"/>
    <p:restoredTop sz="40184" autoAdjust="0"/>
  </p:normalViewPr>
  <p:slideViewPr>
    <p:cSldViewPr>
      <p:cViewPr varScale="1">
        <p:scale>
          <a:sx n="39" d="100"/>
          <a:sy n="39" d="100"/>
        </p:scale>
        <p:origin x="156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B6A7071B-9203-4E1D-817C-40E971AB5763}" type="datetimeFigureOut">
              <a:rPr lang="fr-FR"/>
              <a:pPr>
                <a:defRPr/>
              </a:pPr>
              <a:t>11/04/2021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4613D39C-6E70-433D-B6A0-E3C6EC6E8E9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IL EST ÉCRIT : 
2-  LE CIEL ET LA TERRE PASSERONT</a:t>
            </a:r>
            <a:br>
              <a:rPr lang="fr-FR" dirty="0" smtClean="0"/>
            </a:br>
            <a:r>
              <a:rPr lang="fr-FR" dirty="0" smtClean="0"/>
              <a:t> 3-  CE N’EST PAS UN RÊVE AUJOURD'HUI 
4-  DIEU PEUT TOUT CHANGER 
5-  LE POIDS DE LA PEINE 
6-  S’EN EST ALLÉ 
7-  LE MAL EST VAINCU POUR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27-  LOUANGE SOIT AU GRAND JE SUIS 
28-  NOUS VIVRONS DANS LA GLOIRE 
29-  DE L’AGNEAU DE DIEU 
</a:t>
            </a:r>
            <a:endParaRPr lang="fr-FR" dirty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27-  LOUANGE SOIT AU GRAND JE SUIS 
28-  NOUS VIVRONS DANS LA GLOIRE 
29-  DE L’AGNEAU DE DIEU 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27-  LOUANGE SOIT AU GRAND JE SUIS 
28-  NOUS VIVRONS DANS LA GLOIRE 
29-  DE L’AGNEAU DE DIEU 
</a:t>
            </a:r>
            <a:endParaRPr lang="fr-FR" dirty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27-  LOUANGE SOIT AU GRAND JE SUIS 
28-  NOUS VIVRONS DANS LA GLOIRE 
29-  DE L’AGNEAU DE DIEU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9783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27-  LOUANGE SOIT AU GRAND JE SUIS 
28-  NOUS VIVRONS DANS LA GLOIRE 
29-  DE L’AGNEAU DE DIEU 
</a:t>
            </a:r>
            <a:endParaRPr lang="fr-FR" dirty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27-  LOUANGE SOIT AU GRAND JE SUIS 
28-  NOUS VIVRONS DANS LA GLOIRE 
29-  DE L’AGNEAU DE DIEU 
</a:t>
            </a:r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27-  LOUANGE SOIT AU GRAND JE SUIS 
28-  NOUS VIVRONS DANS LA GLOIRE 
29-  DE L’AGNEAU DE DIEU 
</a:t>
            </a:r>
            <a:endParaRPr lang="fr-FR" dirty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27-  LOUANGE SOIT AU GRAND JE SUIS 
28-  NOUS VIVRONS DANS LA GLOIRE 
29-  DE L’AGNEAU DE DIEU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5835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27-  LOUANGE SOIT AU GRAND JE SUIS 
28-  NOUS VIVRONS DANS LA GLOIRE 
29-  DE L’AGNEAU DE DIEU 
</a:t>
            </a:r>
            <a:endParaRPr lang="fr-FR" dirty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27-  LOUANGE SOIT AU GRAND JE SUIS 
28-  NOUS VIVRONS DANS LA GLOIRE 
29-  DE L’AGNEAU DE DIEU 
</a:t>
            </a:r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27-  LOUANGE SOIT AU GRAND JE SUIS 
28-  NOUS VIVRONS DANS LA GLOIRE 
29-  DE L’AGNEAU DE DIEU 
</a:t>
            </a:r>
            <a:endParaRPr lang="fr-FR" dirty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27-  LOUANGE SOIT AU GRAND JE SUIS 
28-  NOUS VIVRONS DANS LA GLOIRE 
29-  DE L’AGNEAU DE DIEU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50728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27-  LOUANGE SOIT AU GRAND JE SUIS 
28-  NOUS VIVRONS DANS LA GLOIRE 
29-  DE L’AGNEAU DE DIEU 
</a:t>
            </a:r>
            <a:endParaRPr lang="fr-FR" dirty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27-  LOUANGE SOIT AU GRAND JE SUIS 
28-  NOUS VIVRONS DANS LA GLOIRE 
29-  DE L’AGNEAU DE DIEU 
</a:t>
            </a:r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27-  LOUANGE SOIT AU GRAND JE SUIS 
28-  NOUS VIVRONS DANS LA GLOIRE 
29-  DE L’AGNEAU DE DIEU 
</a:t>
            </a:r>
            <a:endParaRPr lang="fr-FR" dirty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27-  LOUANGE SOIT AU GRAND JE SUIS 
28-  NOUS VIVRONS DANS LA GLOIRE 
29-  DE L’AGNEAU DE DIEU 
</a:t>
            </a:r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27-  LOUANGE SOIT AU GRAND JE SUIS 
28-  NOUS VIVRONS DANS LA GLOIRE 
29-  DE L’AGNEAU DE DIEU 
</a:t>
            </a:r>
            <a:endParaRPr lang="fr-FR" dirty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27-  LOUANGE SOIT AU GRAND JE SUIS 
28-  NOUS VIVRONS DANS LA GLOIRE 
29-  DE L’AGNEAU DE DIEU 
</a:t>
            </a:r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27-  LOUANGE SOIT AU GRAND JE SUIS 
28-  NOUS VIVRONS DANS LA GLOIRE 
29-  DE L’AGNEAU DE DIEU 
</a:t>
            </a:r>
            <a:endParaRPr lang="fr-FR" dirty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27-  LOUANGE SOIT AU GRAND JE SUIS 
28-  NOUS VIVRONS DANS LA GLOIRE 
29-  DE L’AGNEAU DE DIEU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17600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27-  LOUANGE SOIT AU GRAND JE SUIS 
28-  NOUS VIVRONS DANS LA GLOIRE 
29-  DE L’AGNEAU DE DIEU 
</a:t>
            </a:r>
            <a:endParaRPr lang="fr-FR" dirty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27-  LOUANGE SOIT AU GRAND JE SUIS 
28-  NOUS VIVRONS DANS LA GLOIRE 
29-  DE L’AGNEAU DE DIEU 
</a:t>
            </a:r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27-  LOUANGE SOIT AU GRAND JE SUIS 
28-  NOUS VIVRONS DANS LA GLOIRE 
29-  DE L’AGNEAU DE DIEU 
</a:t>
            </a:r>
            <a:endParaRPr lang="fr-FR" dirty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27-  LOUANGE SOIT AU GRAND JE SUIS 
28-  NOUS VIVRONS DANS LA GLOIRE 
29-  DE L’AGNEAU DE DIEU 
</a:t>
            </a:r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27-  LOUANGE SOIT AU GRAND JE SUIS 
28-  NOUS VIVRONS DANS LA GLOIRE 
29-  DE L’AGNEAU DE DIEU 
</a:t>
            </a:r>
            <a:endParaRPr lang="fr-FR" dirty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27-  LOUANGE SOIT AU GRAND JE SUIS 
28-  NOUS VIVRONS DANS LA GLOIRE 
29-  DE L’AGNEAU DE DIEU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16265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27-  LOUANGE SOIT AU GRAND JE SUIS 
28-  NOUS VIVRONS DANS LA GLOIRE 
29-  DE L’AGNEAU DE DIEU 
</a:t>
            </a:r>
            <a:endParaRPr lang="fr-FR" dirty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27-  LOUANGE SOIT AU GRAND JE SUIS 
28-  NOUS VIVRONS DANS LA GLOIRE 
29-  DE L’AGNEAU DE DIEU 
</a:t>
            </a:r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27-  LOUANGE SOIT AU GRAND JE SUIS 
28-  NOUS VIVRONS DANS LA GLOIRE 
29-  DE L’AGNEAU DE DIEU 
</a:t>
            </a:r>
            <a:endParaRPr lang="fr-FR" dirty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27-  LOUANGE SOIT AU GRAND JE SUIS 
28-  NOUS VIVRONS DANS LA GLOIRE 
29-  DE L’AGNEAU DE DIEU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52042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27-  LOUANGE SOIT AU GRAND JE SUIS 
28-  NOUS VIVRONS DANS LA GLOIRE 
29-  DE L’AGNEAU DE DIEU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27-  LOUANGE SOIT AU GRAND JE SUIS 
28-  NOUS VIVRONS DANS LA GLOIRE 
29-  DE L’AGNEAU DE DIEU 
</a:t>
            </a:r>
            <a:endParaRPr lang="fr-F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27-  LOUANGE SOIT AU GRAND JE SUIS 
28-  NOUS VIVRONS DANS LA GLOIRE 
29-  DE L’AGNEAU DE DIEU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27-  LOUANGE SOIT AU GRAND JE SUIS 
28-  NOUS VIVRONS DANS LA GLOIRE 
29-  DE L’AGNEAU DE DIEU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82921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27-  LOUANGE SOIT AU GRAND JE SUIS 
28-  NOUS VIVRONS DANS LA GLOIRE 
29-  DE L’AGNEAU DE DIEU 
</a:t>
            </a:r>
            <a:endParaRPr lang="fr-FR" dirty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27-  LOUANGE SOIT AU GRAND JE SUIS 
28-  NOUS VIVRONS DANS LA GLOIRE 
29-  DE L’AGNEAU DE DIEU 
</a:t>
            </a:r>
            <a:endParaRPr lang="fr-F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27-  LOUANGE SOIT AU GRAND JE SUIS 
28-  NOUS VIVRONS DANS LA GLOIRE 
29-  DE L’AGNEAU DE DIEU 
</a:t>
            </a:r>
            <a:endParaRPr lang="fr-FR" dirty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27-  LOUANGE SOIT AU GRAND JE SUIS 
28-  NOUS VIVRONS DANS LA GLOIRE 
29-  DE L’AGNEAU DE DIEU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84315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27-  LOUANGE SOIT AU GRAND JE SUIS 
28-  NOUS VIVRONS DANS LA GLOIRE 
29-  DE L’AGNEAU DE DIEU 
</a:t>
            </a:r>
            <a:endParaRPr lang="fr-FR" dirty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27-  LOUANGE SOIT AU GRAND JE SUIS 
28-  NOUS VIVRONS DANS LA GLOIRE 
29-  DE L’AGNEAU DE DIEU 
</a:t>
            </a:r>
            <a:endParaRPr lang="fr-F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27-  LOUANGE SOIT AU GRAND JE SUIS 
28-  NOUS VIVRONS DANS LA GLOIRE 
29-  DE L’AGNEAU DE DIEU 
</a:t>
            </a:r>
            <a:endParaRPr lang="fr-FR" dirty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27-  LOUANGE SOIT AU GRAND JE SUIS 
28-  NOUS VIVRONS DANS LA GLOIRE 
29-  DE L’AGNEAU DE DIEU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73231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27-  LOUANGE SOIT AU GRAND JE SUIS 
28-  NOUS VIVRONS DANS LA GLOIRE 
29-  DE L’AGNEAU DE DIEU 
</a:t>
            </a:r>
            <a:endParaRPr lang="fr-FR" dirty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27-  LOUANGE SOIT AU GRAND JE SUIS 
28-  NOUS VIVRONS DANS LA GLOIRE 
29-  DE L’AGNEAU DE DIEU 
</a:t>
            </a:r>
            <a:endParaRPr lang="fr-F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27-  LOUANGE SOIT AU GRAND JE SUIS 
28-  NOUS VIVRONS DANS LA GLOIRE 
29-  DE L’AGNEAU DE DIEU 
</a:t>
            </a:r>
            <a:endParaRPr lang="fr-FR" dirty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27-  LOUANGE SOIT AU GRAND JE SUIS 
28-  NOUS VIVRONS DANS LA GLOIRE 
29-  DE L’AGNEAU DE DIEU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65026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27-  LOUANGE SOIT AU GRAND JE SUIS 
28-  NOUS VIVRONS DANS LA GLOIRE 
29-  DE L’AGNEAU DE DIEU 
</a:t>
            </a:r>
            <a:endParaRPr lang="fr-FR" dirty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27-  LOUANGE SOIT AU GRAND JE SUIS 
28-  NOUS VIVRONS DANS LA GLOIRE 
29-  DE L’AGNEAU DE DIEU 
</a:t>
            </a:r>
            <a:endParaRPr lang="fr-F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27-  LOUANGE SOIT AU GRAND JE SUIS 
28-  NOUS VIVRONS DANS LA GLOIRE 
29-  DE L’AGNEAU DE DIEU 
</a:t>
            </a:r>
            <a:endParaRPr lang="fr-FR" dirty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27-  LOUANGE SOIT AU GRAND JE SUIS 
28-  NOUS VIVRONS DANS LA GLOIRE 
29-  DE L’AGNEAU DE DIEU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76493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27-  LOUANGE SOIT AU GRAND JE SUIS 
28-  NOUS VIVRONS DANS LA GLOIRE 
29-  DE L’AGNEAU DE DIEU 
</a:t>
            </a:r>
            <a:endParaRPr lang="fr-FR" dirty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27-  LOUANGE SOIT AU GRAND JE SUIS 
28-  NOUS VIVRONS DANS LA GLOIRE 
29-  DE L’AGNEAU DE DIEU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09530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27-  LOUANGE SOIT AU GRAND JE SUIS 
28-  NOUS VIVRONS DANS LA GLOIRE 
29-  DE L’AGNEAU DE DIEU 
</a:t>
            </a:r>
            <a:endParaRPr lang="fr-FR" dirty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27-  LOUANGE SOIT AU GRAND JE SUIS 
28-  NOUS VIVRONS DANS LA GLOIRE 
29-  DE L’AGNEAU DE DIEU 
</a:t>
            </a:r>
            <a:endParaRPr lang="fr-F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27-  LOUANGE SOIT AU GRAND JE SUIS 
28-  NOUS VIVRONS DANS LA GLOIRE 
29-  DE L’AGNEAU DE DIEU 
</a:t>
            </a:r>
            <a:endParaRPr lang="fr-FR" dirty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27-  LOUANGE SOIT AU GRAND JE SUIS 
28-  NOUS VIVRONS DANS LA GLOIRE 
29-  DE L’AGNEAU DE DIEU 
</a:t>
            </a:r>
            <a:endParaRPr lang="fr-F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27-  LOUANGE SOIT AU GRAND JE SUIS 
28-  NOUS VIVRONS DANS LA GLOIRE 
29-  DE L’AGNEAU DE DIEU 
</a:t>
            </a:r>
            <a:endParaRPr lang="fr-FR" dirty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: 
2-  LE CIEL ET LA TERRE PASSERONT</a:t>
            </a:r>
            <a:br>
              <a:rPr lang="fr-FR" smtClean="0"/>
            </a:br>
            <a:r>
              <a:rPr lang="fr-FR" smtClean="0"/>
              <a:t> 3-  CE N’EST PAS UN RÊVE AUJOURD'HUI 
4-  DIEU PEUT TOUT CHANGER 
5-  LE POIDS DE LA PEINE 
6-  S’EN EST ALLÉ 
7-  LE MAL EST VAINCU POUR L'ÉTERNITÉ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PLUS DE NUIT, DE DOULEURS 
	9-  PLUS DE LARMES 
	10-  IL N’Y AURA PLUS DE PLEURS 
	11-  LOUANGE SOIT AU GRAND JE SUIS 
	12-  NOUS VIVRONS DANS LA GLOIRE 
	13-  DE L’AGNEAU DE DIEU </a:t>
            </a:r>
          </a:p>
          <a:p>
            <a:r>
              <a:rPr lang="fr-FR" smtClean="0"/>
              <a:t>
14-  TOUTES LES NATIONS  
15-  SE PROSTERNERONT DEVANT LUI 
16-  IL N’Y A QU’UN BRUIT : 
17-  LES LOUANGES À JÉSUS LE CHRIST  
18-  LENTEMENT LES NOMS DU LIVRE 
19-  SERONT LUS 
20-  JE NE CRAINS RIEN  
21-  CAR LE ROI, LE ROI, ME CONNAÎT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22-  J’APERÇOIS, CETTE DEMEURE 
23-  PREPARÉE POUR MOI 
24-  OÙ JE VIVRAI 
25-  POUR L'ÉTERNITÉ AVEC LUI 
26-  IL N'Y AURA PLUS DE NUIT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27-  LOUANGE SOIT AU GRAND JE SUIS 
28-  NOUS VIVRONS DANS LA GLOIRE 
29-  DE L’AGNEAU DE DIEU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1383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AB7C3F-08FB-4E95-B567-66FFD5BA201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16891D-4BC5-43E5-ABA7-4869181F2A0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D705B0-2E2F-4F75-8BBE-C5CDB64BE72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A41B9A-CCD2-4178-B863-ABAFD05BFE7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130315-2A3F-41F2-A750-0C2CEC56944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BA7BEE-0A85-4526-806D-173A321EF97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81DB41-1267-4F02-9F88-E41F2157D20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CFBEB9-8B26-4BFF-8282-47437EA580B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7E80B8-816E-4448-98FC-E6B58E3A038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66DDF9-1D28-44D3-A50C-8405F688C4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23EB41-F365-4339-A611-71C09E00D00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C71A9309-4FAD-4880-89FA-29CAAF5B9BD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ÉCRIT 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CIEL ET LA TERRE PASSERONT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6130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N’EST PAS UN RÊVE, AUJOURD'HUI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PEUT TOUT CHANGER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92463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POIDS DE LA PEINE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S’EN EST ALLÉ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98958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MAL EST VAINCU POUR L'ÉTERNITÉ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DE NUIT, DE DOULEURS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DE LARMES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N’Y AURA PLUS DE PLEURS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74866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LOUANGE SOIT AU GRAND JE SUIS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VIVRONS DANS LA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L’AGNEAU DE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25060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TOUTES LES NATIONS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 PROSTERNERONT DEVANT LUI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13882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N’Y A QU’UN BRUIT 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LOUANGES À JÉSUS LE CHRIST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84604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LENTEMENT, LES NOMS DU LIVRE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SERONT LUS</a:t>
            </a:r>
          </a:p>
        </p:txBody>
      </p:sp>
    </p:spTree>
    <p:extLst>
      <p:ext uri="{BB962C8B-B14F-4D97-AF65-F5344CB8AC3E}">
        <p14:creationId xmlns:p14="http://schemas.microsoft.com/office/powerpoint/2010/main" val="277971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CRAINS RIEN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LE ROI, LE ROI, ME CONNAÎT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2244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J’APERÇOIS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CETTE DEMEURE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PRÉPARÉE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41789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JE VIVRAI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L'ÉTERNITÉ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LUI</a:t>
            </a:r>
          </a:p>
        </p:txBody>
      </p:sp>
    </p:spTree>
    <p:extLst>
      <p:ext uri="{BB962C8B-B14F-4D97-AF65-F5344CB8AC3E}">
        <p14:creationId xmlns:p14="http://schemas.microsoft.com/office/powerpoint/2010/main" val="308618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N'Y AURA PLUS DE NUIT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05668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LOUANGE SOIT AU GRAND JE SUIS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VIVRONS DANS LA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L’AGNEAU DE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93053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901</TotalTime>
  <Words>429</Words>
  <Application>Microsoft Office PowerPoint</Application>
  <PresentationFormat>Affichage à l'écran (4:3)</PresentationFormat>
  <Paragraphs>667</Paragraphs>
  <Slides>29</Slides>
  <Notes>29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2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91</cp:revision>
  <dcterms:created xsi:type="dcterms:W3CDTF">2002-08-17T10:50:50Z</dcterms:created>
  <dcterms:modified xsi:type="dcterms:W3CDTF">2021-04-11T07:22:29Z</dcterms:modified>
</cp:coreProperties>
</file>