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72" r:id="rId3"/>
    <p:sldId id="269" r:id="rId4"/>
    <p:sldId id="273" r:id="rId5"/>
    <p:sldId id="268" r:id="rId6"/>
    <p:sldId id="267" r:id="rId7"/>
    <p:sldId id="266" r:id="rId8"/>
    <p:sldId id="274" r:id="rId9"/>
    <p:sldId id="265" r:id="rId10"/>
    <p:sldId id="264" r:id="rId11"/>
    <p:sldId id="275" r:id="rId12"/>
    <p:sldId id="263" r:id="rId13"/>
    <p:sldId id="276" r:id="rId14"/>
    <p:sldId id="262" r:id="rId15"/>
    <p:sldId id="261" r:id="rId16"/>
    <p:sldId id="260" r:id="rId17"/>
    <p:sldId id="277" r:id="rId18"/>
    <p:sldId id="258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1930" autoAdjust="0"/>
  </p:normalViewPr>
  <p:slideViewPr>
    <p:cSldViewPr>
      <p:cViewPr varScale="1">
        <p:scale>
          <a:sx n="41" d="100"/>
          <a:sy n="41" d="100"/>
        </p:scale>
        <p:origin x="126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11/04/2021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856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50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193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484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88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847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501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96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072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609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240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0650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951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263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634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994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QUE TOUT MENSONGE FASSE SILENCE TOUTE DÉPRESSION VAINCUE 
2-  QUE TOUTE ŒUVRE DE TÉNÈBRES PLIE AUX PIEDS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QUE TOUT MALHEUR SOIT BRISÉ  TOUTE TEMPÊTE APAISÉE 
4-  QUE TOUT CE QUI VIENT CONTRE NOUS EN SON NOM SOIT LIÉ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RIEN NE POURRA T'ÉBRANLER  L’AMOUR N'ÉCHOUERA PAS 
11-  LA MORT TU AS REVERSÉ  RIEN NE NOUS ARRÊTERA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JE M'ATTACHE À TA PAROLE  TU ME DIS LIBRE EN TOI 
13-  TU M'AS DONNÉ CETTE PROMESSE  MA VICTOIRE EST EN TOI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17 -  ALLÉLLUIA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OUI C’EST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TOUT MENSONGE FASSE SILENCE TOUTE DÉPRESSION VAINCUE 
2-  QUE TOUTE ŒUVRE DE TÉNÈBRES PLIE AUX PIEDS DE JÉSUS </a:t>
            </a:r>
          </a:p>
          <a:p>
            <a:r>
              <a:rPr lang="fr-FR" smtClean="0"/>
              <a:t>
3-  QUE TOUT MALHEUR SOIT BRISÉ  TOUTE TEMPÊTE APAISÉE 
4-  QUE TOUT CE QUI VIENT CONTRE NOUS EN SON NOM SOIT LIÉ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MA PLUS GRANDE ARME  C’EST TA PRÉSENCE 
	6-  LA NUIT EST DISSIPÉE LES CHAÎNES SONT BRISÉES 
	7-  LES CIEUX RÉPONDENT À L'ADORATION 
	8-  LES MURS SONT RENVERSÉS QUAND J'INVOQUE TON NOM 
	9-  MA SEUL ARME C'EST TA PRÉSENCE  x2</a:t>
            </a:r>
          </a:p>
          <a:p>
            <a:r>
              <a:rPr lang="fr-FR" smtClean="0"/>
              <a:t>
10-  RIEN NE POURRA T'ÉBRANLER  L’AMOUR N'ÉCHOUERA PAS 
11-  LA MORT TU AS REVERSÉ  RIEN NE NOUS ARRÊTERA </a:t>
            </a:r>
          </a:p>
          <a:p>
            <a:r>
              <a:rPr lang="fr-FR" smtClean="0"/>
              <a:t>
12-  JE M'ATTACHE À TA PAROLE  TU ME DIS LIBRE EN TOI 
13-  TU M'AS DONNÉ CETTE PROMESSE  MA VICTOIRE EST EN TOI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14-  TA PAROLE, UNE MÉLODIE C'EST TOUT CE QUI ME SUFFIT 
15-  TU AS VAINCU MES ENNEMIS  CETTE PRISON VA TREMBLER 
16-  ET TOUS CES MURS VONT TOMBER TA PRÉSENCE M’A RENDU LIBRE </a:t>
            </a:r>
          </a:p>
          <a:p>
            <a:r>
              <a:rPr lang="fr-FR" smtClean="0"/>
              <a:t>17 -  ALLÉLLUIA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OUI C’EST TA PRÉSENCE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54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 MENSONGE FASSE SILENCE TOUTE DÉPRESSION VAINCUE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TOUTE ŒUVRE DE TÉNÈBRES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PLIE AUX PIEDS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4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 MALHEUR SOIT BRISÉ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TEMPÊTE APAISÉE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85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 CE QUI VIENT CONTRE NOUS EN SON NOM SOIT LIÉ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5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PLUS GRANDE ARME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81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NUIT EST DISSIPÉE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CHAÎNES SONT BRISÉES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15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CIEUX RÉPONDENT À L'ADORATION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5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MURS SONT RENVERSÉS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J'INVOQUE TON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47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SEULE ARME, C'EST TA PRÉSENCE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6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T'ÉBRANLER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L’AMOUR N'ÉCHOUERA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2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MORT IL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RENVERSÉE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RIEN NE NOUS ARRÊTERA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37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M'ATTACHE À TA PAROLE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ME DIS LIBRE EN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92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M'AS DONNÉ CETTE PROMESSE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VICTOIRE EST EN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00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PAROLE, UNE MÉLODIE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TOUT CE QUI ME SUFFIT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2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VAINCU MES ENNEMIS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PRISON VA TREMBLER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5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TOUS CES MURS VONT TOMBER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PRÉSENCE ME REND LIBRE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75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ALLÉLLUIA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61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6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472</Words>
  <Application>Microsoft Office PowerPoint</Application>
  <PresentationFormat>Affichage à l'écran (4:3)</PresentationFormat>
  <Paragraphs>534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91</cp:revision>
  <dcterms:created xsi:type="dcterms:W3CDTF">2002-08-17T13:12:10Z</dcterms:created>
  <dcterms:modified xsi:type="dcterms:W3CDTF">2021-04-11T06:44:31Z</dcterms:modified>
</cp:coreProperties>
</file>