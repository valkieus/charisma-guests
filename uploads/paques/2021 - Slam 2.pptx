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4000" autoAdjust="0"/>
  </p:normalViewPr>
  <p:slideViewPr>
    <p:cSldViewPr>
      <p:cViewPr varScale="1">
        <p:scale>
          <a:sx n="33" d="100"/>
          <a:sy n="33" d="100"/>
        </p:scale>
        <p:origin x="150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686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4734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054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809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000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462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810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117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pPr>
              <a:defRPr/>
            </a:pPr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TELLEMENT BON  ET MISÉRICORDIEUX… 
2-  PLUTÔT QUE DE REGARDER 
3-  IL NOUS A TANT AIMÉS  QU’IL A ENVOYÉ SON FILS BIEN-AIMÉ 
4-  L’EMPREINTE DE SA PERSONNE DANS L’UNIQUE BUT DE NOUS SAUVER </a:t>
            </a:r>
          </a:p>
          <a:p>
            <a:r>
              <a:rPr lang="fr-FR" smtClean="0"/>
              <a:t>
5-  C'EST PAR AMOUR QU'IL A RÉSISTÉ SANS CÉDER À LA SOUFFRANCE 
6-  JUSQU’AU BOUT, IL A TENU CAR DE SON PÈRE LUI VENAIT LA FORCE 
7-  IL EST ALLÉ JUSQU’À MOURIR 
8-  AFIN QUE QUICONQUE CROIT EN LUI  NE PÉRISSE POINT… 
9-  MAIS AIT LA VIE, LA VIE QUI NE SE SOUCIE POINT DU LENDEMAIN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944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TELLEMENT BON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MISÉRICORDIEUX…</a:t>
            </a:r>
          </a:p>
        </p:txBody>
      </p:sp>
    </p:spTree>
    <p:extLst>
      <p:ext uri="{BB962C8B-B14F-4D97-AF65-F5344CB8AC3E}">
        <p14:creationId xmlns:p14="http://schemas.microsoft.com/office/powerpoint/2010/main" val="73135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PLUTÔT QUE DE REGARDER</a:t>
            </a:r>
          </a:p>
        </p:txBody>
      </p:sp>
    </p:spTree>
    <p:extLst>
      <p:ext uri="{BB962C8B-B14F-4D97-AF65-F5344CB8AC3E}">
        <p14:creationId xmlns:p14="http://schemas.microsoft.com/office/powerpoint/2010/main" val="220231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NOUS A TANT AIMÉS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A ENVOYÉ SON FILS BIEN-AIMÉ</a:t>
            </a:r>
          </a:p>
        </p:txBody>
      </p:sp>
    </p:spTree>
    <p:extLst>
      <p:ext uri="{BB962C8B-B14F-4D97-AF65-F5344CB8AC3E}">
        <p14:creationId xmlns:p14="http://schemas.microsoft.com/office/powerpoint/2010/main" val="417332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L’EMPREINTE DE SA PERSONNE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L’UNIQUE BUT DE NOUS SAUVER</a:t>
            </a:r>
          </a:p>
        </p:txBody>
      </p:sp>
    </p:spTree>
    <p:extLst>
      <p:ext uri="{BB962C8B-B14F-4D97-AF65-F5344CB8AC3E}">
        <p14:creationId xmlns:p14="http://schemas.microsoft.com/office/powerpoint/2010/main" val="366123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PAR AMOUR QU'IL A RÉSISTÉ SANS CÉDER À LA SOUFFRANCE</a:t>
            </a:r>
          </a:p>
        </p:txBody>
      </p:sp>
    </p:spTree>
    <p:extLst>
      <p:ext uri="{BB962C8B-B14F-4D97-AF65-F5344CB8AC3E}">
        <p14:creationId xmlns:p14="http://schemas.microsoft.com/office/powerpoint/2010/main" val="302431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JUSQU’AU BOUT, IL A TENU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DE SON PÈRE LUI VENAIT LA FORCE</a:t>
            </a:r>
          </a:p>
        </p:txBody>
      </p:sp>
    </p:spTree>
    <p:extLst>
      <p:ext uri="{BB962C8B-B14F-4D97-AF65-F5344CB8AC3E}">
        <p14:creationId xmlns:p14="http://schemas.microsoft.com/office/powerpoint/2010/main" val="268711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ALLÉ JUSQU’À MOURIR</a:t>
            </a:r>
          </a:p>
        </p:txBody>
      </p:sp>
    </p:spTree>
    <p:extLst>
      <p:ext uri="{BB962C8B-B14F-4D97-AF65-F5344CB8AC3E}">
        <p14:creationId xmlns:p14="http://schemas.microsoft.com/office/powerpoint/2010/main" val="84515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AFIN QUE QUICONQUE CROIT EN LUI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PÉRISSE POINT…</a:t>
            </a:r>
          </a:p>
        </p:txBody>
      </p:sp>
    </p:spTree>
    <p:extLst>
      <p:ext uri="{BB962C8B-B14F-4D97-AF65-F5344CB8AC3E}">
        <p14:creationId xmlns:p14="http://schemas.microsoft.com/office/powerpoint/2010/main" val="153348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AIT LA VIE, LA VIE QUI NE SE SOUCIE POINT DU LENDEMAIN</a:t>
            </a:r>
          </a:p>
        </p:txBody>
      </p:sp>
    </p:spTree>
    <p:extLst>
      <p:ext uri="{BB962C8B-B14F-4D97-AF65-F5344CB8AC3E}">
        <p14:creationId xmlns:p14="http://schemas.microsoft.com/office/powerpoint/2010/main" val="188040015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230</Words>
  <Application>Microsoft Office PowerPoint</Application>
  <PresentationFormat>Affichage à l'écran (4:3)</PresentationFormat>
  <Paragraphs>50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2002-08-17T13:12:10Z</dcterms:created>
  <dcterms:modified xsi:type="dcterms:W3CDTF">2021-04-04T07:00:06Z</dcterms:modified>
</cp:coreProperties>
</file>