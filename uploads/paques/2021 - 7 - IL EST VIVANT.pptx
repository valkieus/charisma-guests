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50874" autoAdjust="0"/>
  </p:normalViewPr>
  <p:slideViewPr>
    <p:cSldViewPr>
      <p:cViewPr varScale="1">
        <p:scale>
          <a:sx n="50" d="100"/>
          <a:sy n="50" d="100"/>
        </p:scale>
        <p:origin x="99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356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4332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854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639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765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951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669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666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0170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268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10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6539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898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881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254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51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754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399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7746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911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105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739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66422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651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5528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36060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814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2292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3339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5347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0409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4594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0396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dirty="0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dirty="0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dirty="0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dirty="0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dirty="0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dirty="0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dirty="0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dirty="0" smtClean="0"/>
              <a:t>
32-  IL ME RELEVA SUR MES PIEDS </a:t>
            </a:r>
          </a:p>
          <a:p>
            <a:pPr>
              <a:defRPr/>
            </a:pPr>
            <a:r>
              <a:rPr lang="fr-FR" dirty="0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dirty="0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9023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3526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72333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defRPr/>
            </a:pPr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pPr>
              <a:defRPr/>
            </a:pPr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pPr>
              <a:defRPr/>
            </a:pPr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pPr>
              <a:defRPr/>
            </a:pPr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pPr>
              <a:defRPr/>
            </a:pPr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pPr>
              <a:defRPr/>
            </a:pPr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pPr>
              <a:defRPr/>
            </a:pPr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pPr>
              <a:defRPr/>
            </a:pPr>
            <a:r>
              <a:rPr lang="fr-FR" smtClean="0"/>
              <a:t>
32-  IL ME RELEVA SUR MES PIEDS </a:t>
            </a:r>
          </a:p>
          <a:p>
            <a:pPr>
              <a:defRPr/>
            </a:pPr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pPr>
              <a:defRPr/>
            </a:pPr>
            <a:r>
              <a:rPr lang="fr-FR" smtClean="0"/>
              <a:t>
	37-  IL EST VIVANT, IL EST VIVANT 
	38- TOUS MES PÉCHÉS SONT PARDONNÉS LES CIEUX SONT OUVERTS POUR MOI     X2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PORTES ÉTAIENT FERMÉES TOUTES LES FENÊTRES VERROUILLÉES 
2-  JE N’AI PU FERMER L’ŒIL DE LA NUIT  ME LEVANT À CHAQUE BRUIT 
3-  A MOITIÉ REMPLIS D'ESPOIR  ET À MOITIÉ APEURÉ 
4-  QUE LES GARDES  VIENNENT NOUS CHERCHER 
5-  POUR TOUS NOUS VIOLENTER </a:t>
            </a:r>
          </a:p>
          <a:p>
            <a:r>
              <a:rPr lang="fr-FR" smtClean="0"/>
              <a:t>
6-  ET JUSTE AU LEVÉ DU JOUR J’ENTENDIS COMME UN FRACAS 
7-  LA PORTE SE MIS À TREMBLER  ET UNE VOIX M'APPELA 
8-  JE COURU À LA FENÊTRE ET VERS LA RUE JE REGARDAI 
9-  M'ATTENDANT À VOIR DES ÉPÉES  ET UNE TROUPE DE SOLDATS </a:t>
            </a:r>
          </a:p>
          <a:p>
            <a:r>
              <a:rPr lang="fr-FR" smtClean="0"/>
              <a:t>
10-  MAIS IL N’Y AVAIT QUE MARIE  ALORS JE LA LAISSAI ENTRER 
11-  JEAN SE TENAIT PRÈS DE MOI  ET NOUS L’AVONS ÉCOUTÉ 
12-  NOUS DIRE QU’IL AVAIT DISPARU ET QUE PERSONNE N’AVAIT RIEN VU 
13-  OH LA PIERRE À ÉTÉ ROULÉ  ET SON CORPS N'Y EST PLUS </a:t>
            </a:r>
          </a:p>
          <a:p>
            <a:r>
              <a:rPr lang="fr-FR" smtClean="0"/>
              <a:t>
14-  NOUS AVONS COURU VERS LE JARDIN JEAN COURAIT DEVANT MOI 
15-  NOUS AVONS TROUVÉ LA PIERRE  ET LA TOMBE VIDE 
16-  TEL QUE MARIE L’AVAIT DIT ET CE DRAP BLANC QUI L'ENVELOPPAIT 
17-  N'ÉTAIT PLUS QU'UNE COQUILLE VIDE  OÙ ET COMMENT ILS L'ONT EMMENÉ ?  
18-  TOUT CELA ME DÉPASSAIT </a:t>
            </a:r>
          </a:p>
          <a:p>
            <a:r>
              <a:rPr lang="fr-FR" smtClean="0"/>
              <a:t>
19-  QUELQUE CHOSE D'ÉTRANGE S'EST PASSÉ MAIS QUOI JE NE SAVAIS PAS 
20-  JEAN CROYAIT AU MIRACLE  MAIS MOI JE N'Y CROYAIS PAS 
21-  CES FABLES ET SPÉCULATIONS  NE NOUS ÉCLAIRERAIENT PAS 
22-  CAR JE LES AI VU LE CRUCIFIER JE L’AI VU MORT SUR CETTE CROIX </a:t>
            </a:r>
          </a:p>
          <a:p>
            <a:r>
              <a:rPr lang="fr-FR" smtClean="0"/>
              <a:t>
23-  DE RETOUR À NOUVEAU CHEZ MOI L'ANGOISSE ME PRIS AU CORPS 
24-  CE QUE JE LUI AVAIS PROMIS ME FIT HONTE ET PLUS ENCORE 
25-  CAR COMME IL L’AVAIT ANNONCÉ  TROIS FOIS JE L’AI RENIÉ 
26-  ALORS MÊME S'IL ÉTAIT VIVANT PLUS RIEN NE SERAIT COMME AVANT </a:t>
            </a:r>
          </a:p>
          <a:p>
            <a:r>
              <a:rPr lang="fr-FR" smtClean="0"/>
              <a:t>
27-  PUIS L’AIR SE REMPLI SOUDAIN  D'UN ÉTRANGE ET DOUX PARFUM 
28-  UNE LUMIÈRE REMPLIE L’ENDROIT 
29-  CHASSANT  TOUTES CES OMBRES NOIRES 
30-  ET JÉSUS SE TENAIT LÀ LES BRAS GRANDS OUVERTS VERS MOI 
31-  ET JE TOMBAI DEVANT LUI AVEC DES PLEURS ET DES CRIS  </a:t>
            </a:r>
          </a:p>
          <a:p>
            <a:r>
              <a:rPr lang="fr-FR" smtClean="0"/>
              <a:t>
32-  IL ME RELEVA SUR MES PIEDS </a:t>
            </a:r>
          </a:p>
          <a:p>
            <a:r>
              <a:rPr lang="fr-FR" smtClean="0"/>
              <a:t>
33-  ME REGARDANT DANS LES YEUX  SON AMOUR RESPLENDISSAIT 
34-  COMME LE SOLEIL DANS LES CIEUX  ET TOUTE LA CULPABILITÉ 
35-  DE MON CŒUR S’EST ENVOLÉE ET TOUTE LA PEINE QUE J’ÉPROUVAIS 
36-  A LAISSÉ PLACE À LA PAIX  </a:t>
            </a:r>
          </a:p>
          <a:p>
            <a:r>
              <a:rPr lang="fr-FR" smtClean="0"/>
              <a:t>
	37-  IL EST VIVANT, IL EST VIVANT 
	38- TOUS MES PÉCHÉS SONT PARDONNÉS LES CIEUX SONT OUVERTS POUR MOI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95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PORTES ÉTAIENT FERMÉES TOUTES LES FENÊTRES VERROUILLÉES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N’AI PU FERMER L’ŒIL DE LA NUIT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LEVANT À CHAQUE BRUIT</a:t>
            </a:r>
          </a:p>
        </p:txBody>
      </p:sp>
    </p:spTree>
    <p:extLst>
      <p:ext uri="{BB962C8B-B14F-4D97-AF65-F5344CB8AC3E}">
        <p14:creationId xmlns:p14="http://schemas.microsoft.com/office/powerpoint/2010/main" val="3372775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MOITIÉ REMPLI D'ESPOIR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ET À MOITIÉ APEURÉ</a:t>
            </a:r>
          </a:p>
        </p:txBody>
      </p:sp>
    </p:spTree>
    <p:extLst>
      <p:ext uri="{BB962C8B-B14F-4D97-AF65-F5344CB8AC3E}">
        <p14:creationId xmlns:p14="http://schemas.microsoft.com/office/powerpoint/2010/main" val="2472114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GARDES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VIENNENT NOUS CHERCHER</a:t>
            </a:r>
          </a:p>
        </p:txBody>
      </p:sp>
    </p:spTree>
    <p:extLst>
      <p:ext uri="{BB962C8B-B14F-4D97-AF65-F5344CB8AC3E}">
        <p14:creationId xmlns:p14="http://schemas.microsoft.com/office/powerpoint/2010/main" val="4217418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TOUS NOUS VIOLENTER</a:t>
            </a:r>
          </a:p>
        </p:txBody>
      </p:sp>
    </p:spTree>
    <p:extLst>
      <p:ext uri="{BB962C8B-B14F-4D97-AF65-F5344CB8AC3E}">
        <p14:creationId xmlns:p14="http://schemas.microsoft.com/office/powerpoint/2010/main" val="58675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JUSTE AU LEVER DU JOUR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J’ENTENDIS COMME UN FRACAS</a:t>
            </a:r>
          </a:p>
        </p:txBody>
      </p:sp>
    </p:spTree>
    <p:extLst>
      <p:ext uri="{BB962C8B-B14F-4D97-AF65-F5344CB8AC3E}">
        <p14:creationId xmlns:p14="http://schemas.microsoft.com/office/powerpoint/2010/main" val="889196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PORTE SE MIT À TREMBLER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UNE VOIX M'APPELA</a:t>
            </a:r>
          </a:p>
        </p:txBody>
      </p:sp>
    </p:spTree>
    <p:extLst>
      <p:ext uri="{BB962C8B-B14F-4D97-AF65-F5344CB8AC3E}">
        <p14:creationId xmlns:p14="http://schemas.microsoft.com/office/powerpoint/2010/main" val="80412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COURUS À LA FENÊTRE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VERS LA RUE JE REGARDAI</a:t>
            </a:r>
          </a:p>
        </p:txBody>
      </p:sp>
    </p:spTree>
    <p:extLst>
      <p:ext uri="{BB962C8B-B14F-4D97-AF65-F5344CB8AC3E}">
        <p14:creationId xmlns:p14="http://schemas.microsoft.com/office/powerpoint/2010/main" val="17570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M'ATTENDANT À VOIR DES ÉPÉES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UNE TROUPE DE SOLDATS</a:t>
            </a:r>
          </a:p>
        </p:txBody>
      </p:sp>
    </p:spTree>
    <p:extLst>
      <p:ext uri="{BB962C8B-B14F-4D97-AF65-F5344CB8AC3E}">
        <p14:creationId xmlns:p14="http://schemas.microsoft.com/office/powerpoint/2010/main" val="12973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IL N’Y AVAIT QUE MARIE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ALORS JE LA LAISSAI ENTRER</a:t>
            </a:r>
          </a:p>
        </p:txBody>
      </p:sp>
    </p:spTree>
    <p:extLst>
      <p:ext uri="{BB962C8B-B14F-4D97-AF65-F5344CB8AC3E}">
        <p14:creationId xmlns:p14="http://schemas.microsoft.com/office/powerpoint/2010/main" val="242330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JEAN SE TENAIT PRÈS DE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ET NOUS L’AVONS ÉCOUTÉE</a:t>
            </a:r>
          </a:p>
        </p:txBody>
      </p:sp>
    </p:spTree>
    <p:extLst>
      <p:ext uri="{BB962C8B-B14F-4D97-AF65-F5344CB8AC3E}">
        <p14:creationId xmlns:p14="http://schemas.microsoft.com/office/powerpoint/2010/main" val="3930498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DIRE QU’IL AVAIT DISPARU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QUE PERSONNE N’AVAIT RIEN VU</a:t>
            </a:r>
          </a:p>
        </p:txBody>
      </p:sp>
    </p:spTree>
    <p:extLst>
      <p:ext uri="{BB962C8B-B14F-4D97-AF65-F5344CB8AC3E}">
        <p14:creationId xmlns:p14="http://schemas.microsoft.com/office/powerpoint/2010/main" val="3799917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OH, LA PIERRE A ÉTÉ ROULÉE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SON CORPS N'Y EST PLUS</a:t>
            </a:r>
          </a:p>
        </p:txBody>
      </p:sp>
    </p:spTree>
    <p:extLst>
      <p:ext uri="{BB962C8B-B14F-4D97-AF65-F5344CB8AC3E}">
        <p14:creationId xmlns:p14="http://schemas.microsoft.com/office/powerpoint/2010/main" val="381728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AVONS COURU VERS LE JARDIN JEAN COURAIT DEVANT MOI</a:t>
            </a:r>
          </a:p>
        </p:txBody>
      </p:sp>
    </p:spTree>
    <p:extLst>
      <p:ext uri="{BB962C8B-B14F-4D97-AF65-F5344CB8AC3E}">
        <p14:creationId xmlns:p14="http://schemas.microsoft.com/office/powerpoint/2010/main" val="4046691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AVONS TROUVÉ LA PIERRE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LA TOMBE VIDE</a:t>
            </a:r>
          </a:p>
        </p:txBody>
      </p:sp>
    </p:spTree>
    <p:extLst>
      <p:ext uri="{BB962C8B-B14F-4D97-AF65-F5344CB8AC3E}">
        <p14:creationId xmlns:p14="http://schemas.microsoft.com/office/powerpoint/2010/main" val="541839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TELLES QUE MARIE L’AVAIT DIT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CE DRAP BLANC QUI L'ENVELOPPAIT</a:t>
            </a:r>
          </a:p>
        </p:txBody>
      </p:sp>
    </p:spTree>
    <p:extLst>
      <p:ext uri="{BB962C8B-B14F-4D97-AF65-F5344CB8AC3E}">
        <p14:creationId xmlns:p14="http://schemas.microsoft.com/office/powerpoint/2010/main" val="2694393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N'ÉTAIT PLUS QU'UNE COQUILLE VIDE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OÙ ET COMMENT ILS L'ONT EMMENÉ ? </a:t>
            </a:r>
          </a:p>
        </p:txBody>
      </p:sp>
    </p:spTree>
    <p:extLst>
      <p:ext uri="{BB962C8B-B14F-4D97-AF65-F5344CB8AC3E}">
        <p14:creationId xmlns:p14="http://schemas.microsoft.com/office/powerpoint/2010/main" val="1329329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CELA ME DÉPASSAIT</a:t>
            </a:r>
          </a:p>
        </p:txBody>
      </p:sp>
    </p:spTree>
    <p:extLst>
      <p:ext uri="{BB962C8B-B14F-4D97-AF65-F5344CB8AC3E}">
        <p14:creationId xmlns:p14="http://schemas.microsoft.com/office/powerpoint/2010/main" val="2984514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QUELQUE CHOSE D'ÉTRANGE S'EST PASSÉ MAIS QUOI, JE NE SAVAIS PAS</a:t>
            </a:r>
          </a:p>
        </p:txBody>
      </p:sp>
    </p:spTree>
    <p:extLst>
      <p:ext uri="{BB962C8B-B14F-4D97-AF65-F5344CB8AC3E}">
        <p14:creationId xmlns:p14="http://schemas.microsoft.com/office/powerpoint/2010/main" val="146168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JEAN CROYAIT AU MIRACLE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MOI JE N'Y CROYAIS PAS</a:t>
            </a:r>
          </a:p>
        </p:txBody>
      </p:sp>
    </p:spTree>
    <p:extLst>
      <p:ext uri="{BB962C8B-B14F-4D97-AF65-F5344CB8AC3E}">
        <p14:creationId xmlns:p14="http://schemas.microsoft.com/office/powerpoint/2010/main" val="71621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 FABLES ET SPÉCULATIONS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NE NOUS ÉCLAIRERAIENT PAS</a:t>
            </a:r>
          </a:p>
        </p:txBody>
      </p:sp>
    </p:spTree>
    <p:extLst>
      <p:ext uri="{BB962C8B-B14F-4D97-AF65-F5344CB8AC3E}">
        <p14:creationId xmlns:p14="http://schemas.microsoft.com/office/powerpoint/2010/main" val="644975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JE LES AI VUS LE CRUCIFIER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L’AI VU MORT SUR CETTE CROIX</a:t>
            </a:r>
          </a:p>
        </p:txBody>
      </p:sp>
    </p:spTree>
    <p:extLst>
      <p:ext uri="{BB962C8B-B14F-4D97-AF65-F5344CB8AC3E}">
        <p14:creationId xmlns:p14="http://schemas.microsoft.com/office/powerpoint/2010/main" val="170105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RETOUR À NOUVEAU CHEZ MOI L'ANGOISSE ME PRIT AU CORPS</a:t>
            </a:r>
          </a:p>
        </p:txBody>
      </p:sp>
    </p:spTree>
    <p:extLst>
      <p:ext uri="{BB962C8B-B14F-4D97-AF65-F5344CB8AC3E}">
        <p14:creationId xmlns:p14="http://schemas.microsoft.com/office/powerpoint/2010/main" val="2548314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 QUE JE LUI AVAIS PROMIS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FIT HONTE ET PLUS ENCORE</a:t>
            </a:r>
          </a:p>
        </p:txBody>
      </p:sp>
    </p:spTree>
    <p:extLst>
      <p:ext uri="{BB962C8B-B14F-4D97-AF65-F5344CB8AC3E}">
        <p14:creationId xmlns:p14="http://schemas.microsoft.com/office/powerpoint/2010/main" val="2843351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COMME IL L’AVAIT ANNONCÉ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TROIS FOIS JE L’AI RENIÉ</a:t>
            </a:r>
          </a:p>
        </p:txBody>
      </p:sp>
    </p:spTree>
    <p:extLst>
      <p:ext uri="{BB962C8B-B14F-4D97-AF65-F5344CB8AC3E}">
        <p14:creationId xmlns:p14="http://schemas.microsoft.com/office/powerpoint/2010/main" val="2084134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ALORS, MÊME S'IL ÉTAIT VIVANT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RIEN NE SERAIT COMME AVANT</a:t>
            </a:r>
          </a:p>
        </p:txBody>
      </p:sp>
    </p:spTree>
    <p:extLst>
      <p:ext uri="{BB962C8B-B14F-4D97-AF65-F5344CB8AC3E}">
        <p14:creationId xmlns:p14="http://schemas.microsoft.com/office/powerpoint/2010/main" val="3183825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PUIS L’AIR SE REMPLIT SOUDAIN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D'UN ÉTRANGE ET DOUX PARFUM</a:t>
            </a:r>
          </a:p>
        </p:txBody>
      </p:sp>
    </p:spTree>
    <p:extLst>
      <p:ext uri="{BB962C8B-B14F-4D97-AF65-F5344CB8AC3E}">
        <p14:creationId xmlns:p14="http://schemas.microsoft.com/office/powerpoint/2010/main" val="1481929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LUMIÈRE REMPLIT L’ENDROIT</a:t>
            </a:r>
          </a:p>
        </p:txBody>
      </p:sp>
    </p:spTree>
    <p:extLst>
      <p:ext uri="{BB962C8B-B14F-4D97-AF65-F5344CB8AC3E}">
        <p14:creationId xmlns:p14="http://schemas.microsoft.com/office/powerpoint/2010/main" val="13612679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CHASSANT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TOUTES CES OMBRES NOIRES</a:t>
            </a:r>
          </a:p>
        </p:txBody>
      </p:sp>
    </p:spTree>
    <p:extLst>
      <p:ext uri="{BB962C8B-B14F-4D97-AF65-F5344CB8AC3E}">
        <p14:creationId xmlns:p14="http://schemas.microsoft.com/office/powerpoint/2010/main" val="4096879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JÉSUS SE TENAIT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BRAS GRANDS OUVERTS VERS MOI</a:t>
            </a:r>
          </a:p>
        </p:txBody>
      </p:sp>
    </p:spTree>
    <p:extLst>
      <p:ext uri="{BB962C8B-B14F-4D97-AF65-F5344CB8AC3E}">
        <p14:creationId xmlns:p14="http://schemas.microsoft.com/office/powerpoint/2010/main" val="4054383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JE TOMBAI DEVANT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AVEC DES PLEURS ET DES CRIS </a:t>
            </a:r>
          </a:p>
        </p:txBody>
      </p:sp>
    </p:spTree>
    <p:extLst>
      <p:ext uri="{BB962C8B-B14F-4D97-AF65-F5344CB8AC3E}">
        <p14:creationId xmlns:p14="http://schemas.microsoft.com/office/powerpoint/2010/main" val="2211840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ME RELEVA SUR MES PIEDS</a:t>
            </a:r>
          </a:p>
        </p:txBody>
      </p:sp>
    </p:spTree>
    <p:extLst>
      <p:ext uri="{BB962C8B-B14F-4D97-AF65-F5344CB8AC3E}">
        <p14:creationId xmlns:p14="http://schemas.microsoft.com/office/powerpoint/2010/main" val="101922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 REGARDANT DANS LES YEUX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AMOUR RESPLENDISSAIT</a:t>
            </a:r>
          </a:p>
        </p:txBody>
      </p:sp>
    </p:spTree>
    <p:extLst>
      <p:ext uri="{BB962C8B-B14F-4D97-AF65-F5344CB8AC3E}">
        <p14:creationId xmlns:p14="http://schemas.microsoft.com/office/powerpoint/2010/main" val="1516014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COMME LE SOLEIL DANS LES CIEUX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TOUTE LA CULPABILITÉ</a:t>
            </a:r>
          </a:p>
        </p:txBody>
      </p:sp>
    </p:spTree>
    <p:extLst>
      <p:ext uri="{BB962C8B-B14F-4D97-AF65-F5344CB8AC3E}">
        <p14:creationId xmlns:p14="http://schemas.microsoft.com/office/powerpoint/2010/main" val="1733853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MON CŒUR S’EST ENVOLÉE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TOUTE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PEINE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J’ÉPROUVAIS</a:t>
            </a:r>
          </a:p>
        </p:txBody>
      </p:sp>
    </p:spTree>
    <p:extLst>
      <p:ext uri="{BB962C8B-B14F-4D97-AF65-F5344CB8AC3E}">
        <p14:creationId xmlns:p14="http://schemas.microsoft.com/office/powerpoint/2010/main" val="1261458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 LAISSÉ PLACE À LA PAIX </a:t>
            </a:r>
          </a:p>
        </p:txBody>
      </p:sp>
    </p:spTree>
    <p:extLst>
      <p:ext uri="{BB962C8B-B14F-4D97-AF65-F5344CB8AC3E}">
        <p14:creationId xmlns:p14="http://schemas.microsoft.com/office/powerpoint/2010/main" val="3142035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VIVANT, IL EST VIVANT</a:t>
            </a:r>
          </a:p>
        </p:txBody>
      </p:sp>
    </p:spTree>
    <p:extLst>
      <p:ext uri="{BB962C8B-B14F-4D97-AF65-F5344CB8AC3E}">
        <p14:creationId xmlns:p14="http://schemas.microsoft.com/office/powerpoint/2010/main" val="1146802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TOUS MES PÉCHÉS SONT PARDONNÉS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CIEUX SONT OUVERTS POUR MOI</a:t>
            </a:r>
          </a:p>
        </p:txBody>
      </p:sp>
    </p:spTree>
    <p:extLst>
      <p:ext uri="{BB962C8B-B14F-4D97-AF65-F5344CB8AC3E}">
        <p14:creationId xmlns:p14="http://schemas.microsoft.com/office/powerpoint/2010/main" val="300052506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1047</Words>
  <Application>Microsoft Office PowerPoint</Application>
  <PresentationFormat>Affichage à l'écran (4:3)</PresentationFormat>
  <Paragraphs>826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91</cp:revision>
  <dcterms:created xsi:type="dcterms:W3CDTF">2002-08-17T13:12:10Z</dcterms:created>
  <dcterms:modified xsi:type="dcterms:W3CDTF">2021-04-04T06:40:32Z</dcterms:modified>
</cp:coreProperties>
</file>