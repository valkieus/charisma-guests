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350" r:id="rId2"/>
    <p:sldId id="349" r:id="rId3"/>
    <p:sldId id="351" r:id="rId4"/>
    <p:sldId id="352" r:id="rId5"/>
    <p:sldId id="353" r:id="rId6"/>
    <p:sldId id="354" r:id="rId7"/>
    <p:sldId id="355" r:id="rId8"/>
    <p:sldId id="356" r:id="rId9"/>
    <p:sldId id="357" r:id="rId10"/>
    <p:sldId id="358" r:id="rId11"/>
    <p:sldId id="359" r:id="rId12"/>
    <p:sldId id="360" r:id="rId13"/>
    <p:sldId id="361" r:id="rId14"/>
    <p:sldId id="362" r:id="rId15"/>
    <p:sldId id="363" r:id="rId16"/>
    <p:sldId id="364" r:id="rId17"/>
    <p:sldId id="365" r:id="rId18"/>
    <p:sldId id="370" r:id="rId19"/>
    <p:sldId id="374" r:id="rId20"/>
    <p:sldId id="375" r:id="rId21"/>
    <p:sldId id="373" r:id="rId2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27" autoAdjust="0"/>
    <p:restoredTop sz="36942" autoAdjust="0"/>
  </p:normalViewPr>
  <p:slideViewPr>
    <p:cSldViewPr>
      <p:cViewPr varScale="1">
        <p:scale>
          <a:sx n="36" d="100"/>
          <a:sy n="36" d="100"/>
        </p:scale>
        <p:origin x="1590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C0ACBFFB-EEFF-4E11-BC80-2ED233D85409}" type="datetimeFigureOut">
              <a:rPr lang="fr-FR"/>
              <a:pPr>
                <a:defRPr/>
              </a:pPr>
              <a:t>04/04/2021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7A729496-1C13-42AF-B2CA-7138B87AC5D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18-  JE LE SAIS, MON RÉDEMPTEUR VIT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19 - LA CRÉATION EN TÉMOIGNE SA VIE EN MOI PROCLAME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21-  JE LE SAIS, MON RÉDEMPTEUR VIT, IL VIT, IL VIT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>
              <a:defRPr/>
            </a:pPr>
            <a:r>
              <a:rPr lang="fr-FR" smtClean="0"/>
              <a:t> 
	18-  JE LE SAIS, MON RÉDEMPTEUR VIT x2</a:t>
            </a:r>
          </a:p>
          <a:p>
            <a:pPr>
              <a:defRPr/>
            </a:pPr>
            <a:r>
              <a:rPr lang="fr-FR" smtClean="0"/>
              <a:t>	19 - LA CRÉATION EN TÉMOIGNE SA VIE EN MOI PROCLAME </a:t>
            </a:r>
          </a:p>
          <a:p>
            <a:pPr>
              <a:defRPr/>
            </a:pPr>
            <a:r>
              <a:rPr lang="fr-FR" smtClean="0"/>
              <a:t>	20- JE LE SAIS, MON RÉDEMPTEUR </a:t>
            </a:r>
          </a:p>
          <a:p>
            <a:pPr>
              <a:defRPr/>
            </a:pPr>
            <a:r>
              <a:rPr lang="fr-FR" smtClean="0"/>
              <a:t>
21-  JE LE SAIS, MON RÉDEMPTEUR VIT, IL VIT, IL VIT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18-  JE LE SAIS, MON RÉDEMPTEUR VIT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19 - LA CRÉATION EN TÉMOIGNE SA VIE EN MOI PROCLAME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21-  JE LE SAIS, MON RÉDEMPTEUR VIT, IL VIT, IL VIT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>
              <a:defRPr/>
            </a:pPr>
            <a:r>
              <a:rPr lang="fr-FR" smtClean="0"/>
              <a:t> 
	18-  JE LE SAIS, MON RÉDEMPTEUR VIT x2</a:t>
            </a:r>
          </a:p>
          <a:p>
            <a:pPr>
              <a:defRPr/>
            </a:pPr>
            <a:r>
              <a:rPr lang="fr-FR" smtClean="0"/>
              <a:t>	19 - LA CRÉATION EN TÉMOIGNE SA VIE EN MOI PROCLAME </a:t>
            </a:r>
          </a:p>
          <a:p>
            <a:pPr>
              <a:defRPr/>
            </a:pPr>
            <a:r>
              <a:rPr lang="fr-FR" smtClean="0"/>
              <a:t>	20- JE LE SAIS, MON RÉDEMPTEUR </a:t>
            </a:r>
          </a:p>
          <a:p>
            <a:pPr>
              <a:defRPr/>
            </a:pPr>
            <a:r>
              <a:rPr lang="fr-FR" smtClean="0"/>
              <a:t>
21-  JE LE SAIS, MON RÉDEMPTEUR VIT, IL VIT, IL VIT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18-  JE LE SAIS, MON RÉDEMPTEUR VIT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19 - LA CRÉATION EN TÉMOIGNE SA VIE EN MOI PROCLAME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21-  JE LE SAIS, MON RÉDEMPTEUR VIT, IL VIT, IL VIT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>
              <a:defRPr/>
            </a:pPr>
            <a:r>
              <a:rPr lang="fr-FR" smtClean="0"/>
              <a:t> 
	18-  JE LE SAIS, MON RÉDEMPTEUR VIT x2</a:t>
            </a:r>
          </a:p>
          <a:p>
            <a:pPr>
              <a:defRPr/>
            </a:pPr>
            <a:r>
              <a:rPr lang="fr-FR" smtClean="0"/>
              <a:t>	19 - LA CRÉATION EN TÉMOIGNE SA VIE EN MOI PROCLAME </a:t>
            </a:r>
          </a:p>
          <a:p>
            <a:pPr>
              <a:defRPr/>
            </a:pPr>
            <a:r>
              <a:rPr lang="fr-FR" smtClean="0"/>
              <a:t>	20- JE LE SAIS, MON RÉDEMPTEUR </a:t>
            </a:r>
          </a:p>
          <a:p>
            <a:pPr>
              <a:defRPr/>
            </a:pPr>
            <a:r>
              <a:rPr lang="fr-FR" smtClean="0"/>
              <a:t>
21-  JE LE SAIS, MON RÉDEMPTEUR VIT, IL VIT, IL VIT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18-  JE LE SAIS, MON RÉDEMPTEUR VIT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19 - LA CRÉATION EN TÉMOIGNE SA VIE EN MOI PROCLAME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21-  JE LE SAIS, MON RÉDEMPTEUR VIT, IL VIT, IL VIT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>
              <a:defRPr/>
            </a:pPr>
            <a:r>
              <a:rPr lang="fr-FR" smtClean="0"/>
              <a:t> 
	18-  JE LE SAIS, MON RÉDEMPTEUR VIT x2</a:t>
            </a:r>
          </a:p>
          <a:p>
            <a:pPr>
              <a:defRPr/>
            </a:pPr>
            <a:r>
              <a:rPr lang="fr-FR" smtClean="0"/>
              <a:t>	19 - LA CRÉATION EN TÉMOIGNE SA VIE EN MOI PROCLAME </a:t>
            </a:r>
          </a:p>
          <a:p>
            <a:pPr>
              <a:defRPr/>
            </a:pPr>
            <a:r>
              <a:rPr lang="fr-FR" smtClean="0"/>
              <a:t>	20- JE LE SAIS, MON RÉDEMPTEUR </a:t>
            </a:r>
          </a:p>
          <a:p>
            <a:pPr>
              <a:defRPr/>
            </a:pPr>
            <a:r>
              <a:rPr lang="fr-FR" smtClean="0"/>
              <a:t>
21-  JE LE SAIS, MON RÉDEMPTEUR VIT, IL VIT, IL VIT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18-  JE LE SAIS, MON RÉDEMPTEUR VIT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19 - LA CRÉATION EN TÉMOIGNE SA VIE EN MOI PROCLAME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21-  JE LE SAIS, MON RÉDEMPTEUR VIT, IL VIT, IL VIT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>
              <a:defRPr/>
            </a:pPr>
            <a:r>
              <a:rPr lang="fr-FR" smtClean="0"/>
              <a:t> 
	18-  JE LE SAIS, MON RÉDEMPTEUR VIT x2</a:t>
            </a:r>
          </a:p>
          <a:p>
            <a:pPr>
              <a:defRPr/>
            </a:pPr>
            <a:r>
              <a:rPr lang="fr-FR" smtClean="0"/>
              <a:t>	19 - LA CRÉATION EN TÉMOIGNE SA VIE EN MOI PROCLAME </a:t>
            </a:r>
          </a:p>
          <a:p>
            <a:pPr>
              <a:defRPr/>
            </a:pPr>
            <a:r>
              <a:rPr lang="fr-FR" smtClean="0"/>
              <a:t>	20- JE LE SAIS, MON RÉDEMPTEUR </a:t>
            </a:r>
          </a:p>
          <a:p>
            <a:pPr>
              <a:defRPr/>
            </a:pPr>
            <a:r>
              <a:rPr lang="fr-FR" smtClean="0"/>
              <a:t>
21-  JE LE SAIS, MON RÉDEMPTEUR VIT, IL VIT, IL VIT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18-  JE LE SAIS, MON RÉDEMPTEUR VIT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19 - LA CRÉATION EN TÉMOIGNE SA VIE EN MOI PROCLAME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21-  JE LE SAIS, MON RÉDEMPTEUR VIT, IL VIT, IL VIT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>
              <a:defRPr/>
            </a:pPr>
            <a:r>
              <a:rPr lang="fr-FR" smtClean="0"/>
              <a:t> 
	18-  JE LE SAIS, MON RÉDEMPTEUR VIT x2</a:t>
            </a:r>
          </a:p>
          <a:p>
            <a:pPr>
              <a:defRPr/>
            </a:pPr>
            <a:r>
              <a:rPr lang="fr-FR" smtClean="0"/>
              <a:t>	19 - LA CRÉATION EN TÉMOIGNE SA VIE EN MOI PROCLAME </a:t>
            </a:r>
          </a:p>
          <a:p>
            <a:pPr>
              <a:defRPr/>
            </a:pPr>
            <a:r>
              <a:rPr lang="fr-FR" smtClean="0"/>
              <a:t>	20- JE LE SAIS, MON RÉDEMPTEUR </a:t>
            </a:r>
          </a:p>
          <a:p>
            <a:pPr>
              <a:defRPr/>
            </a:pPr>
            <a:r>
              <a:rPr lang="fr-FR" smtClean="0"/>
              <a:t>
21-  JE LE SAIS, MON RÉDEMPTEUR VIT, IL VIT, IL VIT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18-  JE LE SAIS, MON RÉDEMPTEUR VIT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19 - LA CRÉATION EN TÉMOIGNE SA VIE EN MOI PROCLAME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21-  JE LE SAIS, MON RÉDEMPTEUR VIT, IL VIT, IL VIT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>
              <a:defRPr/>
            </a:pPr>
            <a:r>
              <a:rPr lang="fr-FR" smtClean="0"/>
              <a:t> 
	18-  JE LE SAIS, MON RÉDEMPTEUR VIT x2</a:t>
            </a:r>
          </a:p>
          <a:p>
            <a:pPr>
              <a:defRPr/>
            </a:pPr>
            <a:r>
              <a:rPr lang="fr-FR" smtClean="0"/>
              <a:t>	19 - LA CRÉATION EN TÉMOIGNE SA VIE EN MOI PROCLAME </a:t>
            </a:r>
          </a:p>
          <a:p>
            <a:pPr>
              <a:defRPr/>
            </a:pPr>
            <a:r>
              <a:rPr lang="fr-FR" smtClean="0"/>
              <a:t>	20- JE LE SAIS, MON RÉDEMPTEUR </a:t>
            </a:r>
          </a:p>
          <a:p>
            <a:pPr>
              <a:defRPr/>
            </a:pPr>
            <a:r>
              <a:rPr lang="fr-FR" smtClean="0"/>
              <a:t>
21-  JE LE SAIS, MON RÉDEMPTEUR VIT, IL VIT, IL VIT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18-  JE LE SAIS, MON RÉDEMPTEUR VIT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19 - LA CRÉATION EN TÉMOIGNE SA VIE EN MOI PROCLAME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21-  JE LE SAIS, MON RÉDEMPTEUR VIT, IL VIT, IL VIT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>
              <a:defRPr/>
            </a:pPr>
            <a:r>
              <a:rPr lang="fr-FR" smtClean="0"/>
              <a:t> 
	18-  JE LE SAIS, MON RÉDEMPTEUR VIT x2</a:t>
            </a:r>
          </a:p>
          <a:p>
            <a:pPr>
              <a:defRPr/>
            </a:pPr>
            <a:r>
              <a:rPr lang="fr-FR" smtClean="0"/>
              <a:t>	19 - LA CRÉATION EN TÉMOIGNE SA VIE EN MOI PROCLAME </a:t>
            </a:r>
          </a:p>
          <a:p>
            <a:pPr>
              <a:defRPr/>
            </a:pPr>
            <a:r>
              <a:rPr lang="fr-FR" smtClean="0"/>
              <a:t>	20- JE LE SAIS, MON RÉDEMPTEUR </a:t>
            </a:r>
          </a:p>
          <a:p>
            <a:pPr>
              <a:defRPr/>
            </a:pPr>
            <a:r>
              <a:rPr lang="fr-FR" smtClean="0"/>
              <a:t>
21-  JE LE SAIS, MON RÉDEMPTEUR VIT, IL VIT, IL VIT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18-  JE LE SAIS, MON RÉDEMPTEUR VIT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19 - LA CRÉATION EN TÉMOIGNE SA VIE EN MOI PROCLAME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21-  JE LE SAIS, MON RÉDEMPTEUR VIT, IL VIT, IL VIT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>
              <a:defRPr/>
            </a:pPr>
            <a:r>
              <a:rPr lang="fr-FR" smtClean="0"/>
              <a:t> 
	18-  JE LE SAIS, MON RÉDEMPTEUR VIT x2</a:t>
            </a:r>
          </a:p>
          <a:p>
            <a:pPr>
              <a:defRPr/>
            </a:pPr>
            <a:r>
              <a:rPr lang="fr-FR" smtClean="0"/>
              <a:t>	19 - LA CRÉATION EN TÉMOIGNE SA VIE EN MOI PROCLAME </a:t>
            </a:r>
          </a:p>
          <a:p>
            <a:pPr>
              <a:defRPr/>
            </a:pPr>
            <a:r>
              <a:rPr lang="fr-FR" smtClean="0"/>
              <a:t>	20- JE LE SAIS, MON RÉDEMPTEUR </a:t>
            </a:r>
          </a:p>
          <a:p>
            <a:pPr>
              <a:defRPr/>
            </a:pPr>
            <a:r>
              <a:rPr lang="fr-FR" smtClean="0"/>
              <a:t>
21-  JE LE SAIS, MON RÉDEMPTEUR VIT, IL VIT, IL VIT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18-  JE LE SAIS, MON RÉDEMPTEUR VIT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19 - LA CRÉATION EN TÉMOIGNE SA VIE EN MOI PROCLAME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21-  JE LE SAIS, MON RÉDEMPTEUR VIT, IL VIT, IL VIT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>
              <a:defRPr/>
            </a:pPr>
            <a:r>
              <a:rPr lang="fr-FR" smtClean="0"/>
              <a:t> 
	18-  JE LE SAIS, MON RÉDEMPTEUR VIT x2</a:t>
            </a:r>
          </a:p>
          <a:p>
            <a:pPr>
              <a:defRPr/>
            </a:pPr>
            <a:r>
              <a:rPr lang="fr-FR" smtClean="0"/>
              <a:t>	19 - LA CRÉATION EN TÉMOIGNE SA VIE EN MOI PROCLAME </a:t>
            </a:r>
          </a:p>
          <a:p>
            <a:pPr>
              <a:defRPr/>
            </a:pPr>
            <a:r>
              <a:rPr lang="fr-FR" smtClean="0"/>
              <a:t>	20- JE LE SAIS, MON RÉDEMPTEUR </a:t>
            </a:r>
          </a:p>
          <a:p>
            <a:pPr>
              <a:defRPr/>
            </a:pPr>
            <a:r>
              <a:rPr lang="fr-FR" smtClean="0"/>
              <a:t>
21-  JE LE SAIS, MON RÉDEMPTEUR VIT, IL VIT, IL VIT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18-  JE LE SAIS, MON RÉDEMPTEUR VIT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19 - LA CRÉATION EN TÉMOIGNE SA VIE EN MOI PROCLAME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21-  JE LE SAIS, MON RÉDEMPTEUR VIT, IL VIT, IL VIT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>
              <a:defRPr/>
            </a:pPr>
            <a:r>
              <a:rPr lang="fr-FR" smtClean="0"/>
              <a:t> 
	18-  JE LE SAIS, MON RÉDEMPTEUR VIT x2</a:t>
            </a:r>
          </a:p>
          <a:p>
            <a:pPr>
              <a:defRPr/>
            </a:pPr>
            <a:r>
              <a:rPr lang="fr-FR" smtClean="0"/>
              <a:t>	19 - LA CRÉATION EN TÉMOIGNE SA VIE EN MOI PROCLAME </a:t>
            </a:r>
          </a:p>
          <a:p>
            <a:pPr>
              <a:defRPr/>
            </a:pPr>
            <a:r>
              <a:rPr lang="fr-FR" smtClean="0"/>
              <a:t>	20- JE LE SAIS, MON RÉDEMPTEUR </a:t>
            </a:r>
          </a:p>
          <a:p>
            <a:pPr>
              <a:defRPr/>
            </a:pPr>
            <a:r>
              <a:rPr lang="fr-FR" smtClean="0"/>
              <a:t>
21-  JE LE SAIS, MON RÉDEMPTEUR VIT, IL VIT, IL VIT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18-  JE LE SAIS, MON RÉDEMPTEUR VIT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19 - LA CRÉATION EN TÉMOIGNE SA VIE EN MOI PROCLAME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21-  JE LE SAIS, MON RÉDEMPTEUR VIT, IL VIT, IL VIT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>
              <a:defRPr/>
            </a:pPr>
            <a:r>
              <a:rPr lang="fr-FR" smtClean="0"/>
              <a:t> 
	18-  JE LE SAIS, MON RÉDEMPTEUR VIT x2</a:t>
            </a:r>
          </a:p>
          <a:p>
            <a:pPr>
              <a:defRPr/>
            </a:pPr>
            <a:r>
              <a:rPr lang="fr-FR" smtClean="0"/>
              <a:t>	19 - LA CRÉATION EN TÉMOIGNE SA VIE EN MOI PROCLAME </a:t>
            </a:r>
          </a:p>
          <a:p>
            <a:pPr>
              <a:defRPr/>
            </a:pPr>
            <a:r>
              <a:rPr lang="fr-FR" smtClean="0"/>
              <a:t>	20- JE LE SAIS, MON RÉDEMPTEUR </a:t>
            </a:r>
          </a:p>
          <a:p>
            <a:pPr>
              <a:defRPr/>
            </a:pPr>
            <a:r>
              <a:rPr lang="fr-FR" smtClean="0"/>
              <a:t>
21-  JE LE SAIS, MON RÉDEMPTEUR VIT, IL VIT, IL VIT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18-  JE LE SAIS, MON RÉDEMPTEUR VIT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19 - LA CRÉATION EN TÉMOIGNE SA VIE EN MOI PROCLAME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21-  JE LE SAIS, MON RÉDEMPTEUR VIT, IL VIT, IL VIT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>
              <a:defRPr/>
            </a:pPr>
            <a:r>
              <a:rPr lang="fr-FR" smtClean="0"/>
              <a:t> 
	18-  JE LE SAIS, MON RÉDEMPTEUR VIT x2</a:t>
            </a:r>
          </a:p>
          <a:p>
            <a:pPr>
              <a:defRPr/>
            </a:pPr>
            <a:r>
              <a:rPr lang="fr-FR" smtClean="0"/>
              <a:t>	19 - LA CRÉATION EN TÉMOIGNE SA VIE EN MOI PROCLAME </a:t>
            </a:r>
          </a:p>
          <a:p>
            <a:pPr>
              <a:defRPr/>
            </a:pPr>
            <a:r>
              <a:rPr lang="fr-FR" smtClean="0"/>
              <a:t>	20- JE LE SAIS, MON RÉDEMPTEUR </a:t>
            </a:r>
          </a:p>
          <a:p>
            <a:pPr>
              <a:defRPr/>
            </a:pPr>
            <a:r>
              <a:rPr lang="fr-FR" smtClean="0"/>
              <a:t>
21-  JE LE SAIS, MON RÉDEMPTEUR VIT, IL VIT, IL VIT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18-  JE LE SAIS, MON RÉDEMPTEUR VIT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19 - LA CRÉATION EN TÉMOIGNE SA VIE EN MOI PROCLAME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21-  JE LE SAIS, MON RÉDEMPTEUR VIT, IL VIT, IL VIT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>
              <a:defRPr/>
            </a:pPr>
            <a:r>
              <a:rPr lang="fr-FR" smtClean="0"/>
              <a:t> 
	18-  JE LE SAIS, MON RÉDEMPTEUR VIT x2</a:t>
            </a:r>
          </a:p>
          <a:p>
            <a:pPr>
              <a:defRPr/>
            </a:pPr>
            <a:r>
              <a:rPr lang="fr-FR" smtClean="0"/>
              <a:t>	19 - LA CRÉATION EN TÉMOIGNE SA VIE EN MOI PROCLAME </a:t>
            </a:r>
          </a:p>
          <a:p>
            <a:pPr>
              <a:defRPr/>
            </a:pPr>
            <a:r>
              <a:rPr lang="fr-FR" smtClean="0"/>
              <a:t>	20- JE LE SAIS, MON RÉDEMPTEUR </a:t>
            </a:r>
          </a:p>
          <a:p>
            <a:pPr>
              <a:defRPr/>
            </a:pPr>
            <a:r>
              <a:rPr lang="fr-FR" smtClean="0"/>
              <a:t>
21-  JE LE SAIS, MON RÉDEMPTEUR VIT, IL VIT, IL VIT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18-  JE LE SAIS, MON RÉDEMPTEUR VIT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19 - LA CRÉATION EN TÉMOIGNE SA VIE EN MOI PROCLAME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21-  JE LE SAIS, MON RÉDEMPTEUR VIT, IL VIT, IL VIT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>
              <a:defRPr/>
            </a:pPr>
            <a:r>
              <a:rPr lang="fr-FR" smtClean="0"/>
              <a:t> 
	18-  JE LE SAIS, MON RÉDEMPTEUR VIT x2</a:t>
            </a:r>
          </a:p>
          <a:p>
            <a:pPr>
              <a:defRPr/>
            </a:pPr>
            <a:r>
              <a:rPr lang="fr-FR" smtClean="0"/>
              <a:t>	19 - LA CRÉATION EN TÉMOIGNE SA VIE EN MOI PROCLAME </a:t>
            </a:r>
          </a:p>
          <a:p>
            <a:pPr>
              <a:defRPr/>
            </a:pPr>
            <a:r>
              <a:rPr lang="fr-FR" smtClean="0"/>
              <a:t>	20- JE LE SAIS, MON RÉDEMPTEUR </a:t>
            </a:r>
          </a:p>
          <a:p>
            <a:pPr>
              <a:defRPr/>
            </a:pPr>
            <a:r>
              <a:rPr lang="fr-FR" smtClean="0"/>
              <a:t>
21-  JE LE SAIS, MON RÉDEMPTEUR VIT, IL VIT, IL VIT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18-  JE LE SAIS, MON RÉDEMPTEUR VIT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19 - LA CRÉATION EN TÉMOIGNE SA VIE EN MOI PROCLAME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21-  JE LE SAIS, MON RÉDEMPTEUR VIT, IL VIT, IL VIT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>
              <a:defRPr/>
            </a:pPr>
            <a:r>
              <a:rPr lang="fr-FR" smtClean="0"/>
              <a:t> 
	18-  JE LE SAIS, MON RÉDEMPTEUR VIT x2</a:t>
            </a:r>
          </a:p>
          <a:p>
            <a:pPr>
              <a:defRPr/>
            </a:pPr>
            <a:r>
              <a:rPr lang="fr-FR" smtClean="0"/>
              <a:t>	19 - LA CRÉATION EN TÉMOIGNE SA VIE EN MOI PROCLAME </a:t>
            </a:r>
          </a:p>
          <a:p>
            <a:pPr>
              <a:defRPr/>
            </a:pPr>
            <a:r>
              <a:rPr lang="fr-FR" smtClean="0"/>
              <a:t>	20- JE LE SAIS, MON RÉDEMPTEUR </a:t>
            </a:r>
          </a:p>
          <a:p>
            <a:pPr>
              <a:defRPr/>
            </a:pPr>
            <a:r>
              <a:rPr lang="fr-FR" smtClean="0"/>
              <a:t>
21-  JE LE SAIS, MON RÉDEMPTEUR VIT, IL VIT, IL VIT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18-  JE LE SAIS, MON RÉDEMPTEUR VIT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19 - LA CRÉATION EN TÉMOIGNE SA VIE EN MOI PROCLAME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21-  JE LE SAIS, MON RÉDEMPTEUR VIT, IL VIT, IL VIT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>
              <a:defRPr/>
            </a:pPr>
            <a:r>
              <a:rPr lang="fr-FR" smtClean="0"/>
              <a:t> 
	18-  JE LE SAIS, MON RÉDEMPTEUR VIT x2</a:t>
            </a:r>
          </a:p>
          <a:p>
            <a:pPr>
              <a:defRPr/>
            </a:pPr>
            <a:r>
              <a:rPr lang="fr-FR" smtClean="0"/>
              <a:t>	19 - LA CRÉATION EN TÉMOIGNE SA VIE EN MOI PROCLAME </a:t>
            </a:r>
          </a:p>
          <a:p>
            <a:pPr>
              <a:defRPr/>
            </a:pPr>
            <a:r>
              <a:rPr lang="fr-FR" smtClean="0"/>
              <a:t>	20- JE LE SAIS, MON RÉDEMPTEUR </a:t>
            </a:r>
          </a:p>
          <a:p>
            <a:pPr>
              <a:defRPr/>
            </a:pPr>
            <a:r>
              <a:rPr lang="fr-FR" smtClean="0"/>
              <a:t>
21-  JE LE SAIS, MON RÉDEMPTEUR VIT, IL VIT, IL VIT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18-  JE LE SAIS, MON RÉDEMPTEUR VIT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19 - LA CRÉATION EN TÉMOIGNE SA VIE EN MOI PROCLAME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21-  JE LE SAIS, MON RÉDEMPTEUR VIT, IL VIT, IL VIT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>
              <a:defRPr/>
            </a:pPr>
            <a:r>
              <a:rPr lang="fr-FR" smtClean="0"/>
              <a:t> 
	18-  JE LE SAIS, MON RÉDEMPTEUR VIT x2</a:t>
            </a:r>
          </a:p>
          <a:p>
            <a:pPr>
              <a:defRPr/>
            </a:pPr>
            <a:r>
              <a:rPr lang="fr-FR" smtClean="0"/>
              <a:t>	19 - LA CRÉATION EN TÉMOIGNE SA VIE EN MOI PROCLAME </a:t>
            </a:r>
          </a:p>
          <a:p>
            <a:pPr>
              <a:defRPr/>
            </a:pPr>
            <a:r>
              <a:rPr lang="fr-FR" smtClean="0"/>
              <a:t>	20- JE LE SAIS, MON RÉDEMPTEUR </a:t>
            </a:r>
          </a:p>
          <a:p>
            <a:pPr>
              <a:defRPr/>
            </a:pPr>
            <a:r>
              <a:rPr lang="fr-FR" smtClean="0"/>
              <a:t>
21-  JE LE SAIS, MON RÉDEMPTEUR VIT, IL VIT, IL VIT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18-  JE LE SAIS, MON RÉDEMPTEUR VIT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19 - LA CRÉATION EN TÉMOIGNE SA VIE EN MOI PROCLAME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21-  JE LE SAIS, MON RÉDEMPTEUR VIT, IL VIT, IL VIT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>
              <a:defRPr/>
            </a:pPr>
            <a:r>
              <a:rPr lang="fr-FR" smtClean="0"/>
              <a:t> 
	18-  JE LE SAIS, MON RÉDEMPTEUR VIT x2</a:t>
            </a:r>
          </a:p>
          <a:p>
            <a:pPr>
              <a:defRPr/>
            </a:pPr>
            <a:r>
              <a:rPr lang="fr-FR" smtClean="0"/>
              <a:t>	19 - LA CRÉATION EN TÉMOIGNE SA VIE EN MOI PROCLAME </a:t>
            </a:r>
          </a:p>
          <a:p>
            <a:pPr>
              <a:defRPr/>
            </a:pPr>
            <a:r>
              <a:rPr lang="fr-FR" smtClean="0"/>
              <a:t>	20- JE LE SAIS, MON RÉDEMPTEUR </a:t>
            </a:r>
          </a:p>
          <a:p>
            <a:pPr>
              <a:defRPr/>
            </a:pPr>
            <a:r>
              <a:rPr lang="fr-FR" smtClean="0"/>
              <a:t>
21-  JE LE SAIS, MON RÉDEMPTEUR VIT, IL VIT, IL VIT 
</a:t>
            </a:r>
          </a:p>
        </p:txBody>
      </p:sp>
    </p:spTree>
    <p:extLst>
      <p:ext uri="{BB962C8B-B14F-4D97-AF65-F5344CB8AC3E}">
        <p14:creationId xmlns:p14="http://schemas.microsoft.com/office/powerpoint/2010/main" val="9512885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18-  JE LE SAIS, MON RÉDEMPTEUR VIT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19 - LA CRÉATION EN TÉMOIGNE SA VIE EN MOI PROCLAME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21-  JE LE SAIS, MON RÉDEMPTEUR VIT, IL VIT, IL VIT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>
              <a:defRPr/>
            </a:pPr>
            <a:r>
              <a:rPr lang="fr-FR" smtClean="0"/>
              <a:t> 
	18-  JE LE SAIS, MON RÉDEMPTEUR VIT x2</a:t>
            </a:r>
          </a:p>
          <a:p>
            <a:pPr>
              <a:defRPr/>
            </a:pPr>
            <a:r>
              <a:rPr lang="fr-FR" smtClean="0"/>
              <a:t>	19 - LA CRÉATION EN TÉMOIGNE SA VIE EN MOI PROCLAME </a:t>
            </a:r>
          </a:p>
          <a:p>
            <a:pPr>
              <a:defRPr/>
            </a:pPr>
            <a:r>
              <a:rPr lang="fr-FR" smtClean="0"/>
              <a:t>	20- JE LE SAIS, MON RÉDEMPTEUR </a:t>
            </a:r>
          </a:p>
          <a:p>
            <a:pPr>
              <a:defRPr/>
            </a:pPr>
            <a:r>
              <a:rPr lang="fr-FR" smtClean="0"/>
              <a:t>
21-  JE LE SAIS, MON RÉDEMPTEUR VIT, IL VIT, IL VIT 
</a:t>
            </a:r>
          </a:p>
        </p:txBody>
      </p:sp>
    </p:spTree>
    <p:extLst>
      <p:ext uri="{BB962C8B-B14F-4D97-AF65-F5344CB8AC3E}">
        <p14:creationId xmlns:p14="http://schemas.microsoft.com/office/powerpoint/2010/main" val="33227523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18-  JE LE SAIS, MON RÉDEMPTEUR VIT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19 - LA CRÉATION EN TÉMOIGNE SA VIE EN MOI PROCLAME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JE LE SAIS, MON RÉDEMPTEUR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21-  JE LE SAIS, MON RÉDEMPTEUR VIT, IL VIT, IL VIT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PEUT MONTRER AU SOLEIL OÙ SE LEVER ? 
2-  ET DONNER AUX MERS LES LIMITES DES MARÉES? 
3-  QUI PEUT DIRE À LA LUNE OÙ RESTER JUSQU’AU SOIR ? 
4-  QUI DE SA PAROLE PEUT CRÉER LES ÉTOILES ? </a:t>
            </a:r>
          </a:p>
          <a:p>
            <a:pPr>
              <a:defRPr/>
            </a:pPr>
            <a:r>
              <a:rPr lang="fr-FR" smtClean="0"/>
              <a:t>
	5-  JE LE SAIS, MON RÉDEMPTEUR VIT  x2
	6-  LA CRÉATION EN TÉMOIGNE SA VIE EN MOI LE PROCLAME 
	7-  JE LE SAIS, MON RÉDEMPTEUR VIT </a:t>
            </a:r>
          </a:p>
          <a:p>
            <a:pPr>
              <a:defRPr/>
            </a:pPr>
            <a:r>
              <a:rPr lang="fr-FR" smtClean="0"/>
              <a:t>
8-  LE MÊME DIEU QUI A CRÉÉ LES CIEUX 
9-  VIENS DÉLIVRER CEUX QUI ONT BESOIN DE LUI 
10-  ET CETTE MÊME DOUCE MAIN QUI NOUS GARDE ET NOUS GUÉRI 
11-  A VAINCU LA MORT POUR NOUS DONNER SA VIE </a:t>
            </a:r>
          </a:p>
          <a:p>
            <a:pPr>
              <a:defRPr/>
            </a:pPr>
            <a:r>
              <a:rPr lang="fr-FR" smtClean="0"/>
              <a:t>
	12-  JE LE SAIS, MON RÉDEMPTEUR VIT  x2
	13-  LA CRÉATION EN TÉMOIGNE SA VIE EN MOI PROCLAME 
	14-  JE LE SAIS, MON RÉDEMPTEUR </a:t>
            </a:r>
          </a:p>
          <a:p>
            <a:pPr>
              <a:defRPr/>
            </a:pPr>
            <a:r>
              <a:rPr lang="fr-FR" smtClean="0"/>
              <a:t>
15-  IL VIT MA HONTE EST EFFACÉE IL VIT, JE LE PROCLAMERAI 
16-  LE PRIX DE MON PÉCHÉ, EST PAYÉ À JAMAIS 
17-  OUI LA TOMBE EST VIDE, IL EST RESSUSCITÉ</a:t>
            </a:r>
          </a:p>
          <a:p>
            <a:pPr>
              <a:defRPr/>
            </a:pPr>
            <a:r>
              <a:rPr lang="fr-FR" smtClean="0"/>
              <a:t> 
	18-  JE LE SAIS, MON RÉDEMPTEUR VIT x2</a:t>
            </a:r>
          </a:p>
          <a:p>
            <a:pPr>
              <a:defRPr/>
            </a:pPr>
            <a:r>
              <a:rPr lang="fr-FR" smtClean="0"/>
              <a:t>	19 - LA CRÉATION EN TÉMOIGNE SA VIE EN MOI PROCLAME </a:t>
            </a:r>
          </a:p>
          <a:p>
            <a:pPr>
              <a:defRPr/>
            </a:pPr>
            <a:r>
              <a:rPr lang="fr-FR" smtClean="0"/>
              <a:t>	20- JE LE SAIS, MON RÉDEMPTEUR </a:t>
            </a:r>
          </a:p>
          <a:p>
            <a:pPr>
              <a:defRPr/>
            </a:pPr>
            <a:r>
              <a:rPr lang="fr-FR" smtClean="0"/>
              <a:t>
21-  JE LE SAIS, MON RÉDEMPTEUR VIT, IL VIT, IL VIT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F537BE-E9A6-4269-B0AF-EE7E034AB19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BCF478-6FDE-4EB3-A3AF-EB884978C20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2AB227-C6F1-4846-937C-37E18518296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3F2433-9A3B-4148-A703-FB124BC34BC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6C41B8-4535-4554-9985-0C63C99860D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A00E3C-EE0A-400F-98B6-79A12463DD3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30EF3C-2F39-43FE-BE7A-07C12DBEC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90732D-C9A6-4BB9-8ABD-24C15CC4226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7672A7-6263-4D9E-A239-50AE8B9E9B2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9C3B93-330E-4F5D-934C-A57CAF9E015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A54F11-E33F-495B-8F27-BC45D24937C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+mn-cs"/>
              </a:defRPr>
            </a:lvl1pPr>
          </a:lstStyle>
          <a:p>
            <a:pPr>
              <a:defRPr/>
            </a:pPr>
            <a:fld id="{9C8DFC39-A356-4845-AA92-259613CAEA8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QUI PEUT MONTRER AU SOLEIL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OÙ SE LEVER ?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DONNER AUX MERS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LES LIMITES DES MARÉES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QUI PEUT DIRE À LA LUNE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OÙ RESTER JUSQU’AU SOIR ?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QUI DE SA PAROLE PEUT CRÉER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LES ÉTOILES ?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LE SAIS, MON RÉDEMPTEUR VIT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CRÉATION EN TÉMOIGNE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SA VIE EN MOI LE PROCLAME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LE SAIS, MON RÉDEMPTEUR VIT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MÊME DIEU QUI A CRÉÉ LES CIEUX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VIENT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DÉLIVRER CEUX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QUI ONT BESOIN DE LUI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CETTE MÊME DOUCE MAIN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QUI NOUS GARDE ET NOUS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GUÉRIT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 VAINCU LA MORT POUR NOUS DONNER SA VIE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LE SAIS, MON RÉDEMPTEUR VIT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CRÉATION EN TÉMOIGNE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SA VIE EN MOI PROCLAME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LE SAIS, MON RÉDEMPTEUR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VIT,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 HONTE EST EFFACÉE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VIT, JE LE PROCLAMERAI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PRIX DE MON PÉCHÉ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EST PAYÉ À JAMAIS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OUI,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TOMBE EST VIDE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EST RESSUSCITÉ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LE SAIS, MON RÉDEMPTEUR VIT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CRÉATION EN TÉMOIGNE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SA VIE EN MOI PROCLAME </a:t>
            </a:r>
          </a:p>
        </p:txBody>
      </p:sp>
    </p:spTree>
    <p:extLst>
      <p:ext uri="{BB962C8B-B14F-4D97-AF65-F5344CB8AC3E}">
        <p14:creationId xmlns:p14="http://schemas.microsoft.com/office/powerpoint/2010/main" val="362851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LE SAIS, MON RÉDEMPTEUR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481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LE SAIS, MON RÉDEMPTEUR VIT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VIT, IL VIT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1817</TotalTime>
  <Words>543</Words>
  <Application>Microsoft Office PowerPoint</Application>
  <PresentationFormat>Affichage à l'écran (4:3)</PresentationFormat>
  <Paragraphs>399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5" baseType="lpstr">
      <vt:lpstr>Arial</vt:lpstr>
      <vt:lpstr>Calibri</vt:lpstr>
      <vt:lpstr>Franklin Gothic Medium</vt:lpstr>
      <vt:lpstr>Default Design</vt:lpstr>
      <vt:lpstr>QUI PEUT MONTRER AU SOLEIL OÙ SE LEVER ?</vt:lpstr>
      <vt:lpstr>ET DONNER AUX MERS  LES LIMITES DES MARÉES ?</vt:lpstr>
      <vt:lpstr>QUI PEUT DIRE À LA LUNE  OÙ RESTER JUSQU’AU SOIR ?</vt:lpstr>
      <vt:lpstr>QUI DE SA PAROLE PEUT CRÉER  LES ÉTOILES ?</vt:lpstr>
      <vt:lpstr>JE LE SAIS, MON RÉDEMPTEUR VIT</vt:lpstr>
      <vt:lpstr>LA CRÉATION EN TÉMOIGNE SA VIE EN MOI LE PROCLAME</vt:lpstr>
      <vt:lpstr>JE LE SAIS, MON RÉDEMPTEUR VIT</vt:lpstr>
      <vt:lpstr>LE MÊME DIEU QUI A CRÉÉ LES CIEUX</vt:lpstr>
      <vt:lpstr>VIENT DÉLIVRER CEUX  QUI ONT BESOIN DE LUI</vt:lpstr>
      <vt:lpstr>ET CETTE MÊME DOUCE MAIN  QUI NOUS GARDE ET NOUS GUÉRIT</vt:lpstr>
      <vt:lpstr>A VAINCU LA MORT POUR NOUS DONNER SA VIE</vt:lpstr>
      <vt:lpstr>JE LE SAIS, MON RÉDEMPTEUR VIT </vt:lpstr>
      <vt:lpstr>LA CRÉATION EN TÉMOIGNE SA VIE EN MOI PROCLAME</vt:lpstr>
      <vt:lpstr>JE LE SAIS, MON RÉDEMPTEUR</vt:lpstr>
      <vt:lpstr>IL VIT, MA HONTE EST EFFACÉE IL VIT, JE LE PROCLAMERAI</vt:lpstr>
      <vt:lpstr>LE PRIX DE MON PÉCHÉ EST PAYÉ À JAMAIS</vt:lpstr>
      <vt:lpstr>OUI, LA TOMBE EST VIDE IL EST RESSUSCITÉ</vt:lpstr>
      <vt:lpstr>JE LE SAIS, MON RÉDEMPTEUR VIT </vt:lpstr>
      <vt:lpstr>LA CRÉATION EN TÉMOIGNE  SA VIE EN MOI PROCLAME </vt:lpstr>
      <vt:lpstr>JE LE SAIS, MON RÉDEMPTEUR </vt:lpstr>
      <vt:lpstr>JE LE SAIS, MON RÉDEMPTEUR VIT  IL VIT, IL VIT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164</cp:revision>
  <dcterms:created xsi:type="dcterms:W3CDTF">2002-08-17T10:50:50Z</dcterms:created>
  <dcterms:modified xsi:type="dcterms:W3CDTF">2021-04-04T06:57:06Z</dcterms:modified>
</cp:coreProperties>
</file>