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0" r:id="rId2"/>
    <p:sldId id="271" r:id="rId3"/>
    <p:sldId id="272" r:id="rId4"/>
    <p:sldId id="273" r:id="rId5"/>
    <p:sldId id="274" r:id="rId6"/>
    <p:sldId id="275" r:id="rId7"/>
    <p:sldId id="276" r:id="rId8"/>
    <p:sldId id="277" r:id="rId9"/>
    <p:sldId id="278" r:id="rId10"/>
    <p:sldId id="279" r:id="rId11"/>
    <p:sldId id="280" r:id="rId12"/>
    <p:sldId id="281" r:id="rId13"/>
    <p:sldId id="282" r:id="rId14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5954" autoAdjust="0"/>
    <p:restoredTop sz="91136" autoAdjust="0"/>
  </p:normalViewPr>
  <p:slideViewPr>
    <p:cSldViewPr>
      <p:cViewPr>
        <p:scale>
          <a:sx n="57" d="100"/>
          <a:sy n="57" d="100"/>
        </p:scale>
        <p:origin x="198" y="-27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A2C4FC7-EAAC-4D57-9DB0-794E201B461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88D87BF-C4DA-4DC6-A5EB-CC7C5B1E2B3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64EA657-2F4A-4B93-B8B6-15A76F25EE5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7A34F0D-0A7C-4F1D-A393-3929CE690CD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C7AC0D3-037A-4E84-90E6-7D927B9FCCF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6C2F5FD-154D-4C2D-A523-27C8F4B49EB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C9B9092-F29B-46EB-B349-901568C70BF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914EE8B-93D4-4CBB-9148-062EFD8CBB5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2926486-346A-49DA-B6F0-348B0B13AE0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C0F40C9-FCC7-45DF-9D49-75DB91FA16A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2F5E34D-98CF-41B5-B373-3D4EA43A0D2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CDEBCC4B-CF96-4A74-8EB7-8412D1F696E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6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jpeg"/><Relationship Id="rId4" Type="http://schemas.openxmlformats.org/officeDocument/2006/relationships/image" Target="../media/image1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IMPRO</a:t>
            </a:r>
          </a:p>
        </p:txBody>
      </p:sp>
      <p:pic>
        <p:nvPicPr>
          <p:cNvPr id="2" name="Image 2" descr="babelg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524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IMPRO</a:t>
            </a:r>
          </a:p>
        </p:txBody>
      </p:sp>
      <p:pic>
        <p:nvPicPr>
          <p:cNvPr id="3075" name="Image 2" descr="babelg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524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6" name="Image 3" descr="La_femme_assise_sur_la_bete_2.jp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-323850" y="0"/>
            <a:ext cx="9467850" cy="7426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IMPRO</a:t>
            </a:r>
          </a:p>
        </p:txBody>
      </p:sp>
      <p:pic>
        <p:nvPicPr>
          <p:cNvPr id="4099" name="Image 2" descr="babelg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524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100" name="Image 3" descr="La_femme_assise_sur_la_bete_2.jp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-323850" y="0"/>
            <a:ext cx="9467850" cy="7426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101" name="Image 4" descr="La_femme_assise_sur_la_Bete_3.jp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-323850" y="0"/>
            <a:ext cx="9467850" cy="7316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IMPRO</a:t>
            </a:r>
          </a:p>
        </p:txBody>
      </p:sp>
      <p:pic>
        <p:nvPicPr>
          <p:cNvPr id="5123" name="Image 2" descr="babelg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524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124" name="Image 3" descr="La_femme_assise_sur_la_bete_2.jp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-323850" y="0"/>
            <a:ext cx="9467850" cy="7426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125" name="Image 4" descr="La_femme_assise_sur_la_Bete_3.jp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-323850" y="0"/>
            <a:ext cx="9467850" cy="7316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126" name="Image 5" descr="téléchargement.jp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-323850" y="-74613"/>
            <a:ext cx="9467850" cy="73215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IMPRO</a:t>
            </a:r>
          </a:p>
        </p:txBody>
      </p:sp>
      <p:pic>
        <p:nvPicPr>
          <p:cNvPr id="6147" name="Image 2" descr="babelg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524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148" name="Image 3" descr="La_femme_assise_sur_la_bete_2.jp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-323850" y="0"/>
            <a:ext cx="9467850" cy="7426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149" name="Image 4" descr="La_femme_assise_sur_la_Bete_3.jp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-323850" y="0"/>
            <a:ext cx="9467850" cy="7316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150" name="Image 5" descr="téléchargement.jp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-323850" y="-74613"/>
            <a:ext cx="9467850" cy="73215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151" name="Image 6" descr="BRPI-Tableau_4_empires_Daniel.jpg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-323850" y="0"/>
            <a:ext cx="9467850" cy="7389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IMPRO</a:t>
            </a:r>
          </a:p>
        </p:txBody>
      </p:sp>
      <p:pic>
        <p:nvPicPr>
          <p:cNvPr id="7171" name="Image 2" descr="babelg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524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172" name="Image 3" descr="La_femme_assise_sur_la_bete_2.jp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-323850" y="0"/>
            <a:ext cx="9467850" cy="7426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173" name="Image 4" descr="La_femme_assise_sur_la_Bete_3.jp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-323850" y="0"/>
            <a:ext cx="9467850" cy="7316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174" name="Image 5" descr="téléchargement.jp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-323850" y="-74613"/>
            <a:ext cx="9467850" cy="73215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175" name="Image 6" descr="BRPI-Tableau_4_empires_Daniel.jpg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-323850" y="0"/>
            <a:ext cx="9467850" cy="7389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176" name="Image 7" descr="truth-19.jpg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-323850" y="0"/>
            <a:ext cx="9432925" cy="7389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Image 1" descr="danimag1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051050" y="0"/>
            <a:ext cx="52578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Image 1" descr="drapeau_algerie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23850" y="404813"/>
            <a:ext cx="8351838" cy="5967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Image 1" descr="ISLAM,-demi-lune,-chretien,-eglise,-Turquie,-moschee,-croix,-Muezzin,-Minarett,-drapeau,-drapeau,-David-etoile,-juifs,-dieu,-Israel,-synagogue,-Aaron,-hexagramm,-religion,-Amen,-prieres,-imam-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47813" y="0"/>
            <a:ext cx="5903912" cy="6308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Image 1" descr="john-and-charles-wesley1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39750" y="333375"/>
            <a:ext cx="8026400" cy="5832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Image 1" descr="john-and-charles-wesley1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39750" y="333375"/>
            <a:ext cx="8026400" cy="5832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291" name="Image 4" descr="images.jp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8893175" cy="6778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Image 1" descr="john-and-charles-wesley1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39750" y="333375"/>
            <a:ext cx="8026400" cy="5832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315" name="Image 4" descr="images.jp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8893175" cy="6778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316" name="Image 3" descr="téléchargement.jp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Image 1" descr="john-and-charles-wesley1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39750" y="333375"/>
            <a:ext cx="8026400" cy="5832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339" name="Image 4" descr="images.jp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8893175" cy="6778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340" name="Image 3" descr="téléchargement.jp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341" name="Image 5" descr="Bilderberg-Group-meeting-rome-2012.jp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0" y="19050"/>
            <a:ext cx="9115425" cy="683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1351</TotalTime>
  <Words>6</Words>
  <Application>Microsoft Office PowerPoint</Application>
  <PresentationFormat>On-screen Show (4:3)</PresentationFormat>
  <Paragraphs>6</Paragraphs>
  <Slides>13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13</vt:i4>
      </vt:variant>
    </vt:vector>
  </HeadingPairs>
  <TitlesOfParts>
    <vt:vector size="17" baseType="lpstr">
      <vt:lpstr>Franklin Gothic Medium</vt:lpstr>
      <vt:lpstr>Arial</vt:lpstr>
      <vt:lpstr>Calibri</vt:lpstr>
      <vt:lpstr>Default Design</vt:lpstr>
      <vt:lpstr>IMPRO</vt:lpstr>
      <vt:lpstr>IMPRO</vt:lpstr>
      <vt:lpstr>IMPRO</vt:lpstr>
      <vt:lpstr>IMPRO</vt:lpstr>
      <vt:lpstr>IMPRO</vt:lpstr>
      <vt:lpstr>IMPRO</vt:lpstr>
      <vt:lpstr>Diapositive 7</vt:lpstr>
      <vt:lpstr>Diapositive 8</vt:lpstr>
      <vt:lpstr>Diapositive 9</vt:lpstr>
      <vt:lpstr>Diapositive 10</vt:lpstr>
      <vt:lpstr>Diapositive 11</vt:lpstr>
      <vt:lpstr>Diapositive 12</vt:lpstr>
      <vt:lpstr>Diapositive 13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113</cp:revision>
  <dcterms:created xsi:type="dcterms:W3CDTF">2002-08-17T10:50:50Z</dcterms:created>
  <dcterms:modified xsi:type="dcterms:W3CDTF">2013-09-08T10:48:34Z</dcterms:modified>
</cp:coreProperties>
</file>