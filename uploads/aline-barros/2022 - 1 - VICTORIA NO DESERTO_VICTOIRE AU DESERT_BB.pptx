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6" r:id="rId2"/>
    <p:sldId id="307" r:id="rId3"/>
    <p:sldId id="306" r:id="rId4"/>
    <p:sldId id="308" r:id="rId5"/>
    <p:sldId id="309" r:id="rId6"/>
    <p:sldId id="304" r:id="rId7"/>
    <p:sldId id="299" r:id="rId8"/>
    <p:sldId id="311" r:id="rId9"/>
    <p:sldId id="310" r:id="rId10"/>
    <p:sldId id="315" r:id="rId11"/>
    <p:sldId id="298" r:id="rId12"/>
    <p:sldId id="312" r:id="rId13"/>
    <p:sldId id="297" r:id="rId14"/>
    <p:sldId id="313" r:id="rId15"/>
    <p:sldId id="314" r:id="rId16"/>
    <p:sldId id="316" r:id="rId17"/>
    <p:sldId id="317" r:id="rId18"/>
    <p:sldId id="318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26702" autoAdjust="0"/>
  </p:normalViewPr>
  <p:slideViewPr>
    <p:cSldViewPr>
      <p:cViewPr varScale="1">
        <p:scale>
          <a:sx n="18" d="100"/>
          <a:sy n="18" d="100"/>
        </p:scale>
        <p:origin x="275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03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cair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sobre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nanana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
2-  TOUT N’EST QUE DÉSERT  AUTOUR DE MOI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deserto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LES ÉGYPTIENS ET PHARAON VIENNENT M’ENTOURER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egípcios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porfaraó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ohohoh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impedido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pros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seguir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fogo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cairá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sobre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heyey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
6-  JE ME LÈVERAI AVEC FOI EN TOI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levará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ahahah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levará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confiar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ououh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abra-se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ET JE PASSERAI EN SAUTANT  ET DANSANT DE JOIE DEVANT LE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passarei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ndoem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SAUTE, SAUTE, SAUTE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10-  DANS LA PRÉSENCE DU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ALORS JE DANSE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DANSE, DANSE, DANSE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12-  DANS LA PRÉSENCE DU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ALORS JE CRIE, CRIE, CRIE, CRIE, CRIE DANS LA PRÉSENCE DU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ALORS JE COURS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COURS, COURS, COURS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DANS LA PRÉSENCE DU ROI 
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LOUE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LOUE , LOUE , LOUE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cair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sobre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nanana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
2-  TOUT N’EST QUE DÉSERT  AUTOUR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deserto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LES ÉGYPTIENS ET PHARAON VIENNENT M’ENTOURER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egípcios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porfaraó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ohohoh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impedido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pros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seguir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fogo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cairá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sobre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heyey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
6-  JE ME LÈVERAI AVEC FOI EN TOI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levará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ahahah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levará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confiar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ououh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abra-se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ET JE PASSERAI EN SAUTANT  ET DANSANT DE JOIE DEVANT LE ROI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passarei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ndoem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SAUTE, SAUTE, SAUTE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10-  DANS LA PRÉSENCE DU ROI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ALORS JE DANSE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DANSE, DANSE, DANSE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12-  DANS LA PRÉSENCE DU ROI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ALORS JE CRIE, CRIE, CRIE, CRIE, CRIE DANS LA PRÉSENCE DU ROI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ALORS JE COURS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COURS, COURS, COURS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DANS LA PRÉSENCE DU ROI 
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LOUE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LOUE , LOUE ,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881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cair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sobre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nanana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
2-  TOUT N’EST QUE DÉSERT  AUTOUR DE 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deserto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3-  LES ÉGYPTIENS ET PHARAON VIENNENT M’ENTOURER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egípcios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porfaraó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ohohoh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impedido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pros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seguir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fogo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cairá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sobre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heyey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
6-  JE ME LÈVERAI AVEC FOI EN TOI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levará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ahahah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levará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confiar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ououh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abra-se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ET JE PASSERAI EN SAUTANT  ET DANSANT DE JOIE DEVANT LE ROI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passarei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ndoem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SAUTE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SAUTE, SAUTE, SAUTE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10-  DANS LA PRÉSENCE DU ROI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ALORS JE DANSE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DANSE, DANSE, DANSE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12-  DANS LA PRÉSENCE DU ROI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ALORS JE CRIE, CRIE, CRIE, CRIE, CRIE DANS LA PRÉSENCE DU ROI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ALORS JE COURS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COURS, COURS, COURS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DANS LA PRÉSENCE DU ROI 
Na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presença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LOUE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LOUE , LOUE ,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891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234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730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830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7139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20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80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719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372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149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193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635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987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635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987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LORSQUE LA NUIT FROIDE  TOMBE SUR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a noite fria cair sobre mim (nanana) 
2-  TOUT N’EST QUE DÉSERT  AUTOUR DE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num deserto eu me encontrar 
3-  LES ÉGYPTIENS ET PHARAON VIENNENT M’ENTOURER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 ver cer cado por egípcios e porfaraó (ohohoh)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CAR  ILS VEULENT  M’EMPÊCHER D’AVANCER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Sendo impedido de pros seguir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JE SAIS QUE TON FEU  SE RÉPANDRA SUR MOI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 que o teu fogo cairá sobre mim (heyey) 
6-  JE ME LÈVERAI AVEC FOI EN TOI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me levará a em ti confiar (ahahah) E me levará a em ti confiar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ET QUAND JE DIRAI OOOH  LA MER S’OUVRIRA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Então eu direi, então eu direi, ououh, abra-se o mar
	8-  ET JE PASSERAI EN SAUTANT  ET DANSANT DE JOIE DEVANT LE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 eu passarei pulando e dança ndoem sua presença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ALORS JE SAUTE SAUTE, SAUTE, SAUTE, SAUTE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pulo, pulo, pulo, pulo, pulo 
10-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
11-  ALORS JE DANSE DANSE, DANSE, DANSE, DANSE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danço, danço, danço, danço, danço 
12- 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presença do rei 
13-  ALORS JE CRIE, CRIE, CRIE, CRIE, CRIE DANS LA PRÉSENCE DU ROI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grito, grito, grito, grito, grito Na presença do rei
14-  ALORS JE COURS  COURS, COURS, COURS, COURS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Poris soeu corro, corro, corro, corro, corro
15-  DANS LA PRÉSENCE DU ROI 
Na presença do rei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*****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ALORS JE LOUE LOUE, LOUE , LOUE , LOUE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17- DANS LA PRÉSENCE DU ROI 
18 - DANS LA PRÉSENCE DE PAPA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LORSQUE LA NUIT FROIDE  TOMBE SUR MOI </a:t>
            </a:r>
          </a:p>
          <a:p>
            <a:r>
              <a:rPr lang="fr-FR" smtClean="0"/>
              <a:t>Quando a noite fria cair sobre mim (nanana) 
2-  TOUT N’EST QUE DÉSERT  AUTOUR DE MOI </a:t>
            </a:r>
          </a:p>
          <a:p>
            <a:r>
              <a:rPr lang="fr-FR" smtClean="0"/>
              <a:t>E num deserto eu me encontrar 
3-  LES ÉGYPTIENS ET PHARAON VIENNENT M’ENTOURER</a:t>
            </a:r>
          </a:p>
          <a:p>
            <a:r>
              <a:rPr lang="fr-FR" smtClean="0"/>
              <a:t>Me ver cer cado por egípcios e porfaraó (ohohoh)</a:t>
            </a:r>
          </a:p>
          <a:p>
            <a:r>
              <a:rPr lang="fr-FR" smtClean="0"/>
              <a:t>4-  CAR  ILS VEULENT  M’EMPÊCHER D’AVANCER </a:t>
            </a:r>
          </a:p>
          <a:p>
            <a:r>
              <a:rPr lang="fr-FR" smtClean="0"/>
              <a:t>Sendo impedido de pros seguir</a:t>
            </a:r>
          </a:p>
          <a:p>
            <a:r>
              <a:rPr lang="fr-FR" smtClean="0"/>
              <a:t>
5-  JE SAIS QUE TON FEU  SE RÉPANDRA SUR MOI    X2</a:t>
            </a:r>
          </a:p>
          <a:p>
            <a:r>
              <a:rPr lang="fr-FR" smtClean="0"/>
              <a:t>Sei que o teu fogo cairá sobre mim (heyey) 
6-  JE ME LÈVERAI AVEC FOI EN TOI X2</a:t>
            </a:r>
          </a:p>
          <a:p>
            <a:r>
              <a:rPr lang="fr-FR" smtClean="0"/>
              <a:t>E me levará a em ti confiar (ahahah) E me levará a em ti confiar</a:t>
            </a:r>
          </a:p>
          <a:p>
            <a:r>
              <a:rPr lang="fr-FR" smtClean="0"/>
              <a:t>
	7-  ET QUAND JE DIRAI OOOH  LA MER S’OUVRIRA </a:t>
            </a:r>
          </a:p>
          <a:p>
            <a:r>
              <a:rPr lang="fr-FR" smtClean="0"/>
              <a:t>	Então eu direi, então eu direi, ououh, abra-se o mar
	8-  ET JE PASSERAI EN SAUTANT  ET DANSANT DE JOIE DEVANT LE ROI </a:t>
            </a:r>
          </a:p>
          <a:p>
            <a:r>
              <a:rPr lang="fr-FR" smtClean="0"/>
              <a:t>	E eu passarei pulando e dança ndoem sua presença </a:t>
            </a:r>
          </a:p>
          <a:p>
            <a:r>
              <a:rPr lang="fr-FR" smtClean="0"/>
              <a:t>
9-  ALORS JE SAUTE SAUTE, SAUTE, SAUTE, SAUTE </a:t>
            </a:r>
          </a:p>
          <a:p>
            <a:r>
              <a:rPr lang="fr-FR" smtClean="0"/>
              <a:t>Poris soeu pulo, pulo, pulo, pulo, pulo 
10-  DANS LA PRÉSENCE DU ROI </a:t>
            </a:r>
          </a:p>
          <a:p>
            <a:r>
              <a:rPr lang="fr-FR" smtClean="0"/>
              <a:t>Na presença do rei
11-  ALORS JE DANSE DANSE, DANSE, DANSE, DANSE</a:t>
            </a:r>
          </a:p>
          <a:p>
            <a:r>
              <a:rPr lang="fr-FR" smtClean="0"/>
              <a:t>Poris soeu danço, danço, danço, danço, danço 
12-  DANS LA PRÉSENCE DU ROI </a:t>
            </a:r>
          </a:p>
          <a:p>
            <a:r>
              <a:rPr lang="fr-FR" smtClean="0"/>
              <a:t>Na presença do rei 
13-  ALORS JE CRIE, CRIE, CRIE, CRIE, CRIE DANS LA PRÉSENCE DU ROI </a:t>
            </a:r>
          </a:p>
          <a:p>
            <a:r>
              <a:rPr lang="fr-FR" smtClean="0"/>
              <a:t>Poris soeu grito, grito, grito, grito, grito Na presença do rei
14-  ALORS JE COURS  COURS, COURS, COURS, COURS  </a:t>
            </a:r>
          </a:p>
          <a:p>
            <a:r>
              <a:rPr lang="fr-FR" smtClean="0"/>
              <a:t>Poris soeu corro, corro, corro, corro, corro
15-  DANS LA PRÉSENCE DU ROI 
Na presença do rei</a:t>
            </a:r>
          </a:p>
          <a:p>
            <a:endParaRPr lang="fr-FR" smtClean="0"/>
          </a:p>
          <a:p>
            <a:r>
              <a:rPr lang="fr-FR" smtClean="0"/>
              <a:t>*****</a:t>
            </a:r>
          </a:p>
          <a:p>
            <a:r>
              <a:rPr lang="fr-FR" smtClean="0"/>
              <a:t>16- ALORS JE LOUE LOUE, LOUE , LOUE , LOUE </a:t>
            </a:r>
          </a:p>
          <a:p>
            <a:r>
              <a:rPr lang="fr-FR" smtClean="0"/>
              <a:t>17- DANS LA PRÉSENCE DU ROI 
18 - DANS LA PRÉSENCE DE PAPA</a:t>
            </a:r>
          </a:p>
          <a:p>
            <a:endParaRPr lang="fr-FR" smtClean="0"/>
          </a:p>
          <a:p>
            <a:r>
              <a:rPr lang="fr-FR" smtClean="0"/>
              <a:t>	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98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LA NUIT FROIDE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TOMBE SUR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N’EST QUE DÉSERT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AUTOUR DE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4619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ÉGYPTIENS ET PHARAON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VIENNENT M’ENTOURER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329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ILS VEULENT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M’EMPÊCHER D’AVANCER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98898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TON FEU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RÉPANDRA SUR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9950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LÈVERAI AVEC FOI EN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1671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JE DIRAI, OOOH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MER S’OUVRIRA</a:t>
            </a:r>
          </a:p>
        </p:txBody>
      </p:sp>
    </p:spTree>
    <p:extLst>
      <p:ext uri="{BB962C8B-B14F-4D97-AF65-F5344CB8AC3E}">
        <p14:creationId xmlns:p14="http://schemas.microsoft.com/office/powerpoint/2010/main" val="1076123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PASSERAI EN SAUTANT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DANSANT DE JOIE DEVANT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6012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SAUTE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SAUTE, SAUTE, SAUTE, SAUTE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5140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2531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DANSE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DANSE, DANSE, DANSE, DANSE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87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734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CRIE, CRIE, CRIE, CRIE, CRIE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6436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COURS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COURS, COURS, COURS, COURS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4606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672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LOUE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LOUE, LOUE, LOUE, LOUE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460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DU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6721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PRÉSENCE DE PAPA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67214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17934</TotalTime>
  <Words>791</Words>
  <Application>Microsoft Office PowerPoint</Application>
  <PresentationFormat>Affichage à l'écran (4:3)</PresentationFormat>
  <Paragraphs>930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215</cp:revision>
  <dcterms:created xsi:type="dcterms:W3CDTF">2002-08-17T10:50:50Z</dcterms:created>
  <dcterms:modified xsi:type="dcterms:W3CDTF">2022-09-24T17:28:03Z</dcterms:modified>
</cp:coreProperties>
</file>