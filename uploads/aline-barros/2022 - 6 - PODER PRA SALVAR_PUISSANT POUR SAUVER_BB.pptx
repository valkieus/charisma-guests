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84" r:id="rId2"/>
    <p:sldId id="283" r:id="rId3"/>
    <p:sldId id="285" r:id="rId4"/>
    <p:sldId id="286" r:id="rId5"/>
    <p:sldId id="287" r:id="rId6"/>
    <p:sldId id="288" r:id="rId7"/>
    <p:sldId id="289" r:id="rId8"/>
    <p:sldId id="290" r:id="rId9"/>
    <p:sldId id="291" r:id="rId10"/>
    <p:sldId id="292" r:id="rId11"/>
    <p:sldId id="293" r:id="rId12"/>
    <p:sldId id="294" r:id="rId13"/>
    <p:sldId id="295" r:id="rId14"/>
    <p:sldId id="296" r:id="rId1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76" autoAdjust="0"/>
    <p:restoredTop sz="27023" autoAdjust="0"/>
  </p:normalViewPr>
  <p:slideViewPr>
    <p:cSldViewPr>
      <p:cViewPr varScale="1">
        <p:scale>
          <a:sx n="17" d="100"/>
          <a:sy n="17" d="100"/>
        </p:scale>
        <p:origin x="1028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266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66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FB5D5E6B-900D-4801-A0B4-8E26BD090137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NOUS AVONS TOUS LE BESOIN DE COMPASSION, D’AMOUR CERTAIN </a:t>
            </a:r>
          </a:p>
          <a:p>
            <a:r>
              <a:rPr lang="fr-FR" smtClean="0"/>
              <a:t>Todos necessitam de um amor perfeito
2-  QUE TA GRÂCE VIENNE SUR MOI CHACUN A BESOIN DE PARDON </a:t>
            </a:r>
          </a:p>
          <a:p>
            <a:r>
              <a:rPr lang="fr-FR" smtClean="0"/>
              <a:t>Perdão e compaixão todos necessitam de graça e esperança
3-  D’UN SAUVEUR AIMANT ET BON  L’ESPOIR DES NATIONS </a:t>
            </a:r>
          </a:p>
          <a:p>
            <a:r>
              <a:rPr lang="fr-FR" smtClean="0"/>
              <a:t>De um Deus que salva</a:t>
            </a:r>
          </a:p>
          <a:p>
            <a:endParaRPr lang="fr-FR" smtClean="0"/>
          </a:p>
          <a:p>
            <a:r>
              <a:rPr lang="fr-FR" smtClean="0"/>
              <a:t>	Refrain :
	4-  SAUVEUR IL DÉPLACE LES MONTAGNES </a:t>
            </a:r>
          </a:p>
          <a:p>
            <a:r>
              <a:rPr lang="fr-FR" smtClean="0"/>
              <a:t>	Cristo move as montanhas
	5-  DIEU EST PUISSANT POUR SAUVER SI PUISSANT POUR SAUVER </a:t>
            </a:r>
          </a:p>
          <a:p>
            <a:r>
              <a:rPr lang="fr-FR" smtClean="0"/>
              <a:t>	E tem poder pra salvar tem poder pra salvar
	6-  AUTEUR DU SALUT À JAMAIS SUR LA MORT, IL A GAGNÉ </a:t>
            </a:r>
          </a:p>
          <a:p>
            <a:r>
              <a:rPr lang="fr-FR" smtClean="0"/>
              <a:t>	Pra sempre autor da salvação Jesus a morte venceu 
	7-  TU ES RESSUSCITÉ </a:t>
            </a:r>
          </a:p>
          <a:p>
            <a:r>
              <a:rPr lang="fr-FR" smtClean="0"/>
              <a:t>	Sobre a morte venceu</a:t>
            </a:r>
          </a:p>
          <a:p>
            <a:r>
              <a:rPr lang="fr-FR" smtClean="0"/>
              <a:t>
8-  PRENDS-MOI TEL QUE JE SUIS MES PEURS ET MES DOUTES AUSSI </a:t>
            </a:r>
          </a:p>
          <a:p>
            <a:r>
              <a:rPr lang="fr-FR" smtClean="0"/>
              <a:t>Me aceitas com meus medos, falhas e temores
9-  À NOUVEAU REMPLIS-MOI MON CŒUR VEUT SUIVRE TES PAS </a:t>
            </a:r>
          </a:p>
          <a:p>
            <a:r>
              <a:rPr lang="fr-FR" smtClean="0"/>
              <a:t>Enche meu viver a minha vida entrego, 
10-  OUBLIER MÊME TOUT C’QUE JE CROIS</a:t>
            </a:r>
          </a:p>
          <a:p>
            <a:r>
              <a:rPr lang="fr-FR" smtClean="0"/>
              <a:t>pra seguir Teus passos
11-  JE SUIS TOUT À TOI </a:t>
            </a:r>
          </a:p>
          <a:p>
            <a:r>
              <a:rPr lang="fr-FR" smtClean="0"/>
              <a:t>A Ti me rendo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12-  BRILLE ET LÈVE-TOI </a:t>
            </a:r>
          </a:p>
          <a:p>
            <a:r>
              <a:rPr lang="fr-FR" smtClean="0"/>
              <a:t>Possa o mundo
13-  QUE LE MONDE VOIE QUE NOUS CHANTONS </a:t>
            </a:r>
          </a:p>
          <a:p>
            <a:r>
              <a:rPr lang="fr-FR" smtClean="0"/>
              <a:t>ver brilhar a luz Cantamos
14-  POUR LA GLOIRE DE NOTRE DIEU ET ROI JÉSUS 
para a gloria do Senhor Jesus cristo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Refrain :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NOUS AVONS TOUS LE BESOIN DE COMPASSION, D’AMOUR CERTAIN </a:t>
            </a:r>
          </a:p>
          <a:p>
            <a:pPr eaLnBrk="1" hangingPunct="1"/>
            <a:r>
              <a:rPr lang="fr-FR" smtClean="0"/>
              <a:t>Todos necessitam de um amor perfeito
2-  QUE TA GRÂCE VIENNE SUR MOI CHACUN A BESOIN DE PARDON </a:t>
            </a:r>
          </a:p>
          <a:p>
            <a:pPr eaLnBrk="1" hangingPunct="1"/>
            <a:r>
              <a:rPr lang="fr-FR" smtClean="0"/>
              <a:t>Perdão e compaixão todos necessitam de graça e esperança
3-  D’UN SAUVEUR AIMANT ET BON  L’ESPOIR DES NATIONS </a:t>
            </a:r>
          </a:p>
          <a:p>
            <a:pPr eaLnBrk="1" hangingPunct="1"/>
            <a:r>
              <a:rPr lang="fr-FR" smtClean="0"/>
              <a:t>De um Deus que salva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Refrain :
	4-  SAUVEUR IL DÉPLACE LES MONTAGNES </a:t>
            </a:r>
          </a:p>
          <a:p>
            <a:pPr eaLnBrk="1" hangingPunct="1"/>
            <a:r>
              <a:rPr lang="fr-FR" smtClean="0"/>
              <a:t>	Cristo move as montanhas
	5-  DIEU EST PUISSANT POUR SAUVER SI PUISSANT POUR SAUVER </a:t>
            </a:r>
          </a:p>
          <a:p>
            <a:pPr eaLnBrk="1" hangingPunct="1"/>
            <a:r>
              <a:rPr lang="fr-FR" smtClean="0"/>
              <a:t>	E tem poder pra salvar tem poder pra salvar
	6-  AUTEUR DU SALUT À JAMAIS SUR LA MORT, IL A GAGNÉ </a:t>
            </a:r>
          </a:p>
          <a:p>
            <a:pPr eaLnBrk="1" hangingPunct="1"/>
            <a:r>
              <a:rPr lang="fr-FR" smtClean="0"/>
              <a:t>	Pra sempre autor da salvação Jesus a morte venceu 
	7-  TU ES RESSUSCITÉ </a:t>
            </a:r>
          </a:p>
          <a:p>
            <a:pPr eaLnBrk="1" hangingPunct="1"/>
            <a:r>
              <a:rPr lang="fr-FR" smtClean="0"/>
              <a:t>	Sobre a morte venceu</a:t>
            </a:r>
          </a:p>
          <a:p>
            <a:pPr eaLnBrk="1" hangingPunct="1"/>
            <a:r>
              <a:rPr lang="fr-FR" smtClean="0"/>
              <a:t>
8-  PRENDS-MOI TEL QUE JE SUIS MES PEURS ET MES DOUTES AUSSI </a:t>
            </a:r>
          </a:p>
          <a:p>
            <a:pPr eaLnBrk="1" hangingPunct="1"/>
            <a:r>
              <a:rPr lang="fr-FR" smtClean="0"/>
              <a:t>Me aceitas com meus medos, falhas e temores
9-  À NOUVEAU REMPLIS-MOI MON CŒUR VEUT SUIVRE TES PAS </a:t>
            </a:r>
          </a:p>
          <a:p>
            <a:pPr eaLnBrk="1" hangingPunct="1"/>
            <a:r>
              <a:rPr lang="fr-FR" smtClean="0"/>
              <a:t>Enche meu viver a minha vida entrego, 
10-  OUBLIER MÊME TOUT C’QUE JE CROIS</a:t>
            </a:r>
          </a:p>
          <a:p>
            <a:pPr eaLnBrk="1" hangingPunct="1"/>
            <a:r>
              <a:rPr lang="fr-FR" smtClean="0"/>
              <a:t>pra seguir Teus passos
11-  JE SUIS TOUT À TOI </a:t>
            </a:r>
          </a:p>
          <a:p>
            <a:pPr eaLnBrk="1" hangingPunct="1"/>
            <a:r>
              <a:rPr lang="fr-FR" smtClean="0"/>
              <a:t>A Ti me rendo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Refrain :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Pont :
12-  BRILLE ET LÈVE-TOI </a:t>
            </a:r>
          </a:p>
          <a:p>
            <a:pPr eaLnBrk="1" hangingPunct="1"/>
            <a:r>
              <a:rPr lang="fr-FR" smtClean="0"/>
              <a:t>Possa o mundo
13-  QUE LE MONDE VOIE QUE NOUS CHANTONS </a:t>
            </a:r>
          </a:p>
          <a:p>
            <a:pPr eaLnBrk="1" hangingPunct="1"/>
            <a:r>
              <a:rPr lang="fr-FR" smtClean="0"/>
              <a:t>ver brilhar a luz Cantamos
14-  POUR LA GLOIRE DE NOTRE DIEU ET ROI JÉSUS 
para a gloria do Senhor Jesus cristo</a:t>
            </a:r>
          </a:p>
          <a:p>
            <a:pPr eaLnBrk="1" hangingPunct="1"/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Refrain :</a:t>
            </a:r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28302630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NOUS AVONS TOUS LE BESOIN DE COMPASSION, D’AMOUR CERTAIN </a:t>
            </a:r>
          </a:p>
          <a:p>
            <a:r>
              <a:rPr lang="fr-FR" smtClean="0"/>
              <a:t>Todos necessitam de um amor perfeito
2-  QUE TA GRÂCE VIENNE SUR MOI CHACUN A BESOIN DE PARDON </a:t>
            </a:r>
          </a:p>
          <a:p>
            <a:r>
              <a:rPr lang="fr-FR" smtClean="0"/>
              <a:t>Perdão e compaixão todos necessitam de graça e esperança
3-  D’UN SAUVEUR AIMANT ET BON  L’ESPOIR DES NATIONS </a:t>
            </a:r>
          </a:p>
          <a:p>
            <a:r>
              <a:rPr lang="fr-FR" smtClean="0"/>
              <a:t>De um Deus que salva</a:t>
            </a:r>
          </a:p>
          <a:p>
            <a:endParaRPr lang="fr-FR" smtClean="0"/>
          </a:p>
          <a:p>
            <a:r>
              <a:rPr lang="fr-FR" smtClean="0"/>
              <a:t>	Refrain :
	4-  SAUVEUR IL DÉPLACE LES MONTAGNES </a:t>
            </a:r>
          </a:p>
          <a:p>
            <a:r>
              <a:rPr lang="fr-FR" smtClean="0"/>
              <a:t>	Cristo move as montanhas
	5-  DIEU EST PUISSANT POUR SAUVER SI PUISSANT POUR SAUVER </a:t>
            </a:r>
          </a:p>
          <a:p>
            <a:r>
              <a:rPr lang="fr-FR" smtClean="0"/>
              <a:t>	E tem poder pra salvar tem poder pra salvar
	6-  AUTEUR DU SALUT À JAMAIS SUR LA MORT, IL A GAGNÉ </a:t>
            </a:r>
          </a:p>
          <a:p>
            <a:r>
              <a:rPr lang="fr-FR" smtClean="0"/>
              <a:t>	Pra sempre autor da salvação Jesus a morte venceu 
	7-  TU ES RESSUSCITÉ </a:t>
            </a:r>
          </a:p>
          <a:p>
            <a:r>
              <a:rPr lang="fr-FR" smtClean="0"/>
              <a:t>	Sobre a morte venceu</a:t>
            </a:r>
          </a:p>
          <a:p>
            <a:r>
              <a:rPr lang="fr-FR" smtClean="0"/>
              <a:t>
8-  PRENDS-MOI TEL QUE JE SUIS MES PEURS ET MES DOUTES AUSSI </a:t>
            </a:r>
          </a:p>
          <a:p>
            <a:r>
              <a:rPr lang="fr-FR" smtClean="0"/>
              <a:t>Me aceitas com meus medos, falhas e temores
9-  À NOUVEAU REMPLIS-MOI MON CŒUR VEUT SUIVRE TES PAS </a:t>
            </a:r>
          </a:p>
          <a:p>
            <a:r>
              <a:rPr lang="fr-FR" smtClean="0"/>
              <a:t>Enche meu viver a minha vida entrego, 
10-  OUBLIER MÊME TOUT C’QUE JE CROIS</a:t>
            </a:r>
          </a:p>
          <a:p>
            <a:r>
              <a:rPr lang="fr-FR" smtClean="0"/>
              <a:t>pra seguir Teus passos
11-  JE SUIS TOUT À TOI </a:t>
            </a:r>
          </a:p>
          <a:p>
            <a:r>
              <a:rPr lang="fr-FR" smtClean="0"/>
              <a:t>A Ti me rendo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12-  BRILLE ET LÈVE-TOI </a:t>
            </a:r>
          </a:p>
          <a:p>
            <a:r>
              <a:rPr lang="fr-FR" smtClean="0"/>
              <a:t>Possa o mundo
13-  QUE LE MONDE VOIE QUE NOUS CHANTONS </a:t>
            </a:r>
          </a:p>
          <a:p>
            <a:r>
              <a:rPr lang="fr-FR" smtClean="0"/>
              <a:t>ver brilhar a luz Cantamos
14-  POUR LA GLOIRE DE NOTRE DIEU ET ROI JÉSUS 
para a gloria do Senhor Jesus cristo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Refrain :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NOUS AVONS TOUS LE BESOIN DE COMPASSION, D’AMOUR CERTAIN </a:t>
            </a:r>
          </a:p>
          <a:p>
            <a:pPr eaLnBrk="1" hangingPunct="1"/>
            <a:r>
              <a:rPr lang="fr-FR" smtClean="0"/>
              <a:t>Todos necessitam de um amor perfeito
2-  QUE TA GRÂCE VIENNE SUR MOI CHACUN A BESOIN DE PARDON </a:t>
            </a:r>
          </a:p>
          <a:p>
            <a:pPr eaLnBrk="1" hangingPunct="1"/>
            <a:r>
              <a:rPr lang="fr-FR" smtClean="0"/>
              <a:t>Perdão e compaixão todos necessitam de graça e esperança
3-  D’UN SAUVEUR AIMANT ET BON  L’ESPOIR DES NATIONS </a:t>
            </a:r>
          </a:p>
          <a:p>
            <a:pPr eaLnBrk="1" hangingPunct="1"/>
            <a:r>
              <a:rPr lang="fr-FR" smtClean="0"/>
              <a:t>De um Deus que salva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Refrain :
	4-  SAUVEUR IL DÉPLACE LES MONTAGNES </a:t>
            </a:r>
          </a:p>
          <a:p>
            <a:pPr eaLnBrk="1" hangingPunct="1"/>
            <a:r>
              <a:rPr lang="fr-FR" smtClean="0"/>
              <a:t>	Cristo move as montanhas
	5-  DIEU EST PUISSANT POUR SAUVER SI PUISSANT POUR SAUVER </a:t>
            </a:r>
          </a:p>
          <a:p>
            <a:pPr eaLnBrk="1" hangingPunct="1"/>
            <a:r>
              <a:rPr lang="fr-FR" smtClean="0"/>
              <a:t>	E tem poder pra salvar tem poder pra salvar
	6-  AUTEUR DU SALUT À JAMAIS SUR LA MORT, IL A GAGNÉ </a:t>
            </a:r>
          </a:p>
          <a:p>
            <a:pPr eaLnBrk="1" hangingPunct="1"/>
            <a:r>
              <a:rPr lang="fr-FR" smtClean="0"/>
              <a:t>	Pra sempre autor da salvação Jesus a morte venceu 
	7-  TU ES RESSUSCITÉ </a:t>
            </a:r>
          </a:p>
          <a:p>
            <a:pPr eaLnBrk="1" hangingPunct="1"/>
            <a:r>
              <a:rPr lang="fr-FR" smtClean="0"/>
              <a:t>	Sobre a morte venceu</a:t>
            </a:r>
          </a:p>
          <a:p>
            <a:pPr eaLnBrk="1" hangingPunct="1"/>
            <a:r>
              <a:rPr lang="fr-FR" smtClean="0"/>
              <a:t>
8-  PRENDS-MOI TEL QUE JE SUIS MES PEURS ET MES DOUTES AUSSI </a:t>
            </a:r>
          </a:p>
          <a:p>
            <a:pPr eaLnBrk="1" hangingPunct="1"/>
            <a:r>
              <a:rPr lang="fr-FR" smtClean="0"/>
              <a:t>Me aceitas com meus medos, falhas e temores
9-  À NOUVEAU REMPLIS-MOI MON CŒUR VEUT SUIVRE TES PAS </a:t>
            </a:r>
          </a:p>
          <a:p>
            <a:pPr eaLnBrk="1" hangingPunct="1"/>
            <a:r>
              <a:rPr lang="fr-FR" smtClean="0"/>
              <a:t>Enche meu viver a minha vida entrego, 
10-  OUBLIER MÊME TOUT C’QUE JE CROIS</a:t>
            </a:r>
          </a:p>
          <a:p>
            <a:pPr eaLnBrk="1" hangingPunct="1"/>
            <a:r>
              <a:rPr lang="fr-FR" smtClean="0"/>
              <a:t>pra seguir Teus passos
11-  JE SUIS TOUT À TOI </a:t>
            </a:r>
          </a:p>
          <a:p>
            <a:pPr eaLnBrk="1" hangingPunct="1"/>
            <a:r>
              <a:rPr lang="fr-FR" smtClean="0"/>
              <a:t>A Ti me rendo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Refrain :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Pont :
12-  BRILLE ET LÈVE-TOI </a:t>
            </a:r>
          </a:p>
          <a:p>
            <a:pPr eaLnBrk="1" hangingPunct="1"/>
            <a:r>
              <a:rPr lang="fr-FR" smtClean="0"/>
              <a:t>Possa o mundo
13-  QUE LE MONDE VOIE QUE NOUS CHANTONS </a:t>
            </a:r>
          </a:p>
          <a:p>
            <a:pPr eaLnBrk="1" hangingPunct="1"/>
            <a:r>
              <a:rPr lang="fr-FR" smtClean="0"/>
              <a:t>ver brilhar a luz Cantamos
14-  POUR LA GLOIRE DE NOTRE DIEU ET ROI JÉSUS 
para a gloria do Senhor Jesus cristo</a:t>
            </a:r>
          </a:p>
          <a:p>
            <a:pPr eaLnBrk="1" hangingPunct="1"/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Refrain :</a:t>
            </a:r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NOUS AVONS TOUS LE BESOIN DE COMPASSION, D’AMOUR CERTAIN </a:t>
            </a:r>
          </a:p>
          <a:p>
            <a:r>
              <a:rPr lang="fr-FR" smtClean="0"/>
              <a:t>Todos necessitam de um amor perfeito
2-  QUE TA GRÂCE VIENNE SUR MOI CHACUN A BESOIN DE PARDON </a:t>
            </a:r>
          </a:p>
          <a:p>
            <a:r>
              <a:rPr lang="fr-FR" smtClean="0"/>
              <a:t>Perdão e compaixão todos necessitam de graça e esperança
3-  D’UN SAUVEUR AIMANT ET BON  L’ESPOIR DES NATIONS </a:t>
            </a:r>
          </a:p>
          <a:p>
            <a:r>
              <a:rPr lang="fr-FR" smtClean="0"/>
              <a:t>De um Deus que salva</a:t>
            </a:r>
          </a:p>
          <a:p>
            <a:endParaRPr lang="fr-FR" smtClean="0"/>
          </a:p>
          <a:p>
            <a:r>
              <a:rPr lang="fr-FR" smtClean="0"/>
              <a:t>	Refrain :
	4-  SAUVEUR IL DÉPLACE LES MONTAGNES </a:t>
            </a:r>
          </a:p>
          <a:p>
            <a:r>
              <a:rPr lang="fr-FR" smtClean="0"/>
              <a:t>	Cristo move as montanhas
	5-  DIEU EST PUISSANT POUR SAUVER SI PUISSANT POUR SAUVER </a:t>
            </a:r>
          </a:p>
          <a:p>
            <a:r>
              <a:rPr lang="fr-FR" smtClean="0"/>
              <a:t>	E tem poder pra salvar tem poder pra salvar
	6-  AUTEUR DU SALUT À JAMAIS SUR LA MORT, IL A GAGNÉ </a:t>
            </a:r>
          </a:p>
          <a:p>
            <a:r>
              <a:rPr lang="fr-FR" smtClean="0"/>
              <a:t>	Pra sempre autor da salvação Jesus a morte venceu 
	7-  TU ES RESSUSCITÉ </a:t>
            </a:r>
          </a:p>
          <a:p>
            <a:r>
              <a:rPr lang="fr-FR" smtClean="0"/>
              <a:t>	Sobre a morte venceu</a:t>
            </a:r>
          </a:p>
          <a:p>
            <a:r>
              <a:rPr lang="fr-FR" smtClean="0"/>
              <a:t>
8-  PRENDS-MOI TEL QUE JE SUIS MES PEURS ET MES DOUTES AUSSI </a:t>
            </a:r>
          </a:p>
          <a:p>
            <a:r>
              <a:rPr lang="fr-FR" smtClean="0"/>
              <a:t>Me aceitas com meus medos, falhas e temores
9-  À NOUVEAU REMPLIS-MOI MON CŒUR VEUT SUIVRE TES PAS </a:t>
            </a:r>
          </a:p>
          <a:p>
            <a:r>
              <a:rPr lang="fr-FR" smtClean="0"/>
              <a:t>Enche meu viver a minha vida entrego, 
10-  OUBLIER MÊME TOUT C’QUE JE CROIS</a:t>
            </a:r>
          </a:p>
          <a:p>
            <a:r>
              <a:rPr lang="fr-FR" smtClean="0"/>
              <a:t>pra seguir Teus passos
11-  JE SUIS TOUT À TOI </a:t>
            </a:r>
          </a:p>
          <a:p>
            <a:r>
              <a:rPr lang="fr-FR" smtClean="0"/>
              <a:t>A Ti me rendo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12-  BRILLE ET LÈVE-TOI </a:t>
            </a:r>
          </a:p>
          <a:p>
            <a:r>
              <a:rPr lang="fr-FR" smtClean="0"/>
              <a:t>Possa o mundo
13-  QUE LE MONDE VOIE QUE NOUS CHANTONS </a:t>
            </a:r>
          </a:p>
          <a:p>
            <a:r>
              <a:rPr lang="fr-FR" smtClean="0"/>
              <a:t>ver brilhar a luz Cantamos
14-  POUR LA GLOIRE DE NOTRE DIEU ET ROI JÉSUS 
para a gloria do Senhor Jesus cristo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Refrain :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NOUS AVONS TOUS LE BESOIN DE COMPASSION, D’AMOUR CERTAIN </a:t>
            </a:r>
          </a:p>
          <a:p>
            <a:pPr eaLnBrk="1" hangingPunct="1"/>
            <a:r>
              <a:rPr lang="fr-FR" smtClean="0"/>
              <a:t>Todos necessitam de um amor perfeito
2-  QUE TA GRÂCE VIENNE SUR MOI CHACUN A BESOIN DE PARDON </a:t>
            </a:r>
          </a:p>
          <a:p>
            <a:pPr eaLnBrk="1" hangingPunct="1"/>
            <a:r>
              <a:rPr lang="fr-FR" smtClean="0"/>
              <a:t>Perdão e compaixão todos necessitam de graça e esperança
3-  D’UN SAUVEUR AIMANT ET BON  L’ESPOIR DES NATIONS </a:t>
            </a:r>
          </a:p>
          <a:p>
            <a:pPr eaLnBrk="1" hangingPunct="1"/>
            <a:r>
              <a:rPr lang="fr-FR" smtClean="0"/>
              <a:t>De um Deus que salva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Refrain :
	4-  SAUVEUR IL DÉPLACE LES MONTAGNES </a:t>
            </a:r>
          </a:p>
          <a:p>
            <a:pPr eaLnBrk="1" hangingPunct="1"/>
            <a:r>
              <a:rPr lang="fr-FR" smtClean="0"/>
              <a:t>	Cristo move as montanhas
	5-  DIEU EST PUISSANT POUR SAUVER SI PUISSANT POUR SAUVER </a:t>
            </a:r>
          </a:p>
          <a:p>
            <a:pPr eaLnBrk="1" hangingPunct="1"/>
            <a:r>
              <a:rPr lang="fr-FR" smtClean="0"/>
              <a:t>	E tem poder pra salvar tem poder pra salvar
	6-  AUTEUR DU SALUT À JAMAIS SUR LA MORT, IL A GAGNÉ </a:t>
            </a:r>
          </a:p>
          <a:p>
            <a:pPr eaLnBrk="1" hangingPunct="1"/>
            <a:r>
              <a:rPr lang="fr-FR" smtClean="0"/>
              <a:t>	Pra sempre autor da salvação Jesus a morte venceu 
	7-  TU ES RESSUSCITÉ </a:t>
            </a:r>
          </a:p>
          <a:p>
            <a:pPr eaLnBrk="1" hangingPunct="1"/>
            <a:r>
              <a:rPr lang="fr-FR" smtClean="0"/>
              <a:t>	Sobre a morte venceu</a:t>
            </a:r>
          </a:p>
          <a:p>
            <a:pPr eaLnBrk="1" hangingPunct="1"/>
            <a:r>
              <a:rPr lang="fr-FR" smtClean="0"/>
              <a:t>
8-  PRENDS-MOI TEL QUE JE SUIS MES PEURS ET MES DOUTES AUSSI </a:t>
            </a:r>
          </a:p>
          <a:p>
            <a:pPr eaLnBrk="1" hangingPunct="1"/>
            <a:r>
              <a:rPr lang="fr-FR" smtClean="0"/>
              <a:t>Me aceitas com meus medos, falhas e temores
9-  À NOUVEAU REMPLIS-MOI MON CŒUR VEUT SUIVRE TES PAS </a:t>
            </a:r>
          </a:p>
          <a:p>
            <a:pPr eaLnBrk="1" hangingPunct="1"/>
            <a:r>
              <a:rPr lang="fr-FR" smtClean="0"/>
              <a:t>Enche meu viver a minha vida entrego, 
10-  OUBLIER MÊME TOUT C’QUE JE CROIS</a:t>
            </a:r>
          </a:p>
          <a:p>
            <a:pPr eaLnBrk="1" hangingPunct="1"/>
            <a:r>
              <a:rPr lang="fr-FR" smtClean="0"/>
              <a:t>pra seguir Teus passos
11-  JE SUIS TOUT À TOI </a:t>
            </a:r>
          </a:p>
          <a:p>
            <a:pPr eaLnBrk="1" hangingPunct="1"/>
            <a:r>
              <a:rPr lang="fr-FR" smtClean="0"/>
              <a:t>A Ti me rendo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Refrain :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Pont :
12-  BRILLE ET LÈVE-TOI </a:t>
            </a:r>
          </a:p>
          <a:p>
            <a:pPr eaLnBrk="1" hangingPunct="1"/>
            <a:r>
              <a:rPr lang="fr-FR" smtClean="0"/>
              <a:t>Possa o mundo
13-  QUE LE MONDE VOIE QUE NOUS CHANTONS </a:t>
            </a:r>
          </a:p>
          <a:p>
            <a:pPr eaLnBrk="1" hangingPunct="1"/>
            <a:r>
              <a:rPr lang="fr-FR" smtClean="0"/>
              <a:t>ver brilhar a luz Cantamos
14-  POUR LA GLOIRE DE NOTRE DIEU ET ROI JÉSUS 
para a gloria do Senhor Jesus cristo</a:t>
            </a:r>
          </a:p>
          <a:p>
            <a:pPr eaLnBrk="1" hangingPunct="1"/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Refrain :</a:t>
            </a:r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42338690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NOUS AVONS TOUS LE BESOIN DE COMPASSION, D’AMOUR CERTAIN </a:t>
            </a:r>
          </a:p>
          <a:p>
            <a:r>
              <a:rPr lang="fr-FR" smtClean="0"/>
              <a:t>Todos necessitam de um amor perfeito
2-  QUE TA GRÂCE VIENNE SUR MOI CHACUN A BESOIN DE PARDON </a:t>
            </a:r>
          </a:p>
          <a:p>
            <a:r>
              <a:rPr lang="fr-FR" smtClean="0"/>
              <a:t>Perdão e compaixão todos necessitam de graça e esperança
3-  D’UN SAUVEUR AIMANT ET BON  L’ESPOIR DES NATIONS </a:t>
            </a:r>
          </a:p>
          <a:p>
            <a:r>
              <a:rPr lang="fr-FR" smtClean="0"/>
              <a:t>De um Deus que salva</a:t>
            </a:r>
          </a:p>
          <a:p>
            <a:endParaRPr lang="fr-FR" smtClean="0"/>
          </a:p>
          <a:p>
            <a:r>
              <a:rPr lang="fr-FR" smtClean="0"/>
              <a:t>	Refrain :
	4-  SAUVEUR IL DÉPLACE LES MONTAGNES </a:t>
            </a:r>
          </a:p>
          <a:p>
            <a:r>
              <a:rPr lang="fr-FR" smtClean="0"/>
              <a:t>	Cristo move as montanhas
	5-  DIEU EST PUISSANT POUR SAUVER SI PUISSANT POUR SAUVER </a:t>
            </a:r>
          </a:p>
          <a:p>
            <a:r>
              <a:rPr lang="fr-FR" smtClean="0"/>
              <a:t>	E tem poder pra salvar tem poder pra salvar
	6-  AUTEUR DU SALUT À JAMAIS SUR LA MORT, IL A GAGNÉ </a:t>
            </a:r>
          </a:p>
          <a:p>
            <a:r>
              <a:rPr lang="fr-FR" smtClean="0"/>
              <a:t>	Pra sempre autor da salvação Jesus a morte venceu 
	7-  TU ES RESSUSCITÉ </a:t>
            </a:r>
          </a:p>
          <a:p>
            <a:r>
              <a:rPr lang="fr-FR" smtClean="0"/>
              <a:t>	Sobre a morte venceu</a:t>
            </a:r>
          </a:p>
          <a:p>
            <a:r>
              <a:rPr lang="fr-FR" smtClean="0"/>
              <a:t>
8-  PRENDS-MOI TEL QUE JE SUIS MES PEURS ET MES DOUTES AUSSI </a:t>
            </a:r>
          </a:p>
          <a:p>
            <a:r>
              <a:rPr lang="fr-FR" smtClean="0"/>
              <a:t>Me aceitas com meus medos, falhas e temores
9-  À NOUVEAU REMPLIS-MOI MON CŒUR VEUT SUIVRE TES PAS </a:t>
            </a:r>
          </a:p>
          <a:p>
            <a:r>
              <a:rPr lang="fr-FR" smtClean="0"/>
              <a:t>Enche meu viver a minha vida entrego, 
10-  OUBLIER MÊME TOUT C’QUE JE CROIS</a:t>
            </a:r>
          </a:p>
          <a:p>
            <a:r>
              <a:rPr lang="fr-FR" smtClean="0"/>
              <a:t>pra seguir Teus passos
11-  JE SUIS TOUT À TOI </a:t>
            </a:r>
          </a:p>
          <a:p>
            <a:r>
              <a:rPr lang="fr-FR" smtClean="0"/>
              <a:t>A Ti me rendo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12-  BRILLE ET LÈVE-TOI </a:t>
            </a:r>
          </a:p>
          <a:p>
            <a:r>
              <a:rPr lang="fr-FR" smtClean="0"/>
              <a:t>Possa o mundo
13-  QUE LE MONDE VOIE QUE NOUS CHANTONS </a:t>
            </a:r>
          </a:p>
          <a:p>
            <a:r>
              <a:rPr lang="fr-FR" smtClean="0"/>
              <a:t>ver brilhar a luz Cantamos
14-  POUR LA GLOIRE DE NOTRE DIEU ET ROI JÉSUS 
para a gloria do Senhor Jesus cristo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Refrain :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NOUS AVONS TOUS LE BESOIN DE COMPASSION, D’AMOUR CERTAIN </a:t>
            </a:r>
          </a:p>
          <a:p>
            <a:pPr eaLnBrk="1" hangingPunct="1"/>
            <a:r>
              <a:rPr lang="fr-FR" smtClean="0"/>
              <a:t>Todos necessitam de um amor perfeito
2-  QUE TA GRÂCE VIENNE SUR MOI CHACUN A BESOIN DE PARDON </a:t>
            </a:r>
          </a:p>
          <a:p>
            <a:pPr eaLnBrk="1" hangingPunct="1"/>
            <a:r>
              <a:rPr lang="fr-FR" smtClean="0"/>
              <a:t>Perdão e compaixão todos necessitam de graça e esperança
3-  D’UN SAUVEUR AIMANT ET BON  L’ESPOIR DES NATIONS </a:t>
            </a:r>
          </a:p>
          <a:p>
            <a:pPr eaLnBrk="1" hangingPunct="1"/>
            <a:r>
              <a:rPr lang="fr-FR" smtClean="0"/>
              <a:t>De um Deus que salva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Refrain :
	4-  SAUVEUR IL DÉPLACE LES MONTAGNES </a:t>
            </a:r>
          </a:p>
          <a:p>
            <a:pPr eaLnBrk="1" hangingPunct="1"/>
            <a:r>
              <a:rPr lang="fr-FR" smtClean="0"/>
              <a:t>	Cristo move as montanhas
	5-  DIEU EST PUISSANT POUR SAUVER SI PUISSANT POUR SAUVER </a:t>
            </a:r>
          </a:p>
          <a:p>
            <a:pPr eaLnBrk="1" hangingPunct="1"/>
            <a:r>
              <a:rPr lang="fr-FR" smtClean="0"/>
              <a:t>	E tem poder pra salvar tem poder pra salvar
	6-  AUTEUR DU SALUT À JAMAIS SUR LA MORT, IL A GAGNÉ </a:t>
            </a:r>
          </a:p>
          <a:p>
            <a:pPr eaLnBrk="1" hangingPunct="1"/>
            <a:r>
              <a:rPr lang="fr-FR" smtClean="0"/>
              <a:t>	Pra sempre autor da salvação Jesus a morte venceu 
	7-  TU ES RESSUSCITÉ </a:t>
            </a:r>
          </a:p>
          <a:p>
            <a:pPr eaLnBrk="1" hangingPunct="1"/>
            <a:r>
              <a:rPr lang="fr-FR" smtClean="0"/>
              <a:t>	Sobre a morte venceu</a:t>
            </a:r>
          </a:p>
          <a:p>
            <a:pPr eaLnBrk="1" hangingPunct="1"/>
            <a:r>
              <a:rPr lang="fr-FR" smtClean="0"/>
              <a:t>
8-  PRENDS-MOI TEL QUE JE SUIS MES PEURS ET MES DOUTES AUSSI </a:t>
            </a:r>
          </a:p>
          <a:p>
            <a:pPr eaLnBrk="1" hangingPunct="1"/>
            <a:r>
              <a:rPr lang="fr-FR" smtClean="0"/>
              <a:t>Me aceitas com meus medos, falhas e temores
9-  À NOUVEAU REMPLIS-MOI MON CŒUR VEUT SUIVRE TES PAS </a:t>
            </a:r>
          </a:p>
          <a:p>
            <a:pPr eaLnBrk="1" hangingPunct="1"/>
            <a:r>
              <a:rPr lang="fr-FR" smtClean="0"/>
              <a:t>Enche meu viver a minha vida entrego, 
10-  OUBLIER MÊME TOUT C’QUE JE CROIS</a:t>
            </a:r>
          </a:p>
          <a:p>
            <a:pPr eaLnBrk="1" hangingPunct="1"/>
            <a:r>
              <a:rPr lang="fr-FR" smtClean="0"/>
              <a:t>pra seguir Teus passos
11-  JE SUIS TOUT À TOI </a:t>
            </a:r>
          </a:p>
          <a:p>
            <a:pPr eaLnBrk="1" hangingPunct="1"/>
            <a:r>
              <a:rPr lang="fr-FR" smtClean="0"/>
              <a:t>A Ti me rendo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Refrain :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Pont :
12-  BRILLE ET LÈVE-TOI </a:t>
            </a:r>
          </a:p>
          <a:p>
            <a:pPr eaLnBrk="1" hangingPunct="1"/>
            <a:r>
              <a:rPr lang="fr-FR" smtClean="0"/>
              <a:t>Possa o mundo
13-  QUE LE MONDE VOIE QUE NOUS CHANTONS </a:t>
            </a:r>
          </a:p>
          <a:p>
            <a:pPr eaLnBrk="1" hangingPunct="1"/>
            <a:r>
              <a:rPr lang="fr-FR" smtClean="0"/>
              <a:t>ver brilhar a luz Cantamos
14-  POUR LA GLOIRE DE NOTRE DIEU ET ROI JÉSUS 
para a gloria do Senhor Jesus cristo</a:t>
            </a:r>
          </a:p>
          <a:p>
            <a:pPr eaLnBrk="1" hangingPunct="1"/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Refrain :</a:t>
            </a:r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25654667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NOUS AVONS TOUS LE BESOIN DE COMPASSION, D’AMOUR CERTAIN </a:t>
            </a:r>
          </a:p>
          <a:p>
            <a:r>
              <a:rPr lang="fr-FR" smtClean="0"/>
              <a:t>Todos necessitam de um amor perfeito
2-  QUE TA GRÂCE VIENNE SUR MOI CHACUN A BESOIN DE PARDON </a:t>
            </a:r>
          </a:p>
          <a:p>
            <a:r>
              <a:rPr lang="fr-FR" smtClean="0"/>
              <a:t>Perdão e compaixão todos necessitam de graça e esperança
3-  D’UN SAUVEUR AIMANT ET BON  L’ESPOIR DES NATIONS </a:t>
            </a:r>
          </a:p>
          <a:p>
            <a:r>
              <a:rPr lang="fr-FR" smtClean="0"/>
              <a:t>De um Deus que salva</a:t>
            </a:r>
          </a:p>
          <a:p>
            <a:endParaRPr lang="fr-FR" smtClean="0"/>
          </a:p>
          <a:p>
            <a:r>
              <a:rPr lang="fr-FR" smtClean="0"/>
              <a:t>	Refrain :
	4-  SAUVEUR IL DÉPLACE LES MONTAGNES </a:t>
            </a:r>
          </a:p>
          <a:p>
            <a:r>
              <a:rPr lang="fr-FR" smtClean="0"/>
              <a:t>	Cristo move as montanhas
	5-  DIEU EST PUISSANT POUR SAUVER SI PUISSANT POUR SAUVER </a:t>
            </a:r>
          </a:p>
          <a:p>
            <a:r>
              <a:rPr lang="fr-FR" smtClean="0"/>
              <a:t>	E tem poder pra salvar tem poder pra salvar
	6-  AUTEUR DU SALUT À JAMAIS SUR LA MORT, IL A GAGNÉ </a:t>
            </a:r>
          </a:p>
          <a:p>
            <a:r>
              <a:rPr lang="fr-FR" smtClean="0"/>
              <a:t>	Pra sempre autor da salvação Jesus a morte venceu 
	7-  TU ES RESSUSCITÉ </a:t>
            </a:r>
          </a:p>
          <a:p>
            <a:r>
              <a:rPr lang="fr-FR" smtClean="0"/>
              <a:t>	Sobre a morte venceu</a:t>
            </a:r>
          </a:p>
          <a:p>
            <a:r>
              <a:rPr lang="fr-FR" smtClean="0"/>
              <a:t>
8-  PRENDS-MOI TEL QUE JE SUIS MES PEURS ET MES DOUTES AUSSI </a:t>
            </a:r>
          </a:p>
          <a:p>
            <a:r>
              <a:rPr lang="fr-FR" smtClean="0"/>
              <a:t>Me aceitas com meus medos, falhas e temores
9-  À NOUVEAU REMPLIS-MOI MON CŒUR VEUT SUIVRE TES PAS </a:t>
            </a:r>
          </a:p>
          <a:p>
            <a:r>
              <a:rPr lang="fr-FR" smtClean="0"/>
              <a:t>Enche meu viver a minha vida entrego, 
10-  OUBLIER MÊME TOUT C’QUE JE CROIS</a:t>
            </a:r>
          </a:p>
          <a:p>
            <a:r>
              <a:rPr lang="fr-FR" smtClean="0"/>
              <a:t>pra seguir Teus passos
11-  JE SUIS TOUT À TOI </a:t>
            </a:r>
          </a:p>
          <a:p>
            <a:r>
              <a:rPr lang="fr-FR" smtClean="0"/>
              <a:t>A Ti me rendo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12-  BRILLE ET LÈVE-TOI </a:t>
            </a:r>
          </a:p>
          <a:p>
            <a:r>
              <a:rPr lang="fr-FR" smtClean="0"/>
              <a:t>Possa o mundo
13-  QUE LE MONDE VOIE QUE NOUS CHANTONS </a:t>
            </a:r>
          </a:p>
          <a:p>
            <a:r>
              <a:rPr lang="fr-FR" smtClean="0"/>
              <a:t>ver brilhar a luz Cantamos
14-  POUR LA GLOIRE DE NOTRE DIEU ET ROI JÉSUS 
para a gloria do Senhor Jesus cristo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Refrain :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NOUS AVONS TOUS LE BESOIN DE COMPASSION, D’AMOUR CERTAIN </a:t>
            </a:r>
          </a:p>
          <a:p>
            <a:pPr eaLnBrk="1" hangingPunct="1"/>
            <a:r>
              <a:rPr lang="fr-FR" smtClean="0"/>
              <a:t>Todos necessitam de um amor perfeito
2-  QUE TA GRÂCE VIENNE SUR MOI CHACUN A BESOIN DE PARDON </a:t>
            </a:r>
          </a:p>
          <a:p>
            <a:pPr eaLnBrk="1" hangingPunct="1"/>
            <a:r>
              <a:rPr lang="fr-FR" smtClean="0"/>
              <a:t>Perdão e compaixão todos necessitam de graça e esperança
3-  D’UN SAUVEUR AIMANT ET BON  L’ESPOIR DES NATIONS </a:t>
            </a:r>
          </a:p>
          <a:p>
            <a:pPr eaLnBrk="1" hangingPunct="1"/>
            <a:r>
              <a:rPr lang="fr-FR" smtClean="0"/>
              <a:t>De um Deus que salva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Refrain :
	4-  SAUVEUR IL DÉPLACE LES MONTAGNES </a:t>
            </a:r>
          </a:p>
          <a:p>
            <a:pPr eaLnBrk="1" hangingPunct="1"/>
            <a:r>
              <a:rPr lang="fr-FR" smtClean="0"/>
              <a:t>	Cristo move as montanhas
	5-  DIEU EST PUISSANT POUR SAUVER SI PUISSANT POUR SAUVER </a:t>
            </a:r>
          </a:p>
          <a:p>
            <a:pPr eaLnBrk="1" hangingPunct="1"/>
            <a:r>
              <a:rPr lang="fr-FR" smtClean="0"/>
              <a:t>	E tem poder pra salvar tem poder pra salvar
	6-  AUTEUR DU SALUT À JAMAIS SUR LA MORT, IL A GAGNÉ </a:t>
            </a:r>
          </a:p>
          <a:p>
            <a:pPr eaLnBrk="1" hangingPunct="1"/>
            <a:r>
              <a:rPr lang="fr-FR" smtClean="0"/>
              <a:t>	Pra sempre autor da salvação Jesus a morte venceu 
	7-  TU ES RESSUSCITÉ </a:t>
            </a:r>
          </a:p>
          <a:p>
            <a:pPr eaLnBrk="1" hangingPunct="1"/>
            <a:r>
              <a:rPr lang="fr-FR" smtClean="0"/>
              <a:t>	Sobre a morte venceu</a:t>
            </a:r>
          </a:p>
          <a:p>
            <a:pPr eaLnBrk="1" hangingPunct="1"/>
            <a:r>
              <a:rPr lang="fr-FR" smtClean="0"/>
              <a:t>
8-  PRENDS-MOI TEL QUE JE SUIS MES PEURS ET MES DOUTES AUSSI </a:t>
            </a:r>
          </a:p>
          <a:p>
            <a:pPr eaLnBrk="1" hangingPunct="1"/>
            <a:r>
              <a:rPr lang="fr-FR" smtClean="0"/>
              <a:t>Me aceitas com meus medos, falhas e temores
9-  À NOUVEAU REMPLIS-MOI MON CŒUR VEUT SUIVRE TES PAS </a:t>
            </a:r>
          </a:p>
          <a:p>
            <a:pPr eaLnBrk="1" hangingPunct="1"/>
            <a:r>
              <a:rPr lang="fr-FR" smtClean="0"/>
              <a:t>Enche meu viver a minha vida entrego, 
10-  OUBLIER MÊME TOUT C’QUE JE CROIS</a:t>
            </a:r>
          </a:p>
          <a:p>
            <a:pPr eaLnBrk="1" hangingPunct="1"/>
            <a:r>
              <a:rPr lang="fr-FR" smtClean="0"/>
              <a:t>pra seguir Teus passos
11-  JE SUIS TOUT À TOI </a:t>
            </a:r>
          </a:p>
          <a:p>
            <a:pPr eaLnBrk="1" hangingPunct="1"/>
            <a:r>
              <a:rPr lang="fr-FR" smtClean="0"/>
              <a:t>A Ti me rendo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Refrain :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Pont :
12-  BRILLE ET LÈVE-TOI </a:t>
            </a:r>
          </a:p>
          <a:p>
            <a:pPr eaLnBrk="1" hangingPunct="1"/>
            <a:r>
              <a:rPr lang="fr-FR" smtClean="0"/>
              <a:t>Possa o mundo
13-  QUE LE MONDE VOIE QUE NOUS CHANTONS </a:t>
            </a:r>
          </a:p>
          <a:p>
            <a:pPr eaLnBrk="1" hangingPunct="1"/>
            <a:r>
              <a:rPr lang="fr-FR" smtClean="0"/>
              <a:t>ver brilhar a luz Cantamos
14-  POUR LA GLOIRE DE NOTRE DIEU ET ROI JÉSUS 
para a gloria do Senhor Jesus cristo</a:t>
            </a:r>
          </a:p>
          <a:p>
            <a:pPr eaLnBrk="1" hangingPunct="1"/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Refrain :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5576496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NOUS AVONS TOUS LE BESOIN DE COMPASSION, D’AMOUR CERTAIN </a:t>
            </a:r>
          </a:p>
          <a:p>
            <a:r>
              <a:rPr lang="fr-FR" smtClean="0"/>
              <a:t>Todos necessitam de um amor perfeito
2-  QUE TA GRÂCE VIENNE SUR MOI CHACUN A BESOIN DE PARDON </a:t>
            </a:r>
          </a:p>
          <a:p>
            <a:r>
              <a:rPr lang="fr-FR" smtClean="0"/>
              <a:t>Perdão e compaixão todos necessitam de graça e esperança
3-  D’UN SAUVEUR AIMANT ET BON  L’ESPOIR DES NATIONS </a:t>
            </a:r>
          </a:p>
          <a:p>
            <a:r>
              <a:rPr lang="fr-FR" smtClean="0"/>
              <a:t>De um Deus que salva</a:t>
            </a:r>
          </a:p>
          <a:p>
            <a:endParaRPr lang="fr-FR" smtClean="0"/>
          </a:p>
          <a:p>
            <a:r>
              <a:rPr lang="fr-FR" smtClean="0"/>
              <a:t>	Refrain :
	4-  SAUVEUR IL DÉPLACE LES MONTAGNES </a:t>
            </a:r>
          </a:p>
          <a:p>
            <a:r>
              <a:rPr lang="fr-FR" smtClean="0"/>
              <a:t>	Cristo move as montanhas
	5-  DIEU EST PUISSANT POUR SAUVER SI PUISSANT POUR SAUVER </a:t>
            </a:r>
          </a:p>
          <a:p>
            <a:r>
              <a:rPr lang="fr-FR" smtClean="0"/>
              <a:t>	E tem poder pra salvar tem poder pra salvar
	6-  AUTEUR DU SALUT À JAMAIS SUR LA MORT, IL A GAGNÉ </a:t>
            </a:r>
          </a:p>
          <a:p>
            <a:r>
              <a:rPr lang="fr-FR" smtClean="0"/>
              <a:t>	Pra sempre autor da salvação Jesus a morte venceu 
	7-  TU ES RESSUSCITÉ </a:t>
            </a:r>
          </a:p>
          <a:p>
            <a:r>
              <a:rPr lang="fr-FR" smtClean="0"/>
              <a:t>	Sobre a morte venceu</a:t>
            </a:r>
          </a:p>
          <a:p>
            <a:r>
              <a:rPr lang="fr-FR" smtClean="0"/>
              <a:t>
8-  PRENDS-MOI TEL QUE JE SUIS MES PEURS ET MES DOUTES AUSSI </a:t>
            </a:r>
          </a:p>
          <a:p>
            <a:r>
              <a:rPr lang="fr-FR" smtClean="0"/>
              <a:t>Me aceitas com meus medos, falhas e temores
9-  À NOUVEAU REMPLIS-MOI MON CŒUR VEUT SUIVRE TES PAS </a:t>
            </a:r>
          </a:p>
          <a:p>
            <a:r>
              <a:rPr lang="fr-FR" smtClean="0"/>
              <a:t>Enche meu viver a minha vida entrego, 
10-  OUBLIER MÊME TOUT C’QUE JE CROIS</a:t>
            </a:r>
          </a:p>
          <a:p>
            <a:r>
              <a:rPr lang="fr-FR" smtClean="0"/>
              <a:t>pra seguir Teus passos
11-  JE SUIS TOUT À TOI </a:t>
            </a:r>
          </a:p>
          <a:p>
            <a:r>
              <a:rPr lang="fr-FR" smtClean="0"/>
              <a:t>A Ti me rendo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12-  BRILLE ET LÈVE-TOI </a:t>
            </a:r>
          </a:p>
          <a:p>
            <a:r>
              <a:rPr lang="fr-FR" smtClean="0"/>
              <a:t>Possa o mundo
13-  QUE LE MONDE VOIE QUE NOUS CHANTONS </a:t>
            </a:r>
          </a:p>
          <a:p>
            <a:r>
              <a:rPr lang="fr-FR" smtClean="0"/>
              <a:t>ver brilhar a luz Cantamos
14-  POUR LA GLOIRE DE NOTRE DIEU ET ROI JÉSUS 
para a gloria do Senhor Jesus cristo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Refrain :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NOUS AVONS TOUS LE BESOIN DE COMPASSION, D’AMOUR CERTAIN </a:t>
            </a:r>
          </a:p>
          <a:p>
            <a:pPr eaLnBrk="1" hangingPunct="1"/>
            <a:r>
              <a:rPr lang="fr-FR" smtClean="0"/>
              <a:t>Todos necessitam de um amor perfeito
2-  QUE TA GRÂCE VIENNE SUR MOI CHACUN A BESOIN DE PARDON </a:t>
            </a:r>
          </a:p>
          <a:p>
            <a:pPr eaLnBrk="1" hangingPunct="1"/>
            <a:r>
              <a:rPr lang="fr-FR" smtClean="0"/>
              <a:t>Perdão e compaixão todos necessitam de graça e esperança
3-  D’UN SAUVEUR AIMANT ET BON  L’ESPOIR DES NATIONS </a:t>
            </a:r>
          </a:p>
          <a:p>
            <a:pPr eaLnBrk="1" hangingPunct="1"/>
            <a:r>
              <a:rPr lang="fr-FR" smtClean="0"/>
              <a:t>De um Deus que salva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Refrain :
	4-  SAUVEUR IL DÉPLACE LES MONTAGNES </a:t>
            </a:r>
          </a:p>
          <a:p>
            <a:pPr eaLnBrk="1" hangingPunct="1"/>
            <a:r>
              <a:rPr lang="fr-FR" smtClean="0"/>
              <a:t>	Cristo move as montanhas
	5-  DIEU EST PUISSANT POUR SAUVER SI PUISSANT POUR SAUVER </a:t>
            </a:r>
          </a:p>
          <a:p>
            <a:pPr eaLnBrk="1" hangingPunct="1"/>
            <a:r>
              <a:rPr lang="fr-FR" smtClean="0"/>
              <a:t>	E tem poder pra salvar tem poder pra salvar
	6-  AUTEUR DU SALUT À JAMAIS SUR LA MORT, IL A GAGNÉ </a:t>
            </a:r>
          </a:p>
          <a:p>
            <a:pPr eaLnBrk="1" hangingPunct="1"/>
            <a:r>
              <a:rPr lang="fr-FR" smtClean="0"/>
              <a:t>	Pra sempre autor da salvação Jesus a morte venceu 
	7-  TU ES RESSUSCITÉ </a:t>
            </a:r>
          </a:p>
          <a:p>
            <a:pPr eaLnBrk="1" hangingPunct="1"/>
            <a:r>
              <a:rPr lang="fr-FR" smtClean="0"/>
              <a:t>	Sobre a morte venceu</a:t>
            </a:r>
          </a:p>
          <a:p>
            <a:pPr eaLnBrk="1" hangingPunct="1"/>
            <a:r>
              <a:rPr lang="fr-FR" smtClean="0"/>
              <a:t>
8-  PRENDS-MOI TEL QUE JE SUIS MES PEURS ET MES DOUTES AUSSI </a:t>
            </a:r>
          </a:p>
          <a:p>
            <a:pPr eaLnBrk="1" hangingPunct="1"/>
            <a:r>
              <a:rPr lang="fr-FR" smtClean="0"/>
              <a:t>Me aceitas com meus medos, falhas e temores
9-  À NOUVEAU REMPLIS-MOI MON CŒUR VEUT SUIVRE TES PAS </a:t>
            </a:r>
          </a:p>
          <a:p>
            <a:pPr eaLnBrk="1" hangingPunct="1"/>
            <a:r>
              <a:rPr lang="fr-FR" smtClean="0"/>
              <a:t>Enche meu viver a minha vida entrego, 
10-  OUBLIER MÊME TOUT C’QUE JE CROIS</a:t>
            </a:r>
          </a:p>
          <a:p>
            <a:pPr eaLnBrk="1" hangingPunct="1"/>
            <a:r>
              <a:rPr lang="fr-FR" smtClean="0"/>
              <a:t>pra seguir Teus passos
11-  JE SUIS TOUT À TOI </a:t>
            </a:r>
          </a:p>
          <a:p>
            <a:pPr eaLnBrk="1" hangingPunct="1"/>
            <a:r>
              <a:rPr lang="fr-FR" smtClean="0"/>
              <a:t>A Ti me rendo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Refrain :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Pont :
12-  BRILLE ET LÈVE-TOI </a:t>
            </a:r>
          </a:p>
          <a:p>
            <a:pPr eaLnBrk="1" hangingPunct="1"/>
            <a:r>
              <a:rPr lang="fr-FR" smtClean="0"/>
              <a:t>Possa o mundo
13-  QUE LE MONDE VOIE QUE NOUS CHANTONS </a:t>
            </a:r>
          </a:p>
          <a:p>
            <a:pPr eaLnBrk="1" hangingPunct="1"/>
            <a:r>
              <a:rPr lang="fr-FR" smtClean="0"/>
              <a:t>ver brilhar a luz Cantamos
14-  POUR LA GLOIRE DE NOTRE DIEU ET ROI JÉSUS 
para a gloria do Senhor Jesus cristo</a:t>
            </a:r>
          </a:p>
          <a:p>
            <a:pPr eaLnBrk="1" hangingPunct="1"/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Refrain :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6770967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NOUS AVONS TOUS LE BESOIN DE COMPASSION, D’AMOUR CERTAIN </a:t>
            </a:r>
          </a:p>
          <a:p>
            <a:r>
              <a:rPr lang="fr-FR" smtClean="0"/>
              <a:t>Todos necessitam de um amor perfeito
2-  QUE TA GRÂCE VIENNE SUR MOI CHACUN A BESOIN DE PARDON </a:t>
            </a:r>
          </a:p>
          <a:p>
            <a:r>
              <a:rPr lang="fr-FR" smtClean="0"/>
              <a:t>Perdão e compaixão todos necessitam de graça e esperança
3-  D’UN SAUVEUR AIMANT ET BON  L’ESPOIR DES NATIONS </a:t>
            </a:r>
          </a:p>
          <a:p>
            <a:r>
              <a:rPr lang="fr-FR" smtClean="0"/>
              <a:t>De um Deus que salva</a:t>
            </a:r>
          </a:p>
          <a:p>
            <a:endParaRPr lang="fr-FR" smtClean="0"/>
          </a:p>
          <a:p>
            <a:r>
              <a:rPr lang="fr-FR" smtClean="0"/>
              <a:t>	Refrain :
	4-  SAUVEUR IL DÉPLACE LES MONTAGNES </a:t>
            </a:r>
          </a:p>
          <a:p>
            <a:r>
              <a:rPr lang="fr-FR" smtClean="0"/>
              <a:t>	Cristo move as montanhas
	5-  DIEU EST PUISSANT POUR SAUVER SI PUISSANT POUR SAUVER </a:t>
            </a:r>
          </a:p>
          <a:p>
            <a:r>
              <a:rPr lang="fr-FR" smtClean="0"/>
              <a:t>	E tem poder pra salvar tem poder pra salvar
	6-  AUTEUR DU SALUT À JAMAIS SUR LA MORT, IL A GAGNÉ </a:t>
            </a:r>
          </a:p>
          <a:p>
            <a:r>
              <a:rPr lang="fr-FR" smtClean="0"/>
              <a:t>	Pra sempre autor da salvação Jesus a morte venceu 
	7-  TU ES RESSUSCITÉ </a:t>
            </a:r>
          </a:p>
          <a:p>
            <a:r>
              <a:rPr lang="fr-FR" smtClean="0"/>
              <a:t>	Sobre a morte venceu</a:t>
            </a:r>
          </a:p>
          <a:p>
            <a:r>
              <a:rPr lang="fr-FR" smtClean="0"/>
              <a:t>
8-  PRENDS-MOI TEL QUE JE SUIS MES PEURS ET MES DOUTES AUSSI </a:t>
            </a:r>
          </a:p>
          <a:p>
            <a:r>
              <a:rPr lang="fr-FR" smtClean="0"/>
              <a:t>Me aceitas com meus medos, falhas e temores
9-  À NOUVEAU REMPLIS-MOI MON CŒUR VEUT SUIVRE TES PAS </a:t>
            </a:r>
          </a:p>
          <a:p>
            <a:r>
              <a:rPr lang="fr-FR" smtClean="0"/>
              <a:t>Enche meu viver a minha vida entrego, 
10-  OUBLIER MÊME TOUT C’QUE JE CROIS</a:t>
            </a:r>
          </a:p>
          <a:p>
            <a:r>
              <a:rPr lang="fr-FR" smtClean="0"/>
              <a:t>pra seguir Teus passos
11-  JE SUIS TOUT À TOI </a:t>
            </a:r>
          </a:p>
          <a:p>
            <a:r>
              <a:rPr lang="fr-FR" smtClean="0"/>
              <a:t>A Ti me rendo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12-  BRILLE ET LÈVE-TOI </a:t>
            </a:r>
          </a:p>
          <a:p>
            <a:r>
              <a:rPr lang="fr-FR" smtClean="0"/>
              <a:t>Possa o mundo
13-  QUE LE MONDE VOIE QUE NOUS CHANTONS </a:t>
            </a:r>
          </a:p>
          <a:p>
            <a:r>
              <a:rPr lang="fr-FR" smtClean="0"/>
              <a:t>ver brilhar a luz Cantamos
14-  POUR LA GLOIRE DE NOTRE DIEU ET ROI JÉSUS 
para a gloria do Senhor Jesus cristo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Refrain :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NOUS AVONS TOUS LE BESOIN DE COMPASSION, D’AMOUR CERTAIN </a:t>
            </a:r>
          </a:p>
          <a:p>
            <a:pPr eaLnBrk="1" hangingPunct="1"/>
            <a:r>
              <a:rPr lang="fr-FR" smtClean="0"/>
              <a:t>Todos necessitam de um amor perfeito
2-  QUE TA GRÂCE VIENNE SUR MOI CHACUN A BESOIN DE PARDON </a:t>
            </a:r>
          </a:p>
          <a:p>
            <a:pPr eaLnBrk="1" hangingPunct="1"/>
            <a:r>
              <a:rPr lang="fr-FR" smtClean="0"/>
              <a:t>Perdão e compaixão todos necessitam de graça e esperança
3-  D’UN SAUVEUR AIMANT ET BON  L’ESPOIR DES NATIONS </a:t>
            </a:r>
          </a:p>
          <a:p>
            <a:pPr eaLnBrk="1" hangingPunct="1"/>
            <a:r>
              <a:rPr lang="fr-FR" smtClean="0"/>
              <a:t>De um Deus que salva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Refrain :
	4-  SAUVEUR IL DÉPLACE LES MONTAGNES </a:t>
            </a:r>
          </a:p>
          <a:p>
            <a:pPr eaLnBrk="1" hangingPunct="1"/>
            <a:r>
              <a:rPr lang="fr-FR" smtClean="0"/>
              <a:t>	Cristo move as montanhas
	5-  DIEU EST PUISSANT POUR SAUVER SI PUISSANT POUR SAUVER </a:t>
            </a:r>
          </a:p>
          <a:p>
            <a:pPr eaLnBrk="1" hangingPunct="1"/>
            <a:r>
              <a:rPr lang="fr-FR" smtClean="0"/>
              <a:t>	E tem poder pra salvar tem poder pra salvar
	6-  AUTEUR DU SALUT À JAMAIS SUR LA MORT, IL A GAGNÉ </a:t>
            </a:r>
          </a:p>
          <a:p>
            <a:pPr eaLnBrk="1" hangingPunct="1"/>
            <a:r>
              <a:rPr lang="fr-FR" smtClean="0"/>
              <a:t>	Pra sempre autor da salvação Jesus a morte venceu 
	7-  TU ES RESSUSCITÉ </a:t>
            </a:r>
          </a:p>
          <a:p>
            <a:pPr eaLnBrk="1" hangingPunct="1"/>
            <a:r>
              <a:rPr lang="fr-FR" smtClean="0"/>
              <a:t>	Sobre a morte venceu</a:t>
            </a:r>
          </a:p>
          <a:p>
            <a:pPr eaLnBrk="1" hangingPunct="1"/>
            <a:r>
              <a:rPr lang="fr-FR" smtClean="0"/>
              <a:t>
8-  PRENDS-MOI TEL QUE JE SUIS MES PEURS ET MES DOUTES AUSSI </a:t>
            </a:r>
          </a:p>
          <a:p>
            <a:pPr eaLnBrk="1" hangingPunct="1"/>
            <a:r>
              <a:rPr lang="fr-FR" smtClean="0"/>
              <a:t>Me aceitas com meus medos, falhas e temores
9-  À NOUVEAU REMPLIS-MOI MON CŒUR VEUT SUIVRE TES PAS </a:t>
            </a:r>
          </a:p>
          <a:p>
            <a:pPr eaLnBrk="1" hangingPunct="1"/>
            <a:r>
              <a:rPr lang="fr-FR" smtClean="0"/>
              <a:t>Enche meu viver a minha vida entrego, 
10-  OUBLIER MÊME TOUT C’QUE JE CROIS</a:t>
            </a:r>
          </a:p>
          <a:p>
            <a:pPr eaLnBrk="1" hangingPunct="1"/>
            <a:r>
              <a:rPr lang="fr-FR" smtClean="0"/>
              <a:t>pra seguir Teus passos
11-  JE SUIS TOUT À TOI </a:t>
            </a:r>
          </a:p>
          <a:p>
            <a:pPr eaLnBrk="1" hangingPunct="1"/>
            <a:r>
              <a:rPr lang="fr-FR" smtClean="0"/>
              <a:t>A Ti me rendo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Refrain :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Pont :
12-  BRILLE ET LÈVE-TOI </a:t>
            </a:r>
          </a:p>
          <a:p>
            <a:pPr eaLnBrk="1" hangingPunct="1"/>
            <a:r>
              <a:rPr lang="fr-FR" smtClean="0"/>
              <a:t>Possa o mundo
13-  QUE LE MONDE VOIE QUE NOUS CHANTONS </a:t>
            </a:r>
          </a:p>
          <a:p>
            <a:pPr eaLnBrk="1" hangingPunct="1"/>
            <a:r>
              <a:rPr lang="fr-FR" smtClean="0"/>
              <a:t>ver brilhar a luz Cantamos
14-  POUR LA GLOIRE DE NOTRE DIEU ET ROI JÉSUS 
para a gloria do Senhor Jesus cristo</a:t>
            </a:r>
          </a:p>
          <a:p>
            <a:pPr eaLnBrk="1" hangingPunct="1"/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Refrain :</a:t>
            </a:r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10966469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NOUS AVONS TOUS LE BESOIN DE COMPASSION, D’AMOUR CERTAIN </a:t>
            </a:r>
          </a:p>
          <a:p>
            <a:r>
              <a:rPr lang="fr-FR" smtClean="0"/>
              <a:t>Todos necessitam de um amor perfeito
2-  QUE TA GRÂCE VIENNE SUR MOI CHACUN A BESOIN DE PARDON </a:t>
            </a:r>
          </a:p>
          <a:p>
            <a:r>
              <a:rPr lang="fr-FR" smtClean="0"/>
              <a:t>Perdão e compaixão todos necessitam de graça e esperança
3-  D’UN SAUVEUR AIMANT ET BON  L’ESPOIR DES NATIONS </a:t>
            </a:r>
          </a:p>
          <a:p>
            <a:r>
              <a:rPr lang="fr-FR" smtClean="0"/>
              <a:t>De um Deus que salva</a:t>
            </a:r>
          </a:p>
          <a:p>
            <a:endParaRPr lang="fr-FR" smtClean="0"/>
          </a:p>
          <a:p>
            <a:r>
              <a:rPr lang="fr-FR" smtClean="0"/>
              <a:t>	Refrain :
	4-  SAUVEUR IL DÉPLACE LES MONTAGNES </a:t>
            </a:r>
          </a:p>
          <a:p>
            <a:r>
              <a:rPr lang="fr-FR" smtClean="0"/>
              <a:t>	Cristo move as montanhas
	5-  DIEU EST PUISSANT POUR SAUVER SI PUISSANT POUR SAUVER </a:t>
            </a:r>
          </a:p>
          <a:p>
            <a:r>
              <a:rPr lang="fr-FR" smtClean="0"/>
              <a:t>	E tem poder pra salvar tem poder pra salvar
	6-  AUTEUR DU SALUT À JAMAIS SUR LA MORT, IL A GAGNÉ </a:t>
            </a:r>
          </a:p>
          <a:p>
            <a:r>
              <a:rPr lang="fr-FR" smtClean="0"/>
              <a:t>	Pra sempre autor da salvação Jesus a morte venceu 
	7-  TU ES RESSUSCITÉ </a:t>
            </a:r>
          </a:p>
          <a:p>
            <a:r>
              <a:rPr lang="fr-FR" smtClean="0"/>
              <a:t>	Sobre a morte venceu</a:t>
            </a:r>
          </a:p>
          <a:p>
            <a:r>
              <a:rPr lang="fr-FR" smtClean="0"/>
              <a:t>
8-  PRENDS-MOI TEL QUE JE SUIS MES PEURS ET MES DOUTES AUSSI </a:t>
            </a:r>
          </a:p>
          <a:p>
            <a:r>
              <a:rPr lang="fr-FR" smtClean="0"/>
              <a:t>Me aceitas com meus medos, falhas e temores
9-  À NOUVEAU REMPLIS-MOI MON CŒUR VEUT SUIVRE TES PAS </a:t>
            </a:r>
          </a:p>
          <a:p>
            <a:r>
              <a:rPr lang="fr-FR" smtClean="0"/>
              <a:t>Enche meu viver a minha vida entrego, 
10-  OUBLIER MÊME TOUT C’QUE JE CROIS</a:t>
            </a:r>
          </a:p>
          <a:p>
            <a:r>
              <a:rPr lang="fr-FR" smtClean="0"/>
              <a:t>pra seguir Teus passos
11-  JE SUIS TOUT À TOI </a:t>
            </a:r>
          </a:p>
          <a:p>
            <a:r>
              <a:rPr lang="fr-FR" smtClean="0"/>
              <a:t>A Ti me rendo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12-  BRILLE ET LÈVE-TOI </a:t>
            </a:r>
          </a:p>
          <a:p>
            <a:r>
              <a:rPr lang="fr-FR" smtClean="0"/>
              <a:t>Possa o mundo
13-  QUE LE MONDE VOIE QUE NOUS CHANTONS </a:t>
            </a:r>
          </a:p>
          <a:p>
            <a:r>
              <a:rPr lang="fr-FR" smtClean="0"/>
              <a:t>ver brilhar a luz Cantamos
14-  POUR LA GLOIRE DE NOTRE DIEU ET ROI JÉSUS 
para a gloria do Senhor Jesus cristo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Refrain :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NOUS AVONS TOUS LE BESOIN DE COMPASSION, D’AMOUR CERTAIN </a:t>
            </a:r>
          </a:p>
          <a:p>
            <a:pPr eaLnBrk="1" hangingPunct="1"/>
            <a:r>
              <a:rPr lang="fr-FR" smtClean="0"/>
              <a:t>Todos necessitam de um amor perfeito
2-  QUE TA GRÂCE VIENNE SUR MOI CHACUN A BESOIN DE PARDON </a:t>
            </a:r>
          </a:p>
          <a:p>
            <a:pPr eaLnBrk="1" hangingPunct="1"/>
            <a:r>
              <a:rPr lang="fr-FR" smtClean="0"/>
              <a:t>Perdão e compaixão todos necessitam de graça e esperança
3-  D’UN SAUVEUR AIMANT ET BON  L’ESPOIR DES NATIONS </a:t>
            </a:r>
          </a:p>
          <a:p>
            <a:pPr eaLnBrk="1" hangingPunct="1"/>
            <a:r>
              <a:rPr lang="fr-FR" smtClean="0"/>
              <a:t>De um Deus que salva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Refrain :
	4-  SAUVEUR IL DÉPLACE LES MONTAGNES </a:t>
            </a:r>
          </a:p>
          <a:p>
            <a:pPr eaLnBrk="1" hangingPunct="1"/>
            <a:r>
              <a:rPr lang="fr-FR" smtClean="0"/>
              <a:t>	Cristo move as montanhas
	5-  DIEU EST PUISSANT POUR SAUVER SI PUISSANT POUR SAUVER </a:t>
            </a:r>
          </a:p>
          <a:p>
            <a:pPr eaLnBrk="1" hangingPunct="1"/>
            <a:r>
              <a:rPr lang="fr-FR" smtClean="0"/>
              <a:t>	E tem poder pra salvar tem poder pra salvar
	6-  AUTEUR DU SALUT À JAMAIS SUR LA MORT, IL A GAGNÉ </a:t>
            </a:r>
          </a:p>
          <a:p>
            <a:pPr eaLnBrk="1" hangingPunct="1"/>
            <a:r>
              <a:rPr lang="fr-FR" smtClean="0"/>
              <a:t>	Pra sempre autor da salvação Jesus a morte venceu 
	7-  TU ES RESSUSCITÉ </a:t>
            </a:r>
          </a:p>
          <a:p>
            <a:pPr eaLnBrk="1" hangingPunct="1"/>
            <a:r>
              <a:rPr lang="fr-FR" smtClean="0"/>
              <a:t>	Sobre a morte venceu</a:t>
            </a:r>
          </a:p>
          <a:p>
            <a:pPr eaLnBrk="1" hangingPunct="1"/>
            <a:r>
              <a:rPr lang="fr-FR" smtClean="0"/>
              <a:t>
8-  PRENDS-MOI TEL QUE JE SUIS MES PEURS ET MES DOUTES AUSSI </a:t>
            </a:r>
          </a:p>
          <a:p>
            <a:pPr eaLnBrk="1" hangingPunct="1"/>
            <a:r>
              <a:rPr lang="fr-FR" smtClean="0"/>
              <a:t>Me aceitas com meus medos, falhas e temores
9-  À NOUVEAU REMPLIS-MOI MON CŒUR VEUT SUIVRE TES PAS </a:t>
            </a:r>
          </a:p>
          <a:p>
            <a:pPr eaLnBrk="1" hangingPunct="1"/>
            <a:r>
              <a:rPr lang="fr-FR" smtClean="0"/>
              <a:t>Enche meu viver a minha vida entrego, 
10-  OUBLIER MÊME TOUT C’QUE JE CROIS</a:t>
            </a:r>
          </a:p>
          <a:p>
            <a:pPr eaLnBrk="1" hangingPunct="1"/>
            <a:r>
              <a:rPr lang="fr-FR" smtClean="0"/>
              <a:t>pra seguir Teus passos
11-  JE SUIS TOUT À TOI </a:t>
            </a:r>
          </a:p>
          <a:p>
            <a:pPr eaLnBrk="1" hangingPunct="1"/>
            <a:r>
              <a:rPr lang="fr-FR" smtClean="0"/>
              <a:t>A Ti me rendo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Refrain :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Pont :
12-  BRILLE ET LÈVE-TOI </a:t>
            </a:r>
          </a:p>
          <a:p>
            <a:pPr eaLnBrk="1" hangingPunct="1"/>
            <a:r>
              <a:rPr lang="fr-FR" smtClean="0"/>
              <a:t>Possa o mundo
13-  QUE LE MONDE VOIE QUE NOUS CHANTONS </a:t>
            </a:r>
          </a:p>
          <a:p>
            <a:pPr eaLnBrk="1" hangingPunct="1"/>
            <a:r>
              <a:rPr lang="fr-FR" smtClean="0"/>
              <a:t>ver brilhar a luz Cantamos
14-  POUR LA GLOIRE DE NOTRE DIEU ET ROI JÉSUS 
para a gloria do Senhor Jesus cristo</a:t>
            </a:r>
          </a:p>
          <a:p>
            <a:pPr eaLnBrk="1" hangingPunct="1"/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Refrain :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9922512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NOUS AVONS TOUS LE BESOIN DE COMPASSION, D’AMOUR CERTAIN </a:t>
            </a:r>
          </a:p>
          <a:p>
            <a:r>
              <a:rPr lang="fr-FR" smtClean="0"/>
              <a:t>Todos necessitam de um amor perfeito
2-  QUE TA GRÂCE VIENNE SUR MOI CHACUN A BESOIN DE PARDON </a:t>
            </a:r>
          </a:p>
          <a:p>
            <a:r>
              <a:rPr lang="fr-FR" smtClean="0"/>
              <a:t>Perdão e compaixão todos necessitam de graça e esperança
3-  D’UN SAUVEUR AIMANT ET BON  L’ESPOIR DES NATIONS </a:t>
            </a:r>
          </a:p>
          <a:p>
            <a:r>
              <a:rPr lang="fr-FR" smtClean="0"/>
              <a:t>De um Deus que salva</a:t>
            </a:r>
          </a:p>
          <a:p>
            <a:endParaRPr lang="fr-FR" smtClean="0"/>
          </a:p>
          <a:p>
            <a:r>
              <a:rPr lang="fr-FR" smtClean="0"/>
              <a:t>	Refrain :
	4-  SAUVEUR IL DÉPLACE LES MONTAGNES </a:t>
            </a:r>
          </a:p>
          <a:p>
            <a:r>
              <a:rPr lang="fr-FR" smtClean="0"/>
              <a:t>	Cristo move as montanhas
	5-  DIEU EST PUISSANT POUR SAUVER SI PUISSANT POUR SAUVER </a:t>
            </a:r>
          </a:p>
          <a:p>
            <a:r>
              <a:rPr lang="fr-FR" smtClean="0"/>
              <a:t>	E tem poder pra salvar tem poder pra salvar
	6-  AUTEUR DU SALUT À JAMAIS SUR LA MORT, IL A GAGNÉ </a:t>
            </a:r>
          </a:p>
          <a:p>
            <a:r>
              <a:rPr lang="fr-FR" smtClean="0"/>
              <a:t>	Pra sempre autor da salvação Jesus a morte venceu 
	7-  TU ES RESSUSCITÉ </a:t>
            </a:r>
          </a:p>
          <a:p>
            <a:r>
              <a:rPr lang="fr-FR" smtClean="0"/>
              <a:t>	Sobre a morte venceu</a:t>
            </a:r>
          </a:p>
          <a:p>
            <a:r>
              <a:rPr lang="fr-FR" smtClean="0"/>
              <a:t>
8-  PRENDS-MOI TEL QUE JE SUIS MES PEURS ET MES DOUTES AUSSI </a:t>
            </a:r>
          </a:p>
          <a:p>
            <a:r>
              <a:rPr lang="fr-FR" smtClean="0"/>
              <a:t>Me aceitas com meus medos, falhas e temores
9-  À NOUVEAU REMPLIS-MOI MON CŒUR VEUT SUIVRE TES PAS </a:t>
            </a:r>
          </a:p>
          <a:p>
            <a:r>
              <a:rPr lang="fr-FR" smtClean="0"/>
              <a:t>Enche meu viver a minha vida entrego, 
10-  OUBLIER MÊME TOUT C’QUE JE CROIS</a:t>
            </a:r>
          </a:p>
          <a:p>
            <a:r>
              <a:rPr lang="fr-FR" smtClean="0"/>
              <a:t>pra seguir Teus passos
11-  JE SUIS TOUT À TOI </a:t>
            </a:r>
          </a:p>
          <a:p>
            <a:r>
              <a:rPr lang="fr-FR" smtClean="0"/>
              <a:t>A Ti me rendo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12-  BRILLE ET LÈVE-TOI </a:t>
            </a:r>
          </a:p>
          <a:p>
            <a:r>
              <a:rPr lang="fr-FR" smtClean="0"/>
              <a:t>Possa o mundo
13-  QUE LE MONDE VOIE QUE NOUS CHANTONS </a:t>
            </a:r>
          </a:p>
          <a:p>
            <a:r>
              <a:rPr lang="fr-FR" smtClean="0"/>
              <a:t>ver brilhar a luz Cantamos
14-  POUR LA GLOIRE DE NOTRE DIEU ET ROI JÉSUS 
para a gloria do Senhor Jesus cristo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Refrain :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NOUS AVONS TOUS LE BESOIN DE COMPASSION, D’AMOUR CERTAIN </a:t>
            </a:r>
          </a:p>
          <a:p>
            <a:pPr eaLnBrk="1" hangingPunct="1"/>
            <a:r>
              <a:rPr lang="fr-FR" smtClean="0"/>
              <a:t>Todos necessitam de um amor perfeito
2-  QUE TA GRÂCE VIENNE SUR MOI CHACUN A BESOIN DE PARDON </a:t>
            </a:r>
          </a:p>
          <a:p>
            <a:pPr eaLnBrk="1" hangingPunct="1"/>
            <a:r>
              <a:rPr lang="fr-FR" smtClean="0"/>
              <a:t>Perdão e compaixão todos necessitam de graça e esperança
3-  D’UN SAUVEUR AIMANT ET BON  L’ESPOIR DES NATIONS </a:t>
            </a:r>
          </a:p>
          <a:p>
            <a:pPr eaLnBrk="1" hangingPunct="1"/>
            <a:r>
              <a:rPr lang="fr-FR" smtClean="0"/>
              <a:t>De um Deus que salva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Refrain :
	4-  SAUVEUR IL DÉPLACE LES MONTAGNES </a:t>
            </a:r>
          </a:p>
          <a:p>
            <a:pPr eaLnBrk="1" hangingPunct="1"/>
            <a:r>
              <a:rPr lang="fr-FR" smtClean="0"/>
              <a:t>	Cristo move as montanhas
	5-  DIEU EST PUISSANT POUR SAUVER SI PUISSANT POUR SAUVER </a:t>
            </a:r>
          </a:p>
          <a:p>
            <a:pPr eaLnBrk="1" hangingPunct="1"/>
            <a:r>
              <a:rPr lang="fr-FR" smtClean="0"/>
              <a:t>	E tem poder pra salvar tem poder pra salvar
	6-  AUTEUR DU SALUT À JAMAIS SUR LA MORT, IL A GAGNÉ </a:t>
            </a:r>
          </a:p>
          <a:p>
            <a:pPr eaLnBrk="1" hangingPunct="1"/>
            <a:r>
              <a:rPr lang="fr-FR" smtClean="0"/>
              <a:t>	Pra sempre autor da salvação Jesus a morte venceu 
	7-  TU ES RESSUSCITÉ </a:t>
            </a:r>
          </a:p>
          <a:p>
            <a:pPr eaLnBrk="1" hangingPunct="1"/>
            <a:r>
              <a:rPr lang="fr-FR" smtClean="0"/>
              <a:t>	Sobre a morte venceu</a:t>
            </a:r>
          </a:p>
          <a:p>
            <a:pPr eaLnBrk="1" hangingPunct="1"/>
            <a:r>
              <a:rPr lang="fr-FR" smtClean="0"/>
              <a:t>
8-  PRENDS-MOI TEL QUE JE SUIS MES PEURS ET MES DOUTES AUSSI </a:t>
            </a:r>
          </a:p>
          <a:p>
            <a:pPr eaLnBrk="1" hangingPunct="1"/>
            <a:r>
              <a:rPr lang="fr-FR" smtClean="0"/>
              <a:t>Me aceitas com meus medos, falhas e temores
9-  À NOUVEAU REMPLIS-MOI MON CŒUR VEUT SUIVRE TES PAS </a:t>
            </a:r>
          </a:p>
          <a:p>
            <a:pPr eaLnBrk="1" hangingPunct="1"/>
            <a:r>
              <a:rPr lang="fr-FR" smtClean="0"/>
              <a:t>Enche meu viver a minha vida entrego, 
10-  OUBLIER MÊME TOUT C’QUE JE CROIS</a:t>
            </a:r>
          </a:p>
          <a:p>
            <a:pPr eaLnBrk="1" hangingPunct="1"/>
            <a:r>
              <a:rPr lang="fr-FR" smtClean="0"/>
              <a:t>pra seguir Teus passos
11-  JE SUIS TOUT À TOI </a:t>
            </a:r>
          </a:p>
          <a:p>
            <a:pPr eaLnBrk="1" hangingPunct="1"/>
            <a:r>
              <a:rPr lang="fr-FR" smtClean="0"/>
              <a:t>A Ti me rendo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Refrain :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Pont :
12-  BRILLE ET LÈVE-TOI </a:t>
            </a:r>
          </a:p>
          <a:p>
            <a:pPr eaLnBrk="1" hangingPunct="1"/>
            <a:r>
              <a:rPr lang="fr-FR" smtClean="0"/>
              <a:t>Possa o mundo
13-  QUE LE MONDE VOIE QUE NOUS CHANTONS </a:t>
            </a:r>
          </a:p>
          <a:p>
            <a:pPr eaLnBrk="1" hangingPunct="1"/>
            <a:r>
              <a:rPr lang="fr-FR" smtClean="0"/>
              <a:t>ver brilhar a luz Cantamos
14-  POUR LA GLOIRE DE NOTRE DIEU ET ROI JÉSUS 
para a gloria do Senhor Jesus cristo</a:t>
            </a:r>
          </a:p>
          <a:p>
            <a:pPr eaLnBrk="1" hangingPunct="1"/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Refrain :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7250473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NOUS AVONS TOUS LE BESOIN DE COMPASSION, D’AMOUR CERTAIN </a:t>
            </a:r>
          </a:p>
          <a:p>
            <a:r>
              <a:rPr lang="fr-FR" smtClean="0"/>
              <a:t>Todos necessitam de um amor perfeito
2-  QUE TA GRÂCE VIENNE SUR MOI CHACUN A BESOIN DE PARDON </a:t>
            </a:r>
          </a:p>
          <a:p>
            <a:r>
              <a:rPr lang="fr-FR" smtClean="0"/>
              <a:t>Perdão e compaixão todos necessitam de graça e esperança
3-  D’UN SAUVEUR AIMANT ET BON  L’ESPOIR DES NATIONS </a:t>
            </a:r>
          </a:p>
          <a:p>
            <a:r>
              <a:rPr lang="fr-FR" smtClean="0"/>
              <a:t>De um Deus que salva</a:t>
            </a:r>
          </a:p>
          <a:p>
            <a:endParaRPr lang="fr-FR" smtClean="0"/>
          </a:p>
          <a:p>
            <a:r>
              <a:rPr lang="fr-FR" smtClean="0"/>
              <a:t>	Refrain :
	4-  SAUVEUR IL DÉPLACE LES MONTAGNES </a:t>
            </a:r>
          </a:p>
          <a:p>
            <a:r>
              <a:rPr lang="fr-FR" smtClean="0"/>
              <a:t>	Cristo move as montanhas
	5-  DIEU EST PUISSANT POUR SAUVER SI PUISSANT POUR SAUVER </a:t>
            </a:r>
          </a:p>
          <a:p>
            <a:r>
              <a:rPr lang="fr-FR" smtClean="0"/>
              <a:t>	E tem poder pra salvar tem poder pra salvar
	6-  AUTEUR DU SALUT À JAMAIS SUR LA MORT, IL A GAGNÉ </a:t>
            </a:r>
          </a:p>
          <a:p>
            <a:r>
              <a:rPr lang="fr-FR" smtClean="0"/>
              <a:t>	Pra sempre autor da salvação Jesus a morte venceu 
	7-  TU ES RESSUSCITÉ </a:t>
            </a:r>
          </a:p>
          <a:p>
            <a:r>
              <a:rPr lang="fr-FR" smtClean="0"/>
              <a:t>	Sobre a morte venceu</a:t>
            </a:r>
          </a:p>
          <a:p>
            <a:r>
              <a:rPr lang="fr-FR" smtClean="0"/>
              <a:t>
8-  PRENDS-MOI TEL QUE JE SUIS MES PEURS ET MES DOUTES AUSSI </a:t>
            </a:r>
          </a:p>
          <a:p>
            <a:r>
              <a:rPr lang="fr-FR" smtClean="0"/>
              <a:t>Me aceitas com meus medos, falhas e temores
9-  À NOUVEAU REMPLIS-MOI MON CŒUR VEUT SUIVRE TES PAS </a:t>
            </a:r>
          </a:p>
          <a:p>
            <a:r>
              <a:rPr lang="fr-FR" smtClean="0"/>
              <a:t>Enche meu viver a minha vida entrego, 
10-  OUBLIER MÊME TOUT C’QUE JE CROIS</a:t>
            </a:r>
          </a:p>
          <a:p>
            <a:r>
              <a:rPr lang="fr-FR" smtClean="0"/>
              <a:t>pra seguir Teus passos
11-  JE SUIS TOUT À TOI </a:t>
            </a:r>
          </a:p>
          <a:p>
            <a:r>
              <a:rPr lang="fr-FR" smtClean="0"/>
              <a:t>A Ti me rendo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12-  BRILLE ET LÈVE-TOI </a:t>
            </a:r>
          </a:p>
          <a:p>
            <a:r>
              <a:rPr lang="fr-FR" smtClean="0"/>
              <a:t>Possa o mundo
13-  QUE LE MONDE VOIE QUE NOUS CHANTONS </a:t>
            </a:r>
          </a:p>
          <a:p>
            <a:r>
              <a:rPr lang="fr-FR" smtClean="0"/>
              <a:t>ver brilhar a luz Cantamos
14-  POUR LA GLOIRE DE NOTRE DIEU ET ROI JÉSUS 
para a gloria do Senhor Jesus cristo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Refrain :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NOUS AVONS TOUS LE BESOIN DE COMPASSION, D’AMOUR CERTAIN </a:t>
            </a:r>
          </a:p>
          <a:p>
            <a:pPr eaLnBrk="1" hangingPunct="1"/>
            <a:r>
              <a:rPr lang="fr-FR" smtClean="0"/>
              <a:t>Todos necessitam de um amor perfeito
2-  QUE TA GRÂCE VIENNE SUR MOI CHACUN A BESOIN DE PARDON </a:t>
            </a:r>
          </a:p>
          <a:p>
            <a:pPr eaLnBrk="1" hangingPunct="1"/>
            <a:r>
              <a:rPr lang="fr-FR" smtClean="0"/>
              <a:t>Perdão e compaixão todos necessitam de graça e esperança
3-  D’UN SAUVEUR AIMANT ET BON  L’ESPOIR DES NATIONS </a:t>
            </a:r>
          </a:p>
          <a:p>
            <a:pPr eaLnBrk="1" hangingPunct="1"/>
            <a:r>
              <a:rPr lang="fr-FR" smtClean="0"/>
              <a:t>De um Deus que salva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Refrain :
	4-  SAUVEUR IL DÉPLACE LES MONTAGNES </a:t>
            </a:r>
          </a:p>
          <a:p>
            <a:pPr eaLnBrk="1" hangingPunct="1"/>
            <a:r>
              <a:rPr lang="fr-FR" smtClean="0"/>
              <a:t>	Cristo move as montanhas
	5-  DIEU EST PUISSANT POUR SAUVER SI PUISSANT POUR SAUVER </a:t>
            </a:r>
          </a:p>
          <a:p>
            <a:pPr eaLnBrk="1" hangingPunct="1"/>
            <a:r>
              <a:rPr lang="fr-FR" smtClean="0"/>
              <a:t>	E tem poder pra salvar tem poder pra salvar
	6-  AUTEUR DU SALUT À JAMAIS SUR LA MORT, IL A GAGNÉ </a:t>
            </a:r>
          </a:p>
          <a:p>
            <a:pPr eaLnBrk="1" hangingPunct="1"/>
            <a:r>
              <a:rPr lang="fr-FR" smtClean="0"/>
              <a:t>	Pra sempre autor da salvação Jesus a morte venceu 
	7-  TU ES RESSUSCITÉ </a:t>
            </a:r>
          </a:p>
          <a:p>
            <a:pPr eaLnBrk="1" hangingPunct="1"/>
            <a:r>
              <a:rPr lang="fr-FR" smtClean="0"/>
              <a:t>	Sobre a morte venceu</a:t>
            </a:r>
          </a:p>
          <a:p>
            <a:pPr eaLnBrk="1" hangingPunct="1"/>
            <a:r>
              <a:rPr lang="fr-FR" smtClean="0"/>
              <a:t>
8-  PRENDS-MOI TEL QUE JE SUIS MES PEURS ET MES DOUTES AUSSI </a:t>
            </a:r>
          </a:p>
          <a:p>
            <a:pPr eaLnBrk="1" hangingPunct="1"/>
            <a:r>
              <a:rPr lang="fr-FR" smtClean="0"/>
              <a:t>Me aceitas com meus medos, falhas e temores
9-  À NOUVEAU REMPLIS-MOI MON CŒUR VEUT SUIVRE TES PAS </a:t>
            </a:r>
          </a:p>
          <a:p>
            <a:pPr eaLnBrk="1" hangingPunct="1"/>
            <a:r>
              <a:rPr lang="fr-FR" smtClean="0"/>
              <a:t>Enche meu viver a minha vida entrego, 
10-  OUBLIER MÊME TOUT C’QUE JE CROIS</a:t>
            </a:r>
          </a:p>
          <a:p>
            <a:pPr eaLnBrk="1" hangingPunct="1"/>
            <a:r>
              <a:rPr lang="fr-FR" smtClean="0"/>
              <a:t>pra seguir Teus passos
11-  JE SUIS TOUT À TOI </a:t>
            </a:r>
          </a:p>
          <a:p>
            <a:pPr eaLnBrk="1" hangingPunct="1"/>
            <a:r>
              <a:rPr lang="fr-FR" smtClean="0"/>
              <a:t>A Ti me rendo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Refrain :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Pont :
12-  BRILLE ET LÈVE-TOI </a:t>
            </a:r>
          </a:p>
          <a:p>
            <a:pPr eaLnBrk="1" hangingPunct="1"/>
            <a:r>
              <a:rPr lang="fr-FR" smtClean="0"/>
              <a:t>Possa o mundo
13-  QUE LE MONDE VOIE QUE NOUS CHANTONS </a:t>
            </a:r>
          </a:p>
          <a:p>
            <a:pPr eaLnBrk="1" hangingPunct="1"/>
            <a:r>
              <a:rPr lang="fr-FR" smtClean="0"/>
              <a:t>ver brilhar a luz Cantamos
14-  POUR LA GLOIRE DE NOTRE DIEU ET ROI JÉSUS 
para a gloria do Senhor Jesus cristo</a:t>
            </a:r>
          </a:p>
          <a:p>
            <a:pPr eaLnBrk="1" hangingPunct="1"/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Refrain :</a:t>
            </a:r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1193992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NOUS AVONS TOUS LE BESOIN DE COMPASSION, D’AMOUR CERTAIN </a:t>
            </a:r>
          </a:p>
          <a:p>
            <a:r>
              <a:rPr lang="fr-FR" smtClean="0"/>
              <a:t>Todos necessitam de um amor perfeito
2-  QUE TA GRÂCE VIENNE SUR MOI CHACUN A BESOIN DE PARDON </a:t>
            </a:r>
          </a:p>
          <a:p>
            <a:r>
              <a:rPr lang="fr-FR" smtClean="0"/>
              <a:t>Perdão e compaixão todos necessitam de graça e esperança
3-  D’UN SAUVEUR AIMANT ET BON  L’ESPOIR DES NATIONS </a:t>
            </a:r>
          </a:p>
          <a:p>
            <a:r>
              <a:rPr lang="fr-FR" smtClean="0"/>
              <a:t>De um Deus que salva</a:t>
            </a:r>
          </a:p>
          <a:p>
            <a:endParaRPr lang="fr-FR" smtClean="0"/>
          </a:p>
          <a:p>
            <a:r>
              <a:rPr lang="fr-FR" smtClean="0"/>
              <a:t>	Refrain :
	4-  SAUVEUR IL DÉPLACE LES MONTAGNES </a:t>
            </a:r>
          </a:p>
          <a:p>
            <a:r>
              <a:rPr lang="fr-FR" smtClean="0"/>
              <a:t>	Cristo move as montanhas
	5-  DIEU EST PUISSANT POUR SAUVER SI PUISSANT POUR SAUVER </a:t>
            </a:r>
          </a:p>
          <a:p>
            <a:r>
              <a:rPr lang="fr-FR" smtClean="0"/>
              <a:t>	E tem poder pra salvar tem poder pra salvar
	6-  AUTEUR DU SALUT À JAMAIS SUR LA MORT, IL A GAGNÉ </a:t>
            </a:r>
          </a:p>
          <a:p>
            <a:r>
              <a:rPr lang="fr-FR" smtClean="0"/>
              <a:t>	Pra sempre autor da salvação Jesus a morte venceu 
	7-  TU ES RESSUSCITÉ </a:t>
            </a:r>
          </a:p>
          <a:p>
            <a:r>
              <a:rPr lang="fr-FR" smtClean="0"/>
              <a:t>	Sobre a morte venceu</a:t>
            </a:r>
          </a:p>
          <a:p>
            <a:r>
              <a:rPr lang="fr-FR" smtClean="0"/>
              <a:t>
8-  PRENDS-MOI TEL QUE JE SUIS MES PEURS ET MES DOUTES AUSSI </a:t>
            </a:r>
          </a:p>
          <a:p>
            <a:r>
              <a:rPr lang="fr-FR" smtClean="0"/>
              <a:t>Me aceitas com meus medos, falhas e temores
9-  À NOUVEAU REMPLIS-MOI MON CŒUR VEUT SUIVRE TES PAS </a:t>
            </a:r>
          </a:p>
          <a:p>
            <a:r>
              <a:rPr lang="fr-FR" smtClean="0"/>
              <a:t>Enche meu viver a minha vida entrego, 
10-  OUBLIER MÊME TOUT C’QUE JE CROIS</a:t>
            </a:r>
          </a:p>
          <a:p>
            <a:r>
              <a:rPr lang="fr-FR" smtClean="0"/>
              <a:t>pra seguir Teus passos
11-  JE SUIS TOUT À TOI </a:t>
            </a:r>
          </a:p>
          <a:p>
            <a:r>
              <a:rPr lang="fr-FR" smtClean="0"/>
              <a:t>A Ti me rendo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12-  BRILLE ET LÈVE-TOI </a:t>
            </a:r>
          </a:p>
          <a:p>
            <a:r>
              <a:rPr lang="fr-FR" smtClean="0"/>
              <a:t>Possa o mundo
13-  QUE LE MONDE VOIE QUE NOUS CHANTONS </a:t>
            </a:r>
          </a:p>
          <a:p>
            <a:r>
              <a:rPr lang="fr-FR" smtClean="0"/>
              <a:t>ver brilhar a luz Cantamos
14-  POUR LA GLOIRE DE NOTRE DIEU ET ROI JÉSUS 
para a gloria do Senhor Jesus cristo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Refrain :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NOUS AVONS TOUS LE BESOIN DE COMPASSION, D’AMOUR CERTAIN </a:t>
            </a:r>
          </a:p>
          <a:p>
            <a:pPr eaLnBrk="1" hangingPunct="1"/>
            <a:r>
              <a:rPr lang="fr-FR" smtClean="0"/>
              <a:t>Todos necessitam de um amor perfeito
2-  QUE TA GRÂCE VIENNE SUR MOI CHACUN A BESOIN DE PARDON </a:t>
            </a:r>
          </a:p>
          <a:p>
            <a:pPr eaLnBrk="1" hangingPunct="1"/>
            <a:r>
              <a:rPr lang="fr-FR" smtClean="0"/>
              <a:t>Perdão e compaixão todos necessitam de graça e esperança
3-  D’UN SAUVEUR AIMANT ET BON  L’ESPOIR DES NATIONS </a:t>
            </a:r>
          </a:p>
          <a:p>
            <a:pPr eaLnBrk="1" hangingPunct="1"/>
            <a:r>
              <a:rPr lang="fr-FR" smtClean="0"/>
              <a:t>De um Deus que salva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Refrain :
	4-  SAUVEUR IL DÉPLACE LES MONTAGNES </a:t>
            </a:r>
          </a:p>
          <a:p>
            <a:pPr eaLnBrk="1" hangingPunct="1"/>
            <a:r>
              <a:rPr lang="fr-FR" smtClean="0"/>
              <a:t>	Cristo move as montanhas
	5-  DIEU EST PUISSANT POUR SAUVER SI PUISSANT POUR SAUVER </a:t>
            </a:r>
          </a:p>
          <a:p>
            <a:pPr eaLnBrk="1" hangingPunct="1"/>
            <a:r>
              <a:rPr lang="fr-FR" smtClean="0"/>
              <a:t>	E tem poder pra salvar tem poder pra salvar
	6-  AUTEUR DU SALUT À JAMAIS SUR LA MORT, IL A GAGNÉ </a:t>
            </a:r>
          </a:p>
          <a:p>
            <a:pPr eaLnBrk="1" hangingPunct="1"/>
            <a:r>
              <a:rPr lang="fr-FR" smtClean="0"/>
              <a:t>	Pra sempre autor da salvação Jesus a morte venceu 
	7-  TU ES RESSUSCITÉ </a:t>
            </a:r>
          </a:p>
          <a:p>
            <a:pPr eaLnBrk="1" hangingPunct="1"/>
            <a:r>
              <a:rPr lang="fr-FR" smtClean="0"/>
              <a:t>	Sobre a morte venceu</a:t>
            </a:r>
          </a:p>
          <a:p>
            <a:pPr eaLnBrk="1" hangingPunct="1"/>
            <a:r>
              <a:rPr lang="fr-FR" smtClean="0"/>
              <a:t>
8-  PRENDS-MOI TEL QUE JE SUIS MES PEURS ET MES DOUTES AUSSI </a:t>
            </a:r>
          </a:p>
          <a:p>
            <a:pPr eaLnBrk="1" hangingPunct="1"/>
            <a:r>
              <a:rPr lang="fr-FR" smtClean="0"/>
              <a:t>Me aceitas com meus medos, falhas e temores
9-  À NOUVEAU REMPLIS-MOI MON CŒUR VEUT SUIVRE TES PAS </a:t>
            </a:r>
          </a:p>
          <a:p>
            <a:pPr eaLnBrk="1" hangingPunct="1"/>
            <a:r>
              <a:rPr lang="fr-FR" smtClean="0"/>
              <a:t>Enche meu viver a minha vida entrego, 
10-  OUBLIER MÊME TOUT C’QUE JE CROIS</a:t>
            </a:r>
          </a:p>
          <a:p>
            <a:pPr eaLnBrk="1" hangingPunct="1"/>
            <a:r>
              <a:rPr lang="fr-FR" smtClean="0"/>
              <a:t>pra seguir Teus passos
11-  JE SUIS TOUT À TOI </a:t>
            </a:r>
          </a:p>
          <a:p>
            <a:pPr eaLnBrk="1" hangingPunct="1"/>
            <a:r>
              <a:rPr lang="fr-FR" smtClean="0"/>
              <a:t>A Ti me rendo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Refrain :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Pont :
12-  BRILLE ET LÈVE-TOI </a:t>
            </a:r>
          </a:p>
          <a:p>
            <a:pPr eaLnBrk="1" hangingPunct="1"/>
            <a:r>
              <a:rPr lang="fr-FR" smtClean="0"/>
              <a:t>Possa o mundo
13-  QUE LE MONDE VOIE QUE NOUS CHANTONS </a:t>
            </a:r>
          </a:p>
          <a:p>
            <a:pPr eaLnBrk="1" hangingPunct="1"/>
            <a:r>
              <a:rPr lang="fr-FR" smtClean="0"/>
              <a:t>ver brilhar a luz Cantamos
14-  POUR LA GLOIRE DE NOTRE DIEU ET ROI JÉSUS 
para a gloria do Senhor Jesus cristo</a:t>
            </a:r>
          </a:p>
          <a:p>
            <a:pPr eaLnBrk="1" hangingPunct="1"/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Refrain :</a:t>
            </a:r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19394595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NOUS AVONS TOUS LE BESOIN DE COMPASSION, D’AMOUR CERTAIN </a:t>
            </a:r>
          </a:p>
          <a:p>
            <a:r>
              <a:rPr lang="fr-FR" smtClean="0"/>
              <a:t>Todos necessitam de um amor perfeito
2-  QUE TA GRÂCE VIENNE SUR MOI CHACUN A BESOIN DE PARDON </a:t>
            </a:r>
          </a:p>
          <a:p>
            <a:r>
              <a:rPr lang="fr-FR" smtClean="0"/>
              <a:t>Perdão e compaixão todos necessitam de graça e esperança
3-  D’UN SAUVEUR AIMANT ET BON  L’ESPOIR DES NATIONS </a:t>
            </a:r>
          </a:p>
          <a:p>
            <a:r>
              <a:rPr lang="fr-FR" smtClean="0"/>
              <a:t>De um Deus que salva</a:t>
            </a:r>
          </a:p>
          <a:p>
            <a:endParaRPr lang="fr-FR" smtClean="0"/>
          </a:p>
          <a:p>
            <a:r>
              <a:rPr lang="fr-FR" smtClean="0"/>
              <a:t>	Refrain :
	4-  SAUVEUR IL DÉPLACE LES MONTAGNES </a:t>
            </a:r>
          </a:p>
          <a:p>
            <a:r>
              <a:rPr lang="fr-FR" smtClean="0"/>
              <a:t>	Cristo move as montanhas
	5-  DIEU EST PUISSANT POUR SAUVER SI PUISSANT POUR SAUVER </a:t>
            </a:r>
          </a:p>
          <a:p>
            <a:r>
              <a:rPr lang="fr-FR" smtClean="0"/>
              <a:t>	E tem poder pra salvar tem poder pra salvar
	6-  AUTEUR DU SALUT À JAMAIS SUR LA MORT, IL A GAGNÉ </a:t>
            </a:r>
          </a:p>
          <a:p>
            <a:r>
              <a:rPr lang="fr-FR" smtClean="0"/>
              <a:t>	Pra sempre autor da salvação Jesus a morte venceu 
	7-  TU ES RESSUSCITÉ </a:t>
            </a:r>
          </a:p>
          <a:p>
            <a:r>
              <a:rPr lang="fr-FR" smtClean="0"/>
              <a:t>	Sobre a morte venceu</a:t>
            </a:r>
          </a:p>
          <a:p>
            <a:r>
              <a:rPr lang="fr-FR" smtClean="0"/>
              <a:t>
8-  PRENDS-MOI TEL QUE JE SUIS MES PEURS ET MES DOUTES AUSSI </a:t>
            </a:r>
          </a:p>
          <a:p>
            <a:r>
              <a:rPr lang="fr-FR" smtClean="0"/>
              <a:t>Me aceitas com meus medos, falhas e temores
9-  À NOUVEAU REMPLIS-MOI MON CŒUR VEUT SUIVRE TES PAS </a:t>
            </a:r>
          </a:p>
          <a:p>
            <a:r>
              <a:rPr lang="fr-FR" smtClean="0"/>
              <a:t>Enche meu viver a minha vida entrego, 
10-  OUBLIER MÊME TOUT C’QUE JE CROIS</a:t>
            </a:r>
          </a:p>
          <a:p>
            <a:r>
              <a:rPr lang="fr-FR" smtClean="0"/>
              <a:t>pra seguir Teus passos
11-  JE SUIS TOUT À TOI </a:t>
            </a:r>
          </a:p>
          <a:p>
            <a:r>
              <a:rPr lang="fr-FR" smtClean="0"/>
              <a:t>A Ti me rendo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12-  BRILLE ET LÈVE-TOI </a:t>
            </a:r>
          </a:p>
          <a:p>
            <a:r>
              <a:rPr lang="fr-FR" smtClean="0"/>
              <a:t>Possa o mundo
13-  QUE LE MONDE VOIE QUE NOUS CHANTONS </a:t>
            </a:r>
          </a:p>
          <a:p>
            <a:r>
              <a:rPr lang="fr-FR" smtClean="0"/>
              <a:t>ver brilhar a luz Cantamos
14-  POUR LA GLOIRE DE NOTRE DIEU ET ROI JÉSUS 
para a gloria do Senhor Jesus cristo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Refrain :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NOUS AVONS TOUS LE BESOIN DE COMPASSION, D’AMOUR CERTAIN </a:t>
            </a:r>
          </a:p>
          <a:p>
            <a:pPr eaLnBrk="1" hangingPunct="1"/>
            <a:r>
              <a:rPr lang="fr-FR" smtClean="0"/>
              <a:t>Todos necessitam de um amor perfeito
2-  QUE TA GRÂCE VIENNE SUR MOI CHACUN A BESOIN DE PARDON </a:t>
            </a:r>
          </a:p>
          <a:p>
            <a:pPr eaLnBrk="1" hangingPunct="1"/>
            <a:r>
              <a:rPr lang="fr-FR" smtClean="0"/>
              <a:t>Perdão e compaixão todos necessitam de graça e esperança
3-  D’UN SAUVEUR AIMANT ET BON  L’ESPOIR DES NATIONS </a:t>
            </a:r>
          </a:p>
          <a:p>
            <a:pPr eaLnBrk="1" hangingPunct="1"/>
            <a:r>
              <a:rPr lang="fr-FR" smtClean="0"/>
              <a:t>De um Deus que salva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Refrain :
	4-  SAUVEUR IL DÉPLACE LES MONTAGNES </a:t>
            </a:r>
          </a:p>
          <a:p>
            <a:pPr eaLnBrk="1" hangingPunct="1"/>
            <a:r>
              <a:rPr lang="fr-FR" smtClean="0"/>
              <a:t>	Cristo move as montanhas
	5-  DIEU EST PUISSANT POUR SAUVER SI PUISSANT POUR SAUVER </a:t>
            </a:r>
          </a:p>
          <a:p>
            <a:pPr eaLnBrk="1" hangingPunct="1"/>
            <a:r>
              <a:rPr lang="fr-FR" smtClean="0"/>
              <a:t>	E tem poder pra salvar tem poder pra salvar
	6-  AUTEUR DU SALUT À JAMAIS SUR LA MORT, IL A GAGNÉ </a:t>
            </a:r>
          </a:p>
          <a:p>
            <a:pPr eaLnBrk="1" hangingPunct="1"/>
            <a:r>
              <a:rPr lang="fr-FR" smtClean="0"/>
              <a:t>	Pra sempre autor da salvação Jesus a morte venceu 
	7-  TU ES RESSUSCITÉ </a:t>
            </a:r>
          </a:p>
          <a:p>
            <a:pPr eaLnBrk="1" hangingPunct="1"/>
            <a:r>
              <a:rPr lang="fr-FR" smtClean="0"/>
              <a:t>	Sobre a morte venceu</a:t>
            </a:r>
          </a:p>
          <a:p>
            <a:pPr eaLnBrk="1" hangingPunct="1"/>
            <a:r>
              <a:rPr lang="fr-FR" smtClean="0"/>
              <a:t>
8-  PRENDS-MOI TEL QUE JE SUIS MES PEURS ET MES DOUTES AUSSI </a:t>
            </a:r>
          </a:p>
          <a:p>
            <a:pPr eaLnBrk="1" hangingPunct="1"/>
            <a:r>
              <a:rPr lang="fr-FR" smtClean="0"/>
              <a:t>Me aceitas com meus medos, falhas e temores
9-  À NOUVEAU REMPLIS-MOI MON CŒUR VEUT SUIVRE TES PAS </a:t>
            </a:r>
          </a:p>
          <a:p>
            <a:pPr eaLnBrk="1" hangingPunct="1"/>
            <a:r>
              <a:rPr lang="fr-FR" smtClean="0"/>
              <a:t>Enche meu viver a minha vida entrego, 
10-  OUBLIER MÊME TOUT C’QUE JE CROIS</a:t>
            </a:r>
          </a:p>
          <a:p>
            <a:pPr eaLnBrk="1" hangingPunct="1"/>
            <a:r>
              <a:rPr lang="fr-FR" smtClean="0"/>
              <a:t>pra seguir Teus passos
11-  JE SUIS TOUT À TOI </a:t>
            </a:r>
          </a:p>
          <a:p>
            <a:pPr eaLnBrk="1" hangingPunct="1"/>
            <a:r>
              <a:rPr lang="fr-FR" smtClean="0"/>
              <a:t>A Ti me rendo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Refrain :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Pont :
12-  BRILLE ET LÈVE-TOI </a:t>
            </a:r>
          </a:p>
          <a:p>
            <a:pPr eaLnBrk="1" hangingPunct="1"/>
            <a:r>
              <a:rPr lang="fr-FR" smtClean="0"/>
              <a:t>Possa o mundo
13-  QUE LE MONDE VOIE QUE NOUS CHANTONS </a:t>
            </a:r>
          </a:p>
          <a:p>
            <a:pPr eaLnBrk="1" hangingPunct="1"/>
            <a:r>
              <a:rPr lang="fr-FR" smtClean="0"/>
              <a:t>ver brilhar a luz Cantamos
14-  POUR LA GLOIRE DE NOTRE DIEU ET ROI JÉSUS 
para a gloria do Senhor Jesus cristo</a:t>
            </a:r>
          </a:p>
          <a:p>
            <a:pPr eaLnBrk="1" hangingPunct="1"/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Refrain :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0610272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NOUS AVONS TOUS LE BESOIN DE COMPASSION, D’AMOUR CERTAIN </a:t>
            </a:r>
          </a:p>
          <a:p>
            <a:r>
              <a:rPr lang="fr-FR" smtClean="0"/>
              <a:t>Todos necessitam de um amor perfeito
2-  QUE TA GRÂCE VIENNE SUR MOI CHACUN A BESOIN DE PARDON </a:t>
            </a:r>
          </a:p>
          <a:p>
            <a:r>
              <a:rPr lang="fr-FR" smtClean="0"/>
              <a:t>Perdão e compaixão todos necessitam de graça e esperança
3-  D’UN SAUVEUR AIMANT ET BON  L’ESPOIR DES NATIONS </a:t>
            </a:r>
          </a:p>
          <a:p>
            <a:r>
              <a:rPr lang="fr-FR" smtClean="0"/>
              <a:t>De um Deus que salva</a:t>
            </a:r>
          </a:p>
          <a:p>
            <a:endParaRPr lang="fr-FR" smtClean="0"/>
          </a:p>
          <a:p>
            <a:r>
              <a:rPr lang="fr-FR" smtClean="0"/>
              <a:t>	Refrain :
	4-  SAUVEUR IL DÉPLACE LES MONTAGNES </a:t>
            </a:r>
          </a:p>
          <a:p>
            <a:r>
              <a:rPr lang="fr-FR" smtClean="0"/>
              <a:t>	Cristo move as montanhas
	5-  DIEU EST PUISSANT POUR SAUVER SI PUISSANT POUR SAUVER </a:t>
            </a:r>
          </a:p>
          <a:p>
            <a:r>
              <a:rPr lang="fr-FR" smtClean="0"/>
              <a:t>	E tem poder pra salvar tem poder pra salvar
	6-  AUTEUR DU SALUT À JAMAIS SUR LA MORT, IL A GAGNÉ </a:t>
            </a:r>
          </a:p>
          <a:p>
            <a:r>
              <a:rPr lang="fr-FR" smtClean="0"/>
              <a:t>	Pra sempre autor da salvação Jesus a morte venceu 
	7-  TU ES RESSUSCITÉ </a:t>
            </a:r>
          </a:p>
          <a:p>
            <a:r>
              <a:rPr lang="fr-FR" smtClean="0"/>
              <a:t>	Sobre a morte venceu</a:t>
            </a:r>
          </a:p>
          <a:p>
            <a:r>
              <a:rPr lang="fr-FR" smtClean="0"/>
              <a:t>
8-  PRENDS-MOI TEL QUE JE SUIS MES PEURS ET MES DOUTES AUSSI </a:t>
            </a:r>
          </a:p>
          <a:p>
            <a:r>
              <a:rPr lang="fr-FR" smtClean="0"/>
              <a:t>Me aceitas com meus medos, falhas e temores
9-  À NOUVEAU REMPLIS-MOI MON CŒUR VEUT SUIVRE TES PAS </a:t>
            </a:r>
          </a:p>
          <a:p>
            <a:r>
              <a:rPr lang="fr-FR" smtClean="0"/>
              <a:t>Enche meu viver a minha vida entrego, 
10-  OUBLIER MÊME TOUT C’QUE JE CROIS</a:t>
            </a:r>
          </a:p>
          <a:p>
            <a:r>
              <a:rPr lang="fr-FR" smtClean="0"/>
              <a:t>pra seguir Teus passos
11-  JE SUIS TOUT À TOI </a:t>
            </a:r>
          </a:p>
          <a:p>
            <a:r>
              <a:rPr lang="fr-FR" smtClean="0"/>
              <a:t>A Ti me rendo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12-  BRILLE ET LÈVE-TOI </a:t>
            </a:r>
          </a:p>
          <a:p>
            <a:r>
              <a:rPr lang="fr-FR" smtClean="0"/>
              <a:t>Possa o mundo
13-  QUE LE MONDE VOIE QUE NOUS CHANTONS </a:t>
            </a:r>
          </a:p>
          <a:p>
            <a:r>
              <a:rPr lang="fr-FR" smtClean="0"/>
              <a:t>ver brilhar a luz Cantamos
14-  POUR LA GLOIRE DE NOTRE DIEU ET ROI JÉSUS 
para a gloria do Senhor Jesus cristo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Refrain :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NOUS AVONS TOUS LE BESOIN DE COMPASSION, D’AMOUR CERTAIN </a:t>
            </a:r>
          </a:p>
          <a:p>
            <a:pPr eaLnBrk="1" hangingPunct="1"/>
            <a:r>
              <a:rPr lang="fr-FR" smtClean="0"/>
              <a:t>Todos necessitam de um amor perfeito
2-  QUE TA GRÂCE VIENNE SUR MOI CHACUN A BESOIN DE PARDON </a:t>
            </a:r>
          </a:p>
          <a:p>
            <a:pPr eaLnBrk="1" hangingPunct="1"/>
            <a:r>
              <a:rPr lang="fr-FR" smtClean="0"/>
              <a:t>Perdão e compaixão todos necessitam de graça e esperança
3-  D’UN SAUVEUR AIMANT ET BON  L’ESPOIR DES NATIONS </a:t>
            </a:r>
          </a:p>
          <a:p>
            <a:pPr eaLnBrk="1" hangingPunct="1"/>
            <a:r>
              <a:rPr lang="fr-FR" smtClean="0"/>
              <a:t>De um Deus que salva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Refrain :
	4-  SAUVEUR IL DÉPLACE LES MONTAGNES </a:t>
            </a:r>
          </a:p>
          <a:p>
            <a:pPr eaLnBrk="1" hangingPunct="1"/>
            <a:r>
              <a:rPr lang="fr-FR" smtClean="0"/>
              <a:t>	Cristo move as montanhas
	5-  DIEU EST PUISSANT POUR SAUVER SI PUISSANT POUR SAUVER </a:t>
            </a:r>
          </a:p>
          <a:p>
            <a:pPr eaLnBrk="1" hangingPunct="1"/>
            <a:r>
              <a:rPr lang="fr-FR" smtClean="0"/>
              <a:t>	E tem poder pra salvar tem poder pra salvar
	6-  AUTEUR DU SALUT À JAMAIS SUR LA MORT, IL A GAGNÉ </a:t>
            </a:r>
          </a:p>
          <a:p>
            <a:pPr eaLnBrk="1" hangingPunct="1"/>
            <a:r>
              <a:rPr lang="fr-FR" smtClean="0"/>
              <a:t>	Pra sempre autor da salvação Jesus a morte venceu 
	7-  TU ES RESSUSCITÉ </a:t>
            </a:r>
          </a:p>
          <a:p>
            <a:pPr eaLnBrk="1" hangingPunct="1"/>
            <a:r>
              <a:rPr lang="fr-FR" smtClean="0"/>
              <a:t>	Sobre a morte venceu</a:t>
            </a:r>
          </a:p>
          <a:p>
            <a:pPr eaLnBrk="1" hangingPunct="1"/>
            <a:r>
              <a:rPr lang="fr-FR" smtClean="0"/>
              <a:t>
8-  PRENDS-MOI TEL QUE JE SUIS MES PEURS ET MES DOUTES AUSSI </a:t>
            </a:r>
          </a:p>
          <a:p>
            <a:pPr eaLnBrk="1" hangingPunct="1"/>
            <a:r>
              <a:rPr lang="fr-FR" smtClean="0"/>
              <a:t>Me aceitas com meus medos, falhas e temores
9-  À NOUVEAU REMPLIS-MOI MON CŒUR VEUT SUIVRE TES PAS </a:t>
            </a:r>
          </a:p>
          <a:p>
            <a:pPr eaLnBrk="1" hangingPunct="1"/>
            <a:r>
              <a:rPr lang="fr-FR" smtClean="0"/>
              <a:t>Enche meu viver a minha vida entrego, 
10-  OUBLIER MÊME TOUT C’QUE JE CROIS</a:t>
            </a:r>
          </a:p>
          <a:p>
            <a:pPr eaLnBrk="1" hangingPunct="1"/>
            <a:r>
              <a:rPr lang="fr-FR" smtClean="0"/>
              <a:t>pra seguir Teus passos
11-  JE SUIS TOUT À TOI </a:t>
            </a:r>
          </a:p>
          <a:p>
            <a:pPr eaLnBrk="1" hangingPunct="1"/>
            <a:r>
              <a:rPr lang="fr-FR" smtClean="0"/>
              <a:t>A Ti me rendo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Refrain :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Pont :
12-  BRILLE ET LÈVE-TOI </a:t>
            </a:r>
          </a:p>
          <a:p>
            <a:pPr eaLnBrk="1" hangingPunct="1"/>
            <a:r>
              <a:rPr lang="fr-FR" smtClean="0"/>
              <a:t>Possa o mundo
13-  QUE LE MONDE VOIE QUE NOUS CHANTONS </a:t>
            </a:r>
          </a:p>
          <a:p>
            <a:pPr eaLnBrk="1" hangingPunct="1"/>
            <a:r>
              <a:rPr lang="fr-FR" smtClean="0"/>
              <a:t>ver brilhar a luz Cantamos
14-  POUR LA GLOIRE DE NOTRE DIEU ET ROI JÉSUS 
para a gloria do Senhor Jesus cristo</a:t>
            </a:r>
          </a:p>
          <a:p>
            <a:pPr eaLnBrk="1" hangingPunct="1"/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Refrain :</a:t>
            </a:r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39176116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NOUS AVONS TOUS LE BESOIN DE COMPASSION, D’AMOUR CERTAIN </a:t>
            </a:r>
          </a:p>
          <a:p>
            <a:r>
              <a:rPr lang="fr-FR" smtClean="0"/>
              <a:t>Todos necessitam de um amor perfeito
2-  QUE TA GRÂCE VIENNE SUR MOI CHACUN A BESOIN DE PARDON </a:t>
            </a:r>
          </a:p>
          <a:p>
            <a:r>
              <a:rPr lang="fr-FR" smtClean="0"/>
              <a:t>Perdão e compaixão todos necessitam de graça e esperança
3-  D’UN SAUVEUR AIMANT ET BON  L’ESPOIR DES NATIONS </a:t>
            </a:r>
          </a:p>
          <a:p>
            <a:r>
              <a:rPr lang="fr-FR" smtClean="0"/>
              <a:t>De um Deus que salva</a:t>
            </a:r>
          </a:p>
          <a:p>
            <a:endParaRPr lang="fr-FR" smtClean="0"/>
          </a:p>
          <a:p>
            <a:r>
              <a:rPr lang="fr-FR" smtClean="0"/>
              <a:t>	Refrain :
	4-  SAUVEUR IL DÉPLACE LES MONTAGNES </a:t>
            </a:r>
          </a:p>
          <a:p>
            <a:r>
              <a:rPr lang="fr-FR" smtClean="0"/>
              <a:t>	Cristo move as montanhas
	5-  DIEU EST PUISSANT POUR SAUVER SI PUISSANT POUR SAUVER </a:t>
            </a:r>
          </a:p>
          <a:p>
            <a:r>
              <a:rPr lang="fr-FR" smtClean="0"/>
              <a:t>	E tem poder pra salvar tem poder pra salvar
	6-  AUTEUR DU SALUT À JAMAIS SUR LA MORT, IL A GAGNÉ </a:t>
            </a:r>
          </a:p>
          <a:p>
            <a:r>
              <a:rPr lang="fr-FR" smtClean="0"/>
              <a:t>	Pra sempre autor da salvação Jesus a morte venceu 
	7-  TU ES RESSUSCITÉ </a:t>
            </a:r>
          </a:p>
          <a:p>
            <a:r>
              <a:rPr lang="fr-FR" smtClean="0"/>
              <a:t>	Sobre a morte venceu</a:t>
            </a:r>
          </a:p>
          <a:p>
            <a:r>
              <a:rPr lang="fr-FR" smtClean="0"/>
              <a:t>
8-  PRENDS-MOI TEL QUE JE SUIS MES PEURS ET MES DOUTES AUSSI </a:t>
            </a:r>
          </a:p>
          <a:p>
            <a:r>
              <a:rPr lang="fr-FR" smtClean="0"/>
              <a:t>Me aceitas com meus medos, falhas e temores
9-  À NOUVEAU REMPLIS-MOI MON CŒUR VEUT SUIVRE TES PAS </a:t>
            </a:r>
          </a:p>
          <a:p>
            <a:r>
              <a:rPr lang="fr-FR" smtClean="0"/>
              <a:t>Enche meu viver a minha vida entrego, 
10-  OUBLIER MÊME TOUT C’QUE JE CROIS</a:t>
            </a:r>
          </a:p>
          <a:p>
            <a:r>
              <a:rPr lang="fr-FR" smtClean="0"/>
              <a:t>pra seguir Teus passos
11-  JE SUIS TOUT À TOI </a:t>
            </a:r>
          </a:p>
          <a:p>
            <a:r>
              <a:rPr lang="fr-FR" smtClean="0"/>
              <a:t>A Ti me rendo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12-  BRILLE ET LÈVE-TOI </a:t>
            </a:r>
          </a:p>
          <a:p>
            <a:r>
              <a:rPr lang="fr-FR" smtClean="0"/>
              <a:t>Possa o mundo
13-  QUE LE MONDE VOIE QUE NOUS CHANTONS </a:t>
            </a:r>
          </a:p>
          <a:p>
            <a:r>
              <a:rPr lang="fr-FR" smtClean="0"/>
              <a:t>ver brilhar a luz Cantamos
14-  POUR LA GLOIRE DE NOTRE DIEU ET ROI JÉSUS 
para a gloria do Senhor Jesus cristo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Refrain :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NOUS AVONS TOUS LE BESOIN DE COMPASSION, D’AMOUR CERTAIN </a:t>
            </a:r>
          </a:p>
          <a:p>
            <a:pPr eaLnBrk="1" hangingPunct="1"/>
            <a:r>
              <a:rPr lang="fr-FR" smtClean="0"/>
              <a:t>Todos necessitam de um amor perfeito
2-  QUE TA GRÂCE VIENNE SUR MOI CHACUN A BESOIN DE PARDON </a:t>
            </a:r>
          </a:p>
          <a:p>
            <a:pPr eaLnBrk="1" hangingPunct="1"/>
            <a:r>
              <a:rPr lang="fr-FR" smtClean="0"/>
              <a:t>Perdão e compaixão todos necessitam de graça e esperança
3-  D’UN SAUVEUR AIMANT ET BON  L’ESPOIR DES NATIONS </a:t>
            </a:r>
          </a:p>
          <a:p>
            <a:pPr eaLnBrk="1" hangingPunct="1"/>
            <a:r>
              <a:rPr lang="fr-FR" smtClean="0"/>
              <a:t>De um Deus que salva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Refrain :
	4-  SAUVEUR IL DÉPLACE LES MONTAGNES </a:t>
            </a:r>
          </a:p>
          <a:p>
            <a:pPr eaLnBrk="1" hangingPunct="1"/>
            <a:r>
              <a:rPr lang="fr-FR" smtClean="0"/>
              <a:t>	Cristo move as montanhas
	5-  DIEU EST PUISSANT POUR SAUVER SI PUISSANT POUR SAUVER </a:t>
            </a:r>
          </a:p>
          <a:p>
            <a:pPr eaLnBrk="1" hangingPunct="1"/>
            <a:r>
              <a:rPr lang="fr-FR" smtClean="0"/>
              <a:t>	E tem poder pra salvar tem poder pra salvar
	6-  AUTEUR DU SALUT À JAMAIS SUR LA MORT, IL A GAGNÉ </a:t>
            </a:r>
          </a:p>
          <a:p>
            <a:pPr eaLnBrk="1" hangingPunct="1"/>
            <a:r>
              <a:rPr lang="fr-FR" smtClean="0"/>
              <a:t>	Pra sempre autor da salvação Jesus a morte venceu 
	7-  TU ES RESSUSCITÉ </a:t>
            </a:r>
          </a:p>
          <a:p>
            <a:pPr eaLnBrk="1" hangingPunct="1"/>
            <a:r>
              <a:rPr lang="fr-FR" smtClean="0"/>
              <a:t>	Sobre a morte venceu</a:t>
            </a:r>
          </a:p>
          <a:p>
            <a:pPr eaLnBrk="1" hangingPunct="1"/>
            <a:r>
              <a:rPr lang="fr-FR" smtClean="0"/>
              <a:t>
8-  PRENDS-MOI TEL QUE JE SUIS MES PEURS ET MES DOUTES AUSSI </a:t>
            </a:r>
          </a:p>
          <a:p>
            <a:pPr eaLnBrk="1" hangingPunct="1"/>
            <a:r>
              <a:rPr lang="fr-FR" smtClean="0"/>
              <a:t>Me aceitas com meus medos, falhas e temores
9-  À NOUVEAU REMPLIS-MOI MON CŒUR VEUT SUIVRE TES PAS </a:t>
            </a:r>
          </a:p>
          <a:p>
            <a:pPr eaLnBrk="1" hangingPunct="1"/>
            <a:r>
              <a:rPr lang="fr-FR" smtClean="0"/>
              <a:t>Enche meu viver a minha vida entrego, 
10-  OUBLIER MÊME TOUT C’QUE JE CROIS</a:t>
            </a:r>
          </a:p>
          <a:p>
            <a:pPr eaLnBrk="1" hangingPunct="1"/>
            <a:r>
              <a:rPr lang="fr-FR" smtClean="0"/>
              <a:t>pra seguir Teus passos
11-  JE SUIS TOUT À TOI </a:t>
            </a:r>
          </a:p>
          <a:p>
            <a:pPr eaLnBrk="1" hangingPunct="1"/>
            <a:r>
              <a:rPr lang="fr-FR" smtClean="0"/>
              <a:t>A Ti me rendo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Refrain :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Pont :
12-  BRILLE ET LÈVE-TOI </a:t>
            </a:r>
          </a:p>
          <a:p>
            <a:pPr eaLnBrk="1" hangingPunct="1"/>
            <a:r>
              <a:rPr lang="fr-FR" smtClean="0"/>
              <a:t>Possa o mundo
13-  QUE LE MONDE VOIE QUE NOUS CHANTONS </a:t>
            </a:r>
          </a:p>
          <a:p>
            <a:pPr eaLnBrk="1" hangingPunct="1"/>
            <a:r>
              <a:rPr lang="fr-FR" smtClean="0"/>
              <a:t>ver brilhar a luz Cantamos
14-  POUR LA GLOIRE DE NOTRE DIEU ET ROI JÉSUS 
para a gloria do Senhor Jesus cristo</a:t>
            </a:r>
          </a:p>
          <a:p>
            <a:pPr eaLnBrk="1" hangingPunct="1"/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Refrain :</a:t>
            </a:r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20290829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EAFCDE-A325-43CB-ADC8-D169724BF38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268BF4-F522-41F0-A1D0-A42E1DE8394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81052F-3ACD-44C2-ACDF-E34D3CA2EA6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72ECFA-1673-4B8B-8D64-4EE7D6672A0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01BE55-33E3-4756-B7A7-C221C18F4B2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ACA712-4D27-469E-9D01-5F4FB28A46E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B94F99-FAD7-4EFB-A28B-1DD5395FD50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5F23A5-E9D7-403D-B6B8-21A5BFBC8A7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44CE66-7B09-421E-94E9-A77FC7E65F8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D1D8F3-6891-4D25-AB02-2353E9DD4F2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B4EAA9-E152-436E-BBFC-538DCC4A9F1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118E387B-FFA8-45DE-82C9-DE07A05A50B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AVONS TOUS LE BESOIN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COMPASSION, D’AMOUR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CERTAIN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601406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TA GRÂCE VIENNE SUR MOI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CHACUN A BESOIN DE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PARDON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D’UN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SAUVEUR AIMANT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BON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L’ESPOIR DES NATIONS</a:t>
            </a:r>
          </a:p>
        </p:txBody>
      </p:sp>
    </p:spTree>
    <p:extLst>
      <p:ext uri="{BB962C8B-B14F-4D97-AF65-F5344CB8AC3E}">
        <p14:creationId xmlns:p14="http://schemas.microsoft.com/office/powerpoint/2010/main" val="2899960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SAUVEUR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DÉPLACE LES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MONTAGNES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2655342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DIEU EST PUISSANT POUR SAUVER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SI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PUISSANT POUR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SAUVER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1809864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AUTEUR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DU SALUT À JAMAIS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SUR LA MORT, IL A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GAGNÉ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1030048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RESSUSCITÉ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901556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PRENDS-MOI TEL QUE JE SUIS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MES PEURS ET MES DOUTES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AUSSI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2141096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NOUVEAU REMPLIS-MOI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CŒUR VEUT SUIVRE TES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452842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OUBLIER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MÊME TOUT C’QUE JE CROIS </a:t>
            </a:r>
          </a:p>
        </p:txBody>
      </p:sp>
    </p:spTree>
    <p:extLst>
      <p:ext uri="{BB962C8B-B14F-4D97-AF65-F5344CB8AC3E}">
        <p14:creationId xmlns:p14="http://schemas.microsoft.com/office/powerpoint/2010/main" val="2608780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SUIS TOUT À TOI</a:t>
            </a:r>
          </a:p>
        </p:txBody>
      </p:sp>
    </p:spTree>
    <p:extLst>
      <p:ext uri="{BB962C8B-B14F-4D97-AF65-F5344CB8AC3E}">
        <p14:creationId xmlns:p14="http://schemas.microsoft.com/office/powerpoint/2010/main" val="4239285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BRILLE ET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LÈVE-TOI</a:t>
            </a:r>
          </a:p>
        </p:txBody>
      </p:sp>
    </p:spTree>
    <p:extLst>
      <p:ext uri="{BB962C8B-B14F-4D97-AF65-F5344CB8AC3E}">
        <p14:creationId xmlns:p14="http://schemas.microsoft.com/office/powerpoint/2010/main" val="1755692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MONDE VOIE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NOUS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CHANTONS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891503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GLOIRE DE NOTRE DIEU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ROI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JÉSUS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1325750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853</TotalTime>
  <Words>584</Words>
  <Application>Microsoft Office PowerPoint</Application>
  <PresentationFormat>Affichage à l'écran (4:3)</PresentationFormat>
  <Paragraphs>640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6" baseType="lpstr">
      <vt:lpstr>Franklin Gothic Medium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asus</cp:lastModifiedBy>
  <cp:revision>73</cp:revision>
  <dcterms:created xsi:type="dcterms:W3CDTF">2002-08-17T10:50:50Z</dcterms:created>
  <dcterms:modified xsi:type="dcterms:W3CDTF">2022-09-24T14:32:34Z</dcterms:modified>
</cp:coreProperties>
</file>