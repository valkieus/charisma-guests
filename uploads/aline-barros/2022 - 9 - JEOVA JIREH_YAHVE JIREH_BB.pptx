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83" r:id="rId2"/>
    <p:sldId id="284" r:id="rId3"/>
    <p:sldId id="285" r:id="rId4"/>
    <p:sldId id="286" r:id="rId5"/>
    <p:sldId id="287" r:id="rId6"/>
    <p:sldId id="288" r:id="rId7"/>
    <p:sldId id="289" r:id="rId8"/>
    <p:sldId id="290" r:id="rId9"/>
    <p:sldId id="291" r:id="rId10"/>
    <p:sldId id="292" r:id="rId11"/>
    <p:sldId id="293" r:id="rId12"/>
    <p:sldId id="294" r:id="rId13"/>
    <p:sldId id="296" r:id="rId14"/>
    <p:sldId id="297" r:id="rId15"/>
    <p:sldId id="298" r:id="rId1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76" autoAdjust="0"/>
    <p:restoredTop sz="37857" autoAdjust="0"/>
  </p:normalViewPr>
  <p:slideViewPr>
    <p:cSldViewPr>
      <p:cViewPr varScale="1">
        <p:scale>
          <a:sx n="22" d="100"/>
          <a:sy n="22" d="100"/>
        </p:scale>
        <p:origin x="556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B5D5E6B-900D-4801-A0B4-8E26BD09013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LE FEU NE ME BRÛLE5 PAS DANS LES EAUX, JE NE COULERAI PAS</a:t>
            </a:r>
          </a:p>
          <a:p>
            <a:r>
              <a:rPr lang="fr-FR" smtClean="0"/>
              <a:t>o fogo não me queima nas aguas não vou afundar 
2-  TU ES AVEC MOI JE NE SUIS PAS SEUL</a:t>
            </a:r>
          </a:p>
          <a:p>
            <a:r>
              <a:rPr lang="fr-FR" smtClean="0"/>
              <a:t>pois estas comigo não estou sozinho </a:t>
            </a:r>
          </a:p>
          <a:p>
            <a:r>
              <a:rPr lang="fr-FR" smtClean="0"/>
              <a:t>3-  JE SUIS PROTÉGÉ À L’OMBRE DE TES AILES</a:t>
            </a:r>
          </a:p>
          <a:p>
            <a:r>
              <a:rPr lang="fr-FR" smtClean="0"/>
              <a:t>eu estou guardado no esconderijo 
4-  JE NE SUIS PAS SEUL TU ES AVEC MOI </a:t>
            </a:r>
          </a:p>
          <a:p>
            <a:r>
              <a:rPr lang="fr-FR" smtClean="0"/>
              <a:t>não estou sozinho tu estas comigo</a:t>
            </a:r>
          </a:p>
          <a:p>
            <a:endParaRPr lang="fr-FR" smtClean="0"/>
          </a:p>
          <a:p>
            <a:r>
              <a:rPr lang="fr-FR" smtClean="0"/>
              <a:t>   	 Pré-Refrain :
     	5-  POURQUOI AVOIR PEUR ? SI JE SUIS GARDÉ PAR</a:t>
            </a:r>
          </a:p>
          <a:p>
            <a:r>
              <a:rPr lang="fr-FR" smtClean="0"/>
              <a:t>        	temer por que? se eu estou guardado por  
    	6-  CELUI QUI N’A JAMAIS PERDU  UNE BATAILLE</a:t>
            </a:r>
          </a:p>
          <a:p>
            <a:r>
              <a:rPr lang="fr-FR" smtClean="0"/>
              <a:t>       	quem nunca perdeu batalhas</a:t>
            </a:r>
          </a:p>
          <a:p>
            <a:r>
              <a:rPr lang="fr-FR" smtClean="0"/>
              <a:t>     	7-  OUI, SON NOM EST YAHVÉ JIREH TU POURVOIRAS À NOUVEAU </a:t>
            </a:r>
          </a:p>
          <a:p>
            <a:r>
              <a:rPr lang="fr-FR" smtClean="0"/>
              <a:t>        	 seu nome e jeova jireh iras prover de novo
      	8-  JE CROIS EN TOI </a:t>
            </a:r>
          </a:p>
          <a:p>
            <a:r>
              <a:rPr lang="fr-FR" smtClean="0"/>
              <a:t>        	eu creio em ti</a:t>
            </a:r>
          </a:p>
          <a:p>
            <a:endParaRPr lang="fr-FR" smtClean="0"/>
          </a:p>
          <a:p>
            <a:r>
              <a:rPr lang="fr-FR" smtClean="0"/>
              <a:t>	Refrain :
	9-  ET QUOI QU’IL ARRIVE OU QUOI QU’IL ADVIENNE </a:t>
            </a:r>
          </a:p>
          <a:p>
            <a:r>
              <a:rPr lang="fr-FR" smtClean="0"/>
              <a:t>	haja o que houver venha o que vier
	10-  TU POURVOIRAS À NOUVEAU JE CROIS EN TOI</a:t>
            </a:r>
          </a:p>
          <a:p>
            <a:r>
              <a:rPr lang="fr-FR" smtClean="0"/>
              <a:t>	iras prover de novo eu creio em ti 
	11-  JE NE VIS PAS PAR CE QUE JE VOIS JE VIS PAR LA FOI </a:t>
            </a:r>
          </a:p>
          <a:p>
            <a:r>
              <a:rPr lang="fr-FR" smtClean="0"/>
              <a:t>	eu não vivo do que vejo vivo do que creio
	12-  TU POURVOIRAS À NOUVEAU JE CROIS EN TOI </a:t>
            </a:r>
          </a:p>
          <a:p>
            <a:r>
              <a:rPr lang="fr-FR" smtClean="0"/>
              <a:t>	iras prover de novo eu creio em ti
	</a:t>
            </a:r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Refrain :
</a:t>
            </a:r>
          </a:p>
          <a:p>
            <a:r>
              <a:rPr lang="fr-FR" smtClean="0"/>
              <a:t>Pont : </a:t>
            </a:r>
          </a:p>
          <a:p>
            <a:r>
              <a:rPr lang="fr-FR" smtClean="0"/>
              <a:t>13-  NI LES OURAGANS NI LES VENTS VIOLENTS</a:t>
            </a:r>
          </a:p>
          <a:p>
            <a:r>
              <a:rPr lang="fr-FR" smtClean="0"/>
              <a:t>A tempestade e o vento forte </a:t>
            </a:r>
          </a:p>
          <a:p>
            <a:r>
              <a:rPr lang="fr-FR" smtClean="0"/>
              <a:t>14- NE POURRONT ÉBRANLER MA FOI EN TOI, MON DIEU      x4</a:t>
            </a:r>
          </a:p>
          <a:p>
            <a:r>
              <a:rPr lang="fr-FR" smtClean="0"/>
              <a:t> Não vão roubar a minha fe em ti, meu Deus </a:t>
            </a:r>
          </a:p>
          <a:p>
            <a:r>
              <a:rPr lang="fr-FR" smtClean="0"/>
              <a:t>
15-  EN TOI, MON DIEU</a:t>
            </a:r>
          </a:p>
          <a:p>
            <a:r>
              <a:rPr lang="fr-FR" smtClean="0"/>
              <a:t>Em ti, meu deus em ti, meu Deus 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Refrain :
</a:t>
            </a:r>
            <a:endParaRPr lang="fr-FR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dirty="0" smtClean="0"/>
              <a:t>Couplet :</a:t>
            </a:r>
          </a:p>
          <a:p>
            <a:pPr eaLnBrk="1" hangingPunct="1"/>
            <a:r>
              <a:rPr lang="fr-FR" dirty="0" smtClean="0"/>
              <a:t>1-  LE FEU NE ME BRÛLE5 PAS DANS LES EAUX, JE NE COULERAI PAS</a:t>
            </a:r>
          </a:p>
          <a:p>
            <a:pPr eaLnBrk="1" hangingPunct="1"/>
            <a:r>
              <a:rPr lang="fr-FR" dirty="0" smtClean="0"/>
              <a:t>o </a:t>
            </a:r>
            <a:r>
              <a:rPr lang="fr-FR" dirty="0" err="1" smtClean="0"/>
              <a:t>fogo</a:t>
            </a:r>
            <a:r>
              <a:rPr lang="fr-FR" dirty="0" smtClean="0"/>
              <a:t> </a:t>
            </a:r>
            <a:r>
              <a:rPr lang="fr-FR" dirty="0" err="1" smtClean="0"/>
              <a:t>não</a:t>
            </a:r>
            <a:r>
              <a:rPr lang="fr-FR" dirty="0" smtClean="0"/>
              <a:t> me </a:t>
            </a:r>
            <a:r>
              <a:rPr lang="fr-FR" dirty="0" err="1" smtClean="0"/>
              <a:t>queima</a:t>
            </a:r>
            <a:r>
              <a:rPr lang="fr-FR" dirty="0" smtClean="0"/>
              <a:t> </a:t>
            </a:r>
            <a:r>
              <a:rPr lang="fr-FR" dirty="0" err="1" smtClean="0"/>
              <a:t>nas</a:t>
            </a:r>
            <a:r>
              <a:rPr lang="fr-FR" dirty="0" smtClean="0"/>
              <a:t> </a:t>
            </a:r>
            <a:r>
              <a:rPr lang="fr-FR" dirty="0" err="1" smtClean="0"/>
              <a:t>aguas</a:t>
            </a:r>
            <a:r>
              <a:rPr lang="fr-FR" dirty="0" smtClean="0"/>
              <a:t> </a:t>
            </a:r>
            <a:r>
              <a:rPr lang="fr-FR" dirty="0" err="1" smtClean="0"/>
              <a:t>não</a:t>
            </a:r>
            <a:r>
              <a:rPr lang="fr-FR" dirty="0" smtClean="0"/>
              <a:t> </a:t>
            </a:r>
            <a:r>
              <a:rPr lang="fr-FR" dirty="0" err="1" smtClean="0"/>
              <a:t>vou</a:t>
            </a:r>
            <a:r>
              <a:rPr lang="fr-FR" dirty="0" smtClean="0"/>
              <a:t> </a:t>
            </a:r>
            <a:r>
              <a:rPr lang="fr-FR" dirty="0" err="1" smtClean="0"/>
              <a:t>afundar</a:t>
            </a:r>
            <a:r>
              <a:rPr lang="fr-FR" dirty="0" smtClean="0"/>
              <a:t> 
2-  TU ES AVEC MOI JE NE SUIS PAS SEUL</a:t>
            </a:r>
          </a:p>
          <a:p>
            <a:pPr eaLnBrk="1" hangingPunct="1"/>
            <a:r>
              <a:rPr lang="fr-FR" dirty="0" smtClean="0"/>
              <a:t>pois </a:t>
            </a:r>
            <a:r>
              <a:rPr lang="fr-FR" dirty="0" err="1" smtClean="0"/>
              <a:t>estas</a:t>
            </a:r>
            <a:r>
              <a:rPr lang="fr-FR" dirty="0" smtClean="0"/>
              <a:t> </a:t>
            </a:r>
            <a:r>
              <a:rPr lang="fr-FR" dirty="0" err="1" smtClean="0"/>
              <a:t>comigo</a:t>
            </a:r>
            <a:r>
              <a:rPr lang="fr-FR" dirty="0" smtClean="0"/>
              <a:t> </a:t>
            </a:r>
            <a:r>
              <a:rPr lang="fr-FR" dirty="0" err="1" smtClean="0"/>
              <a:t>não</a:t>
            </a:r>
            <a:r>
              <a:rPr lang="fr-FR" dirty="0" smtClean="0"/>
              <a:t> </a:t>
            </a:r>
            <a:r>
              <a:rPr lang="fr-FR" dirty="0" err="1" smtClean="0"/>
              <a:t>estou</a:t>
            </a:r>
            <a:r>
              <a:rPr lang="fr-FR" dirty="0" smtClean="0"/>
              <a:t> </a:t>
            </a:r>
            <a:r>
              <a:rPr lang="fr-FR" dirty="0" err="1" smtClean="0"/>
              <a:t>sozinho</a:t>
            </a:r>
            <a:r>
              <a:rPr lang="fr-FR" dirty="0" smtClean="0"/>
              <a:t> </a:t>
            </a:r>
          </a:p>
          <a:p>
            <a:pPr eaLnBrk="1" hangingPunct="1"/>
            <a:r>
              <a:rPr lang="fr-FR" dirty="0" smtClean="0"/>
              <a:t>3-  JE SUIS PROTÉGÉ À L’OMBRE DE TES AILES</a:t>
            </a:r>
          </a:p>
          <a:p>
            <a:pPr eaLnBrk="1" hangingPunct="1"/>
            <a:r>
              <a:rPr lang="fr-FR" dirty="0" smtClean="0"/>
              <a:t>eu </a:t>
            </a:r>
            <a:r>
              <a:rPr lang="fr-FR" dirty="0" err="1" smtClean="0"/>
              <a:t>estou</a:t>
            </a:r>
            <a:r>
              <a:rPr lang="fr-FR" dirty="0" smtClean="0"/>
              <a:t> </a:t>
            </a:r>
            <a:r>
              <a:rPr lang="fr-FR" dirty="0" err="1" smtClean="0"/>
              <a:t>guardado</a:t>
            </a:r>
            <a:r>
              <a:rPr lang="fr-FR" dirty="0" smtClean="0"/>
              <a:t> no </a:t>
            </a:r>
            <a:r>
              <a:rPr lang="fr-FR" dirty="0" err="1" smtClean="0"/>
              <a:t>esconderijo</a:t>
            </a:r>
            <a:r>
              <a:rPr lang="fr-FR" dirty="0" smtClean="0"/>
              <a:t> 
4-  JE NE SUIS PAS SEUL TU ES AVEC MOI </a:t>
            </a:r>
          </a:p>
          <a:p>
            <a:pPr eaLnBrk="1" hangingPunct="1"/>
            <a:r>
              <a:rPr lang="fr-FR" dirty="0" err="1" smtClean="0"/>
              <a:t>não</a:t>
            </a:r>
            <a:r>
              <a:rPr lang="fr-FR" dirty="0" smtClean="0"/>
              <a:t> </a:t>
            </a:r>
            <a:r>
              <a:rPr lang="fr-FR" dirty="0" err="1" smtClean="0"/>
              <a:t>estou</a:t>
            </a:r>
            <a:r>
              <a:rPr lang="fr-FR" dirty="0" smtClean="0"/>
              <a:t> </a:t>
            </a:r>
            <a:r>
              <a:rPr lang="fr-FR" dirty="0" err="1" smtClean="0"/>
              <a:t>sozinho</a:t>
            </a:r>
            <a:r>
              <a:rPr lang="fr-FR" dirty="0" smtClean="0"/>
              <a:t> tu </a:t>
            </a:r>
            <a:r>
              <a:rPr lang="fr-FR" dirty="0" err="1" smtClean="0"/>
              <a:t>estas</a:t>
            </a:r>
            <a:r>
              <a:rPr lang="fr-FR" dirty="0" smtClean="0"/>
              <a:t> </a:t>
            </a:r>
            <a:r>
              <a:rPr lang="fr-FR" dirty="0" err="1" smtClean="0"/>
              <a:t>comigo</a:t>
            </a:r>
            <a:endParaRPr lang="fr-FR" dirty="0" smtClean="0"/>
          </a:p>
          <a:p>
            <a:pPr eaLnBrk="1" hangingPunct="1"/>
            <a:endParaRPr lang="fr-FR" dirty="0" smtClean="0"/>
          </a:p>
          <a:p>
            <a:pPr eaLnBrk="1" hangingPunct="1"/>
            <a:r>
              <a:rPr lang="fr-FR" dirty="0" smtClean="0"/>
              <a:t>   	 Pré-Refrain :
     	5-  POURQUOI AVOIR PEUR ? SI JE SUIS GARDÉ PAR</a:t>
            </a:r>
          </a:p>
          <a:p>
            <a:pPr eaLnBrk="1" hangingPunct="1"/>
            <a:r>
              <a:rPr lang="fr-FR" dirty="0" smtClean="0"/>
              <a:t>        	</a:t>
            </a:r>
            <a:r>
              <a:rPr lang="fr-FR" dirty="0" err="1" smtClean="0"/>
              <a:t>temer</a:t>
            </a:r>
            <a:r>
              <a:rPr lang="fr-FR" dirty="0" smtClean="0"/>
              <a:t> </a:t>
            </a:r>
            <a:r>
              <a:rPr lang="fr-FR" dirty="0" err="1" smtClean="0"/>
              <a:t>por</a:t>
            </a:r>
            <a:r>
              <a:rPr lang="fr-FR" dirty="0" smtClean="0"/>
              <a:t> que? se eu </a:t>
            </a:r>
            <a:r>
              <a:rPr lang="fr-FR" dirty="0" err="1" smtClean="0"/>
              <a:t>estou</a:t>
            </a:r>
            <a:r>
              <a:rPr lang="fr-FR" dirty="0" smtClean="0"/>
              <a:t> </a:t>
            </a:r>
            <a:r>
              <a:rPr lang="fr-FR" dirty="0" err="1" smtClean="0"/>
              <a:t>guardado</a:t>
            </a:r>
            <a:r>
              <a:rPr lang="fr-FR" dirty="0" smtClean="0"/>
              <a:t> </a:t>
            </a:r>
            <a:r>
              <a:rPr lang="fr-FR" dirty="0" err="1" smtClean="0"/>
              <a:t>por</a:t>
            </a:r>
            <a:r>
              <a:rPr lang="fr-FR" dirty="0" smtClean="0"/>
              <a:t>  
    	6-  CELUI QUI N’A JAMAIS PERDU  UNE BATAILLE</a:t>
            </a:r>
          </a:p>
          <a:p>
            <a:pPr eaLnBrk="1" hangingPunct="1"/>
            <a:r>
              <a:rPr lang="fr-FR" dirty="0" smtClean="0"/>
              <a:t>       	quem </a:t>
            </a:r>
            <a:r>
              <a:rPr lang="fr-FR" dirty="0" err="1" smtClean="0"/>
              <a:t>nunca</a:t>
            </a:r>
            <a:r>
              <a:rPr lang="fr-FR" dirty="0" smtClean="0"/>
              <a:t> </a:t>
            </a:r>
            <a:r>
              <a:rPr lang="fr-FR" dirty="0" err="1" smtClean="0"/>
              <a:t>perdeu</a:t>
            </a:r>
            <a:r>
              <a:rPr lang="fr-FR" dirty="0" smtClean="0"/>
              <a:t> </a:t>
            </a:r>
            <a:r>
              <a:rPr lang="fr-FR" dirty="0" err="1" smtClean="0"/>
              <a:t>batalhas</a:t>
            </a:r>
            <a:endParaRPr lang="fr-FR" dirty="0" smtClean="0"/>
          </a:p>
          <a:p>
            <a:pPr eaLnBrk="1" hangingPunct="1"/>
            <a:r>
              <a:rPr lang="fr-FR" dirty="0" smtClean="0"/>
              <a:t>     	7-  OUI, SON NOM EST YAHVÉ JIREH TU POURVOIRAS À NOUVEAU </a:t>
            </a:r>
          </a:p>
          <a:p>
            <a:pPr eaLnBrk="1" hangingPunct="1"/>
            <a:r>
              <a:rPr lang="fr-FR" dirty="0" smtClean="0"/>
              <a:t>        	 </a:t>
            </a:r>
            <a:r>
              <a:rPr lang="fr-FR" dirty="0" err="1" smtClean="0"/>
              <a:t>seu</a:t>
            </a:r>
            <a:r>
              <a:rPr lang="fr-FR" dirty="0" smtClean="0"/>
              <a:t> nome e </a:t>
            </a:r>
            <a:r>
              <a:rPr lang="fr-FR" dirty="0" err="1" smtClean="0"/>
              <a:t>jeova</a:t>
            </a:r>
            <a:r>
              <a:rPr lang="fr-FR" dirty="0" smtClean="0"/>
              <a:t> </a:t>
            </a:r>
            <a:r>
              <a:rPr lang="fr-FR" dirty="0" err="1" smtClean="0"/>
              <a:t>jireh</a:t>
            </a:r>
            <a:r>
              <a:rPr lang="fr-FR" dirty="0" smtClean="0"/>
              <a:t> iras </a:t>
            </a:r>
            <a:r>
              <a:rPr lang="fr-FR" dirty="0" err="1" smtClean="0"/>
              <a:t>prover</a:t>
            </a:r>
            <a:r>
              <a:rPr lang="fr-FR" dirty="0" smtClean="0"/>
              <a:t> de novo
      	8-  JE CROIS EN TOI </a:t>
            </a:r>
          </a:p>
          <a:p>
            <a:pPr eaLnBrk="1" hangingPunct="1"/>
            <a:r>
              <a:rPr lang="fr-FR" dirty="0" smtClean="0"/>
              <a:t>        	eu </a:t>
            </a:r>
            <a:r>
              <a:rPr lang="fr-FR" dirty="0" err="1" smtClean="0"/>
              <a:t>creio</a:t>
            </a:r>
            <a:r>
              <a:rPr lang="fr-FR" dirty="0" smtClean="0"/>
              <a:t> </a:t>
            </a:r>
            <a:r>
              <a:rPr lang="fr-FR" dirty="0" err="1" smtClean="0"/>
              <a:t>em</a:t>
            </a:r>
            <a:r>
              <a:rPr lang="fr-FR" dirty="0" smtClean="0"/>
              <a:t> ti</a:t>
            </a:r>
          </a:p>
          <a:p>
            <a:pPr eaLnBrk="1" hangingPunct="1"/>
            <a:endParaRPr lang="fr-FR" dirty="0" smtClean="0"/>
          </a:p>
          <a:p>
            <a:pPr eaLnBrk="1" hangingPunct="1"/>
            <a:r>
              <a:rPr lang="fr-FR" dirty="0" smtClean="0"/>
              <a:t>	Refrain :
	9-  ET QUOI QU’IL ARRIVE OU QUOI QU’IL ADVIENNE </a:t>
            </a:r>
          </a:p>
          <a:p>
            <a:pPr eaLnBrk="1" hangingPunct="1"/>
            <a:r>
              <a:rPr lang="fr-FR" dirty="0" smtClean="0"/>
              <a:t>	</a:t>
            </a:r>
            <a:r>
              <a:rPr lang="fr-FR" dirty="0" err="1" smtClean="0"/>
              <a:t>haja</a:t>
            </a:r>
            <a:r>
              <a:rPr lang="fr-FR" dirty="0" smtClean="0"/>
              <a:t> o que </a:t>
            </a:r>
            <a:r>
              <a:rPr lang="fr-FR" dirty="0" err="1" smtClean="0"/>
              <a:t>houver</a:t>
            </a:r>
            <a:r>
              <a:rPr lang="fr-FR" dirty="0" smtClean="0"/>
              <a:t> </a:t>
            </a:r>
            <a:r>
              <a:rPr lang="fr-FR" dirty="0" err="1" smtClean="0"/>
              <a:t>venha</a:t>
            </a:r>
            <a:r>
              <a:rPr lang="fr-FR" dirty="0" smtClean="0"/>
              <a:t> o que </a:t>
            </a:r>
            <a:r>
              <a:rPr lang="fr-FR" dirty="0" err="1" smtClean="0"/>
              <a:t>vier</a:t>
            </a:r>
            <a:r>
              <a:rPr lang="fr-FR" dirty="0" smtClean="0"/>
              <a:t>
	10-  TU POURVOIRAS À NOUVEAU JE CROIS EN TOI</a:t>
            </a:r>
          </a:p>
          <a:p>
            <a:pPr eaLnBrk="1" hangingPunct="1"/>
            <a:r>
              <a:rPr lang="fr-FR" dirty="0" smtClean="0"/>
              <a:t>	iras </a:t>
            </a:r>
            <a:r>
              <a:rPr lang="fr-FR" dirty="0" err="1" smtClean="0"/>
              <a:t>prover</a:t>
            </a:r>
            <a:r>
              <a:rPr lang="fr-FR" dirty="0" smtClean="0"/>
              <a:t> de novo eu </a:t>
            </a:r>
            <a:r>
              <a:rPr lang="fr-FR" dirty="0" err="1" smtClean="0"/>
              <a:t>creio</a:t>
            </a:r>
            <a:r>
              <a:rPr lang="fr-FR" dirty="0" smtClean="0"/>
              <a:t> </a:t>
            </a:r>
            <a:r>
              <a:rPr lang="fr-FR" dirty="0" err="1" smtClean="0"/>
              <a:t>em</a:t>
            </a:r>
            <a:r>
              <a:rPr lang="fr-FR" dirty="0" smtClean="0"/>
              <a:t> ti 
	11-  JE NE VIS PAS PAR CE QUE JE VOIS JE VIS PAR LA FOI </a:t>
            </a:r>
          </a:p>
          <a:p>
            <a:pPr eaLnBrk="1" hangingPunct="1"/>
            <a:r>
              <a:rPr lang="fr-FR" dirty="0" smtClean="0"/>
              <a:t>	eu </a:t>
            </a:r>
            <a:r>
              <a:rPr lang="fr-FR" dirty="0" err="1" smtClean="0"/>
              <a:t>não</a:t>
            </a:r>
            <a:r>
              <a:rPr lang="fr-FR" dirty="0" smtClean="0"/>
              <a:t> vivo do que </a:t>
            </a:r>
            <a:r>
              <a:rPr lang="fr-FR" dirty="0" err="1" smtClean="0"/>
              <a:t>vejo</a:t>
            </a:r>
            <a:r>
              <a:rPr lang="fr-FR" dirty="0" smtClean="0"/>
              <a:t> vivo do que </a:t>
            </a:r>
            <a:r>
              <a:rPr lang="fr-FR" dirty="0" err="1" smtClean="0"/>
              <a:t>creio</a:t>
            </a:r>
            <a:r>
              <a:rPr lang="fr-FR" dirty="0" smtClean="0"/>
              <a:t>
	12-  TU POURVOIRAS À NOUVEAU JE CROIS EN TOI </a:t>
            </a:r>
          </a:p>
          <a:p>
            <a:pPr eaLnBrk="1" hangingPunct="1"/>
            <a:r>
              <a:rPr lang="fr-FR" dirty="0" smtClean="0"/>
              <a:t>	iras </a:t>
            </a:r>
            <a:r>
              <a:rPr lang="fr-FR" dirty="0" err="1" smtClean="0"/>
              <a:t>prover</a:t>
            </a:r>
            <a:r>
              <a:rPr lang="fr-FR" dirty="0" smtClean="0"/>
              <a:t> de novo eu </a:t>
            </a:r>
            <a:r>
              <a:rPr lang="fr-FR" dirty="0" err="1" smtClean="0"/>
              <a:t>creio</a:t>
            </a:r>
            <a:r>
              <a:rPr lang="fr-FR" dirty="0" smtClean="0"/>
              <a:t> </a:t>
            </a:r>
            <a:r>
              <a:rPr lang="fr-FR" dirty="0" err="1" smtClean="0"/>
              <a:t>em</a:t>
            </a:r>
            <a:r>
              <a:rPr lang="fr-FR" dirty="0" smtClean="0"/>
              <a:t> ti
	</a:t>
            </a:r>
          </a:p>
          <a:p>
            <a:pPr eaLnBrk="1" hangingPunct="1"/>
            <a:r>
              <a:rPr lang="fr-FR" dirty="0" smtClean="0"/>
              <a:t>Couplet :</a:t>
            </a:r>
          </a:p>
          <a:p>
            <a:pPr eaLnBrk="1" hangingPunct="1"/>
            <a:endParaRPr lang="fr-FR" dirty="0" smtClean="0"/>
          </a:p>
          <a:p>
            <a:pPr eaLnBrk="1" hangingPunct="1"/>
            <a:r>
              <a:rPr lang="fr-FR" dirty="0" smtClean="0"/>
              <a:t>	Pré-Refrain :</a:t>
            </a:r>
          </a:p>
          <a:p>
            <a:pPr eaLnBrk="1" hangingPunct="1"/>
            <a:r>
              <a:rPr lang="fr-FR" dirty="0" smtClean="0"/>
              <a:t>	Refrain :
</a:t>
            </a:r>
          </a:p>
          <a:p>
            <a:pPr eaLnBrk="1" hangingPunct="1"/>
            <a:r>
              <a:rPr lang="fr-FR" dirty="0" smtClean="0"/>
              <a:t>Pont : </a:t>
            </a:r>
          </a:p>
          <a:p>
            <a:pPr eaLnBrk="1" hangingPunct="1"/>
            <a:r>
              <a:rPr lang="fr-FR" dirty="0" smtClean="0"/>
              <a:t>13-  NI LES OURAGANS NI LES VENTS VIOLENTS</a:t>
            </a:r>
          </a:p>
          <a:p>
            <a:pPr eaLnBrk="1" hangingPunct="1"/>
            <a:r>
              <a:rPr lang="fr-FR" dirty="0" smtClean="0"/>
              <a:t>A </a:t>
            </a:r>
            <a:r>
              <a:rPr lang="fr-FR" dirty="0" err="1" smtClean="0"/>
              <a:t>tempestade</a:t>
            </a:r>
            <a:r>
              <a:rPr lang="fr-FR" dirty="0" smtClean="0"/>
              <a:t> e o </a:t>
            </a:r>
            <a:r>
              <a:rPr lang="fr-FR" dirty="0" err="1" smtClean="0"/>
              <a:t>vento</a:t>
            </a:r>
            <a:r>
              <a:rPr lang="fr-FR" dirty="0" smtClean="0"/>
              <a:t> forte </a:t>
            </a:r>
          </a:p>
          <a:p>
            <a:pPr eaLnBrk="1" hangingPunct="1"/>
            <a:r>
              <a:rPr lang="fr-FR" dirty="0" smtClean="0"/>
              <a:t>14- NE POURRONT ÉBRANLER MA FOI EN TOI, MON DIEU      x4</a:t>
            </a:r>
          </a:p>
          <a:p>
            <a:pPr eaLnBrk="1" hangingPunct="1"/>
            <a:r>
              <a:rPr lang="fr-FR" dirty="0" smtClean="0"/>
              <a:t> </a:t>
            </a:r>
            <a:r>
              <a:rPr lang="fr-FR" dirty="0" err="1" smtClean="0"/>
              <a:t>Não</a:t>
            </a:r>
            <a:r>
              <a:rPr lang="fr-FR" dirty="0" smtClean="0"/>
              <a:t> </a:t>
            </a:r>
            <a:r>
              <a:rPr lang="fr-FR" dirty="0" err="1" smtClean="0"/>
              <a:t>vão</a:t>
            </a:r>
            <a:r>
              <a:rPr lang="fr-FR" dirty="0" smtClean="0"/>
              <a:t> </a:t>
            </a:r>
            <a:r>
              <a:rPr lang="fr-FR" dirty="0" err="1" smtClean="0"/>
              <a:t>roubar</a:t>
            </a:r>
            <a:r>
              <a:rPr lang="fr-FR" dirty="0" smtClean="0"/>
              <a:t> a </a:t>
            </a:r>
            <a:r>
              <a:rPr lang="fr-FR" dirty="0" err="1" smtClean="0"/>
              <a:t>minha</a:t>
            </a:r>
            <a:r>
              <a:rPr lang="fr-FR" dirty="0" smtClean="0"/>
              <a:t> </a:t>
            </a:r>
            <a:r>
              <a:rPr lang="fr-FR" dirty="0" err="1" smtClean="0"/>
              <a:t>fe</a:t>
            </a:r>
            <a:r>
              <a:rPr lang="fr-FR" dirty="0" smtClean="0"/>
              <a:t> </a:t>
            </a:r>
            <a:r>
              <a:rPr lang="fr-FR" dirty="0" err="1" smtClean="0"/>
              <a:t>em</a:t>
            </a:r>
            <a:r>
              <a:rPr lang="fr-FR" dirty="0" smtClean="0"/>
              <a:t> ti, </a:t>
            </a:r>
            <a:r>
              <a:rPr lang="fr-FR" dirty="0" err="1" smtClean="0"/>
              <a:t>meu</a:t>
            </a:r>
            <a:r>
              <a:rPr lang="fr-FR" dirty="0" smtClean="0"/>
              <a:t> Deus </a:t>
            </a:r>
          </a:p>
          <a:p>
            <a:pPr eaLnBrk="1" hangingPunct="1"/>
            <a:r>
              <a:rPr lang="fr-FR" dirty="0" smtClean="0"/>
              <a:t>
15-  EN TOI, MON DIEU</a:t>
            </a:r>
          </a:p>
          <a:p>
            <a:pPr eaLnBrk="1" hangingPunct="1"/>
            <a:r>
              <a:rPr lang="fr-FR" dirty="0" err="1" smtClean="0"/>
              <a:t>Em</a:t>
            </a:r>
            <a:r>
              <a:rPr lang="fr-FR" dirty="0" smtClean="0"/>
              <a:t> ti, </a:t>
            </a:r>
            <a:r>
              <a:rPr lang="fr-FR" dirty="0" err="1" smtClean="0"/>
              <a:t>meu</a:t>
            </a:r>
            <a:r>
              <a:rPr lang="fr-FR" dirty="0" smtClean="0"/>
              <a:t> deus </a:t>
            </a:r>
            <a:r>
              <a:rPr lang="fr-FR" dirty="0" err="1" smtClean="0"/>
              <a:t>em</a:t>
            </a:r>
            <a:r>
              <a:rPr lang="fr-FR" dirty="0" smtClean="0"/>
              <a:t> ti, </a:t>
            </a:r>
            <a:r>
              <a:rPr lang="fr-FR" dirty="0" err="1" smtClean="0"/>
              <a:t>meu</a:t>
            </a:r>
            <a:r>
              <a:rPr lang="fr-FR" dirty="0" smtClean="0"/>
              <a:t> Deus </a:t>
            </a:r>
          </a:p>
          <a:p>
            <a:pPr eaLnBrk="1" hangingPunct="1"/>
            <a:endParaRPr lang="fr-FR" dirty="0" smtClean="0"/>
          </a:p>
          <a:p>
            <a:pPr eaLnBrk="1" hangingPunct="1"/>
            <a:r>
              <a:rPr lang="fr-FR" dirty="0" smtClean="0"/>
              <a:t>	Pré-Refrain :</a:t>
            </a:r>
          </a:p>
          <a:p>
            <a:pPr eaLnBrk="1" hangingPunct="1"/>
            <a:r>
              <a:rPr lang="fr-FR" dirty="0" smtClean="0"/>
              <a:t>	Refrain :
</a:t>
            </a:r>
            <a:endParaRPr lang="fr-FR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LE FEU NE ME BRÛLE5 PAS DANS LES EAUX, JE NE COULERAI PAS</a:t>
            </a:r>
          </a:p>
          <a:p>
            <a:r>
              <a:rPr lang="fr-FR" smtClean="0"/>
              <a:t>o fogo não me queima nas aguas não vou afundar 
2-  TU ES AVEC MOI JE NE SUIS PAS SEUL</a:t>
            </a:r>
          </a:p>
          <a:p>
            <a:r>
              <a:rPr lang="fr-FR" smtClean="0"/>
              <a:t>pois estas comigo não estou sozinho </a:t>
            </a:r>
          </a:p>
          <a:p>
            <a:r>
              <a:rPr lang="fr-FR" smtClean="0"/>
              <a:t>3-  JE SUIS PROTÉGÉ À L’OMBRE DE TES AILES</a:t>
            </a:r>
          </a:p>
          <a:p>
            <a:r>
              <a:rPr lang="fr-FR" smtClean="0"/>
              <a:t>eu estou guardado no esconderijo 
4-  JE NE SUIS PAS SEUL TU ES AVEC MOI </a:t>
            </a:r>
          </a:p>
          <a:p>
            <a:r>
              <a:rPr lang="fr-FR" smtClean="0"/>
              <a:t>não estou sozinho tu estas comigo</a:t>
            </a:r>
          </a:p>
          <a:p>
            <a:endParaRPr lang="fr-FR" smtClean="0"/>
          </a:p>
          <a:p>
            <a:r>
              <a:rPr lang="fr-FR" smtClean="0"/>
              <a:t>   	 Pré-Refrain :
     	5-  POURQUOI AVOIR PEUR ? SI JE SUIS GARDÉ PAR</a:t>
            </a:r>
          </a:p>
          <a:p>
            <a:r>
              <a:rPr lang="fr-FR" smtClean="0"/>
              <a:t>        	temer por que? se eu estou guardado por  
    	6-  CELUI QUI N’A JAMAIS PERDU  UNE BATAILLE</a:t>
            </a:r>
          </a:p>
          <a:p>
            <a:r>
              <a:rPr lang="fr-FR" smtClean="0"/>
              <a:t>       	quem nunca perdeu batalhas</a:t>
            </a:r>
          </a:p>
          <a:p>
            <a:r>
              <a:rPr lang="fr-FR" smtClean="0"/>
              <a:t>     	7-  OUI, SON NOM EST YAHVÉ JIREH TU POURVOIRAS À NOUVEAU </a:t>
            </a:r>
          </a:p>
          <a:p>
            <a:r>
              <a:rPr lang="fr-FR" smtClean="0"/>
              <a:t>        	 seu nome e jeova jireh iras prover de novo
      	8-  JE CROIS EN TOI </a:t>
            </a:r>
          </a:p>
          <a:p>
            <a:r>
              <a:rPr lang="fr-FR" smtClean="0"/>
              <a:t>        	eu creio em ti</a:t>
            </a:r>
          </a:p>
          <a:p>
            <a:endParaRPr lang="fr-FR" smtClean="0"/>
          </a:p>
          <a:p>
            <a:r>
              <a:rPr lang="fr-FR" smtClean="0"/>
              <a:t>	Refrain :
	9-  ET QUOI QU’IL ARRIVE OU QUOI QU’IL ADVIENNE </a:t>
            </a:r>
          </a:p>
          <a:p>
            <a:r>
              <a:rPr lang="fr-FR" smtClean="0"/>
              <a:t>	haja o que houver venha o que vier
	10-  TU POURVOIRAS À NOUVEAU JE CROIS EN TOI</a:t>
            </a:r>
          </a:p>
          <a:p>
            <a:r>
              <a:rPr lang="fr-FR" smtClean="0"/>
              <a:t>	iras prover de novo eu creio em ti 
	11-  JE NE VIS PAS PAR CE QUE JE VOIS JE VIS PAR LA FOI </a:t>
            </a:r>
          </a:p>
          <a:p>
            <a:r>
              <a:rPr lang="fr-FR" smtClean="0"/>
              <a:t>	eu não vivo do que vejo vivo do que creio
	12-  TU POURVOIRAS À NOUVEAU JE CROIS EN TOI </a:t>
            </a:r>
          </a:p>
          <a:p>
            <a:r>
              <a:rPr lang="fr-FR" smtClean="0"/>
              <a:t>	iras prover de novo eu creio em ti
	</a:t>
            </a:r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Refrain :
</a:t>
            </a:r>
          </a:p>
          <a:p>
            <a:r>
              <a:rPr lang="fr-FR" smtClean="0"/>
              <a:t>Pont : </a:t>
            </a:r>
          </a:p>
          <a:p>
            <a:r>
              <a:rPr lang="fr-FR" smtClean="0"/>
              <a:t>13-  NI LES OURAGANS NI LES VENTS VIOLENTS</a:t>
            </a:r>
          </a:p>
          <a:p>
            <a:r>
              <a:rPr lang="fr-FR" smtClean="0"/>
              <a:t>A tempestade e o vento forte </a:t>
            </a:r>
          </a:p>
          <a:p>
            <a:r>
              <a:rPr lang="fr-FR" smtClean="0"/>
              <a:t>14- NE POURRONT ÉBRANLER MA FOI EN TOI, MON DIEU      x4</a:t>
            </a:r>
          </a:p>
          <a:p>
            <a:r>
              <a:rPr lang="fr-FR" smtClean="0"/>
              <a:t> Não vão roubar a minha fe em ti, meu Deus </a:t>
            </a:r>
          </a:p>
          <a:p>
            <a:r>
              <a:rPr lang="fr-FR" smtClean="0"/>
              <a:t>
15-  EN TOI, MON DIEU</a:t>
            </a:r>
          </a:p>
          <a:p>
            <a:r>
              <a:rPr lang="fr-FR" smtClean="0"/>
              <a:t>Em ti, meu deus em ti, meu Deus 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Refrain :
</a:t>
            </a:r>
            <a:endParaRPr lang="fr-FR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Couplet :</a:t>
            </a:r>
          </a:p>
          <a:p>
            <a:pPr eaLnBrk="1" hangingPunct="1"/>
            <a:r>
              <a:rPr lang="fr-FR" smtClean="0"/>
              <a:t>1-  LE FEU NE ME BRÛLE5 PAS DANS LES EAUX, JE NE COULERAI PAS</a:t>
            </a:r>
          </a:p>
          <a:p>
            <a:pPr eaLnBrk="1" hangingPunct="1"/>
            <a:r>
              <a:rPr lang="fr-FR" smtClean="0"/>
              <a:t>o fogo não me queima nas aguas não vou afundar 
2-  TU ES AVEC MOI JE NE SUIS PAS SEUL</a:t>
            </a:r>
          </a:p>
          <a:p>
            <a:pPr eaLnBrk="1" hangingPunct="1"/>
            <a:r>
              <a:rPr lang="fr-FR" smtClean="0"/>
              <a:t>pois estas comigo não estou sozinho </a:t>
            </a:r>
          </a:p>
          <a:p>
            <a:pPr eaLnBrk="1" hangingPunct="1"/>
            <a:r>
              <a:rPr lang="fr-FR" smtClean="0"/>
              <a:t>3-  JE SUIS PROTÉGÉ À L’OMBRE DE TES AILES</a:t>
            </a:r>
          </a:p>
          <a:p>
            <a:pPr eaLnBrk="1" hangingPunct="1"/>
            <a:r>
              <a:rPr lang="fr-FR" smtClean="0"/>
              <a:t>eu estou guardado no esconderijo 
4-  JE NE SUIS PAS SEUL TU ES AVEC MOI </a:t>
            </a:r>
          </a:p>
          <a:p>
            <a:pPr eaLnBrk="1" hangingPunct="1"/>
            <a:r>
              <a:rPr lang="fr-FR" smtClean="0"/>
              <a:t>não estou sozinho tu estas comigo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   	 Pré-Refrain :
     	5-  POURQUOI AVOIR PEUR ? SI JE SUIS GARDÉ PAR</a:t>
            </a:r>
          </a:p>
          <a:p>
            <a:pPr eaLnBrk="1" hangingPunct="1"/>
            <a:r>
              <a:rPr lang="fr-FR" smtClean="0"/>
              <a:t>        	temer por que? se eu estou guardado por  
    	6-  CELUI QUI N’A JAMAIS PERDU  UNE BATAILLE</a:t>
            </a:r>
          </a:p>
          <a:p>
            <a:pPr eaLnBrk="1" hangingPunct="1"/>
            <a:r>
              <a:rPr lang="fr-FR" smtClean="0"/>
              <a:t>       	quem nunca perdeu batalhas</a:t>
            </a:r>
          </a:p>
          <a:p>
            <a:pPr eaLnBrk="1" hangingPunct="1"/>
            <a:r>
              <a:rPr lang="fr-FR" smtClean="0"/>
              <a:t>     	7-  OUI, SON NOM EST YAHVÉ JIREH TU POURVOIRAS À NOUVEAU </a:t>
            </a:r>
          </a:p>
          <a:p>
            <a:pPr eaLnBrk="1" hangingPunct="1"/>
            <a:r>
              <a:rPr lang="fr-FR" smtClean="0"/>
              <a:t>        	 seu nome e jeova jireh iras prover de novo
      	8-  JE CROIS EN TOI </a:t>
            </a:r>
          </a:p>
          <a:p>
            <a:pPr eaLnBrk="1" hangingPunct="1"/>
            <a:r>
              <a:rPr lang="fr-FR" smtClean="0"/>
              <a:t>        	eu creio em ti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
	9-  ET QUOI QU’IL ARRIVE OU QUOI QU’IL ADVIENNE </a:t>
            </a:r>
          </a:p>
          <a:p>
            <a:pPr eaLnBrk="1" hangingPunct="1"/>
            <a:r>
              <a:rPr lang="fr-FR" smtClean="0"/>
              <a:t>	haja o que houver venha o que vier
	10-  TU POURVOIRAS À NOUVEAU JE CROIS EN TOI</a:t>
            </a:r>
          </a:p>
          <a:p>
            <a:pPr eaLnBrk="1" hangingPunct="1"/>
            <a:r>
              <a:rPr lang="fr-FR" smtClean="0"/>
              <a:t>	iras prover de novo eu creio em ti 
	11-  JE NE VIS PAS PAR CE QUE JE VOIS JE VIS PAR LA FOI </a:t>
            </a:r>
          </a:p>
          <a:p>
            <a:pPr eaLnBrk="1" hangingPunct="1"/>
            <a:r>
              <a:rPr lang="fr-FR" smtClean="0"/>
              <a:t>	eu não vivo do que vejo vivo do que creio
	12-  TU POURVOIRAS À NOUVEAU JE CROIS EN TOI </a:t>
            </a:r>
          </a:p>
          <a:p>
            <a:pPr eaLnBrk="1" hangingPunct="1"/>
            <a:r>
              <a:rPr lang="fr-FR" smtClean="0"/>
              <a:t>	iras prover de novo eu creio em ti
	</a:t>
            </a:r>
          </a:p>
          <a:p>
            <a:pPr eaLnBrk="1" hangingPunct="1"/>
            <a:r>
              <a:rPr lang="fr-FR" smtClean="0"/>
              <a:t>Couplet :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Pré-Refrain :</a:t>
            </a:r>
          </a:p>
          <a:p>
            <a:pPr eaLnBrk="1" hangingPunct="1"/>
            <a:r>
              <a:rPr lang="fr-FR" smtClean="0"/>
              <a:t>	Refrain :
</a:t>
            </a:r>
          </a:p>
          <a:p>
            <a:pPr eaLnBrk="1" hangingPunct="1"/>
            <a:r>
              <a:rPr lang="fr-FR" smtClean="0"/>
              <a:t>Pont : </a:t>
            </a:r>
          </a:p>
          <a:p>
            <a:pPr eaLnBrk="1" hangingPunct="1"/>
            <a:r>
              <a:rPr lang="fr-FR" smtClean="0"/>
              <a:t>13-  NI LES OURAGANS NI LES VENTS VIOLENTS</a:t>
            </a:r>
          </a:p>
          <a:p>
            <a:pPr eaLnBrk="1" hangingPunct="1"/>
            <a:r>
              <a:rPr lang="fr-FR" smtClean="0"/>
              <a:t>A tempestade e o vento forte </a:t>
            </a:r>
          </a:p>
          <a:p>
            <a:pPr eaLnBrk="1" hangingPunct="1"/>
            <a:r>
              <a:rPr lang="fr-FR" smtClean="0"/>
              <a:t>14- NE POURRONT ÉBRANLER MA FOI EN TOI, MON DIEU      x4</a:t>
            </a:r>
          </a:p>
          <a:p>
            <a:pPr eaLnBrk="1" hangingPunct="1"/>
            <a:r>
              <a:rPr lang="fr-FR" smtClean="0"/>
              <a:t> Não vão roubar a minha fe em ti, meu Deus </a:t>
            </a:r>
          </a:p>
          <a:p>
            <a:pPr eaLnBrk="1" hangingPunct="1"/>
            <a:r>
              <a:rPr lang="fr-FR" smtClean="0"/>
              <a:t>
15-  EN TOI, MON DIEU</a:t>
            </a:r>
          </a:p>
          <a:p>
            <a:pPr eaLnBrk="1" hangingPunct="1"/>
            <a:r>
              <a:rPr lang="fr-FR" smtClean="0"/>
              <a:t>Em ti, meu deus em ti, meu Deus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Pré-Refrain :</a:t>
            </a:r>
          </a:p>
          <a:p>
            <a:pPr eaLnBrk="1" hangingPunct="1"/>
            <a:r>
              <a:rPr lang="fr-FR" smtClean="0"/>
              <a:t>	Refrain :
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852425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LE FEU NE ME BRÛLE5 PAS DANS LES EAUX, JE NE COULERAI PAS</a:t>
            </a:r>
          </a:p>
          <a:p>
            <a:r>
              <a:rPr lang="fr-FR" smtClean="0"/>
              <a:t>o fogo não me queima nas aguas não vou afundar 
2-  TU ES AVEC MOI JE NE SUIS PAS SEUL</a:t>
            </a:r>
          </a:p>
          <a:p>
            <a:r>
              <a:rPr lang="fr-FR" smtClean="0"/>
              <a:t>pois estas comigo não estou sozinho </a:t>
            </a:r>
          </a:p>
          <a:p>
            <a:r>
              <a:rPr lang="fr-FR" smtClean="0"/>
              <a:t>3-  JE SUIS PROTÉGÉ À L’OMBRE DE TES AILES</a:t>
            </a:r>
          </a:p>
          <a:p>
            <a:r>
              <a:rPr lang="fr-FR" smtClean="0"/>
              <a:t>eu estou guardado no esconderijo 
4-  JE NE SUIS PAS SEUL TU ES AVEC MOI </a:t>
            </a:r>
          </a:p>
          <a:p>
            <a:r>
              <a:rPr lang="fr-FR" smtClean="0"/>
              <a:t>não estou sozinho tu estas comigo</a:t>
            </a:r>
          </a:p>
          <a:p>
            <a:endParaRPr lang="fr-FR" smtClean="0"/>
          </a:p>
          <a:p>
            <a:r>
              <a:rPr lang="fr-FR" smtClean="0"/>
              <a:t>   	 Pré-Refrain :
     	5-  POURQUOI AVOIR PEUR ? SI JE SUIS GARDÉ PAR</a:t>
            </a:r>
          </a:p>
          <a:p>
            <a:r>
              <a:rPr lang="fr-FR" smtClean="0"/>
              <a:t>        	temer por que? se eu estou guardado por  
    	6-  CELUI QUI N’A JAMAIS PERDU  UNE BATAILLE</a:t>
            </a:r>
          </a:p>
          <a:p>
            <a:r>
              <a:rPr lang="fr-FR" smtClean="0"/>
              <a:t>       	quem nunca perdeu batalhas</a:t>
            </a:r>
          </a:p>
          <a:p>
            <a:r>
              <a:rPr lang="fr-FR" smtClean="0"/>
              <a:t>     	7-  OUI, SON NOM EST YAHVÉ JIREH TU POURVOIRAS À NOUVEAU </a:t>
            </a:r>
          </a:p>
          <a:p>
            <a:r>
              <a:rPr lang="fr-FR" smtClean="0"/>
              <a:t>        	 seu nome e jeova jireh iras prover de novo
      	8-  JE CROIS EN TOI </a:t>
            </a:r>
          </a:p>
          <a:p>
            <a:r>
              <a:rPr lang="fr-FR" smtClean="0"/>
              <a:t>        	eu creio em ti</a:t>
            </a:r>
          </a:p>
          <a:p>
            <a:endParaRPr lang="fr-FR" smtClean="0"/>
          </a:p>
          <a:p>
            <a:r>
              <a:rPr lang="fr-FR" smtClean="0"/>
              <a:t>	Refrain :
	9-  ET QUOI QU’IL ARRIVE OU QUOI QU’IL ADVIENNE </a:t>
            </a:r>
          </a:p>
          <a:p>
            <a:r>
              <a:rPr lang="fr-FR" smtClean="0"/>
              <a:t>	haja o que houver venha o que vier
	10-  TU POURVOIRAS À NOUVEAU JE CROIS EN TOI</a:t>
            </a:r>
          </a:p>
          <a:p>
            <a:r>
              <a:rPr lang="fr-FR" smtClean="0"/>
              <a:t>	iras prover de novo eu creio em ti 
	11-  JE NE VIS PAS PAR CE QUE JE VOIS JE VIS PAR LA FOI </a:t>
            </a:r>
          </a:p>
          <a:p>
            <a:r>
              <a:rPr lang="fr-FR" smtClean="0"/>
              <a:t>	eu não vivo do que vejo vivo do que creio
	12-  TU POURVOIRAS À NOUVEAU JE CROIS EN TOI </a:t>
            </a:r>
          </a:p>
          <a:p>
            <a:r>
              <a:rPr lang="fr-FR" smtClean="0"/>
              <a:t>	iras prover de novo eu creio em ti
	</a:t>
            </a:r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Refrain :
</a:t>
            </a:r>
          </a:p>
          <a:p>
            <a:r>
              <a:rPr lang="fr-FR" smtClean="0"/>
              <a:t>Pont : </a:t>
            </a:r>
          </a:p>
          <a:p>
            <a:r>
              <a:rPr lang="fr-FR" smtClean="0"/>
              <a:t>13-  NI LES OURAGANS NI LES VENTS VIOLENTS</a:t>
            </a:r>
          </a:p>
          <a:p>
            <a:r>
              <a:rPr lang="fr-FR" smtClean="0"/>
              <a:t>A tempestade e o vento forte </a:t>
            </a:r>
          </a:p>
          <a:p>
            <a:r>
              <a:rPr lang="fr-FR" smtClean="0"/>
              <a:t>14- NE POURRONT ÉBRANLER MA FOI EN TOI, MON DIEU      x4</a:t>
            </a:r>
          </a:p>
          <a:p>
            <a:r>
              <a:rPr lang="fr-FR" smtClean="0"/>
              <a:t> Não vão roubar a minha fe em ti, meu Deus </a:t>
            </a:r>
          </a:p>
          <a:p>
            <a:r>
              <a:rPr lang="fr-FR" smtClean="0"/>
              <a:t>
15-  EN TOI, MON DIEU</a:t>
            </a:r>
          </a:p>
          <a:p>
            <a:r>
              <a:rPr lang="fr-FR" smtClean="0"/>
              <a:t>Em ti, meu deus em ti, meu Deus 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Refrain :
</a:t>
            </a:r>
            <a:endParaRPr lang="fr-FR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Couplet :</a:t>
            </a:r>
          </a:p>
          <a:p>
            <a:pPr eaLnBrk="1" hangingPunct="1"/>
            <a:r>
              <a:rPr lang="fr-FR" smtClean="0"/>
              <a:t>1-  LE FEU NE ME BRÛLE5 PAS DANS LES EAUX, JE NE COULERAI PAS</a:t>
            </a:r>
          </a:p>
          <a:p>
            <a:pPr eaLnBrk="1" hangingPunct="1"/>
            <a:r>
              <a:rPr lang="fr-FR" smtClean="0"/>
              <a:t>o fogo não me queima nas aguas não vou afundar 
2-  TU ES AVEC MOI JE NE SUIS PAS SEUL</a:t>
            </a:r>
          </a:p>
          <a:p>
            <a:pPr eaLnBrk="1" hangingPunct="1"/>
            <a:r>
              <a:rPr lang="fr-FR" smtClean="0"/>
              <a:t>pois estas comigo não estou sozinho </a:t>
            </a:r>
          </a:p>
          <a:p>
            <a:pPr eaLnBrk="1" hangingPunct="1"/>
            <a:r>
              <a:rPr lang="fr-FR" smtClean="0"/>
              <a:t>3-  JE SUIS PROTÉGÉ À L’OMBRE DE TES AILES</a:t>
            </a:r>
          </a:p>
          <a:p>
            <a:pPr eaLnBrk="1" hangingPunct="1"/>
            <a:r>
              <a:rPr lang="fr-FR" smtClean="0"/>
              <a:t>eu estou guardado no esconderijo 
4-  JE NE SUIS PAS SEUL TU ES AVEC MOI </a:t>
            </a:r>
          </a:p>
          <a:p>
            <a:pPr eaLnBrk="1" hangingPunct="1"/>
            <a:r>
              <a:rPr lang="fr-FR" smtClean="0"/>
              <a:t>não estou sozinho tu estas comigo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   	 Pré-Refrain :
     	5-  POURQUOI AVOIR PEUR ? SI JE SUIS GARDÉ PAR</a:t>
            </a:r>
          </a:p>
          <a:p>
            <a:pPr eaLnBrk="1" hangingPunct="1"/>
            <a:r>
              <a:rPr lang="fr-FR" smtClean="0"/>
              <a:t>        	temer por que? se eu estou guardado por  
    	6-  CELUI QUI N’A JAMAIS PERDU  UNE BATAILLE</a:t>
            </a:r>
          </a:p>
          <a:p>
            <a:pPr eaLnBrk="1" hangingPunct="1"/>
            <a:r>
              <a:rPr lang="fr-FR" smtClean="0"/>
              <a:t>       	quem nunca perdeu batalhas</a:t>
            </a:r>
          </a:p>
          <a:p>
            <a:pPr eaLnBrk="1" hangingPunct="1"/>
            <a:r>
              <a:rPr lang="fr-FR" smtClean="0"/>
              <a:t>     	7-  OUI, SON NOM EST YAHVÉ JIREH TU POURVOIRAS À NOUVEAU </a:t>
            </a:r>
          </a:p>
          <a:p>
            <a:pPr eaLnBrk="1" hangingPunct="1"/>
            <a:r>
              <a:rPr lang="fr-FR" smtClean="0"/>
              <a:t>        	 seu nome e jeova jireh iras prover de novo
      	8-  JE CROIS EN TOI </a:t>
            </a:r>
          </a:p>
          <a:p>
            <a:pPr eaLnBrk="1" hangingPunct="1"/>
            <a:r>
              <a:rPr lang="fr-FR" smtClean="0"/>
              <a:t>        	eu creio em ti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
	9-  ET QUOI QU’IL ARRIVE OU QUOI QU’IL ADVIENNE </a:t>
            </a:r>
          </a:p>
          <a:p>
            <a:pPr eaLnBrk="1" hangingPunct="1"/>
            <a:r>
              <a:rPr lang="fr-FR" smtClean="0"/>
              <a:t>	haja o que houver venha o que vier
	10-  TU POURVOIRAS À NOUVEAU JE CROIS EN TOI</a:t>
            </a:r>
          </a:p>
          <a:p>
            <a:pPr eaLnBrk="1" hangingPunct="1"/>
            <a:r>
              <a:rPr lang="fr-FR" smtClean="0"/>
              <a:t>	iras prover de novo eu creio em ti 
	11-  JE NE VIS PAS PAR CE QUE JE VOIS JE VIS PAR LA FOI </a:t>
            </a:r>
          </a:p>
          <a:p>
            <a:pPr eaLnBrk="1" hangingPunct="1"/>
            <a:r>
              <a:rPr lang="fr-FR" smtClean="0"/>
              <a:t>	eu não vivo do que vejo vivo do que creio
	12-  TU POURVOIRAS À NOUVEAU JE CROIS EN TOI </a:t>
            </a:r>
          </a:p>
          <a:p>
            <a:pPr eaLnBrk="1" hangingPunct="1"/>
            <a:r>
              <a:rPr lang="fr-FR" smtClean="0"/>
              <a:t>	iras prover de novo eu creio em ti
	</a:t>
            </a:r>
          </a:p>
          <a:p>
            <a:pPr eaLnBrk="1" hangingPunct="1"/>
            <a:r>
              <a:rPr lang="fr-FR" smtClean="0"/>
              <a:t>Couplet :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Pré-Refrain :</a:t>
            </a:r>
          </a:p>
          <a:p>
            <a:pPr eaLnBrk="1" hangingPunct="1"/>
            <a:r>
              <a:rPr lang="fr-FR" smtClean="0"/>
              <a:t>	Refrain :
</a:t>
            </a:r>
          </a:p>
          <a:p>
            <a:pPr eaLnBrk="1" hangingPunct="1"/>
            <a:r>
              <a:rPr lang="fr-FR" smtClean="0"/>
              <a:t>Pont : </a:t>
            </a:r>
          </a:p>
          <a:p>
            <a:pPr eaLnBrk="1" hangingPunct="1"/>
            <a:r>
              <a:rPr lang="fr-FR" smtClean="0"/>
              <a:t>13-  NI LES OURAGANS NI LES VENTS VIOLENTS</a:t>
            </a:r>
          </a:p>
          <a:p>
            <a:pPr eaLnBrk="1" hangingPunct="1"/>
            <a:r>
              <a:rPr lang="fr-FR" smtClean="0"/>
              <a:t>A tempestade e o vento forte </a:t>
            </a:r>
          </a:p>
          <a:p>
            <a:pPr eaLnBrk="1" hangingPunct="1"/>
            <a:r>
              <a:rPr lang="fr-FR" smtClean="0"/>
              <a:t>14- NE POURRONT ÉBRANLER MA FOI EN TOI, MON DIEU      x4</a:t>
            </a:r>
          </a:p>
          <a:p>
            <a:pPr eaLnBrk="1" hangingPunct="1"/>
            <a:r>
              <a:rPr lang="fr-FR" smtClean="0"/>
              <a:t> Não vão roubar a minha fe em ti, meu Deus </a:t>
            </a:r>
          </a:p>
          <a:p>
            <a:pPr eaLnBrk="1" hangingPunct="1"/>
            <a:r>
              <a:rPr lang="fr-FR" smtClean="0"/>
              <a:t>
15-  EN TOI, MON DIEU</a:t>
            </a:r>
          </a:p>
          <a:p>
            <a:pPr eaLnBrk="1" hangingPunct="1"/>
            <a:r>
              <a:rPr lang="fr-FR" smtClean="0"/>
              <a:t>Em ti, meu deus em ti, meu Deus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Pré-Refrain :</a:t>
            </a:r>
          </a:p>
          <a:p>
            <a:pPr eaLnBrk="1" hangingPunct="1"/>
            <a:r>
              <a:rPr lang="fr-FR" smtClean="0"/>
              <a:t>	Refrain :
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123359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LE FEU NE ME BRÛLE5 PAS DANS LES EAUX, JE NE COULERAI PAS</a:t>
            </a:r>
          </a:p>
          <a:p>
            <a:r>
              <a:rPr lang="fr-FR" smtClean="0"/>
              <a:t>o fogo não me queima nas aguas não vou afundar 
2-  TU ES AVEC MOI JE NE SUIS PAS SEUL</a:t>
            </a:r>
          </a:p>
          <a:p>
            <a:r>
              <a:rPr lang="fr-FR" smtClean="0"/>
              <a:t>pois estas comigo não estou sozinho </a:t>
            </a:r>
          </a:p>
          <a:p>
            <a:r>
              <a:rPr lang="fr-FR" smtClean="0"/>
              <a:t>3-  JE SUIS PROTÉGÉ À L’OMBRE DE TES AILES</a:t>
            </a:r>
          </a:p>
          <a:p>
            <a:r>
              <a:rPr lang="fr-FR" smtClean="0"/>
              <a:t>eu estou guardado no esconderijo 
4-  JE NE SUIS PAS SEUL TU ES AVEC MOI </a:t>
            </a:r>
          </a:p>
          <a:p>
            <a:r>
              <a:rPr lang="fr-FR" smtClean="0"/>
              <a:t>não estou sozinho tu estas comigo</a:t>
            </a:r>
          </a:p>
          <a:p>
            <a:endParaRPr lang="fr-FR" smtClean="0"/>
          </a:p>
          <a:p>
            <a:r>
              <a:rPr lang="fr-FR" smtClean="0"/>
              <a:t>   	 Pré-Refrain :
     	5-  POURQUOI AVOIR PEUR ? SI JE SUIS GARDÉ PAR</a:t>
            </a:r>
          </a:p>
          <a:p>
            <a:r>
              <a:rPr lang="fr-FR" smtClean="0"/>
              <a:t>        	temer por que? se eu estou guardado por  
    	6-  CELUI QUI N’A JAMAIS PERDU  UNE BATAILLE</a:t>
            </a:r>
          </a:p>
          <a:p>
            <a:r>
              <a:rPr lang="fr-FR" smtClean="0"/>
              <a:t>       	quem nunca perdeu batalhas</a:t>
            </a:r>
          </a:p>
          <a:p>
            <a:r>
              <a:rPr lang="fr-FR" smtClean="0"/>
              <a:t>     	7-  OUI, SON NOM EST YAHVÉ JIREH TU POURVOIRAS À NOUVEAU </a:t>
            </a:r>
          </a:p>
          <a:p>
            <a:r>
              <a:rPr lang="fr-FR" smtClean="0"/>
              <a:t>        	 seu nome e jeova jireh iras prover de novo
      	8-  JE CROIS EN TOI </a:t>
            </a:r>
          </a:p>
          <a:p>
            <a:r>
              <a:rPr lang="fr-FR" smtClean="0"/>
              <a:t>        	eu creio em ti</a:t>
            </a:r>
          </a:p>
          <a:p>
            <a:endParaRPr lang="fr-FR" smtClean="0"/>
          </a:p>
          <a:p>
            <a:r>
              <a:rPr lang="fr-FR" smtClean="0"/>
              <a:t>	Refrain :
	9-  ET QUOI QU’IL ARRIVE OU QUOI QU’IL ADVIENNE </a:t>
            </a:r>
          </a:p>
          <a:p>
            <a:r>
              <a:rPr lang="fr-FR" smtClean="0"/>
              <a:t>	haja o que houver venha o que vier
	10-  TU POURVOIRAS À NOUVEAU JE CROIS EN TOI</a:t>
            </a:r>
          </a:p>
          <a:p>
            <a:r>
              <a:rPr lang="fr-FR" smtClean="0"/>
              <a:t>	iras prover de novo eu creio em ti 
	11-  JE NE VIS PAS PAR CE QUE JE VOIS JE VIS PAR LA FOI </a:t>
            </a:r>
          </a:p>
          <a:p>
            <a:r>
              <a:rPr lang="fr-FR" smtClean="0"/>
              <a:t>	eu não vivo do que vejo vivo do que creio
	12-  TU POURVOIRAS À NOUVEAU JE CROIS EN TOI </a:t>
            </a:r>
          </a:p>
          <a:p>
            <a:r>
              <a:rPr lang="fr-FR" smtClean="0"/>
              <a:t>	iras prover de novo eu creio em ti
	</a:t>
            </a:r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Refrain :
</a:t>
            </a:r>
          </a:p>
          <a:p>
            <a:r>
              <a:rPr lang="fr-FR" smtClean="0"/>
              <a:t>Pont : </a:t>
            </a:r>
          </a:p>
          <a:p>
            <a:r>
              <a:rPr lang="fr-FR" smtClean="0"/>
              <a:t>13-  NI LES OURAGANS NI LES VENTS VIOLENTS</a:t>
            </a:r>
          </a:p>
          <a:p>
            <a:r>
              <a:rPr lang="fr-FR" smtClean="0"/>
              <a:t>A tempestade e o vento forte </a:t>
            </a:r>
          </a:p>
          <a:p>
            <a:r>
              <a:rPr lang="fr-FR" smtClean="0"/>
              <a:t>14- NE POURRONT ÉBRANLER MA FOI EN TOI, MON DIEU      x4</a:t>
            </a:r>
          </a:p>
          <a:p>
            <a:r>
              <a:rPr lang="fr-FR" smtClean="0"/>
              <a:t> Não vão roubar a minha fe em ti, meu Deus </a:t>
            </a:r>
          </a:p>
          <a:p>
            <a:r>
              <a:rPr lang="fr-FR" smtClean="0"/>
              <a:t>
15-  EN TOI, MON DIEU</a:t>
            </a:r>
          </a:p>
          <a:p>
            <a:r>
              <a:rPr lang="fr-FR" smtClean="0"/>
              <a:t>Em ti, meu deus em ti, meu Deus 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Refrain :
</a:t>
            </a:r>
            <a:endParaRPr lang="fr-FR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Couplet :</a:t>
            </a:r>
          </a:p>
          <a:p>
            <a:pPr eaLnBrk="1" hangingPunct="1"/>
            <a:r>
              <a:rPr lang="fr-FR" smtClean="0"/>
              <a:t>1-  LE FEU NE ME BRÛLE5 PAS DANS LES EAUX, JE NE COULERAI PAS</a:t>
            </a:r>
          </a:p>
          <a:p>
            <a:pPr eaLnBrk="1" hangingPunct="1"/>
            <a:r>
              <a:rPr lang="fr-FR" smtClean="0"/>
              <a:t>o fogo não me queima nas aguas não vou afundar 
2-  TU ES AVEC MOI JE NE SUIS PAS SEUL</a:t>
            </a:r>
          </a:p>
          <a:p>
            <a:pPr eaLnBrk="1" hangingPunct="1"/>
            <a:r>
              <a:rPr lang="fr-FR" smtClean="0"/>
              <a:t>pois estas comigo não estou sozinho </a:t>
            </a:r>
          </a:p>
          <a:p>
            <a:pPr eaLnBrk="1" hangingPunct="1"/>
            <a:r>
              <a:rPr lang="fr-FR" smtClean="0"/>
              <a:t>3-  JE SUIS PROTÉGÉ À L’OMBRE DE TES AILES</a:t>
            </a:r>
          </a:p>
          <a:p>
            <a:pPr eaLnBrk="1" hangingPunct="1"/>
            <a:r>
              <a:rPr lang="fr-FR" smtClean="0"/>
              <a:t>eu estou guardado no esconderijo 
4-  JE NE SUIS PAS SEUL TU ES AVEC MOI </a:t>
            </a:r>
          </a:p>
          <a:p>
            <a:pPr eaLnBrk="1" hangingPunct="1"/>
            <a:r>
              <a:rPr lang="fr-FR" smtClean="0"/>
              <a:t>não estou sozinho tu estas comigo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   	 Pré-Refrain :
     	5-  POURQUOI AVOIR PEUR ? SI JE SUIS GARDÉ PAR</a:t>
            </a:r>
          </a:p>
          <a:p>
            <a:pPr eaLnBrk="1" hangingPunct="1"/>
            <a:r>
              <a:rPr lang="fr-FR" smtClean="0"/>
              <a:t>        	temer por que? se eu estou guardado por  
    	6-  CELUI QUI N’A JAMAIS PERDU  UNE BATAILLE</a:t>
            </a:r>
          </a:p>
          <a:p>
            <a:pPr eaLnBrk="1" hangingPunct="1"/>
            <a:r>
              <a:rPr lang="fr-FR" smtClean="0"/>
              <a:t>       	quem nunca perdeu batalhas</a:t>
            </a:r>
          </a:p>
          <a:p>
            <a:pPr eaLnBrk="1" hangingPunct="1"/>
            <a:r>
              <a:rPr lang="fr-FR" smtClean="0"/>
              <a:t>     	7-  OUI, SON NOM EST YAHVÉ JIREH TU POURVOIRAS À NOUVEAU </a:t>
            </a:r>
          </a:p>
          <a:p>
            <a:pPr eaLnBrk="1" hangingPunct="1"/>
            <a:r>
              <a:rPr lang="fr-FR" smtClean="0"/>
              <a:t>        	 seu nome e jeova jireh iras prover de novo
      	8-  JE CROIS EN TOI </a:t>
            </a:r>
          </a:p>
          <a:p>
            <a:pPr eaLnBrk="1" hangingPunct="1"/>
            <a:r>
              <a:rPr lang="fr-FR" smtClean="0"/>
              <a:t>        	eu creio em ti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
	9-  ET QUOI QU’IL ARRIVE OU QUOI QU’IL ADVIENNE </a:t>
            </a:r>
          </a:p>
          <a:p>
            <a:pPr eaLnBrk="1" hangingPunct="1"/>
            <a:r>
              <a:rPr lang="fr-FR" smtClean="0"/>
              <a:t>	haja o que houver venha o que vier
	10-  TU POURVOIRAS À NOUVEAU JE CROIS EN TOI</a:t>
            </a:r>
          </a:p>
          <a:p>
            <a:pPr eaLnBrk="1" hangingPunct="1"/>
            <a:r>
              <a:rPr lang="fr-FR" smtClean="0"/>
              <a:t>	iras prover de novo eu creio em ti 
	11-  JE NE VIS PAS PAR CE QUE JE VOIS JE VIS PAR LA FOI </a:t>
            </a:r>
          </a:p>
          <a:p>
            <a:pPr eaLnBrk="1" hangingPunct="1"/>
            <a:r>
              <a:rPr lang="fr-FR" smtClean="0"/>
              <a:t>	eu não vivo do que vejo vivo do que creio
	12-  TU POURVOIRAS À NOUVEAU JE CROIS EN TOI </a:t>
            </a:r>
          </a:p>
          <a:p>
            <a:pPr eaLnBrk="1" hangingPunct="1"/>
            <a:r>
              <a:rPr lang="fr-FR" smtClean="0"/>
              <a:t>	iras prover de novo eu creio em ti
	</a:t>
            </a:r>
          </a:p>
          <a:p>
            <a:pPr eaLnBrk="1" hangingPunct="1"/>
            <a:r>
              <a:rPr lang="fr-FR" smtClean="0"/>
              <a:t>Couplet :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Pré-Refrain :</a:t>
            </a:r>
          </a:p>
          <a:p>
            <a:pPr eaLnBrk="1" hangingPunct="1"/>
            <a:r>
              <a:rPr lang="fr-FR" smtClean="0"/>
              <a:t>	Refrain :
</a:t>
            </a:r>
          </a:p>
          <a:p>
            <a:pPr eaLnBrk="1" hangingPunct="1"/>
            <a:r>
              <a:rPr lang="fr-FR" smtClean="0"/>
              <a:t>Pont : </a:t>
            </a:r>
          </a:p>
          <a:p>
            <a:pPr eaLnBrk="1" hangingPunct="1"/>
            <a:r>
              <a:rPr lang="fr-FR" smtClean="0"/>
              <a:t>13-  NI LES OURAGANS NI LES VENTS VIOLENTS</a:t>
            </a:r>
          </a:p>
          <a:p>
            <a:pPr eaLnBrk="1" hangingPunct="1"/>
            <a:r>
              <a:rPr lang="fr-FR" smtClean="0"/>
              <a:t>A tempestade e o vento forte </a:t>
            </a:r>
          </a:p>
          <a:p>
            <a:pPr eaLnBrk="1" hangingPunct="1"/>
            <a:r>
              <a:rPr lang="fr-FR" smtClean="0"/>
              <a:t>14- NE POURRONT ÉBRANLER MA FOI EN TOI, MON DIEU      x4</a:t>
            </a:r>
          </a:p>
          <a:p>
            <a:pPr eaLnBrk="1" hangingPunct="1"/>
            <a:r>
              <a:rPr lang="fr-FR" smtClean="0"/>
              <a:t> Não vão roubar a minha fe em ti, meu Deus </a:t>
            </a:r>
          </a:p>
          <a:p>
            <a:pPr eaLnBrk="1" hangingPunct="1"/>
            <a:r>
              <a:rPr lang="fr-FR" smtClean="0"/>
              <a:t>
15-  EN TOI, MON DIEU</a:t>
            </a:r>
          </a:p>
          <a:p>
            <a:pPr eaLnBrk="1" hangingPunct="1"/>
            <a:r>
              <a:rPr lang="fr-FR" smtClean="0"/>
              <a:t>Em ti, meu deus em ti, meu Deus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Pré-Refrain :</a:t>
            </a:r>
          </a:p>
          <a:p>
            <a:pPr eaLnBrk="1" hangingPunct="1"/>
            <a:r>
              <a:rPr lang="fr-FR" smtClean="0"/>
              <a:t>	Refrain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38707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LE FEU NE ME BRÛLE5 PAS DANS LES EAUX, JE NE COULERAI PAS</a:t>
            </a:r>
          </a:p>
          <a:p>
            <a:r>
              <a:rPr lang="fr-FR" smtClean="0"/>
              <a:t>o fogo não me queima nas aguas não vou afundar 
2-  TU ES AVEC MOI JE NE SUIS PAS SEUL</a:t>
            </a:r>
          </a:p>
          <a:p>
            <a:r>
              <a:rPr lang="fr-FR" smtClean="0"/>
              <a:t>pois estas comigo não estou sozinho </a:t>
            </a:r>
          </a:p>
          <a:p>
            <a:r>
              <a:rPr lang="fr-FR" smtClean="0"/>
              <a:t>3-  JE SUIS PROTÉGÉ À L’OMBRE DE TES AILES</a:t>
            </a:r>
          </a:p>
          <a:p>
            <a:r>
              <a:rPr lang="fr-FR" smtClean="0"/>
              <a:t>eu estou guardado no esconderijo 
4-  JE NE SUIS PAS SEUL TU ES AVEC MOI </a:t>
            </a:r>
          </a:p>
          <a:p>
            <a:r>
              <a:rPr lang="fr-FR" smtClean="0"/>
              <a:t>não estou sozinho tu estas comigo</a:t>
            </a:r>
          </a:p>
          <a:p>
            <a:endParaRPr lang="fr-FR" smtClean="0"/>
          </a:p>
          <a:p>
            <a:r>
              <a:rPr lang="fr-FR" smtClean="0"/>
              <a:t>   	 Pré-Refrain :
     	5-  POURQUOI AVOIR PEUR ? SI JE SUIS GARDÉ PAR</a:t>
            </a:r>
          </a:p>
          <a:p>
            <a:r>
              <a:rPr lang="fr-FR" smtClean="0"/>
              <a:t>        	temer por que? se eu estou guardado por  
    	6-  CELUI QUI N’A JAMAIS PERDU  UNE BATAILLE</a:t>
            </a:r>
          </a:p>
          <a:p>
            <a:r>
              <a:rPr lang="fr-FR" smtClean="0"/>
              <a:t>       	quem nunca perdeu batalhas</a:t>
            </a:r>
          </a:p>
          <a:p>
            <a:r>
              <a:rPr lang="fr-FR" smtClean="0"/>
              <a:t>     	7-  OUI, SON NOM EST YAHVÉ JIREH TU POURVOIRAS À NOUVEAU </a:t>
            </a:r>
          </a:p>
          <a:p>
            <a:r>
              <a:rPr lang="fr-FR" smtClean="0"/>
              <a:t>        	 seu nome e jeova jireh iras prover de novo
      	8-  JE CROIS EN TOI </a:t>
            </a:r>
          </a:p>
          <a:p>
            <a:r>
              <a:rPr lang="fr-FR" smtClean="0"/>
              <a:t>        	eu creio em ti</a:t>
            </a:r>
          </a:p>
          <a:p>
            <a:endParaRPr lang="fr-FR" smtClean="0"/>
          </a:p>
          <a:p>
            <a:r>
              <a:rPr lang="fr-FR" smtClean="0"/>
              <a:t>	Refrain :
	9-  ET QUOI QU’IL ARRIVE OU QUOI QU’IL ADVIENNE </a:t>
            </a:r>
          </a:p>
          <a:p>
            <a:r>
              <a:rPr lang="fr-FR" smtClean="0"/>
              <a:t>	haja o que houver venha o que vier
	10-  TU POURVOIRAS À NOUVEAU JE CROIS EN TOI</a:t>
            </a:r>
          </a:p>
          <a:p>
            <a:r>
              <a:rPr lang="fr-FR" smtClean="0"/>
              <a:t>	iras prover de novo eu creio em ti 
	11-  JE NE VIS PAS PAR CE QUE JE VOIS JE VIS PAR LA FOI </a:t>
            </a:r>
          </a:p>
          <a:p>
            <a:r>
              <a:rPr lang="fr-FR" smtClean="0"/>
              <a:t>	eu não vivo do que vejo vivo do que creio
	12-  TU POURVOIRAS À NOUVEAU JE CROIS EN TOI </a:t>
            </a:r>
          </a:p>
          <a:p>
            <a:r>
              <a:rPr lang="fr-FR" smtClean="0"/>
              <a:t>	iras prover de novo eu creio em ti
	</a:t>
            </a:r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Refrain :
</a:t>
            </a:r>
          </a:p>
          <a:p>
            <a:r>
              <a:rPr lang="fr-FR" smtClean="0"/>
              <a:t>Pont : </a:t>
            </a:r>
          </a:p>
          <a:p>
            <a:r>
              <a:rPr lang="fr-FR" smtClean="0"/>
              <a:t>13-  NI LES OURAGANS NI LES VENTS VIOLENTS</a:t>
            </a:r>
          </a:p>
          <a:p>
            <a:r>
              <a:rPr lang="fr-FR" smtClean="0"/>
              <a:t>A tempestade e o vento forte </a:t>
            </a:r>
          </a:p>
          <a:p>
            <a:r>
              <a:rPr lang="fr-FR" smtClean="0"/>
              <a:t>14- NE POURRONT ÉBRANLER MA FOI EN TOI, MON DIEU      x4</a:t>
            </a:r>
          </a:p>
          <a:p>
            <a:r>
              <a:rPr lang="fr-FR" smtClean="0"/>
              <a:t> Não vão roubar a minha fe em ti, meu Deus </a:t>
            </a:r>
          </a:p>
          <a:p>
            <a:r>
              <a:rPr lang="fr-FR" smtClean="0"/>
              <a:t>
15-  EN TOI, MON DIEU</a:t>
            </a:r>
          </a:p>
          <a:p>
            <a:r>
              <a:rPr lang="fr-FR" smtClean="0"/>
              <a:t>Em ti, meu deus em ti, meu Deus 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Refrain :
</a:t>
            </a:r>
            <a:endParaRPr lang="fr-FR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Couplet :</a:t>
            </a:r>
          </a:p>
          <a:p>
            <a:pPr eaLnBrk="1" hangingPunct="1"/>
            <a:r>
              <a:rPr lang="fr-FR" smtClean="0"/>
              <a:t>1-  LE FEU NE ME BRÛLE5 PAS DANS LES EAUX, JE NE COULERAI PAS</a:t>
            </a:r>
          </a:p>
          <a:p>
            <a:pPr eaLnBrk="1" hangingPunct="1"/>
            <a:r>
              <a:rPr lang="fr-FR" smtClean="0"/>
              <a:t>o fogo não me queima nas aguas não vou afundar 
2-  TU ES AVEC MOI JE NE SUIS PAS SEUL</a:t>
            </a:r>
          </a:p>
          <a:p>
            <a:pPr eaLnBrk="1" hangingPunct="1"/>
            <a:r>
              <a:rPr lang="fr-FR" smtClean="0"/>
              <a:t>pois estas comigo não estou sozinho </a:t>
            </a:r>
          </a:p>
          <a:p>
            <a:pPr eaLnBrk="1" hangingPunct="1"/>
            <a:r>
              <a:rPr lang="fr-FR" smtClean="0"/>
              <a:t>3-  JE SUIS PROTÉGÉ À L’OMBRE DE TES AILES</a:t>
            </a:r>
          </a:p>
          <a:p>
            <a:pPr eaLnBrk="1" hangingPunct="1"/>
            <a:r>
              <a:rPr lang="fr-FR" smtClean="0"/>
              <a:t>eu estou guardado no esconderijo 
4-  JE NE SUIS PAS SEUL TU ES AVEC MOI </a:t>
            </a:r>
          </a:p>
          <a:p>
            <a:pPr eaLnBrk="1" hangingPunct="1"/>
            <a:r>
              <a:rPr lang="fr-FR" smtClean="0"/>
              <a:t>não estou sozinho tu estas comigo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   	 Pré-Refrain :
     	5-  POURQUOI AVOIR PEUR ? SI JE SUIS GARDÉ PAR</a:t>
            </a:r>
          </a:p>
          <a:p>
            <a:pPr eaLnBrk="1" hangingPunct="1"/>
            <a:r>
              <a:rPr lang="fr-FR" smtClean="0"/>
              <a:t>        	temer por que? se eu estou guardado por  
    	6-  CELUI QUI N’A JAMAIS PERDU  UNE BATAILLE</a:t>
            </a:r>
          </a:p>
          <a:p>
            <a:pPr eaLnBrk="1" hangingPunct="1"/>
            <a:r>
              <a:rPr lang="fr-FR" smtClean="0"/>
              <a:t>       	quem nunca perdeu batalhas</a:t>
            </a:r>
          </a:p>
          <a:p>
            <a:pPr eaLnBrk="1" hangingPunct="1"/>
            <a:r>
              <a:rPr lang="fr-FR" smtClean="0"/>
              <a:t>     	7-  OUI, SON NOM EST YAHVÉ JIREH TU POURVOIRAS À NOUVEAU </a:t>
            </a:r>
          </a:p>
          <a:p>
            <a:pPr eaLnBrk="1" hangingPunct="1"/>
            <a:r>
              <a:rPr lang="fr-FR" smtClean="0"/>
              <a:t>        	 seu nome e jeova jireh iras prover de novo
      	8-  JE CROIS EN TOI </a:t>
            </a:r>
          </a:p>
          <a:p>
            <a:pPr eaLnBrk="1" hangingPunct="1"/>
            <a:r>
              <a:rPr lang="fr-FR" smtClean="0"/>
              <a:t>        	eu creio em ti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
	9-  ET QUOI QU’IL ARRIVE OU QUOI QU’IL ADVIENNE </a:t>
            </a:r>
          </a:p>
          <a:p>
            <a:pPr eaLnBrk="1" hangingPunct="1"/>
            <a:r>
              <a:rPr lang="fr-FR" smtClean="0"/>
              <a:t>	haja o que houver venha o que vier
	10-  TU POURVOIRAS À NOUVEAU JE CROIS EN TOI</a:t>
            </a:r>
          </a:p>
          <a:p>
            <a:pPr eaLnBrk="1" hangingPunct="1"/>
            <a:r>
              <a:rPr lang="fr-FR" smtClean="0"/>
              <a:t>	iras prover de novo eu creio em ti 
	11-  JE NE VIS PAS PAR CE QUE JE VOIS JE VIS PAR LA FOI </a:t>
            </a:r>
          </a:p>
          <a:p>
            <a:pPr eaLnBrk="1" hangingPunct="1"/>
            <a:r>
              <a:rPr lang="fr-FR" smtClean="0"/>
              <a:t>	eu não vivo do que vejo vivo do que creio
	12-  TU POURVOIRAS À NOUVEAU JE CROIS EN TOI </a:t>
            </a:r>
          </a:p>
          <a:p>
            <a:pPr eaLnBrk="1" hangingPunct="1"/>
            <a:r>
              <a:rPr lang="fr-FR" smtClean="0"/>
              <a:t>	iras prover de novo eu creio em ti
	</a:t>
            </a:r>
          </a:p>
          <a:p>
            <a:pPr eaLnBrk="1" hangingPunct="1"/>
            <a:r>
              <a:rPr lang="fr-FR" smtClean="0"/>
              <a:t>Couplet :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Pré-Refrain :</a:t>
            </a:r>
          </a:p>
          <a:p>
            <a:pPr eaLnBrk="1" hangingPunct="1"/>
            <a:r>
              <a:rPr lang="fr-FR" smtClean="0"/>
              <a:t>	Refrain :
</a:t>
            </a:r>
          </a:p>
          <a:p>
            <a:pPr eaLnBrk="1" hangingPunct="1"/>
            <a:r>
              <a:rPr lang="fr-FR" smtClean="0"/>
              <a:t>Pont : </a:t>
            </a:r>
          </a:p>
          <a:p>
            <a:pPr eaLnBrk="1" hangingPunct="1"/>
            <a:r>
              <a:rPr lang="fr-FR" smtClean="0"/>
              <a:t>13-  NI LES OURAGANS NI LES VENTS VIOLENTS</a:t>
            </a:r>
          </a:p>
          <a:p>
            <a:pPr eaLnBrk="1" hangingPunct="1"/>
            <a:r>
              <a:rPr lang="fr-FR" smtClean="0"/>
              <a:t>A tempestade e o vento forte </a:t>
            </a:r>
          </a:p>
          <a:p>
            <a:pPr eaLnBrk="1" hangingPunct="1"/>
            <a:r>
              <a:rPr lang="fr-FR" smtClean="0"/>
              <a:t>14- NE POURRONT ÉBRANLER MA FOI EN TOI, MON DIEU      x4</a:t>
            </a:r>
          </a:p>
          <a:p>
            <a:pPr eaLnBrk="1" hangingPunct="1"/>
            <a:r>
              <a:rPr lang="fr-FR" smtClean="0"/>
              <a:t> Não vão roubar a minha fe em ti, meu Deus </a:t>
            </a:r>
          </a:p>
          <a:p>
            <a:pPr eaLnBrk="1" hangingPunct="1"/>
            <a:r>
              <a:rPr lang="fr-FR" smtClean="0"/>
              <a:t>
15-  EN TOI, MON DIEU</a:t>
            </a:r>
          </a:p>
          <a:p>
            <a:pPr eaLnBrk="1" hangingPunct="1"/>
            <a:r>
              <a:rPr lang="fr-FR" smtClean="0"/>
              <a:t>Em ti, meu deus em ti, meu Deus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Pré-Refrain :</a:t>
            </a:r>
          </a:p>
          <a:p>
            <a:pPr eaLnBrk="1" hangingPunct="1"/>
            <a:r>
              <a:rPr lang="fr-FR" smtClean="0"/>
              <a:t>	Refrain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61375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LE FEU NE ME BRÛLE5 PAS DANS LES EAUX, JE NE COULERAI PAS</a:t>
            </a:r>
          </a:p>
          <a:p>
            <a:r>
              <a:rPr lang="fr-FR" smtClean="0"/>
              <a:t>o fogo não me queima nas aguas não vou afundar 
2-  TU ES AVEC MOI JE NE SUIS PAS SEUL</a:t>
            </a:r>
          </a:p>
          <a:p>
            <a:r>
              <a:rPr lang="fr-FR" smtClean="0"/>
              <a:t>pois estas comigo não estou sozinho </a:t>
            </a:r>
          </a:p>
          <a:p>
            <a:r>
              <a:rPr lang="fr-FR" smtClean="0"/>
              <a:t>3-  JE SUIS PROTÉGÉ À L’OMBRE DE TES AILES</a:t>
            </a:r>
          </a:p>
          <a:p>
            <a:r>
              <a:rPr lang="fr-FR" smtClean="0"/>
              <a:t>eu estou guardado no esconderijo 
4-  JE NE SUIS PAS SEUL TU ES AVEC MOI </a:t>
            </a:r>
          </a:p>
          <a:p>
            <a:r>
              <a:rPr lang="fr-FR" smtClean="0"/>
              <a:t>não estou sozinho tu estas comigo</a:t>
            </a:r>
          </a:p>
          <a:p>
            <a:endParaRPr lang="fr-FR" smtClean="0"/>
          </a:p>
          <a:p>
            <a:r>
              <a:rPr lang="fr-FR" smtClean="0"/>
              <a:t>   	 Pré-Refrain :
     	5-  POURQUOI AVOIR PEUR ? SI JE SUIS GARDÉ PAR</a:t>
            </a:r>
          </a:p>
          <a:p>
            <a:r>
              <a:rPr lang="fr-FR" smtClean="0"/>
              <a:t>        	temer por que? se eu estou guardado por  
    	6-  CELUI QUI N’A JAMAIS PERDU  UNE BATAILLE</a:t>
            </a:r>
          </a:p>
          <a:p>
            <a:r>
              <a:rPr lang="fr-FR" smtClean="0"/>
              <a:t>       	quem nunca perdeu batalhas</a:t>
            </a:r>
          </a:p>
          <a:p>
            <a:r>
              <a:rPr lang="fr-FR" smtClean="0"/>
              <a:t>     	7-  OUI, SON NOM EST YAHVÉ JIREH TU POURVOIRAS À NOUVEAU </a:t>
            </a:r>
          </a:p>
          <a:p>
            <a:r>
              <a:rPr lang="fr-FR" smtClean="0"/>
              <a:t>        	 seu nome e jeova jireh iras prover de novo
      	8-  JE CROIS EN TOI </a:t>
            </a:r>
          </a:p>
          <a:p>
            <a:r>
              <a:rPr lang="fr-FR" smtClean="0"/>
              <a:t>        	eu creio em ti</a:t>
            </a:r>
          </a:p>
          <a:p>
            <a:endParaRPr lang="fr-FR" smtClean="0"/>
          </a:p>
          <a:p>
            <a:r>
              <a:rPr lang="fr-FR" smtClean="0"/>
              <a:t>	Refrain :
	9-  ET QUOI QU’IL ARRIVE OU QUOI QU’IL ADVIENNE </a:t>
            </a:r>
          </a:p>
          <a:p>
            <a:r>
              <a:rPr lang="fr-FR" smtClean="0"/>
              <a:t>	haja o que houver venha o que vier
	10-  TU POURVOIRAS À NOUVEAU JE CROIS EN TOI</a:t>
            </a:r>
          </a:p>
          <a:p>
            <a:r>
              <a:rPr lang="fr-FR" smtClean="0"/>
              <a:t>	iras prover de novo eu creio em ti 
	11-  JE NE VIS PAS PAR CE QUE JE VOIS JE VIS PAR LA FOI </a:t>
            </a:r>
          </a:p>
          <a:p>
            <a:r>
              <a:rPr lang="fr-FR" smtClean="0"/>
              <a:t>	eu não vivo do que vejo vivo do que creio
	12-  TU POURVOIRAS À NOUVEAU JE CROIS EN TOI </a:t>
            </a:r>
          </a:p>
          <a:p>
            <a:r>
              <a:rPr lang="fr-FR" smtClean="0"/>
              <a:t>	iras prover de novo eu creio em ti
	</a:t>
            </a:r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Refrain :
</a:t>
            </a:r>
          </a:p>
          <a:p>
            <a:r>
              <a:rPr lang="fr-FR" smtClean="0"/>
              <a:t>Pont : </a:t>
            </a:r>
          </a:p>
          <a:p>
            <a:r>
              <a:rPr lang="fr-FR" smtClean="0"/>
              <a:t>13-  NI LES OURAGANS NI LES VENTS VIOLENTS</a:t>
            </a:r>
          </a:p>
          <a:p>
            <a:r>
              <a:rPr lang="fr-FR" smtClean="0"/>
              <a:t>A tempestade e o vento forte </a:t>
            </a:r>
          </a:p>
          <a:p>
            <a:r>
              <a:rPr lang="fr-FR" smtClean="0"/>
              <a:t>14- NE POURRONT ÉBRANLER MA FOI EN TOI, MON DIEU      x4</a:t>
            </a:r>
          </a:p>
          <a:p>
            <a:r>
              <a:rPr lang="fr-FR" smtClean="0"/>
              <a:t> Não vão roubar a minha fe em ti, meu Deus </a:t>
            </a:r>
          </a:p>
          <a:p>
            <a:r>
              <a:rPr lang="fr-FR" smtClean="0"/>
              <a:t>
15-  EN TOI, MON DIEU</a:t>
            </a:r>
          </a:p>
          <a:p>
            <a:r>
              <a:rPr lang="fr-FR" smtClean="0"/>
              <a:t>Em ti, meu deus em ti, meu Deus 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Refrain :
</a:t>
            </a:r>
            <a:endParaRPr lang="fr-FR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Couplet :</a:t>
            </a:r>
          </a:p>
          <a:p>
            <a:pPr eaLnBrk="1" hangingPunct="1"/>
            <a:r>
              <a:rPr lang="fr-FR" smtClean="0"/>
              <a:t>1-  LE FEU NE ME BRÛLE5 PAS DANS LES EAUX, JE NE COULERAI PAS</a:t>
            </a:r>
          </a:p>
          <a:p>
            <a:pPr eaLnBrk="1" hangingPunct="1"/>
            <a:r>
              <a:rPr lang="fr-FR" smtClean="0"/>
              <a:t>o fogo não me queima nas aguas não vou afundar 
2-  TU ES AVEC MOI JE NE SUIS PAS SEUL</a:t>
            </a:r>
          </a:p>
          <a:p>
            <a:pPr eaLnBrk="1" hangingPunct="1"/>
            <a:r>
              <a:rPr lang="fr-FR" smtClean="0"/>
              <a:t>pois estas comigo não estou sozinho </a:t>
            </a:r>
          </a:p>
          <a:p>
            <a:pPr eaLnBrk="1" hangingPunct="1"/>
            <a:r>
              <a:rPr lang="fr-FR" smtClean="0"/>
              <a:t>3-  JE SUIS PROTÉGÉ À L’OMBRE DE TES AILES</a:t>
            </a:r>
          </a:p>
          <a:p>
            <a:pPr eaLnBrk="1" hangingPunct="1"/>
            <a:r>
              <a:rPr lang="fr-FR" smtClean="0"/>
              <a:t>eu estou guardado no esconderijo 
4-  JE NE SUIS PAS SEUL TU ES AVEC MOI </a:t>
            </a:r>
          </a:p>
          <a:p>
            <a:pPr eaLnBrk="1" hangingPunct="1"/>
            <a:r>
              <a:rPr lang="fr-FR" smtClean="0"/>
              <a:t>não estou sozinho tu estas comigo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   	 Pré-Refrain :
     	5-  POURQUOI AVOIR PEUR ? SI JE SUIS GARDÉ PAR</a:t>
            </a:r>
          </a:p>
          <a:p>
            <a:pPr eaLnBrk="1" hangingPunct="1"/>
            <a:r>
              <a:rPr lang="fr-FR" smtClean="0"/>
              <a:t>        	temer por que? se eu estou guardado por  
    	6-  CELUI QUI N’A JAMAIS PERDU  UNE BATAILLE</a:t>
            </a:r>
          </a:p>
          <a:p>
            <a:pPr eaLnBrk="1" hangingPunct="1"/>
            <a:r>
              <a:rPr lang="fr-FR" smtClean="0"/>
              <a:t>       	quem nunca perdeu batalhas</a:t>
            </a:r>
          </a:p>
          <a:p>
            <a:pPr eaLnBrk="1" hangingPunct="1"/>
            <a:r>
              <a:rPr lang="fr-FR" smtClean="0"/>
              <a:t>     	7-  OUI, SON NOM EST YAHVÉ JIREH TU POURVOIRAS À NOUVEAU </a:t>
            </a:r>
          </a:p>
          <a:p>
            <a:pPr eaLnBrk="1" hangingPunct="1"/>
            <a:r>
              <a:rPr lang="fr-FR" smtClean="0"/>
              <a:t>        	 seu nome e jeova jireh iras prover de novo
      	8-  JE CROIS EN TOI </a:t>
            </a:r>
          </a:p>
          <a:p>
            <a:pPr eaLnBrk="1" hangingPunct="1"/>
            <a:r>
              <a:rPr lang="fr-FR" smtClean="0"/>
              <a:t>        	eu creio em ti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
	9-  ET QUOI QU’IL ARRIVE OU QUOI QU’IL ADVIENNE </a:t>
            </a:r>
          </a:p>
          <a:p>
            <a:pPr eaLnBrk="1" hangingPunct="1"/>
            <a:r>
              <a:rPr lang="fr-FR" smtClean="0"/>
              <a:t>	haja o que houver venha o que vier
	10-  TU POURVOIRAS À NOUVEAU JE CROIS EN TOI</a:t>
            </a:r>
          </a:p>
          <a:p>
            <a:pPr eaLnBrk="1" hangingPunct="1"/>
            <a:r>
              <a:rPr lang="fr-FR" smtClean="0"/>
              <a:t>	iras prover de novo eu creio em ti 
	11-  JE NE VIS PAS PAR CE QUE JE VOIS JE VIS PAR LA FOI </a:t>
            </a:r>
          </a:p>
          <a:p>
            <a:pPr eaLnBrk="1" hangingPunct="1"/>
            <a:r>
              <a:rPr lang="fr-FR" smtClean="0"/>
              <a:t>	eu não vivo do que vejo vivo do que creio
	12-  TU POURVOIRAS À NOUVEAU JE CROIS EN TOI </a:t>
            </a:r>
          </a:p>
          <a:p>
            <a:pPr eaLnBrk="1" hangingPunct="1"/>
            <a:r>
              <a:rPr lang="fr-FR" smtClean="0"/>
              <a:t>	iras prover de novo eu creio em ti
	</a:t>
            </a:r>
          </a:p>
          <a:p>
            <a:pPr eaLnBrk="1" hangingPunct="1"/>
            <a:r>
              <a:rPr lang="fr-FR" smtClean="0"/>
              <a:t>Couplet :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Pré-Refrain :</a:t>
            </a:r>
          </a:p>
          <a:p>
            <a:pPr eaLnBrk="1" hangingPunct="1"/>
            <a:r>
              <a:rPr lang="fr-FR" smtClean="0"/>
              <a:t>	Refrain :
</a:t>
            </a:r>
          </a:p>
          <a:p>
            <a:pPr eaLnBrk="1" hangingPunct="1"/>
            <a:r>
              <a:rPr lang="fr-FR" smtClean="0"/>
              <a:t>Pont : </a:t>
            </a:r>
          </a:p>
          <a:p>
            <a:pPr eaLnBrk="1" hangingPunct="1"/>
            <a:r>
              <a:rPr lang="fr-FR" smtClean="0"/>
              <a:t>13-  NI LES OURAGANS NI LES VENTS VIOLENTS</a:t>
            </a:r>
          </a:p>
          <a:p>
            <a:pPr eaLnBrk="1" hangingPunct="1"/>
            <a:r>
              <a:rPr lang="fr-FR" smtClean="0"/>
              <a:t>A tempestade e o vento forte </a:t>
            </a:r>
          </a:p>
          <a:p>
            <a:pPr eaLnBrk="1" hangingPunct="1"/>
            <a:r>
              <a:rPr lang="fr-FR" smtClean="0"/>
              <a:t>14- NE POURRONT ÉBRANLER MA FOI EN TOI, MON DIEU      x4</a:t>
            </a:r>
          </a:p>
          <a:p>
            <a:pPr eaLnBrk="1" hangingPunct="1"/>
            <a:r>
              <a:rPr lang="fr-FR" smtClean="0"/>
              <a:t> Não vão roubar a minha fe em ti, meu Deus </a:t>
            </a:r>
          </a:p>
          <a:p>
            <a:pPr eaLnBrk="1" hangingPunct="1"/>
            <a:r>
              <a:rPr lang="fr-FR" smtClean="0"/>
              <a:t>
15-  EN TOI, MON DIEU</a:t>
            </a:r>
          </a:p>
          <a:p>
            <a:pPr eaLnBrk="1" hangingPunct="1"/>
            <a:r>
              <a:rPr lang="fr-FR" smtClean="0"/>
              <a:t>Em ti, meu deus em ti, meu Deus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Pré-Refrain :</a:t>
            </a:r>
          </a:p>
          <a:p>
            <a:pPr eaLnBrk="1" hangingPunct="1"/>
            <a:r>
              <a:rPr lang="fr-FR" smtClean="0"/>
              <a:t>	Refrain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27218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LE FEU NE ME BRÛLE5 PAS DANS LES EAUX, JE NE COULERAI PAS</a:t>
            </a:r>
          </a:p>
          <a:p>
            <a:r>
              <a:rPr lang="fr-FR" smtClean="0"/>
              <a:t>o fogo não me queima nas aguas não vou afundar 
2-  TU ES AVEC MOI JE NE SUIS PAS SEUL</a:t>
            </a:r>
          </a:p>
          <a:p>
            <a:r>
              <a:rPr lang="fr-FR" smtClean="0"/>
              <a:t>pois estas comigo não estou sozinho </a:t>
            </a:r>
          </a:p>
          <a:p>
            <a:r>
              <a:rPr lang="fr-FR" smtClean="0"/>
              <a:t>3-  JE SUIS PROTÉGÉ À L’OMBRE DE TES AILES</a:t>
            </a:r>
          </a:p>
          <a:p>
            <a:r>
              <a:rPr lang="fr-FR" smtClean="0"/>
              <a:t>eu estou guardado no esconderijo 
4-  JE NE SUIS PAS SEUL TU ES AVEC MOI </a:t>
            </a:r>
          </a:p>
          <a:p>
            <a:r>
              <a:rPr lang="fr-FR" smtClean="0"/>
              <a:t>não estou sozinho tu estas comigo</a:t>
            </a:r>
          </a:p>
          <a:p>
            <a:endParaRPr lang="fr-FR" smtClean="0"/>
          </a:p>
          <a:p>
            <a:r>
              <a:rPr lang="fr-FR" smtClean="0"/>
              <a:t>   	 Pré-Refrain :
     	5-  POURQUOI AVOIR PEUR ? SI JE SUIS GARDÉ PAR</a:t>
            </a:r>
          </a:p>
          <a:p>
            <a:r>
              <a:rPr lang="fr-FR" smtClean="0"/>
              <a:t>        	temer por que? se eu estou guardado por  
    	6-  CELUI QUI N’A JAMAIS PERDU  UNE BATAILLE</a:t>
            </a:r>
          </a:p>
          <a:p>
            <a:r>
              <a:rPr lang="fr-FR" smtClean="0"/>
              <a:t>       	quem nunca perdeu batalhas</a:t>
            </a:r>
          </a:p>
          <a:p>
            <a:r>
              <a:rPr lang="fr-FR" smtClean="0"/>
              <a:t>     	7-  OUI, SON NOM EST YAHVÉ JIREH TU POURVOIRAS À NOUVEAU </a:t>
            </a:r>
          </a:p>
          <a:p>
            <a:r>
              <a:rPr lang="fr-FR" smtClean="0"/>
              <a:t>        	 seu nome e jeova jireh iras prover de novo
      	8-  JE CROIS EN TOI </a:t>
            </a:r>
          </a:p>
          <a:p>
            <a:r>
              <a:rPr lang="fr-FR" smtClean="0"/>
              <a:t>        	eu creio em ti</a:t>
            </a:r>
          </a:p>
          <a:p>
            <a:endParaRPr lang="fr-FR" smtClean="0"/>
          </a:p>
          <a:p>
            <a:r>
              <a:rPr lang="fr-FR" smtClean="0"/>
              <a:t>	Refrain :
	9-  ET QUOI QU’IL ARRIVE OU QUOI QU’IL ADVIENNE </a:t>
            </a:r>
          </a:p>
          <a:p>
            <a:r>
              <a:rPr lang="fr-FR" smtClean="0"/>
              <a:t>	haja o que houver venha o que vier
	10-  TU POURVOIRAS À NOUVEAU JE CROIS EN TOI</a:t>
            </a:r>
          </a:p>
          <a:p>
            <a:r>
              <a:rPr lang="fr-FR" smtClean="0"/>
              <a:t>	iras prover de novo eu creio em ti 
	11-  JE NE VIS PAS PAR CE QUE JE VOIS JE VIS PAR LA FOI </a:t>
            </a:r>
          </a:p>
          <a:p>
            <a:r>
              <a:rPr lang="fr-FR" smtClean="0"/>
              <a:t>	eu não vivo do que vejo vivo do que creio
	12-  TU POURVOIRAS À NOUVEAU JE CROIS EN TOI </a:t>
            </a:r>
          </a:p>
          <a:p>
            <a:r>
              <a:rPr lang="fr-FR" smtClean="0"/>
              <a:t>	iras prover de novo eu creio em ti
	</a:t>
            </a:r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Refrain :
</a:t>
            </a:r>
          </a:p>
          <a:p>
            <a:r>
              <a:rPr lang="fr-FR" smtClean="0"/>
              <a:t>Pont : </a:t>
            </a:r>
          </a:p>
          <a:p>
            <a:r>
              <a:rPr lang="fr-FR" smtClean="0"/>
              <a:t>13-  NI LES OURAGANS NI LES VENTS VIOLENTS</a:t>
            </a:r>
          </a:p>
          <a:p>
            <a:r>
              <a:rPr lang="fr-FR" smtClean="0"/>
              <a:t>A tempestade e o vento forte </a:t>
            </a:r>
          </a:p>
          <a:p>
            <a:r>
              <a:rPr lang="fr-FR" smtClean="0"/>
              <a:t>14- NE POURRONT ÉBRANLER MA FOI EN TOI, MON DIEU      x4</a:t>
            </a:r>
          </a:p>
          <a:p>
            <a:r>
              <a:rPr lang="fr-FR" smtClean="0"/>
              <a:t> Não vão roubar a minha fe em ti, meu Deus </a:t>
            </a:r>
          </a:p>
          <a:p>
            <a:r>
              <a:rPr lang="fr-FR" smtClean="0"/>
              <a:t>
15-  EN TOI, MON DIEU</a:t>
            </a:r>
          </a:p>
          <a:p>
            <a:r>
              <a:rPr lang="fr-FR" smtClean="0"/>
              <a:t>Em ti, meu deus em ti, meu Deus 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Refrain :
</a:t>
            </a:r>
            <a:endParaRPr lang="fr-FR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Couplet :</a:t>
            </a:r>
          </a:p>
          <a:p>
            <a:pPr eaLnBrk="1" hangingPunct="1"/>
            <a:r>
              <a:rPr lang="fr-FR" smtClean="0"/>
              <a:t>1-  LE FEU NE ME BRÛLE5 PAS DANS LES EAUX, JE NE COULERAI PAS</a:t>
            </a:r>
          </a:p>
          <a:p>
            <a:pPr eaLnBrk="1" hangingPunct="1"/>
            <a:r>
              <a:rPr lang="fr-FR" smtClean="0"/>
              <a:t>o fogo não me queima nas aguas não vou afundar 
2-  TU ES AVEC MOI JE NE SUIS PAS SEUL</a:t>
            </a:r>
          </a:p>
          <a:p>
            <a:pPr eaLnBrk="1" hangingPunct="1"/>
            <a:r>
              <a:rPr lang="fr-FR" smtClean="0"/>
              <a:t>pois estas comigo não estou sozinho </a:t>
            </a:r>
          </a:p>
          <a:p>
            <a:pPr eaLnBrk="1" hangingPunct="1"/>
            <a:r>
              <a:rPr lang="fr-FR" smtClean="0"/>
              <a:t>3-  JE SUIS PROTÉGÉ À L’OMBRE DE TES AILES</a:t>
            </a:r>
          </a:p>
          <a:p>
            <a:pPr eaLnBrk="1" hangingPunct="1"/>
            <a:r>
              <a:rPr lang="fr-FR" smtClean="0"/>
              <a:t>eu estou guardado no esconderijo 
4-  JE NE SUIS PAS SEUL TU ES AVEC MOI </a:t>
            </a:r>
          </a:p>
          <a:p>
            <a:pPr eaLnBrk="1" hangingPunct="1"/>
            <a:r>
              <a:rPr lang="fr-FR" smtClean="0"/>
              <a:t>não estou sozinho tu estas comigo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   	 Pré-Refrain :
     	5-  POURQUOI AVOIR PEUR ? SI JE SUIS GARDÉ PAR</a:t>
            </a:r>
          </a:p>
          <a:p>
            <a:pPr eaLnBrk="1" hangingPunct="1"/>
            <a:r>
              <a:rPr lang="fr-FR" smtClean="0"/>
              <a:t>        	temer por que? se eu estou guardado por  
    	6-  CELUI QUI N’A JAMAIS PERDU  UNE BATAILLE</a:t>
            </a:r>
          </a:p>
          <a:p>
            <a:pPr eaLnBrk="1" hangingPunct="1"/>
            <a:r>
              <a:rPr lang="fr-FR" smtClean="0"/>
              <a:t>       	quem nunca perdeu batalhas</a:t>
            </a:r>
          </a:p>
          <a:p>
            <a:pPr eaLnBrk="1" hangingPunct="1"/>
            <a:r>
              <a:rPr lang="fr-FR" smtClean="0"/>
              <a:t>     	7-  OUI, SON NOM EST YAHVÉ JIREH TU POURVOIRAS À NOUVEAU </a:t>
            </a:r>
          </a:p>
          <a:p>
            <a:pPr eaLnBrk="1" hangingPunct="1"/>
            <a:r>
              <a:rPr lang="fr-FR" smtClean="0"/>
              <a:t>        	 seu nome e jeova jireh iras prover de novo
      	8-  JE CROIS EN TOI </a:t>
            </a:r>
          </a:p>
          <a:p>
            <a:pPr eaLnBrk="1" hangingPunct="1"/>
            <a:r>
              <a:rPr lang="fr-FR" smtClean="0"/>
              <a:t>        	eu creio em ti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
	9-  ET QUOI QU’IL ARRIVE OU QUOI QU’IL ADVIENNE </a:t>
            </a:r>
          </a:p>
          <a:p>
            <a:pPr eaLnBrk="1" hangingPunct="1"/>
            <a:r>
              <a:rPr lang="fr-FR" smtClean="0"/>
              <a:t>	haja o que houver venha o que vier
	10-  TU POURVOIRAS À NOUVEAU JE CROIS EN TOI</a:t>
            </a:r>
          </a:p>
          <a:p>
            <a:pPr eaLnBrk="1" hangingPunct="1"/>
            <a:r>
              <a:rPr lang="fr-FR" smtClean="0"/>
              <a:t>	iras prover de novo eu creio em ti 
	11-  JE NE VIS PAS PAR CE QUE JE VOIS JE VIS PAR LA FOI </a:t>
            </a:r>
          </a:p>
          <a:p>
            <a:pPr eaLnBrk="1" hangingPunct="1"/>
            <a:r>
              <a:rPr lang="fr-FR" smtClean="0"/>
              <a:t>	eu não vivo do que vejo vivo do que creio
	12-  TU POURVOIRAS À NOUVEAU JE CROIS EN TOI </a:t>
            </a:r>
          </a:p>
          <a:p>
            <a:pPr eaLnBrk="1" hangingPunct="1"/>
            <a:r>
              <a:rPr lang="fr-FR" smtClean="0"/>
              <a:t>	iras prover de novo eu creio em ti
	</a:t>
            </a:r>
          </a:p>
          <a:p>
            <a:pPr eaLnBrk="1" hangingPunct="1"/>
            <a:r>
              <a:rPr lang="fr-FR" smtClean="0"/>
              <a:t>Couplet :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Pré-Refrain :</a:t>
            </a:r>
          </a:p>
          <a:p>
            <a:pPr eaLnBrk="1" hangingPunct="1"/>
            <a:r>
              <a:rPr lang="fr-FR" smtClean="0"/>
              <a:t>	Refrain :
</a:t>
            </a:r>
          </a:p>
          <a:p>
            <a:pPr eaLnBrk="1" hangingPunct="1"/>
            <a:r>
              <a:rPr lang="fr-FR" smtClean="0"/>
              <a:t>Pont : </a:t>
            </a:r>
          </a:p>
          <a:p>
            <a:pPr eaLnBrk="1" hangingPunct="1"/>
            <a:r>
              <a:rPr lang="fr-FR" smtClean="0"/>
              <a:t>13-  NI LES OURAGANS NI LES VENTS VIOLENTS</a:t>
            </a:r>
          </a:p>
          <a:p>
            <a:pPr eaLnBrk="1" hangingPunct="1"/>
            <a:r>
              <a:rPr lang="fr-FR" smtClean="0"/>
              <a:t>A tempestade e o vento forte </a:t>
            </a:r>
          </a:p>
          <a:p>
            <a:pPr eaLnBrk="1" hangingPunct="1"/>
            <a:r>
              <a:rPr lang="fr-FR" smtClean="0"/>
              <a:t>14- NE POURRONT ÉBRANLER MA FOI EN TOI, MON DIEU      x4</a:t>
            </a:r>
          </a:p>
          <a:p>
            <a:pPr eaLnBrk="1" hangingPunct="1"/>
            <a:r>
              <a:rPr lang="fr-FR" smtClean="0"/>
              <a:t> Não vão roubar a minha fe em ti, meu Deus </a:t>
            </a:r>
          </a:p>
          <a:p>
            <a:pPr eaLnBrk="1" hangingPunct="1"/>
            <a:r>
              <a:rPr lang="fr-FR" smtClean="0"/>
              <a:t>
15-  EN TOI, MON DIEU</a:t>
            </a:r>
          </a:p>
          <a:p>
            <a:pPr eaLnBrk="1" hangingPunct="1"/>
            <a:r>
              <a:rPr lang="fr-FR" smtClean="0"/>
              <a:t>Em ti, meu deus em ti, meu Deus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Pré-Refrain :</a:t>
            </a:r>
          </a:p>
          <a:p>
            <a:pPr eaLnBrk="1" hangingPunct="1"/>
            <a:r>
              <a:rPr lang="fr-FR" smtClean="0"/>
              <a:t>	Refrain :
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138754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LE FEU NE ME BRÛLE5 PAS DANS LES EAUX, JE NE COULERAI PAS</a:t>
            </a:r>
          </a:p>
          <a:p>
            <a:r>
              <a:rPr lang="fr-FR" smtClean="0"/>
              <a:t>o fogo não me queima nas aguas não vou afundar 
2-  TU ES AVEC MOI JE NE SUIS PAS SEUL</a:t>
            </a:r>
          </a:p>
          <a:p>
            <a:r>
              <a:rPr lang="fr-FR" smtClean="0"/>
              <a:t>pois estas comigo não estou sozinho </a:t>
            </a:r>
          </a:p>
          <a:p>
            <a:r>
              <a:rPr lang="fr-FR" smtClean="0"/>
              <a:t>3-  JE SUIS PROTÉGÉ À L’OMBRE DE TES AILES</a:t>
            </a:r>
          </a:p>
          <a:p>
            <a:r>
              <a:rPr lang="fr-FR" smtClean="0"/>
              <a:t>eu estou guardado no esconderijo 
4-  JE NE SUIS PAS SEUL TU ES AVEC MOI </a:t>
            </a:r>
          </a:p>
          <a:p>
            <a:r>
              <a:rPr lang="fr-FR" smtClean="0"/>
              <a:t>não estou sozinho tu estas comigo</a:t>
            </a:r>
          </a:p>
          <a:p>
            <a:endParaRPr lang="fr-FR" smtClean="0"/>
          </a:p>
          <a:p>
            <a:r>
              <a:rPr lang="fr-FR" smtClean="0"/>
              <a:t>   	 Pré-Refrain :
     	5-  POURQUOI AVOIR PEUR ? SI JE SUIS GARDÉ PAR</a:t>
            </a:r>
          </a:p>
          <a:p>
            <a:r>
              <a:rPr lang="fr-FR" smtClean="0"/>
              <a:t>        	temer por que? se eu estou guardado por  
    	6-  CELUI QUI N’A JAMAIS PERDU  UNE BATAILLE</a:t>
            </a:r>
          </a:p>
          <a:p>
            <a:r>
              <a:rPr lang="fr-FR" smtClean="0"/>
              <a:t>       	quem nunca perdeu batalhas</a:t>
            </a:r>
          </a:p>
          <a:p>
            <a:r>
              <a:rPr lang="fr-FR" smtClean="0"/>
              <a:t>     	7-  OUI, SON NOM EST YAHVÉ JIREH TU POURVOIRAS À NOUVEAU </a:t>
            </a:r>
          </a:p>
          <a:p>
            <a:r>
              <a:rPr lang="fr-FR" smtClean="0"/>
              <a:t>        	 seu nome e jeova jireh iras prover de novo
      	8-  JE CROIS EN TOI </a:t>
            </a:r>
          </a:p>
          <a:p>
            <a:r>
              <a:rPr lang="fr-FR" smtClean="0"/>
              <a:t>        	eu creio em ti</a:t>
            </a:r>
          </a:p>
          <a:p>
            <a:endParaRPr lang="fr-FR" smtClean="0"/>
          </a:p>
          <a:p>
            <a:r>
              <a:rPr lang="fr-FR" smtClean="0"/>
              <a:t>	Refrain :
	9-  ET QUOI QU’IL ARRIVE OU QUOI QU’IL ADVIENNE </a:t>
            </a:r>
          </a:p>
          <a:p>
            <a:r>
              <a:rPr lang="fr-FR" smtClean="0"/>
              <a:t>	haja o que houver venha o que vier
	10-  TU POURVOIRAS À NOUVEAU JE CROIS EN TOI</a:t>
            </a:r>
          </a:p>
          <a:p>
            <a:r>
              <a:rPr lang="fr-FR" smtClean="0"/>
              <a:t>	iras prover de novo eu creio em ti 
	11-  JE NE VIS PAS PAR CE QUE JE VOIS JE VIS PAR LA FOI </a:t>
            </a:r>
          </a:p>
          <a:p>
            <a:r>
              <a:rPr lang="fr-FR" smtClean="0"/>
              <a:t>	eu não vivo do que vejo vivo do que creio
	12-  TU POURVOIRAS À NOUVEAU JE CROIS EN TOI </a:t>
            </a:r>
          </a:p>
          <a:p>
            <a:r>
              <a:rPr lang="fr-FR" smtClean="0"/>
              <a:t>	iras prover de novo eu creio em ti
	</a:t>
            </a:r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Refrain :
</a:t>
            </a:r>
          </a:p>
          <a:p>
            <a:r>
              <a:rPr lang="fr-FR" smtClean="0"/>
              <a:t>Pont : </a:t>
            </a:r>
          </a:p>
          <a:p>
            <a:r>
              <a:rPr lang="fr-FR" smtClean="0"/>
              <a:t>13-  NI LES OURAGANS NI LES VENTS VIOLENTS</a:t>
            </a:r>
          </a:p>
          <a:p>
            <a:r>
              <a:rPr lang="fr-FR" smtClean="0"/>
              <a:t>A tempestade e o vento forte </a:t>
            </a:r>
          </a:p>
          <a:p>
            <a:r>
              <a:rPr lang="fr-FR" smtClean="0"/>
              <a:t>14- NE POURRONT ÉBRANLER MA FOI EN TOI, MON DIEU      x4</a:t>
            </a:r>
          </a:p>
          <a:p>
            <a:r>
              <a:rPr lang="fr-FR" smtClean="0"/>
              <a:t> Não vão roubar a minha fe em ti, meu Deus </a:t>
            </a:r>
          </a:p>
          <a:p>
            <a:r>
              <a:rPr lang="fr-FR" smtClean="0"/>
              <a:t>
15-  EN TOI, MON DIEU</a:t>
            </a:r>
          </a:p>
          <a:p>
            <a:r>
              <a:rPr lang="fr-FR" smtClean="0"/>
              <a:t>Em ti, meu deus em ti, meu Deus 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Refrain :
</a:t>
            </a:r>
            <a:endParaRPr lang="fr-FR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Couplet :</a:t>
            </a:r>
          </a:p>
          <a:p>
            <a:pPr eaLnBrk="1" hangingPunct="1"/>
            <a:r>
              <a:rPr lang="fr-FR" smtClean="0"/>
              <a:t>1-  LE FEU NE ME BRÛLE5 PAS DANS LES EAUX, JE NE COULERAI PAS</a:t>
            </a:r>
          </a:p>
          <a:p>
            <a:pPr eaLnBrk="1" hangingPunct="1"/>
            <a:r>
              <a:rPr lang="fr-FR" smtClean="0"/>
              <a:t>o fogo não me queima nas aguas não vou afundar 
2-  TU ES AVEC MOI JE NE SUIS PAS SEUL</a:t>
            </a:r>
          </a:p>
          <a:p>
            <a:pPr eaLnBrk="1" hangingPunct="1"/>
            <a:r>
              <a:rPr lang="fr-FR" smtClean="0"/>
              <a:t>pois estas comigo não estou sozinho </a:t>
            </a:r>
          </a:p>
          <a:p>
            <a:pPr eaLnBrk="1" hangingPunct="1"/>
            <a:r>
              <a:rPr lang="fr-FR" smtClean="0"/>
              <a:t>3-  JE SUIS PROTÉGÉ À L’OMBRE DE TES AILES</a:t>
            </a:r>
          </a:p>
          <a:p>
            <a:pPr eaLnBrk="1" hangingPunct="1"/>
            <a:r>
              <a:rPr lang="fr-FR" smtClean="0"/>
              <a:t>eu estou guardado no esconderijo 
4-  JE NE SUIS PAS SEUL TU ES AVEC MOI </a:t>
            </a:r>
          </a:p>
          <a:p>
            <a:pPr eaLnBrk="1" hangingPunct="1"/>
            <a:r>
              <a:rPr lang="fr-FR" smtClean="0"/>
              <a:t>não estou sozinho tu estas comigo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   	 Pré-Refrain :
     	5-  POURQUOI AVOIR PEUR ? SI JE SUIS GARDÉ PAR</a:t>
            </a:r>
          </a:p>
          <a:p>
            <a:pPr eaLnBrk="1" hangingPunct="1"/>
            <a:r>
              <a:rPr lang="fr-FR" smtClean="0"/>
              <a:t>        	temer por que? se eu estou guardado por  
    	6-  CELUI QUI N’A JAMAIS PERDU  UNE BATAILLE</a:t>
            </a:r>
          </a:p>
          <a:p>
            <a:pPr eaLnBrk="1" hangingPunct="1"/>
            <a:r>
              <a:rPr lang="fr-FR" smtClean="0"/>
              <a:t>       	quem nunca perdeu batalhas</a:t>
            </a:r>
          </a:p>
          <a:p>
            <a:pPr eaLnBrk="1" hangingPunct="1"/>
            <a:r>
              <a:rPr lang="fr-FR" smtClean="0"/>
              <a:t>     	7-  OUI, SON NOM EST YAHVÉ JIREH TU POURVOIRAS À NOUVEAU </a:t>
            </a:r>
          </a:p>
          <a:p>
            <a:pPr eaLnBrk="1" hangingPunct="1"/>
            <a:r>
              <a:rPr lang="fr-FR" smtClean="0"/>
              <a:t>        	 seu nome e jeova jireh iras prover de novo
      	8-  JE CROIS EN TOI </a:t>
            </a:r>
          </a:p>
          <a:p>
            <a:pPr eaLnBrk="1" hangingPunct="1"/>
            <a:r>
              <a:rPr lang="fr-FR" smtClean="0"/>
              <a:t>        	eu creio em ti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
	9-  ET QUOI QU’IL ARRIVE OU QUOI QU’IL ADVIENNE </a:t>
            </a:r>
          </a:p>
          <a:p>
            <a:pPr eaLnBrk="1" hangingPunct="1"/>
            <a:r>
              <a:rPr lang="fr-FR" smtClean="0"/>
              <a:t>	haja o que houver venha o que vier
	10-  TU POURVOIRAS À NOUVEAU JE CROIS EN TOI</a:t>
            </a:r>
          </a:p>
          <a:p>
            <a:pPr eaLnBrk="1" hangingPunct="1"/>
            <a:r>
              <a:rPr lang="fr-FR" smtClean="0"/>
              <a:t>	iras prover de novo eu creio em ti 
	11-  JE NE VIS PAS PAR CE QUE JE VOIS JE VIS PAR LA FOI </a:t>
            </a:r>
          </a:p>
          <a:p>
            <a:pPr eaLnBrk="1" hangingPunct="1"/>
            <a:r>
              <a:rPr lang="fr-FR" smtClean="0"/>
              <a:t>	eu não vivo do que vejo vivo do que creio
	12-  TU POURVOIRAS À NOUVEAU JE CROIS EN TOI </a:t>
            </a:r>
          </a:p>
          <a:p>
            <a:pPr eaLnBrk="1" hangingPunct="1"/>
            <a:r>
              <a:rPr lang="fr-FR" smtClean="0"/>
              <a:t>	iras prover de novo eu creio em ti
	</a:t>
            </a:r>
          </a:p>
          <a:p>
            <a:pPr eaLnBrk="1" hangingPunct="1"/>
            <a:r>
              <a:rPr lang="fr-FR" smtClean="0"/>
              <a:t>Couplet :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Pré-Refrain :</a:t>
            </a:r>
          </a:p>
          <a:p>
            <a:pPr eaLnBrk="1" hangingPunct="1"/>
            <a:r>
              <a:rPr lang="fr-FR" smtClean="0"/>
              <a:t>	Refrain :
</a:t>
            </a:r>
          </a:p>
          <a:p>
            <a:pPr eaLnBrk="1" hangingPunct="1"/>
            <a:r>
              <a:rPr lang="fr-FR" smtClean="0"/>
              <a:t>Pont : </a:t>
            </a:r>
          </a:p>
          <a:p>
            <a:pPr eaLnBrk="1" hangingPunct="1"/>
            <a:r>
              <a:rPr lang="fr-FR" smtClean="0"/>
              <a:t>13-  NI LES OURAGANS NI LES VENTS VIOLENTS</a:t>
            </a:r>
          </a:p>
          <a:p>
            <a:pPr eaLnBrk="1" hangingPunct="1"/>
            <a:r>
              <a:rPr lang="fr-FR" smtClean="0"/>
              <a:t>A tempestade e o vento forte </a:t>
            </a:r>
          </a:p>
          <a:p>
            <a:pPr eaLnBrk="1" hangingPunct="1"/>
            <a:r>
              <a:rPr lang="fr-FR" smtClean="0"/>
              <a:t>14- NE POURRONT ÉBRANLER MA FOI EN TOI, MON DIEU      x4</a:t>
            </a:r>
          </a:p>
          <a:p>
            <a:pPr eaLnBrk="1" hangingPunct="1"/>
            <a:r>
              <a:rPr lang="fr-FR" smtClean="0"/>
              <a:t> Não vão roubar a minha fe em ti, meu Deus </a:t>
            </a:r>
          </a:p>
          <a:p>
            <a:pPr eaLnBrk="1" hangingPunct="1"/>
            <a:r>
              <a:rPr lang="fr-FR" smtClean="0"/>
              <a:t>
15-  EN TOI, MON DIEU</a:t>
            </a:r>
          </a:p>
          <a:p>
            <a:pPr eaLnBrk="1" hangingPunct="1"/>
            <a:r>
              <a:rPr lang="fr-FR" smtClean="0"/>
              <a:t>Em ti, meu deus em ti, meu Deus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Pré-Refrain :</a:t>
            </a:r>
          </a:p>
          <a:p>
            <a:pPr eaLnBrk="1" hangingPunct="1"/>
            <a:r>
              <a:rPr lang="fr-FR" smtClean="0"/>
              <a:t>	Refrain :
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3410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LE FEU NE ME BRÛLE5 PAS DANS LES EAUX, JE NE COULERAI PAS</a:t>
            </a:r>
          </a:p>
          <a:p>
            <a:r>
              <a:rPr lang="fr-FR" smtClean="0"/>
              <a:t>o fogo não me queima nas aguas não vou afundar 
2-  TU ES AVEC MOI JE NE SUIS PAS SEUL</a:t>
            </a:r>
          </a:p>
          <a:p>
            <a:r>
              <a:rPr lang="fr-FR" smtClean="0"/>
              <a:t>pois estas comigo não estou sozinho </a:t>
            </a:r>
          </a:p>
          <a:p>
            <a:r>
              <a:rPr lang="fr-FR" smtClean="0"/>
              <a:t>3-  JE SUIS PROTÉGÉ À L’OMBRE DE TES AILES</a:t>
            </a:r>
          </a:p>
          <a:p>
            <a:r>
              <a:rPr lang="fr-FR" smtClean="0"/>
              <a:t>eu estou guardado no esconderijo 
4-  JE NE SUIS PAS SEUL TU ES AVEC MOI </a:t>
            </a:r>
          </a:p>
          <a:p>
            <a:r>
              <a:rPr lang="fr-FR" smtClean="0"/>
              <a:t>não estou sozinho tu estas comigo</a:t>
            </a:r>
          </a:p>
          <a:p>
            <a:endParaRPr lang="fr-FR" smtClean="0"/>
          </a:p>
          <a:p>
            <a:r>
              <a:rPr lang="fr-FR" smtClean="0"/>
              <a:t>   	 Pré-Refrain :
     	5-  POURQUOI AVOIR PEUR ? SI JE SUIS GARDÉ PAR</a:t>
            </a:r>
          </a:p>
          <a:p>
            <a:r>
              <a:rPr lang="fr-FR" smtClean="0"/>
              <a:t>        	temer por que? se eu estou guardado por  
    	6-  CELUI QUI N’A JAMAIS PERDU  UNE BATAILLE</a:t>
            </a:r>
          </a:p>
          <a:p>
            <a:r>
              <a:rPr lang="fr-FR" smtClean="0"/>
              <a:t>       	quem nunca perdeu batalhas</a:t>
            </a:r>
          </a:p>
          <a:p>
            <a:r>
              <a:rPr lang="fr-FR" smtClean="0"/>
              <a:t>     	7-  OUI, SON NOM EST YAHVÉ JIREH TU POURVOIRAS À NOUVEAU </a:t>
            </a:r>
          </a:p>
          <a:p>
            <a:r>
              <a:rPr lang="fr-FR" smtClean="0"/>
              <a:t>        	 seu nome e jeova jireh iras prover de novo
      	8-  JE CROIS EN TOI </a:t>
            </a:r>
          </a:p>
          <a:p>
            <a:r>
              <a:rPr lang="fr-FR" smtClean="0"/>
              <a:t>        	eu creio em ti</a:t>
            </a:r>
          </a:p>
          <a:p>
            <a:endParaRPr lang="fr-FR" smtClean="0"/>
          </a:p>
          <a:p>
            <a:r>
              <a:rPr lang="fr-FR" smtClean="0"/>
              <a:t>	Refrain :
	9-  ET QUOI QU’IL ARRIVE OU QUOI QU’IL ADVIENNE </a:t>
            </a:r>
          </a:p>
          <a:p>
            <a:r>
              <a:rPr lang="fr-FR" smtClean="0"/>
              <a:t>	haja o que houver venha o que vier
	10-  TU POURVOIRAS À NOUVEAU JE CROIS EN TOI</a:t>
            </a:r>
          </a:p>
          <a:p>
            <a:r>
              <a:rPr lang="fr-FR" smtClean="0"/>
              <a:t>	iras prover de novo eu creio em ti 
	11-  JE NE VIS PAS PAR CE QUE JE VOIS JE VIS PAR LA FOI </a:t>
            </a:r>
          </a:p>
          <a:p>
            <a:r>
              <a:rPr lang="fr-FR" smtClean="0"/>
              <a:t>	eu não vivo do que vejo vivo do que creio
	12-  TU POURVOIRAS À NOUVEAU JE CROIS EN TOI </a:t>
            </a:r>
          </a:p>
          <a:p>
            <a:r>
              <a:rPr lang="fr-FR" smtClean="0"/>
              <a:t>	iras prover de novo eu creio em ti
	</a:t>
            </a:r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Refrain :
</a:t>
            </a:r>
          </a:p>
          <a:p>
            <a:r>
              <a:rPr lang="fr-FR" smtClean="0"/>
              <a:t>Pont : </a:t>
            </a:r>
          </a:p>
          <a:p>
            <a:r>
              <a:rPr lang="fr-FR" smtClean="0"/>
              <a:t>13-  NI LES OURAGANS NI LES VENTS VIOLENTS</a:t>
            </a:r>
          </a:p>
          <a:p>
            <a:r>
              <a:rPr lang="fr-FR" smtClean="0"/>
              <a:t>A tempestade e o vento forte </a:t>
            </a:r>
          </a:p>
          <a:p>
            <a:r>
              <a:rPr lang="fr-FR" smtClean="0"/>
              <a:t>14- NE POURRONT ÉBRANLER MA FOI EN TOI, MON DIEU      x4</a:t>
            </a:r>
          </a:p>
          <a:p>
            <a:r>
              <a:rPr lang="fr-FR" smtClean="0"/>
              <a:t> Não vão roubar a minha fe em ti, meu Deus </a:t>
            </a:r>
          </a:p>
          <a:p>
            <a:r>
              <a:rPr lang="fr-FR" smtClean="0"/>
              <a:t>
15-  EN TOI, MON DIEU</a:t>
            </a:r>
          </a:p>
          <a:p>
            <a:r>
              <a:rPr lang="fr-FR" smtClean="0"/>
              <a:t>Em ti, meu deus em ti, meu Deus 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Refrain :
</a:t>
            </a:r>
            <a:endParaRPr lang="fr-FR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Couplet :</a:t>
            </a:r>
          </a:p>
          <a:p>
            <a:pPr eaLnBrk="1" hangingPunct="1"/>
            <a:r>
              <a:rPr lang="fr-FR" smtClean="0"/>
              <a:t>1-  LE FEU NE ME BRÛLE5 PAS DANS LES EAUX, JE NE COULERAI PAS</a:t>
            </a:r>
          </a:p>
          <a:p>
            <a:pPr eaLnBrk="1" hangingPunct="1"/>
            <a:r>
              <a:rPr lang="fr-FR" smtClean="0"/>
              <a:t>o fogo não me queima nas aguas não vou afundar 
2-  TU ES AVEC MOI JE NE SUIS PAS SEUL</a:t>
            </a:r>
          </a:p>
          <a:p>
            <a:pPr eaLnBrk="1" hangingPunct="1"/>
            <a:r>
              <a:rPr lang="fr-FR" smtClean="0"/>
              <a:t>pois estas comigo não estou sozinho </a:t>
            </a:r>
          </a:p>
          <a:p>
            <a:pPr eaLnBrk="1" hangingPunct="1"/>
            <a:r>
              <a:rPr lang="fr-FR" smtClean="0"/>
              <a:t>3-  JE SUIS PROTÉGÉ À L’OMBRE DE TES AILES</a:t>
            </a:r>
          </a:p>
          <a:p>
            <a:pPr eaLnBrk="1" hangingPunct="1"/>
            <a:r>
              <a:rPr lang="fr-FR" smtClean="0"/>
              <a:t>eu estou guardado no esconderijo 
4-  JE NE SUIS PAS SEUL TU ES AVEC MOI </a:t>
            </a:r>
          </a:p>
          <a:p>
            <a:pPr eaLnBrk="1" hangingPunct="1"/>
            <a:r>
              <a:rPr lang="fr-FR" smtClean="0"/>
              <a:t>não estou sozinho tu estas comigo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   	 Pré-Refrain :
     	5-  POURQUOI AVOIR PEUR ? SI JE SUIS GARDÉ PAR</a:t>
            </a:r>
          </a:p>
          <a:p>
            <a:pPr eaLnBrk="1" hangingPunct="1"/>
            <a:r>
              <a:rPr lang="fr-FR" smtClean="0"/>
              <a:t>        	temer por que? se eu estou guardado por  
    	6-  CELUI QUI N’A JAMAIS PERDU  UNE BATAILLE</a:t>
            </a:r>
          </a:p>
          <a:p>
            <a:pPr eaLnBrk="1" hangingPunct="1"/>
            <a:r>
              <a:rPr lang="fr-FR" smtClean="0"/>
              <a:t>       	quem nunca perdeu batalhas</a:t>
            </a:r>
          </a:p>
          <a:p>
            <a:pPr eaLnBrk="1" hangingPunct="1"/>
            <a:r>
              <a:rPr lang="fr-FR" smtClean="0"/>
              <a:t>     	7-  OUI, SON NOM EST YAHVÉ JIREH TU POURVOIRAS À NOUVEAU </a:t>
            </a:r>
          </a:p>
          <a:p>
            <a:pPr eaLnBrk="1" hangingPunct="1"/>
            <a:r>
              <a:rPr lang="fr-FR" smtClean="0"/>
              <a:t>        	 seu nome e jeova jireh iras prover de novo
      	8-  JE CROIS EN TOI </a:t>
            </a:r>
          </a:p>
          <a:p>
            <a:pPr eaLnBrk="1" hangingPunct="1"/>
            <a:r>
              <a:rPr lang="fr-FR" smtClean="0"/>
              <a:t>        	eu creio em ti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
	9-  ET QUOI QU’IL ARRIVE OU QUOI QU’IL ADVIENNE </a:t>
            </a:r>
          </a:p>
          <a:p>
            <a:pPr eaLnBrk="1" hangingPunct="1"/>
            <a:r>
              <a:rPr lang="fr-FR" smtClean="0"/>
              <a:t>	haja o que houver venha o que vier
	10-  TU POURVOIRAS À NOUVEAU JE CROIS EN TOI</a:t>
            </a:r>
          </a:p>
          <a:p>
            <a:pPr eaLnBrk="1" hangingPunct="1"/>
            <a:r>
              <a:rPr lang="fr-FR" smtClean="0"/>
              <a:t>	iras prover de novo eu creio em ti 
	11-  JE NE VIS PAS PAR CE QUE JE VOIS JE VIS PAR LA FOI </a:t>
            </a:r>
          </a:p>
          <a:p>
            <a:pPr eaLnBrk="1" hangingPunct="1"/>
            <a:r>
              <a:rPr lang="fr-FR" smtClean="0"/>
              <a:t>	eu não vivo do que vejo vivo do que creio
	12-  TU POURVOIRAS À NOUVEAU JE CROIS EN TOI </a:t>
            </a:r>
          </a:p>
          <a:p>
            <a:pPr eaLnBrk="1" hangingPunct="1"/>
            <a:r>
              <a:rPr lang="fr-FR" smtClean="0"/>
              <a:t>	iras prover de novo eu creio em ti
	</a:t>
            </a:r>
          </a:p>
          <a:p>
            <a:pPr eaLnBrk="1" hangingPunct="1"/>
            <a:r>
              <a:rPr lang="fr-FR" smtClean="0"/>
              <a:t>Couplet :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Pré-Refrain :</a:t>
            </a:r>
          </a:p>
          <a:p>
            <a:pPr eaLnBrk="1" hangingPunct="1"/>
            <a:r>
              <a:rPr lang="fr-FR" smtClean="0"/>
              <a:t>	Refrain :
</a:t>
            </a:r>
          </a:p>
          <a:p>
            <a:pPr eaLnBrk="1" hangingPunct="1"/>
            <a:r>
              <a:rPr lang="fr-FR" smtClean="0"/>
              <a:t>Pont : </a:t>
            </a:r>
          </a:p>
          <a:p>
            <a:pPr eaLnBrk="1" hangingPunct="1"/>
            <a:r>
              <a:rPr lang="fr-FR" smtClean="0"/>
              <a:t>13-  NI LES OURAGANS NI LES VENTS VIOLENTS</a:t>
            </a:r>
          </a:p>
          <a:p>
            <a:pPr eaLnBrk="1" hangingPunct="1"/>
            <a:r>
              <a:rPr lang="fr-FR" smtClean="0"/>
              <a:t>A tempestade e o vento forte </a:t>
            </a:r>
          </a:p>
          <a:p>
            <a:pPr eaLnBrk="1" hangingPunct="1"/>
            <a:r>
              <a:rPr lang="fr-FR" smtClean="0"/>
              <a:t>14- NE POURRONT ÉBRANLER MA FOI EN TOI, MON DIEU      x4</a:t>
            </a:r>
          </a:p>
          <a:p>
            <a:pPr eaLnBrk="1" hangingPunct="1"/>
            <a:r>
              <a:rPr lang="fr-FR" smtClean="0"/>
              <a:t> Não vão roubar a minha fe em ti, meu Deus </a:t>
            </a:r>
          </a:p>
          <a:p>
            <a:pPr eaLnBrk="1" hangingPunct="1"/>
            <a:r>
              <a:rPr lang="fr-FR" smtClean="0"/>
              <a:t>
15-  EN TOI, MON DIEU</a:t>
            </a:r>
          </a:p>
          <a:p>
            <a:pPr eaLnBrk="1" hangingPunct="1"/>
            <a:r>
              <a:rPr lang="fr-FR" smtClean="0"/>
              <a:t>Em ti, meu deus em ti, meu Deus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Pré-Refrain :</a:t>
            </a:r>
          </a:p>
          <a:p>
            <a:pPr eaLnBrk="1" hangingPunct="1"/>
            <a:r>
              <a:rPr lang="fr-FR" smtClean="0"/>
              <a:t>	Refrain :
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019995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LE FEU NE ME BRÛLE5 PAS DANS LES EAUX, JE NE COULERAI PAS</a:t>
            </a:r>
          </a:p>
          <a:p>
            <a:r>
              <a:rPr lang="fr-FR" smtClean="0"/>
              <a:t>o fogo não me queima nas aguas não vou afundar 
2-  TU ES AVEC MOI JE NE SUIS PAS SEUL</a:t>
            </a:r>
          </a:p>
          <a:p>
            <a:r>
              <a:rPr lang="fr-FR" smtClean="0"/>
              <a:t>pois estas comigo não estou sozinho </a:t>
            </a:r>
          </a:p>
          <a:p>
            <a:r>
              <a:rPr lang="fr-FR" smtClean="0"/>
              <a:t>3-  JE SUIS PROTÉGÉ À L’OMBRE DE TES AILES</a:t>
            </a:r>
          </a:p>
          <a:p>
            <a:r>
              <a:rPr lang="fr-FR" smtClean="0"/>
              <a:t>eu estou guardado no esconderijo 
4-  JE NE SUIS PAS SEUL TU ES AVEC MOI </a:t>
            </a:r>
          </a:p>
          <a:p>
            <a:r>
              <a:rPr lang="fr-FR" smtClean="0"/>
              <a:t>não estou sozinho tu estas comigo</a:t>
            </a:r>
          </a:p>
          <a:p>
            <a:endParaRPr lang="fr-FR" smtClean="0"/>
          </a:p>
          <a:p>
            <a:r>
              <a:rPr lang="fr-FR" smtClean="0"/>
              <a:t>   	 Pré-Refrain :
     	5-  POURQUOI AVOIR PEUR ? SI JE SUIS GARDÉ PAR</a:t>
            </a:r>
          </a:p>
          <a:p>
            <a:r>
              <a:rPr lang="fr-FR" smtClean="0"/>
              <a:t>        	temer por que? se eu estou guardado por  
    	6-  CELUI QUI N’A JAMAIS PERDU  UNE BATAILLE</a:t>
            </a:r>
          </a:p>
          <a:p>
            <a:r>
              <a:rPr lang="fr-FR" smtClean="0"/>
              <a:t>       	quem nunca perdeu batalhas</a:t>
            </a:r>
          </a:p>
          <a:p>
            <a:r>
              <a:rPr lang="fr-FR" smtClean="0"/>
              <a:t>     	7-  OUI, SON NOM EST YAHVÉ JIREH TU POURVOIRAS À NOUVEAU </a:t>
            </a:r>
          </a:p>
          <a:p>
            <a:r>
              <a:rPr lang="fr-FR" smtClean="0"/>
              <a:t>        	 seu nome e jeova jireh iras prover de novo
      	8-  JE CROIS EN TOI </a:t>
            </a:r>
          </a:p>
          <a:p>
            <a:r>
              <a:rPr lang="fr-FR" smtClean="0"/>
              <a:t>        	eu creio em ti</a:t>
            </a:r>
          </a:p>
          <a:p>
            <a:endParaRPr lang="fr-FR" smtClean="0"/>
          </a:p>
          <a:p>
            <a:r>
              <a:rPr lang="fr-FR" smtClean="0"/>
              <a:t>	Refrain :
	9-  ET QUOI QU’IL ARRIVE OU QUOI QU’IL ADVIENNE </a:t>
            </a:r>
          </a:p>
          <a:p>
            <a:r>
              <a:rPr lang="fr-FR" smtClean="0"/>
              <a:t>	haja o que houver venha o que vier
	10-  TU POURVOIRAS À NOUVEAU JE CROIS EN TOI</a:t>
            </a:r>
          </a:p>
          <a:p>
            <a:r>
              <a:rPr lang="fr-FR" smtClean="0"/>
              <a:t>	iras prover de novo eu creio em ti 
	11-  JE NE VIS PAS PAR CE QUE JE VOIS JE VIS PAR LA FOI </a:t>
            </a:r>
          </a:p>
          <a:p>
            <a:r>
              <a:rPr lang="fr-FR" smtClean="0"/>
              <a:t>	eu não vivo do que vejo vivo do que creio
	12-  TU POURVOIRAS À NOUVEAU JE CROIS EN TOI </a:t>
            </a:r>
          </a:p>
          <a:p>
            <a:r>
              <a:rPr lang="fr-FR" smtClean="0"/>
              <a:t>	iras prover de novo eu creio em ti
	</a:t>
            </a:r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Refrain :
</a:t>
            </a:r>
          </a:p>
          <a:p>
            <a:r>
              <a:rPr lang="fr-FR" smtClean="0"/>
              <a:t>Pont : </a:t>
            </a:r>
          </a:p>
          <a:p>
            <a:r>
              <a:rPr lang="fr-FR" smtClean="0"/>
              <a:t>13-  NI LES OURAGANS NI LES VENTS VIOLENTS</a:t>
            </a:r>
          </a:p>
          <a:p>
            <a:r>
              <a:rPr lang="fr-FR" smtClean="0"/>
              <a:t>A tempestade e o vento forte </a:t>
            </a:r>
          </a:p>
          <a:p>
            <a:r>
              <a:rPr lang="fr-FR" smtClean="0"/>
              <a:t>14- NE POURRONT ÉBRANLER MA FOI EN TOI, MON DIEU      x4</a:t>
            </a:r>
          </a:p>
          <a:p>
            <a:r>
              <a:rPr lang="fr-FR" smtClean="0"/>
              <a:t> Não vão roubar a minha fe em ti, meu Deus </a:t>
            </a:r>
          </a:p>
          <a:p>
            <a:r>
              <a:rPr lang="fr-FR" smtClean="0"/>
              <a:t>
15-  EN TOI, MON DIEU</a:t>
            </a:r>
          </a:p>
          <a:p>
            <a:r>
              <a:rPr lang="fr-FR" smtClean="0"/>
              <a:t>Em ti, meu deus em ti, meu Deus 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Refrain :
</a:t>
            </a:r>
            <a:endParaRPr lang="fr-FR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Couplet :</a:t>
            </a:r>
          </a:p>
          <a:p>
            <a:pPr eaLnBrk="1" hangingPunct="1"/>
            <a:r>
              <a:rPr lang="fr-FR" smtClean="0"/>
              <a:t>1-  LE FEU NE ME BRÛLE5 PAS DANS LES EAUX, JE NE COULERAI PAS</a:t>
            </a:r>
          </a:p>
          <a:p>
            <a:pPr eaLnBrk="1" hangingPunct="1"/>
            <a:r>
              <a:rPr lang="fr-FR" smtClean="0"/>
              <a:t>o fogo não me queima nas aguas não vou afundar 
2-  TU ES AVEC MOI JE NE SUIS PAS SEUL</a:t>
            </a:r>
          </a:p>
          <a:p>
            <a:pPr eaLnBrk="1" hangingPunct="1"/>
            <a:r>
              <a:rPr lang="fr-FR" smtClean="0"/>
              <a:t>pois estas comigo não estou sozinho </a:t>
            </a:r>
          </a:p>
          <a:p>
            <a:pPr eaLnBrk="1" hangingPunct="1"/>
            <a:r>
              <a:rPr lang="fr-FR" smtClean="0"/>
              <a:t>3-  JE SUIS PROTÉGÉ À L’OMBRE DE TES AILES</a:t>
            </a:r>
          </a:p>
          <a:p>
            <a:pPr eaLnBrk="1" hangingPunct="1"/>
            <a:r>
              <a:rPr lang="fr-FR" smtClean="0"/>
              <a:t>eu estou guardado no esconderijo 
4-  JE NE SUIS PAS SEUL TU ES AVEC MOI </a:t>
            </a:r>
          </a:p>
          <a:p>
            <a:pPr eaLnBrk="1" hangingPunct="1"/>
            <a:r>
              <a:rPr lang="fr-FR" smtClean="0"/>
              <a:t>não estou sozinho tu estas comigo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   	 Pré-Refrain :
     	5-  POURQUOI AVOIR PEUR ? SI JE SUIS GARDÉ PAR</a:t>
            </a:r>
          </a:p>
          <a:p>
            <a:pPr eaLnBrk="1" hangingPunct="1"/>
            <a:r>
              <a:rPr lang="fr-FR" smtClean="0"/>
              <a:t>        	temer por que? se eu estou guardado por  
    	6-  CELUI QUI N’A JAMAIS PERDU  UNE BATAILLE</a:t>
            </a:r>
          </a:p>
          <a:p>
            <a:pPr eaLnBrk="1" hangingPunct="1"/>
            <a:r>
              <a:rPr lang="fr-FR" smtClean="0"/>
              <a:t>       	quem nunca perdeu batalhas</a:t>
            </a:r>
          </a:p>
          <a:p>
            <a:pPr eaLnBrk="1" hangingPunct="1"/>
            <a:r>
              <a:rPr lang="fr-FR" smtClean="0"/>
              <a:t>     	7-  OUI, SON NOM EST YAHVÉ JIREH TU POURVOIRAS À NOUVEAU </a:t>
            </a:r>
          </a:p>
          <a:p>
            <a:pPr eaLnBrk="1" hangingPunct="1"/>
            <a:r>
              <a:rPr lang="fr-FR" smtClean="0"/>
              <a:t>        	 seu nome e jeova jireh iras prover de novo
      	8-  JE CROIS EN TOI </a:t>
            </a:r>
          </a:p>
          <a:p>
            <a:pPr eaLnBrk="1" hangingPunct="1"/>
            <a:r>
              <a:rPr lang="fr-FR" smtClean="0"/>
              <a:t>        	eu creio em ti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
	9-  ET QUOI QU’IL ARRIVE OU QUOI QU’IL ADVIENNE </a:t>
            </a:r>
          </a:p>
          <a:p>
            <a:pPr eaLnBrk="1" hangingPunct="1"/>
            <a:r>
              <a:rPr lang="fr-FR" smtClean="0"/>
              <a:t>	haja o que houver venha o que vier
	10-  TU POURVOIRAS À NOUVEAU JE CROIS EN TOI</a:t>
            </a:r>
          </a:p>
          <a:p>
            <a:pPr eaLnBrk="1" hangingPunct="1"/>
            <a:r>
              <a:rPr lang="fr-FR" smtClean="0"/>
              <a:t>	iras prover de novo eu creio em ti 
	11-  JE NE VIS PAS PAR CE QUE JE VOIS JE VIS PAR LA FOI </a:t>
            </a:r>
          </a:p>
          <a:p>
            <a:pPr eaLnBrk="1" hangingPunct="1"/>
            <a:r>
              <a:rPr lang="fr-FR" smtClean="0"/>
              <a:t>	eu não vivo do que vejo vivo do que creio
	12-  TU POURVOIRAS À NOUVEAU JE CROIS EN TOI </a:t>
            </a:r>
          </a:p>
          <a:p>
            <a:pPr eaLnBrk="1" hangingPunct="1"/>
            <a:r>
              <a:rPr lang="fr-FR" smtClean="0"/>
              <a:t>	iras prover de novo eu creio em ti
	</a:t>
            </a:r>
          </a:p>
          <a:p>
            <a:pPr eaLnBrk="1" hangingPunct="1"/>
            <a:r>
              <a:rPr lang="fr-FR" smtClean="0"/>
              <a:t>Couplet :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Pré-Refrain :</a:t>
            </a:r>
          </a:p>
          <a:p>
            <a:pPr eaLnBrk="1" hangingPunct="1"/>
            <a:r>
              <a:rPr lang="fr-FR" smtClean="0"/>
              <a:t>	Refrain :
</a:t>
            </a:r>
          </a:p>
          <a:p>
            <a:pPr eaLnBrk="1" hangingPunct="1"/>
            <a:r>
              <a:rPr lang="fr-FR" smtClean="0"/>
              <a:t>Pont : </a:t>
            </a:r>
          </a:p>
          <a:p>
            <a:pPr eaLnBrk="1" hangingPunct="1"/>
            <a:r>
              <a:rPr lang="fr-FR" smtClean="0"/>
              <a:t>13-  NI LES OURAGANS NI LES VENTS VIOLENTS</a:t>
            </a:r>
          </a:p>
          <a:p>
            <a:pPr eaLnBrk="1" hangingPunct="1"/>
            <a:r>
              <a:rPr lang="fr-FR" smtClean="0"/>
              <a:t>A tempestade e o vento forte </a:t>
            </a:r>
          </a:p>
          <a:p>
            <a:pPr eaLnBrk="1" hangingPunct="1"/>
            <a:r>
              <a:rPr lang="fr-FR" smtClean="0"/>
              <a:t>14- NE POURRONT ÉBRANLER MA FOI EN TOI, MON DIEU      x4</a:t>
            </a:r>
          </a:p>
          <a:p>
            <a:pPr eaLnBrk="1" hangingPunct="1"/>
            <a:r>
              <a:rPr lang="fr-FR" smtClean="0"/>
              <a:t> Não vão roubar a minha fe em ti, meu Deus </a:t>
            </a:r>
          </a:p>
          <a:p>
            <a:pPr eaLnBrk="1" hangingPunct="1"/>
            <a:r>
              <a:rPr lang="fr-FR" smtClean="0"/>
              <a:t>
15-  EN TOI, MON DIEU</a:t>
            </a:r>
          </a:p>
          <a:p>
            <a:pPr eaLnBrk="1" hangingPunct="1"/>
            <a:r>
              <a:rPr lang="fr-FR" smtClean="0"/>
              <a:t>Em ti, meu deus em ti, meu Deus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Pré-Refrain :</a:t>
            </a:r>
          </a:p>
          <a:p>
            <a:pPr eaLnBrk="1" hangingPunct="1"/>
            <a:r>
              <a:rPr lang="fr-FR" smtClean="0"/>
              <a:t>	Refrain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76069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LE FEU NE ME BRÛLE5 PAS DANS LES EAUX, JE NE COULERAI PAS</a:t>
            </a:r>
          </a:p>
          <a:p>
            <a:r>
              <a:rPr lang="fr-FR" smtClean="0"/>
              <a:t>o fogo não me queima nas aguas não vou afundar 
2-  TU ES AVEC MOI JE NE SUIS PAS SEUL</a:t>
            </a:r>
          </a:p>
          <a:p>
            <a:r>
              <a:rPr lang="fr-FR" smtClean="0"/>
              <a:t>pois estas comigo não estou sozinho </a:t>
            </a:r>
          </a:p>
          <a:p>
            <a:r>
              <a:rPr lang="fr-FR" smtClean="0"/>
              <a:t>3-  JE SUIS PROTÉGÉ À L’OMBRE DE TES AILES</a:t>
            </a:r>
          </a:p>
          <a:p>
            <a:r>
              <a:rPr lang="fr-FR" smtClean="0"/>
              <a:t>eu estou guardado no esconderijo 
4-  JE NE SUIS PAS SEUL TU ES AVEC MOI </a:t>
            </a:r>
          </a:p>
          <a:p>
            <a:r>
              <a:rPr lang="fr-FR" smtClean="0"/>
              <a:t>não estou sozinho tu estas comigo</a:t>
            </a:r>
          </a:p>
          <a:p>
            <a:endParaRPr lang="fr-FR" smtClean="0"/>
          </a:p>
          <a:p>
            <a:r>
              <a:rPr lang="fr-FR" smtClean="0"/>
              <a:t>   	 Pré-Refrain :
     	5-  POURQUOI AVOIR PEUR ? SI JE SUIS GARDÉ PAR</a:t>
            </a:r>
          </a:p>
          <a:p>
            <a:r>
              <a:rPr lang="fr-FR" smtClean="0"/>
              <a:t>        	temer por que? se eu estou guardado por  
    	6-  CELUI QUI N’A JAMAIS PERDU  UNE BATAILLE</a:t>
            </a:r>
          </a:p>
          <a:p>
            <a:r>
              <a:rPr lang="fr-FR" smtClean="0"/>
              <a:t>       	quem nunca perdeu batalhas</a:t>
            </a:r>
          </a:p>
          <a:p>
            <a:r>
              <a:rPr lang="fr-FR" smtClean="0"/>
              <a:t>     	7-  OUI, SON NOM EST YAHVÉ JIREH TU POURVOIRAS À NOUVEAU </a:t>
            </a:r>
          </a:p>
          <a:p>
            <a:r>
              <a:rPr lang="fr-FR" smtClean="0"/>
              <a:t>        	 seu nome e jeova jireh iras prover de novo
      	8-  JE CROIS EN TOI </a:t>
            </a:r>
          </a:p>
          <a:p>
            <a:r>
              <a:rPr lang="fr-FR" smtClean="0"/>
              <a:t>        	eu creio em ti</a:t>
            </a:r>
          </a:p>
          <a:p>
            <a:endParaRPr lang="fr-FR" smtClean="0"/>
          </a:p>
          <a:p>
            <a:r>
              <a:rPr lang="fr-FR" smtClean="0"/>
              <a:t>	Refrain :
	9-  ET QUOI QU’IL ARRIVE OU QUOI QU’IL ADVIENNE </a:t>
            </a:r>
          </a:p>
          <a:p>
            <a:r>
              <a:rPr lang="fr-FR" smtClean="0"/>
              <a:t>	haja o que houver venha o que vier
	10-  TU POURVOIRAS À NOUVEAU JE CROIS EN TOI</a:t>
            </a:r>
          </a:p>
          <a:p>
            <a:r>
              <a:rPr lang="fr-FR" smtClean="0"/>
              <a:t>	iras prover de novo eu creio em ti 
	11-  JE NE VIS PAS PAR CE QUE JE VOIS JE VIS PAR LA FOI </a:t>
            </a:r>
          </a:p>
          <a:p>
            <a:r>
              <a:rPr lang="fr-FR" smtClean="0"/>
              <a:t>	eu não vivo do que vejo vivo do que creio
	12-  TU POURVOIRAS À NOUVEAU JE CROIS EN TOI </a:t>
            </a:r>
          </a:p>
          <a:p>
            <a:r>
              <a:rPr lang="fr-FR" smtClean="0"/>
              <a:t>	iras prover de novo eu creio em ti
	</a:t>
            </a:r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Refrain :
</a:t>
            </a:r>
          </a:p>
          <a:p>
            <a:r>
              <a:rPr lang="fr-FR" smtClean="0"/>
              <a:t>Pont : </a:t>
            </a:r>
          </a:p>
          <a:p>
            <a:r>
              <a:rPr lang="fr-FR" smtClean="0"/>
              <a:t>13-  NI LES OURAGANS NI LES VENTS VIOLENTS</a:t>
            </a:r>
          </a:p>
          <a:p>
            <a:r>
              <a:rPr lang="fr-FR" smtClean="0"/>
              <a:t>A tempestade e o vento forte </a:t>
            </a:r>
          </a:p>
          <a:p>
            <a:r>
              <a:rPr lang="fr-FR" smtClean="0"/>
              <a:t>14- NE POURRONT ÉBRANLER MA FOI EN TOI, MON DIEU      x4</a:t>
            </a:r>
          </a:p>
          <a:p>
            <a:r>
              <a:rPr lang="fr-FR" smtClean="0"/>
              <a:t> Não vão roubar a minha fe em ti, meu Deus </a:t>
            </a:r>
          </a:p>
          <a:p>
            <a:r>
              <a:rPr lang="fr-FR" smtClean="0"/>
              <a:t>
15-  EN TOI, MON DIEU</a:t>
            </a:r>
          </a:p>
          <a:p>
            <a:r>
              <a:rPr lang="fr-FR" smtClean="0"/>
              <a:t>Em ti, meu deus em ti, meu Deus 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Refrain :
</a:t>
            </a:r>
            <a:endParaRPr lang="fr-FR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Couplet :</a:t>
            </a:r>
          </a:p>
          <a:p>
            <a:pPr eaLnBrk="1" hangingPunct="1"/>
            <a:r>
              <a:rPr lang="fr-FR" smtClean="0"/>
              <a:t>1-  LE FEU NE ME BRÛLE5 PAS DANS LES EAUX, JE NE COULERAI PAS</a:t>
            </a:r>
          </a:p>
          <a:p>
            <a:pPr eaLnBrk="1" hangingPunct="1"/>
            <a:r>
              <a:rPr lang="fr-FR" smtClean="0"/>
              <a:t>o fogo não me queima nas aguas não vou afundar 
2-  TU ES AVEC MOI JE NE SUIS PAS SEUL</a:t>
            </a:r>
          </a:p>
          <a:p>
            <a:pPr eaLnBrk="1" hangingPunct="1"/>
            <a:r>
              <a:rPr lang="fr-FR" smtClean="0"/>
              <a:t>pois estas comigo não estou sozinho </a:t>
            </a:r>
          </a:p>
          <a:p>
            <a:pPr eaLnBrk="1" hangingPunct="1"/>
            <a:r>
              <a:rPr lang="fr-FR" smtClean="0"/>
              <a:t>3-  JE SUIS PROTÉGÉ À L’OMBRE DE TES AILES</a:t>
            </a:r>
          </a:p>
          <a:p>
            <a:pPr eaLnBrk="1" hangingPunct="1"/>
            <a:r>
              <a:rPr lang="fr-FR" smtClean="0"/>
              <a:t>eu estou guardado no esconderijo 
4-  JE NE SUIS PAS SEUL TU ES AVEC MOI </a:t>
            </a:r>
          </a:p>
          <a:p>
            <a:pPr eaLnBrk="1" hangingPunct="1"/>
            <a:r>
              <a:rPr lang="fr-FR" smtClean="0"/>
              <a:t>não estou sozinho tu estas comigo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   	 Pré-Refrain :
     	5-  POURQUOI AVOIR PEUR ? SI JE SUIS GARDÉ PAR</a:t>
            </a:r>
          </a:p>
          <a:p>
            <a:pPr eaLnBrk="1" hangingPunct="1"/>
            <a:r>
              <a:rPr lang="fr-FR" smtClean="0"/>
              <a:t>        	temer por que? se eu estou guardado por  
    	6-  CELUI QUI N’A JAMAIS PERDU  UNE BATAILLE</a:t>
            </a:r>
          </a:p>
          <a:p>
            <a:pPr eaLnBrk="1" hangingPunct="1"/>
            <a:r>
              <a:rPr lang="fr-FR" smtClean="0"/>
              <a:t>       	quem nunca perdeu batalhas</a:t>
            </a:r>
          </a:p>
          <a:p>
            <a:pPr eaLnBrk="1" hangingPunct="1"/>
            <a:r>
              <a:rPr lang="fr-FR" smtClean="0"/>
              <a:t>     	7-  OUI, SON NOM EST YAHVÉ JIREH TU POURVOIRAS À NOUVEAU </a:t>
            </a:r>
          </a:p>
          <a:p>
            <a:pPr eaLnBrk="1" hangingPunct="1"/>
            <a:r>
              <a:rPr lang="fr-FR" smtClean="0"/>
              <a:t>        	 seu nome e jeova jireh iras prover de novo
      	8-  JE CROIS EN TOI </a:t>
            </a:r>
          </a:p>
          <a:p>
            <a:pPr eaLnBrk="1" hangingPunct="1"/>
            <a:r>
              <a:rPr lang="fr-FR" smtClean="0"/>
              <a:t>        	eu creio em ti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
	9-  ET QUOI QU’IL ARRIVE OU QUOI QU’IL ADVIENNE </a:t>
            </a:r>
          </a:p>
          <a:p>
            <a:pPr eaLnBrk="1" hangingPunct="1"/>
            <a:r>
              <a:rPr lang="fr-FR" smtClean="0"/>
              <a:t>	haja o que houver venha o que vier
	10-  TU POURVOIRAS À NOUVEAU JE CROIS EN TOI</a:t>
            </a:r>
          </a:p>
          <a:p>
            <a:pPr eaLnBrk="1" hangingPunct="1"/>
            <a:r>
              <a:rPr lang="fr-FR" smtClean="0"/>
              <a:t>	iras prover de novo eu creio em ti 
	11-  JE NE VIS PAS PAR CE QUE JE VOIS JE VIS PAR LA FOI </a:t>
            </a:r>
          </a:p>
          <a:p>
            <a:pPr eaLnBrk="1" hangingPunct="1"/>
            <a:r>
              <a:rPr lang="fr-FR" smtClean="0"/>
              <a:t>	eu não vivo do que vejo vivo do que creio
	12-  TU POURVOIRAS À NOUVEAU JE CROIS EN TOI </a:t>
            </a:r>
          </a:p>
          <a:p>
            <a:pPr eaLnBrk="1" hangingPunct="1"/>
            <a:r>
              <a:rPr lang="fr-FR" smtClean="0"/>
              <a:t>	iras prover de novo eu creio em ti
	</a:t>
            </a:r>
          </a:p>
          <a:p>
            <a:pPr eaLnBrk="1" hangingPunct="1"/>
            <a:r>
              <a:rPr lang="fr-FR" smtClean="0"/>
              <a:t>Couplet :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Pré-Refrain :</a:t>
            </a:r>
          </a:p>
          <a:p>
            <a:pPr eaLnBrk="1" hangingPunct="1"/>
            <a:r>
              <a:rPr lang="fr-FR" smtClean="0"/>
              <a:t>	Refrain :
</a:t>
            </a:r>
          </a:p>
          <a:p>
            <a:pPr eaLnBrk="1" hangingPunct="1"/>
            <a:r>
              <a:rPr lang="fr-FR" smtClean="0"/>
              <a:t>Pont : </a:t>
            </a:r>
          </a:p>
          <a:p>
            <a:pPr eaLnBrk="1" hangingPunct="1"/>
            <a:r>
              <a:rPr lang="fr-FR" smtClean="0"/>
              <a:t>13-  NI LES OURAGANS NI LES VENTS VIOLENTS</a:t>
            </a:r>
          </a:p>
          <a:p>
            <a:pPr eaLnBrk="1" hangingPunct="1"/>
            <a:r>
              <a:rPr lang="fr-FR" smtClean="0"/>
              <a:t>A tempestade e o vento forte </a:t>
            </a:r>
          </a:p>
          <a:p>
            <a:pPr eaLnBrk="1" hangingPunct="1"/>
            <a:r>
              <a:rPr lang="fr-FR" smtClean="0"/>
              <a:t>14- NE POURRONT ÉBRANLER MA FOI EN TOI, MON DIEU      x4</a:t>
            </a:r>
          </a:p>
          <a:p>
            <a:pPr eaLnBrk="1" hangingPunct="1"/>
            <a:r>
              <a:rPr lang="fr-FR" smtClean="0"/>
              <a:t> Não vão roubar a minha fe em ti, meu Deus </a:t>
            </a:r>
          </a:p>
          <a:p>
            <a:pPr eaLnBrk="1" hangingPunct="1"/>
            <a:r>
              <a:rPr lang="fr-FR" smtClean="0"/>
              <a:t>
15-  EN TOI, MON DIEU</a:t>
            </a:r>
          </a:p>
          <a:p>
            <a:pPr eaLnBrk="1" hangingPunct="1"/>
            <a:r>
              <a:rPr lang="fr-FR" smtClean="0"/>
              <a:t>Em ti, meu deus em ti, meu Deus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Pré-Refrain :</a:t>
            </a:r>
          </a:p>
          <a:p>
            <a:pPr eaLnBrk="1" hangingPunct="1"/>
            <a:r>
              <a:rPr lang="fr-FR" smtClean="0"/>
              <a:t>	Refrain :
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089039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LE FEU NE ME BRÛLE5 PAS DANS LES EAUX, JE NE COULERAI PAS</a:t>
            </a:r>
          </a:p>
          <a:p>
            <a:r>
              <a:rPr lang="fr-FR" smtClean="0"/>
              <a:t>o fogo não me queima nas aguas não vou afundar 
2-  TU ES AVEC MOI JE NE SUIS PAS SEUL</a:t>
            </a:r>
          </a:p>
          <a:p>
            <a:r>
              <a:rPr lang="fr-FR" smtClean="0"/>
              <a:t>pois estas comigo não estou sozinho </a:t>
            </a:r>
          </a:p>
          <a:p>
            <a:r>
              <a:rPr lang="fr-FR" smtClean="0"/>
              <a:t>3-  JE SUIS PROTÉGÉ À L’OMBRE DE TES AILES</a:t>
            </a:r>
          </a:p>
          <a:p>
            <a:r>
              <a:rPr lang="fr-FR" smtClean="0"/>
              <a:t>eu estou guardado no esconderijo 
4-  JE NE SUIS PAS SEUL TU ES AVEC MOI </a:t>
            </a:r>
          </a:p>
          <a:p>
            <a:r>
              <a:rPr lang="fr-FR" smtClean="0"/>
              <a:t>não estou sozinho tu estas comigo</a:t>
            </a:r>
          </a:p>
          <a:p>
            <a:endParaRPr lang="fr-FR" smtClean="0"/>
          </a:p>
          <a:p>
            <a:r>
              <a:rPr lang="fr-FR" smtClean="0"/>
              <a:t>   	 Pré-Refrain :
     	5-  POURQUOI AVOIR PEUR ? SI JE SUIS GARDÉ PAR</a:t>
            </a:r>
          </a:p>
          <a:p>
            <a:r>
              <a:rPr lang="fr-FR" smtClean="0"/>
              <a:t>        	temer por que? se eu estou guardado por  
    	6-  CELUI QUI N’A JAMAIS PERDU  UNE BATAILLE</a:t>
            </a:r>
          </a:p>
          <a:p>
            <a:r>
              <a:rPr lang="fr-FR" smtClean="0"/>
              <a:t>       	quem nunca perdeu batalhas</a:t>
            </a:r>
          </a:p>
          <a:p>
            <a:r>
              <a:rPr lang="fr-FR" smtClean="0"/>
              <a:t>     	7-  OUI, SON NOM EST YAHVÉ JIREH TU POURVOIRAS À NOUVEAU </a:t>
            </a:r>
          </a:p>
          <a:p>
            <a:r>
              <a:rPr lang="fr-FR" smtClean="0"/>
              <a:t>        	 seu nome e jeova jireh iras prover de novo
      	8-  JE CROIS EN TOI </a:t>
            </a:r>
          </a:p>
          <a:p>
            <a:r>
              <a:rPr lang="fr-FR" smtClean="0"/>
              <a:t>        	eu creio em ti</a:t>
            </a:r>
          </a:p>
          <a:p>
            <a:endParaRPr lang="fr-FR" smtClean="0"/>
          </a:p>
          <a:p>
            <a:r>
              <a:rPr lang="fr-FR" smtClean="0"/>
              <a:t>	Refrain :
	9-  ET QUOI QU’IL ARRIVE OU QUOI QU’IL ADVIENNE </a:t>
            </a:r>
          </a:p>
          <a:p>
            <a:r>
              <a:rPr lang="fr-FR" smtClean="0"/>
              <a:t>	haja o que houver venha o que vier
	10-  TU POURVOIRAS À NOUVEAU JE CROIS EN TOI</a:t>
            </a:r>
          </a:p>
          <a:p>
            <a:r>
              <a:rPr lang="fr-FR" smtClean="0"/>
              <a:t>	iras prover de novo eu creio em ti 
	11-  JE NE VIS PAS PAR CE QUE JE VOIS JE VIS PAR LA FOI </a:t>
            </a:r>
          </a:p>
          <a:p>
            <a:r>
              <a:rPr lang="fr-FR" smtClean="0"/>
              <a:t>	eu não vivo do que vejo vivo do que creio
	12-  TU POURVOIRAS À NOUVEAU JE CROIS EN TOI </a:t>
            </a:r>
          </a:p>
          <a:p>
            <a:r>
              <a:rPr lang="fr-FR" smtClean="0"/>
              <a:t>	iras prover de novo eu creio em ti
	</a:t>
            </a:r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Refrain :
</a:t>
            </a:r>
          </a:p>
          <a:p>
            <a:r>
              <a:rPr lang="fr-FR" smtClean="0"/>
              <a:t>Pont : </a:t>
            </a:r>
          </a:p>
          <a:p>
            <a:r>
              <a:rPr lang="fr-FR" smtClean="0"/>
              <a:t>13-  NI LES OURAGANS NI LES VENTS VIOLENTS</a:t>
            </a:r>
          </a:p>
          <a:p>
            <a:r>
              <a:rPr lang="fr-FR" smtClean="0"/>
              <a:t>A tempestade e o vento forte </a:t>
            </a:r>
          </a:p>
          <a:p>
            <a:r>
              <a:rPr lang="fr-FR" smtClean="0"/>
              <a:t>14- NE POURRONT ÉBRANLER MA FOI EN TOI, MON DIEU      x4</a:t>
            </a:r>
          </a:p>
          <a:p>
            <a:r>
              <a:rPr lang="fr-FR" smtClean="0"/>
              <a:t> Não vão roubar a minha fe em ti, meu Deus </a:t>
            </a:r>
          </a:p>
          <a:p>
            <a:r>
              <a:rPr lang="fr-FR" smtClean="0"/>
              <a:t>
15-  EN TOI, MON DIEU</a:t>
            </a:r>
          </a:p>
          <a:p>
            <a:r>
              <a:rPr lang="fr-FR" smtClean="0"/>
              <a:t>Em ti, meu deus em ti, meu Deus 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Refrain :
</a:t>
            </a:r>
            <a:endParaRPr lang="fr-FR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Couplet :</a:t>
            </a:r>
          </a:p>
          <a:p>
            <a:pPr eaLnBrk="1" hangingPunct="1"/>
            <a:r>
              <a:rPr lang="fr-FR" smtClean="0"/>
              <a:t>1-  LE FEU NE ME BRÛLE5 PAS DANS LES EAUX, JE NE COULERAI PAS</a:t>
            </a:r>
          </a:p>
          <a:p>
            <a:pPr eaLnBrk="1" hangingPunct="1"/>
            <a:r>
              <a:rPr lang="fr-FR" smtClean="0"/>
              <a:t>o fogo não me queima nas aguas não vou afundar 
2-  TU ES AVEC MOI JE NE SUIS PAS SEUL</a:t>
            </a:r>
          </a:p>
          <a:p>
            <a:pPr eaLnBrk="1" hangingPunct="1"/>
            <a:r>
              <a:rPr lang="fr-FR" smtClean="0"/>
              <a:t>pois estas comigo não estou sozinho </a:t>
            </a:r>
          </a:p>
          <a:p>
            <a:pPr eaLnBrk="1" hangingPunct="1"/>
            <a:r>
              <a:rPr lang="fr-FR" smtClean="0"/>
              <a:t>3-  JE SUIS PROTÉGÉ À L’OMBRE DE TES AILES</a:t>
            </a:r>
          </a:p>
          <a:p>
            <a:pPr eaLnBrk="1" hangingPunct="1"/>
            <a:r>
              <a:rPr lang="fr-FR" smtClean="0"/>
              <a:t>eu estou guardado no esconderijo 
4-  JE NE SUIS PAS SEUL TU ES AVEC MOI </a:t>
            </a:r>
          </a:p>
          <a:p>
            <a:pPr eaLnBrk="1" hangingPunct="1"/>
            <a:r>
              <a:rPr lang="fr-FR" smtClean="0"/>
              <a:t>não estou sozinho tu estas comigo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   	 Pré-Refrain :
     	5-  POURQUOI AVOIR PEUR ? SI JE SUIS GARDÉ PAR</a:t>
            </a:r>
          </a:p>
          <a:p>
            <a:pPr eaLnBrk="1" hangingPunct="1"/>
            <a:r>
              <a:rPr lang="fr-FR" smtClean="0"/>
              <a:t>        	temer por que? se eu estou guardado por  
    	6-  CELUI QUI N’A JAMAIS PERDU  UNE BATAILLE</a:t>
            </a:r>
          </a:p>
          <a:p>
            <a:pPr eaLnBrk="1" hangingPunct="1"/>
            <a:r>
              <a:rPr lang="fr-FR" smtClean="0"/>
              <a:t>       	quem nunca perdeu batalhas</a:t>
            </a:r>
          </a:p>
          <a:p>
            <a:pPr eaLnBrk="1" hangingPunct="1"/>
            <a:r>
              <a:rPr lang="fr-FR" smtClean="0"/>
              <a:t>     	7-  OUI, SON NOM EST YAHVÉ JIREH TU POURVOIRAS À NOUVEAU </a:t>
            </a:r>
          </a:p>
          <a:p>
            <a:pPr eaLnBrk="1" hangingPunct="1"/>
            <a:r>
              <a:rPr lang="fr-FR" smtClean="0"/>
              <a:t>        	 seu nome e jeova jireh iras prover de novo
      	8-  JE CROIS EN TOI </a:t>
            </a:r>
          </a:p>
          <a:p>
            <a:pPr eaLnBrk="1" hangingPunct="1"/>
            <a:r>
              <a:rPr lang="fr-FR" smtClean="0"/>
              <a:t>        	eu creio em ti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
	9-  ET QUOI QU’IL ARRIVE OU QUOI QU’IL ADVIENNE </a:t>
            </a:r>
          </a:p>
          <a:p>
            <a:pPr eaLnBrk="1" hangingPunct="1"/>
            <a:r>
              <a:rPr lang="fr-FR" smtClean="0"/>
              <a:t>	haja o que houver venha o que vier
	10-  TU POURVOIRAS À NOUVEAU JE CROIS EN TOI</a:t>
            </a:r>
          </a:p>
          <a:p>
            <a:pPr eaLnBrk="1" hangingPunct="1"/>
            <a:r>
              <a:rPr lang="fr-FR" smtClean="0"/>
              <a:t>	iras prover de novo eu creio em ti 
	11-  JE NE VIS PAS PAR CE QUE JE VOIS JE VIS PAR LA FOI </a:t>
            </a:r>
          </a:p>
          <a:p>
            <a:pPr eaLnBrk="1" hangingPunct="1"/>
            <a:r>
              <a:rPr lang="fr-FR" smtClean="0"/>
              <a:t>	eu não vivo do que vejo vivo do que creio
	12-  TU POURVOIRAS À NOUVEAU JE CROIS EN TOI </a:t>
            </a:r>
          </a:p>
          <a:p>
            <a:pPr eaLnBrk="1" hangingPunct="1"/>
            <a:r>
              <a:rPr lang="fr-FR" smtClean="0"/>
              <a:t>	iras prover de novo eu creio em ti
	</a:t>
            </a:r>
          </a:p>
          <a:p>
            <a:pPr eaLnBrk="1" hangingPunct="1"/>
            <a:r>
              <a:rPr lang="fr-FR" smtClean="0"/>
              <a:t>Couplet :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Pré-Refrain :</a:t>
            </a:r>
          </a:p>
          <a:p>
            <a:pPr eaLnBrk="1" hangingPunct="1"/>
            <a:r>
              <a:rPr lang="fr-FR" smtClean="0"/>
              <a:t>	Refrain :
</a:t>
            </a:r>
          </a:p>
          <a:p>
            <a:pPr eaLnBrk="1" hangingPunct="1"/>
            <a:r>
              <a:rPr lang="fr-FR" smtClean="0"/>
              <a:t>Pont : </a:t>
            </a:r>
          </a:p>
          <a:p>
            <a:pPr eaLnBrk="1" hangingPunct="1"/>
            <a:r>
              <a:rPr lang="fr-FR" smtClean="0"/>
              <a:t>13-  NI LES OURAGANS NI LES VENTS VIOLENTS</a:t>
            </a:r>
          </a:p>
          <a:p>
            <a:pPr eaLnBrk="1" hangingPunct="1"/>
            <a:r>
              <a:rPr lang="fr-FR" smtClean="0"/>
              <a:t>A tempestade e o vento forte </a:t>
            </a:r>
          </a:p>
          <a:p>
            <a:pPr eaLnBrk="1" hangingPunct="1"/>
            <a:r>
              <a:rPr lang="fr-FR" smtClean="0"/>
              <a:t>14- NE POURRONT ÉBRANLER MA FOI EN TOI, MON DIEU      x4</a:t>
            </a:r>
          </a:p>
          <a:p>
            <a:pPr eaLnBrk="1" hangingPunct="1"/>
            <a:r>
              <a:rPr lang="fr-FR" smtClean="0"/>
              <a:t> Não vão roubar a minha fe em ti, meu Deus </a:t>
            </a:r>
          </a:p>
          <a:p>
            <a:pPr eaLnBrk="1" hangingPunct="1"/>
            <a:r>
              <a:rPr lang="fr-FR" smtClean="0"/>
              <a:t>
15-  EN TOI, MON DIEU</a:t>
            </a:r>
          </a:p>
          <a:p>
            <a:pPr eaLnBrk="1" hangingPunct="1"/>
            <a:r>
              <a:rPr lang="fr-FR" smtClean="0"/>
              <a:t>Em ti, meu deus em ti, meu Deus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Pré-Refrain :</a:t>
            </a:r>
          </a:p>
          <a:p>
            <a:pPr eaLnBrk="1" hangingPunct="1"/>
            <a:r>
              <a:rPr lang="fr-FR" smtClean="0"/>
              <a:t>	Refrain 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39260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LE FEU NE ME BRÛLE5 PAS DANS LES EAUX, JE NE COULERAI PAS</a:t>
            </a:r>
          </a:p>
          <a:p>
            <a:r>
              <a:rPr lang="fr-FR" smtClean="0"/>
              <a:t>o fogo não me queima nas aguas não vou afundar 
2-  TU ES AVEC MOI JE NE SUIS PAS SEUL</a:t>
            </a:r>
          </a:p>
          <a:p>
            <a:r>
              <a:rPr lang="fr-FR" smtClean="0"/>
              <a:t>pois estas comigo não estou sozinho </a:t>
            </a:r>
          </a:p>
          <a:p>
            <a:r>
              <a:rPr lang="fr-FR" smtClean="0"/>
              <a:t>3-  JE SUIS PROTÉGÉ À L’OMBRE DE TES AILES</a:t>
            </a:r>
          </a:p>
          <a:p>
            <a:r>
              <a:rPr lang="fr-FR" smtClean="0"/>
              <a:t>eu estou guardado no esconderijo 
4-  JE NE SUIS PAS SEUL TU ES AVEC MOI </a:t>
            </a:r>
          </a:p>
          <a:p>
            <a:r>
              <a:rPr lang="fr-FR" smtClean="0"/>
              <a:t>não estou sozinho tu estas comigo</a:t>
            </a:r>
          </a:p>
          <a:p>
            <a:endParaRPr lang="fr-FR" smtClean="0"/>
          </a:p>
          <a:p>
            <a:r>
              <a:rPr lang="fr-FR" smtClean="0"/>
              <a:t>   	 Pré-Refrain :
     	5-  POURQUOI AVOIR PEUR ? SI JE SUIS GARDÉ PAR</a:t>
            </a:r>
          </a:p>
          <a:p>
            <a:r>
              <a:rPr lang="fr-FR" smtClean="0"/>
              <a:t>        	temer por que? se eu estou guardado por  
    	6-  CELUI QUI N’A JAMAIS PERDU  UNE BATAILLE</a:t>
            </a:r>
          </a:p>
          <a:p>
            <a:r>
              <a:rPr lang="fr-FR" smtClean="0"/>
              <a:t>       	quem nunca perdeu batalhas</a:t>
            </a:r>
          </a:p>
          <a:p>
            <a:r>
              <a:rPr lang="fr-FR" smtClean="0"/>
              <a:t>     	7-  OUI, SON NOM EST YAHVÉ JIREH TU POURVOIRAS À NOUVEAU </a:t>
            </a:r>
          </a:p>
          <a:p>
            <a:r>
              <a:rPr lang="fr-FR" smtClean="0"/>
              <a:t>        	 seu nome e jeova jireh iras prover de novo
      	8-  JE CROIS EN TOI </a:t>
            </a:r>
          </a:p>
          <a:p>
            <a:r>
              <a:rPr lang="fr-FR" smtClean="0"/>
              <a:t>        	eu creio em ti</a:t>
            </a:r>
          </a:p>
          <a:p>
            <a:endParaRPr lang="fr-FR" smtClean="0"/>
          </a:p>
          <a:p>
            <a:r>
              <a:rPr lang="fr-FR" smtClean="0"/>
              <a:t>	Refrain :
	9-  ET QUOI QU’IL ARRIVE OU QUOI QU’IL ADVIENNE </a:t>
            </a:r>
          </a:p>
          <a:p>
            <a:r>
              <a:rPr lang="fr-FR" smtClean="0"/>
              <a:t>	haja o que houver venha o que vier
	10-  TU POURVOIRAS À NOUVEAU JE CROIS EN TOI</a:t>
            </a:r>
          </a:p>
          <a:p>
            <a:r>
              <a:rPr lang="fr-FR" smtClean="0"/>
              <a:t>	iras prover de novo eu creio em ti 
	11-  JE NE VIS PAS PAR CE QUE JE VOIS JE VIS PAR LA FOI </a:t>
            </a:r>
          </a:p>
          <a:p>
            <a:r>
              <a:rPr lang="fr-FR" smtClean="0"/>
              <a:t>	eu não vivo do que vejo vivo do que creio
	12-  TU POURVOIRAS À NOUVEAU JE CROIS EN TOI </a:t>
            </a:r>
          </a:p>
          <a:p>
            <a:r>
              <a:rPr lang="fr-FR" smtClean="0"/>
              <a:t>	iras prover de novo eu creio em ti
	</a:t>
            </a:r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Refrain :
</a:t>
            </a:r>
          </a:p>
          <a:p>
            <a:r>
              <a:rPr lang="fr-FR" smtClean="0"/>
              <a:t>Pont : </a:t>
            </a:r>
          </a:p>
          <a:p>
            <a:r>
              <a:rPr lang="fr-FR" smtClean="0"/>
              <a:t>13-  NI LES OURAGANS NI LES VENTS VIOLENTS</a:t>
            </a:r>
          </a:p>
          <a:p>
            <a:r>
              <a:rPr lang="fr-FR" smtClean="0"/>
              <a:t>A tempestade e o vento forte </a:t>
            </a:r>
          </a:p>
          <a:p>
            <a:r>
              <a:rPr lang="fr-FR" smtClean="0"/>
              <a:t>14- NE POURRONT ÉBRANLER MA FOI EN TOI, MON DIEU      x4</a:t>
            </a:r>
          </a:p>
          <a:p>
            <a:r>
              <a:rPr lang="fr-FR" smtClean="0"/>
              <a:t> Não vão roubar a minha fe em ti, meu Deus </a:t>
            </a:r>
          </a:p>
          <a:p>
            <a:r>
              <a:rPr lang="fr-FR" smtClean="0"/>
              <a:t>
15-  EN TOI, MON DIEU</a:t>
            </a:r>
          </a:p>
          <a:p>
            <a:r>
              <a:rPr lang="fr-FR" smtClean="0"/>
              <a:t>Em ti, meu deus em ti, meu Deus 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Refrain :
</a:t>
            </a:r>
            <a:endParaRPr lang="fr-FR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Couplet :</a:t>
            </a:r>
          </a:p>
          <a:p>
            <a:pPr eaLnBrk="1" hangingPunct="1"/>
            <a:r>
              <a:rPr lang="fr-FR" smtClean="0"/>
              <a:t>1-  LE FEU NE ME BRÛLE5 PAS DANS LES EAUX, JE NE COULERAI PAS</a:t>
            </a:r>
          </a:p>
          <a:p>
            <a:pPr eaLnBrk="1" hangingPunct="1"/>
            <a:r>
              <a:rPr lang="fr-FR" smtClean="0"/>
              <a:t>o fogo não me queima nas aguas não vou afundar 
2-  TU ES AVEC MOI JE NE SUIS PAS SEUL</a:t>
            </a:r>
          </a:p>
          <a:p>
            <a:pPr eaLnBrk="1" hangingPunct="1"/>
            <a:r>
              <a:rPr lang="fr-FR" smtClean="0"/>
              <a:t>pois estas comigo não estou sozinho </a:t>
            </a:r>
          </a:p>
          <a:p>
            <a:pPr eaLnBrk="1" hangingPunct="1"/>
            <a:r>
              <a:rPr lang="fr-FR" smtClean="0"/>
              <a:t>3-  JE SUIS PROTÉGÉ À L’OMBRE DE TES AILES</a:t>
            </a:r>
          </a:p>
          <a:p>
            <a:pPr eaLnBrk="1" hangingPunct="1"/>
            <a:r>
              <a:rPr lang="fr-FR" smtClean="0"/>
              <a:t>eu estou guardado no esconderijo 
4-  JE NE SUIS PAS SEUL TU ES AVEC MOI </a:t>
            </a:r>
          </a:p>
          <a:p>
            <a:pPr eaLnBrk="1" hangingPunct="1"/>
            <a:r>
              <a:rPr lang="fr-FR" smtClean="0"/>
              <a:t>não estou sozinho tu estas comigo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   	 Pré-Refrain :
     	5-  POURQUOI AVOIR PEUR ? SI JE SUIS GARDÉ PAR</a:t>
            </a:r>
          </a:p>
          <a:p>
            <a:pPr eaLnBrk="1" hangingPunct="1"/>
            <a:r>
              <a:rPr lang="fr-FR" smtClean="0"/>
              <a:t>        	temer por que? se eu estou guardado por  
    	6-  CELUI QUI N’A JAMAIS PERDU  UNE BATAILLE</a:t>
            </a:r>
          </a:p>
          <a:p>
            <a:pPr eaLnBrk="1" hangingPunct="1"/>
            <a:r>
              <a:rPr lang="fr-FR" smtClean="0"/>
              <a:t>       	quem nunca perdeu batalhas</a:t>
            </a:r>
          </a:p>
          <a:p>
            <a:pPr eaLnBrk="1" hangingPunct="1"/>
            <a:r>
              <a:rPr lang="fr-FR" smtClean="0"/>
              <a:t>     	7-  OUI, SON NOM EST YAHVÉ JIREH TU POURVOIRAS À NOUVEAU </a:t>
            </a:r>
          </a:p>
          <a:p>
            <a:pPr eaLnBrk="1" hangingPunct="1"/>
            <a:r>
              <a:rPr lang="fr-FR" smtClean="0"/>
              <a:t>        	 seu nome e jeova jireh iras prover de novo
      	8-  JE CROIS EN TOI </a:t>
            </a:r>
          </a:p>
          <a:p>
            <a:pPr eaLnBrk="1" hangingPunct="1"/>
            <a:r>
              <a:rPr lang="fr-FR" smtClean="0"/>
              <a:t>        	eu creio em ti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
	9-  ET QUOI QU’IL ARRIVE OU QUOI QU’IL ADVIENNE </a:t>
            </a:r>
          </a:p>
          <a:p>
            <a:pPr eaLnBrk="1" hangingPunct="1"/>
            <a:r>
              <a:rPr lang="fr-FR" smtClean="0"/>
              <a:t>	haja o que houver venha o que vier
	10-  TU POURVOIRAS À NOUVEAU JE CROIS EN TOI</a:t>
            </a:r>
          </a:p>
          <a:p>
            <a:pPr eaLnBrk="1" hangingPunct="1"/>
            <a:r>
              <a:rPr lang="fr-FR" smtClean="0"/>
              <a:t>	iras prover de novo eu creio em ti 
	11-  JE NE VIS PAS PAR CE QUE JE VOIS JE VIS PAR LA FOI </a:t>
            </a:r>
          </a:p>
          <a:p>
            <a:pPr eaLnBrk="1" hangingPunct="1"/>
            <a:r>
              <a:rPr lang="fr-FR" smtClean="0"/>
              <a:t>	eu não vivo do que vejo vivo do que creio
	12-  TU POURVOIRAS À NOUVEAU JE CROIS EN TOI </a:t>
            </a:r>
          </a:p>
          <a:p>
            <a:pPr eaLnBrk="1" hangingPunct="1"/>
            <a:r>
              <a:rPr lang="fr-FR" smtClean="0"/>
              <a:t>	iras prover de novo eu creio em ti
	</a:t>
            </a:r>
          </a:p>
          <a:p>
            <a:pPr eaLnBrk="1" hangingPunct="1"/>
            <a:r>
              <a:rPr lang="fr-FR" smtClean="0"/>
              <a:t>Couplet :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Pré-Refrain :</a:t>
            </a:r>
          </a:p>
          <a:p>
            <a:pPr eaLnBrk="1" hangingPunct="1"/>
            <a:r>
              <a:rPr lang="fr-FR" smtClean="0"/>
              <a:t>	Refrain :
</a:t>
            </a:r>
          </a:p>
          <a:p>
            <a:pPr eaLnBrk="1" hangingPunct="1"/>
            <a:r>
              <a:rPr lang="fr-FR" smtClean="0"/>
              <a:t>Pont : </a:t>
            </a:r>
          </a:p>
          <a:p>
            <a:pPr eaLnBrk="1" hangingPunct="1"/>
            <a:r>
              <a:rPr lang="fr-FR" smtClean="0"/>
              <a:t>13-  NI LES OURAGANS NI LES VENTS VIOLENTS</a:t>
            </a:r>
          </a:p>
          <a:p>
            <a:pPr eaLnBrk="1" hangingPunct="1"/>
            <a:r>
              <a:rPr lang="fr-FR" smtClean="0"/>
              <a:t>A tempestade e o vento forte </a:t>
            </a:r>
          </a:p>
          <a:p>
            <a:pPr eaLnBrk="1" hangingPunct="1"/>
            <a:r>
              <a:rPr lang="fr-FR" smtClean="0"/>
              <a:t>14- NE POURRONT ÉBRANLER MA FOI EN TOI, MON DIEU      x4</a:t>
            </a:r>
          </a:p>
          <a:p>
            <a:pPr eaLnBrk="1" hangingPunct="1"/>
            <a:r>
              <a:rPr lang="fr-FR" smtClean="0"/>
              <a:t> Não vão roubar a minha fe em ti, meu Deus </a:t>
            </a:r>
          </a:p>
          <a:p>
            <a:pPr eaLnBrk="1" hangingPunct="1"/>
            <a:r>
              <a:rPr lang="fr-FR" smtClean="0"/>
              <a:t>
15-  EN TOI, MON DIEU</a:t>
            </a:r>
          </a:p>
          <a:p>
            <a:pPr eaLnBrk="1" hangingPunct="1"/>
            <a:r>
              <a:rPr lang="fr-FR" smtClean="0"/>
              <a:t>Em ti, meu deus em ti, meu Deus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Pré-Refrain :</a:t>
            </a:r>
          </a:p>
          <a:p>
            <a:pPr eaLnBrk="1" hangingPunct="1"/>
            <a:r>
              <a:rPr lang="fr-FR" smtClean="0"/>
              <a:t>	Refrain :
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910132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LE FEU NE ME BRÛLE5 PAS DANS LES EAUX, JE NE COULERAI PAS</a:t>
            </a:r>
          </a:p>
          <a:p>
            <a:r>
              <a:rPr lang="fr-FR" smtClean="0"/>
              <a:t>o fogo não me queima nas aguas não vou afundar 
2-  TU ES AVEC MOI JE NE SUIS PAS SEUL</a:t>
            </a:r>
          </a:p>
          <a:p>
            <a:r>
              <a:rPr lang="fr-FR" smtClean="0"/>
              <a:t>pois estas comigo não estou sozinho </a:t>
            </a:r>
          </a:p>
          <a:p>
            <a:r>
              <a:rPr lang="fr-FR" smtClean="0"/>
              <a:t>3-  JE SUIS PROTÉGÉ À L’OMBRE DE TES AILES</a:t>
            </a:r>
          </a:p>
          <a:p>
            <a:r>
              <a:rPr lang="fr-FR" smtClean="0"/>
              <a:t>eu estou guardado no esconderijo 
4-  JE NE SUIS PAS SEUL TU ES AVEC MOI </a:t>
            </a:r>
          </a:p>
          <a:p>
            <a:r>
              <a:rPr lang="fr-FR" smtClean="0"/>
              <a:t>não estou sozinho tu estas comigo</a:t>
            </a:r>
          </a:p>
          <a:p>
            <a:endParaRPr lang="fr-FR" smtClean="0"/>
          </a:p>
          <a:p>
            <a:r>
              <a:rPr lang="fr-FR" smtClean="0"/>
              <a:t>   	 Pré-Refrain :
     	5-  POURQUOI AVOIR PEUR ? SI JE SUIS GARDÉ PAR</a:t>
            </a:r>
          </a:p>
          <a:p>
            <a:r>
              <a:rPr lang="fr-FR" smtClean="0"/>
              <a:t>        	temer por que? se eu estou guardado por  
    	6-  CELUI QUI N’A JAMAIS PERDU  UNE BATAILLE</a:t>
            </a:r>
          </a:p>
          <a:p>
            <a:r>
              <a:rPr lang="fr-FR" smtClean="0"/>
              <a:t>       	quem nunca perdeu batalhas</a:t>
            </a:r>
          </a:p>
          <a:p>
            <a:r>
              <a:rPr lang="fr-FR" smtClean="0"/>
              <a:t>     	7-  OUI, SON NOM EST YAHVÉ JIREH TU POURVOIRAS À NOUVEAU </a:t>
            </a:r>
          </a:p>
          <a:p>
            <a:r>
              <a:rPr lang="fr-FR" smtClean="0"/>
              <a:t>        	 seu nome e jeova jireh iras prover de novo
      	8-  JE CROIS EN TOI </a:t>
            </a:r>
          </a:p>
          <a:p>
            <a:r>
              <a:rPr lang="fr-FR" smtClean="0"/>
              <a:t>        	eu creio em ti</a:t>
            </a:r>
          </a:p>
          <a:p>
            <a:endParaRPr lang="fr-FR" smtClean="0"/>
          </a:p>
          <a:p>
            <a:r>
              <a:rPr lang="fr-FR" smtClean="0"/>
              <a:t>	Refrain :
	9-  ET QUOI QU’IL ARRIVE OU QUOI QU’IL ADVIENNE </a:t>
            </a:r>
          </a:p>
          <a:p>
            <a:r>
              <a:rPr lang="fr-FR" smtClean="0"/>
              <a:t>	haja o que houver venha o que vier
	10-  TU POURVOIRAS À NOUVEAU JE CROIS EN TOI</a:t>
            </a:r>
          </a:p>
          <a:p>
            <a:r>
              <a:rPr lang="fr-FR" smtClean="0"/>
              <a:t>	iras prover de novo eu creio em ti 
	11-  JE NE VIS PAS PAR CE QUE JE VOIS JE VIS PAR LA FOI </a:t>
            </a:r>
          </a:p>
          <a:p>
            <a:r>
              <a:rPr lang="fr-FR" smtClean="0"/>
              <a:t>	eu não vivo do que vejo vivo do que creio
	12-  TU POURVOIRAS À NOUVEAU JE CROIS EN TOI </a:t>
            </a:r>
          </a:p>
          <a:p>
            <a:r>
              <a:rPr lang="fr-FR" smtClean="0"/>
              <a:t>	iras prover de novo eu creio em ti
	</a:t>
            </a:r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Refrain :
</a:t>
            </a:r>
          </a:p>
          <a:p>
            <a:r>
              <a:rPr lang="fr-FR" smtClean="0"/>
              <a:t>Pont : </a:t>
            </a:r>
          </a:p>
          <a:p>
            <a:r>
              <a:rPr lang="fr-FR" smtClean="0"/>
              <a:t>13-  NI LES OURAGANS NI LES VENTS VIOLENTS</a:t>
            </a:r>
          </a:p>
          <a:p>
            <a:r>
              <a:rPr lang="fr-FR" smtClean="0"/>
              <a:t>A tempestade e o vento forte </a:t>
            </a:r>
          </a:p>
          <a:p>
            <a:r>
              <a:rPr lang="fr-FR" smtClean="0"/>
              <a:t>14- NE POURRONT ÉBRANLER MA FOI EN TOI, MON DIEU      x4</a:t>
            </a:r>
          </a:p>
          <a:p>
            <a:r>
              <a:rPr lang="fr-FR" smtClean="0"/>
              <a:t> Não vão roubar a minha fe em ti, meu Deus </a:t>
            </a:r>
          </a:p>
          <a:p>
            <a:r>
              <a:rPr lang="fr-FR" smtClean="0"/>
              <a:t>
15-  EN TOI, MON DIEU</a:t>
            </a:r>
          </a:p>
          <a:p>
            <a:r>
              <a:rPr lang="fr-FR" smtClean="0"/>
              <a:t>Em ti, meu deus em ti, meu Deus 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Refrain :
</a:t>
            </a:r>
            <a:endParaRPr lang="fr-FR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Couplet :</a:t>
            </a:r>
          </a:p>
          <a:p>
            <a:pPr eaLnBrk="1" hangingPunct="1"/>
            <a:r>
              <a:rPr lang="fr-FR" smtClean="0"/>
              <a:t>1-  LE FEU NE ME BRÛLE5 PAS DANS LES EAUX, JE NE COULERAI PAS</a:t>
            </a:r>
          </a:p>
          <a:p>
            <a:pPr eaLnBrk="1" hangingPunct="1"/>
            <a:r>
              <a:rPr lang="fr-FR" smtClean="0"/>
              <a:t>o fogo não me queima nas aguas não vou afundar 
2-  TU ES AVEC MOI JE NE SUIS PAS SEUL</a:t>
            </a:r>
          </a:p>
          <a:p>
            <a:pPr eaLnBrk="1" hangingPunct="1"/>
            <a:r>
              <a:rPr lang="fr-FR" smtClean="0"/>
              <a:t>pois estas comigo não estou sozinho </a:t>
            </a:r>
          </a:p>
          <a:p>
            <a:pPr eaLnBrk="1" hangingPunct="1"/>
            <a:r>
              <a:rPr lang="fr-FR" smtClean="0"/>
              <a:t>3-  JE SUIS PROTÉGÉ À L’OMBRE DE TES AILES</a:t>
            </a:r>
          </a:p>
          <a:p>
            <a:pPr eaLnBrk="1" hangingPunct="1"/>
            <a:r>
              <a:rPr lang="fr-FR" smtClean="0"/>
              <a:t>eu estou guardado no esconderijo 
4-  JE NE SUIS PAS SEUL TU ES AVEC MOI </a:t>
            </a:r>
          </a:p>
          <a:p>
            <a:pPr eaLnBrk="1" hangingPunct="1"/>
            <a:r>
              <a:rPr lang="fr-FR" smtClean="0"/>
              <a:t>não estou sozinho tu estas comigo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   	 Pré-Refrain :
     	5-  POURQUOI AVOIR PEUR ? SI JE SUIS GARDÉ PAR</a:t>
            </a:r>
          </a:p>
          <a:p>
            <a:pPr eaLnBrk="1" hangingPunct="1"/>
            <a:r>
              <a:rPr lang="fr-FR" smtClean="0"/>
              <a:t>        	temer por que? se eu estou guardado por  
    	6-  CELUI QUI N’A JAMAIS PERDU  UNE BATAILLE</a:t>
            </a:r>
          </a:p>
          <a:p>
            <a:pPr eaLnBrk="1" hangingPunct="1"/>
            <a:r>
              <a:rPr lang="fr-FR" smtClean="0"/>
              <a:t>       	quem nunca perdeu batalhas</a:t>
            </a:r>
          </a:p>
          <a:p>
            <a:pPr eaLnBrk="1" hangingPunct="1"/>
            <a:r>
              <a:rPr lang="fr-FR" smtClean="0"/>
              <a:t>     	7-  OUI, SON NOM EST YAHVÉ JIREH TU POURVOIRAS À NOUVEAU </a:t>
            </a:r>
          </a:p>
          <a:p>
            <a:pPr eaLnBrk="1" hangingPunct="1"/>
            <a:r>
              <a:rPr lang="fr-FR" smtClean="0"/>
              <a:t>        	 seu nome e jeova jireh iras prover de novo
      	8-  JE CROIS EN TOI </a:t>
            </a:r>
          </a:p>
          <a:p>
            <a:pPr eaLnBrk="1" hangingPunct="1"/>
            <a:r>
              <a:rPr lang="fr-FR" smtClean="0"/>
              <a:t>        	eu creio em ti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
	9-  ET QUOI QU’IL ARRIVE OU QUOI QU’IL ADVIENNE </a:t>
            </a:r>
          </a:p>
          <a:p>
            <a:pPr eaLnBrk="1" hangingPunct="1"/>
            <a:r>
              <a:rPr lang="fr-FR" smtClean="0"/>
              <a:t>	haja o que houver venha o que vier
	10-  TU POURVOIRAS À NOUVEAU JE CROIS EN TOI</a:t>
            </a:r>
          </a:p>
          <a:p>
            <a:pPr eaLnBrk="1" hangingPunct="1"/>
            <a:r>
              <a:rPr lang="fr-FR" smtClean="0"/>
              <a:t>	iras prover de novo eu creio em ti 
	11-  JE NE VIS PAS PAR CE QUE JE VOIS JE VIS PAR LA FOI </a:t>
            </a:r>
          </a:p>
          <a:p>
            <a:pPr eaLnBrk="1" hangingPunct="1"/>
            <a:r>
              <a:rPr lang="fr-FR" smtClean="0"/>
              <a:t>	eu não vivo do que vejo vivo do que creio
	12-  TU POURVOIRAS À NOUVEAU JE CROIS EN TOI </a:t>
            </a:r>
          </a:p>
          <a:p>
            <a:pPr eaLnBrk="1" hangingPunct="1"/>
            <a:r>
              <a:rPr lang="fr-FR" smtClean="0"/>
              <a:t>	iras prover de novo eu creio em ti
	</a:t>
            </a:r>
          </a:p>
          <a:p>
            <a:pPr eaLnBrk="1" hangingPunct="1"/>
            <a:r>
              <a:rPr lang="fr-FR" smtClean="0"/>
              <a:t>Couplet :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Pré-Refrain :</a:t>
            </a:r>
          </a:p>
          <a:p>
            <a:pPr eaLnBrk="1" hangingPunct="1"/>
            <a:r>
              <a:rPr lang="fr-FR" smtClean="0"/>
              <a:t>	Refrain :
</a:t>
            </a:r>
          </a:p>
          <a:p>
            <a:pPr eaLnBrk="1" hangingPunct="1"/>
            <a:r>
              <a:rPr lang="fr-FR" smtClean="0"/>
              <a:t>Pont : </a:t>
            </a:r>
          </a:p>
          <a:p>
            <a:pPr eaLnBrk="1" hangingPunct="1"/>
            <a:r>
              <a:rPr lang="fr-FR" smtClean="0"/>
              <a:t>13-  NI LES OURAGANS NI LES VENTS VIOLENTS</a:t>
            </a:r>
          </a:p>
          <a:p>
            <a:pPr eaLnBrk="1" hangingPunct="1"/>
            <a:r>
              <a:rPr lang="fr-FR" smtClean="0"/>
              <a:t>A tempestade e o vento forte </a:t>
            </a:r>
          </a:p>
          <a:p>
            <a:pPr eaLnBrk="1" hangingPunct="1"/>
            <a:r>
              <a:rPr lang="fr-FR" smtClean="0"/>
              <a:t>14- NE POURRONT ÉBRANLER MA FOI EN TOI, MON DIEU      x4</a:t>
            </a:r>
          </a:p>
          <a:p>
            <a:pPr eaLnBrk="1" hangingPunct="1"/>
            <a:r>
              <a:rPr lang="fr-FR" smtClean="0"/>
              <a:t> Não vão roubar a minha fe em ti, meu Deus </a:t>
            </a:r>
          </a:p>
          <a:p>
            <a:pPr eaLnBrk="1" hangingPunct="1"/>
            <a:r>
              <a:rPr lang="fr-FR" smtClean="0"/>
              <a:t>
15-  EN TOI, MON DIEU</a:t>
            </a:r>
          </a:p>
          <a:p>
            <a:pPr eaLnBrk="1" hangingPunct="1"/>
            <a:r>
              <a:rPr lang="fr-FR" smtClean="0"/>
              <a:t>Em ti, meu deus em ti, meu Deus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Pré-Refrain :</a:t>
            </a:r>
          </a:p>
          <a:p>
            <a:pPr eaLnBrk="1" hangingPunct="1"/>
            <a:r>
              <a:rPr lang="fr-FR" smtClean="0"/>
              <a:t>	Refrain :
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780853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LE FEU NE ME BRÛLE5 PAS DANS LES EAUX, JE NE COULERAI PAS</a:t>
            </a:r>
          </a:p>
          <a:p>
            <a:r>
              <a:rPr lang="fr-FR" smtClean="0"/>
              <a:t>o fogo não me queima nas aguas não vou afundar 
2-  TU ES AVEC MOI JE NE SUIS PAS SEUL</a:t>
            </a:r>
          </a:p>
          <a:p>
            <a:r>
              <a:rPr lang="fr-FR" smtClean="0"/>
              <a:t>pois estas comigo não estou sozinho </a:t>
            </a:r>
          </a:p>
          <a:p>
            <a:r>
              <a:rPr lang="fr-FR" smtClean="0"/>
              <a:t>3-  JE SUIS PROTÉGÉ À L’OMBRE DE TES AILES</a:t>
            </a:r>
          </a:p>
          <a:p>
            <a:r>
              <a:rPr lang="fr-FR" smtClean="0"/>
              <a:t>eu estou guardado no esconderijo 
4-  JE NE SUIS PAS SEUL TU ES AVEC MOI </a:t>
            </a:r>
          </a:p>
          <a:p>
            <a:r>
              <a:rPr lang="fr-FR" smtClean="0"/>
              <a:t>não estou sozinho tu estas comigo</a:t>
            </a:r>
          </a:p>
          <a:p>
            <a:endParaRPr lang="fr-FR" smtClean="0"/>
          </a:p>
          <a:p>
            <a:r>
              <a:rPr lang="fr-FR" smtClean="0"/>
              <a:t>   	 Pré-Refrain :
     	5-  POURQUOI AVOIR PEUR ? SI JE SUIS GARDÉ PAR</a:t>
            </a:r>
          </a:p>
          <a:p>
            <a:r>
              <a:rPr lang="fr-FR" smtClean="0"/>
              <a:t>        	temer por que? se eu estou guardado por  
    	6-  CELUI QUI N’A JAMAIS PERDU  UNE BATAILLE</a:t>
            </a:r>
          </a:p>
          <a:p>
            <a:r>
              <a:rPr lang="fr-FR" smtClean="0"/>
              <a:t>       	quem nunca perdeu batalhas</a:t>
            </a:r>
          </a:p>
          <a:p>
            <a:r>
              <a:rPr lang="fr-FR" smtClean="0"/>
              <a:t>     	7-  OUI, SON NOM EST YAHVÉ JIREH TU POURVOIRAS À NOUVEAU </a:t>
            </a:r>
          </a:p>
          <a:p>
            <a:r>
              <a:rPr lang="fr-FR" smtClean="0"/>
              <a:t>        	 seu nome e jeova jireh iras prover de novo
      	8-  JE CROIS EN TOI </a:t>
            </a:r>
          </a:p>
          <a:p>
            <a:r>
              <a:rPr lang="fr-FR" smtClean="0"/>
              <a:t>        	eu creio em ti</a:t>
            </a:r>
          </a:p>
          <a:p>
            <a:endParaRPr lang="fr-FR" smtClean="0"/>
          </a:p>
          <a:p>
            <a:r>
              <a:rPr lang="fr-FR" smtClean="0"/>
              <a:t>	Refrain :
	9-  ET QUOI QU’IL ARRIVE OU QUOI QU’IL ADVIENNE </a:t>
            </a:r>
          </a:p>
          <a:p>
            <a:r>
              <a:rPr lang="fr-FR" smtClean="0"/>
              <a:t>	haja o que houver venha o que vier
	10-  TU POURVOIRAS À NOUVEAU JE CROIS EN TOI</a:t>
            </a:r>
          </a:p>
          <a:p>
            <a:r>
              <a:rPr lang="fr-FR" smtClean="0"/>
              <a:t>	iras prover de novo eu creio em ti 
	11-  JE NE VIS PAS PAR CE QUE JE VOIS JE VIS PAR LA FOI </a:t>
            </a:r>
          </a:p>
          <a:p>
            <a:r>
              <a:rPr lang="fr-FR" smtClean="0"/>
              <a:t>	eu não vivo do que vejo vivo do que creio
	12-  TU POURVOIRAS À NOUVEAU JE CROIS EN TOI </a:t>
            </a:r>
          </a:p>
          <a:p>
            <a:r>
              <a:rPr lang="fr-FR" smtClean="0"/>
              <a:t>	iras prover de novo eu creio em ti
	</a:t>
            </a:r>
          </a:p>
          <a:p>
            <a:r>
              <a:rPr lang="fr-FR" smtClean="0"/>
              <a:t>Couplet :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Refrain :
</a:t>
            </a:r>
          </a:p>
          <a:p>
            <a:r>
              <a:rPr lang="fr-FR" smtClean="0"/>
              <a:t>Pont : </a:t>
            </a:r>
          </a:p>
          <a:p>
            <a:r>
              <a:rPr lang="fr-FR" smtClean="0"/>
              <a:t>13-  NI LES OURAGANS NI LES VENTS VIOLENTS</a:t>
            </a:r>
          </a:p>
          <a:p>
            <a:r>
              <a:rPr lang="fr-FR" smtClean="0"/>
              <a:t>A tempestade e o vento forte </a:t>
            </a:r>
          </a:p>
          <a:p>
            <a:r>
              <a:rPr lang="fr-FR" smtClean="0"/>
              <a:t>14- NE POURRONT ÉBRANLER MA FOI EN TOI, MON DIEU      x4</a:t>
            </a:r>
          </a:p>
          <a:p>
            <a:r>
              <a:rPr lang="fr-FR" smtClean="0"/>
              <a:t> Não vão roubar a minha fe em ti, meu Deus </a:t>
            </a:r>
          </a:p>
          <a:p>
            <a:r>
              <a:rPr lang="fr-FR" smtClean="0"/>
              <a:t>
15-  EN TOI, MON DIEU</a:t>
            </a:r>
          </a:p>
          <a:p>
            <a:r>
              <a:rPr lang="fr-FR" smtClean="0"/>
              <a:t>Em ti, meu deus em ti, meu Deus 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r>
              <a:rPr lang="fr-FR" smtClean="0"/>
              <a:t>	Refrain :
</a:t>
            </a:r>
            <a:endParaRPr lang="fr-FR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/>
              <a:t>Couplet :</a:t>
            </a:r>
          </a:p>
          <a:p>
            <a:pPr eaLnBrk="1" hangingPunct="1"/>
            <a:r>
              <a:rPr lang="fr-FR" smtClean="0"/>
              <a:t>1-  LE FEU NE ME BRÛLE5 PAS DANS LES EAUX, JE NE COULERAI PAS</a:t>
            </a:r>
          </a:p>
          <a:p>
            <a:pPr eaLnBrk="1" hangingPunct="1"/>
            <a:r>
              <a:rPr lang="fr-FR" smtClean="0"/>
              <a:t>o fogo não me queima nas aguas não vou afundar 
2-  TU ES AVEC MOI JE NE SUIS PAS SEUL</a:t>
            </a:r>
          </a:p>
          <a:p>
            <a:pPr eaLnBrk="1" hangingPunct="1"/>
            <a:r>
              <a:rPr lang="fr-FR" smtClean="0"/>
              <a:t>pois estas comigo não estou sozinho </a:t>
            </a:r>
          </a:p>
          <a:p>
            <a:pPr eaLnBrk="1" hangingPunct="1"/>
            <a:r>
              <a:rPr lang="fr-FR" smtClean="0"/>
              <a:t>3-  JE SUIS PROTÉGÉ À L’OMBRE DE TES AILES</a:t>
            </a:r>
          </a:p>
          <a:p>
            <a:pPr eaLnBrk="1" hangingPunct="1"/>
            <a:r>
              <a:rPr lang="fr-FR" smtClean="0"/>
              <a:t>eu estou guardado no esconderijo 
4-  JE NE SUIS PAS SEUL TU ES AVEC MOI </a:t>
            </a:r>
          </a:p>
          <a:p>
            <a:pPr eaLnBrk="1" hangingPunct="1"/>
            <a:r>
              <a:rPr lang="fr-FR" smtClean="0"/>
              <a:t>não estou sozinho tu estas comigo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   	 Pré-Refrain :
     	5-  POURQUOI AVOIR PEUR ? SI JE SUIS GARDÉ PAR</a:t>
            </a:r>
          </a:p>
          <a:p>
            <a:pPr eaLnBrk="1" hangingPunct="1"/>
            <a:r>
              <a:rPr lang="fr-FR" smtClean="0"/>
              <a:t>        	temer por que? se eu estou guardado por  
    	6-  CELUI QUI N’A JAMAIS PERDU  UNE BATAILLE</a:t>
            </a:r>
          </a:p>
          <a:p>
            <a:pPr eaLnBrk="1" hangingPunct="1"/>
            <a:r>
              <a:rPr lang="fr-FR" smtClean="0"/>
              <a:t>       	quem nunca perdeu batalhas</a:t>
            </a:r>
          </a:p>
          <a:p>
            <a:pPr eaLnBrk="1" hangingPunct="1"/>
            <a:r>
              <a:rPr lang="fr-FR" smtClean="0"/>
              <a:t>     	7-  OUI, SON NOM EST YAHVÉ JIREH TU POURVOIRAS À NOUVEAU </a:t>
            </a:r>
          </a:p>
          <a:p>
            <a:pPr eaLnBrk="1" hangingPunct="1"/>
            <a:r>
              <a:rPr lang="fr-FR" smtClean="0"/>
              <a:t>        	 seu nome e jeova jireh iras prover de novo
      	8-  JE CROIS EN TOI </a:t>
            </a:r>
          </a:p>
          <a:p>
            <a:pPr eaLnBrk="1" hangingPunct="1"/>
            <a:r>
              <a:rPr lang="fr-FR" smtClean="0"/>
              <a:t>        	eu creio em ti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Refrain :
	9-  ET QUOI QU’IL ARRIVE OU QUOI QU’IL ADVIENNE </a:t>
            </a:r>
          </a:p>
          <a:p>
            <a:pPr eaLnBrk="1" hangingPunct="1"/>
            <a:r>
              <a:rPr lang="fr-FR" smtClean="0"/>
              <a:t>	haja o que houver venha o que vier
	10-  TU POURVOIRAS À NOUVEAU JE CROIS EN TOI</a:t>
            </a:r>
          </a:p>
          <a:p>
            <a:pPr eaLnBrk="1" hangingPunct="1"/>
            <a:r>
              <a:rPr lang="fr-FR" smtClean="0"/>
              <a:t>	iras prover de novo eu creio em ti 
	11-  JE NE VIS PAS PAR CE QUE JE VOIS JE VIS PAR LA FOI </a:t>
            </a:r>
          </a:p>
          <a:p>
            <a:pPr eaLnBrk="1" hangingPunct="1"/>
            <a:r>
              <a:rPr lang="fr-FR" smtClean="0"/>
              <a:t>	eu não vivo do que vejo vivo do que creio
	12-  TU POURVOIRAS À NOUVEAU JE CROIS EN TOI </a:t>
            </a:r>
          </a:p>
          <a:p>
            <a:pPr eaLnBrk="1" hangingPunct="1"/>
            <a:r>
              <a:rPr lang="fr-FR" smtClean="0"/>
              <a:t>	iras prover de novo eu creio em ti
	</a:t>
            </a:r>
          </a:p>
          <a:p>
            <a:pPr eaLnBrk="1" hangingPunct="1"/>
            <a:r>
              <a:rPr lang="fr-FR" smtClean="0"/>
              <a:t>Couplet :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Pré-Refrain :</a:t>
            </a:r>
          </a:p>
          <a:p>
            <a:pPr eaLnBrk="1" hangingPunct="1"/>
            <a:r>
              <a:rPr lang="fr-FR" smtClean="0"/>
              <a:t>	Refrain :
</a:t>
            </a:r>
          </a:p>
          <a:p>
            <a:pPr eaLnBrk="1" hangingPunct="1"/>
            <a:r>
              <a:rPr lang="fr-FR" smtClean="0"/>
              <a:t>Pont : </a:t>
            </a:r>
          </a:p>
          <a:p>
            <a:pPr eaLnBrk="1" hangingPunct="1"/>
            <a:r>
              <a:rPr lang="fr-FR" smtClean="0"/>
              <a:t>13-  NI LES OURAGANS NI LES VENTS VIOLENTS</a:t>
            </a:r>
          </a:p>
          <a:p>
            <a:pPr eaLnBrk="1" hangingPunct="1"/>
            <a:r>
              <a:rPr lang="fr-FR" smtClean="0"/>
              <a:t>A tempestade e o vento forte </a:t>
            </a:r>
          </a:p>
          <a:p>
            <a:pPr eaLnBrk="1" hangingPunct="1"/>
            <a:r>
              <a:rPr lang="fr-FR" smtClean="0"/>
              <a:t>14- NE POURRONT ÉBRANLER MA FOI EN TOI, MON DIEU      x4</a:t>
            </a:r>
          </a:p>
          <a:p>
            <a:pPr eaLnBrk="1" hangingPunct="1"/>
            <a:r>
              <a:rPr lang="fr-FR" smtClean="0"/>
              <a:t> Não vão roubar a minha fe em ti, meu Deus </a:t>
            </a:r>
          </a:p>
          <a:p>
            <a:pPr eaLnBrk="1" hangingPunct="1"/>
            <a:r>
              <a:rPr lang="fr-FR" smtClean="0"/>
              <a:t>
15-  EN TOI, MON DIEU</a:t>
            </a:r>
          </a:p>
          <a:p>
            <a:pPr eaLnBrk="1" hangingPunct="1"/>
            <a:r>
              <a:rPr lang="fr-FR" smtClean="0"/>
              <a:t>Em ti, meu deus em ti, meu Deus </a:t>
            </a:r>
          </a:p>
          <a:p>
            <a:pPr eaLnBrk="1" hangingPunct="1"/>
            <a:endParaRPr lang="fr-FR" smtClean="0"/>
          </a:p>
          <a:p>
            <a:pPr eaLnBrk="1" hangingPunct="1"/>
            <a:r>
              <a:rPr lang="fr-FR" smtClean="0"/>
              <a:t>	Pré-Refrain :</a:t>
            </a:r>
          </a:p>
          <a:p>
            <a:pPr eaLnBrk="1" hangingPunct="1"/>
            <a:r>
              <a:rPr lang="fr-FR" smtClean="0"/>
              <a:t>	Refrain :
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15426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EAFCDE-A325-43CB-ADC8-D169724BF38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268BF4-F522-41F0-A1D0-A42E1DE8394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81052F-3ACD-44C2-ACDF-E34D3CA2EA6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72ECFA-1673-4B8B-8D64-4EE7D6672A0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01BE55-33E3-4756-B7A7-C221C18F4B2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ACA712-4D27-469E-9D01-5F4FB28A46E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B94F99-FAD7-4EFB-A28B-1DD5395FD50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5F23A5-E9D7-403D-B6B8-21A5BFBC8A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44CE66-7B09-421E-94E9-A77FC7E65F8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D1D8F3-6891-4D25-AB02-2353E9DD4F2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B4EAA9-E152-436E-BBFC-538DCC4A9F1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18E387B-FFA8-45DE-82C9-DE07A05A50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FEU NE ME BRÛLE PAS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LES EAUX, JE NE COULERAI PAS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AVEC 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SUIS PAS SEUL</a:t>
            </a:r>
          </a:p>
        </p:txBody>
      </p:sp>
    </p:spTree>
    <p:extLst>
      <p:ext uri="{BB962C8B-B14F-4D97-AF65-F5344CB8AC3E}">
        <p14:creationId xmlns:p14="http://schemas.microsoft.com/office/powerpoint/2010/main" val="2194416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PROTÉGÉ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L’OMBRE DE TES AILES</a:t>
            </a:r>
          </a:p>
        </p:txBody>
      </p:sp>
    </p:spTree>
    <p:extLst>
      <p:ext uri="{BB962C8B-B14F-4D97-AF65-F5344CB8AC3E}">
        <p14:creationId xmlns:p14="http://schemas.microsoft.com/office/powerpoint/2010/main" val="1424148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SUIS PAS SEUL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AVEC MOI</a:t>
            </a:r>
          </a:p>
        </p:txBody>
      </p:sp>
    </p:spTree>
    <p:extLst>
      <p:ext uri="{BB962C8B-B14F-4D97-AF65-F5344CB8AC3E}">
        <p14:creationId xmlns:p14="http://schemas.microsoft.com/office/powerpoint/2010/main" val="1063229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POURQUOI AVOIR PEUR ?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JE SUIS GARDÉ PAR</a:t>
            </a:r>
          </a:p>
        </p:txBody>
      </p:sp>
    </p:spTree>
    <p:extLst>
      <p:ext uri="{BB962C8B-B14F-4D97-AF65-F5344CB8AC3E}">
        <p14:creationId xmlns:p14="http://schemas.microsoft.com/office/powerpoint/2010/main" val="661212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CELUI QUI N’A JAMAIS PERDU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UNE BATAILLE</a:t>
            </a:r>
          </a:p>
        </p:txBody>
      </p:sp>
    </p:spTree>
    <p:extLst>
      <p:ext uri="{BB962C8B-B14F-4D97-AF65-F5344CB8AC3E}">
        <p14:creationId xmlns:p14="http://schemas.microsoft.com/office/powerpoint/2010/main" val="856343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OUI, SON NOM EST YAHVÉ JIREH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POURVOIRAS À NOUVEAU</a:t>
            </a:r>
          </a:p>
        </p:txBody>
      </p:sp>
    </p:spTree>
    <p:extLst>
      <p:ext uri="{BB962C8B-B14F-4D97-AF65-F5344CB8AC3E}">
        <p14:creationId xmlns:p14="http://schemas.microsoft.com/office/powerpoint/2010/main" val="753652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CROIS EN TOI</a:t>
            </a:r>
          </a:p>
        </p:txBody>
      </p:sp>
    </p:spTree>
    <p:extLst>
      <p:ext uri="{BB962C8B-B14F-4D97-AF65-F5344CB8AC3E}">
        <p14:creationId xmlns:p14="http://schemas.microsoft.com/office/powerpoint/2010/main" val="2909316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QUOI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QU’IL ARRIVE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 QUOI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QU’IL ADVIENNE</a:t>
            </a:r>
          </a:p>
        </p:txBody>
      </p:sp>
    </p:spTree>
    <p:extLst>
      <p:ext uri="{BB962C8B-B14F-4D97-AF65-F5344CB8AC3E}">
        <p14:creationId xmlns:p14="http://schemas.microsoft.com/office/powerpoint/2010/main" val="794107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POURVOIRAS À NOUVEAU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CROIS EN TOI</a:t>
            </a:r>
          </a:p>
        </p:txBody>
      </p:sp>
    </p:spTree>
    <p:extLst>
      <p:ext uri="{BB962C8B-B14F-4D97-AF65-F5344CB8AC3E}">
        <p14:creationId xmlns:p14="http://schemas.microsoft.com/office/powerpoint/2010/main" val="3796765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VIS PAS PAR CE QUE JE VOIS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VIS PAR LA FOI</a:t>
            </a:r>
          </a:p>
        </p:txBody>
      </p:sp>
    </p:spTree>
    <p:extLst>
      <p:ext uri="{BB962C8B-B14F-4D97-AF65-F5344CB8AC3E}">
        <p14:creationId xmlns:p14="http://schemas.microsoft.com/office/powerpoint/2010/main" val="3927902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POURVOIRAS À NOUVEAU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CROIS EN TOI</a:t>
            </a:r>
          </a:p>
        </p:txBody>
      </p:sp>
    </p:spTree>
    <p:extLst>
      <p:ext uri="{BB962C8B-B14F-4D97-AF65-F5344CB8AC3E}">
        <p14:creationId xmlns:p14="http://schemas.microsoft.com/office/powerpoint/2010/main" val="2304917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NI LES OURAGANS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VENTS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VIOLENTS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2238715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POURRONT ÉBRANLER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 FOI EN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TOI, MON DIEU</a:t>
            </a:r>
          </a:p>
        </p:txBody>
      </p:sp>
    </p:spTree>
    <p:extLst>
      <p:ext uri="{BB962C8B-B14F-4D97-AF65-F5344CB8AC3E}">
        <p14:creationId xmlns:p14="http://schemas.microsoft.com/office/powerpoint/2010/main" val="2100764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TOI, MON DIEU</a:t>
            </a:r>
          </a:p>
        </p:txBody>
      </p:sp>
    </p:spTree>
    <p:extLst>
      <p:ext uri="{BB962C8B-B14F-4D97-AF65-F5344CB8AC3E}">
        <p14:creationId xmlns:p14="http://schemas.microsoft.com/office/powerpoint/2010/main" val="4185993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1129</TotalTime>
  <Words>941</Words>
  <Application>Microsoft Office PowerPoint</Application>
  <PresentationFormat>Affichage à l'écran (4:3)</PresentationFormat>
  <Paragraphs>1048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7" baseType="lpstr"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asus</cp:lastModifiedBy>
  <cp:revision>76</cp:revision>
  <dcterms:created xsi:type="dcterms:W3CDTF">2002-08-17T10:50:50Z</dcterms:created>
  <dcterms:modified xsi:type="dcterms:W3CDTF">2022-09-24T17:06:30Z</dcterms:modified>
</cp:coreProperties>
</file>