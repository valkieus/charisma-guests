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39" d="100"/>
          <a:sy n="39" d="100"/>
        </p:scale>
        <p:origin x="-214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IMPRO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Franklin Gothic Medium</vt:lpstr>
      <vt:lpstr>Arial</vt:lpstr>
      <vt:lpstr>Calibri</vt:lpstr>
      <vt:lpstr>Default Design</vt:lpstr>
      <vt:lpstr>Diapositive 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164</cp:revision>
  <dcterms:created xsi:type="dcterms:W3CDTF">2002-08-17T10:50:50Z</dcterms:created>
  <dcterms:modified xsi:type="dcterms:W3CDTF">2017-12-31T12:45:07Z</dcterms:modified>
</cp:coreProperties>
</file>