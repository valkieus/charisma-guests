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96" r:id="rId2"/>
    <p:sldId id="311" r:id="rId3"/>
    <p:sldId id="312" r:id="rId4"/>
    <p:sldId id="310" r:id="rId5"/>
    <p:sldId id="313" r:id="rId6"/>
    <p:sldId id="309" r:id="rId7"/>
    <p:sldId id="308" r:id="rId8"/>
    <p:sldId id="314" r:id="rId9"/>
    <p:sldId id="307" r:id="rId10"/>
    <p:sldId id="315" r:id="rId11"/>
    <p:sldId id="306" r:id="rId12"/>
    <p:sldId id="305" r:id="rId13"/>
    <p:sldId id="304" r:id="rId14"/>
    <p:sldId id="303" r:id="rId15"/>
    <p:sldId id="302" r:id="rId16"/>
    <p:sldId id="301" r:id="rId17"/>
    <p:sldId id="300" r:id="rId18"/>
    <p:sldId id="299" r:id="rId19"/>
    <p:sldId id="298" r:id="rId20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00" autoAdjust="0"/>
    <p:restoredTop sz="29327" autoAdjust="0"/>
  </p:normalViewPr>
  <p:slideViewPr>
    <p:cSldViewPr>
      <p:cViewPr varScale="1">
        <p:scale>
          <a:sx n="19" d="100"/>
          <a:sy n="19" d="100"/>
        </p:scale>
        <p:origin x="864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-3346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428A9632-4C85-4837-9202-7DE41DA9065D}" type="datetimeFigureOut">
              <a:rPr lang="fr-FR"/>
              <a:pPr>
                <a:defRPr/>
              </a:pPr>
              <a:t>06/07/2018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7DCA80A-8400-4AE9-8C4D-4EA1B13572F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MAÎTRE J’AI TANT BESOIN D’UN MIRACLE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Mestre eu preciso de um milagre 
2-  VIENS TRANSFORMER MA VIE  ET CHANGE-MOI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Transforma minha vida, meu estado
3-  LA LUMIÈRE DU JOUR  A PERDU SON ÉCLAT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Faz tempo que eu não vejo a luz do dia 
4-  ILS ESSAYENT À JAMAIS  D’ENTERRER MA JOIE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Estão tentando sepultar minha alegria
5-  ET D’ANNULER TOUS MES RÊVES  POUR TOUJOURS 
Tentando ver meus sonhos cancelados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6-  LAZARE A PU ENTENDRE TA VOIX QUAND CETTE PIERRE, TU AS ENLEVÉE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Lázaro ouviu a Sua voz, quando aquela pedra removeu
7-  APRÈS QUATRE JOURS  IL S’EST ENFIN RELEVÉ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Depois de quatro dias ele reviveu
8-  MAÎTRE, IL N’Y A PERSONNE  SUR TOUTE LA TERRE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Mestre não há outro que possa fazer
9-  QUI PUISSE ACCOMPLIR CE QUE SEUL TON NOM PUISSANT PEUT FAIRE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Aquilo que só o Teu nome tem todo poder
10-  MAÎTRE J’AI TANT BESOIN D’UN MIRACLE 
Eu preciso tanto de um milagre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11-  QUE MA PIERRE ROULE DEVANT TOI PAR MON NOM APPELLE-MOI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Remove minha pedra, me chama pelo nome
	12-  VIENS CHANGER MON HISTOIRE RESSUSCITE MES RÊVES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Muda minha história, ressuscita os meus sonhos
	13-  TRANSFORME MA VIE, Ô ROI FAIS DE MOI UN MIRACLE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Transforma minha vida, me faz um milagre 
	14-  OUI, AUJOURD’HUI, TOUCHE-MOI DU TOMBEAU LIBÈRE-MOI/APPELLE-MOI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Me toca nessa hora, me chama para fora
	15-  RESSUSCITE-MOI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Ressuscita-me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16-  TU ES LA SOURCE DE VIE ET CETTE FORCE EN MOI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és a própria vida, a força que há em mim 
17-  OUI, TU ES LE FILS DE DIEU TU ME RENDS VICTORIEUSE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és o Filho de Deus, Que me ergues pra vencer
18-  SEIGNEUR DE TOUT EN MOI J’PEUX ENTENDRE TA VOIX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Senhor de tudo em mim, já ouço a Tua voz
19-  QUI ME RAPPELLE À LA VIE À TA PUISSANCE AUJOURD’HUI 
Me chamando pra viver, uma história de poder!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Couplet:</a:t>
            </a:r>
          </a:p>
          <a:p>
            <a:r>
              <a:rPr lang="fr-FR" smtClean="0"/>
              <a:t>1-  MAÎTRE J’AI TANT BESOIN D’UN MIRACLE</a:t>
            </a:r>
          </a:p>
          <a:p>
            <a:r>
              <a:rPr lang="fr-FR" smtClean="0"/>
              <a:t>Mestre eu preciso de um milagre 
2-  VIENS TRANSFORMER MA VIE  ET CHANGE-MOI </a:t>
            </a:r>
          </a:p>
          <a:p>
            <a:r>
              <a:rPr lang="fr-FR" smtClean="0"/>
              <a:t>Transforma minha vida, meu estado
3-  LA LUMIÈRE DU JOUR  A PERDU SON ÉCLAT</a:t>
            </a:r>
          </a:p>
          <a:p>
            <a:r>
              <a:rPr lang="fr-FR" smtClean="0"/>
              <a:t>Faz tempo que eu não vejo a luz do dia 
4-  ILS ESSAYENT À JAMAIS  D’ENTERRER MA JOIE </a:t>
            </a:r>
          </a:p>
          <a:p>
            <a:r>
              <a:rPr lang="fr-FR" smtClean="0"/>
              <a:t>Estão tentando sepultar minha alegria
5-  ET D’ANNULER TOUS MES RÊVES  POUR TOUJOURS 
Tentando ver meus sonhos cancelados</a:t>
            </a:r>
          </a:p>
          <a:p>
            <a:endParaRPr lang="fr-FR" smtClean="0"/>
          </a:p>
          <a:p>
            <a:r>
              <a:rPr lang="fr-FR" smtClean="0"/>
              <a:t>6-  LAZARE A PU ENTENDRE TA VOIX QUAND CETTE PIERRE, TU AS ENLEVÉE </a:t>
            </a:r>
          </a:p>
          <a:p>
            <a:r>
              <a:rPr lang="fr-FR" smtClean="0"/>
              <a:t>Lázaro ouviu a Sua voz, quando aquela pedra removeu
7-  APRÈS QUATRE JOURS  IL S’EST ENFIN RELEVÉ </a:t>
            </a:r>
          </a:p>
          <a:p>
            <a:r>
              <a:rPr lang="fr-FR" smtClean="0"/>
              <a:t>Depois de quatro dias ele reviveu
8-  MAÎTRE, IL N’Y A PERSONNE  SUR TOUTE LA TERRE </a:t>
            </a:r>
          </a:p>
          <a:p>
            <a:r>
              <a:rPr lang="fr-FR" smtClean="0"/>
              <a:t>Mestre não há outro que possa fazer
9-  QUI PUISSE ACCOMPLIR CE QUE SEUL TON NOM PUISSANT PEUT FAIRE </a:t>
            </a:r>
          </a:p>
          <a:p>
            <a:r>
              <a:rPr lang="fr-FR" smtClean="0"/>
              <a:t>Aquilo que só o Teu nome tem todo poder
10-  MAÎTRE J’AI TANT BESOIN D’UN MIRACLE 
Eu preciso tanto de um milagre</a:t>
            </a:r>
          </a:p>
          <a:p>
            <a:endParaRPr lang="fr-FR" smtClean="0"/>
          </a:p>
          <a:p>
            <a:r>
              <a:rPr lang="fr-FR" smtClean="0"/>
              <a:t>	Refrain: </a:t>
            </a:r>
          </a:p>
          <a:p>
            <a:r>
              <a:rPr lang="fr-FR" smtClean="0"/>
              <a:t>	11-  QUE MA PIERRE ROULE DEVANT TOI PAR MON NOM APPELLE-MOI </a:t>
            </a:r>
          </a:p>
          <a:p>
            <a:r>
              <a:rPr lang="fr-FR" smtClean="0"/>
              <a:t>	Remove minha pedra, me chama pelo nome
	12-  VIENS CHANGER MON HISTOIRE RESSUSCITE MES RÊVES </a:t>
            </a:r>
          </a:p>
          <a:p>
            <a:r>
              <a:rPr lang="fr-FR" smtClean="0"/>
              <a:t>	Muda minha história, ressuscita os meus sonhos
	13-  TRANSFORME MA VIE, Ô ROI FAIS DE MOI UN MIRACLE</a:t>
            </a:r>
          </a:p>
          <a:p>
            <a:r>
              <a:rPr lang="fr-FR" smtClean="0"/>
              <a:t>	Transforma minha vida, me faz um milagre 
	14-  OUI, AUJOURD’HUI, TOUCHE-MOI DU TOMBEAU LIBÈRE-MOI/APPELLE-MOI </a:t>
            </a:r>
          </a:p>
          <a:p>
            <a:r>
              <a:rPr lang="fr-FR" smtClean="0"/>
              <a:t>	Me toca nessa hora, me chama para fora
	15-  RESSUSCITE-MOI </a:t>
            </a:r>
          </a:p>
          <a:p>
            <a:r>
              <a:rPr lang="fr-FR" smtClean="0"/>
              <a:t>	Ressuscita-me</a:t>
            </a:r>
          </a:p>
          <a:p>
            <a:endParaRPr lang="fr-FR" smtClean="0"/>
          </a:p>
          <a:p>
            <a:r>
              <a:rPr lang="fr-FR" smtClean="0"/>
              <a:t>16-  TU ES LA SOURCE DE VIE ET CETTE FORCE EN MOI</a:t>
            </a:r>
          </a:p>
          <a:p>
            <a:r>
              <a:rPr lang="fr-FR" smtClean="0"/>
              <a:t>Tu és a própria vida, a força que há em mim 
17-  OUI, TU ES LE FILS DE DIEU TU ME RENDS VICTORIEUSE </a:t>
            </a:r>
          </a:p>
          <a:p>
            <a:r>
              <a:rPr lang="fr-FR" smtClean="0"/>
              <a:t>Tu és o Filho de Deus, Que me ergues pra vencer
18-  SEIGNEUR DE TOUT EN MOI J’PEUX ENTENDRE TA VOIX</a:t>
            </a:r>
          </a:p>
          <a:p>
            <a:r>
              <a:rPr lang="fr-FR" smtClean="0"/>
              <a:t>Senhor de tudo em mim, já ouço a Tua voz
19-  QUI ME RAPPELLE À LA VIE À TA PUISSANCE AUJOURD’HUI 
Me chamando pra viver, uma história de poder!</a:t>
            </a:r>
          </a:p>
          <a:p>
            <a:endParaRPr lang="fr-FR" smtClean="0"/>
          </a:p>
          <a:p>
            <a:r>
              <a:rPr lang="fr-FR" smtClean="0"/>
              <a:t>	Refrain:</a:t>
            </a:r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MAÎTRE J’AI TANT BESOIN D’UN MIRACLE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Mestre eu preciso de um milagre 
2-  VIENS TRANSFORMER MA VIE  ET CHANGE-MOI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Transforma minha vida, meu estado
3-  LA LUMIÈRE DU JOUR  A PERDU SON ÉCLAT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Faz tempo que eu não vejo a luz do dia 
4-  ILS ESSAYENT À JAMAIS  D’ENTERRER MA JOIE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Estão tentando sepultar minha alegria
5-  ET D’ANNULER TOUS MES RÊVES  POUR TOUJOURS 
Tentando ver meus sonhos cancelados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6-  LAZARE A PU ENTENDRE TA VOIX QUAND CETTE PIERRE, TU AS ENLEVÉE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Lázaro ouviu a Sua voz, quando aquela pedra removeu
7-  APRÈS QUATRE JOURS  IL S’EST ENFIN RELEVÉ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Depois de quatro dias ele reviveu
8-  MAÎTRE, IL N’Y A PERSONNE  SUR TOUTE LA TERRE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Mestre não há outro que possa fazer
9-  QUI PUISSE ACCOMPLIR CE QUE SEUL TON NOM PUISSANT PEUT FAIRE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Aquilo que só o Teu nome tem todo poder
10-  MAÎTRE J’AI TANT BESOIN D’UN MIRACLE 
Eu preciso tanto de um milagre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11-  QUE MA PIERRE ROULE DEVANT TOI PAR MON NOM APPELLE-MOI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Remove minha pedra, me chama pelo nome
	12-  VIENS CHANGER MON HISTOIRE RESSUSCITE MES RÊVES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Muda minha história, ressuscita os meus sonhos
	13-  TRANSFORME MA VIE, Ô ROI FAIS DE MOI UN MIRACLE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Transforma minha vida, me faz um milagre 
	14-  OUI, AUJOURD’HUI, TOUCHE-MOI DU TOMBEAU LIBÈRE-MOI/APPELLE-MOI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Me toca nessa hora, me chama para fora
	15-  RESSUSCITE-MOI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Ressuscita-me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16-  TU ES LA SOURCE DE VIE ET CETTE FORCE EN MOI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és a própria vida, a força que há em mim 
17-  OUI, TU ES LE FILS DE DIEU TU ME RENDS VICTORIEUSE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és o Filho de Deus, Que me ergues pra vencer
18-  SEIGNEUR DE TOUT EN MOI J’PEUX ENTENDRE TA VOIX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Senhor de tudo em mim, já ouço a Tua voz
19-  QUI ME RAPPELLE À LA VIE À TA PUISSANCE AUJOURD’HUI 
Me chamando pra viver, uma história de poder!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Couplet:</a:t>
            </a:r>
          </a:p>
          <a:p>
            <a:r>
              <a:rPr lang="fr-FR" smtClean="0"/>
              <a:t>1-  MAÎTRE J’AI TANT BESOIN D’UN MIRACLE</a:t>
            </a:r>
          </a:p>
          <a:p>
            <a:r>
              <a:rPr lang="fr-FR" smtClean="0"/>
              <a:t>Mestre eu preciso de um milagre 
2-  VIENS TRANSFORMER MA VIE  ET CHANGE-MOI </a:t>
            </a:r>
          </a:p>
          <a:p>
            <a:r>
              <a:rPr lang="fr-FR" smtClean="0"/>
              <a:t>Transforma minha vida, meu estado
3-  LA LUMIÈRE DU JOUR  A PERDU SON ÉCLAT</a:t>
            </a:r>
          </a:p>
          <a:p>
            <a:r>
              <a:rPr lang="fr-FR" smtClean="0"/>
              <a:t>Faz tempo que eu não vejo a luz do dia 
4-  ILS ESSAYENT À JAMAIS  D’ENTERRER MA JOIE </a:t>
            </a:r>
          </a:p>
          <a:p>
            <a:r>
              <a:rPr lang="fr-FR" smtClean="0"/>
              <a:t>Estão tentando sepultar minha alegria
5-  ET D’ANNULER TOUS MES RÊVES  POUR TOUJOURS 
Tentando ver meus sonhos cancelados</a:t>
            </a:r>
          </a:p>
          <a:p>
            <a:endParaRPr lang="fr-FR" smtClean="0"/>
          </a:p>
          <a:p>
            <a:r>
              <a:rPr lang="fr-FR" smtClean="0"/>
              <a:t>6-  LAZARE A PU ENTENDRE TA VOIX QUAND CETTE PIERRE, TU AS ENLEVÉE </a:t>
            </a:r>
          </a:p>
          <a:p>
            <a:r>
              <a:rPr lang="fr-FR" smtClean="0"/>
              <a:t>Lázaro ouviu a Sua voz, quando aquela pedra removeu
7-  APRÈS QUATRE JOURS  IL S’EST ENFIN RELEVÉ </a:t>
            </a:r>
          </a:p>
          <a:p>
            <a:r>
              <a:rPr lang="fr-FR" smtClean="0"/>
              <a:t>Depois de quatro dias ele reviveu
8-  MAÎTRE, IL N’Y A PERSONNE  SUR TOUTE LA TERRE </a:t>
            </a:r>
          </a:p>
          <a:p>
            <a:r>
              <a:rPr lang="fr-FR" smtClean="0"/>
              <a:t>Mestre não há outro que possa fazer
9-  QUI PUISSE ACCOMPLIR CE QUE SEUL TON NOM PUISSANT PEUT FAIRE </a:t>
            </a:r>
          </a:p>
          <a:p>
            <a:r>
              <a:rPr lang="fr-FR" smtClean="0"/>
              <a:t>Aquilo que só o Teu nome tem todo poder
10-  MAÎTRE J’AI TANT BESOIN D’UN MIRACLE 
Eu preciso tanto de um milagre</a:t>
            </a:r>
          </a:p>
          <a:p>
            <a:endParaRPr lang="fr-FR" smtClean="0"/>
          </a:p>
          <a:p>
            <a:r>
              <a:rPr lang="fr-FR" smtClean="0"/>
              <a:t>	Refrain: </a:t>
            </a:r>
          </a:p>
          <a:p>
            <a:r>
              <a:rPr lang="fr-FR" smtClean="0"/>
              <a:t>	11-  QUE MA PIERRE ROULE DEVANT TOI PAR MON NOM APPELLE-MOI </a:t>
            </a:r>
          </a:p>
          <a:p>
            <a:r>
              <a:rPr lang="fr-FR" smtClean="0"/>
              <a:t>	Remove minha pedra, me chama pelo nome
	12-  VIENS CHANGER MON HISTOIRE RESSUSCITE MES RÊVES </a:t>
            </a:r>
          </a:p>
          <a:p>
            <a:r>
              <a:rPr lang="fr-FR" smtClean="0"/>
              <a:t>	Muda minha história, ressuscita os meus sonhos
	13-  TRANSFORME MA VIE, Ô ROI FAIS DE MOI UN MIRACLE</a:t>
            </a:r>
          </a:p>
          <a:p>
            <a:r>
              <a:rPr lang="fr-FR" smtClean="0"/>
              <a:t>	Transforma minha vida, me faz um milagre 
	14-  OUI, AUJOURD’HUI, TOUCHE-MOI DU TOMBEAU LIBÈRE-MOI/APPELLE-MOI </a:t>
            </a:r>
          </a:p>
          <a:p>
            <a:r>
              <a:rPr lang="fr-FR" smtClean="0"/>
              <a:t>	Me toca nessa hora, me chama para fora
	15-  RESSUSCITE-MOI </a:t>
            </a:r>
          </a:p>
          <a:p>
            <a:r>
              <a:rPr lang="fr-FR" smtClean="0"/>
              <a:t>	Ressuscita-me</a:t>
            </a:r>
          </a:p>
          <a:p>
            <a:endParaRPr lang="fr-FR" smtClean="0"/>
          </a:p>
          <a:p>
            <a:r>
              <a:rPr lang="fr-FR" smtClean="0"/>
              <a:t>16-  TU ES LA SOURCE DE VIE ET CETTE FORCE EN MOI</a:t>
            </a:r>
          </a:p>
          <a:p>
            <a:r>
              <a:rPr lang="fr-FR" smtClean="0"/>
              <a:t>Tu és a própria vida, a força que há em mim 
17-  OUI, TU ES LE FILS DE DIEU TU ME RENDS VICTORIEUSE </a:t>
            </a:r>
          </a:p>
          <a:p>
            <a:r>
              <a:rPr lang="fr-FR" smtClean="0"/>
              <a:t>Tu és o Filho de Deus, Que me ergues pra vencer
18-  SEIGNEUR DE TOUT EN MOI J’PEUX ENTENDRE TA VOIX</a:t>
            </a:r>
          </a:p>
          <a:p>
            <a:r>
              <a:rPr lang="fr-FR" smtClean="0"/>
              <a:t>Senhor de tudo em mim, já ouço a Tua voz
19-  QUI ME RAPPELLE À LA VIE À TA PUISSANCE AUJOURD’HUI 
Me chamando pra viver, uma história de poder!</a:t>
            </a:r>
          </a:p>
          <a:p>
            <a:endParaRPr lang="fr-FR" smtClean="0"/>
          </a:p>
          <a:p>
            <a:r>
              <a:rPr lang="fr-FR" smtClean="0"/>
              <a:t>	Refrain: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21076752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MAÎTRE J’AI TANT BESOIN D’UN MIRACLE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Mestre eu preciso de um milagre 
2-  VIENS TRANSFORMER MA VIE  ET CHANGE-MOI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Transforma minha vida, meu estado
3-  LA LUMIÈRE DU JOUR  A PERDU SON ÉCLAT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Faz tempo que eu não vejo a luz do dia 
4-  ILS ESSAYENT À JAMAIS  D’ENTERRER MA JOIE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Estão tentando sepultar minha alegria
5-  ET D’ANNULER TOUS MES RÊVES  POUR TOUJOURS 
Tentando ver meus sonhos cancelados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6-  LAZARE A PU ENTENDRE TA VOIX QUAND CETTE PIERRE, TU AS ENLEVÉE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Lázaro ouviu a Sua voz, quando aquela pedra removeu
7-  APRÈS QUATRE JOURS  IL S’EST ENFIN RELEVÉ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Depois de quatro dias ele reviveu
8-  MAÎTRE, IL N’Y A PERSONNE  SUR TOUTE LA TERRE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Mestre não há outro que possa fazer
9-  QUI PUISSE ACCOMPLIR CE QUE SEUL TON NOM PUISSANT PEUT FAIRE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Aquilo que só o Teu nome tem todo poder
10-  MAÎTRE J’AI TANT BESOIN D’UN MIRACLE 
Eu preciso tanto de um milagre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11-  QUE MA PIERRE ROULE DEVANT TOI PAR MON NOM APPELLE-MOI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Remove minha pedra, me chama pelo nome
	12-  VIENS CHANGER MON HISTOIRE RESSUSCITE MES RÊVES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Muda minha história, ressuscita os meus sonhos
	13-  TRANSFORME MA VIE, Ô ROI FAIS DE MOI UN MIRACLE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Transforma minha vida, me faz um milagre 
	14-  OUI, AUJOURD’HUI, TOUCHE-MOI DU TOMBEAU LIBÈRE-MOI/APPELLE-MOI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Me toca nessa hora, me chama para fora
	15-  RESSUSCITE-MOI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Ressuscita-me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16-  TU ES LA SOURCE DE VIE ET CETTE FORCE EN MOI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és a própria vida, a força que há em mim 
17-  OUI, TU ES LE FILS DE DIEU TU ME RENDS VICTORIEUSE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és o Filho de Deus, Que me ergues pra vencer
18-  SEIGNEUR DE TOUT EN MOI J’PEUX ENTENDRE TA VOIX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Senhor de tudo em mim, já ouço a Tua voz
19-  QUI ME RAPPELLE À LA VIE À TA PUISSANCE AUJOURD’HUI 
Me chamando pra viver, uma história de poder!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Couplet:</a:t>
            </a:r>
          </a:p>
          <a:p>
            <a:r>
              <a:rPr lang="fr-FR" smtClean="0"/>
              <a:t>1-  MAÎTRE J’AI TANT BESOIN D’UN MIRACLE</a:t>
            </a:r>
          </a:p>
          <a:p>
            <a:r>
              <a:rPr lang="fr-FR" smtClean="0"/>
              <a:t>Mestre eu preciso de um milagre 
2-  VIENS TRANSFORMER MA VIE  ET CHANGE-MOI </a:t>
            </a:r>
          </a:p>
          <a:p>
            <a:r>
              <a:rPr lang="fr-FR" smtClean="0"/>
              <a:t>Transforma minha vida, meu estado
3-  LA LUMIÈRE DU JOUR  A PERDU SON ÉCLAT</a:t>
            </a:r>
          </a:p>
          <a:p>
            <a:r>
              <a:rPr lang="fr-FR" smtClean="0"/>
              <a:t>Faz tempo que eu não vejo a luz do dia 
4-  ILS ESSAYENT À JAMAIS  D’ENTERRER MA JOIE </a:t>
            </a:r>
          </a:p>
          <a:p>
            <a:r>
              <a:rPr lang="fr-FR" smtClean="0"/>
              <a:t>Estão tentando sepultar minha alegria
5-  ET D’ANNULER TOUS MES RÊVES  POUR TOUJOURS 
Tentando ver meus sonhos cancelados</a:t>
            </a:r>
          </a:p>
          <a:p>
            <a:endParaRPr lang="fr-FR" smtClean="0"/>
          </a:p>
          <a:p>
            <a:r>
              <a:rPr lang="fr-FR" smtClean="0"/>
              <a:t>6-  LAZARE A PU ENTENDRE TA VOIX QUAND CETTE PIERRE, TU AS ENLEVÉE </a:t>
            </a:r>
          </a:p>
          <a:p>
            <a:r>
              <a:rPr lang="fr-FR" smtClean="0"/>
              <a:t>Lázaro ouviu a Sua voz, quando aquela pedra removeu
7-  APRÈS QUATRE JOURS  IL S’EST ENFIN RELEVÉ </a:t>
            </a:r>
          </a:p>
          <a:p>
            <a:r>
              <a:rPr lang="fr-FR" smtClean="0"/>
              <a:t>Depois de quatro dias ele reviveu
8-  MAÎTRE, IL N’Y A PERSONNE  SUR TOUTE LA TERRE </a:t>
            </a:r>
          </a:p>
          <a:p>
            <a:r>
              <a:rPr lang="fr-FR" smtClean="0"/>
              <a:t>Mestre não há outro que possa fazer
9-  QUI PUISSE ACCOMPLIR CE QUE SEUL TON NOM PUISSANT PEUT FAIRE </a:t>
            </a:r>
          </a:p>
          <a:p>
            <a:r>
              <a:rPr lang="fr-FR" smtClean="0"/>
              <a:t>Aquilo que só o Teu nome tem todo poder
10-  MAÎTRE J’AI TANT BESOIN D’UN MIRACLE 
Eu preciso tanto de um milagre</a:t>
            </a:r>
          </a:p>
          <a:p>
            <a:endParaRPr lang="fr-FR" smtClean="0"/>
          </a:p>
          <a:p>
            <a:r>
              <a:rPr lang="fr-FR" smtClean="0"/>
              <a:t>	Refrain: </a:t>
            </a:r>
          </a:p>
          <a:p>
            <a:r>
              <a:rPr lang="fr-FR" smtClean="0"/>
              <a:t>	11-  QUE MA PIERRE ROULE DEVANT TOI PAR MON NOM APPELLE-MOI </a:t>
            </a:r>
          </a:p>
          <a:p>
            <a:r>
              <a:rPr lang="fr-FR" smtClean="0"/>
              <a:t>	Remove minha pedra, me chama pelo nome
	12-  VIENS CHANGER MON HISTOIRE RESSUSCITE MES RÊVES </a:t>
            </a:r>
          </a:p>
          <a:p>
            <a:r>
              <a:rPr lang="fr-FR" smtClean="0"/>
              <a:t>	Muda minha história, ressuscita os meus sonhos
	13-  TRANSFORME MA VIE, Ô ROI FAIS DE MOI UN MIRACLE</a:t>
            </a:r>
          </a:p>
          <a:p>
            <a:r>
              <a:rPr lang="fr-FR" smtClean="0"/>
              <a:t>	Transforma minha vida, me faz um milagre 
	14-  OUI, AUJOURD’HUI, TOUCHE-MOI DU TOMBEAU LIBÈRE-MOI/APPELLE-MOI </a:t>
            </a:r>
          </a:p>
          <a:p>
            <a:r>
              <a:rPr lang="fr-FR" smtClean="0"/>
              <a:t>	Me toca nessa hora, me chama para fora
	15-  RESSUSCITE-MOI </a:t>
            </a:r>
          </a:p>
          <a:p>
            <a:r>
              <a:rPr lang="fr-FR" smtClean="0"/>
              <a:t>	Ressuscita-me</a:t>
            </a:r>
          </a:p>
          <a:p>
            <a:endParaRPr lang="fr-FR" smtClean="0"/>
          </a:p>
          <a:p>
            <a:r>
              <a:rPr lang="fr-FR" smtClean="0"/>
              <a:t>16-  TU ES LA SOURCE DE VIE ET CETTE FORCE EN MOI</a:t>
            </a:r>
          </a:p>
          <a:p>
            <a:r>
              <a:rPr lang="fr-FR" smtClean="0"/>
              <a:t>Tu és a própria vida, a força que há em mim 
17-  OUI, TU ES LE FILS DE DIEU TU ME RENDS VICTORIEUSE </a:t>
            </a:r>
          </a:p>
          <a:p>
            <a:r>
              <a:rPr lang="fr-FR" smtClean="0"/>
              <a:t>Tu és o Filho de Deus, Que me ergues pra vencer
18-  SEIGNEUR DE TOUT EN MOI J’PEUX ENTENDRE TA VOIX</a:t>
            </a:r>
          </a:p>
          <a:p>
            <a:r>
              <a:rPr lang="fr-FR" smtClean="0"/>
              <a:t>Senhor de tudo em mim, já ouço a Tua voz
19-  QUI ME RAPPELLE À LA VIE À TA PUISSANCE AUJOURD’HUI 
Me chamando pra viver, uma história de poder!</a:t>
            </a:r>
          </a:p>
          <a:p>
            <a:endParaRPr lang="fr-FR" smtClean="0"/>
          </a:p>
          <a:p>
            <a:r>
              <a:rPr lang="fr-FR" smtClean="0"/>
              <a:t>	Refrain: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7661490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MAÎTRE J’AI TANT BESOIN D’UN MIRACLE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Mestre eu preciso de um milagre 
2-  VIENS TRANSFORMER MA VIE  ET CHANGE-MOI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Transforma minha vida, meu estado
3-  LA LUMIÈRE DU JOUR  A PERDU SON ÉCLAT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Faz tempo que eu não vejo a luz do dia 
4-  ILS ESSAYENT À JAMAIS  D’ENTERRER MA JOIE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Estão tentando sepultar minha alegria
5-  ET D’ANNULER TOUS MES RÊVES  POUR TOUJOURS 
Tentando ver meus sonhos cancelados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6-  LAZARE A PU ENTENDRE TA VOIX QUAND CETTE PIERRE, TU AS ENLEVÉE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Lázaro ouviu a Sua voz, quando aquela pedra removeu
7-  APRÈS QUATRE JOURS  IL S’EST ENFIN RELEVÉ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Depois de quatro dias ele reviveu
8-  MAÎTRE, IL N’Y A PERSONNE  SUR TOUTE LA TERRE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Mestre não há outro que possa fazer
9-  QUI PUISSE ACCOMPLIR CE QUE SEUL TON NOM PUISSANT PEUT FAIRE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Aquilo que só o Teu nome tem todo poder
10-  MAÎTRE J’AI TANT BESOIN D’UN MIRACLE 
Eu preciso tanto de um milagre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11-  QUE MA PIERRE ROULE DEVANT TOI PAR MON NOM APPELLE-MOI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Remove minha pedra, me chama pelo nome
	12-  VIENS CHANGER MON HISTOIRE RESSUSCITE MES RÊVES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Muda minha história, ressuscita os meus sonhos
	13-  TRANSFORME MA VIE, Ô ROI FAIS DE MOI UN MIRACLE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Transforma minha vida, me faz um milagre 
	14-  OUI, AUJOURD’HUI, TOUCHE-MOI DU TOMBEAU LIBÈRE-MOI/APPELLE-MOI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Me toca nessa hora, me chama para fora
	15-  RESSUSCITE-MOI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Ressuscita-me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16-  TU ES LA SOURCE DE VIE ET CETTE FORCE EN MOI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és a própria vida, a força que há em mim 
17-  OUI, TU ES LE FILS DE DIEU TU ME RENDS VICTORIEUSE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és o Filho de Deus, Que me ergues pra vencer
18-  SEIGNEUR DE TOUT EN MOI J’PEUX ENTENDRE TA VOIX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Senhor de tudo em mim, já ouço a Tua voz
19-  QUI ME RAPPELLE À LA VIE À TA PUISSANCE AUJOURD’HUI 
Me chamando pra viver, uma história de poder!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Couplet:</a:t>
            </a:r>
          </a:p>
          <a:p>
            <a:r>
              <a:rPr lang="fr-FR" smtClean="0"/>
              <a:t>1-  MAÎTRE J’AI TANT BESOIN D’UN MIRACLE</a:t>
            </a:r>
          </a:p>
          <a:p>
            <a:r>
              <a:rPr lang="fr-FR" smtClean="0"/>
              <a:t>Mestre eu preciso de um milagre 
2-  VIENS TRANSFORMER MA VIE  ET CHANGE-MOI </a:t>
            </a:r>
          </a:p>
          <a:p>
            <a:r>
              <a:rPr lang="fr-FR" smtClean="0"/>
              <a:t>Transforma minha vida, meu estado
3-  LA LUMIÈRE DU JOUR  A PERDU SON ÉCLAT</a:t>
            </a:r>
          </a:p>
          <a:p>
            <a:r>
              <a:rPr lang="fr-FR" smtClean="0"/>
              <a:t>Faz tempo que eu não vejo a luz do dia 
4-  ILS ESSAYENT À JAMAIS  D’ENTERRER MA JOIE </a:t>
            </a:r>
          </a:p>
          <a:p>
            <a:r>
              <a:rPr lang="fr-FR" smtClean="0"/>
              <a:t>Estão tentando sepultar minha alegria
5-  ET D’ANNULER TOUS MES RÊVES  POUR TOUJOURS 
Tentando ver meus sonhos cancelados</a:t>
            </a:r>
          </a:p>
          <a:p>
            <a:endParaRPr lang="fr-FR" smtClean="0"/>
          </a:p>
          <a:p>
            <a:r>
              <a:rPr lang="fr-FR" smtClean="0"/>
              <a:t>6-  LAZARE A PU ENTENDRE TA VOIX QUAND CETTE PIERRE, TU AS ENLEVÉE </a:t>
            </a:r>
          </a:p>
          <a:p>
            <a:r>
              <a:rPr lang="fr-FR" smtClean="0"/>
              <a:t>Lázaro ouviu a Sua voz, quando aquela pedra removeu
7-  APRÈS QUATRE JOURS  IL S’EST ENFIN RELEVÉ </a:t>
            </a:r>
          </a:p>
          <a:p>
            <a:r>
              <a:rPr lang="fr-FR" smtClean="0"/>
              <a:t>Depois de quatro dias ele reviveu
8-  MAÎTRE, IL N’Y A PERSONNE  SUR TOUTE LA TERRE </a:t>
            </a:r>
          </a:p>
          <a:p>
            <a:r>
              <a:rPr lang="fr-FR" smtClean="0"/>
              <a:t>Mestre não há outro que possa fazer
9-  QUI PUISSE ACCOMPLIR CE QUE SEUL TON NOM PUISSANT PEUT FAIRE </a:t>
            </a:r>
          </a:p>
          <a:p>
            <a:r>
              <a:rPr lang="fr-FR" smtClean="0"/>
              <a:t>Aquilo que só o Teu nome tem todo poder
10-  MAÎTRE J’AI TANT BESOIN D’UN MIRACLE 
Eu preciso tanto de um milagre</a:t>
            </a:r>
          </a:p>
          <a:p>
            <a:endParaRPr lang="fr-FR" smtClean="0"/>
          </a:p>
          <a:p>
            <a:r>
              <a:rPr lang="fr-FR" smtClean="0"/>
              <a:t>	Refrain: </a:t>
            </a:r>
          </a:p>
          <a:p>
            <a:r>
              <a:rPr lang="fr-FR" smtClean="0"/>
              <a:t>	11-  QUE MA PIERRE ROULE DEVANT TOI PAR MON NOM APPELLE-MOI </a:t>
            </a:r>
          </a:p>
          <a:p>
            <a:r>
              <a:rPr lang="fr-FR" smtClean="0"/>
              <a:t>	Remove minha pedra, me chama pelo nome
	12-  VIENS CHANGER MON HISTOIRE RESSUSCITE MES RÊVES </a:t>
            </a:r>
          </a:p>
          <a:p>
            <a:r>
              <a:rPr lang="fr-FR" smtClean="0"/>
              <a:t>	Muda minha história, ressuscita os meus sonhos
	13-  TRANSFORME MA VIE, Ô ROI FAIS DE MOI UN MIRACLE</a:t>
            </a:r>
          </a:p>
          <a:p>
            <a:r>
              <a:rPr lang="fr-FR" smtClean="0"/>
              <a:t>	Transforma minha vida, me faz um milagre 
	14-  OUI, AUJOURD’HUI, TOUCHE-MOI DU TOMBEAU LIBÈRE-MOI/APPELLE-MOI </a:t>
            </a:r>
          </a:p>
          <a:p>
            <a:r>
              <a:rPr lang="fr-FR" smtClean="0"/>
              <a:t>	Me toca nessa hora, me chama para fora
	15-  RESSUSCITE-MOI </a:t>
            </a:r>
          </a:p>
          <a:p>
            <a:r>
              <a:rPr lang="fr-FR" smtClean="0"/>
              <a:t>	Ressuscita-me</a:t>
            </a:r>
          </a:p>
          <a:p>
            <a:endParaRPr lang="fr-FR" smtClean="0"/>
          </a:p>
          <a:p>
            <a:r>
              <a:rPr lang="fr-FR" smtClean="0"/>
              <a:t>16-  TU ES LA SOURCE DE VIE ET CETTE FORCE EN MOI</a:t>
            </a:r>
          </a:p>
          <a:p>
            <a:r>
              <a:rPr lang="fr-FR" smtClean="0"/>
              <a:t>Tu és a própria vida, a força que há em mim 
17-  OUI, TU ES LE FILS DE DIEU TU ME RENDS VICTORIEUSE </a:t>
            </a:r>
          </a:p>
          <a:p>
            <a:r>
              <a:rPr lang="fr-FR" smtClean="0"/>
              <a:t>Tu és o Filho de Deus, Que me ergues pra vencer
18-  SEIGNEUR DE TOUT EN MOI J’PEUX ENTENDRE TA VOIX</a:t>
            </a:r>
          </a:p>
          <a:p>
            <a:r>
              <a:rPr lang="fr-FR" smtClean="0"/>
              <a:t>Senhor de tudo em mim, já ouço a Tua voz
19-  QUI ME RAPPELLE À LA VIE À TA PUISSANCE AUJOURD’HUI 
Me chamando pra viver, uma história de poder!</a:t>
            </a:r>
          </a:p>
          <a:p>
            <a:endParaRPr lang="fr-FR" smtClean="0"/>
          </a:p>
          <a:p>
            <a:r>
              <a:rPr lang="fr-FR" smtClean="0"/>
              <a:t>	Refrain: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6327799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MAÎTRE J’AI TANT BESOIN D’UN MIRACLE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Mestre eu preciso de um milagre 
2-  VIENS TRANSFORMER MA VIE  ET CHANGE-MOI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Transforma minha vida, meu estado
3-  LA LUMIÈRE DU JOUR  A PERDU SON ÉCLAT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Faz tempo que eu não vejo a luz do dia 
4-  ILS ESSAYENT À JAMAIS  D’ENTERRER MA JOIE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Estão tentando sepultar minha alegria
5-  ET D’ANNULER TOUS MES RÊVES  POUR TOUJOURS 
Tentando ver meus sonhos cancelados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6-  LAZARE A PU ENTENDRE TA VOIX QUAND CETTE PIERRE, TU AS ENLEVÉE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Lázaro ouviu a Sua voz, quando aquela pedra removeu
7-  APRÈS QUATRE JOURS  IL S’EST ENFIN RELEVÉ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Depois de quatro dias ele reviveu
8-  MAÎTRE, IL N’Y A PERSONNE  SUR TOUTE LA TERRE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Mestre não há outro que possa fazer
9-  QUI PUISSE ACCOMPLIR CE QUE SEUL TON NOM PUISSANT PEUT FAIRE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Aquilo que só o Teu nome tem todo poder
10-  MAÎTRE J’AI TANT BESOIN D’UN MIRACLE 
Eu preciso tanto de um milagre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11-  QUE MA PIERRE ROULE DEVANT TOI PAR MON NOM APPELLE-MOI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Remove minha pedra, me chama pelo nome
	12-  VIENS CHANGER MON HISTOIRE RESSUSCITE MES RÊVES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Muda minha história, ressuscita os meus sonhos
	13-  TRANSFORME MA VIE, Ô ROI FAIS DE MOI UN MIRACLE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Transforma minha vida, me faz um milagre 
	14-  OUI, AUJOURD’HUI, TOUCHE-MOI DU TOMBEAU LIBÈRE-MOI/APPELLE-MOI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Me toca nessa hora, me chama para fora
	15-  RESSUSCITE-MOI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Ressuscita-me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16-  TU ES LA SOURCE DE VIE ET CETTE FORCE EN MOI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és a própria vida, a força que há em mim 
17-  OUI, TU ES LE FILS DE DIEU TU ME RENDS VICTORIEUSE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és o Filho de Deus, Que me ergues pra vencer
18-  SEIGNEUR DE TOUT EN MOI J’PEUX ENTENDRE TA VOIX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Senhor de tudo em mim, já ouço a Tua voz
19-  QUI ME RAPPELLE À LA VIE À TA PUISSANCE AUJOURD’HUI 
Me chamando pra viver, uma história de poder!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Couplet:</a:t>
            </a:r>
          </a:p>
          <a:p>
            <a:r>
              <a:rPr lang="fr-FR" smtClean="0"/>
              <a:t>1-  MAÎTRE J’AI TANT BESOIN D’UN MIRACLE</a:t>
            </a:r>
          </a:p>
          <a:p>
            <a:r>
              <a:rPr lang="fr-FR" smtClean="0"/>
              <a:t>Mestre eu preciso de um milagre 
2-  VIENS TRANSFORMER MA VIE  ET CHANGE-MOI </a:t>
            </a:r>
          </a:p>
          <a:p>
            <a:r>
              <a:rPr lang="fr-FR" smtClean="0"/>
              <a:t>Transforma minha vida, meu estado
3-  LA LUMIÈRE DU JOUR  A PERDU SON ÉCLAT</a:t>
            </a:r>
          </a:p>
          <a:p>
            <a:r>
              <a:rPr lang="fr-FR" smtClean="0"/>
              <a:t>Faz tempo que eu não vejo a luz do dia 
4-  ILS ESSAYENT À JAMAIS  D’ENTERRER MA JOIE </a:t>
            </a:r>
          </a:p>
          <a:p>
            <a:r>
              <a:rPr lang="fr-FR" smtClean="0"/>
              <a:t>Estão tentando sepultar minha alegria
5-  ET D’ANNULER TOUS MES RÊVES  POUR TOUJOURS 
Tentando ver meus sonhos cancelados</a:t>
            </a:r>
          </a:p>
          <a:p>
            <a:endParaRPr lang="fr-FR" smtClean="0"/>
          </a:p>
          <a:p>
            <a:r>
              <a:rPr lang="fr-FR" smtClean="0"/>
              <a:t>6-  LAZARE A PU ENTENDRE TA VOIX QUAND CETTE PIERRE, TU AS ENLEVÉE </a:t>
            </a:r>
          </a:p>
          <a:p>
            <a:r>
              <a:rPr lang="fr-FR" smtClean="0"/>
              <a:t>Lázaro ouviu a Sua voz, quando aquela pedra removeu
7-  APRÈS QUATRE JOURS  IL S’EST ENFIN RELEVÉ </a:t>
            </a:r>
          </a:p>
          <a:p>
            <a:r>
              <a:rPr lang="fr-FR" smtClean="0"/>
              <a:t>Depois de quatro dias ele reviveu
8-  MAÎTRE, IL N’Y A PERSONNE  SUR TOUTE LA TERRE </a:t>
            </a:r>
          </a:p>
          <a:p>
            <a:r>
              <a:rPr lang="fr-FR" smtClean="0"/>
              <a:t>Mestre não há outro que possa fazer
9-  QUI PUISSE ACCOMPLIR CE QUE SEUL TON NOM PUISSANT PEUT FAIRE </a:t>
            </a:r>
          </a:p>
          <a:p>
            <a:r>
              <a:rPr lang="fr-FR" smtClean="0"/>
              <a:t>Aquilo que só o Teu nome tem todo poder
10-  MAÎTRE J’AI TANT BESOIN D’UN MIRACLE 
Eu preciso tanto de um milagre</a:t>
            </a:r>
          </a:p>
          <a:p>
            <a:endParaRPr lang="fr-FR" smtClean="0"/>
          </a:p>
          <a:p>
            <a:r>
              <a:rPr lang="fr-FR" smtClean="0"/>
              <a:t>	Refrain: </a:t>
            </a:r>
          </a:p>
          <a:p>
            <a:r>
              <a:rPr lang="fr-FR" smtClean="0"/>
              <a:t>	11-  QUE MA PIERRE ROULE DEVANT TOI PAR MON NOM APPELLE-MOI </a:t>
            </a:r>
          </a:p>
          <a:p>
            <a:r>
              <a:rPr lang="fr-FR" smtClean="0"/>
              <a:t>	Remove minha pedra, me chama pelo nome
	12-  VIENS CHANGER MON HISTOIRE RESSUSCITE MES RÊVES </a:t>
            </a:r>
          </a:p>
          <a:p>
            <a:r>
              <a:rPr lang="fr-FR" smtClean="0"/>
              <a:t>	Muda minha história, ressuscita os meus sonhos
	13-  TRANSFORME MA VIE, Ô ROI FAIS DE MOI UN MIRACLE</a:t>
            </a:r>
          </a:p>
          <a:p>
            <a:r>
              <a:rPr lang="fr-FR" smtClean="0"/>
              <a:t>	Transforma minha vida, me faz um milagre 
	14-  OUI, AUJOURD’HUI, TOUCHE-MOI DU TOMBEAU LIBÈRE-MOI/APPELLE-MOI </a:t>
            </a:r>
          </a:p>
          <a:p>
            <a:r>
              <a:rPr lang="fr-FR" smtClean="0"/>
              <a:t>	Me toca nessa hora, me chama para fora
	15-  RESSUSCITE-MOI </a:t>
            </a:r>
          </a:p>
          <a:p>
            <a:r>
              <a:rPr lang="fr-FR" smtClean="0"/>
              <a:t>	Ressuscita-me</a:t>
            </a:r>
          </a:p>
          <a:p>
            <a:endParaRPr lang="fr-FR" smtClean="0"/>
          </a:p>
          <a:p>
            <a:r>
              <a:rPr lang="fr-FR" smtClean="0"/>
              <a:t>16-  TU ES LA SOURCE DE VIE ET CETTE FORCE EN MOI</a:t>
            </a:r>
          </a:p>
          <a:p>
            <a:r>
              <a:rPr lang="fr-FR" smtClean="0"/>
              <a:t>Tu és a própria vida, a força que há em mim 
17-  OUI, TU ES LE FILS DE DIEU TU ME RENDS VICTORIEUSE </a:t>
            </a:r>
          </a:p>
          <a:p>
            <a:r>
              <a:rPr lang="fr-FR" smtClean="0"/>
              <a:t>Tu és o Filho de Deus, Que me ergues pra vencer
18-  SEIGNEUR DE TOUT EN MOI J’PEUX ENTENDRE TA VOIX</a:t>
            </a:r>
          </a:p>
          <a:p>
            <a:r>
              <a:rPr lang="fr-FR" smtClean="0"/>
              <a:t>Senhor de tudo em mim, já ouço a Tua voz
19-  QUI ME RAPPELLE À LA VIE À TA PUISSANCE AUJOURD’HUI 
Me chamando pra viver, uma história de poder!</a:t>
            </a:r>
          </a:p>
          <a:p>
            <a:endParaRPr lang="fr-FR" smtClean="0"/>
          </a:p>
          <a:p>
            <a:r>
              <a:rPr lang="fr-FR" smtClean="0"/>
              <a:t>	Refrain: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32050326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MAÎTRE J’AI TANT BESOIN D’UN MIRACLE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Mestre eu preciso de um milagre 
2-  VIENS TRANSFORMER MA VIE  ET CHANGE-MOI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Transforma minha vida, meu estado
3-  LA LUMIÈRE DU JOUR  A PERDU SON ÉCLAT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Faz tempo que eu não vejo a luz do dia 
4-  ILS ESSAYENT À JAMAIS  D’ENTERRER MA JOIE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Estão tentando sepultar minha alegria
5-  ET D’ANNULER TOUS MES RÊVES  POUR TOUJOURS 
Tentando ver meus sonhos cancelados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6-  LAZARE A PU ENTENDRE TA VOIX QUAND CETTE PIERRE, TU AS ENLEVÉE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Lázaro ouviu a Sua voz, quando aquela pedra removeu
7-  APRÈS QUATRE JOURS  IL S’EST ENFIN RELEVÉ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Depois de quatro dias ele reviveu
8-  MAÎTRE, IL N’Y A PERSONNE  SUR TOUTE LA TERRE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Mestre não há outro que possa fazer
9-  QUI PUISSE ACCOMPLIR CE QUE SEUL TON NOM PUISSANT PEUT FAIRE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Aquilo que só o Teu nome tem todo poder
10-  MAÎTRE J’AI TANT BESOIN D’UN MIRACLE 
Eu preciso tanto de um milagre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11-  QUE MA PIERRE ROULE DEVANT TOI PAR MON NOM APPELLE-MOI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Remove minha pedra, me chama pelo nome
	12-  VIENS CHANGER MON HISTOIRE RESSUSCITE MES RÊVES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Muda minha história, ressuscita os meus sonhos
	13-  TRANSFORME MA VIE, Ô ROI FAIS DE MOI UN MIRACLE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Transforma minha vida, me faz um milagre 
	14-  OUI, AUJOURD’HUI, TOUCHE-MOI DU TOMBEAU LIBÈRE-MOI/APPELLE-MOI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Me toca nessa hora, me chama para fora
	15-  RESSUSCITE-MOI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Ressuscita-me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16-  TU ES LA SOURCE DE VIE ET CETTE FORCE EN MOI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és a própria vida, a força que há em mim 
17-  OUI, TU ES LE FILS DE DIEU TU ME RENDS VICTORIEUSE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és o Filho de Deus, Que me ergues pra vencer
18-  SEIGNEUR DE TOUT EN MOI J’PEUX ENTENDRE TA VOIX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Senhor de tudo em mim, já ouço a Tua voz
19-  QUI ME RAPPELLE À LA VIE À TA PUISSANCE AUJOURD’HUI 
Me chamando pra viver, uma história de poder!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Couplet:</a:t>
            </a:r>
          </a:p>
          <a:p>
            <a:r>
              <a:rPr lang="fr-FR" smtClean="0"/>
              <a:t>1-  MAÎTRE J’AI TANT BESOIN D’UN MIRACLE</a:t>
            </a:r>
          </a:p>
          <a:p>
            <a:r>
              <a:rPr lang="fr-FR" smtClean="0"/>
              <a:t>Mestre eu preciso de um milagre 
2-  VIENS TRANSFORMER MA VIE  ET CHANGE-MOI </a:t>
            </a:r>
          </a:p>
          <a:p>
            <a:r>
              <a:rPr lang="fr-FR" smtClean="0"/>
              <a:t>Transforma minha vida, meu estado
3-  LA LUMIÈRE DU JOUR  A PERDU SON ÉCLAT</a:t>
            </a:r>
          </a:p>
          <a:p>
            <a:r>
              <a:rPr lang="fr-FR" smtClean="0"/>
              <a:t>Faz tempo que eu não vejo a luz do dia 
4-  ILS ESSAYENT À JAMAIS  D’ENTERRER MA JOIE </a:t>
            </a:r>
          </a:p>
          <a:p>
            <a:r>
              <a:rPr lang="fr-FR" smtClean="0"/>
              <a:t>Estão tentando sepultar minha alegria
5-  ET D’ANNULER TOUS MES RÊVES  POUR TOUJOURS 
Tentando ver meus sonhos cancelados</a:t>
            </a:r>
          </a:p>
          <a:p>
            <a:endParaRPr lang="fr-FR" smtClean="0"/>
          </a:p>
          <a:p>
            <a:r>
              <a:rPr lang="fr-FR" smtClean="0"/>
              <a:t>6-  LAZARE A PU ENTENDRE TA VOIX QUAND CETTE PIERRE, TU AS ENLEVÉE </a:t>
            </a:r>
          </a:p>
          <a:p>
            <a:r>
              <a:rPr lang="fr-FR" smtClean="0"/>
              <a:t>Lázaro ouviu a Sua voz, quando aquela pedra removeu
7-  APRÈS QUATRE JOURS  IL S’EST ENFIN RELEVÉ </a:t>
            </a:r>
          </a:p>
          <a:p>
            <a:r>
              <a:rPr lang="fr-FR" smtClean="0"/>
              <a:t>Depois de quatro dias ele reviveu
8-  MAÎTRE, IL N’Y A PERSONNE  SUR TOUTE LA TERRE </a:t>
            </a:r>
          </a:p>
          <a:p>
            <a:r>
              <a:rPr lang="fr-FR" smtClean="0"/>
              <a:t>Mestre não há outro que possa fazer
9-  QUI PUISSE ACCOMPLIR CE QUE SEUL TON NOM PUISSANT PEUT FAIRE </a:t>
            </a:r>
          </a:p>
          <a:p>
            <a:r>
              <a:rPr lang="fr-FR" smtClean="0"/>
              <a:t>Aquilo que só o Teu nome tem todo poder
10-  MAÎTRE J’AI TANT BESOIN D’UN MIRACLE 
Eu preciso tanto de um milagre</a:t>
            </a:r>
          </a:p>
          <a:p>
            <a:endParaRPr lang="fr-FR" smtClean="0"/>
          </a:p>
          <a:p>
            <a:r>
              <a:rPr lang="fr-FR" smtClean="0"/>
              <a:t>	Refrain: </a:t>
            </a:r>
          </a:p>
          <a:p>
            <a:r>
              <a:rPr lang="fr-FR" smtClean="0"/>
              <a:t>	11-  QUE MA PIERRE ROULE DEVANT TOI PAR MON NOM APPELLE-MOI </a:t>
            </a:r>
          </a:p>
          <a:p>
            <a:r>
              <a:rPr lang="fr-FR" smtClean="0"/>
              <a:t>	Remove minha pedra, me chama pelo nome
	12-  VIENS CHANGER MON HISTOIRE RESSUSCITE MES RÊVES </a:t>
            </a:r>
          </a:p>
          <a:p>
            <a:r>
              <a:rPr lang="fr-FR" smtClean="0"/>
              <a:t>	Muda minha história, ressuscita os meus sonhos
	13-  TRANSFORME MA VIE, Ô ROI FAIS DE MOI UN MIRACLE</a:t>
            </a:r>
          </a:p>
          <a:p>
            <a:r>
              <a:rPr lang="fr-FR" smtClean="0"/>
              <a:t>	Transforma minha vida, me faz um milagre 
	14-  OUI, AUJOURD’HUI, TOUCHE-MOI DU TOMBEAU LIBÈRE-MOI/APPELLE-MOI </a:t>
            </a:r>
          </a:p>
          <a:p>
            <a:r>
              <a:rPr lang="fr-FR" smtClean="0"/>
              <a:t>	Me toca nessa hora, me chama para fora
	15-  RESSUSCITE-MOI </a:t>
            </a:r>
          </a:p>
          <a:p>
            <a:r>
              <a:rPr lang="fr-FR" smtClean="0"/>
              <a:t>	Ressuscita-me</a:t>
            </a:r>
          </a:p>
          <a:p>
            <a:endParaRPr lang="fr-FR" smtClean="0"/>
          </a:p>
          <a:p>
            <a:r>
              <a:rPr lang="fr-FR" smtClean="0"/>
              <a:t>16-  TU ES LA SOURCE DE VIE ET CETTE FORCE EN MOI</a:t>
            </a:r>
          </a:p>
          <a:p>
            <a:r>
              <a:rPr lang="fr-FR" smtClean="0"/>
              <a:t>Tu és a própria vida, a força que há em mim 
17-  OUI, TU ES LE FILS DE DIEU TU ME RENDS VICTORIEUSE </a:t>
            </a:r>
          </a:p>
          <a:p>
            <a:r>
              <a:rPr lang="fr-FR" smtClean="0"/>
              <a:t>Tu és o Filho de Deus, Que me ergues pra vencer
18-  SEIGNEUR DE TOUT EN MOI J’PEUX ENTENDRE TA VOIX</a:t>
            </a:r>
          </a:p>
          <a:p>
            <a:r>
              <a:rPr lang="fr-FR" smtClean="0"/>
              <a:t>Senhor de tudo em mim, já ouço a Tua voz
19-  QUI ME RAPPELLE À LA VIE À TA PUISSANCE AUJOURD’HUI 
Me chamando pra viver, uma história de poder!</a:t>
            </a:r>
          </a:p>
          <a:p>
            <a:endParaRPr lang="fr-FR" smtClean="0"/>
          </a:p>
          <a:p>
            <a:r>
              <a:rPr lang="fr-FR" smtClean="0"/>
              <a:t>	Refrain: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20865183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MAÎTRE J’AI TANT BESOIN D’UN MIRACLE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Mestre eu preciso de um milagre 
2-  VIENS TRANSFORMER MA VIE  ET CHANGE-MOI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Transforma minha vida, meu estado
3-  LA LUMIÈRE DU JOUR  A PERDU SON ÉCLAT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Faz tempo que eu não vejo a luz do dia 
4-  ILS ESSAYENT À JAMAIS  D’ENTERRER MA JOIE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Estão tentando sepultar minha alegria
5-  ET D’ANNULER TOUS MES RÊVES  POUR TOUJOURS 
Tentando ver meus sonhos cancelados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6-  LAZARE A PU ENTENDRE TA VOIX QUAND CETTE PIERRE, TU AS ENLEVÉE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Lázaro ouviu a Sua voz, quando aquela pedra removeu
7-  APRÈS QUATRE JOURS  IL S’EST ENFIN RELEVÉ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Depois de quatro dias ele reviveu
8-  MAÎTRE, IL N’Y A PERSONNE  SUR TOUTE LA TERRE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Mestre não há outro que possa fazer
9-  QUI PUISSE ACCOMPLIR CE QUE SEUL TON NOM PUISSANT PEUT FAIRE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Aquilo que só o Teu nome tem todo poder
10-  MAÎTRE J’AI TANT BESOIN D’UN MIRACLE 
Eu preciso tanto de um milagre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11-  QUE MA PIERRE ROULE DEVANT TOI PAR MON NOM APPELLE-MOI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Remove minha pedra, me chama pelo nome
	12-  VIENS CHANGER MON HISTOIRE RESSUSCITE MES RÊVES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Muda minha história, ressuscita os meus sonhos
	13-  TRANSFORME MA VIE, Ô ROI FAIS DE MOI UN MIRACLE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Transforma minha vida, me faz um milagre 
	14-  OUI, AUJOURD’HUI, TOUCHE-MOI DU TOMBEAU LIBÈRE-MOI/APPELLE-MOI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Me toca nessa hora, me chama para fora
	15-  RESSUSCITE-MOI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Ressuscita-me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16-  TU ES LA SOURCE DE VIE ET CETTE FORCE EN MOI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és a própria vida, a força que há em mim 
17-  OUI, TU ES LE FILS DE DIEU TU ME RENDS VICTORIEUSE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és o Filho de Deus, Que me ergues pra vencer
18-  SEIGNEUR DE TOUT EN MOI J’PEUX ENTENDRE TA VOIX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Senhor de tudo em mim, já ouço a Tua voz
19-  QUI ME RAPPELLE À LA VIE À TA PUISSANCE AUJOURD’HUI 
Me chamando pra viver, uma história de poder!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Couplet:</a:t>
            </a:r>
          </a:p>
          <a:p>
            <a:r>
              <a:rPr lang="fr-FR" smtClean="0"/>
              <a:t>1-  MAÎTRE J’AI TANT BESOIN D’UN MIRACLE</a:t>
            </a:r>
          </a:p>
          <a:p>
            <a:r>
              <a:rPr lang="fr-FR" smtClean="0"/>
              <a:t>Mestre eu preciso de um milagre 
2-  VIENS TRANSFORMER MA VIE  ET CHANGE-MOI </a:t>
            </a:r>
          </a:p>
          <a:p>
            <a:r>
              <a:rPr lang="fr-FR" smtClean="0"/>
              <a:t>Transforma minha vida, meu estado
3-  LA LUMIÈRE DU JOUR  A PERDU SON ÉCLAT</a:t>
            </a:r>
          </a:p>
          <a:p>
            <a:r>
              <a:rPr lang="fr-FR" smtClean="0"/>
              <a:t>Faz tempo que eu não vejo a luz do dia 
4-  ILS ESSAYENT À JAMAIS  D’ENTERRER MA JOIE </a:t>
            </a:r>
          </a:p>
          <a:p>
            <a:r>
              <a:rPr lang="fr-FR" smtClean="0"/>
              <a:t>Estão tentando sepultar minha alegria
5-  ET D’ANNULER TOUS MES RÊVES  POUR TOUJOURS 
Tentando ver meus sonhos cancelados</a:t>
            </a:r>
          </a:p>
          <a:p>
            <a:endParaRPr lang="fr-FR" smtClean="0"/>
          </a:p>
          <a:p>
            <a:r>
              <a:rPr lang="fr-FR" smtClean="0"/>
              <a:t>6-  LAZARE A PU ENTENDRE TA VOIX QUAND CETTE PIERRE, TU AS ENLEVÉE </a:t>
            </a:r>
          </a:p>
          <a:p>
            <a:r>
              <a:rPr lang="fr-FR" smtClean="0"/>
              <a:t>Lázaro ouviu a Sua voz, quando aquela pedra removeu
7-  APRÈS QUATRE JOURS  IL S’EST ENFIN RELEVÉ </a:t>
            </a:r>
          </a:p>
          <a:p>
            <a:r>
              <a:rPr lang="fr-FR" smtClean="0"/>
              <a:t>Depois de quatro dias ele reviveu
8-  MAÎTRE, IL N’Y A PERSONNE  SUR TOUTE LA TERRE </a:t>
            </a:r>
          </a:p>
          <a:p>
            <a:r>
              <a:rPr lang="fr-FR" smtClean="0"/>
              <a:t>Mestre não há outro que possa fazer
9-  QUI PUISSE ACCOMPLIR CE QUE SEUL TON NOM PUISSANT PEUT FAIRE </a:t>
            </a:r>
          </a:p>
          <a:p>
            <a:r>
              <a:rPr lang="fr-FR" smtClean="0"/>
              <a:t>Aquilo que só o Teu nome tem todo poder
10-  MAÎTRE J’AI TANT BESOIN D’UN MIRACLE 
Eu preciso tanto de um milagre</a:t>
            </a:r>
          </a:p>
          <a:p>
            <a:endParaRPr lang="fr-FR" smtClean="0"/>
          </a:p>
          <a:p>
            <a:r>
              <a:rPr lang="fr-FR" smtClean="0"/>
              <a:t>	Refrain: </a:t>
            </a:r>
          </a:p>
          <a:p>
            <a:r>
              <a:rPr lang="fr-FR" smtClean="0"/>
              <a:t>	11-  QUE MA PIERRE ROULE DEVANT TOI PAR MON NOM APPELLE-MOI </a:t>
            </a:r>
          </a:p>
          <a:p>
            <a:r>
              <a:rPr lang="fr-FR" smtClean="0"/>
              <a:t>	Remove minha pedra, me chama pelo nome
	12-  VIENS CHANGER MON HISTOIRE RESSUSCITE MES RÊVES </a:t>
            </a:r>
          </a:p>
          <a:p>
            <a:r>
              <a:rPr lang="fr-FR" smtClean="0"/>
              <a:t>	Muda minha história, ressuscita os meus sonhos
	13-  TRANSFORME MA VIE, Ô ROI FAIS DE MOI UN MIRACLE</a:t>
            </a:r>
          </a:p>
          <a:p>
            <a:r>
              <a:rPr lang="fr-FR" smtClean="0"/>
              <a:t>	Transforma minha vida, me faz um milagre 
	14-  OUI, AUJOURD’HUI, TOUCHE-MOI DU TOMBEAU LIBÈRE-MOI/APPELLE-MOI </a:t>
            </a:r>
          </a:p>
          <a:p>
            <a:r>
              <a:rPr lang="fr-FR" smtClean="0"/>
              <a:t>	Me toca nessa hora, me chama para fora
	15-  RESSUSCITE-MOI </a:t>
            </a:r>
          </a:p>
          <a:p>
            <a:r>
              <a:rPr lang="fr-FR" smtClean="0"/>
              <a:t>	Ressuscita-me</a:t>
            </a:r>
          </a:p>
          <a:p>
            <a:endParaRPr lang="fr-FR" smtClean="0"/>
          </a:p>
          <a:p>
            <a:r>
              <a:rPr lang="fr-FR" smtClean="0"/>
              <a:t>16-  TU ES LA SOURCE DE VIE ET CETTE FORCE EN MOI</a:t>
            </a:r>
          </a:p>
          <a:p>
            <a:r>
              <a:rPr lang="fr-FR" smtClean="0"/>
              <a:t>Tu és a própria vida, a força que há em mim 
17-  OUI, TU ES LE FILS DE DIEU TU ME RENDS VICTORIEUSE </a:t>
            </a:r>
          </a:p>
          <a:p>
            <a:r>
              <a:rPr lang="fr-FR" smtClean="0"/>
              <a:t>Tu és o Filho de Deus, Que me ergues pra vencer
18-  SEIGNEUR DE TOUT EN MOI J’PEUX ENTENDRE TA VOIX</a:t>
            </a:r>
          </a:p>
          <a:p>
            <a:r>
              <a:rPr lang="fr-FR" smtClean="0"/>
              <a:t>Senhor de tudo em mim, já ouço a Tua voz
19-  QUI ME RAPPELLE À LA VIE À TA PUISSANCE AUJOURD’HUI 
Me chamando pra viver, uma história de poder!</a:t>
            </a:r>
          </a:p>
          <a:p>
            <a:endParaRPr lang="fr-FR" smtClean="0"/>
          </a:p>
          <a:p>
            <a:r>
              <a:rPr lang="fr-FR" smtClean="0"/>
              <a:t>	Refrain: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30287114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MAÎTRE J’AI TANT BESOIN D’UN MIRACLE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Mestre eu preciso de um milagre 
2-  VIENS TRANSFORMER MA VIE  ET CHANGE-MOI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Transforma minha vida, meu estado
3-  LA LUMIÈRE DU JOUR  A PERDU SON ÉCLAT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Faz tempo que eu não vejo a luz do dia 
4-  ILS ESSAYENT À JAMAIS  D’ENTERRER MA JOIE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Estão tentando sepultar minha alegria
5-  ET D’ANNULER TOUS MES RÊVES  POUR TOUJOURS 
Tentando ver meus sonhos cancelados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6-  LAZARE A PU ENTENDRE TA VOIX QUAND CETTE PIERRE, TU AS ENLEVÉE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Lázaro ouviu a Sua voz, quando aquela pedra removeu
7-  APRÈS QUATRE JOURS  IL S’EST ENFIN RELEVÉ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Depois de quatro dias ele reviveu
8-  MAÎTRE, IL N’Y A PERSONNE  SUR TOUTE LA TERRE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Mestre não há outro que possa fazer
9-  QUI PUISSE ACCOMPLIR CE QUE SEUL TON NOM PUISSANT PEUT FAIRE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Aquilo que só o Teu nome tem todo poder
10-  MAÎTRE J’AI TANT BESOIN D’UN MIRACLE 
Eu preciso tanto de um milagre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11-  QUE MA PIERRE ROULE DEVANT TOI PAR MON NOM APPELLE-MOI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Remove minha pedra, me chama pelo nome
	12-  VIENS CHANGER MON HISTOIRE RESSUSCITE MES RÊVES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Muda minha história, ressuscita os meus sonhos
	13-  TRANSFORME MA VIE, Ô ROI FAIS DE MOI UN MIRACLE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Transforma minha vida, me faz um milagre 
	14-  OUI, AUJOURD’HUI, TOUCHE-MOI DU TOMBEAU LIBÈRE-MOI/APPELLE-MOI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Me toca nessa hora, me chama para fora
	15-  RESSUSCITE-MOI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Ressuscita-me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16-  TU ES LA SOURCE DE VIE ET CETTE FORCE EN MOI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és a própria vida, a força que há em mim 
17-  OUI, TU ES LE FILS DE DIEU TU ME RENDS VICTORIEUSE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és o Filho de Deus, Que me ergues pra vencer
18-  SEIGNEUR DE TOUT EN MOI J’PEUX ENTENDRE TA VOIX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Senhor de tudo em mim, já ouço a Tua voz
19-  QUI ME RAPPELLE À LA VIE À TA PUISSANCE AUJOURD’HUI 
Me chamando pra viver, uma história de poder!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Couplet:</a:t>
            </a:r>
          </a:p>
          <a:p>
            <a:r>
              <a:rPr lang="fr-FR" smtClean="0"/>
              <a:t>1-  MAÎTRE J’AI TANT BESOIN D’UN MIRACLE</a:t>
            </a:r>
          </a:p>
          <a:p>
            <a:r>
              <a:rPr lang="fr-FR" smtClean="0"/>
              <a:t>Mestre eu preciso de um milagre 
2-  VIENS TRANSFORMER MA VIE  ET CHANGE-MOI </a:t>
            </a:r>
          </a:p>
          <a:p>
            <a:r>
              <a:rPr lang="fr-FR" smtClean="0"/>
              <a:t>Transforma minha vida, meu estado
3-  LA LUMIÈRE DU JOUR  A PERDU SON ÉCLAT</a:t>
            </a:r>
          </a:p>
          <a:p>
            <a:r>
              <a:rPr lang="fr-FR" smtClean="0"/>
              <a:t>Faz tempo que eu não vejo a luz do dia 
4-  ILS ESSAYENT À JAMAIS  D’ENTERRER MA JOIE </a:t>
            </a:r>
          </a:p>
          <a:p>
            <a:r>
              <a:rPr lang="fr-FR" smtClean="0"/>
              <a:t>Estão tentando sepultar minha alegria
5-  ET D’ANNULER TOUS MES RÊVES  POUR TOUJOURS 
Tentando ver meus sonhos cancelados</a:t>
            </a:r>
          </a:p>
          <a:p>
            <a:endParaRPr lang="fr-FR" smtClean="0"/>
          </a:p>
          <a:p>
            <a:r>
              <a:rPr lang="fr-FR" smtClean="0"/>
              <a:t>6-  LAZARE A PU ENTENDRE TA VOIX QUAND CETTE PIERRE, TU AS ENLEVÉE </a:t>
            </a:r>
          </a:p>
          <a:p>
            <a:r>
              <a:rPr lang="fr-FR" smtClean="0"/>
              <a:t>Lázaro ouviu a Sua voz, quando aquela pedra removeu
7-  APRÈS QUATRE JOURS  IL S’EST ENFIN RELEVÉ </a:t>
            </a:r>
          </a:p>
          <a:p>
            <a:r>
              <a:rPr lang="fr-FR" smtClean="0"/>
              <a:t>Depois de quatro dias ele reviveu
8-  MAÎTRE, IL N’Y A PERSONNE  SUR TOUTE LA TERRE </a:t>
            </a:r>
          </a:p>
          <a:p>
            <a:r>
              <a:rPr lang="fr-FR" smtClean="0"/>
              <a:t>Mestre não há outro que possa fazer
9-  QUI PUISSE ACCOMPLIR CE QUE SEUL TON NOM PUISSANT PEUT FAIRE </a:t>
            </a:r>
          </a:p>
          <a:p>
            <a:r>
              <a:rPr lang="fr-FR" smtClean="0"/>
              <a:t>Aquilo que só o Teu nome tem todo poder
10-  MAÎTRE J’AI TANT BESOIN D’UN MIRACLE 
Eu preciso tanto de um milagre</a:t>
            </a:r>
          </a:p>
          <a:p>
            <a:endParaRPr lang="fr-FR" smtClean="0"/>
          </a:p>
          <a:p>
            <a:r>
              <a:rPr lang="fr-FR" smtClean="0"/>
              <a:t>	Refrain: </a:t>
            </a:r>
          </a:p>
          <a:p>
            <a:r>
              <a:rPr lang="fr-FR" smtClean="0"/>
              <a:t>	11-  QUE MA PIERRE ROULE DEVANT TOI PAR MON NOM APPELLE-MOI </a:t>
            </a:r>
          </a:p>
          <a:p>
            <a:r>
              <a:rPr lang="fr-FR" smtClean="0"/>
              <a:t>	Remove minha pedra, me chama pelo nome
	12-  VIENS CHANGER MON HISTOIRE RESSUSCITE MES RÊVES </a:t>
            </a:r>
          </a:p>
          <a:p>
            <a:r>
              <a:rPr lang="fr-FR" smtClean="0"/>
              <a:t>	Muda minha história, ressuscita os meus sonhos
	13-  TRANSFORME MA VIE, Ô ROI FAIS DE MOI UN MIRACLE</a:t>
            </a:r>
          </a:p>
          <a:p>
            <a:r>
              <a:rPr lang="fr-FR" smtClean="0"/>
              <a:t>	Transforma minha vida, me faz um milagre 
	14-  OUI, AUJOURD’HUI, TOUCHE-MOI DU TOMBEAU LIBÈRE-MOI/APPELLE-MOI </a:t>
            </a:r>
          </a:p>
          <a:p>
            <a:r>
              <a:rPr lang="fr-FR" smtClean="0"/>
              <a:t>	Me toca nessa hora, me chama para fora
	15-  RESSUSCITE-MOI </a:t>
            </a:r>
          </a:p>
          <a:p>
            <a:r>
              <a:rPr lang="fr-FR" smtClean="0"/>
              <a:t>	Ressuscita-me</a:t>
            </a:r>
          </a:p>
          <a:p>
            <a:endParaRPr lang="fr-FR" smtClean="0"/>
          </a:p>
          <a:p>
            <a:r>
              <a:rPr lang="fr-FR" smtClean="0"/>
              <a:t>16-  TU ES LA SOURCE DE VIE ET CETTE FORCE EN MOI</a:t>
            </a:r>
          </a:p>
          <a:p>
            <a:r>
              <a:rPr lang="fr-FR" smtClean="0"/>
              <a:t>Tu és a própria vida, a força que há em mim 
17-  OUI, TU ES LE FILS DE DIEU TU ME RENDS VICTORIEUSE </a:t>
            </a:r>
          </a:p>
          <a:p>
            <a:r>
              <a:rPr lang="fr-FR" smtClean="0"/>
              <a:t>Tu és o Filho de Deus, Que me ergues pra vencer
18-  SEIGNEUR DE TOUT EN MOI J’PEUX ENTENDRE TA VOIX</a:t>
            </a:r>
          </a:p>
          <a:p>
            <a:r>
              <a:rPr lang="fr-FR" smtClean="0"/>
              <a:t>Senhor de tudo em mim, já ouço a Tua voz
19-  QUI ME RAPPELLE À LA VIE À TA PUISSANCE AUJOURD’HUI 
Me chamando pra viver, uma história de poder!</a:t>
            </a:r>
          </a:p>
          <a:p>
            <a:endParaRPr lang="fr-FR" smtClean="0"/>
          </a:p>
          <a:p>
            <a:r>
              <a:rPr lang="fr-FR" smtClean="0"/>
              <a:t>	Refrain: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33290601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MAÎTRE J’AI TANT BESOIN D’UN MIRACLE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Mestre eu preciso de um milagre 
2-  VIENS TRANSFORMER MA VIE  ET CHANGE-MOI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Transforma minha vida, meu estado
3-  LA LUMIÈRE DU JOUR  A PERDU SON ÉCLAT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Faz tempo que eu não vejo a luz do dia 
4-  ILS ESSAYENT À JAMAIS  D’ENTERRER MA JOIE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Estão tentando sepultar minha alegria
5-  ET D’ANNULER TOUS MES RÊVES  POUR TOUJOURS 
Tentando ver meus sonhos cancelados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6-  LAZARE A PU ENTENDRE TA VOIX QUAND CETTE PIERRE, TU AS ENLEVÉE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Lázaro ouviu a Sua voz, quando aquela pedra removeu
7-  APRÈS QUATRE JOURS  IL S’EST ENFIN RELEVÉ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Depois de quatro dias ele reviveu
8-  MAÎTRE, IL N’Y A PERSONNE  SUR TOUTE LA TERRE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Mestre não há outro que possa fazer
9-  QUI PUISSE ACCOMPLIR CE QUE SEUL TON NOM PUISSANT PEUT FAIRE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Aquilo que só o Teu nome tem todo poder
10-  MAÎTRE J’AI TANT BESOIN D’UN MIRACLE 
Eu preciso tanto de um milagre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11-  QUE MA PIERRE ROULE DEVANT TOI PAR MON NOM APPELLE-MOI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Remove minha pedra, me chama pelo nome
	12-  VIENS CHANGER MON HISTOIRE RESSUSCITE MES RÊVES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Muda minha história, ressuscita os meus sonhos
	13-  TRANSFORME MA VIE, Ô ROI FAIS DE MOI UN MIRACLE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Transforma minha vida, me faz um milagre 
	14-  OUI, AUJOURD’HUI, TOUCHE-MOI DU TOMBEAU LIBÈRE-MOI/APPELLE-MOI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Me toca nessa hora, me chama para fora
	15-  RESSUSCITE-MOI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Ressuscita-me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16-  TU ES LA SOURCE DE VIE ET CETTE FORCE EN MOI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és a própria vida, a força que há em mim 
17-  OUI, TU ES LE FILS DE DIEU TU ME RENDS VICTORIEUSE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és o Filho de Deus, Que me ergues pra vencer
18-  SEIGNEUR DE TOUT EN MOI J’PEUX ENTENDRE TA VOIX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Senhor de tudo em mim, já ouço a Tua voz
19-  QUI ME RAPPELLE À LA VIE À TA PUISSANCE AUJOURD’HUI 
Me chamando pra viver, uma história de poder!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Couplet:</a:t>
            </a:r>
          </a:p>
          <a:p>
            <a:r>
              <a:rPr lang="fr-FR" smtClean="0"/>
              <a:t>1-  MAÎTRE J’AI TANT BESOIN D’UN MIRACLE</a:t>
            </a:r>
          </a:p>
          <a:p>
            <a:r>
              <a:rPr lang="fr-FR" smtClean="0"/>
              <a:t>Mestre eu preciso de um milagre 
2-  VIENS TRANSFORMER MA VIE  ET CHANGE-MOI </a:t>
            </a:r>
          </a:p>
          <a:p>
            <a:r>
              <a:rPr lang="fr-FR" smtClean="0"/>
              <a:t>Transforma minha vida, meu estado
3-  LA LUMIÈRE DU JOUR  A PERDU SON ÉCLAT</a:t>
            </a:r>
          </a:p>
          <a:p>
            <a:r>
              <a:rPr lang="fr-FR" smtClean="0"/>
              <a:t>Faz tempo que eu não vejo a luz do dia 
4-  ILS ESSAYENT À JAMAIS  D’ENTERRER MA JOIE </a:t>
            </a:r>
          </a:p>
          <a:p>
            <a:r>
              <a:rPr lang="fr-FR" smtClean="0"/>
              <a:t>Estão tentando sepultar minha alegria
5-  ET D’ANNULER TOUS MES RÊVES  POUR TOUJOURS 
Tentando ver meus sonhos cancelados</a:t>
            </a:r>
          </a:p>
          <a:p>
            <a:endParaRPr lang="fr-FR" smtClean="0"/>
          </a:p>
          <a:p>
            <a:r>
              <a:rPr lang="fr-FR" smtClean="0"/>
              <a:t>6-  LAZARE A PU ENTENDRE TA VOIX QUAND CETTE PIERRE, TU AS ENLEVÉE </a:t>
            </a:r>
          </a:p>
          <a:p>
            <a:r>
              <a:rPr lang="fr-FR" smtClean="0"/>
              <a:t>Lázaro ouviu a Sua voz, quando aquela pedra removeu
7-  APRÈS QUATRE JOURS  IL S’EST ENFIN RELEVÉ </a:t>
            </a:r>
          </a:p>
          <a:p>
            <a:r>
              <a:rPr lang="fr-FR" smtClean="0"/>
              <a:t>Depois de quatro dias ele reviveu
8-  MAÎTRE, IL N’Y A PERSONNE  SUR TOUTE LA TERRE </a:t>
            </a:r>
          </a:p>
          <a:p>
            <a:r>
              <a:rPr lang="fr-FR" smtClean="0"/>
              <a:t>Mestre não há outro que possa fazer
9-  QUI PUISSE ACCOMPLIR CE QUE SEUL TON NOM PUISSANT PEUT FAIRE </a:t>
            </a:r>
          </a:p>
          <a:p>
            <a:r>
              <a:rPr lang="fr-FR" smtClean="0"/>
              <a:t>Aquilo que só o Teu nome tem todo poder
10-  MAÎTRE J’AI TANT BESOIN D’UN MIRACLE 
Eu preciso tanto de um milagre</a:t>
            </a:r>
          </a:p>
          <a:p>
            <a:endParaRPr lang="fr-FR" smtClean="0"/>
          </a:p>
          <a:p>
            <a:r>
              <a:rPr lang="fr-FR" smtClean="0"/>
              <a:t>	Refrain: </a:t>
            </a:r>
          </a:p>
          <a:p>
            <a:r>
              <a:rPr lang="fr-FR" smtClean="0"/>
              <a:t>	11-  QUE MA PIERRE ROULE DEVANT TOI PAR MON NOM APPELLE-MOI </a:t>
            </a:r>
          </a:p>
          <a:p>
            <a:r>
              <a:rPr lang="fr-FR" smtClean="0"/>
              <a:t>	Remove minha pedra, me chama pelo nome
	12-  VIENS CHANGER MON HISTOIRE RESSUSCITE MES RÊVES </a:t>
            </a:r>
          </a:p>
          <a:p>
            <a:r>
              <a:rPr lang="fr-FR" smtClean="0"/>
              <a:t>	Muda minha história, ressuscita os meus sonhos
	13-  TRANSFORME MA VIE, Ô ROI FAIS DE MOI UN MIRACLE</a:t>
            </a:r>
          </a:p>
          <a:p>
            <a:r>
              <a:rPr lang="fr-FR" smtClean="0"/>
              <a:t>	Transforma minha vida, me faz um milagre 
	14-  OUI, AUJOURD’HUI, TOUCHE-MOI DU TOMBEAU LIBÈRE-MOI/APPELLE-MOI </a:t>
            </a:r>
          </a:p>
          <a:p>
            <a:r>
              <a:rPr lang="fr-FR" smtClean="0"/>
              <a:t>	Me toca nessa hora, me chama para fora
	15-  RESSUSCITE-MOI </a:t>
            </a:r>
          </a:p>
          <a:p>
            <a:r>
              <a:rPr lang="fr-FR" smtClean="0"/>
              <a:t>	Ressuscita-me</a:t>
            </a:r>
          </a:p>
          <a:p>
            <a:endParaRPr lang="fr-FR" smtClean="0"/>
          </a:p>
          <a:p>
            <a:r>
              <a:rPr lang="fr-FR" smtClean="0"/>
              <a:t>16-  TU ES LA SOURCE DE VIE ET CETTE FORCE EN MOI</a:t>
            </a:r>
          </a:p>
          <a:p>
            <a:r>
              <a:rPr lang="fr-FR" smtClean="0"/>
              <a:t>Tu és a própria vida, a força que há em mim 
17-  OUI, TU ES LE FILS DE DIEU TU ME RENDS VICTORIEUSE </a:t>
            </a:r>
          </a:p>
          <a:p>
            <a:r>
              <a:rPr lang="fr-FR" smtClean="0"/>
              <a:t>Tu és o Filho de Deus, Que me ergues pra vencer
18-  SEIGNEUR DE TOUT EN MOI J’PEUX ENTENDRE TA VOIX</a:t>
            </a:r>
          </a:p>
          <a:p>
            <a:r>
              <a:rPr lang="fr-FR" smtClean="0"/>
              <a:t>Senhor de tudo em mim, já ouço a Tua voz
19-  QUI ME RAPPELLE À LA VIE À TA PUISSANCE AUJOURD’HUI 
Me chamando pra viver, uma história de poder!</a:t>
            </a:r>
          </a:p>
          <a:p>
            <a:endParaRPr lang="fr-FR" smtClean="0"/>
          </a:p>
          <a:p>
            <a:r>
              <a:rPr lang="fr-FR" smtClean="0"/>
              <a:t>	Refrain: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13682469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MAÎTRE J’AI TANT BESOIN D’UN MIRACLE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Mestre eu preciso de um milagre 
2-  VIENS TRANSFORMER MA VIE  ET CHANGE-MOI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Transforma minha vida, meu estado
3-  LA LUMIÈRE DU JOUR  A PERDU SON ÉCLAT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Faz tempo que eu não vejo a luz do dia 
4-  ILS ESSAYENT À JAMAIS  D’ENTERRER MA JOIE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Estão tentando sepultar minha alegria
5-  ET D’ANNULER TOUS MES RÊVES  POUR TOUJOURS 
Tentando ver meus sonhos cancelados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6-  LAZARE A PU ENTENDRE TA VOIX QUAND CETTE PIERRE, TU AS ENLEVÉE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Lázaro ouviu a Sua voz, quando aquela pedra removeu
7-  APRÈS QUATRE JOURS  IL S’EST ENFIN RELEVÉ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Depois de quatro dias ele reviveu
8-  MAÎTRE, IL N’Y A PERSONNE  SUR TOUTE LA TERRE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Mestre não há outro que possa fazer
9-  QUI PUISSE ACCOMPLIR CE QUE SEUL TON NOM PUISSANT PEUT FAIRE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Aquilo que só o Teu nome tem todo poder
10-  MAÎTRE J’AI TANT BESOIN D’UN MIRACLE 
Eu preciso tanto de um milagre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11-  QUE MA PIERRE ROULE DEVANT TOI PAR MON NOM APPELLE-MOI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Remove minha pedra, me chama pelo nome
	12-  VIENS CHANGER MON HISTOIRE RESSUSCITE MES RÊVES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Muda minha história, ressuscita os meus sonhos
	13-  TRANSFORME MA VIE, Ô ROI FAIS DE MOI UN MIRACLE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Transforma minha vida, me faz um milagre 
	14-  OUI, AUJOURD’HUI, TOUCHE-MOI DU TOMBEAU LIBÈRE-MOI/APPELLE-MOI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Me toca nessa hora, me chama para fora
	15-  RESSUSCITE-MOI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Ressuscita-me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16-  TU ES LA SOURCE DE VIE ET CETTE FORCE EN MOI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és a própria vida, a força que há em mim 
17-  OUI, TU ES LE FILS DE DIEU TU ME RENDS VICTORIEUSE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és o Filho de Deus, Que me ergues pra vencer
18-  SEIGNEUR DE TOUT EN MOI J’PEUX ENTENDRE TA VOIX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Senhor de tudo em mim, já ouço a Tua voz
19-  QUI ME RAPPELLE À LA VIE À TA PUISSANCE AUJOURD’HUI 
Me chamando pra viver, uma história de poder!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Couplet:</a:t>
            </a:r>
          </a:p>
          <a:p>
            <a:r>
              <a:rPr lang="fr-FR" smtClean="0"/>
              <a:t>1-  MAÎTRE J’AI TANT BESOIN D’UN MIRACLE</a:t>
            </a:r>
          </a:p>
          <a:p>
            <a:r>
              <a:rPr lang="fr-FR" smtClean="0"/>
              <a:t>Mestre eu preciso de um milagre 
2-  VIENS TRANSFORMER MA VIE  ET CHANGE-MOI </a:t>
            </a:r>
          </a:p>
          <a:p>
            <a:r>
              <a:rPr lang="fr-FR" smtClean="0"/>
              <a:t>Transforma minha vida, meu estado
3-  LA LUMIÈRE DU JOUR  A PERDU SON ÉCLAT</a:t>
            </a:r>
          </a:p>
          <a:p>
            <a:r>
              <a:rPr lang="fr-FR" smtClean="0"/>
              <a:t>Faz tempo que eu não vejo a luz do dia 
4-  ILS ESSAYENT À JAMAIS  D’ENTERRER MA JOIE </a:t>
            </a:r>
          </a:p>
          <a:p>
            <a:r>
              <a:rPr lang="fr-FR" smtClean="0"/>
              <a:t>Estão tentando sepultar minha alegria
5-  ET D’ANNULER TOUS MES RÊVES  POUR TOUJOURS 
Tentando ver meus sonhos cancelados</a:t>
            </a:r>
          </a:p>
          <a:p>
            <a:endParaRPr lang="fr-FR" smtClean="0"/>
          </a:p>
          <a:p>
            <a:r>
              <a:rPr lang="fr-FR" smtClean="0"/>
              <a:t>6-  LAZARE A PU ENTENDRE TA VOIX QUAND CETTE PIERRE, TU AS ENLEVÉE </a:t>
            </a:r>
          </a:p>
          <a:p>
            <a:r>
              <a:rPr lang="fr-FR" smtClean="0"/>
              <a:t>Lázaro ouviu a Sua voz, quando aquela pedra removeu
7-  APRÈS QUATRE JOURS  IL S’EST ENFIN RELEVÉ </a:t>
            </a:r>
          </a:p>
          <a:p>
            <a:r>
              <a:rPr lang="fr-FR" smtClean="0"/>
              <a:t>Depois de quatro dias ele reviveu
8-  MAÎTRE, IL N’Y A PERSONNE  SUR TOUTE LA TERRE </a:t>
            </a:r>
          </a:p>
          <a:p>
            <a:r>
              <a:rPr lang="fr-FR" smtClean="0"/>
              <a:t>Mestre não há outro que possa fazer
9-  QUI PUISSE ACCOMPLIR CE QUE SEUL TON NOM PUISSANT PEUT FAIRE </a:t>
            </a:r>
          </a:p>
          <a:p>
            <a:r>
              <a:rPr lang="fr-FR" smtClean="0"/>
              <a:t>Aquilo que só o Teu nome tem todo poder
10-  MAÎTRE J’AI TANT BESOIN D’UN MIRACLE 
Eu preciso tanto de um milagre</a:t>
            </a:r>
          </a:p>
          <a:p>
            <a:endParaRPr lang="fr-FR" smtClean="0"/>
          </a:p>
          <a:p>
            <a:r>
              <a:rPr lang="fr-FR" smtClean="0"/>
              <a:t>	Refrain: </a:t>
            </a:r>
          </a:p>
          <a:p>
            <a:r>
              <a:rPr lang="fr-FR" smtClean="0"/>
              <a:t>	11-  QUE MA PIERRE ROULE DEVANT TOI PAR MON NOM APPELLE-MOI </a:t>
            </a:r>
          </a:p>
          <a:p>
            <a:r>
              <a:rPr lang="fr-FR" smtClean="0"/>
              <a:t>	Remove minha pedra, me chama pelo nome
	12-  VIENS CHANGER MON HISTOIRE RESSUSCITE MES RÊVES </a:t>
            </a:r>
          </a:p>
          <a:p>
            <a:r>
              <a:rPr lang="fr-FR" smtClean="0"/>
              <a:t>	Muda minha história, ressuscita os meus sonhos
	13-  TRANSFORME MA VIE, Ô ROI FAIS DE MOI UN MIRACLE</a:t>
            </a:r>
          </a:p>
          <a:p>
            <a:r>
              <a:rPr lang="fr-FR" smtClean="0"/>
              <a:t>	Transforma minha vida, me faz um milagre 
	14-  OUI, AUJOURD’HUI, TOUCHE-MOI DU TOMBEAU LIBÈRE-MOI/APPELLE-MOI </a:t>
            </a:r>
          </a:p>
          <a:p>
            <a:r>
              <a:rPr lang="fr-FR" smtClean="0"/>
              <a:t>	Me toca nessa hora, me chama para fora
	15-  RESSUSCITE-MOI </a:t>
            </a:r>
          </a:p>
          <a:p>
            <a:r>
              <a:rPr lang="fr-FR" smtClean="0"/>
              <a:t>	Ressuscita-me</a:t>
            </a:r>
          </a:p>
          <a:p>
            <a:endParaRPr lang="fr-FR" smtClean="0"/>
          </a:p>
          <a:p>
            <a:r>
              <a:rPr lang="fr-FR" smtClean="0"/>
              <a:t>16-  TU ES LA SOURCE DE VIE ET CETTE FORCE EN MOI</a:t>
            </a:r>
          </a:p>
          <a:p>
            <a:r>
              <a:rPr lang="fr-FR" smtClean="0"/>
              <a:t>Tu és a própria vida, a força que há em mim 
17-  OUI, TU ES LE FILS DE DIEU TU ME RENDS VICTORIEUSE </a:t>
            </a:r>
          </a:p>
          <a:p>
            <a:r>
              <a:rPr lang="fr-FR" smtClean="0"/>
              <a:t>Tu és o Filho de Deus, Que me ergues pra vencer
18-  SEIGNEUR DE TOUT EN MOI J’PEUX ENTENDRE TA VOIX</a:t>
            </a:r>
          </a:p>
          <a:p>
            <a:r>
              <a:rPr lang="fr-FR" smtClean="0"/>
              <a:t>Senhor de tudo em mim, já ouço a Tua voz
19-  QUI ME RAPPELLE À LA VIE À TA PUISSANCE AUJOURD’HUI 
Me chamando pra viver, uma história de poder!</a:t>
            </a:r>
          </a:p>
          <a:p>
            <a:endParaRPr lang="fr-FR" smtClean="0"/>
          </a:p>
          <a:p>
            <a:r>
              <a:rPr lang="fr-FR" smtClean="0"/>
              <a:t>	Refrain: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13123954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MAÎTRE J’AI TANT BESOIN D’UN MIRACLE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Mestre eu preciso de um milagre 
2-  VIENS TRANSFORMER MA VIE  ET CHANGE-MOI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Transforma minha vida, meu estado
3-  LA LUMIÈRE DU JOUR  A PERDU SON ÉCLAT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Faz tempo que eu não vejo a luz do dia 
4-  ILS ESSAYENT À JAMAIS  D’ENTERRER MA JOIE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Estão tentando sepultar minha alegria
5-  ET D’ANNULER TOUS MES RÊVES  POUR TOUJOURS 
Tentando ver meus sonhos cancelados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6-  LAZARE A PU ENTENDRE TA VOIX QUAND CETTE PIERRE, TU AS ENLEVÉE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Lázaro ouviu a Sua voz, quando aquela pedra removeu
7-  APRÈS QUATRE JOURS  IL S’EST ENFIN RELEVÉ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Depois de quatro dias ele reviveu
8-  MAÎTRE, IL N’Y A PERSONNE  SUR TOUTE LA TERRE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Mestre não há outro que possa fazer
9-  QUI PUISSE ACCOMPLIR CE QUE SEUL TON NOM PUISSANT PEUT FAIRE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Aquilo que só o Teu nome tem todo poder
10-  MAÎTRE J’AI TANT BESOIN D’UN MIRACLE 
Eu preciso tanto de um milagre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11-  QUE MA PIERRE ROULE DEVANT TOI PAR MON NOM APPELLE-MOI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Remove minha pedra, me chama pelo nome
	12-  VIENS CHANGER MON HISTOIRE RESSUSCITE MES RÊVES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Muda minha história, ressuscita os meus sonhos
	13-  TRANSFORME MA VIE, Ô ROI FAIS DE MOI UN MIRACLE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Transforma minha vida, me faz um milagre 
	14-  OUI, AUJOURD’HUI, TOUCHE-MOI DU TOMBEAU LIBÈRE-MOI/APPELLE-MOI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Me toca nessa hora, me chama para fora
	15-  RESSUSCITE-MOI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Ressuscita-me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16-  TU ES LA SOURCE DE VIE ET CETTE FORCE EN MOI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és a própria vida, a força que há em mim 
17-  OUI, TU ES LE FILS DE DIEU TU ME RENDS VICTORIEUSE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és o Filho de Deus, Que me ergues pra vencer
18-  SEIGNEUR DE TOUT EN MOI J’PEUX ENTENDRE TA VOIX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Senhor de tudo em mim, já ouço a Tua voz
19-  QUI ME RAPPELLE À LA VIE À TA PUISSANCE AUJOURD’HUI 
Me chamando pra viver, uma história de poder!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Couplet:</a:t>
            </a:r>
          </a:p>
          <a:p>
            <a:r>
              <a:rPr lang="fr-FR" smtClean="0"/>
              <a:t>1-  MAÎTRE J’AI TANT BESOIN D’UN MIRACLE</a:t>
            </a:r>
          </a:p>
          <a:p>
            <a:r>
              <a:rPr lang="fr-FR" smtClean="0"/>
              <a:t>Mestre eu preciso de um milagre 
2-  VIENS TRANSFORMER MA VIE  ET CHANGE-MOI </a:t>
            </a:r>
          </a:p>
          <a:p>
            <a:r>
              <a:rPr lang="fr-FR" smtClean="0"/>
              <a:t>Transforma minha vida, meu estado
3-  LA LUMIÈRE DU JOUR  A PERDU SON ÉCLAT</a:t>
            </a:r>
          </a:p>
          <a:p>
            <a:r>
              <a:rPr lang="fr-FR" smtClean="0"/>
              <a:t>Faz tempo que eu não vejo a luz do dia 
4-  ILS ESSAYENT À JAMAIS  D’ENTERRER MA JOIE </a:t>
            </a:r>
          </a:p>
          <a:p>
            <a:r>
              <a:rPr lang="fr-FR" smtClean="0"/>
              <a:t>Estão tentando sepultar minha alegria
5-  ET D’ANNULER TOUS MES RÊVES  POUR TOUJOURS 
Tentando ver meus sonhos cancelados</a:t>
            </a:r>
          </a:p>
          <a:p>
            <a:endParaRPr lang="fr-FR" smtClean="0"/>
          </a:p>
          <a:p>
            <a:r>
              <a:rPr lang="fr-FR" smtClean="0"/>
              <a:t>6-  LAZARE A PU ENTENDRE TA VOIX QUAND CETTE PIERRE, TU AS ENLEVÉE </a:t>
            </a:r>
          </a:p>
          <a:p>
            <a:r>
              <a:rPr lang="fr-FR" smtClean="0"/>
              <a:t>Lázaro ouviu a Sua voz, quando aquela pedra removeu
7-  APRÈS QUATRE JOURS  IL S’EST ENFIN RELEVÉ </a:t>
            </a:r>
          </a:p>
          <a:p>
            <a:r>
              <a:rPr lang="fr-FR" smtClean="0"/>
              <a:t>Depois de quatro dias ele reviveu
8-  MAÎTRE, IL N’Y A PERSONNE  SUR TOUTE LA TERRE </a:t>
            </a:r>
          </a:p>
          <a:p>
            <a:r>
              <a:rPr lang="fr-FR" smtClean="0"/>
              <a:t>Mestre não há outro que possa fazer
9-  QUI PUISSE ACCOMPLIR CE QUE SEUL TON NOM PUISSANT PEUT FAIRE </a:t>
            </a:r>
          </a:p>
          <a:p>
            <a:r>
              <a:rPr lang="fr-FR" smtClean="0"/>
              <a:t>Aquilo que só o Teu nome tem todo poder
10-  MAÎTRE J’AI TANT BESOIN D’UN MIRACLE 
Eu preciso tanto de um milagre</a:t>
            </a:r>
          </a:p>
          <a:p>
            <a:endParaRPr lang="fr-FR" smtClean="0"/>
          </a:p>
          <a:p>
            <a:r>
              <a:rPr lang="fr-FR" smtClean="0"/>
              <a:t>	Refrain: </a:t>
            </a:r>
          </a:p>
          <a:p>
            <a:r>
              <a:rPr lang="fr-FR" smtClean="0"/>
              <a:t>	11-  QUE MA PIERRE ROULE DEVANT TOI PAR MON NOM APPELLE-MOI </a:t>
            </a:r>
          </a:p>
          <a:p>
            <a:r>
              <a:rPr lang="fr-FR" smtClean="0"/>
              <a:t>	Remove minha pedra, me chama pelo nome
	12-  VIENS CHANGER MON HISTOIRE RESSUSCITE MES RÊVES </a:t>
            </a:r>
          </a:p>
          <a:p>
            <a:r>
              <a:rPr lang="fr-FR" smtClean="0"/>
              <a:t>	Muda minha história, ressuscita os meus sonhos
	13-  TRANSFORME MA VIE, Ô ROI FAIS DE MOI UN MIRACLE</a:t>
            </a:r>
          </a:p>
          <a:p>
            <a:r>
              <a:rPr lang="fr-FR" smtClean="0"/>
              <a:t>	Transforma minha vida, me faz um milagre 
	14-  OUI, AUJOURD’HUI, TOUCHE-MOI DU TOMBEAU LIBÈRE-MOI/APPELLE-MOI </a:t>
            </a:r>
          </a:p>
          <a:p>
            <a:r>
              <a:rPr lang="fr-FR" smtClean="0"/>
              <a:t>	Me toca nessa hora, me chama para fora
	15-  RESSUSCITE-MOI </a:t>
            </a:r>
          </a:p>
          <a:p>
            <a:r>
              <a:rPr lang="fr-FR" smtClean="0"/>
              <a:t>	Ressuscita-me</a:t>
            </a:r>
          </a:p>
          <a:p>
            <a:endParaRPr lang="fr-FR" smtClean="0"/>
          </a:p>
          <a:p>
            <a:r>
              <a:rPr lang="fr-FR" smtClean="0"/>
              <a:t>16-  TU ES LA SOURCE DE VIE ET CETTE FORCE EN MOI</a:t>
            </a:r>
          </a:p>
          <a:p>
            <a:r>
              <a:rPr lang="fr-FR" smtClean="0"/>
              <a:t>Tu és a própria vida, a força que há em mim 
17-  OUI, TU ES LE FILS DE DIEU TU ME RENDS VICTORIEUSE </a:t>
            </a:r>
          </a:p>
          <a:p>
            <a:r>
              <a:rPr lang="fr-FR" smtClean="0"/>
              <a:t>Tu és o Filho de Deus, Que me ergues pra vencer
18-  SEIGNEUR DE TOUT EN MOI J’PEUX ENTENDRE TA VOIX</a:t>
            </a:r>
          </a:p>
          <a:p>
            <a:r>
              <a:rPr lang="fr-FR" smtClean="0"/>
              <a:t>Senhor de tudo em mim, já ouço a Tua voz
19-  QUI ME RAPPELLE À LA VIE À TA PUISSANCE AUJOURD’HUI 
Me chamando pra viver, uma história de poder!</a:t>
            </a:r>
          </a:p>
          <a:p>
            <a:endParaRPr lang="fr-FR" smtClean="0"/>
          </a:p>
          <a:p>
            <a:r>
              <a:rPr lang="fr-FR" smtClean="0"/>
              <a:t>	Refrain: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279845476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MAÎTRE J’AI TANT BESOIN D’UN MIRACLE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Mestre eu preciso de um milagre 
2-  VIENS TRANSFORMER MA VIE  ET CHANGE-MOI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Transforma minha vida, meu estado
3-  LA LUMIÈRE DU JOUR  A PERDU SON ÉCLAT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Faz tempo que eu não vejo a luz do dia 
4-  ILS ESSAYENT À JAMAIS  D’ENTERRER MA JOIE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Estão tentando sepultar minha alegria
5-  ET D’ANNULER TOUS MES RÊVES  POUR TOUJOURS 
Tentando ver meus sonhos cancelados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6-  LAZARE A PU ENTENDRE TA VOIX QUAND CETTE PIERRE, TU AS ENLEVÉE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Lázaro ouviu a Sua voz, quando aquela pedra removeu
7-  APRÈS QUATRE JOURS  IL S’EST ENFIN RELEVÉ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Depois de quatro dias ele reviveu
8-  MAÎTRE, IL N’Y A PERSONNE  SUR TOUTE LA TERRE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Mestre não há outro que possa fazer
9-  QUI PUISSE ACCOMPLIR CE QUE SEUL TON NOM PUISSANT PEUT FAIRE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Aquilo que só o Teu nome tem todo poder
10-  MAÎTRE J’AI TANT BESOIN D’UN MIRACLE 
Eu preciso tanto de um milagre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11-  QUE MA PIERRE ROULE DEVANT TOI PAR MON NOM APPELLE-MOI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Remove minha pedra, me chama pelo nome
	12-  VIENS CHANGER MON HISTOIRE RESSUSCITE MES RÊVES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Muda minha história, ressuscita os meus sonhos
	13-  TRANSFORME MA VIE, Ô ROI FAIS DE MOI UN MIRACLE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Transforma minha vida, me faz um milagre 
	14-  OUI, AUJOURD’HUI, TOUCHE-MOI DU TOMBEAU LIBÈRE-MOI/APPELLE-MOI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Me toca nessa hora, me chama para fora
	15-  RESSUSCITE-MOI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Ressuscita-me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16-  TU ES LA SOURCE DE VIE ET CETTE FORCE EN MOI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és a própria vida, a força que há em mim 
17-  OUI, TU ES LE FILS DE DIEU TU ME RENDS VICTORIEUSE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és o Filho de Deus, Que me ergues pra vencer
18-  SEIGNEUR DE TOUT EN MOI J’PEUX ENTENDRE TA VOIX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Senhor de tudo em mim, já ouço a Tua voz
19-  QUI ME RAPPELLE À LA VIE À TA PUISSANCE AUJOURD’HUI 
Me chamando pra viver, uma história de poder!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Couplet:</a:t>
            </a:r>
          </a:p>
          <a:p>
            <a:r>
              <a:rPr lang="fr-FR" smtClean="0"/>
              <a:t>1-  MAÎTRE J’AI TANT BESOIN D’UN MIRACLE</a:t>
            </a:r>
          </a:p>
          <a:p>
            <a:r>
              <a:rPr lang="fr-FR" smtClean="0"/>
              <a:t>Mestre eu preciso de um milagre 
2-  VIENS TRANSFORMER MA VIE  ET CHANGE-MOI </a:t>
            </a:r>
          </a:p>
          <a:p>
            <a:r>
              <a:rPr lang="fr-FR" smtClean="0"/>
              <a:t>Transforma minha vida, meu estado
3-  LA LUMIÈRE DU JOUR  A PERDU SON ÉCLAT</a:t>
            </a:r>
          </a:p>
          <a:p>
            <a:r>
              <a:rPr lang="fr-FR" smtClean="0"/>
              <a:t>Faz tempo que eu não vejo a luz do dia 
4-  ILS ESSAYENT À JAMAIS  D’ENTERRER MA JOIE </a:t>
            </a:r>
          </a:p>
          <a:p>
            <a:r>
              <a:rPr lang="fr-FR" smtClean="0"/>
              <a:t>Estão tentando sepultar minha alegria
5-  ET D’ANNULER TOUS MES RÊVES  POUR TOUJOURS 
Tentando ver meus sonhos cancelados</a:t>
            </a:r>
          </a:p>
          <a:p>
            <a:endParaRPr lang="fr-FR" smtClean="0"/>
          </a:p>
          <a:p>
            <a:r>
              <a:rPr lang="fr-FR" smtClean="0"/>
              <a:t>6-  LAZARE A PU ENTENDRE TA VOIX QUAND CETTE PIERRE, TU AS ENLEVÉE </a:t>
            </a:r>
          </a:p>
          <a:p>
            <a:r>
              <a:rPr lang="fr-FR" smtClean="0"/>
              <a:t>Lázaro ouviu a Sua voz, quando aquela pedra removeu
7-  APRÈS QUATRE JOURS  IL S’EST ENFIN RELEVÉ </a:t>
            </a:r>
          </a:p>
          <a:p>
            <a:r>
              <a:rPr lang="fr-FR" smtClean="0"/>
              <a:t>Depois de quatro dias ele reviveu
8-  MAÎTRE, IL N’Y A PERSONNE  SUR TOUTE LA TERRE </a:t>
            </a:r>
          </a:p>
          <a:p>
            <a:r>
              <a:rPr lang="fr-FR" smtClean="0"/>
              <a:t>Mestre não há outro que possa fazer
9-  QUI PUISSE ACCOMPLIR CE QUE SEUL TON NOM PUISSANT PEUT FAIRE </a:t>
            </a:r>
          </a:p>
          <a:p>
            <a:r>
              <a:rPr lang="fr-FR" smtClean="0"/>
              <a:t>Aquilo que só o Teu nome tem todo poder
10-  MAÎTRE J’AI TANT BESOIN D’UN MIRACLE 
Eu preciso tanto de um milagre</a:t>
            </a:r>
          </a:p>
          <a:p>
            <a:endParaRPr lang="fr-FR" smtClean="0"/>
          </a:p>
          <a:p>
            <a:r>
              <a:rPr lang="fr-FR" smtClean="0"/>
              <a:t>	Refrain: </a:t>
            </a:r>
          </a:p>
          <a:p>
            <a:r>
              <a:rPr lang="fr-FR" smtClean="0"/>
              <a:t>	11-  QUE MA PIERRE ROULE DEVANT TOI PAR MON NOM APPELLE-MOI </a:t>
            </a:r>
          </a:p>
          <a:p>
            <a:r>
              <a:rPr lang="fr-FR" smtClean="0"/>
              <a:t>	Remove minha pedra, me chama pelo nome
	12-  VIENS CHANGER MON HISTOIRE RESSUSCITE MES RÊVES </a:t>
            </a:r>
          </a:p>
          <a:p>
            <a:r>
              <a:rPr lang="fr-FR" smtClean="0"/>
              <a:t>	Muda minha história, ressuscita os meus sonhos
	13-  TRANSFORME MA VIE, Ô ROI FAIS DE MOI UN MIRACLE</a:t>
            </a:r>
          </a:p>
          <a:p>
            <a:r>
              <a:rPr lang="fr-FR" smtClean="0"/>
              <a:t>	Transforma minha vida, me faz um milagre 
	14-  OUI, AUJOURD’HUI, TOUCHE-MOI DU TOMBEAU LIBÈRE-MOI/APPELLE-MOI </a:t>
            </a:r>
          </a:p>
          <a:p>
            <a:r>
              <a:rPr lang="fr-FR" smtClean="0"/>
              <a:t>	Me toca nessa hora, me chama para fora
	15-  RESSUSCITE-MOI </a:t>
            </a:r>
          </a:p>
          <a:p>
            <a:r>
              <a:rPr lang="fr-FR" smtClean="0"/>
              <a:t>	Ressuscita-me</a:t>
            </a:r>
          </a:p>
          <a:p>
            <a:endParaRPr lang="fr-FR" smtClean="0"/>
          </a:p>
          <a:p>
            <a:r>
              <a:rPr lang="fr-FR" smtClean="0"/>
              <a:t>16-  TU ES LA SOURCE DE VIE ET CETTE FORCE EN MOI</a:t>
            </a:r>
          </a:p>
          <a:p>
            <a:r>
              <a:rPr lang="fr-FR" smtClean="0"/>
              <a:t>Tu és a própria vida, a força que há em mim 
17-  OUI, TU ES LE FILS DE DIEU TU ME RENDS VICTORIEUSE </a:t>
            </a:r>
          </a:p>
          <a:p>
            <a:r>
              <a:rPr lang="fr-FR" smtClean="0"/>
              <a:t>Tu és o Filho de Deus, Que me ergues pra vencer
18-  SEIGNEUR DE TOUT EN MOI J’PEUX ENTENDRE TA VOIX</a:t>
            </a:r>
          </a:p>
          <a:p>
            <a:r>
              <a:rPr lang="fr-FR" smtClean="0"/>
              <a:t>Senhor de tudo em mim, já ouço a Tua voz
19-  QUI ME RAPPELLE À LA VIE À TA PUISSANCE AUJOURD’HUI 
Me chamando pra viver, uma história de poder!</a:t>
            </a:r>
          </a:p>
          <a:p>
            <a:endParaRPr lang="fr-FR" smtClean="0"/>
          </a:p>
          <a:p>
            <a:r>
              <a:rPr lang="fr-FR" smtClean="0"/>
              <a:t>	Refrain: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41396076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MAÎTRE J’AI TANT BESOIN D’UN MIRACLE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Mestre eu preciso de um milagre 
2-  VIENS TRANSFORMER MA VIE  ET CHANGE-MOI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Transforma minha vida, meu estado
3-  LA LUMIÈRE DU JOUR  A PERDU SON ÉCLAT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Faz tempo que eu não vejo a luz do dia 
4-  ILS ESSAYENT À JAMAIS  D’ENTERRER MA JOIE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Estão tentando sepultar minha alegria
5-  ET D’ANNULER TOUS MES RÊVES  POUR TOUJOURS 
Tentando ver meus sonhos cancelados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6-  LAZARE A PU ENTENDRE TA VOIX QUAND CETTE PIERRE, TU AS ENLEVÉE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Lázaro ouviu a Sua voz, quando aquela pedra removeu
7-  APRÈS QUATRE JOURS  IL S’EST ENFIN RELEVÉ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Depois de quatro dias ele reviveu
8-  MAÎTRE, IL N’Y A PERSONNE  SUR TOUTE LA TERRE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Mestre não há outro que possa fazer
9-  QUI PUISSE ACCOMPLIR CE QUE SEUL TON NOM PUISSANT PEUT FAIRE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Aquilo que só o Teu nome tem todo poder
10-  MAÎTRE J’AI TANT BESOIN D’UN MIRACLE 
Eu preciso tanto de um milagre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11-  QUE MA PIERRE ROULE DEVANT TOI PAR MON NOM APPELLE-MOI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Remove minha pedra, me chama pelo nome
	12-  VIENS CHANGER MON HISTOIRE RESSUSCITE MES RÊVES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Muda minha história, ressuscita os meus sonhos
	13-  TRANSFORME MA VIE, Ô ROI FAIS DE MOI UN MIRACLE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Transforma minha vida, me faz um milagre 
	14-  OUI, AUJOURD’HUI, TOUCHE-MOI DU TOMBEAU LIBÈRE-MOI/APPELLE-MOI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Me toca nessa hora, me chama para fora
	15-  RESSUSCITE-MOI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Ressuscita-me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16-  TU ES LA SOURCE DE VIE ET CETTE FORCE EN MOI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és a própria vida, a força que há em mim 
17-  OUI, TU ES LE FILS DE DIEU TU ME RENDS VICTORIEUSE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és o Filho de Deus, Que me ergues pra vencer
18-  SEIGNEUR DE TOUT EN MOI J’PEUX ENTENDRE TA VOIX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Senhor de tudo em mim, já ouço a Tua voz
19-  QUI ME RAPPELLE À LA VIE À TA PUISSANCE AUJOURD’HUI 
Me chamando pra viver, uma história de poder!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Couplet:</a:t>
            </a:r>
          </a:p>
          <a:p>
            <a:r>
              <a:rPr lang="fr-FR" smtClean="0"/>
              <a:t>1-  MAÎTRE J’AI TANT BESOIN D’UN MIRACLE</a:t>
            </a:r>
          </a:p>
          <a:p>
            <a:r>
              <a:rPr lang="fr-FR" smtClean="0"/>
              <a:t>Mestre eu preciso de um milagre 
2-  VIENS TRANSFORMER MA VIE  ET CHANGE-MOI </a:t>
            </a:r>
          </a:p>
          <a:p>
            <a:r>
              <a:rPr lang="fr-FR" smtClean="0"/>
              <a:t>Transforma minha vida, meu estado
3-  LA LUMIÈRE DU JOUR  A PERDU SON ÉCLAT</a:t>
            </a:r>
          </a:p>
          <a:p>
            <a:r>
              <a:rPr lang="fr-FR" smtClean="0"/>
              <a:t>Faz tempo que eu não vejo a luz do dia 
4-  ILS ESSAYENT À JAMAIS  D’ENTERRER MA JOIE </a:t>
            </a:r>
          </a:p>
          <a:p>
            <a:r>
              <a:rPr lang="fr-FR" smtClean="0"/>
              <a:t>Estão tentando sepultar minha alegria
5-  ET D’ANNULER TOUS MES RÊVES  POUR TOUJOURS 
Tentando ver meus sonhos cancelados</a:t>
            </a:r>
          </a:p>
          <a:p>
            <a:endParaRPr lang="fr-FR" smtClean="0"/>
          </a:p>
          <a:p>
            <a:r>
              <a:rPr lang="fr-FR" smtClean="0"/>
              <a:t>6-  LAZARE A PU ENTENDRE TA VOIX QUAND CETTE PIERRE, TU AS ENLEVÉE </a:t>
            </a:r>
          </a:p>
          <a:p>
            <a:r>
              <a:rPr lang="fr-FR" smtClean="0"/>
              <a:t>Lázaro ouviu a Sua voz, quando aquela pedra removeu
7-  APRÈS QUATRE JOURS  IL S’EST ENFIN RELEVÉ </a:t>
            </a:r>
          </a:p>
          <a:p>
            <a:r>
              <a:rPr lang="fr-FR" smtClean="0"/>
              <a:t>Depois de quatro dias ele reviveu
8-  MAÎTRE, IL N’Y A PERSONNE  SUR TOUTE LA TERRE </a:t>
            </a:r>
          </a:p>
          <a:p>
            <a:r>
              <a:rPr lang="fr-FR" smtClean="0"/>
              <a:t>Mestre não há outro que possa fazer
9-  QUI PUISSE ACCOMPLIR CE QUE SEUL TON NOM PUISSANT PEUT FAIRE </a:t>
            </a:r>
          </a:p>
          <a:p>
            <a:r>
              <a:rPr lang="fr-FR" smtClean="0"/>
              <a:t>Aquilo que só o Teu nome tem todo poder
10-  MAÎTRE J’AI TANT BESOIN D’UN MIRACLE 
Eu preciso tanto de um milagre</a:t>
            </a:r>
          </a:p>
          <a:p>
            <a:endParaRPr lang="fr-FR" smtClean="0"/>
          </a:p>
          <a:p>
            <a:r>
              <a:rPr lang="fr-FR" smtClean="0"/>
              <a:t>	Refrain: </a:t>
            </a:r>
          </a:p>
          <a:p>
            <a:r>
              <a:rPr lang="fr-FR" smtClean="0"/>
              <a:t>	11-  QUE MA PIERRE ROULE DEVANT TOI PAR MON NOM APPELLE-MOI </a:t>
            </a:r>
          </a:p>
          <a:p>
            <a:r>
              <a:rPr lang="fr-FR" smtClean="0"/>
              <a:t>	Remove minha pedra, me chama pelo nome
	12-  VIENS CHANGER MON HISTOIRE RESSUSCITE MES RÊVES </a:t>
            </a:r>
          </a:p>
          <a:p>
            <a:r>
              <a:rPr lang="fr-FR" smtClean="0"/>
              <a:t>	Muda minha história, ressuscita os meus sonhos
	13-  TRANSFORME MA VIE, Ô ROI FAIS DE MOI UN MIRACLE</a:t>
            </a:r>
          </a:p>
          <a:p>
            <a:r>
              <a:rPr lang="fr-FR" smtClean="0"/>
              <a:t>	Transforma minha vida, me faz um milagre 
	14-  OUI, AUJOURD’HUI, TOUCHE-MOI DU TOMBEAU LIBÈRE-MOI/APPELLE-MOI </a:t>
            </a:r>
          </a:p>
          <a:p>
            <a:r>
              <a:rPr lang="fr-FR" smtClean="0"/>
              <a:t>	Me toca nessa hora, me chama para fora
	15-  RESSUSCITE-MOI </a:t>
            </a:r>
          </a:p>
          <a:p>
            <a:r>
              <a:rPr lang="fr-FR" smtClean="0"/>
              <a:t>	Ressuscita-me</a:t>
            </a:r>
          </a:p>
          <a:p>
            <a:endParaRPr lang="fr-FR" smtClean="0"/>
          </a:p>
          <a:p>
            <a:r>
              <a:rPr lang="fr-FR" smtClean="0"/>
              <a:t>16-  TU ES LA SOURCE DE VIE ET CETTE FORCE EN MOI</a:t>
            </a:r>
          </a:p>
          <a:p>
            <a:r>
              <a:rPr lang="fr-FR" smtClean="0"/>
              <a:t>Tu és a própria vida, a força que há em mim 
17-  OUI, TU ES LE FILS DE DIEU TU ME RENDS VICTORIEUSE </a:t>
            </a:r>
          </a:p>
          <a:p>
            <a:r>
              <a:rPr lang="fr-FR" smtClean="0"/>
              <a:t>Tu és o Filho de Deus, Que me ergues pra vencer
18-  SEIGNEUR DE TOUT EN MOI J’PEUX ENTENDRE TA VOIX</a:t>
            </a:r>
          </a:p>
          <a:p>
            <a:r>
              <a:rPr lang="fr-FR" smtClean="0"/>
              <a:t>Senhor de tudo em mim, já ouço a Tua voz
19-  QUI ME RAPPELLE À LA VIE À TA PUISSANCE AUJOURD’HUI 
Me chamando pra viver, uma história de poder!</a:t>
            </a:r>
          </a:p>
          <a:p>
            <a:endParaRPr lang="fr-FR" smtClean="0"/>
          </a:p>
          <a:p>
            <a:r>
              <a:rPr lang="fr-FR" smtClean="0"/>
              <a:t>	Refrain: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1761316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MAÎTRE J’AI TANT BESOIN D’UN MIRACLE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Mestre eu preciso de um milagre 
2-  VIENS TRANSFORMER MA VIE  ET CHANGE-MOI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Transforma minha vida, meu estado
3-  LA LUMIÈRE DU JOUR  A PERDU SON ÉCLAT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Faz tempo que eu não vejo a luz do dia 
4-  ILS ESSAYENT À JAMAIS  D’ENTERRER MA JOIE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Estão tentando sepultar minha alegria
5-  ET D’ANNULER TOUS MES RÊVES  POUR TOUJOURS 
Tentando ver meus sonhos cancelados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6-  LAZARE A PU ENTENDRE TA VOIX QUAND CETTE PIERRE, TU AS ENLEVÉE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Lázaro ouviu a Sua voz, quando aquela pedra removeu
7-  APRÈS QUATRE JOURS  IL S’EST ENFIN RELEVÉ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Depois de quatro dias ele reviveu
8-  MAÎTRE, IL N’Y A PERSONNE  SUR TOUTE LA TERRE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Mestre não há outro que possa fazer
9-  QUI PUISSE ACCOMPLIR CE QUE SEUL TON NOM PUISSANT PEUT FAIRE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Aquilo que só o Teu nome tem todo poder
10-  MAÎTRE J’AI TANT BESOIN D’UN MIRACLE 
Eu preciso tanto de um milagre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11-  QUE MA PIERRE ROULE DEVANT TOI PAR MON NOM APPELLE-MOI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Remove minha pedra, me chama pelo nome
	12-  VIENS CHANGER MON HISTOIRE RESSUSCITE MES RÊVES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Muda minha história, ressuscita os meus sonhos
	13-  TRANSFORME MA VIE, Ô ROI FAIS DE MOI UN MIRACLE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Transforma minha vida, me faz um milagre 
	14-  OUI, AUJOURD’HUI, TOUCHE-MOI DU TOMBEAU LIBÈRE-MOI/APPELLE-MOI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Me toca nessa hora, me chama para fora
	15-  RESSUSCITE-MOI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Ressuscita-me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16-  TU ES LA SOURCE DE VIE ET CETTE FORCE EN MOI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és a própria vida, a força que há em mim 
17-  OUI, TU ES LE FILS DE DIEU TU ME RENDS VICTORIEUSE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és o Filho de Deus, Que me ergues pra vencer
18-  SEIGNEUR DE TOUT EN MOI J’PEUX ENTENDRE TA VOIX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Senhor de tudo em mim, já ouço a Tua voz
19-  QUI ME RAPPELLE À LA VIE À TA PUISSANCE AUJOURD’HUI 
Me chamando pra viver, uma história de poder!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Couplet:</a:t>
            </a:r>
          </a:p>
          <a:p>
            <a:r>
              <a:rPr lang="fr-FR" smtClean="0"/>
              <a:t>1-  MAÎTRE J’AI TANT BESOIN D’UN MIRACLE</a:t>
            </a:r>
          </a:p>
          <a:p>
            <a:r>
              <a:rPr lang="fr-FR" smtClean="0"/>
              <a:t>Mestre eu preciso de um milagre 
2-  VIENS TRANSFORMER MA VIE  ET CHANGE-MOI </a:t>
            </a:r>
          </a:p>
          <a:p>
            <a:r>
              <a:rPr lang="fr-FR" smtClean="0"/>
              <a:t>Transforma minha vida, meu estado
3-  LA LUMIÈRE DU JOUR  A PERDU SON ÉCLAT</a:t>
            </a:r>
          </a:p>
          <a:p>
            <a:r>
              <a:rPr lang="fr-FR" smtClean="0"/>
              <a:t>Faz tempo que eu não vejo a luz do dia 
4-  ILS ESSAYENT À JAMAIS  D’ENTERRER MA JOIE </a:t>
            </a:r>
          </a:p>
          <a:p>
            <a:r>
              <a:rPr lang="fr-FR" smtClean="0"/>
              <a:t>Estão tentando sepultar minha alegria
5-  ET D’ANNULER TOUS MES RÊVES  POUR TOUJOURS 
Tentando ver meus sonhos cancelados</a:t>
            </a:r>
          </a:p>
          <a:p>
            <a:endParaRPr lang="fr-FR" smtClean="0"/>
          </a:p>
          <a:p>
            <a:r>
              <a:rPr lang="fr-FR" smtClean="0"/>
              <a:t>6-  LAZARE A PU ENTENDRE TA VOIX QUAND CETTE PIERRE, TU AS ENLEVÉE </a:t>
            </a:r>
          </a:p>
          <a:p>
            <a:r>
              <a:rPr lang="fr-FR" smtClean="0"/>
              <a:t>Lázaro ouviu a Sua voz, quando aquela pedra removeu
7-  APRÈS QUATRE JOURS  IL S’EST ENFIN RELEVÉ </a:t>
            </a:r>
          </a:p>
          <a:p>
            <a:r>
              <a:rPr lang="fr-FR" smtClean="0"/>
              <a:t>Depois de quatro dias ele reviveu
8-  MAÎTRE, IL N’Y A PERSONNE  SUR TOUTE LA TERRE </a:t>
            </a:r>
          </a:p>
          <a:p>
            <a:r>
              <a:rPr lang="fr-FR" smtClean="0"/>
              <a:t>Mestre não há outro que possa fazer
9-  QUI PUISSE ACCOMPLIR CE QUE SEUL TON NOM PUISSANT PEUT FAIRE </a:t>
            </a:r>
          </a:p>
          <a:p>
            <a:r>
              <a:rPr lang="fr-FR" smtClean="0"/>
              <a:t>Aquilo que só o Teu nome tem todo poder
10-  MAÎTRE J’AI TANT BESOIN D’UN MIRACLE 
Eu preciso tanto de um milagre</a:t>
            </a:r>
          </a:p>
          <a:p>
            <a:endParaRPr lang="fr-FR" smtClean="0"/>
          </a:p>
          <a:p>
            <a:r>
              <a:rPr lang="fr-FR" smtClean="0"/>
              <a:t>	Refrain: </a:t>
            </a:r>
          </a:p>
          <a:p>
            <a:r>
              <a:rPr lang="fr-FR" smtClean="0"/>
              <a:t>	11-  QUE MA PIERRE ROULE DEVANT TOI PAR MON NOM APPELLE-MOI </a:t>
            </a:r>
          </a:p>
          <a:p>
            <a:r>
              <a:rPr lang="fr-FR" smtClean="0"/>
              <a:t>	Remove minha pedra, me chama pelo nome
	12-  VIENS CHANGER MON HISTOIRE RESSUSCITE MES RÊVES </a:t>
            </a:r>
          </a:p>
          <a:p>
            <a:r>
              <a:rPr lang="fr-FR" smtClean="0"/>
              <a:t>	Muda minha história, ressuscita os meus sonhos
	13-  TRANSFORME MA VIE, Ô ROI FAIS DE MOI UN MIRACLE</a:t>
            </a:r>
          </a:p>
          <a:p>
            <a:r>
              <a:rPr lang="fr-FR" smtClean="0"/>
              <a:t>	Transforma minha vida, me faz um milagre 
	14-  OUI, AUJOURD’HUI, TOUCHE-MOI DU TOMBEAU LIBÈRE-MOI/APPELLE-MOI </a:t>
            </a:r>
          </a:p>
          <a:p>
            <a:r>
              <a:rPr lang="fr-FR" smtClean="0"/>
              <a:t>	Me toca nessa hora, me chama para fora
	15-  RESSUSCITE-MOI </a:t>
            </a:r>
          </a:p>
          <a:p>
            <a:r>
              <a:rPr lang="fr-FR" smtClean="0"/>
              <a:t>	Ressuscita-me</a:t>
            </a:r>
          </a:p>
          <a:p>
            <a:endParaRPr lang="fr-FR" smtClean="0"/>
          </a:p>
          <a:p>
            <a:r>
              <a:rPr lang="fr-FR" smtClean="0"/>
              <a:t>16-  TU ES LA SOURCE DE VIE ET CETTE FORCE EN MOI</a:t>
            </a:r>
          </a:p>
          <a:p>
            <a:r>
              <a:rPr lang="fr-FR" smtClean="0"/>
              <a:t>Tu és a própria vida, a força que há em mim 
17-  OUI, TU ES LE FILS DE DIEU TU ME RENDS VICTORIEUSE </a:t>
            </a:r>
          </a:p>
          <a:p>
            <a:r>
              <a:rPr lang="fr-FR" smtClean="0"/>
              <a:t>Tu és o Filho de Deus, Que me ergues pra vencer
18-  SEIGNEUR DE TOUT EN MOI J’PEUX ENTENDRE TA VOIX</a:t>
            </a:r>
          </a:p>
          <a:p>
            <a:r>
              <a:rPr lang="fr-FR" smtClean="0"/>
              <a:t>Senhor de tudo em mim, já ouço a Tua voz
19-  QUI ME RAPPELLE À LA VIE À TA PUISSANCE AUJOURD’HUI 
Me chamando pra viver, uma história de poder!</a:t>
            </a:r>
          </a:p>
          <a:p>
            <a:endParaRPr lang="fr-FR" smtClean="0"/>
          </a:p>
          <a:p>
            <a:r>
              <a:rPr lang="fr-FR" smtClean="0"/>
              <a:t>	Refrain: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157523738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MAÎTRE J’AI TANT BESOIN D’UN MIRACLE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Mestre eu preciso de um milagre 
2-  VIENS TRANSFORMER MA VIE  ET CHANGE-MOI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Transforma minha vida, meu estado
3-  LA LUMIÈRE DU JOUR  A PERDU SON ÉCLAT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Faz tempo que eu não vejo a luz do dia 
4-  ILS ESSAYENT À JAMAIS  D’ENTERRER MA JOIE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Estão tentando sepultar minha alegria
5-  ET D’ANNULER TOUS MES RÊVES  POUR TOUJOURS 
Tentando ver meus sonhos cancelados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6-  LAZARE A PU ENTENDRE TA VOIX QUAND CETTE PIERRE, TU AS ENLEVÉE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Lázaro ouviu a Sua voz, quando aquela pedra removeu
7-  APRÈS QUATRE JOURS  IL S’EST ENFIN RELEVÉ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Depois de quatro dias ele reviveu
8-  MAÎTRE, IL N’Y A PERSONNE  SUR TOUTE LA TERRE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Mestre não há outro que possa fazer
9-  QUI PUISSE ACCOMPLIR CE QUE SEUL TON NOM PUISSANT PEUT FAIRE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Aquilo que só o Teu nome tem todo poder
10-  MAÎTRE J’AI TANT BESOIN D’UN MIRACLE 
Eu preciso tanto de um milagre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11-  QUE MA PIERRE ROULE DEVANT TOI PAR MON NOM APPELLE-MOI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Remove minha pedra, me chama pelo nome
	12-  VIENS CHANGER MON HISTOIRE RESSUSCITE MES RÊVES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Muda minha história, ressuscita os meus sonhos
	13-  TRANSFORME MA VIE, Ô ROI FAIS DE MOI UN MIRACLE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Transforma minha vida, me faz um milagre 
	14-  OUI, AUJOURD’HUI, TOUCHE-MOI DU TOMBEAU LIBÈRE-MOI/APPELLE-MOI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Me toca nessa hora, me chama para fora
	15-  RESSUSCITE-MOI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Ressuscita-me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16-  TU ES LA SOURCE DE VIE ET CETTE FORCE EN MOI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és a própria vida, a força que há em mim 
17-  OUI, TU ES LE FILS DE DIEU TU ME RENDS VICTORIEUSE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és o Filho de Deus, Que me ergues pra vencer
18-  SEIGNEUR DE TOUT EN MOI J’PEUX ENTENDRE TA VOIX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Senhor de tudo em mim, já ouço a Tua voz
19-  QUI ME RAPPELLE À LA VIE À TA PUISSANCE AUJOURD’HUI 
Me chamando pra viver, uma história de poder!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Couplet:</a:t>
            </a:r>
          </a:p>
          <a:p>
            <a:r>
              <a:rPr lang="fr-FR" smtClean="0"/>
              <a:t>1-  MAÎTRE J’AI TANT BESOIN D’UN MIRACLE</a:t>
            </a:r>
          </a:p>
          <a:p>
            <a:r>
              <a:rPr lang="fr-FR" smtClean="0"/>
              <a:t>Mestre eu preciso de um milagre 
2-  VIENS TRANSFORMER MA VIE  ET CHANGE-MOI </a:t>
            </a:r>
          </a:p>
          <a:p>
            <a:r>
              <a:rPr lang="fr-FR" smtClean="0"/>
              <a:t>Transforma minha vida, meu estado
3-  LA LUMIÈRE DU JOUR  A PERDU SON ÉCLAT</a:t>
            </a:r>
          </a:p>
          <a:p>
            <a:r>
              <a:rPr lang="fr-FR" smtClean="0"/>
              <a:t>Faz tempo que eu não vejo a luz do dia 
4-  ILS ESSAYENT À JAMAIS  D’ENTERRER MA JOIE </a:t>
            </a:r>
          </a:p>
          <a:p>
            <a:r>
              <a:rPr lang="fr-FR" smtClean="0"/>
              <a:t>Estão tentando sepultar minha alegria
5-  ET D’ANNULER TOUS MES RÊVES  POUR TOUJOURS 
Tentando ver meus sonhos cancelados</a:t>
            </a:r>
          </a:p>
          <a:p>
            <a:endParaRPr lang="fr-FR" smtClean="0"/>
          </a:p>
          <a:p>
            <a:r>
              <a:rPr lang="fr-FR" smtClean="0"/>
              <a:t>6-  LAZARE A PU ENTENDRE TA VOIX QUAND CETTE PIERRE, TU AS ENLEVÉE </a:t>
            </a:r>
          </a:p>
          <a:p>
            <a:r>
              <a:rPr lang="fr-FR" smtClean="0"/>
              <a:t>Lázaro ouviu a Sua voz, quando aquela pedra removeu
7-  APRÈS QUATRE JOURS  IL S’EST ENFIN RELEVÉ </a:t>
            </a:r>
          </a:p>
          <a:p>
            <a:r>
              <a:rPr lang="fr-FR" smtClean="0"/>
              <a:t>Depois de quatro dias ele reviveu
8-  MAÎTRE, IL N’Y A PERSONNE  SUR TOUTE LA TERRE </a:t>
            </a:r>
          </a:p>
          <a:p>
            <a:r>
              <a:rPr lang="fr-FR" smtClean="0"/>
              <a:t>Mestre não há outro que possa fazer
9-  QUI PUISSE ACCOMPLIR CE QUE SEUL TON NOM PUISSANT PEUT FAIRE </a:t>
            </a:r>
          </a:p>
          <a:p>
            <a:r>
              <a:rPr lang="fr-FR" smtClean="0"/>
              <a:t>Aquilo que só o Teu nome tem todo poder
10-  MAÎTRE J’AI TANT BESOIN D’UN MIRACLE 
Eu preciso tanto de um milagre</a:t>
            </a:r>
          </a:p>
          <a:p>
            <a:endParaRPr lang="fr-FR" smtClean="0"/>
          </a:p>
          <a:p>
            <a:r>
              <a:rPr lang="fr-FR" smtClean="0"/>
              <a:t>	Refrain: </a:t>
            </a:r>
          </a:p>
          <a:p>
            <a:r>
              <a:rPr lang="fr-FR" smtClean="0"/>
              <a:t>	11-  QUE MA PIERRE ROULE DEVANT TOI PAR MON NOM APPELLE-MOI </a:t>
            </a:r>
          </a:p>
          <a:p>
            <a:r>
              <a:rPr lang="fr-FR" smtClean="0"/>
              <a:t>	Remove minha pedra, me chama pelo nome
	12-  VIENS CHANGER MON HISTOIRE RESSUSCITE MES RÊVES </a:t>
            </a:r>
          </a:p>
          <a:p>
            <a:r>
              <a:rPr lang="fr-FR" smtClean="0"/>
              <a:t>	Muda minha história, ressuscita os meus sonhos
	13-  TRANSFORME MA VIE, Ô ROI FAIS DE MOI UN MIRACLE</a:t>
            </a:r>
          </a:p>
          <a:p>
            <a:r>
              <a:rPr lang="fr-FR" smtClean="0"/>
              <a:t>	Transforma minha vida, me faz um milagre 
	14-  OUI, AUJOURD’HUI, TOUCHE-MOI DU TOMBEAU LIBÈRE-MOI/APPELLE-MOI </a:t>
            </a:r>
          </a:p>
          <a:p>
            <a:r>
              <a:rPr lang="fr-FR" smtClean="0"/>
              <a:t>	Me toca nessa hora, me chama para fora
	15-  RESSUSCITE-MOI </a:t>
            </a:r>
          </a:p>
          <a:p>
            <a:r>
              <a:rPr lang="fr-FR" smtClean="0"/>
              <a:t>	Ressuscita-me</a:t>
            </a:r>
          </a:p>
          <a:p>
            <a:endParaRPr lang="fr-FR" smtClean="0"/>
          </a:p>
          <a:p>
            <a:r>
              <a:rPr lang="fr-FR" smtClean="0"/>
              <a:t>16-  TU ES LA SOURCE DE VIE ET CETTE FORCE EN MOI</a:t>
            </a:r>
          </a:p>
          <a:p>
            <a:r>
              <a:rPr lang="fr-FR" smtClean="0"/>
              <a:t>Tu és a própria vida, a força que há em mim 
17-  OUI, TU ES LE FILS DE DIEU TU ME RENDS VICTORIEUSE </a:t>
            </a:r>
          </a:p>
          <a:p>
            <a:r>
              <a:rPr lang="fr-FR" smtClean="0"/>
              <a:t>Tu és o Filho de Deus, Que me ergues pra vencer
18-  SEIGNEUR DE TOUT EN MOI J’PEUX ENTENDRE TA VOIX</a:t>
            </a:r>
          </a:p>
          <a:p>
            <a:r>
              <a:rPr lang="fr-FR" smtClean="0"/>
              <a:t>Senhor de tudo em mim, já ouço a Tua voz
19-  QUI ME RAPPELLE À LA VIE À TA PUISSANCE AUJOURD’HUI 
Me chamando pra viver, uma história de poder!</a:t>
            </a:r>
          </a:p>
          <a:p>
            <a:endParaRPr lang="fr-FR" smtClean="0"/>
          </a:p>
          <a:p>
            <a:r>
              <a:rPr lang="fr-FR" smtClean="0"/>
              <a:t>	Refrain: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385174840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MAÎTRE J’AI TANT BESOIN D’UN MIRACLE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Mestre eu preciso de um milagre 
2-  VIENS TRANSFORMER MA VIE  ET CHANGE-MOI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Transforma minha vida, meu estado
3-  LA LUMIÈRE DU JOUR  A PERDU SON ÉCLAT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Faz tempo que eu não vejo a luz do dia 
4-  ILS ESSAYENT À JAMAIS  D’ENTERRER MA JOIE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Estão tentando sepultar minha alegria
5-  ET D’ANNULER TOUS MES RÊVES  POUR TOUJOURS 
Tentando ver meus sonhos cancelados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6-  LAZARE A PU ENTENDRE TA VOIX QUAND CETTE PIERRE, TU AS ENLEVÉE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Lázaro ouviu a Sua voz, quando aquela pedra removeu
7-  APRÈS QUATRE JOURS  IL S’EST ENFIN RELEVÉ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Depois de quatro dias ele reviveu
8-  MAÎTRE, IL N’Y A PERSONNE  SUR TOUTE LA TERRE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Mestre não há outro que possa fazer
9-  QUI PUISSE ACCOMPLIR CE QUE SEUL TON NOM PUISSANT PEUT FAIRE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Aquilo que só o Teu nome tem todo poder
10-  MAÎTRE J’AI TANT BESOIN D’UN MIRACLE 
Eu preciso tanto de um milagre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11-  QUE MA PIERRE ROULE DEVANT TOI PAR MON NOM APPELLE-MOI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Remove minha pedra, me chama pelo nome
	12-  VIENS CHANGER MON HISTOIRE RESSUSCITE MES RÊVES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Muda minha história, ressuscita os meus sonhos
	13-  TRANSFORME MA VIE, Ô ROI FAIS DE MOI UN MIRACLE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Transforma minha vida, me faz um milagre 
	14-  OUI, AUJOURD’HUI, TOUCHE-MOI DU TOMBEAU LIBÈRE-MOI/APPELLE-MOI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Me toca nessa hora, me chama para fora
	15-  RESSUSCITE-MOI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Ressuscita-me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16-  TU ES LA SOURCE DE VIE ET CETTE FORCE EN MOI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és a própria vida, a força que há em mim 
17-  OUI, TU ES LE FILS DE DIEU TU ME RENDS VICTORIEUSE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és o Filho de Deus, Que me ergues pra vencer
18-  SEIGNEUR DE TOUT EN MOI J’PEUX ENTENDRE TA VOIX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Senhor de tudo em mim, já ouço a Tua voz
19-  QUI ME RAPPELLE À LA VIE À TA PUISSANCE AUJOURD’HUI 
Me chamando pra viver, uma história de poder!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Couplet:</a:t>
            </a:r>
          </a:p>
          <a:p>
            <a:r>
              <a:rPr lang="fr-FR" smtClean="0"/>
              <a:t>1-  MAÎTRE J’AI TANT BESOIN D’UN MIRACLE</a:t>
            </a:r>
          </a:p>
          <a:p>
            <a:r>
              <a:rPr lang="fr-FR" smtClean="0"/>
              <a:t>Mestre eu preciso de um milagre 
2-  VIENS TRANSFORMER MA VIE  ET CHANGE-MOI </a:t>
            </a:r>
          </a:p>
          <a:p>
            <a:r>
              <a:rPr lang="fr-FR" smtClean="0"/>
              <a:t>Transforma minha vida, meu estado
3-  LA LUMIÈRE DU JOUR  A PERDU SON ÉCLAT</a:t>
            </a:r>
          </a:p>
          <a:p>
            <a:r>
              <a:rPr lang="fr-FR" smtClean="0"/>
              <a:t>Faz tempo que eu não vejo a luz do dia 
4-  ILS ESSAYENT À JAMAIS  D’ENTERRER MA JOIE </a:t>
            </a:r>
          </a:p>
          <a:p>
            <a:r>
              <a:rPr lang="fr-FR" smtClean="0"/>
              <a:t>Estão tentando sepultar minha alegria
5-  ET D’ANNULER TOUS MES RÊVES  POUR TOUJOURS 
Tentando ver meus sonhos cancelados</a:t>
            </a:r>
          </a:p>
          <a:p>
            <a:endParaRPr lang="fr-FR" smtClean="0"/>
          </a:p>
          <a:p>
            <a:r>
              <a:rPr lang="fr-FR" smtClean="0"/>
              <a:t>6-  LAZARE A PU ENTENDRE TA VOIX QUAND CETTE PIERRE, TU AS ENLEVÉE </a:t>
            </a:r>
          </a:p>
          <a:p>
            <a:r>
              <a:rPr lang="fr-FR" smtClean="0"/>
              <a:t>Lázaro ouviu a Sua voz, quando aquela pedra removeu
7-  APRÈS QUATRE JOURS  IL S’EST ENFIN RELEVÉ </a:t>
            </a:r>
          </a:p>
          <a:p>
            <a:r>
              <a:rPr lang="fr-FR" smtClean="0"/>
              <a:t>Depois de quatro dias ele reviveu
8-  MAÎTRE, IL N’Y A PERSONNE  SUR TOUTE LA TERRE </a:t>
            </a:r>
          </a:p>
          <a:p>
            <a:r>
              <a:rPr lang="fr-FR" smtClean="0"/>
              <a:t>Mestre não há outro que possa fazer
9-  QUI PUISSE ACCOMPLIR CE QUE SEUL TON NOM PUISSANT PEUT FAIRE </a:t>
            </a:r>
          </a:p>
          <a:p>
            <a:r>
              <a:rPr lang="fr-FR" smtClean="0"/>
              <a:t>Aquilo que só o Teu nome tem todo poder
10-  MAÎTRE J’AI TANT BESOIN D’UN MIRACLE 
Eu preciso tanto de um milagre</a:t>
            </a:r>
          </a:p>
          <a:p>
            <a:endParaRPr lang="fr-FR" smtClean="0"/>
          </a:p>
          <a:p>
            <a:r>
              <a:rPr lang="fr-FR" smtClean="0"/>
              <a:t>	Refrain: </a:t>
            </a:r>
          </a:p>
          <a:p>
            <a:r>
              <a:rPr lang="fr-FR" smtClean="0"/>
              <a:t>	11-  QUE MA PIERRE ROULE DEVANT TOI PAR MON NOM APPELLE-MOI </a:t>
            </a:r>
          </a:p>
          <a:p>
            <a:r>
              <a:rPr lang="fr-FR" smtClean="0"/>
              <a:t>	Remove minha pedra, me chama pelo nome
	12-  VIENS CHANGER MON HISTOIRE RESSUSCITE MES RÊVES </a:t>
            </a:r>
          </a:p>
          <a:p>
            <a:r>
              <a:rPr lang="fr-FR" smtClean="0"/>
              <a:t>	Muda minha história, ressuscita os meus sonhos
	13-  TRANSFORME MA VIE, Ô ROI FAIS DE MOI UN MIRACLE</a:t>
            </a:r>
          </a:p>
          <a:p>
            <a:r>
              <a:rPr lang="fr-FR" smtClean="0"/>
              <a:t>	Transforma minha vida, me faz um milagre 
	14-  OUI, AUJOURD’HUI, TOUCHE-MOI DU TOMBEAU LIBÈRE-MOI/APPELLE-MOI </a:t>
            </a:r>
          </a:p>
          <a:p>
            <a:r>
              <a:rPr lang="fr-FR" smtClean="0"/>
              <a:t>	Me toca nessa hora, me chama para fora
	15-  RESSUSCITE-MOI </a:t>
            </a:r>
          </a:p>
          <a:p>
            <a:r>
              <a:rPr lang="fr-FR" smtClean="0"/>
              <a:t>	Ressuscita-me</a:t>
            </a:r>
          </a:p>
          <a:p>
            <a:endParaRPr lang="fr-FR" smtClean="0"/>
          </a:p>
          <a:p>
            <a:r>
              <a:rPr lang="fr-FR" smtClean="0"/>
              <a:t>16-  TU ES LA SOURCE DE VIE ET CETTE FORCE EN MOI</a:t>
            </a:r>
          </a:p>
          <a:p>
            <a:r>
              <a:rPr lang="fr-FR" smtClean="0"/>
              <a:t>Tu és a própria vida, a força que há em mim 
17-  OUI, TU ES LE FILS DE DIEU TU ME RENDS VICTORIEUSE </a:t>
            </a:r>
          </a:p>
          <a:p>
            <a:r>
              <a:rPr lang="fr-FR" smtClean="0"/>
              <a:t>Tu és o Filho de Deus, Que me ergues pra vencer
18-  SEIGNEUR DE TOUT EN MOI J’PEUX ENTENDRE TA VOIX</a:t>
            </a:r>
          </a:p>
          <a:p>
            <a:r>
              <a:rPr lang="fr-FR" smtClean="0"/>
              <a:t>Senhor de tudo em mim, já ouço a Tua voz
19-  QUI ME RAPPELLE À LA VIE À TA PUISSANCE AUJOURD’HUI 
Me chamando pra viver, uma história de poder!</a:t>
            </a:r>
          </a:p>
          <a:p>
            <a:endParaRPr lang="fr-FR" smtClean="0"/>
          </a:p>
          <a:p>
            <a:r>
              <a:rPr lang="fr-FR" smtClean="0"/>
              <a:t>	Refrain: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48059153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MAÎTRE J’AI TANT BESOIN D’UN MIRACLE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Mestre eu preciso de um milagre 
2-  VIENS TRANSFORMER MA VIE  ET CHANGE-MOI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Transforma minha vida, meu estado
3-  LA LUMIÈRE DU JOUR  A PERDU SON ÉCLAT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Faz tempo que eu não vejo a luz do dia 
4-  ILS ESSAYENT À JAMAIS  D’ENTERRER MA JOIE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Estão tentando sepultar minha alegria
5-  ET D’ANNULER TOUS MES RÊVES  POUR TOUJOURS 
Tentando ver meus sonhos cancelados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6-  LAZARE A PU ENTENDRE TA VOIX QUAND CETTE PIERRE, TU AS ENLEVÉE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Lázaro ouviu a Sua voz, quando aquela pedra removeu
7-  APRÈS QUATRE JOURS  IL S’EST ENFIN RELEVÉ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Depois de quatro dias ele reviveu
8-  MAÎTRE, IL N’Y A PERSONNE  SUR TOUTE LA TERRE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Mestre não há outro que possa fazer
9-  QUI PUISSE ACCOMPLIR CE QUE SEUL TON NOM PUISSANT PEUT FAIRE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Aquilo que só o Teu nome tem todo poder
10-  MAÎTRE J’AI TANT BESOIN D’UN MIRACLE 
Eu preciso tanto de um milagre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11-  QUE MA PIERRE ROULE DEVANT TOI PAR MON NOM APPELLE-MOI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Remove minha pedra, me chama pelo nome
	12-  VIENS CHANGER MON HISTOIRE RESSUSCITE MES RÊVES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Muda minha história, ressuscita os meus sonhos
	13-  TRANSFORME MA VIE, Ô ROI FAIS DE MOI UN MIRACLE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Transforma minha vida, me faz um milagre 
	14-  OUI, AUJOURD’HUI, TOUCHE-MOI DU TOMBEAU LIBÈRE-MOI/APPELLE-MOI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Me toca nessa hora, me chama para fora
	15-  RESSUSCITE-MOI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Ressuscita-me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16-  TU ES LA SOURCE DE VIE ET CETTE FORCE EN MOI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és a própria vida, a força que há em mim 
17-  OUI, TU ES LE FILS DE DIEU TU ME RENDS VICTORIEUSE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és o Filho de Deus, Que me ergues pra vencer
18-  SEIGNEUR DE TOUT EN MOI J’PEUX ENTENDRE TA VOIX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Senhor de tudo em mim, já ouço a Tua voz
19-  QUI ME RAPPELLE À LA VIE À TA PUISSANCE AUJOURD’HUI 
Me chamando pra viver, uma história de poder!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Couplet:</a:t>
            </a:r>
          </a:p>
          <a:p>
            <a:r>
              <a:rPr lang="fr-FR" smtClean="0"/>
              <a:t>1-  MAÎTRE J’AI TANT BESOIN D’UN MIRACLE</a:t>
            </a:r>
          </a:p>
          <a:p>
            <a:r>
              <a:rPr lang="fr-FR" smtClean="0"/>
              <a:t>Mestre eu preciso de um milagre 
2-  VIENS TRANSFORMER MA VIE  ET CHANGE-MOI </a:t>
            </a:r>
          </a:p>
          <a:p>
            <a:r>
              <a:rPr lang="fr-FR" smtClean="0"/>
              <a:t>Transforma minha vida, meu estado
3-  LA LUMIÈRE DU JOUR  A PERDU SON ÉCLAT</a:t>
            </a:r>
          </a:p>
          <a:p>
            <a:r>
              <a:rPr lang="fr-FR" smtClean="0"/>
              <a:t>Faz tempo que eu não vejo a luz do dia 
4-  ILS ESSAYENT À JAMAIS  D’ENTERRER MA JOIE </a:t>
            </a:r>
          </a:p>
          <a:p>
            <a:r>
              <a:rPr lang="fr-FR" smtClean="0"/>
              <a:t>Estão tentando sepultar minha alegria
5-  ET D’ANNULER TOUS MES RÊVES  POUR TOUJOURS 
Tentando ver meus sonhos cancelados</a:t>
            </a:r>
          </a:p>
          <a:p>
            <a:endParaRPr lang="fr-FR" smtClean="0"/>
          </a:p>
          <a:p>
            <a:r>
              <a:rPr lang="fr-FR" smtClean="0"/>
              <a:t>6-  LAZARE A PU ENTENDRE TA VOIX QUAND CETTE PIERRE, TU AS ENLEVÉE </a:t>
            </a:r>
          </a:p>
          <a:p>
            <a:r>
              <a:rPr lang="fr-FR" smtClean="0"/>
              <a:t>Lázaro ouviu a Sua voz, quando aquela pedra removeu
7-  APRÈS QUATRE JOURS  IL S’EST ENFIN RELEVÉ </a:t>
            </a:r>
          </a:p>
          <a:p>
            <a:r>
              <a:rPr lang="fr-FR" smtClean="0"/>
              <a:t>Depois de quatro dias ele reviveu
8-  MAÎTRE, IL N’Y A PERSONNE  SUR TOUTE LA TERRE </a:t>
            </a:r>
          </a:p>
          <a:p>
            <a:r>
              <a:rPr lang="fr-FR" smtClean="0"/>
              <a:t>Mestre não há outro que possa fazer
9-  QUI PUISSE ACCOMPLIR CE QUE SEUL TON NOM PUISSANT PEUT FAIRE </a:t>
            </a:r>
          </a:p>
          <a:p>
            <a:r>
              <a:rPr lang="fr-FR" smtClean="0"/>
              <a:t>Aquilo que só o Teu nome tem todo poder
10-  MAÎTRE J’AI TANT BESOIN D’UN MIRACLE 
Eu preciso tanto de um milagre</a:t>
            </a:r>
          </a:p>
          <a:p>
            <a:endParaRPr lang="fr-FR" smtClean="0"/>
          </a:p>
          <a:p>
            <a:r>
              <a:rPr lang="fr-FR" smtClean="0"/>
              <a:t>	Refrain: </a:t>
            </a:r>
          </a:p>
          <a:p>
            <a:r>
              <a:rPr lang="fr-FR" smtClean="0"/>
              <a:t>	11-  QUE MA PIERRE ROULE DEVANT TOI PAR MON NOM APPELLE-MOI </a:t>
            </a:r>
          </a:p>
          <a:p>
            <a:r>
              <a:rPr lang="fr-FR" smtClean="0"/>
              <a:t>	Remove minha pedra, me chama pelo nome
	12-  VIENS CHANGER MON HISTOIRE RESSUSCITE MES RÊVES </a:t>
            </a:r>
          </a:p>
          <a:p>
            <a:r>
              <a:rPr lang="fr-FR" smtClean="0"/>
              <a:t>	Muda minha história, ressuscita os meus sonhos
	13-  TRANSFORME MA VIE, Ô ROI FAIS DE MOI UN MIRACLE</a:t>
            </a:r>
          </a:p>
          <a:p>
            <a:r>
              <a:rPr lang="fr-FR" smtClean="0"/>
              <a:t>	Transforma minha vida, me faz um milagre 
	14-  OUI, AUJOURD’HUI, TOUCHE-MOI DU TOMBEAU LIBÈRE-MOI/APPELLE-MOI </a:t>
            </a:r>
          </a:p>
          <a:p>
            <a:r>
              <a:rPr lang="fr-FR" smtClean="0"/>
              <a:t>	Me toca nessa hora, me chama para fora
	15-  RESSUSCITE-MOI </a:t>
            </a:r>
          </a:p>
          <a:p>
            <a:r>
              <a:rPr lang="fr-FR" smtClean="0"/>
              <a:t>	Ressuscita-me</a:t>
            </a:r>
          </a:p>
          <a:p>
            <a:endParaRPr lang="fr-FR" smtClean="0"/>
          </a:p>
          <a:p>
            <a:r>
              <a:rPr lang="fr-FR" smtClean="0"/>
              <a:t>16-  TU ES LA SOURCE DE VIE ET CETTE FORCE EN MOI</a:t>
            </a:r>
          </a:p>
          <a:p>
            <a:r>
              <a:rPr lang="fr-FR" smtClean="0"/>
              <a:t>Tu és a própria vida, a força que há em mim 
17-  OUI, TU ES LE FILS DE DIEU TU ME RENDS VICTORIEUSE </a:t>
            </a:r>
          </a:p>
          <a:p>
            <a:r>
              <a:rPr lang="fr-FR" smtClean="0"/>
              <a:t>Tu és o Filho de Deus, Que me ergues pra vencer
18-  SEIGNEUR DE TOUT EN MOI J’PEUX ENTENDRE TA VOIX</a:t>
            </a:r>
          </a:p>
          <a:p>
            <a:r>
              <a:rPr lang="fr-FR" smtClean="0"/>
              <a:t>Senhor de tudo em mim, já ouço a Tua voz
19-  QUI ME RAPPELLE À LA VIE À TA PUISSANCE AUJOURD’HUI 
Me chamando pra viver, uma história de poder!</a:t>
            </a:r>
          </a:p>
          <a:p>
            <a:endParaRPr lang="fr-FR" smtClean="0"/>
          </a:p>
          <a:p>
            <a:r>
              <a:rPr lang="fr-FR" smtClean="0"/>
              <a:t>	Refrain: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381447727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MAÎTRE J’AI TANT BESOIN D’UN MIRACLE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Mestre eu preciso de um milagre 
2-  VIENS TRANSFORMER MA VIE  ET CHANGE-MOI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Transforma minha vida, meu estado
3-  LA LUMIÈRE DU JOUR  A PERDU SON ÉCLAT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Faz tempo que eu não vejo a luz do dia 
4-  ILS ESSAYENT À JAMAIS  D’ENTERRER MA JOIE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Estão tentando sepultar minha alegria
5-  ET D’ANNULER TOUS MES RÊVES  POUR TOUJOURS 
Tentando ver meus sonhos cancelados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6-  LAZARE A PU ENTENDRE TA VOIX QUAND CETTE PIERRE, TU AS ENLEVÉE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Lázaro ouviu a Sua voz, quando aquela pedra removeu
7-  APRÈS QUATRE JOURS  IL S’EST ENFIN RELEVÉ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Depois de quatro dias ele reviveu
8-  MAÎTRE, IL N’Y A PERSONNE  SUR TOUTE LA TERRE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Mestre não há outro que possa fazer
9-  QUI PUISSE ACCOMPLIR CE QUE SEUL TON NOM PUISSANT PEUT FAIRE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Aquilo que só o Teu nome tem todo poder
10-  MAÎTRE J’AI TANT BESOIN D’UN MIRACLE 
Eu preciso tanto de um milagre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11-  QUE MA PIERRE ROULE DEVANT TOI PAR MON NOM APPELLE-MOI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Remove minha pedra, me chama pelo nome
	12-  VIENS CHANGER MON HISTOIRE RESSUSCITE MES RÊVES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Muda minha história, ressuscita os meus sonhos
	13-  TRANSFORME MA VIE, Ô ROI FAIS DE MOI UN MIRACLE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Transforma minha vida, me faz um milagre 
	14-  OUI, AUJOURD’HUI, TOUCHE-MOI DU TOMBEAU LIBÈRE-MOI/APPELLE-MOI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Me toca nessa hora, me chama para fora
	15-  RESSUSCITE-MOI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Ressuscita-me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16-  TU ES LA SOURCE DE VIE ET CETTE FORCE EN MOI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és a própria vida, a força que há em mim 
17-  OUI, TU ES LE FILS DE DIEU TU ME RENDS VICTORIEUSE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és o Filho de Deus, Que me ergues pra vencer
18-  SEIGNEUR DE TOUT EN MOI J’PEUX ENTENDRE TA VOIX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Senhor de tudo em mim, já ouço a Tua voz
19-  QUI ME RAPPELLE À LA VIE À TA PUISSANCE AUJOURD’HUI 
Me chamando pra viver, uma história de poder!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Couplet:</a:t>
            </a:r>
          </a:p>
          <a:p>
            <a:r>
              <a:rPr lang="fr-FR" smtClean="0"/>
              <a:t>1-  MAÎTRE J’AI TANT BESOIN D’UN MIRACLE</a:t>
            </a:r>
          </a:p>
          <a:p>
            <a:r>
              <a:rPr lang="fr-FR" smtClean="0"/>
              <a:t>Mestre eu preciso de um milagre 
2-  VIENS TRANSFORMER MA VIE  ET CHANGE-MOI </a:t>
            </a:r>
          </a:p>
          <a:p>
            <a:r>
              <a:rPr lang="fr-FR" smtClean="0"/>
              <a:t>Transforma minha vida, meu estado
3-  LA LUMIÈRE DU JOUR  A PERDU SON ÉCLAT</a:t>
            </a:r>
          </a:p>
          <a:p>
            <a:r>
              <a:rPr lang="fr-FR" smtClean="0"/>
              <a:t>Faz tempo que eu não vejo a luz do dia 
4-  ILS ESSAYENT À JAMAIS  D’ENTERRER MA JOIE </a:t>
            </a:r>
          </a:p>
          <a:p>
            <a:r>
              <a:rPr lang="fr-FR" smtClean="0"/>
              <a:t>Estão tentando sepultar minha alegria
5-  ET D’ANNULER TOUS MES RÊVES  POUR TOUJOURS 
Tentando ver meus sonhos cancelados</a:t>
            </a:r>
          </a:p>
          <a:p>
            <a:endParaRPr lang="fr-FR" smtClean="0"/>
          </a:p>
          <a:p>
            <a:r>
              <a:rPr lang="fr-FR" smtClean="0"/>
              <a:t>6-  LAZARE A PU ENTENDRE TA VOIX QUAND CETTE PIERRE, TU AS ENLEVÉE </a:t>
            </a:r>
          </a:p>
          <a:p>
            <a:r>
              <a:rPr lang="fr-FR" smtClean="0"/>
              <a:t>Lázaro ouviu a Sua voz, quando aquela pedra removeu
7-  APRÈS QUATRE JOURS  IL S’EST ENFIN RELEVÉ </a:t>
            </a:r>
          </a:p>
          <a:p>
            <a:r>
              <a:rPr lang="fr-FR" smtClean="0"/>
              <a:t>Depois de quatro dias ele reviveu
8-  MAÎTRE, IL N’Y A PERSONNE  SUR TOUTE LA TERRE </a:t>
            </a:r>
          </a:p>
          <a:p>
            <a:r>
              <a:rPr lang="fr-FR" smtClean="0"/>
              <a:t>Mestre não há outro que possa fazer
9-  QUI PUISSE ACCOMPLIR CE QUE SEUL TON NOM PUISSANT PEUT FAIRE </a:t>
            </a:r>
          </a:p>
          <a:p>
            <a:r>
              <a:rPr lang="fr-FR" smtClean="0"/>
              <a:t>Aquilo que só o Teu nome tem todo poder
10-  MAÎTRE J’AI TANT BESOIN D’UN MIRACLE 
Eu preciso tanto de um milagre</a:t>
            </a:r>
          </a:p>
          <a:p>
            <a:endParaRPr lang="fr-FR" smtClean="0"/>
          </a:p>
          <a:p>
            <a:r>
              <a:rPr lang="fr-FR" smtClean="0"/>
              <a:t>	Refrain: </a:t>
            </a:r>
          </a:p>
          <a:p>
            <a:r>
              <a:rPr lang="fr-FR" smtClean="0"/>
              <a:t>	11-  QUE MA PIERRE ROULE DEVANT TOI PAR MON NOM APPELLE-MOI </a:t>
            </a:r>
          </a:p>
          <a:p>
            <a:r>
              <a:rPr lang="fr-FR" smtClean="0"/>
              <a:t>	Remove minha pedra, me chama pelo nome
	12-  VIENS CHANGER MON HISTOIRE RESSUSCITE MES RÊVES </a:t>
            </a:r>
          </a:p>
          <a:p>
            <a:r>
              <a:rPr lang="fr-FR" smtClean="0"/>
              <a:t>	Muda minha história, ressuscita os meus sonhos
	13-  TRANSFORME MA VIE, Ô ROI FAIS DE MOI UN MIRACLE</a:t>
            </a:r>
          </a:p>
          <a:p>
            <a:r>
              <a:rPr lang="fr-FR" smtClean="0"/>
              <a:t>	Transforma minha vida, me faz um milagre 
	14-  OUI, AUJOURD’HUI, TOUCHE-MOI DU TOMBEAU LIBÈRE-MOI/APPELLE-MOI </a:t>
            </a:r>
          </a:p>
          <a:p>
            <a:r>
              <a:rPr lang="fr-FR" smtClean="0"/>
              <a:t>	Me toca nessa hora, me chama para fora
	15-  RESSUSCITE-MOI </a:t>
            </a:r>
          </a:p>
          <a:p>
            <a:r>
              <a:rPr lang="fr-FR" smtClean="0"/>
              <a:t>	Ressuscita-me</a:t>
            </a:r>
          </a:p>
          <a:p>
            <a:endParaRPr lang="fr-FR" smtClean="0"/>
          </a:p>
          <a:p>
            <a:r>
              <a:rPr lang="fr-FR" smtClean="0"/>
              <a:t>16-  TU ES LA SOURCE DE VIE ET CETTE FORCE EN MOI</a:t>
            </a:r>
          </a:p>
          <a:p>
            <a:r>
              <a:rPr lang="fr-FR" smtClean="0"/>
              <a:t>Tu és a própria vida, a força que há em mim 
17-  OUI, TU ES LE FILS DE DIEU TU ME RENDS VICTORIEUSE </a:t>
            </a:r>
          </a:p>
          <a:p>
            <a:r>
              <a:rPr lang="fr-FR" smtClean="0"/>
              <a:t>Tu és o Filho de Deus, Que me ergues pra vencer
18-  SEIGNEUR DE TOUT EN MOI J’PEUX ENTENDRE TA VOIX</a:t>
            </a:r>
          </a:p>
          <a:p>
            <a:r>
              <a:rPr lang="fr-FR" smtClean="0"/>
              <a:t>Senhor de tudo em mim, já ouço a Tua voz
19-  QUI ME RAPPELLE À LA VIE À TA PUISSANCE AUJOURD’HUI 
Me chamando pra viver, uma história de poder!</a:t>
            </a:r>
          </a:p>
          <a:p>
            <a:endParaRPr lang="fr-FR" smtClean="0"/>
          </a:p>
          <a:p>
            <a:r>
              <a:rPr lang="fr-FR" smtClean="0"/>
              <a:t>	Refrain: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400451551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MAÎTRE J’AI TANT BESOIN D’UN MIRACLE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Mestre eu preciso de um milagre 
2-  VIENS TRANSFORMER MA VIE  ET CHANGE-MOI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Transforma minha vida, meu estado
3-  LA LUMIÈRE DU JOUR  A PERDU SON ÉCLAT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Faz tempo que eu não vejo a luz do dia 
4-  ILS ESSAYENT À JAMAIS  D’ENTERRER MA JOIE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Estão tentando sepultar minha alegria
5-  ET D’ANNULER TOUS MES RÊVES  POUR TOUJOURS 
Tentando ver meus sonhos cancelados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6-  LAZARE A PU ENTENDRE TA VOIX QUAND CETTE PIERRE, TU AS ENLEVÉE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Lázaro ouviu a Sua voz, quando aquela pedra removeu
7-  APRÈS QUATRE JOURS  IL S’EST ENFIN RELEVÉ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Depois de quatro dias ele reviveu
8-  MAÎTRE, IL N’Y A PERSONNE  SUR TOUTE LA TERRE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Mestre não há outro que possa fazer
9-  QUI PUISSE ACCOMPLIR CE QUE SEUL TON NOM PUISSANT PEUT FAIRE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Aquilo que só o Teu nome tem todo poder
10-  MAÎTRE J’AI TANT BESOIN D’UN MIRACLE 
Eu preciso tanto de um milagre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11-  QUE MA PIERRE ROULE DEVANT TOI PAR MON NOM APPELLE-MOI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Remove minha pedra, me chama pelo nome
	12-  VIENS CHANGER MON HISTOIRE RESSUSCITE MES RÊVES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Muda minha história, ressuscita os meus sonhos
	13-  TRANSFORME MA VIE, Ô ROI FAIS DE MOI UN MIRACLE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Transforma minha vida, me faz um milagre 
	14-  OUI, AUJOURD’HUI, TOUCHE-MOI DU TOMBEAU LIBÈRE-MOI/APPELLE-MOI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Me toca nessa hora, me chama para fora
	15-  RESSUSCITE-MOI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Ressuscita-me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16-  TU ES LA SOURCE DE VIE ET CETTE FORCE EN MOI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és a própria vida, a força que há em mim 
17-  OUI, TU ES LE FILS DE DIEU TU ME RENDS VICTORIEUSE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és o Filho de Deus, Que me ergues pra vencer
18-  SEIGNEUR DE TOUT EN MOI J’PEUX ENTENDRE TA VOIX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Senhor de tudo em mim, já ouço a Tua voz
19-  QUI ME RAPPELLE À LA VIE À TA PUISSANCE AUJOURD’HUI 
Me chamando pra viver, uma história de poder!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Couplet:</a:t>
            </a:r>
          </a:p>
          <a:p>
            <a:r>
              <a:rPr lang="fr-FR" smtClean="0"/>
              <a:t>1-  MAÎTRE J’AI TANT BESOIN D’UN MIRACLE</a:t>
            </a:r>
          </a:p>
          <a:p>
            <a:r>
              <a:rPr lang="fr-FR" smtClean="0"/>
              <a:t>Mestre eu preciso de um milagre 
2-  VIENS TRANSFORMER MA VIE  ET CHANGE-MOI </a:t>
            </a:r>
          </a:p>
          <a:p>
            <a:r>
              <a:rPr lang="fr-FR" smtClean="0"/>
              <a:t>Transforma minha vida, meu estado
3-  LA LUMIÈRE DU JOUR  A PERDU SON ÉCLAT</a:t>
            </a:r>
          </a:p>
          <a:p>
            <a:r>
              <a:rPr lang="fr-FR" smtClean="0"/>
              <a:t>Faz tempo que eu não vejo a luz do dia 
4-  ILS ESSAYENT À JAMAIS  D’ENTERRER MA JOIE </a:t>
            </a:r>
          </a:p>
          <a:p>
            <a:r>
              <a:rPr lang="fr-FR" smtClean="0"/>
              <a:t>Estão tentando sepultar minha alegria
5-  ET D’ANNULER TOUS MES RÊVES  POUR TOUJOURS 
Tentando ver meus sonhos cancelados</a:t>
            </a:r>
          </a:p>
          <a:p>
            <a:endParaRPr lang="fr-FR" smtClean="0"/>
          </a:p>
          <a:p>
            <a:r>
              <a:rPr lang="fr-FR" smtClean="0"/>
              <a:t>6-  LAZARE A PU ENTENDRE TA VOIX QUAND CETTE PIERRE, TU AS ENLEVÉE </a:t>
            </a:r>
          </a:p>
          <a:p>
            <a:r>
              <a:rPr lang="fr-FR" smtClean="0"/>
              <a:t>Lázaro ouviu a Sua voz, quando aquela pedra removeu
7-  APRÈS QUATRE JOURS  IL S’EST ENFIN RELEVÉ </a:t>
            </a:r>
          </a:p>
          <a:p>
            <a:r>
              <a:rPr lang="fr-FR" smtClean="0"/>
              <a:t>Depois de quatro dias ele reviveu
8-  MAÎTRE, IL N’Y A PERSONNE  SUR TOUTE LA TERRE </a:t>
            </a:r>
          </a:p>
          <a:p>
            <a:r>
              <a:rPr lang="fr-FR" smtClean="0"/>
              <a:t>Mestre não há outro que possa fazer
9-  QUI PUISSE ACCOMPLIR CE QUE SEUL TON NOM PUISSANT PEUT FAIRE </a:t>
            </a:r>
          </a:p>
          <a:p>
            <a:r>
              <a:rPr lang="fr-FR" smtClean="0"/>
              <a:t>Aquilo que só o Teu nome tem todo poder
10-  MAÎTRE J’AI TANT BESOIN D’UN MIRACLE 
Eu preciso tanto de um milagre</a:t>
            </a:r>
          </a:p>
          <a:p>
            <a:endParaRPr lang="fr-FR" smtClean="0"/>
          </a:p>
          <a:p>
            <a:r>
              <a:rPr lang="fr-FR" smtClean="0"/>
              <a:t>	Refrain: </a:t>
            </a:r>
          </a:p>
          <a:p>
            <a:r>
              <a:rPr lang="fr-FR" smtClean="0"/>
              <a:t>	11-  QUE MA PIERRE ROULE DEVANT TOI PAR MON NOM APPELLE-MOI </a:t>
            </a:r>
          </a:p>
          <a:p>
            <a:r>
              <a:rPr lang="fr-FR" smtClean="0"/>
              <a:t>	Remove minha pedra, me chama pelo nome
	12-  VIENS CHANGER MON HISTOIRE RESSUSCITE MES RÊVES </a:t>
            </a:r>
          </a:p>
          <a:p>
            <a:r>
              <a:rPr lang="fr-FR" smtClean="0"/>
              <a:t>	Muda minha história, ressuscita os meus sonhos
	13-  TRANSFORME MA VIE, Ô ROI FAIS DE MOI UN MIRACLE</a:t>
            </a:r>
          </a:p>
          <a:p>
            <a:r>
              <a:rPr lang="fr-FR" smtClean="0"/>
              <a:t>	Transforma minha vida, me faz um milagre 
	14-  OUI, AUJOURD’HUI, TOUCHE-MOI DU TOMBEAU LIBÈRE-MOI/APPELLE-MOI </a:t>
            </a:r>
          </a:p>
          <a:p>
            <a:r>
              <a:rPr lang="fr-FR" smtClean="0"/>
              <a:t>	Me toca nessa hora, me chama para fora
	15-  RESSUSCITE-MOI </a:t>
            </a:r>
          </a:p>
          <a:p>
            <a:r>
              <a:rPr lang="fr-FR" smtClean="0"/>
              <a:t>	Ressuscita-me</a:t>
            </a:r>
          </a:p>
          <a:p>
            <a:endParaRPr lang="fr-FR" smtClean="0"/>
          </a:p>
          <a:p>
            <a:r>
              <a:rPr lang="fr-FR" smtClean="0"/>
              <a:t>16-  TU ES LA SOURCE DE VIE ET CETTE FORCE EN MOI</a:t>
            </a:r>
          </a:p>
          <a:p>
            <a:r>
              <a:rPr lang="fr-FR" smtClean="0"/>
              <a:t>Tu és a própria vida, a força que há em mim 
17-  OUI, TU ES LE FILS DE DIEU TU ME RENDS VICTORIEUSE </a:t>
            </a:r>
          </a:p>
          <a:p>
            <a:r>
              <a:rPr lang="fr-FR" smtClean="0"/>
              <a:t>Tu és o Filho de Deus, Que me ergues pra vencer
18-  SEIGNEUR DE TOUT EN MOI J’PEUX ENTENDRE TA VOIX</a:t>
            </a:r>
          </a:p>
          <a:p>
            <a:r>
              <a:rPr lang="fr-FR" smtClean="0"/>
              <a:t>Senhor de tudo em mim, já ouço a Tua voz
19-  QUI ME RAPPELLE À LA VIE À TA PUISSANCE AUJOURD’HUI 
Me chamando pra viver, uma história de poder!</a:t>
            </a:r>
          </a:p>
          <a:p>
            <a:endParaRPr lang="fr-FR" smtClean="0"/>
          </a:p>
          <a:p>
            <a:r>
              <a:rPr lang="fr-FR" smtClean="0"/>
              <a:t>	Refrain: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970810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354340-8694-43B1-A8F9-8E748220BC3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543B6D-89BE-450D-8D53-2308253AE27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C3E2F4-B7A3-4813-BE5C-672B7F7D1E8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DB8B2E-583A-48DE-BB44-C7FB74698DB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8FD8B5-C06A-440D-B0B5-77ABBB4F4D4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C13DC5-A4A8-43AE-8B11-09841DC1F16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93AA14-3C2E-4463-943D-566FAF1C012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27DA1D-7883-4C0B-AF3B-D788BE76251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ACC378-7A87-4B48-ACEF-BA72740CA7A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9DFD0D-0B84-411C-A304-DD06AF36AA3B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482FE5-0FCA-4201-B57D-5A728375556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9821B596-1B06-490A-A978-F71EF6E2CD71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MAÎTRE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J’AI TANT BESOIN D’UN MIRACLE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VIENS TRANSFORMER MA VIE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CHANGE-MOI</a:t>
            </a:r>
          </a:p>
        </p:txBody>
      </p:sp>
    </p:spTree>
    <p:extLst>
      <p:ext uri="{BB962C8B-B14F-4D97-AF65-F5344CB8AC3E}">
        <p14:creationId xmlns:p14="http://schemas.microsoft.com/office/powerpoint/2010/main" val="6731893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LA LUMIÈRE DU JOUR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 PERDU SON ÉCLAT</a:t>
            </a:r>
          </a:p>
        </p:txBody>
      </p:sp>
    </p:spTree>
    <p:extLst>
      <p:ext uri="{BB962C8B-B14F-4D97-AF65-F5344CB8AC3E}">
        <p14:creationId xmlns:p14="http://schemas.microsoft.com/office/powerpoint/2010/main" val="27342175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ILS ESSAYENT À JAMAIS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D’ENTERRER MA JOIE</a:t>
            </a:r>
          </a:p>
        </p:txBody>
      </p:sp>
    </p:spTree>
    <p:extLst>
      <p:ext uri="{BB962C8B-B14F-4D97-AF65-F5344CB8AC3E}">
        <p14:creationId xmlns:p14="http://schemas.microsoft.com/office/powerpoint/2010/main" val="3992150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D’ANNULER TOUS MES RÊVES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POUR TOUJOURS</a:t>
            </a:r>
          </a:p>
        </p:txBody>
      </p:sp>
    </p:spTree>
    <p:extLst>
      <p:ext uri="{BB962C8B-B14F-4D97-AF65-F5344CB8AC3E}">
        <p14:creationId xmlns:p14="http://schemas.microsoft.com/office/powerpoint/2010/main" val="24203041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LAZARE A PU ENTENDRE TA VOIX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QUAND CETTE PIERRE, TU AS ENLEVÉE</a:t>
            </a:r>
            <a:endParaRPr lang="fr-FR" alt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5965978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APRÈS QUATRE JOURS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S’EST ENFIN RELEVÉ</a:t>
            </a:r>
          </a:p>
        </p:txBody>
      </p:sp>
    </p:spTree>
    <p:extLst>
      <p:ext uri="{BB962C8B-B14F-4D97-AF65-F5344CB8AC3E}">
        <p14:creationId xmlns:p14="http://schemas.microsoft.com/office/powerpoint/2010/main" val="30342843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MAÎTRE, IL N’Y A PERSONNE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SUR TOUTE LA TERRE</a:t>
            </a:r>
          </a:p>
        </p:txBody>
      </p:sp>
    </p:spTree>
    <p:extLst>
      <p:ext uri="{BB962C8B-B14F-4D97-AF65-F5344CB8AC3E}">
        <p14:creationId xmlns:p14="http://schemas.microsoft.com/office/powerpoint/2010/main" val="19725469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QUI PUISSE ACCOMPLIR CE QUE SEUL TON NOM PUISSANT PEUT FAIRE</a:t>
            </a:r>
          </a:p>
        </p:txBody>
      </p:sp>
    </p:spTree>
    <p:extLst>
      <p:ext uri="{BB962C8B-B14F-4D97-AF65-F5344CB8AC3E}">
        <p14:creationId xmlns:p14="http://schemas.microsoft.com/office/powerpoint/2010/main" val="16086653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MAÎTRE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J’AI TANT BESOIN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D’UN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MIRACLE</a:t>
            </a:r>
          </a:p>
        </p:txBody>
      </p:sp>
    </p:spTree>
    <p:extLst>
      <p:ext uri="{BB962C8B-B14F-4D97-AF65-F5344CB8AC3E}">
        <p14:creationId xmlns:p14="http://schemas.microsoft.com/office/powerpoint/2010/main" val="13160763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 MA PIERRE ROULE DEVANT TOI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PAR MON NOM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APPELLE-MOI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682435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VIENS CHANGER MON HISTOIRE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RESSUSCITE MES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RÊVES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7115696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TRANSFORME MA VIE, Ô ROI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FAIS DE MOI UN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MIRACLE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829328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OUI, AUJOURD’HUI, TOUCHE-MOI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DU TOMBEAU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LIBÈRE-MOI/APPELLE-MOI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6865121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646331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RESSUSCITE-MOI</a:t>
            </a:r>
          </a:p>
        </p:txBody>
      </p:sp>
    </p:spTree>
    <p:extLst>
      <p:ext uri="{BB962C8B-B14F-4D97-AF65-F5344CB8AC3E}">
        <p14:creationId xmlns:p14="http://schemas.microsoft.com/office/powerpoint/2010/main" val="10730042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ES LA SOURCE DE VIE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CETTE FORCE EN MOI</a:t>
            </a:r>
            <a:endParaRPr lang="fr-FR" alt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5193573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OUI, TU ES LE FILS DE DIEU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ME RENDS VICTORIEUSE</a:t>
            </a:r>
            <a:endParaRPr lang="fr-FR" alt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8214155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SEIGNEUR DE TOUT EN MOI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J’PEUX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ENTENDRE TA VOIX</a:t>
            </a:r>
          </a:p>
        </p:txBody>
      </p:sp>
    </p:spTree>
    <p:extLst>
      <p:ext uri="{BB962C8B-B14F-4D97-AF65-F5344CB8AC3E}">
        <p14:creationId xmlns:p14="http://schemas.microsoft.com/office/powerpoint/2010/main" val="7760804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QUI ME RAPPELLE À LA VIE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À TA PUISSANCE AUJOURD’HUI</a:t>
            </a:r>
            <a:endParaRPr lang="fr-FR" alt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6061344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17249</TotalTime>
  <Words>730</Words>
  <Application>Microsoft Office PowerPoint</Application>
  <PresentationFormat>Affichage à l'écran (4:3)</PresentationFormat>
  <Paragraphs>1062</Paragraphs>
  <Slides>19</Slides>
  <Notes>19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19</vt:i4>
      </vt:variant>
    </vt:vector>
  </HeadingPairs>
  <TitlesOfParts>
    <vt:vector size="22" baseType="lpstr">
      <vt:lpstr>Calibri</vt:lpstr>
      <vt:lpstr>Franklin Gothic Medium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181</cp:revision>
  <dcterms:created xsi:type="dcterms:W3CDTF">2002-08-17T10:50:50Z</dcterms:created>
  <dcterms:modified xsi:type="dcterms:W3CDTF">2018-07-06T11:34:52Z</dcterms:modified>
</cp:coreProperties>
</file>