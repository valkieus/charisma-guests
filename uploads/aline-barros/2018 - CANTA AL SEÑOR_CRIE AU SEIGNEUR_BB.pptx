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59" r:id="rId3"/>
    <p:sldId id="260" r:id="rId4"/>
    <p:sldId id="261" r:id="rId5"/>
    <p:sldId id="262" r:id="rId6"/>
    <p:sldId id="266" r:id="rId7"/>
    <p:sldId id="267" r:id="rId8"/>
    <p:sldId id="268" r:id="rId9"/>
    <p:sldId id="265" r:id="rId10"/>
    <p:sldId id="269" r:id="rId11"/>
    <p:sldId id="270" r:id="rId12"/>
    <p:sldId id="271" r:id="rId13"/>
    <p:sldId id="272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27287" autoAdjust="0"/>
  </p:normalViewPr>
  <p:slideViewPr>
    <p:cSldViewPr>
      <p:cViewPr varScale="1">
        <p:scale>
          <a:sx n="18" d="100"/>
          <a:sy n="18" d="100"/>
        </p:scale>
        <p:origin x="74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A99EBE5-68C7-47FD-AD1C-2F9D4E6A5316}" type="datetimeFigureOut">
              <a:rPr lang="fr-FR"/>
              <a:pPr>
                <a:defRPr/>
              </a:pPr>
              <a:t>06/07/2018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8A37089-53DC-4BAA-A076-9DFA237C4E9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6367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MON JÉSUS, MON SAUVEUR NUL N’EST COMPARABLE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Mi Cristo mi </a:t>
            </a:r>
            <a:r>
              <a:rPr lang="fr-FR" dirty="0" err="1" smtClean="0"/>
              <a:t>Dios</a:t>
            </a:r>
            <a:r>
              <a:rPr lang="fr-FR" dirty="0" smtClean="0"/>
              <a:t>, </a:t>
            </a:r>
            <a:r>
              <a:rPr lang="fr-FR" dirty="0" err="1" smtClean="0"/>
              <a:t>nadie</a:t>
            </a:r>
            <a:r>
              <a:rPr lang="fr-FR" dirty="0" smtClean="0"/>
              <a:t> es </a:t>
            </a:r>
            <a:r>
              <a:rPr lang="fr-FR" dirty="0" err="1" smtClean="0"/>
              <a:t>como</a:t>
            </a:r>
            <a:r>
              <a:rPr lang="fr-FR" dirty="0" smtClean="0"/>
              <a:t> Tu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ET CHAQUE JOUR, JE VEUX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toda</a:t>
            </a:r>
            <a:r>
              <a:rPr lang="fr-FR" dirty="0" smtClean="0"/>
              <a:t> mi vida </a:t>
            </a:r>
            <a:r>
              <a:rPr lang="fr-FR" dirty="0" err="1" smtClean="0"/>
              <a:t>quiero</a:t>
            </a:r>
            <a:r>
              <a:rPr lang="fr-FR" dirty="0" smtClean="0"/>
              <a:t> </a:t>
            </a:r>
            <a:r>
              <a:rPr lang="fr-FR" dirty="0" err="1" smtClean="0"/>
              <a:t>exaltar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LES MERVEILLES DE TON GRAND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las </a:t>
            </a:r>
            <a:r>
              <a:rPr lang="fr-FR" dirty="0" err="1" smtClean="0"/>
              <a:t>maravillas</a:t>
            </a:r>
            <a:r>
              <a:rPr lang="fr-FR" dirty="0" smtClean="0"/>
              <a:t> de Tu </a:t>
            </a:r>
            <a:r>
              <a:rPr lang="fr-FR" dirty="0" err="1" smtClean="0"/>
              <a:t>amor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MON APPUI, MON ABRI TOI, MON REFUGE ET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Consuelo </a:t>
            </a:r>
            <a:r>
              <a:rPr lang="fr-FR" dirty="0" err="1" smtClean="0"/>
              <a:t>refugio</a:t>
            </a:r>
            <a:r>
              <a:rPr lang="fr-FR" dirty="0" smtClean="0"/>
              <a:t> Torre de </a:t>
            </a:r>
            <a:r>
              <a:rPr lang="fr-FR" dirty="0" err="1" smtClean="0"/>
              <a:t>Fuerza</a:t>
            </a:r>
            <a:r>
              <a:rPr lang="fr-FR" dirty="0" smtClean="0"/>
              <a:t> y </a:t>
            </a:r>
            <a:r>
              <a:rPr lang="fr-FR" dirty="0" err="1" smtClean="0"/>
              <a:t>Poder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TOUT CE QUE J’AI, CE QUE JE SUIS T’ADORE ÉTERNELLEMENT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todo</a:t>
            </a:r>
            <a:r>
              <a:rPr lang="fr-FR" dirty="0" smtClean="0"/>
              <a:t> mi </a:t>
            </a:r>
            <a:r>
              <a:rPr lang="fr-FR" dirty="0" err="1" smtClean="0"/>
              <a:t>ser</a:t>
            </a:r>
            <a:r>
              <a:rPr lang="fr-FR" dirty="0" smtClean="0"/>
              <a:t> </a:t>
            </a:r>
            <a:r>
              <a:rPr lang="fr-FR" dirty="0" err="1" smtClean="0"/>
              <a:t>lo</a:t>
            </a:r>
            <a:r>
              <a:rPr lang="fr-FR" dirty="0" smtClean="0"/>
              <a:t> que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soy</a:t>
            </a:r>
            <a:r>
              <a:rPr lang="fr-FR" dirty="0" smtClean="0"/>
              <a:t> </a:t>
            </a:r>
            <a:r>
              <a:rPr lang="fr-FR" dirty="0" err="1" smtClean="0"/>
              <a:t>nunca</a:t>
            </a:r>
            <a:r>
              <a:rPr lang="fr-FR" dirty="0" smtClean="0"/>
              <a:t> </a:t>
            </a:r>
            <a:r>
              <a:rPr lang="fr-FR" dirty="0" err="1" smtClean="0"/>
              <a:t>cesen</a:t>
            </a:r>
            <a:r>
              <a:rPr lang="fr-FR" dirty="0" smtClean="0"/>
              <a:t> de </a:t>
            </a:r>
            <a:r>
              <a:rPr lang="fr-FR" dirty="0" err="1" smtClean="0"/>
              <a:t>adorar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6-  CRIE AU SEIGNEUR CRÉATEUR, TERRE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Canta</a:t>
            </a:r>
            <a:r>
              <a:rPr lang="fr-FR" dirty="0" smtClean="0"/>
              <a:t> al Señor </a:t>
            </a:r>
            <a:r>
              <a:rPr lang="fr-FR" dirty="0" err="1" smtClean="0"/>
              <a:t>toda</a:t>
            </a:r>
            <a:r>
              <a:rPr lang="fr-FR" dirty="0" smtClean="0"/>
              <a:t> la </a:t>
            </a:r>
            <a:r>
              <a:rPr lang="fr-FR" dirty="0" err="1" smtClean="0"/>
              <a:t>creación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7-  PUISSANCE ET MAJESTÉ LOUANGE AU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Honra</a:t>
            </a:r>
            <a:r>
              <a:rPr lang="fr-FR" dirty="0" smtClean="0"/>
              <a:t> y </a:t>
            </a:r>
            <a:r>
              <a:rPr lang="fr-FR" dirty="0" err="1" smtClean="0"/>
              <a:t>Poder</a:t>
            </a:r>
            <a:r>
              <a:rPr lang="fr-FR" dirty="0" smtClean="0"/>
              <a:t> </a:t>
            </a:r>
            <a:r>
              <a:rPr lang="fr-FR" dirty="0" err="1" smtClean="0"/>
              <a:t>Majestad</a:t>
            </a:r>
            <a:r>
              <a:rPr lang="fr-FR" dirty="0" smtClean="0"/>
              <a:t> </a:t>
            </a:r>
            <a:r>
              <a:rPr lang="fr-FR" dirty="0" err="1" smtClean="0"/>
              <a:t>sean</a:t>
            </a:r>
            <a:r>
              <a:rPr lang="fr-FR" dirty="0" smtClean="0"/>
              <a:t> al Rey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8-  TOUT L’UNIVERS SE PROSTERNE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los montes </a:t>
            </a:r>
            <a:r>
              <a:rPr lang="fr-FR" dirty="0" err="1" smtClean="0"/>
              <a:t>caerán</a:t>
            </a:r>
            <a:r>
              <a:rPr lang="fr-FR" dirty="0" smtClean="0"/>
              <a:t> y el </a:t>
            </a:r>
            <a:r>
              <a:rPr lang="fr-FR" dirty="0" err="1" smtClean="0"/>
              <a:t>mar</a:t>
            </a:r>
            <a:r>
              <a:rPr lang="fr-FR" dirty="0" smtClean="0"/>
              <a:t> </a:t>
            </a:r>
            <a:r>
              <a:rPr lang="fr-FR" dirty="0" err="1" smtClean="0"/>
              <a:t>rugirá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9-  AU SON DE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al </a:t>
            </a:r>
            <a:r>
              <a:rPr lang="fr-FR" dirty="0" err="1" smtClean="0"/>
              <a:t>soñar</a:t>
            </a:r>
            <a:r>
              <a:rPr lang="fr-FR" dirty="0" smtClean="0"/>
              <a:t>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10-  JE CHANTE DE JOIE DEVANT L’ŒUVRE DE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Canto con </a:t>
            </a:r>
            <a:r>
              <a:rPr lang="fr-FR" dirty="0" err="1" smtClean="0"/>
              <a:t>gozo</a:t>
            </a:r>
            <a:r>
              <a:rPr lang="fr-FR" dirty="0" smtClean="0"/>
              <a:t> al </a:t>
            </a:r>
            <a:r>
              <a:rPr lang="fr-FR" dirty="0" err="1" smtClean="0"/>
              <a:t>mirar</a:t>
            </a:r>
            <a:r>
              <a:rPr lang="fr-FR" dirty="0" smtClean="0"/>
              <a:t> Tu </a:t>
            </a:r>
            <a:r>
              <a:rPr lang="fr-FR" dirty="0" err="1" smtClean="0"/>
              <a:t>Poder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11-  À JAMAIS JE T’AIMERAI,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por</a:t>
            </a:r>
            <a:r>
              <a:rPr lang="fr-FR" dirty="0" smtClean="0"/>
              <a:t> </a:t>
            </a:r>
            <a:r>
              <a:rPr lang="fr-FR" dirty="0" err="1" smtClean="0"/>
              <a:t>siempre</a:t>
            </a:r>
            <a:r>
              <a:rPr lang="fr-FR" dirty="0" smtClean="0"/>
              <a:t> </a:t>
            </a:r>
            <a:r>
              <a:rPr lang="fr-FR" dirty="0" err="1" smtClean="0"/>
              <a:t>yo</a:t>
            </a:r>
            <a:r>
              <a:rPr lang="fr-FR" dirty="0" smtClean="0"/>
              <a:t> Te </a:t>
            </a:r>
            <a:r>
              <a:rPr lang="fr-FR" dirty="0" err="1" smtClean="0"/>
              <a:t>amare</a:t>
            </a:r>
            <a:r>
              <a:rPr lang="fr-FR" dirty="0" smtClean="0"/>
              <a:t> y </a:t>
            </a:r>
            <a:r>
              <a:rPr lang="fr-FR" dirty="0" err="1" smtClean="0"/>
              <a:t>diré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	12-  RIEN N’EST COMPARABLE AUX PROMESSES QUE J’AI EN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incomparables </a:t>
            </a:r>
            <a:r>
              <a:rPr lang="fr-FR" dirty="0" err="1" smtClean="0"/>
              <a:t>promesas</a:t>
            </a:r>
            <a:r>
              <a:rPr lang="fr-FR" dirty="0" smtClean="0"/>
              <a:t> me </a:t>
            </a:r>
            <a:r>
              <a:rPr lang="fr-FR" dirty="0" err="1" smtClean="0"/>
              <a:t>das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13-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JÉSUS, MON SAUVEUR NUL N’EST COMPARABLE À TOI</a:t>
            </a:r>
          </a:p>
          <a:p>
            <a:r>
              <a:rPr lang="fr-FR" smtClean="0"/>
              <a:t>Mi Cristo mi Dios, nadie es como Tu</a:t>
            </a:r>
          </a:p>
          <a:p>
            <a:r>
              <a:rPr lang="fr-FR" smtClean="0"/>
              <a:t>2-  ET CHAQUE JOUR, JE VEUX LOUER </a:t>
            </a:r>
          </a:p>
          <a:p>
            <a:r>
              <a:rPr lang="fr-FR" smtClean="0"/>
              <a:t>toda mi vida quiero exaltar</a:t>
            </a:r>
          </a:p>
          <a:p>
            <a:r>
              <a:rPr lang="fr-FR" smtClean="0"/>
              <a:t>3-  LES MERVEILLES DE TON GRAND AMOUR</a:t>
            </a:r>
          </a:p>
          <a:p>
            <a:r>
              <a:rPr lang="fr-FR" smtClean="0"/>
              <a:t>las maravillas de Tu amor</a:t>
            </a:r>
          </a:p>
          <a:p>
            <a:r>
              <a:rPr lang="fr-FR" smtClean="0"/>
              <a:t>4-  MON APPUI, MON ABRI TOI, MON REFUGE ET MA FORCE</a:t>
            </a:r>
          </a:p>
          <a:p>
            <a:r>
              <a:rPr lang="fr-FR" smtClean="0"/>
              <a:t>Consuelo refugio Torre de Fuerza y Poder</a:t>
            </a:r>
          </a:p>
          <a:p>
            <a:r>
              <a:rPr lang="fr-FR" smtClean="0"/>
              <a:t>5-  TOUT CE QUE J’AI, CE QUE JE SUIS T’ADORE ÉTERNELLEMENT </a:t>
            </a:r>
          </a:p>
          <a:p>
            <a:r>
              <a:rPr lang="fr-FR" smtClean="0"/>
              <a:t>todo mi ser lo que yo soy nunca cesen de adorar</a:t>
            </a:r>
          </a:p>
          <a:p>
            <a:endParaRPr lang="fr-FR" smtClean="0"/>
          </a:p>
          <a:p>
            <a:r>
              <a:rPr lang="fr-FR" smtClean="0"/>
              <a:t>     	6-  CRIE AU SEIGNEUR CRÉATEUR, TERRE ENTIÈRE</a:t>
            </a:r>
          </a:p>
          <a:p>
            <a:r>
              <a:rPr lang="fr-FR" smtClean="0"/>
              <a:t>	Canta al Señor toda la creación</a:t>
            </a:r>
          </a:p>
          <a:p>
            <a:r>
              <a:rPr lang="fr-FR" smtClean="0"/>
              <a:t>     	7-  PUISSANCE ET MAJESTÉ LOUANGE AU ROI</a:t>
            </a:r>
          </a:p>
          <a:p>
            <a:r>
              <a:rPr lang="fr-FR" smtClean="0"/>
              <a:t>	Honra y Poder Majestad sean al Rey</a:t>
            </a:r>
          </a:p>
          <a:p>
            <a:r>
              <a:rPr lang="fr-FR" smtClean="0"/>
              <a:t>     	8-  TOUT L’UNIVERS SE PROSTERNE AUJOURD’HUI</a:t>
            </a:r>
          </a:p>
          <a:p>
            <a:r>
              <a:rPr lang="fr-FR" smtClean="0"/>
              <a:t>	los montes caerán y el mar rugirá</a:t>
            </a:r>
          </a:p>
          <a:p>
            <a:r>
              <a:rPr lang="fr-FR" smtClean="0"/>
              <a:t>     	9-  AU SON DE TON SAINT NOM</a:t>
            </a:r>
          </a:p>
          <a:p>
            <a:r>
              <a:rPr lang="fr-FR" smtClean="0"/>
              <a:t>	al soñar de Su nombre</a:t>
            </a:r>
          </a:p>
          <a:p>
            <a:r>
              <a:rPr lang="fr-FR" smtClean="0"/>
              <a:t>     	10-  JE CHANTE DE JOIE DEVANT L’ŒUVRE DE TES MAINS</a:t>
            </a:r>
          </a:p>
          <a:p>
            <a:r>
              <a:rPr lang="fr-FR" smtClean="0"/>
              <a:t>	Canto con gozo al mirar Tu Poder</a:t>
            </a:r>
          </a:p>
          <a:p>
            <a:r>
              <a:rPr lang="fr-FR" smtClean="0"/>
              <a:t>     	11-  À JAMAIS JE T’AIMERAI, JE ME TIENDRAI</a:t>
            </a:r>
          </a:p>
          <a:p>
            <a:r>
              <a:rPr lang="fr-FR" smtClean="0"/>
              <a:t>	por siempre yo Te amare y diré</a:t>
            </a:r>
          </a:p>
          <a:p>
            <a:r>
              <a:rPr lang="fr-FR" smtClean="0"/>
              <a:t>     	12-  RIEN N’EST COMPARABLE AUX PROMESSES QUE J’AI EN TOI </a:t>
            </a:r>
          </a:p>
          <a:p>
            <a:r>
              <a:rPr lang="fr-FR" smtClean="0"/>
              <a:t>	incomparables promesas me das</a:t>
            </a:r>
          </a:p>
          <a:p>
            <a:endParaRPr lang="fr-FR" smtClean="0"/>
          </a:p>
          <a:p>
            <a:r>
              <a:rPr lang="fr-FR" smtClean="0"/>
              <a:t>	13- SEIGNEUR</a:t>
            </a:r>
          </a:p>
          <a:p>
            <a:r>
              <a:rPr lang="fr-FR" smtClean="0"/>
              <a:t>	Señor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JÉSUS, MON SAUVEUR NUL N’EST COMPARABLE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Cristo mi Dios, nadie es como Tu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CHAQUE JOUR, JE VEUX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toda mi vida quiero exaltar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LES MERVEILLES DE TON GRAND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las maravillas de Tu amor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 APPUI, MON ABRI TOI, MON REFUGE ET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Consuelo refugio Torre de Fuerza y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 CE QUE J’AI, CE QUE JE SUIS T’ADORE ÉTERNELLEMENT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todo mi ser lo que yo soy nunca cesen de adorar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CRIE AU SEIGNEUR CRÉATEUR, TERRE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Canta al Señor toda la creación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PUISSANCE ET MAJESTÉ LOUANGE AU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Honra y Poder Majestad sean al Rey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TOUT L’UNIVERS SE PROSTERNE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los montes caerán y el mar rugirá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AU SON DE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 soñar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JE CHANTE DE JOIE DEVANT L’ŒUVRE DE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Canto con gozo al mirar Tu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À JAMAIS JE T’AIMERAI,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por siempre yo Te amare y diré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RIEN N’EST COMPARABLE AUX PROMESSES QUE J’AI EN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incomparables promesas me 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JÉSUS, MON SAUVEUR NUL N’EST COMPARABLE À TOI</a:t>
            </a:r>
          </a:p>
          <a:p>
            <a:r>
              <a:rPr lang="fr-FR" smtClean="0"/>
              <a:t>Mi Cristo mi Dios, nadie es como Tu</a:t>
            </a:r>
          </a:p>
          <a:p>
            <a:r>
              <a:rPr lang="fr-FR" smtClean="0"/>
              <a:t>2-  ET CHAQUE JOUR, JE VEUX LOUER </a:t>
            </a:r>
          </a:p>
          <a:p>
            <a:r>
              <a:rPr lang="fr-FR" smtClean="0"/>
              <a:t>toda mi vida quiero exaltar</a:t>
            </a:r>
          </a:p>
          <a:p>
            <a:r>
              <a:rPr lang="fr-FR" smtClean="0"/>
              <a:t>3-  LES MERVEILLES DE TON GRAND AMOUR</a:t>
            </a:r>
          </a:p>
          <a:p>
            <a:r>
              <a:rPr lang="fr-FR" smtClean="0"/>
              <a:t>las maravillas de Tu amor</a:t>
            </a:r>
          </a:p>
          <a:p>
            <a:r>
              <a:rPr lang="fr-FR" smtClean="0"/>
              <a:t>4-  MON APPUI, MON ABRI TOI, MON REFUGE ET MA FORCE</a:t>
            </a:r>
          </a:p>
          <a:p>
            <a:r>
              <a:rPr lang="fr-FR" smtClean="0"/>
              <a:t>Consuelo refugio Torre de Fuerza y Poder</a:t>
            </a:r>
          </a:p>
          <a:p>
            <a:r>
              <a:rPr lang="fr-FR" smtClean="0"/>
              <a:t>5-  TOUT CE QUE J’AI, CE QUE JE SUIS T’ADORE ÉTERNELLEMENT </a:t>
            </a:r>
          </a:p>
          <a:p>
            <a:r>
              <a:rPr lang="fr-FR" smtClean="0"/>
              <a:t>todo mi ser lo que yo soy nunca cesen de adorar</a:t>
            </a:r>
          </a:p>
          <a:p>
            <a:endParaRPr lang="fr-FR" smtClean="0"/>
          </a:p>
          <a:p>
            <a:r>
              <a:rPr lang="fr-FR" smtClean="0"/>
              <a:t>     	6-  CRIE AU SEIGNEUR CRÉATEUR, TERRE ENTIÈRE</a:t>
            </a:r>
          </a:p>
          <a:p>
            <a:r>
              <a:rPr lang="fr-FR" smtClean="0"/>
              <a:t>	Canta al Señor toda la creación</a:t>
            </a:r>
          </a:p>
          <a:p>
            <a:r>
              <a:rPr lang="fr-FR" smtClean="0"/>
              <a:t>     	7-  PUISSANCE ET MAJESTÉ LOUANGE AU ROI</a:t>
            </a:r>
          </a:p>
          <a:p>
            <a:r>
              <a:rPr lang="fr-FR" smtClean="0"/>
              <a:t>	Honra y Poder Majestad sean al Rey</a:t>
            </a:r>
          </a:p>
          <a:p>
            <a:r>
              <a:rPr lang="fr-FR" smtClean="0"/>
              <a:t>     	8-  TOUT L’UNIVERS SE PROSTERNE AUJOURD’HUI</a:t>
            </a:r>
          </a:p>
          <a:p>
            <a:r>
              <a:rPr lang="fr-FR" smtClean="0"/>
              <a:t>	los montes caerán y el mar rugirá</a:t>
            </a:r>
          </a:p>
          <a:p>
            <a:r>
              <a:rPr lang="fr-FR" smtClean="0"/>
              <a:t>     	9-  AU SON DE TON SAINT NOM</a:t>
            </a:r>
          </a:p>
          <a:p>
            <a:r>
              <a:rPr lang="fr-FR" smtClean="0"/>
              <a:t>	al soñar de Su nombre</a:t>
            </a:r>
          </a:p>
          <a:p>
            <a:r>
              <a:rPr lang="fr-FR" smtClean="0"/>
              <a:t>     	10-  JE CHANTE DE JOIE DEVANT L’ŒUVRE DE TES MAINS</a:t>
            </a:r>
          </a:p>
          <a:p>
            <a:r>
              <a:rPr lang="fr-FR" smtClean="0"/>
              <a:t>	Canto con gozo al mirar Tu Poder</a:t>
            </a:r>
          </a:p>
          <a:p>
            <a:r>
              <a:rPr lang="fr-FR" smtClean="0"/>
              <a:t>     	11-  À JAMAIS JE T’AIMERAI, JE ME TIENDRAI</a:t>
            </a:r>
          </a:p>
          <a:p>
            <a:r>
              <a:rPr lang="fr-FR" smtClean="0"/>
              <a:t>	por siempre yo Te amare y diré</a:t>
            </a:r>
          </a:p>
          <a:p>
            <a:r>
              <a:rPr lang="fr-FR" smtClean="0"/>
              <a:t>     	12-  RIEN N’EST COMPARABLE AUX PROMESSES QUE J’AI EN TOI </a:t>
            </a:r>
          </a:p>
          <a:p>
            <a:r>
              <a:rPr lang="fr-FR" smtClean="0"/>
              <a:t>	incomparables promesas me das</a:t>
            </a:r>
          </a:p>
          <a:p>
            <a:endParaRPr lang="fr-FR" smtClean="0"/>
          </a:p>
          <a:p>
            <a:r>
              <a:rPr lang="fr-FR" smtClean="0"/>
              <a:t>	13- SEIGNEUR</a:t>
            </a:r>
          </a:p>
          <a:p>
            <a:r>
              <a:rPr lang="fr-FR" smtClean="0"/>
              <a:t>	Señor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JÉSUS, MON SAUVEUR NUL N’EST COMPARABLE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Cristo mi Dios, nadie es como Tu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CHAQUE JOUR, JE VEUX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toda mi vida quiero exaltar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LES MERVEILLES DE TON GRAND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las maravillas de Tu amor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 APPUI, MON ABRI TOI, MON REFUGE ET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Consuelo refugio Torre de Fuerza y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 CE QUE J’AI, CE QUE JE SUIS T’ADORE ÉTERNELLEMENT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todo mi ser lo que yo soy nunca cesen de adorar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CRIE AU SEIGNEUR CRÉATEUR, TERRE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Canta al Señor toda la creación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PUISSANCE ET MAJESTÉ LOUANGE AU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Honra y Poder Majestad sean al Rey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TOUT L’UNIVERS SE PROSTERNE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los montes caerán y el mar rugirá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AU SON DE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 soñar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JE CHANTE DE JOIE DEVANT L’ŒUVRE DE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Canto con gozo al mirar Tu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À JAMAIS JE T’AIMERAI,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por siempre yo Te amare y diré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RIEN N’EST COMPARABLE AUX PROMESSES QUE J’AI EN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incomparables promesas me 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JÉSUS, MON SAUVEUR NUL N’EST COMPARABLE À TOI</a:t>
            </a:r>
          </a:p>
          <a:p>
            <a:r>
              <a:rPr lang="fr-FR" smtClean="0"/>
              <a:t>Mi Cristo mi Dios, nadie es como Tu</a:t>
            </a:r>
          </a:p>
          <a:p>
            <a:r>
              <a:rPr lang="fr-FR" smtClean="0"/>
              <a:t>2-  ET CHAQUE JOUR, JE VEUX LOUER </a:t>
            </a:r>
          </a:p>
          <a:p>
            <a:r>
              <a:rPr lang="fr-FR" smtClean="0"/>
              <a:t>toda mi vida quiero exaltar</a:t>
            </a:r>
          </a:p>
          <a:p>
            <a:r>
              <a:rPr lang="fr-FR" smtClean="0"/>
              <a:t>3-  LES MERVEILLES DE TON GRAND AMOUR</a:t>
            </a:r>
          </a:p>
          <a:p>
            <a:r>
              <a:rPr lang="fr-FR" smtClean="0"/>
              <a:t>las maravillas de Tu amor</a:t>
            </a:r>
          </a:p>
          <a:p>
            <a:r>
              <a:rPr lang="fr-FR" smtClean="0"/>
              <a:t>4-  MON APPUI, MON ABRI TOI, MON REFUGE ET MA FORCE</a:t>
            </a:r>
          </a:p>
          <a:p>
            <a:r>
              <a:rPr lang="fr-FR" smtClean="0"/>
              <a:t>Consuelo refugio Torre de Fuerza y Poder</a:t>
            </a:r>
          </a:p>
          <a:p>
            <a:r>
              <a:rPr lang="fr-FR" smtClean="0"/>
              <a:t>5-  TOUT CE QUE J’AI, CE QUE JE SUIS T’ADORE ÉTERNELLEMENT </a:t>
            </a:r>
          </a:p>
          <a:p>
            <a:r>
              <a:rPr lang="fr-FR" smtClean="0"/>
              <a:t>todo mi ser lo que yo soy nunca cesen de adorar</a:t>
            </a:r>
          </a:p>
          <a:p>
            <a:endParaRPr lang="fr-FR" smtClean="0"/>
          </a:p>
          <a:p>
            <a:r>
              <a:rPr lang="fr-FR" smtClean="0"/>
              <a:t>     	6-  CRIE AU SEIGNEUR CRÉATEUR, TERRE ENTIÈRE</a:t>
            </a:r>
          </a:p>
          <a:p>
            <a:r>
              <a:rPr lang="fr-FR" smtClean="0"/>
              <a:t>	Canta al Señor toda la creación</a:t>
            </a:r>
          </a:p>
          <a:p>
            <a:r>
              <a:rPr lang="fr-FR" smtClean="0"/>
              <a:t>     	7-  PUISSANCE ET MAJESTÉ LOUANGE AU ROI</a:t>
            </a:r>
          </a:p>
          <a:p>
            <a:r>
              <a:rPr lang="fr-FR" smtClean="0"/>
              <a:t>	Honra y Poder Majestad sean al Rey</a:t>
            </a:r>
          </a:p>
          <a:p>
            <a:r>
              <a:rPr lang="fr-FR" smtClean="0"/>
              <a:t>     	8-  TOUT L’UNIVERS SE PROSTERNE AUJOURD’HUI</a:t>
            </a:r>
          </a:p>
          <a:p>
            <a:r>
              <a:rPr lang="fr-FR" smtClean="0"/>
              <a:t>	los montes caerán y el mar rugirá</a:t>
            </a:r>
          </a:p>
          <a:p>
            <a:r>
              <a:rPr lang="fr-FR" smtClean="0"/>
              <a:t>     	9-  AU SON DE TON SAINT NOM</a:t>
            </a:r>
          </a:p>
          <a:p>
            <a:r>
              <a:rPr lang="fr-FR" smtClean="0"/>
              <a:t>	al soñar de Su nombre</a:t>
            </a:r>
          </a:p>
          <a:p>
            <a:r>
              <a:rPr lang="fr-FR" smtClean="0"/>
              <a:t>     	10-  JE CHANTE DE JOIE DEVANT L’ŒUVRE DE TES MAINS</a:t>
            </a:r>
          </a:p>
          <a:p>
            <a:r>
              <a:rPr lang="fr-FR" smtClean="0"/>
              <a:t>	Canto con gozo al mirar Tu Poder</a:t>
            </a:r>
          </a:p>
          <a:p>
            <a:r>
              <a:rPr lang="fr-FR" smtClean="0"/>
              <a:t>     	11-  À JAMAIS JE T’AIMERAI, JE ME TIENDRAI</a:t>
            </a:r>
          </a:p>
          <a:p>
            <a:r>
              <a:rPr lang="fr-FR" smtClean="0"/>
              <a:t>	por siempre yo Te amare y diré</a:t>
            </a:r>
          </a:p>
          <a:p>
            <a:r>
              <a:rPr lang="fr-FR" smtClean="0"/>
              <a:t>     	12-  RIEN N’EST COMPARABLE AUX PROMESSES QUE J’AI EN TOI </a:t>
            </a:r>
          </a:p>
          <a:p>
            <a:r>
              <a:rPr lang="fr-FR" smtClean="0"/>
              <a:t>	incomparables promesas me das</a:t>
            </a:r>
          </a:p>
          <a:p>
            <a:endParaRPr lang="fr-FR" smtClean="0"/>
          </a:p>
          <a:p>
            <a:r>
              <a:rPr lang="fr-FR" smtClean="0"/>
              <a:t>	13- SEIGNEUR</a:t>
            </a:r>
          </a:p>
          <a:p>
            <a:r>
              <a:rPr lang="fr-FR" smtClean="0"/>
              <a:t>	Señor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JÉSUS, MON SAUVEUR NUL N’EST COMPARABLE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Cristo mi Dios, nadie es como Tu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CHAQUE JOUR, JE VEUX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toda mi vida quiero exaltar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LES MERVEILLES DE TON GRAND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las maravillas de Tu amor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 APPUI, MON ABRI TOI, MON REFUGE ET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Consuelo refugio Torre de Fuerza y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 CE QUE J’AI, CE QUE JE SUIS T’ADORE ÉTERNELLEMENT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todo mi ser lo que yo soy nunca cesen de adorar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CRIE AU SEIGNEUR CRÉATEUR, TERRE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Canta al Señor toda la creación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PUISSANCE ET MAJESTÉ LOUANGE AU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Honra y Poder Majestad sean al Rey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TOUT L’UNIVERS SE PROSTERNE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los montes caerán y el mar rugirá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AU SON DE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 soñar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JE CHANTE DE JOIE DEVANT L’ŒUVRE DE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Canto con gozo al mirar Tu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À JAMAIS JE T’AIMERAI,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por siempre yo Te amare y diré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RIEN N’EST COMPARABLE AUX PROMESSES QUE J’AI EN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incomparables promesas me 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JÉSUS, MON SAUVEUR NUL N’EST COMPARABLE À TOI</a:t>
            </a:r>
          </a:p>
          <a:p>
            <a:r>
              <a:rPr lang="fr-FR" smtClean="0"/>
              <a:t>Mi Cristo mi Dios, nadie es como Tu</a:t>
            </a:r>
          </a:p>
          <a:p>
            <a:r>
              <a:rPr lang="fr-FR" smtClean="0"/>
              <a:t>2-  ET CHAQUE JOUR, JE VEUX LOUER </a:t>
            </a:r>
          </a:p>
          <a:p>
            <a:r>
              <a:rPr lang="fr-FR" smtClean="0"/>
              <a:t>toda mi vida quiero exaltar</a:t>
            </a:r>
          </a:p>
          <a:p>
            <a:r>
              <a:rPr lang="fr-FR" smtClean="0"/>
              <a:t>3-  LES MERVEILLES DE TON GRAND AMOUR</a:t>
            </a:r>
          </a:p>
          <a:p>
            <a:r>
              <a:rPr lang="fr-FR" smtClean="0"/>
              <a:t>las maravillas de Tu amor</a:t>
            </a:r>
          </a:p>
          <a:p>
            <a:r>
              <a:rPr lang="fr-FR" smtClean="0"/>
              <a:t>4-  MON APPUI, MON ABRI TOI, MON REFUGE ET MA FORCE</a:t>
            </a:r>
          </a:p>
          <a:p>
            <a:r>
              <a:rPr lang="fr-FR" smtClean="0"/>
              <a:t>Consuelo refugio Torre de Fuerza y Poder</a:t>
            </a:r>
          </a:p>
          <a:p>
            <a:r>
              <a:rPr lang="fr-FR" smtClean="0"/>
              <a:t>5-  TOUT CE QUE J’AI, CE QUE JE SUIS T’ADORE ÉTERNELLEMENT </a:t>
            </a:r>
          </a:p>
          <a:p>
            <a:r>
              <a:rPr lang="fr-FR" smtClean="0"/>
              <a:t>todo mi ser lo que yo soy nunca cesen de adorar</a:t>
            </a:r>
          </a:p>
          <a:p>
            <a:endParaRPr lang="fr-FR" smtClean="0"/>
          </a:p>
          <a:p>
            <a:r>
              <a:rPr lang="fr-FR" smtClean="0"/>
              <a:t>     	6-  CRIE AU SEIGNEUR CRÉATEUR, TERRE ENTIÈRE</a:t>
            </a:r>
          </a:p>
          <a:p>
            <a:r>
              <a:rPr lang="fr-FR" smtClean="0"/>
              <a:t>	Canta al Señor toda la creación</a:t>
            </a:r>
          </a:p>
          <a:p>
            <a:r>
              <a:rPr lang="fr-FR" smtClean="0"/>
              <a:t>     	7-  PUISSANCE ET MAJESTÉ LOUANGE AU ROI</a:t>
            </a:r>
          </a:p>
          <a:p>
            <a:r>
              <a:rPr lang="fr-FR" smtClean="0"/>
              <a:t>	Honra y Poder Majestad sean al Rey</a:t>
            </a:r>
          </a:p>
          <a:p>
            <a:r>
              <a:rPr lang="fr-FR" smtClean="0"/>
              <a:t>     	8-  TOUT L’UNIVERS SE PROSTERNE AUJOURD’HUI</a:t>
            </a:r>
          </a:p>
          <a:p>
            <a:r>
              <a:rPr lang="fr-FR" smtClean="0"/>
              <a:t>	los montes caerán y el mar rugirá</a:t>
            </a:r>
          </a:p>
          <a:p>
            <a:r>
              <a:rPr lang="fr-FR" smtClean="0"/>
              <a:t>     	9-  AU SON DE TON SAINT NOM</a:t>
            </a:r>
          </a:p>
          <a:p>
            <a:r>
              <a:rPr lang="fr-FR" smtClean="0"/>
              <a:t>	al soñar de Su nombre</a:t>
            </a:r>
          </a:p>
          <a:p>
            <a:r>
              <a:rPr lang="fr-FR" smtClean="0"/>
              <a:t>     	10-  JE CHANTE DE JOIE DEVANT L’ŒUVRE DE TES MAINS</a:t>
            </a:r>
          </a:p>
          <a:p>
            <a:r>
              <a:rPr lang="fr-FR" smtClean="0"/>
              <a:t>	Canto con gozo al mirar Tu Poder</a:t>
            </a:r>
          </a:p>
          <a:p>
            <a:r>
              <a:rPr lang="fr-FR" smtClean="0"/>
              <a:t>     	11-  À JAMAIS JE T’AIMERAI, JE ME TIENDRAI</a:t>
            </a:r>
          </a:p>
          <a:p>
            <a:r>
              <a:rPr lang="fr-FR" smtClean="0"/>
              <a:t>	por siempre yo Te amare y diré</a:t>
            </a:r>
          </a:p>
          <a:p>
            <a:r>
              <a:rPr lang="fr-FR" smtClean="0"/>
              <a:t>     	12-  RIEN N’EST COMPARABLE AUX PROMESSES QUE J’AI EN TOI </a:t>
            </a:r>
          </a:p>
          <a:p>
            <a:r>
              <a:rPr lang="fr-FR" smtClean="0"/>
              <a:t>	incomparables promesas me das</a:t>
            </a:r>
          </a:p>
          <a:p>
            <a:endParaRPr lang="fr-FR" smtClean="0"/>
          </a:p>
          <a:p>
            <a:r>
              <a:rPr lang="fr-FR" smtClean="0"/>
              <a:t>	13- SEIGNEUR</a:t>
            </a:r>
          </a:p>
          <a:p>
            <a:r>
              <a:rPr lang="fr-FR" smtClean="0"/>
              <a:t>	Señor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JÉSUS, MON SAUVEUR NUL N’EST COMPARABLE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Cristo mi Dios, nadie es como Tu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CHAQUE JOUR, JE VEUX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toda mi vida quiero exaltar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LES MERVEILLES DE TON GRAND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las maravillas de Tu amor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 APPUI, MON ABRI TOI, MON REFUGE ET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Consuelo refugio Torre de Fuerza y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 CE QUE J’AI, CE QUE JE SUIS T’ADORE ÉTERNELLEMENT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todo mi ser lo que yo soy nunca cesen de adorar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CRIE AU SEIGNEUR CRÉATEUR, TERRE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Canta al Señor toda la creación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PUISSANCE ET MAJESTÉ LOUANGE AU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Honra y Poder Majestad sean al Rey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TOUT L’UNIVERS SE PROSTERNE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los montes caerán y el mar rugirá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AU SON DE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 soñar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JE CHANTE DE JOIE DEVANT L’ŒUVRE DE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Canto con gozo al mirar Tu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À JAMAIS JE T’AIMERAI,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por siempre yo Te amare y diré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RIEN N’EST COMPARABLE AUX PROMESSES QUE J’AI EN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incomparables promesas me 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JÉSUS, MON SAUVEUR NUL N’EST COMPARABLE À TOI</a:t>
            </a:r>
          </a:p>
          <a:p>
            <a:r>
              <a:rPr lang="fr-FR" smtClean="0"/>
              <a:t>Mi Cristo mi Dios, nadie es como Tu</a:t>
            </a:r>
          </a:p>
          <a:p>
            <a:r>
              <a:rPr lang="fr-FR" smtClean="0"/>
              <a:t>2-  ET CHAQUE JOUR, JE VEUX LOUER </a:t>
            </a:r>
          </a:p>
          <a:p>
            <a:r>
              <a:rPr lang="fr-FR" smtClean="0"/>
              <a:t>toda mi vida quiero exaltar</a:t>
            </a:r>
          </a:p>
          <a:p>
            <a:r>
              <a:rPr lang="fr-FR" smtClean="0"/>
              <a:t>3-  LES MERVEILLES DE TON GRAND AMOUR</a:t>
            </a:r>
          </a:p>
          <a:p>
            <a:r>
              <a:rPr lang="fr-FR" smtClean="0"/>
              <a:t>las maravillas de Tu amor</a:t>
            </a:r>
          </a:p>
          <a:p>
            <a:r>
              <a:rPr lang="fr-FR" smtClean="0"/>
              <a:t>4-  MON APPUI, MON ABRI TOI, MON REFUGE ET MA FORCE</a:t>
            </a:r>
          </a:p>
          <a:p>
            <a:r>
              <a:rPr lang="fr-FR" smtClean="0"/>
              <a:t>Consuelo refugio Torre de Fuerza y Poder</a:t>
            </a:r>
          </a:p>
          <a:p>
            <a:r>
              <a:rPr lang="fr-FR" smtClean="0"/>
              <a:t>5-  TOUT CE QUE J’AI, CE QUE JE SUIS T’ADORE ÉTERNELLEMENT </a:t>
            </a:r>
          </a:p>
          <a:p>
            <a:r>
              <a:rPr lang="fr-FR" smtClean="0"/>
              <a:t>todo mi ser lo que yo soy nunca cesen de adorar</a:t>
            </a:r>
          </a:p>
          <a:p>
            <a:endParaRPr lang="fr-FR" smtClean="0"/>
          </a:p>
          <a:p>
            <a:r>
              <a:rPr lang="fr-FR" smtClean="0"/>
              <a:t>     	6-  CRIE AU SEIGNEUR CRÉATEUR, TERRE ENTIÈRE</a:t>
            </a:r>
          </a:p>
          <a:p>
            <a:r>
              <a:rPr lang="fr-FR" smtClean="0"/>
              <a:t>	Canta al Señor toda la creación</a:t>
            </a:r>
          </a:p>
          <a:p>
            <a:r>
              <a:rPr lang="fr-FR" smtClean="0"/>
              <a:t>     	7-  PUISSANCE ET MAJESTÉ LOUANGE AU ROI</a:t>
            </a:r>
          </a:p>
          <a:p>
            <a:r>
              <a:rPr lang="fr-FR" smtClean="0"/>
              <a:t>	Honra y Poder Majestad sean al Rey</a:t>
            </a:r>
          </a:p>
          <a:p>
            <a:r>
              <a:rPr lang="fr-FR" smtClean="0"/>
              <a:t>     	8-  TOUT L’UNIVERS SE PROSTERNE AUJOURD’HUI</a:t>
            </a:r>
          </a:p>
          <a:p>
            <a:r>
              <a:rPr lang="fr-FR" smtClean="0"/>
              <a:t>	los montes caerán y el mar rugirá</a:t>
            </a:r>
          </a:p>
          <a:p>
            <a:r>
              <a:rPr lang="fr-FR" smtClean="0"/>
              <a:t>     	9-  AU SON DE TON SAINT NOM</a:t>
            </a:r>
          </a:p>
          <a:p>
            <a:r>
              <a:rPr lang="fr-FR" smtClean="0"/>
              <a:t>	al soñar de Su nombre</a:t>
            </a:r>
          </a:p>
          <a:p>
            <a:r>
              <a:rPr lang="fr-FR" smtClean="0"/>
              <a:t>     	10-  JE CHANTE DE JOIE DEVANT L’ŒUVRE DE TES MAINS</a:t>
            </a:r>
          </a:p>
          <a:p>
            <a:r>
              <a:rPr lang="fr-FR" smtClean="0"/>
              <a:t>	Canto con gozo al mirar Tu Poder</a:t>
            </a:r>
          </a:p>
          <a:p>
            <a:r>
              <a:rPr lang="fr-FR" smtClean="0"/>
              <a:t>     	11-  À JAMAIS JE T’AIMERAI, JE ME TIENDRAI</a:t>
            </a:r>
          </a:p>
          <a:p>
            <a:r>
              <a:rPr lang="fr-FR" smtClean="0"/>
              <a:t>	por siempre yo Te amare y diré</a:t>
            </a:r>
          </a:p>
          <a:p>
            <a:r>
              <a:rPr lang="fr-FR" smtClean="0"/>
              <a:t>     	12-  RIEN N’EST COMPARABLE AUX PROMESSES QUE J’AI EN TOI </a:t>
            </a:r>
          </a:p>
          <a:p>
            <a:r>
              <a:rPr lang="fr-FR" smtClean="0"/>
              <a:t>	incomparables promesas me das</a:t>
            </a:r>
          </a:p>
          <a:p>
            <a:endParaRPr lang="fr-FR" smtClean="0"/>
          </a:p>
          <a:p>
            <a:r>
              <a:rPr lang="fr-FR" smtClean="0"/>
              <a:t>	13- SEIGNEUR</a:t>
            </a:r>
          </a:p>
          <a:p>
            <a:r>
              <a:rPr lang="fr-FR" smtClean="0"/>
              <a:t>	Señor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JÉSUS, MON SAUVEUR NUL N’EST COMPARABLE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Cristo mi Dios, nadie es como Tu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CHAQUE JOUR, JE VEUX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toda mi vida quiero exaltar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LES MERVEILLES DE TON GRAND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las maravillas de Tu amor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 APPUI, MON ABRI TOI, MON REFUGE ET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Consuelo refugio Torre de Fuerza y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 CE QUE J’AI, CE QUE JE SUIS T’ADORE ÉTERNELLEMENT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todo mi ser lo que yo soy nunca cesen de adorar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CRIE AU SEIGNEUR CRÉATEUR, TERRE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Canta al Señor toda la creación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PUISSANCE ET MAJESTÉ LOUANGE AU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Honra y Poder Majestad sean al Rey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TOUT L’UNIVERS SE PROSTERNE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los montes caerán y el mar rugirá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AU SON DE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 soñar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JE CHANTE DE JOIE DEVANT L’ŒUVRE DE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Canto con gozo al mirar Tu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À JAMAIS JE T’AIMERAI,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por siempre yo Te amare y diré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RIEN N’EST COMPARABLE AUX PROMESSES QUE J’AI EN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incomparables promesas me 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JÉSUS, MON SAUVEUR NUL N’EST COMPARABLE À TOI</a:t>
            </a:r>
          </a:p>
          <a:p>
            <a:r>
              <a:rPr lang="fr-FR" smtClean="0"/>
              <a:t>Mi Cristo mi Dios, nadie es como Tu</a:t>
            </a:r>
          </a:p>
          <a:p>
            <a:r>
              <a:rPr lang="fr-FR" smtClean="0"/>
              <a:t>2-  ET CHAQUE JOUR, JE VEUX LOUER </a:t>
            </a:r>
          </a:p>
          <a:p>
            <a:r>
              <a:rPr lang="fr-FR" smtClean="0"/>
              <a:t>toda mi vida quiero exaltar</a:t>
            </a:r>
          </a:p>
          <a:p>
            <a:r>
              <a:rPr lang="fr-FR" smtClean="0"/>
              <a:t>3-  LES MERVEILLES DE TON GRAND AMOUR</a:t>
            </a:r>
          </a:p>
          <a:p>
            <a:r>
              <a:rPr lang="fr-FR" smtClean="0"/>
              <a:t>las maravillas de Tu amor</a:t>
            </a:r>
          </a:p>
          <a:p>
            <a:r>
              <a:rPr lang="fr-FR" smtClean="0"/>
              <a:t>4-  MON APPUI, MON ABRI TOI, MON REFUGE ET MA FORCE</a:t>
            </a:r>
          </a:p>
          <a:p>
            <a:r>
              <a:rPr lang="fr-FR" smtClean="0"/>
              <a:t>Consuelo refugio Torre de Fuerza y Poder</a:t>
            </a:r>
          </a:p>
          <a:p>
            <a:r>
              <a:rPr lang="fr-FR" smtClean="0"/>
              <a:t>5-  TOUT CE QUE J’AI, CE QUE JE SUIS T’ADORE ÉTERNELLEMENT </a:t>
            </a:r>
          </a:p>
          <a:p>
            <a:r>
              <a:rPr lang="fr-FR" smtClean="0"/>
              <a:t>todo mi ser lo que yo soy nunca cesen de adorar</a:t>
            </a:r>
          </a:p>
          <a:p>
            <a:endParaRPr lang="fr-FR" smtClean="0"/>
          </a:p>
          <a:p>
            <a:r>
              <a:rPr lang="fr-FR" smtClean="0"/>
              <a:t>     	6-  CRIE AU SEIGNEUR CRÉATEUR, TERRE ENTIÈRE</a:t>
            </a:r>
          </a:p>
          <a:p>
            <a:r>
              <a:rPr lang="fr-FR" smtClean="0"/>
              <a:t>	Canta al Señor toda la creación</a:t>
            </a:r>
          </a:p>
          <a:p>
            <a:r>
              <a:rPr lang="fr-FR" smtClean="0"/>
              <a:t>     	7-  PUISSANCE ET MAJESTÉ LOUANGE AU ROI</a:t>
            </a:r>
          </a:p>
          <a:p>
            <a:r>
              <a:rPr lang="fr-FR" smtClean="0"/>
              <a:t>	Honra y Poder Majestad sean al Rey</a:t>
            </a:r>
          </a:p>
          <a:p>
            <a:r>
              <a:rPr lang="fr-FR" smtClean="0"/>
              <a:t>     	8-  TOUT L’UNIVERS SE PROSTERNE AUJOURD’HUI</a:t>
            </a:r>
          </a:p>
          <a:p>
            <a:r>
              <a:rPr lang="fr-FR" smtClean="0"/>
              <a:t>	los montes caerán y el mar rugirá</a:t>
            </a:r>
          </a:p>
          <a:p>
            <a:r>
              <a:rPr lang="fr-FR" smtClean="0"/>
              <a:t>     	9-  AU SON DE TON SAINT NOM</a:t>
            </a:r>
          </a:p>
          <a:p>
            <a:r>
              <a:rPr lang="fr-FR" smtClean="0"/>
              <a:t>	al soñar de Su nombre</a:t>
            </a:r>
          </a:p>
          <a:p>
            <a:r>
              <a:rPr lang="fr-FR" smtClean="0"/>
              <a:t>     	10-  JE CHANTE DE JOIE DEVANT L’ŒUVRE DE TES MAINS</a:t>
            </a:r>
          </a:p>
          <a:p>
            <a:r>
              <a:rPr lang="fr-FR" smtClean="0"/>
              <a:t>	Canto con gozo al mirar Tu Poder</a:t>
            </a:r>
          </a:p>
          <a:p>
            <a:r>
              <a:rPr lang="fr-FR" smtClean="0"/>
              <a:t>     	11-  À JAMAIS JE T’AIMERAI, JE ME TIENDRAI</a:t>
            </a:r>
          </a:p>
          <a:p>
            <a:r>
              <a:rPr lang="fr-FR" smtClean="0"/>
              <a:t>	por siempre yo Te amare y diré</a:t>
            </a:r>
          </a:p>
          <a:p>
            <a:r>
              <a:rPr lang="fr-FR" smtClean="0"/>
              <a:t>     	12-  RIEN N’EST COMPARABLE AUX PROMESSES QUE J’AI EN TOI </a:t>
            </a:r>
          </a:p>
          <a:p>
            <a:r>
              <a:rPr lang="fr-FR" smtClean="0"/>
              <a:t>	incomparables promesas me das</a:t>
            </a:r>
          </a:p>
          <a:p>
            <a:endParaRPr lang="fr-FR" smtClean="0"/>
          </a:p>
          <a:p>
            <a:r>
              <a:rPr lang="fr-FR" smtClean="0"/>
              <a:t>	13- SEIGNEUR</a:t>
            </a:r>
          </a:p>
          <a:p>
            <a:r>
              <a:rPr lang="fr-FR" smtClean="0"/>
              <a:t>	Señor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JÉSUS, MON SAUVEUR NUL N’EST COMPARABLE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Cristo mi Dios, nadie es como Tu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CHAQUE JOUR, JE VEUX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toda mi vida quiero exaltar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LES MERVEILLES DE TON GRAND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las maravillas de Tu amor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 APPUI, MON ABRI TOI, MON REFUGE ET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Consuelo refugio Torre de Fuerza y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 CE QUE J’AI, CE QUE JE SUIS T’ADORE ÉTERNELLEMENT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todo mi ser lo que yo soy nunca cesen de adorar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CRIE AU SEIGNEUR CRÉATEUR, TERRE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Canta al Señor toda la creación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PUISSANCE ET MAJESTÉ LOUANGE AU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Honra y Poder Majestad sean al Rey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TOUT L’UNIVERS SE PROSTERNE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los montes caerán y el mar rugirá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AU SON DE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 soñar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JE CHANTE DE JOIE DEVANT L’ŒUVRE DE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Canto con gozo al mirar Tu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À JAMAIS JE T’AIMERAI,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por siempre yo Te amare y diré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RIEN N’EST COMPARABLE AUX PROMESSES QUE J’AI EN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incomparables promesas me 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JÉSUS, MON SAUVEUR NUL N’EST COMPARABLE À TOI</a:t>
            </a:r>
          </a:p>
          <a:p>
            <a:r>
              <a:rPr lang="fr-FR" smtClean="0"/>
              <a:t>Mi Cristo mi Dios, nadie es como Tu</a:t>
            </a:r>
          </a:p>
          <a:p>
            <a:r>
              <a:rPr lang="fr-FR" smtClean="0"/>
              <a:t>2-  ET CHAQUE JOUR, JE VEUX LOUER </a:t>
            </a:r>
          </a:p>
          <a:p>
            <a:r>
              <a:rPr lang="fr-FR" smtClean="0"/>
              <a:t>toda mi vida quiero exaltar</a:t>
            </a:r>
          </a:p>
          <a:p>
            <a:r>
              <a:rPr lang="fr-FR" smtClean="0"/>
              <a:t>3-  LES MERVEILLES DE TON GRAND AMOUR</a:t>
            </a:r>
          </a:p>
          <a:p>
            <a:r>
              <a:rPr lang="fr-FR" smtClean="0"/>
              <a:t>las maravillas de Tu amor</a:t>
            </a:r>
          </a:p>
          <a:p>
            <a:r>
              <a:rPr lang="fr-FR" smtClean="0"/>
              <a:t>4-  MON APPUI, MON ABRI TOI, MON REFUGE ET MA FORCE</a:t>
            </a:r>
          </a:p>
          <a:p>
            <a:r>
              <a:rPr lang="fr-FR" smtClean="0"/>
              <a:t>Consuelo refugio Torre de Fuerza y Poder</a:t>
            </a:r>
          </a:p>
          <a:p>
            <a:r>
              <a:rPr lang="fr-FR" smtClean="0"/>
              <a:t>5-  TOUT CE QUE J’AI, CE QUE JE SUIS T’ADORE ÉTERNELLEMENT </a:t>
            </a:r>
          </a:p>
          <a:p>
            <a:r>
              <a:rPr lang="fr-FR" smtClean="0"/>
              <a:t>todo mi ser lo que yo soy nunca cesen de adorar</a:t>
            </a:r>
          </a:p>
          <a:p>
            <a:endParaRPr lang="fr-FR" smtClean="0"/>
          </a:p>
          <a:p>
            <a:r>
              <a:rPr lang="fr-FR" smtClean="0"/>
              <a:t>     	6-  CRIE AU SEIGNEUR CRÉATEUR, TERRE ENTIÈRE</a:t>
            </a:r>
          </a:p>
          <a:p>
            <a:r>
              <a:rPr lang="fr-FR" smtClean="0"/>
              <a:t>	Canta al Señor toda la creación</a:t>
            </a:r>
          </a:p>
          <a:p>
            <a:r>
              <a:rPr lang="fr-FR" smtClean="0"/>
              <a:t>     	7-  PUISSANCE ET MAJESTÉ LOUANGE AU ROI</a:t>
            </a:r>
          </a:p>
          <a:p>
            <a:r>
              <a:rPr lang="fr-FR" smtClean="0"/>
              <a:t>	Honra y Poder Majestad sean al Rey</a:t>
            </a:r>
          </a:p>
          <a:p>
            <a:r>
              <a:rPr lang="fr-FR" smtClean="0"/>
              <a:t>     	8-  TOUT L’UNIVERS SE PROSTERNE AUJOURD’HUI</a:t>
            </a:r>
          </a:p>
          <a:p>
            <a:r>
              <a:rPr lang="fr-FR" smtClean="0"/>
              <a:t>	los montes caerán y el mar rugirá</a:t>
            </a:r>
          </a:p>
          <a:p>
            <a:r>
              <a:rPr lang="fr-FR" smtClean="0"/>
              <a:t>     	9-  AU SON DE TON SAINT NOM</a:t>
            </a:r>
          </a:p>
          <a:p>
            <a:r>
              <a:rPr lang="fr-FR" smtClean="0"/>
              <a:t>	al soñar de Su nombre</a:t>
            </a:r>
          </a:p>
          <a:p>
            <a:r>
              <a:rPr lang="fr-FR" smtClean="0"/>
              <a:t>     	10-  JE CHANTE DE JOIE DEVANT L’ŒUVRE DE TES MAINS</a:t>
            </a:r>
          </a:p>
          <a:p>
            <a:r>
              <a:rPr lang="fr-FR" smtClean="0"/>
              <a:t>	Canto con gozo al mirar Tu Poder</a:t>
            </a:r>
          </a:p>
          <a:p>
            <a:r>
              <a:rPr lang="fr-FR" smtClean="0"/>
              <a:t>     	11-  À JAMAIS JE T’AIMERAI, JE ME TIENDRAI</a:t>
            </a:r>
          </a:p>
          <a:p>
            <a:r>
              <a:rPr lang="fr-FR" smtClean="0"/>
              <a:t>	por siempre yo Te amare y diré</a:t>
            </a:r>
          </a:p>
          <a:p>
            <a:r>
              <a:rPr lang="fr-FR" smtClean="0"/>
              <a:t>     	12-  RIEN N’EST COMPARABLE AUX PROMESSES QUE J’AI EN TOI </a:t>
            </a:r>
          </a:p>
          <a:p>
            <a:r>
              <a:rPr lang="fr-FR" smtClean="0"/>
              <a:t>	incomparables promesas me das</a:t>
            </a:r>
          </a:p>
          <a:p>
            <a:endParaRPr lang="fr-FR" smtClean="0"/>
          </a:p>
          <a:p>
            <a:r>
              <a:rPr lang="fr-FR" smtClean="0"/>
              <a:t>	13- SEIGNEUR</a:t>
            </a:r>
          </a:p>
          <a:p>
            <a:r>
              <a:rPr lang="fr-FR" smtClean="0"/>
              <a:t>	Señor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JÉSUS, MON SAUVEUR NUL N’EST COMPARABLE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Cristo mi Dios, nadie es como Tu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CHAQUE JOUR, JE VEUX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toda mi vida quiero exaltar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LES MERVEILLES DE TON GRAND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las maravillas de Tu amor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 APPUI, MON ABRI TOI, MON REFUGE ET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Consuelo refugio Torre de Fuerza y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 CE QUE J’AI, CE QUE JE SUIS T’ADORE ÉTERNELLEMENT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todo mi ser lo que yo soy nunca cesen de adorar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CRIE AU SEIGNEUR CRÉATEUR, TERRE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Canta al Señor toda la creación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PUISSANCE ET MAJESTÉ LOUANGE AU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Honra y Poder Majestad sean al Rey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TOUT L’UNIVERS SE PROSTERNE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los montes caerán y el mar rugirá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AU SON DE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 soñar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JE CHANTE DE JOIE DEVANT L’ŒUVRE DE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Canto con gozo al mirar Tu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À JAMAIS JE T’AIMERAI,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por siempre yo Te amare y diré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RIEN N’EST COMPARABLE AUX PROMESSES QUE J’AI EN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incomparables promesas me 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JÉSUS, MON SAUVEUR NUL N’EST COMPARABLE À TOI</a:t>
            </a:r>
          </a:p>
          <a:p>
            <a:r>
              <a:rPr lang="fr-FR" smtClean="0"/>
              <a:t>Mi Cristo mi Dios, nadie es como Tu</a:t>
            </a:r>
          </a:p>
          <a:p>
            <a:r>
              <a:rPr lang="fr-FR" smtClean="0"/>
              <a:t>2-  ET CHAQUE JOUR, JE VEUX LOUER </a:t>
            </a:r>
          </a:p>
          <a:p>
            <a:r>
              <a:rPr lang="fr-FR" smtClean="0"/>
              <a:t>toda mi vida quiero exaltar</a:t>
            </a:r>
          </a:p>
          <a:p>
            <a:r>
              <a:rPr lang="fr-FR" smtClean="0"/>
              <a:t>3-  LES MERVEILLES DE TON GRAND AMOUR</a:t>
            </a:r>
          </a:p>
          <a:p>
            <a:r>
              <a:rPr lang="fr-FR" smtClean="0"/>
              <a:t>las maravillas de Tu amor</a:t>
            </a:r>
          </a:p>
          <a:p>
            <a:r>
              <a:rPr lang="fr-FR" smtClean="0"/>
              <a:t>4-  MON APPUI, MON ABRI TOI, MON REFUGE ET MA FORCE</a:t>
            </a:r>
          </a:p>
          <a:p>
            <a:r>
              <a:rPr lang="fr-FR" smtClean="0"/>
              <a:t>Consuelo refugio Torre de Fuerza y Poder</a:t>
            </a:r>
          </a:p>
          <a:p>
            <a:r>
              <a:rPr lang="fr-FR" smtClean="0"/>
              <a:t>5-  TOUT CE QUE J’AI, CE QUE JE SUIS T’ADORE ÉTERNELLEMENT </a:t>
            </a:r>
          </a:p>
          <a:p>
            <a:r>
              <a:rPr lang="fr-FR" smtClean="0"/>
              <a:t>todo mi ser lo que yo soy nunca cesen de adorar</a:t>
            </a:r>
          </a:p>
          <a:p>
            <a:endParaRPr lang="fr-FR" smtClean="0"/>
          </a:p>
          <a:p>
            <a:r>
              <a:rPr lang="fr-FR" smtClean="0"/>
              <a:t>     	6-  CRIE AU SEIGNEUR CRÉATEUR, TERRE ENTIÈRE</a:t>
            </a:r>
          </a:p>
          <a:p>
            <a:r>
              <a:rPr lang="fr-FR" smtClean="0"/>
              <a:t>	Canta al Señor toda la creación</a:t>
            </a:r>
          </a:p>
          <a:p>
            <a:r>
              <a:rPr lang="fr-FR" smtClean="0"/>
              <a:t>     	7-  PUISSANCE ET MAJESTÉ LOUANGE AU ROI</a:t>
            </a:r>
          </a:p>
          <a:p>
            <a:r>
              <a:rPr lang="fr-FR" smtClean="0"/>
              <a:t>	Honra y Poder Majestad sean al Rey</a:t>
            </a:r>
          </a:p>
          <a:p>
            <a:r>
              <a:rPr lang="fr-FR" smtClean="0"/>
              <a:t>     	8-  TOUT L’UNIVERS SE PROSTERNE AUJOURD’HUI</a:t>
            </a:r>
          </a:p>
          <a:p>
            <a:r>
              <a:rPr lang="fr-FR" smtClean="0"/>
              <a:t>	los montes caerán y el mar rugirá</a:t>
            </a:r>
          </a:p>
          <a:p>
            <a:r>
              <a:rPr lang="fr-FR" smtClean="0"/>
              <a:t>     	9-  AU SON DE TON SAINT NOM</a:t>
            </a:r>
          </a:p>
          <a:p>
            <a:r>
              <a:rPr lang="fr-FR" smtClean="0"/>
              <a:t>	al soñar de Su nombre</a:t>
            </a:r>
          </a:p>
          <a:p>
            <a:r>
              <a:rPr lang="fr-FR" smtClean="0"/>
              <a:t>     	10-  JE CHANTE DE JOIE DEVANT L’ŒUVRE DE TES MAINS</a:t>
            </a:r>
          </a:p>
          <a:p>
            <a:r>
              <a:rPr lang="fr-FR" smtClean="0"/>
              <a:t>	Canto con gozo al mirar Tu Poder</a:t>
            </a:r>
          </a:p>
          <a:p>
            <a:r>
              <a:rPr lang="fr-FR" smtClean="0"/>
              <a:t>     	11-  À JAMAIS JE T’AIMERAI, JE ME TIENDRAI</a:t>
            </a:r>
          </a:p>
          <a:p>
            <a:r>
              <a:rPr lang="fr-FR" smtClean="0"/>
              <a:t>	por siempre yo Te amare y diré</a:t>
            </a:r>
          </a:p>
          <a:p>
            <a:r>
              <a:rPr lang="fr-FR" smtClean="0"/>
              <a:t>     	12-  RIEN N’EST COMPARABLE AUX PROMESSES QUE J’AI EN TOI </a:t>
            </a:r>
          </a:p>
          <a:p>
            <a:r>
              <a:rPr lang="fr-FR" smtClean="0"/>
              <a:t>	incomparables promesas me das</a:t>
            </a:r>
          </a:p>
          <a:p>
            <a:endParaRPr lang="fr-FR" smtClean="0"/>
          </a:p>
          <a:p>
            <a:r>
              <a:rPr lang="fr-FR" smtClean="0"/>
              <a:t>	13- SEIGNEUR</a:t>
            </a:r>
          </a:p>
          <a:p>
            <a:r>
              <a:rPr lang="fr-FR" smtClean="0"/>
              <a:t>	Señor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JÉSUS, MON SAUVEUR NUL N’EST COMPARABLE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Cristo mi Dios, nadie es como Tu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CHAQUE JOUR, JE VEUX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toda mi vida quiero exaltar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LES MERVEILLES DE TON GRAND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las maravillas de Tu amor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 APPUI, MON ABRI TOI, MON REFUGE ET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Consuelo refugio Torre de Fuerza y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 CE QUE J’AI, CE QUE JE SUIS T’ADORE ÉTERNELLEMENT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todo mi ser lo que yo soy nunca cesen de adorar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CRIE AU SEIGNEUR CRÉATEUR, TERRE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Canta al Señor toda la creación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PUISSANCE ET MAJESTÉ LOUANGE AU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Honra y Poder Majestad sean al Rey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TOUT L’UNIVERS SE PROSTERNE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los montes caerán y el mar rugirá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AU SON DE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 soñar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JE CHANTE DE JOIE DEVANT L’ŒUVRE DE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Canto con gozo al mirar Tu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À JAMAIS JE T’AIMERAI,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por siempre yo Te amare y diré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RIEN N’EST COMPARABLE AUX PROMESSES QUE J’AI EN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incomparables promesas me 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JÉSUS, MON SAUVEUR NUL N’EST COMPARABLE À TOI</a:t>
            </a:r>
          </a:p>
          <a:p>
            <a:r>
              <a:rPr lang="fr-FR" smtClean="0"/>
              <a:t>Mi Cristo mi Dios, nadie es como Tu</a:t>
            </a:r>
          </a:p>
          <a:p>
            <a:r>
              <a:rPr lang="fr-FR" smtClean="0"/>
              <a:t>2-  ET CHAQUE JOUR, JE VEUX LOUER </a:t>
            </a:r>
          </a:p>
          <a:p>
            <a:r>
              <a:rPr lang="fr-FR" smtClean="0"/>
              <a:t>toda mi vida quiero exaltar</a:t>
            </a:r>
          </a:p>
          <a:p>
            <a:r>
              <a:rPr lang="fr-FR" smtClean="0"/>
              <a:t>3-  LES MERVEILLES DE TON GRAND AMOUR</a:t>
            </a:r>
          </a:p>
          <a:p>
            <a:r>
              <a:rPr lang="fr-FR" smtClean="0"/>
              <a:t>las maravillas de Tu amor</a:t>
            </a:r>
          </a:p>
          <a:p>
            <a:r>
              <a:rPr lang="fr-FR" smtClean="0"/>
              <a:t>4-  MON APPUI, MON ABRI TOI, MON REFUGE ET MA FORCE</a:t>
            </a:r>
          </a:p>
          <a:p>
            <a:r>
              <a:rPr lang="fr-FR" smtClean="0"/>
              <a:t>Consuelo refugio Torre de Fuerza y Poder</a:t>
            </a:r>
          </a:p>
          <a:p>
            <a:r>
              <a:rPr lang="fr-FR" smtClean="0"/>
              <a:t>5-  TOUT CE QUE J’AI, CE QUE JE SUIS T’ADORE ÉTERNELLEMENT </a:t>
            </a:r>
          </a:p>
          <a:p>
            <a:r>
              <a:rPr lang="fr-FR" smtClean="0"/>
              <a:t>todo mi ser lo que yo soy nunca cesen de adorar</a:t>
            </a:r>
          </a:p>
          <a:p>
            <a:endParaRPr lang="fr-FR" smtClean="0"/>
          </a:p>
          <a:p>
            <a:r>
              <a:rPr lang="fr-FR" smtClean="0"/>
              <a:t>     	6-  CRIE AU SEIGNEUR CRÉATEUR, TERRE ENTIÈRE</a:t>
            </a:r>
          </a:p>
          <a:p>
            <a:r>
              <a:rPr lang="fr-FR" smtClean="0"/>
              <a:t>	Canta al Señor toda la creación</a:t>
            </a:r>
          </a:p>
          <a:p>
            <a:r>
              <a:rPr lang="fr-FR" smtClean="0"/>
              <a:t>     	7-  PUISSANCE ET MAJESTÉ LOUANGE AU ROI</a:t>
            </a:r>
          </a:p>
          <a:p>
            <a:r>
              <a:rPr lang="fr-FR" smtClean="0"/>
              <a:t>	Honra y Poder Majestad sean al Rey</a:t>
            </a:r>
          </a:p>
          <a:p>
            <a:r>
              <a:rPr lang="fr-FR" smtClean="0"/>
              <a:t>     	8-  TOUT L’UNIVERS SE PROSTERNE AUJOURD’HUI</a:t>
            </a:r>
          </a:p>
          <a:p>
            <a:r>
              <a:rPr lang="fr-FR" smtClean="0"/>
              <a:t>	los montes caerán y el mar rugirá</a:t>
            </a:r>
          </a:p>
          <a:p>
            <a:r>
              <a:rPr lang="fr-FR" smtClean="0"/>
              <a:t>     	9-  AU SON DE TON SAINT NOM</a:t>
            </a:r>
          </a:p>
          <a:p>
            <a:r>
              <a:rPr lang="fr-FR" smtClean="0"/>
              <a:t>	al soñar de Su nombre</a:t>
            </a:r>
          </a:p>
          <a:p>
            <a:r>
              <a:rPr lang="fr-FR" smtClean="0"/>
              <a:t>     	10-  JE CHANTE DE JOIE DEVANT L’ŒUVRE DE TES MAINS</a:t>
            </a:r>
          </a:p>
          <a:p>
            <a:r>
              <a:rPr lang="fr-FR" smtClean="0"/>
              <a:t>	Canto con gozo al mirar Tu Poder</a:t>
            </a:r>
          </a:p>
          <a:p>
            <a:r>
              <a:rPr lang="fr-FR" smtClean="0"/>
              <a:t>     	11-  À JAMAIS JE T’AIMERAI, JE ME TIENDRAI</a:t>
            </a:r>
          </a:p>
          <a:p>
            <a:r>
              <a:rPr lang="fr-FR" smtClean="0"/>
              <a:t>	por siempre yo Te amare y diré</a:t>
            </a:r>
          </a:p>
          <a:p>
            <a:r>
              <a:rPr lang="fr-FR" smtClean="0"/>
              <a:t>     	12-  RIEN N’EST COMPARABLE AUX PROMESSES QUE J’AI EN TOI </a:t>
            </a:r>
          </a:p>
          <a:p>
            <a:r>
              <a:rPr lang="fr-FR" smtClean="0"/>
              <a:t>	incomparables promesas me das</a:t>
            </a:r>
          </a:p>
          <a:p>
            <a:endParaRPr lang="fr-FR" smtClean="0"/>
          </a:p>
          <a:p>
            <a:r>
              <a:rPr lang="fr-FR" smtClean="0"/>
              <a:t>	13- SEIGNEUR</a:t>
            </a:r>
          </a:p>
          <a:p>
            <a:r>
              <a:rPr lang="fr-FR" smtClean="0"/>
              <a:t>	Señor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JÉSUS, MON SAUVEUR NUL N’EST COMPARABLE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Cristo mi Dios, nadie es como Tu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CHAQUE JOUR, JE VEUX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toda mi vida quiero exaltar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LES MERVEILLES DE TON GRAND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las maravillas de Tu amor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 APPUI, MON ABRI TOI, MON REFUGE ET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Consuelo refugio Torre de Fuerza y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 CE QUE J’AI, CE QUE JE SUIS T’ADORE ÉTERNELLEMENT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todo mi ser lo que yo soy nunca cesen de adorar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CRIE AU SEIGNEUR CRÉATEUR, TERRE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Canta al Señor toda la creación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PUISSANCE ET MAJESTÉ LOUANGE AU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Honra y Poder Majestad sean al Rey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TOUT L’UNIVERS SE PROSTERNE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los montes caerán y el mar rugirá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AU SON DE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 soñar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JE CHANTE DE JOIE DEVANT L’ŒUVRE DE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Canto con gozo al mirar Tu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À JAMAIS JE T’AIMERAI,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por siempre yo Te amare y diré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RIEN N’EST COMPARABLE AUX PROMESSES QUE J’AI EN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incomparables promesas me 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JÉSUS, MON SAUVEUR NUL N’EST COMPARABLE À TOI</a:t>
            </a:r>
          </a:p>
          <a:p>
            <a:r>
              <a:rPr lang="fr-FR" smtClean="0"/>
              <a:t>Mi Cristo mi Dios, nadie es como Tu</a:t>
            </a:r>
          </a:p>
          <a:p>
            <a:r>
              <a:rPr lang="fr-FR" smtClean="0"/>
              <a:t>2-  ET CHAQUE JOUR, JE VEUX LOUER </a:t>
            </a:r>
          </a:p>
          <a:p>
            <a:r>
              <a:rPr lang="fr-FR" smtClean="0"/>
              <a:t>toda mi vida quiero exaltar</a:t>
            </a:r>
          </a:p>
          <a:p>
            <a:r>
              <a:rPr lang="fr-FR" smtClean="0"/>
              <a:t>3-  LES MERVEILLES DE TON GRAND AMOUR</a:t>
            </a:r>
          </a:p>
          <a:p>
            <a:r>
              <a:rPr lang="fr-FR" smtClean="0"/>
              <a:t>las maravillas de Tu amor</a:t>
            </a:r>
          </a:p>
          <a:p>
            <a:r>
              <a:rPr lang="fr-FR" smtClean="0"/>
              <a:t>4-  MON APPUI, MON ABRI TOI, MON REFUGE ET MA FORCE</a:t>
            </a:r>
          </a:p>
          <a:p>
            <a:r>
              <a:rPr lang="fr-FR" smtClean="0"/>
              <a:t>Consuelo refugio Torre de Fuerza y Poder</a:t>
            </a:r>
          </a:p>
          <a:p>
            <a:r>
              <a:rPr lang="fr-FR" smtClean="0"/>
              <a:t>5-  TOUT CE QUE J’AI, CE QUE JE SUIS T’ADORE ÉTERNELLEMENT </a:t>
            </a:r>
          </a:p>
          <a:p>
            <a:r>
              <a:rPr lang="fr-FR" smtClean="0"/>
              <a:t>todo mi ser lo que yo soy nunca cesen de adorar</a:t>
            </a:r>
          </a:p>
          <a:p>
            <a:endParaRPr lang="fr-FR" smtClean="0"/>
          </a:p>
          <a:p>
            <a:r>
              <a:rPr lang="fr-FR" smtClean="0"/>
              <a:t>     	6-  CRIE AU SEIGNEUR CRÉATEUR, TERRE ENTIÈRE</a:t>
            </a:r>
          </a:p>
          <a:p>
            <a:r>
              <a:rPr lang="fr-FR" smtClean="0"/>
              <a:t>	Canta al Señor toda la creación</a:t>
            </a:r>
          </a:p>
          <a:p>
            <a:r>
              <a:rPr lang="fr-FR" smtClean="0"/>
              <a:t>     	7-  PUISSANCE ET MAJESTÉ LOUANGE AU ROI</a:t>
            </a:r>
          </a:p>
          <a:p>
            <a:r>
              <a:rPr lang="fr-FR" smtClean="0"/>
              <a:t>	Honra y Poder Majestad sean al Rey</a:t>
            </a:r>
          </a:p>
          <a:p>
            <a:r>
              <a:rPr lang="fr-FR" smtClean="0"/>
              <a:t>     	8-  TOUT L’UNIVERS SE PROSTERNE AUJOURD’HUI</a:t>
            </a:r>
          </a:p>
          <a:p>
            <a:r>
              <a:rPr lang="fr-FR" smtClean="0"/>
              <a:t>	los montes caerán y el mar rugirá</a:t>
            </a:r>
          </a:p>
          <a:p>
            <a:r>
              <a:rPr lang="fr-FR" smtClean="0"/>
              <a:t>     	9-  AU SON DE TON SAINT NOM</a:t>
            </a:r>
          </a:p>
          <a:p>
            <a:r>
              <a:rPr lang="fr-FR" smtClean="0"/>
              <a:t>	al soñar de Su nombre</a:t>
            </a:r>
          </a:p>
          <a:p>
            <a:r>
              <a:rPr lang="fr-FR" smtClean="0"/>
              <a:t>     	10-  JE CHANTE DE JOIE DEVANT L’ŒUVRE DE TES MAINS</a:t>
            </a:r>
          </a:p>
          <a:p>
            <a:r>
              <a:rPr lang="fr-FR" smtClean="0"/>
              <a:t>	Canto con gozo al mirar Tu Poder</a:t>
            </a:r>
          </a:p>
          <a:p>
            <a:r>
              <a:rPr lang="fr-FR" smtClean="0"/>
              <a:t>     	11-  À JAMAIS JE T’AIMERAI, JE ME TIENDRAI</a:t>
            </a:r>
          </a:p>
          <a:p>
            <a:r>
              <a:rPr lang="fr-FR" smtClean="0"/>
              <a:t>	por siempre yo Te amare y diré</a:t>
            </a:r>
          </a:p>
          <a:p>
            <a:r>
              <a:rPr lang="fr-FR" smtClean="0"/>
              <a:t>     	12-  RIEN N’EST COMPARABLE AUX PROMESSES QUE J’AI EN TOI </a:t>
            </a:r>
          </a:p>
          <a:p>
            <a:r>
              <a:rPr lang="fr-FR" smtClean="0"/>
              <a:t>	incomparables promesas me das</a:t>
            </a:r>
          </a:p>
          <a:p>
            <a:endParaRPr lang="fr-FR" smtClean="0"/>
          </a:p>
          <a:p>
            <a:r>
              <a:rPr lang="fr-FR" smtClean="0"/>
              <a:t>	13- SEIGNEUR</a:t>
            </a:r>
          </a:p>
          <a:p>
            <a:r>
              <a:rPr lang="fr-FR" smtClean="0"/>
              <a:t>	Señor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JÉSUS, MON SAUVEUR NUL N’EST COMPARABLE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Cristo mi Dios, nadie es como Tu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CHAQUE JOUR, JE VEUX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toda mi vida quiero exaltar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LES MERVEILLES DE TON GRAND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las maravillas de Tu amor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 APPUI, MON ABRI TOI, MON REFUGE ET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Consuelo refugio Torre de Fuerza y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 CE QUE J’AI, CE QUE JE SUIS T’ADORE ÉTERNELLEMENT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todo mi ser lo que yo soy nunca cesen de adorar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CRIE AU SEIGNEUR CRÉATEUR, TERRE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Canta al Señor toda la creación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PUISSANCE ET MAJESTÉ LOUANGE AU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Honra y Poder Majestad sean al Rey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TOUT L’UNIVERS SE PROSTERNE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los montes caerán y el mar rugirá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AU SON DE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 soñar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JE CHANTE DE JOIE DEVANT L’ŒUVRE DE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Canto con gozo al mirar Tu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À JAMAIS JE T’AIMERAI,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por siempre yo Te amare y diré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RIEN N’EST COMPARABLE AUX PROMESSES QUE J’AI EN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incomparables promesas me 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JÉSUS, MON SAUVEUR NUL N’EST COMPARABLE À TOI</a:t>
            </a:r>
          </a:p>
          <a:p>
            <a:r>
              <a:rPr lang="fr-FR" smtClean="0"/>
              <a:t>Mi Cristo mi Dios, nadie es como Tu</a:t>
            </a:r>
          </a:p>
          <a:p>
            <a:r>
              <a:rPr lang="fr-FR" smtClean="0"/>
              <a:t>2-  ET CHAQUE JOUR, JE VEUX LOUER </a:t>
            </a:r>
          </a:p>
          <a:p>
            <a:r>
              <a:rPr lang="fr-FR" smtClean="0"/>
              <a:t>toda mi vida quiero exaltar</a:t>
            </a:r>
          </a:p>
          <a:p>
            <a:r>
              <a:rPr lang="fr-FR" smtClean="0"/>
              <a:t>3-  LES MERVEILLES DE TON GRAND AMOUR</a:t>
            </a:r>
          </a:p>
          <a:p>
            <a:r>
              <a:rPr lang="fr-FR" smtClean="0"/>
              <a:t>las maravillas de Tu amor</a:t>
            </a:r>
          </a:p>
          <a:p>
            <a:r>
              <a:rPr lang="fr-FR" smtClean="0"/>
              <a:t>4-  MON APPUI, MON ABRI TOI, MON REFUGE ET MA FORCE</a:t>
            </a:r>
          </a:p>
          <a:p>
            <a:r>
              <a:rPr lang="fr-FR" smtClean="0"/>
              <a:t>Consuelo refugio Torre de Fuerza y Poder</a:t>
            </a:r>
          </a:p>
          <a:p>
            <a:r>
              <a:rPr lang="fr-FR" smtClean="0"/>
              <a:t>5-  TOUT CE QUE J’AI, CE QUE JE SUIS T’ADORE ÉTERNELLEMENT </a:t>
            </a:r>
          </a:p>
          <a:p>
            <a:r>
              <a:rPr lang="fr-FR" smtClean="0"/>
              <a:t>todo mi ser lo que yo soy nunca cesen de adorar</a:t>
            </a:r>
          </a:p>
          <a:p>
            <a:endParaRPr lang="fr-FR" smtClean="0"/>
          </a:p>
          <a:p>
            <a:r>
              <a:rPr lang="fr-FR" smtClean="0"/>
              <a:t>     	6-  CRIE AU SEIGNEUR CRÉATEUR, TERRE ENTIÈRE</a:t>
            </a:r>
          </a:p>
          <a:p>
            <a:r>
              <a:rPr lang="fr-FR" smtClean="0"/>
              <a:t>	Canta al Señor toda la creación</a:t>
            </a:r>
          </a:p>
          <a:p>
            <a:r>
              <a:rPr lang="fr-FR" smtClean="0"/>
              <a:t>     	7-  PUISSANCE ET MAJESTÉ LOUANGE AU ROI</a:t>
            </a:r>
          </a:p>
          <a:p>
            <a:r>
              <a:rPr lang="fr-FR" smtClean="0"/>
              <a:t>	Honra y Poder Majestad sean al Rey</a:t>
            </a:r>
          </a:p>
          <a:p>
            <a:r>
              <a:rPr lang="fr-FR" smtClean="0"/>
              <a:t>     	8-  TOUT L’UNIVERS SE PROSTERNE AUJOURD’HUI</a:t>
            </a:r>
          </a:p>
          <a:p>
            <a:r>
              <a:rPr lang="fr-FR" smtClean="0"/>
              <a:t>	los montes caerán y el mar rugirá</a:t>
            </a:r>
          </a:p>
          <a:p>
            <a:r>
              <a:rPr lang="fr-FR" smtClean="0"/>
              <a:t>     	9-  AU SON DE TON SAINT NOM</a:t>
            </a:r>
          </a:p>
          <a:p>
            <a:r>
              <a:rPr lang="fr-FR" smtClean="0"/>
              <a:t>	al soñar de Su nombre</a:t>
            </a:r>
          </a:p>
          <a:p>
            <a:r>
              <a:rPr lang="fr-FR" smtClean="0"/>
              <a:t>     	10-  JE CHANTE DE JOIE DEVANT L’ŒUVRE DE TES MAINS</a:t>
            </a:r>
          </a:p>
          <a:p>
            <a:r>
              <a:rPr lang="fr-FR" smtClean="0"/>
              <a:t>	Canto con gozo al mirar Tu Poder</a:t>
            </a:r>
          </a:p>
          <a:p>
            <a:r>
              <a:rPr lang="fr-FR" smtClean="0"/>
              <a:t>     	11-  À JAMAIS JE T’AIMERAI, JE ME TIENDRAI</a:t>
            </a:r>
          </a:p>
          <a:p>
            <a:r>
              <a:rPr lang="fr-FR" smtClean="0"/>
              <a:t>	por siempre yo Te amare y diré</a:t>
            </a:r>
          </a:p>
          <a:p>
            <a:r>
              <a:rPr lang="fr-FR" smtClean="0"/>
              <a:t>     	12-  RIEN N’EST COMPARABLE AUX PROMESSES QUE J’AI EN TOI </a:t>
            </a:r>
          </a:p>
          <a:p>
            <a:r>
              <a:rPr lang="fr-FR" smtClean="0"/>
              <a:t>	incomparables promesas me das</a:t>
            </a:r>
          </a:p>
          <a:p>
            <a:endParaRPr lang="fr-FR" smtClean="0"/>
          </a:p>
          <a:p>
            <a:r>
              <a:rPr lang="fr-FR" smtClean="0"/>
              <a:t>	13- SEIGNEUR</a:t>
            </a:r>
          </a:p>
          <a:p>
            <a:r>
              <a:rPr lang="fr-FR" smtClean="0"/>
              <a:t>	Señor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JÉSUS, MON SAUVEUR NUL N’EST COMPARABLE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Cristo mi Dios, nadie es como Tu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CHAQUE JOUR, JE VEUX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toda mi vida quiero exaltar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LES MERVEILLES DE TON GRAND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las maravillas de Tu amor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 APPUI, MON ABRI TOI, MON REFUGE ET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Consuelo refugio Torre de Fuerza y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 CE QUE J’AI, CE QUE JE SUIS T’ADORE ÉTERNELLEMENT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todo mi ser lo que yo soy nunca cesen de adorar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CRIE AU SEIGNEUR CRÉATEUR, TERRE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Canta al Señor toda la creación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PUISSANCE ET MAJESTÉ LOUANGE AU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Honra y Poder Majestad sean al Rey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TOUT L’UNIVERS SE PROSTERNE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los montes caerán y el mar rugirá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AU SON DE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 soñar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JE CHANTE DE JOIE DEVANT L’ŒUVRE DE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Canto con gozo al mirar Tu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À JAMAIS JE T’AIMERAI,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por siempre yo Te amare y diré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RIEN N’EST COMPARABLE AUX PROMESSES QUE J’AI EN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incomparables promesas me 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JÉSUS, MON SAUVEUR NUL N’EST COMPARABLE À TOI</a:t>
            </a:r>
          </a:p>
          <a:p>
            <a:r>
              <a:rPr lang="fr-FR" smtClean="0"/>
              <a:t>Mi Cristo mi Dios, nadie es como Tu</a:t>
            </a:r>
          </a:p>
          <a:p>
            <a:r>
              <a:rPr lang="fr-FR" smtClean="0"/>
              <a:t>2-  ET CHAQUE JOUR, JE VEUX LOUER </a:t>
            </a:r>
          </a:p>
          <a:p>
            <a:r>
              <a:rPr lang="fr-FR" smtClean="0"/>
              <a:t>toda mi vida quiero exaltar</a:t>
            </a:r>
          </a:p>
          <a:p>
            <a:r>
              <a:rPr lang="fr-FR" smtClean="0"/>
              <a:t>3-  LES MERVEILLES DE TON GRAND AMOUR</a:t>
            </a:r>
          </a:p>
          <a:p>
            <a:r>
              <a:rPr lang="fr-FR" smtClean="0"/>
              <a:t>las maravillas de Tu amor</a:t>
            </a:r>
          </a:p>
          <a:p>
            <a:r>
              <a:rPr lang="fr-FR" smtClean="0"/>
              <a:t>4-  MON APPUI, MON ABRI TOI, MON REFUGE ET MA FORCE</a:t>
            </a:r>
          </a:p>
          <a:p>
            <a:r>
              <a:rPr lang="fr-FR" smtClean="0"/>
              <a:t>Consuelo refugio Torre de Fuerza y Poder</a:t>
            </a:r>
          </a:p>
          <a:p>
            <a:r>
              <a:rPr lang="fr-FR" smtClean="0"/>
              <a:t>5-  TOUT CE QUE J’AI, CE QUE JE SUIS T’ADORE ÉTERNELLEMENT </a:t>
            </a:r>
          </a:p>
          <a:p>
            <a:r>
              <a:rPr lang="fr-FR" smtClean="0"/>
              <a:t>todo mi ser lo que yo soy nunca cesen de adorar</a:t>
            </a:r>
          </a:p>
          <a:p>
            <a:endParaRPr lang="fr-FR" smtClean="0"/>
          </a:p>
          <a:p>
            <a:r>
              <a:rPr lang="fr-FR" smtClean="0"/>
              <a:t>     	6-  CRIE AU SEIGNEUR CRÉATEUR, TERRE ENTIÈRE</a:t>
            </a:r>
          </a:p>
          <a:p>
            <a:r>
              <a:rPr lang="fr-FR" smtClean="0"/>
              <a:t>	Canta al Señor toda la creación</a:t>
            </a:r>
          </a:p>
          <a:p>
            <a:r>
              <a:rPr lang="fr-FR" smtClean="0"/>
              <a:t>     	7-  PUISSANCE ET MAJESTÉ LOUANGE AU ROI</a:t>
            </a:r>
          </a:p>
          <a:p>
            <a:r>
              <a:rPr lang="fr-FR" smtClean="0"/>
              <a:t>	Honra y Poder Majestad sean al Rey</a:t>
            </a:r>
          </a:p>
          <a:p>
            <a:r>
              <a:rPr lang="fr-FR" smtClean="0"/>
              <a:t>     	8-  TOUT L’UNIVERS SE PROSTERNE AUJOURD’HUI</a:t>
            </a:r>
          </a:p>
          <a:p>
            <a:r>
              <a:rPr lang="fr-FR" smtClean="0"/>
              <a:t>	los montes caerán y el mar rugirá</a:t>
            </a:r>
          </a:p>
          <a:p>
            <a:r>
              <a:rPr lang="fr-FR" smtClean="0"/>
              <a:t>     	9-  AU SON DE TON SAINT NOM</a:t>
            </a:r>
          </a:p>
          <a:p>
            <a:r>
              <a:rPr lang="fr-FR" smtClean="0"/>
              <a:t>	al soñar de Su nombre</a:t>
            </a:r>
          </a:p>
          <a:p>
            <a:r>
              <a:rPr lang="fr-FR" smtClean="0"/>
              <a:t>     	10-  JE CHANTE DE JOIE DEVANT L’ŒUVRE DE TES MAINS</a:t>
            </a:r>
          </a:p>
          <a:p>
            <a:r>
              <a:rPr lang="fr-FR" smtClean="0"/>
              <a:t>	Canto con gozo al mirar Tu Poder</a:t>
            </a:r>
          </a:p>
          <a:p>
            <a:r>
              <a:rPr lang="fr-FR" smtClean="0"/>
              <a:t>     	11-  À JAMAIS JE T’AIMERAI, JE ME TIENDRAI</a:t>
            </a:r>
          </a:p>
          <a:p>
            <a:r>
              <a:rPr lang="fr-FR" smtClean="0"/>
              <a:t>	por siempre yo Te amare y diré</a:t>
            </a:r>
          </a:p>
          <a:p>
            <a:r>
              <a:rPr lang="fr-FR" smtClean="0"/>
              <a:t>     	12-  RIEN N’EST COMPARABLE AUX PROMESSES QUE J’AI EN TOI </a:t>
            </a:r>
          </a:p>
          <a:p>
            <a:r>
              <a:rPr lang="fr-FR" smtClean="0"/>
              <a:t>	incomparables promesas me das</a:t>
            </a:r>
          </a:p>
          <a:p>
            <a:endParaRPr lang="fr-FR" smtClean="0"/>
          </a:p>
          <a:p>
            <a:r>
              <a:rPr lang="fr-FR" smtClean="0"/>
              <a:t>	13- SEIGNEUR</a:t>
            </a:r>
          </a:p>
          <a:p>
            <a:r>
              <a:rPr lang="fr-FR" smtClean="0"/>
              <a:t>	Señor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MON JÉSUS, MON SAUVEUR NUL N’EST COMPARABLE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Mi Cristo mi Dios, nadie es como Tu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ET CHAQUE JOUR, JE VEUX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toda mi vida quiero exaltar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LES MERVEILLES DE TON GRAND AMOUR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las maravillas de Tu amor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MON APPUI, MON ABRI TOI, MON REFUGE ET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Consuelo refugio Torre de Fuerza y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TOUT CE QUE J’AI, CE QUE JE SUIS T’ADORE ÉTERNELLEMENT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todo mi ser lo que yo soy nunca cesen de adorar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6-  CRIE AU SEIGNEUR CRÉATEUR, TERRE ENTIÈRE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Canta al Señor toda la creación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7-  PUISSANCE ET MAJESTÉ LOUANGE AU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Honra y Poder Majestad sean al Rey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8-  TOUT L’UNIVERS SE PROSTERNE AUJOURD’HUI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los montes caerán y el mar rugirá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9-  AU SON DE TON SAINT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al soñar de Su nombre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10-  JE CHANTE DE JOIE DEVANT L’ŒUVRE DE TES MAINS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Canto con gozo al mirar Tu Poder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11-  À JAMAIS JE T’AIMERAI, JE ME TIENDRAI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por siempre yo Te amare y diré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	12-  RIEN N’EST COMPARABLE AUX PROMESSES QUE J’AI EN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incomparables promesas me das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SEIGNEUR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Señor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JÉSUS, MON SAUVEUR NUL N’EST COMPARABLE À TOI</a:t>
            </a:r>
          </a:p>
          <a:p>
            <a:r>
              <a:rPr lang="fr-FR" smtClean="0"/>
              <a:t>Mi Cristo mi Dios, nadie es como Tu</a:t>
            </a:r>
          </a:p>
          <a:p>
            <a:r>
              <a:rPr lang="fr-FR" smtClean="0"/>
              <a:t>2-  ET CHAQUE JOUR, JE VEUX LOUER </a:t>
            </a:r>
          </a:p>
          <a:p>
            <a:r>
              <a:rPr lang="fr-FR" smtClean="0"/>
              <a:t>toda mi vida quiero exaltar</a:t>
            </a:r>
          </a:p>
          <a:p>
            <a:r>
              <a:rPr lang="fr-FR" smtClean="0"/>
              <a:t>3-  LES MERVEILLES DE TON GRAND AMOUR</a:t>
            </a:r>
          </a:p>
          <a:p>
            <a:r>
              <a:rPr lang="fr-FR" smtClean="0"/>
              <a:t>las maravillas de Tu amor</a:t>
            </a:r>
          </a:p>
          <a:p>
            <a:r>
              <a:rPr lang="fr-FR" smtClean="0"/>
              <a:t>4-  MON APPUI, MON ABRI TOI, MON REFUGE ET MA FORCE</a:t>
            </a:r>
          </a:p>
          <a:p>
            <a:r>
              <a:rPr lang="fr-FR" smtClean="0"/>
              <a:t>Consuelo refugio Torre de Fuerza y Poder</a:t>
            </a:r>
          </a:p>
          <a:p>
            <a:r>
              <a:rPr lang="fr-FR" smtClean="0"/>
              <a:t>5-  TOUT CE QUE J’AI, CE QUE JE SUIS T’ADORE ÉTERNELLEMENT </a:t>
            </a:r>
          </a:p>
          <a:p>
            <a:r>
              <a:rPr lang="fr-FR" smtClean="0"/>
              <a:t>todo mi ser lo que yo soy nunca cesen de adorar</a:t>
            </a:r>
          </a:p>
          <a:p>
            <a:endParaRPr lang="fr-FR" smtClean="0"/>
          </a:p>
          <a:p>
            <a:r>
              <a:rPr lang="fr-FR" smtClean="0"/>
              <a:t>     	6-  CRIE AU SEIGNEUR CRÉATEUR, TERRE ENTIÈRE</a:t>
            </a:r>
          </a:p>
          <a:p>
            <a:r>
              <a:rPr lang="fr-FR" smtClean="0"/>
              <a:t>	Canta al Señor toda la creación</a:t>
            </a:r>
          </a:p>
          <a:p>
            <a:r>
              <a:rPr lang="fr-FR" smtClean="0"/>
              <a:t>     	7-  PUISSANCE ET MAJESTÉ LOUANGE AU ROI</a:t>
            </a:r>
          </a:p>
          <a:p>
            <a:r>
              <a:rPr lang="fr-FR" smtClean="0"/>
              <a:t>	Honra y Poder Majestad sean al Rey</a:t>
            </a:r>
          </a:p>
          <a:p>
            <a:r>
              <a:rPr lang="fr-FR" smtClean="0"/>
              <a:t>     	8-  TOUT L’UNIVERS SE PROSTERNE AUJOURD’HUI</a:t>
            </a:r>
          </a:p>
          <a:p>
            <a:r>
              <a:rPr lang="fr-FR" smtClean="0"/>
              <a:t>	los montes caerán y el mar rugirá</a:t>
            </a:r>
          </a:p>
          <a:p>
            <a:r>
              <a:rPr lang="fr-FR" smtClean="0"/>
              <a:t>     	9-  AU SON DE TON SAINT NOM</a:t>
            </a:r>
          </a:p>
          <a:p>
            <a:r>
              <a:rPr lang="fr-FR" smtClean="0"/>
              <a:t>	al soñar de Su nombre</a:t>
            </a:r>
          </a:p>
          <a:p>
            <a:r>
              <a:rPr lang="fr-FR" smtClean="0"/>
              <a:t>     	10-  JE CHANTE DE JOIE DEVANT L’ŒUVRE DE TES MAINS</a:t>
            </a:r>
          </a:p>
          <a:p>
            <a:r>
              <a:rPr lang="fr-FR" smtClean="0"/>
              <a:t>	Canto con gozo al mirar Tu Poder</a:t>
            </a:r>
          </a:p>
          <a:p>
            <a:r>
              <a:rPr lang="fr-FR" smtClean="0"/>
              <a:t>     	11-  À JAMAIS JE T’AIMERAI, JE ME TIENDRAI</a:t>
            </a:r>
          </a:p>
          <a:p>
            <a:r>
              <a:rPr lang="fr-FR" smtClean="0"/>
              <a:t>	por siempre yo Te amare y diré</a:t>
            </a:r>
          </a:p>
          <a:p>
            <a:r>
              <a:rPr lang="fr-FR" smtClean="0"/>
              <a:t>     	12-  RIEN N’EST COMPARABLE AUX PROMESSES QUE J’AI EN TOI </a:t>
            </a:r>
          </a:p>
          <a:p>
            <a:r>
              <a:rPr lang="fr-FR" smtClean="0"/>
              <a:t>	incomparables promesas me das</a:t>
            </a:r>
          </a:p>
          <a:p>
            <a:endParaRPr lang="fr-FR" smtClean="0"/>
          </a:p>
          <a:p>
            <a:r>
              <a:rPr lang="fr-FR" smtClean="0"/>
              <a:t>	13- SEIGNEUR</a:t>
            </a:r>
          </a:p>
          <a:p>
            <a:r>
              <a:rPr lang="fr-FR" smtClean="0"/>
              <a:t>	Señor</a:t>
            </a:r>
          </a:p>
          <a:p>
            <a:endParaRPr lang="fr-FR" smtClean="0"/>
          </a:p>
          <a:p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11DA85-0F21-4362-8C4B-1A6BB55535C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02B4AC-8275-48C3-B99F-BBF2CF959D4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CA37CF-B631-426D-B1F9-3E874999AB0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3740B-BBB0-4316-BF5C-7BA07A038A1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88E75-B139-4341-B9B1-1B3A86261EB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1199AF-0F1A-4415-8593-439BF1FABDF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948413-8A7A-4C97-8109-66518BCE70B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21FD14-A414-4CEC-96E9-C4509E231A1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E6C890-36DF-4827-832C-F8FCC071E2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0BFF8-B41F-4962-BD1E-5EAEBEF43EF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96C6FE-4913-46F5-A751-6F90A12CFBB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FED2037-D561-4852-ADDB-752A8C4B331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JÉSUS, MON SAUVEUR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NUL N’EST COMPARABLE À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CHAQUE JOUR, JE VEUX LOUER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MERVEILLES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TON GRAND AMOUR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APPUI, MON ABRI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TOI, MON REFUGE ET MA FORCE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CE QUE J’AI, CE QUE JE SUIS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T’ADORE ÉTERNELLEMENT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CRIE AU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CRÉATEUR, TERRE ENTIÈRE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PUISSANCE ET MAJESTÉ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LOUANGE AU ROI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L’UNIVERS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PROSTERNE AUJOURD’HUI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 SON DE TON SAINT NOM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CHANTE DE JOIE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L’ŒUVRE DE TES MAINS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T’AIMERAI, JE ME TIENDRAI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N’EST COMPARABLE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AUX PROMESSES QUE J’AI EN TOI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</TotalTime>
  <Words>2411</Words>
  <Application>Microsoft Office PowerPoint</Application>
  <PresentationFormat>Affichage à l'écran (4:3)</PresentationFormat>
  <Paragraphs>777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61</cp:revision>
  <dcterms:created xsi:type="dcterms:W3CDTF">2002-08-17T10:50:50Z</dcterms:created>
  <dcterms:modified xsi:type="dcterms:W3CDTF">2018-07-06T10:26:48Z</dcterms:modified>
</cp:coreProperties>
</file>