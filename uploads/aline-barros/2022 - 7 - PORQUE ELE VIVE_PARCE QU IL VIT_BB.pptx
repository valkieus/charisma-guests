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79" r:id="rId5"/>
    <p:sldId id="280" r:id="rId6"/>
    <p:sldId id="281" r:id="rId7"/>
    <p:sldId id="282" r:id="rId8"/>
    <p:sldId id="265" r:id="rId9"/>
    <p:sldId id="269" r:id="rId10"/>
    <p:sldId id="266" r:id="rId11"/>
    <p:sldId id="267" r:id="rId12"/>
    <p:sldId id="283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3476" autoAdjust="0"/>
    <p:restoredTop sz="27023" autoAdjust="0"/>
  </p:normalViewPr>
  <p:slideViewPr>
    <p:cSldViewPr>
      <p:cViewPr varScale="1">
        <p:scale>
          <a:sx n="17" d="100"/>
          <a:sy n="17" d="100"/>
        </p:scale>
        <p:origin x="102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 smtClean="0"/>
              <a:t>1-  DIEU ENVOYA SON FILS JÉSUS POUR NOUS AIMER, NOUS PARDONNER  </a:t>
            </a:r>
          </a:p>
          <a:p>
            <a:pPr eaLnBrk="1" hangingPunct="1"/>
            <a:r>
              <a:rPr lang="fr-FR" dirty="0" smtClean="0"/>
              <a:t>Deus </a:t>
            </a:r>
            <a:r>
              <a:rPr lang="fr-FR" dirty="0" err="1" smtClean="0"/>
              <a:t>enviou</a:t>
            </a:r>
            <a:r>
              <a:rPr lang="fr-FR" dirty="0" smtClean="0"/>
              <a:t> </a:t>
            </a:r>
            <a:r>
              <a:rPr lang="fr-FR" dirty="0" err="1" smtClean="0"/>
              <a:t>seu</a:t>
            </a:r>
            <a:r>
              <a:rPr lang="fr-FR" dirty="0" smtClean="0"/>
              <a:t> </a:t>
            </a:r>
            <a:r>
              <a:rPr lang="fr-FR" dirty="0" err="1" smtClean="0"/>
              <a:t>filho</a:t>
            </a:r>
            <a:r>
              <a:rPr lang="fr-FR" dirty="0" smtClean="0"/>
              <a:t> </a:t>
            </a:r>
            <a:r>
              <a:rPr lang="fr-FR" dirty="0" err="1" smtClean="0"/>
              <a:t>amado</a:t>
            </a:r>
            <a:r>
              <a:rPr lang="fr-FR" dirty="0" smtClean="0"/>
              <a:t> </a:t>
            </a:r>
            <a:r>
              <a:rPr lang="fr-FR" dirty="0" err="1" smtClean="0"/>
              <a:t>pra</a:t>
            </a:r>
            <a:r>
              <a:rPr lang="fr-FR" dirty="0" smtClean="0"/>
              <a:t> me </a:t>
            </a:r>
            <a:r>
              <a:rPr lang="fr-FR" dirty="0" err="1" smtClean="0"/>
              <a:t>salvar</a:t>
            </a:r>
            <a:r>
              <a:rPr lang="fr-FR" dirty="0" smtClean="0"/>
              <a:t> para </a:t>
            </a:r>
            <a:r>
              <a:rPr lang="fr-FR" dirty="0" err="1" smtClean="0"/>
              <a:t>perdoar</a:t>
            </a:r>
            <a:r>
              <a:rPr lang="fr-FR" dirty="0" smtClean="0"/>
              <a:t> 
2-  MORT À LA CROIX  POUR TOUS MES PÉCHÉS </a:t>
            </a:r>
          </a:p>
          <a:p>
            <a:pPr eaLnBrk="1" hangingPunct="1"/>
            <a:r>
              <a:rPr lang="fr-FR" dirty="0" smtClean="0"/>
              <a:t>Na </a:t>
            </a:r>
            <a:r>
              <a:rPr lang="fr-FR" dirty="0" err="1" smtClean="0"/>
              <a:t>cruz</a:t>
            </a:r>
            <a:r>
              <a:rPr lang="fr-FR" dirty="0" smtClean="0"/>
              <a:t> </a:t>
            </a:r>
            <a:r>
              <a:rPr lang="fr-FR" dirty="0" err="1" smtClean="0"/>
              <a:t>morreu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meus </a:t>
            </a:r>
            <a:r>
              <a:rPr lang="fr-FR" dirty="0" err="1" smtClean="0"/>
              <a:t>pecados</a:t>
            </a:r>
            <a:r>
              <a:rPr lang="fr-FR" dirty="0" smtClean="0"/>
              <a:t>
3-  ET LA TOMBE VIDE PEUT PROUVER  QUE MON SAUVEUR VIT </a:t>
            </a:r>
          </a:p>
          <a:p>
            <a:pPr eaLnBrk="1" hangingPunct="1"/>
            <a:r>
              <a:rPr lang="fr-FR" dirty="0" smtClean="0"/>
              <a:t>Mas </a:t>
            </a:r>
            <a:r>
              <a:rPr lang="fr-FR" dirty="0" err="1" smtClean="0"/>
              <a:t>ressurgiu</a:t>
            </a:r>
            <a:r>
              <a:rPr lang="fr-FR" dirty="0" smtClean="0"/>
              <a:t> e vivo com o </a:t>
            </a:r>
            <a:r>
              <a:rPr lang="fr-FR" dirty="0" err="1" smtClean="0"/>
              <a:t>pai</a:t>
            </a:r>
            <a:r>
              <a:rPr lang="fr-FR" dirty="0" smtClean="0"/>
              <a:t> </a:t>
            </a:r>
            <a:r>
              <a:rPr lang="fr-FR" dirty="0" err="1" smtClean="0"/>
              <a:t>esta</a:t>
            </a:r>
            <a:endParaRPr lang="fr-FR" dirty="0" smtClean="0"/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Refrain :</a:t>
            </a:r>
          </a:p>
          <a:p>
            <a:pPr eaLnBrk="1" hangingPunct="1"/>
            <a:r>
              <a:rPr lang="fr-FR" dirty="0" smtClean="0"/>
              <a:t>	4-  PARCE QU’IL VIT JE VIVRAI POUR TOUJOURS </a:t>
            </a:r>
          </a:p>
          <a:p>
            <a:pPr eaLnBrk="1" hangingPunct="1"/>
            <a:r>
              <a:rPr lang="fr-FR" dirty="0" smtClean="0"/>
              <a:t>	Porque </a:t>
            </a:r>
            <a:r>
              <a:rPr lang="fr-FR" dirty="0" err="1" smtClean="0"/>
              <a:t>ele</a:t>
            </a:r>
            <a:r>
              <a:rPr lang="fr-FR" dirty="0" smtClean="0"/>
              <a:t> vive, </a:t>
            </a:r>
            <a:r>
              <a:rPr lang="fr-FR" dirty="0" err="1" smtClean="0"/>
              <a:t>posso</a:t>
            </a:r>
            <a:r>
              <a:rPr lang="fr-FR" dirty="0" smtClean="0"/>
              <a:t> </a:t>
            </a:r>
            <a:r>
              <a:rPr lang="fr-FR" dirty="0" err="1" smtClean="0"/>
              <a:t>crer</a:t>
            </a:r>
            <a:r>
              <a:rPr lang="fr-FR" dirty="0" smtClean="0"/>
              <a:t> no </a:t>
            </a:r>
            <a:r>
              <a:rPr lang="fr-FR" dirty="0" err="1" smtClean="0"/>
              <a:t>amanhã</a:t>
            </a:r>
            <a:r>
              <a:rPr lang="fr-FR" dirty="0" smtClean="0"/>
              <a:t>
	5-  PARCE QU’IL VIT JE NE CRAINDRAI RIEN </a:t>
            </a:r>
          </a:p>
          <a:p>
            <a:pPr eaLnBrk="1" hangingPunct="1"/>
            <a:r>
              <a:rPr lang="fr-FR" dirty="0" smtClean="0"/>
              <a:t>	Porque </a:t>
            </a:r>
            <a:r>
              <a:rPr lang="fr-FR" dirty="0" err="1" smtClean="0"/>
              <a:t>ele</a:t>
            </a:r>
            <a:r>
              <a:rPr lang="fr-FR" dirty="0" smtClean="0"/>
              <a:t> vive, </a:t>
            </a:r>
            <a:r>
              <a:rPr lang="fr-FR" dirty="0" err="1" smtClean="0"/>
              <a:t>temor</a:t>
            </a:r>
            <a:r>
              <a:rPr lang="fr-FR" dirty="0" smtClean="0"/>
              <a:t> </a:t>
            </a:r>
            <a:r>
              <a:rPr lang="fr-FR" dirty="0" err="1" smtClean="0"/>
              <a:t>não</a:t>
            </a:r>
            <a:r>
              <a:rPr lang="fr-FR" dirty="0" smtClean="0"/>
              <a:t> ha
	6-  PARCE QUE JE SAIS, OUI JE SAIS IL MAÎTRISE MON DESTIN </a:t>
            </a:r>
          </a:p>
          <a:p>
            <a:pPr eaLnBrk="1" hangingPunct="1"/>
            <a:r>
              <a:rPr lang="fr-FR" dirty="0" smtClean="0"/>
              <a:t>	Mas eu </a:t>
            </a:r>
            <a:r>
              <a:rPr lang="fr-FR" dirty="0" err="1" smtClean="0"/>
              <a:t>bem</a:t>
            </a:r>
            <a:r>
              <a:rPr lang="fr-FR" dirty="0" smtClean="0"/>
              <a:t> </a:t>
            </a:r>
            <a:r>
              <a:rPr lang="fr-FR" dirty="0" err="1" smtClean="0"/>
              <a:t>sei</a:t>
            </a:r>
            <a:r>
              <a:rPr lang="fr-FR" dirty="0" smtClean="0"/>
              <a:t>, eu </a:t>
            </a:r>
            <a:r>
              <a:rPr lang="fr-FR" dirty="0" err="1" smtClean="0"/>
              <a:t>sei</a:t>
            </a:r>
            <a:r>
              <a:rPr lang="fr-FR" dirty="0" smtClean="0"/>
              <a:t>, que a </a:t>
            </a:r>
            <a:r>
              <a:rPr lang="fr-FR" dirty="0" err="1" smtClean="0"/>
              <a:t>minha</a:t>
            </a:r>
            <a:r>
              <a:rPr lang="fr-FR" dirty="0" smtClean="0"/>
              <a:t> vida
	7-  PARCE QUE IL VIT ÇA VAUT LA PEINE D’ÊTRE VIVANT </a:t>
            </a:r>
          </a:p>
          <a:p>
            <a:pPr eaLnBrk="1" hangingPunct="1"/>
            <a:r>
              <a:rPr lang="fr-FR" dirty="0" smtClean="0"/>
              <a:t>	</a:t>
            </a:r>
            <a:r>
              <a:rPr lang="fr-FR" dirty="0" err="1" smtClean="0"/>
              <a:t>Esta</a:t>
            </a:r>
            <a:r>
              <a:rPr lang="fr-FR" dirty="0" smtClean="0"/>
              <a:t> </a:t>
            </a:r>
            <a:r>
              <a:rPr lang="fr-FR" dirty="0" err="1" smtClean="0"/>
              <a:t>nas</a:t>
            </a:r>
            <a:r>
              <a:rPr lang="fr-FR" dirty="0" smtClean="0"/>
              <a:t> </a:t>
            </a:r>
            <a:r>
              <a:rPr lang="fr-FR" dirty="0" err="1" smtClean="0"/>
              <a:t>mãos</a:t>
            </a:r>
            <a:r>
              <a:rPr lang="fr-FR" dirty="0" smtClean="0"/>
              <a:t> de </a:t>
            </a:r>
            <a:r>
              <a:rPr lang="fr-FR" dirty="0" err="1" smtClean="0"/>
              <a:t>meu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que vivo </a:t>
            </a:r>
            <a:r>
              <a:rPr lang="fr-FR" dirty="0" err="1" smtClean="0"/>
              <a:t>esta</a:t>
            </a:r>
            <a:endParaRPr lang="fr-FR" dirty="0" smtClean="0"/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8-  LE JOUR VIENDRA DE TRAVERSER LA RIVIÈRE </a:t>
            </a:r>
          </a:p>
          <a:p>
            <a:pPr eaLnBrk="1" hangingPunct="1"/>
            <a:r>
              <a:rPr lang="fr-FR" dirty="0" smtClean="0"/>
              <a:t>E </a:t>
            </a:r>
            <a:r>
              <a:rPr lang="fr-FR" dirty="0" err="1" smtClean="0"/>
              <a:t>quando</a:t>
            </a:r>
            <a:r>
              <a:rPr lang="fr-FR" dirty="0" smtClean="0"/>
              <a:t>, </a:t>
            </a:r>
            <a:r>
              <a:rPr lang="fr-FR" dirty="0" err="1" smtClean="0"/>
              <a:t>enfim</a:t>
            </a:r>
            <a:r>
              <a:rPr lang="fr-FR" dirty="0" smtClean="0"/>
              <a:t>, </a:t>
            </a:r>
            <a:r>
              <a:rPr lang="fr-FR" dirty="0" err="1" smtClean="0"/>
              <a:t>chegar</a:t>
            </a:r>
            <a:r>
              <a:rPr lang="fr-FR" dirty="0" smtClean="0"/>
              <a:t> a </a:t>
            </a:r>
            <a:r>
              <a:rPr lang="fr-FR" dirty="0" err="1" smtClean="0"/>
              <a:t>hora</a:t>
            </a:r>
            <a:r>
              <a:rPr lang="fr-FR" dirty="0" smtClean="0"/>
              <a:t>
9-  POUR LE COMBAT FINAL OUI AVEC FOI </a:t>
            </a:r>
          </a:p>
          <a:p>
            <a:pPr eaLnBrk="1" hangingPunct="1"/>
            <a:r>
              <a:rPr lang="fr-FR" dirty="0" err="1" smtClean="0"/>
              <a:t>Em</a:t>
            </a:r>
            <a:r>
              <a:rPr lang="fr-FR" dirty="0" smtClean="0"/>
              <a:t> que a morte </a:t>
            </a:r>
            <a:r>
              <a:rPr lang="fr-FR" dirty="0" err="1" smtClean="0"/>
              <a:t>enfrentarei</a:t>
            </a:r>
            <a:r>
              <a:rPr lang="fr-FR" dirty="0" smtClean="0"/>
              <a:t>
10-  CAR CETTE MORT MÈNE À LA VICTOIRE</a:t>
            </a:r>
          </a:p>
          <a:p>
            <a:pPr eaLnBrk="1" hangingPunct="1"/>
            <a:r>
              <a:rPr lang="fr-FR" dirty="0" smtClean="0"/>
              <a:t>Sem </a:t>
            </a:r>
            <a:r>
              <a:rPr lang="fr-FR" dirty="0" err="1" smtClean="0"/>
              <a:t>medo</a:t>
            </a:r>
            <a:r>
              <a:rPr lang="fr-FR" dirty="0" smtClean="0"/>
              <a:t>, </a:t>
            </a:r>
            <a:r>
              <a:rPr lang="fr-FR" dirty="0" err="1" smtClean="0"/>
              <a:t>então</a:t>
            </a:r>
            <a:r>
              <a:rPr lang="fr-FR" dirty="0" smtClean="0"/>
              <a:t>, </a:t>
            </a:r>
            <a:r>
              <a:rPr lang="fr-FR" dirty="0" err="1" smtClean="0"/>
              <a:t>terei</a:t>
            </a:r>
            <a:r>
              <a:rPr lang="fr-FR" dirty="0" smtClean="0"/>
              <a:t> </a:t>
            </a:r>
            <a:r>
              <a:rPr lang="fr-FR" dirty="0" err="1" smtClean="0"/>
              <a:t>vitoria</a:t>
            </a:r>
            <a:r>
              <a:rPr lang="fr-FR" dirty="0" smtClean="0"/>
              <a:t>
11-  JE VERRAI LES LUMIÈRES DE SA GLOIRE </a:t>
            </a:r>
          </a:p>
          <a:p>
            <a:pPr eaLnBrk="1" hangingPunct="1"/>
            <a:r>
              <a:rPr lang="fr-FR" dirty="0" err="1" smtClean="0"/>
              <a:t>Irei</a:t>
            </a:r>
            <a:r>
              <a:rPr lang="fr-FR" dirty="0" smtClean="0"/>
              <a:t> a gloria, </a:t>
            </a:r>
            <a:r>
              <a:rPr lang="fr-FR" dirty="0" err="1" smtClean="0"/>
              <a:t>ao</a:t>
            </a:r>
            <a:r>
              <a:rPr lang="fr-FR" dirty="0" smtClean="0"/>
              <a:t> </a:t>
            </a:r>
            <a:r>
              <a:rPr lang="fr-FR" dirty="0" err="1" smtClean="0"/>
              <a:t>meu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
12-  CAR MON SAUVEUR VIT  </a:t>
            </a:r>
          </a:p>
          <a:p>
            <a:pPr eaLnBrk="1" hangingPunct="1"/>
            <a:r>
              <a:rPr lang="fr-FR" dirty="0" smtClean="0"/>
              <a:t>Que vivo </a:t>
            </a:r>
            <a:r>
              <a:rPr lang="fr-FR" dirty="0" err="1" smtClean="0"/>
              <a:t>esta</a:t>
            </a:r>
            <a:endParaRPr lang="fr-FR" dirty="0" smtClean="0"/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Refrain :</a:t>
            </a:r>
          </a:p>
          <a:p>
            <a:pPr eaLnBrk="1" hangingPunct="1"/>
            <a:r>
              <a:rPr lang="fr-FR" dirty="0" smtClean="0"/>
              <a:t>
</a:t>
            </a:r>
            <a:endParaRPr lang="fr-F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DIEU ENVOYA SON FILS JÉSUS POUR NOUS AIMER, NOUS PARDONNER  </a:t>
            </a:r>
          </a:p>
          <a:p>
            <a:r>
              <a:rPr lang="fr-FR" smtClean="0"/>
              <a:t>Deus enviou seu filho amado pra me salvar para perdoar 
2-  MORT À LA CROIX  POUR TOUS MES PÉCHÉS </a:t>
            </a:r>
          </a:p>
          <a:p>
            <a:r>
              <a:rPr lang="fr-FR" smtClean="0"/>
              <a:t>Na cruz morreu por meus pecados
3-  ET LA TOMBE VIDE PEUT PROUVER  QUE MON SAUVEUR VIT </a:t>
            </a:r>
          </a:p>
          <a:p>
            <a:r>
              <a:rPr lang="fr-FR" smtClean="0"/>
              <a:t>Mas ressurgiu e vivo com o pai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PARCE QU’IL VIT JE VIVRAI POUR TOUJOURS </a:t>
            </a:r>
          </a:p>
          <a:p>
            <a:r>
              <a:rPr lang="fr-FR" smtClean="0"/>
              <a:t>	Porque ele vive, posso crer no amanhã
	5-  PARCE QU’IL VIT JE NE CRAINDRAI RIEN </a:t>
            </a:r>
          </a:p>
          <a:p>
            <a:r>
              <a:rPr lang="fr-FR" smtClean="0"/>
              <a:t>	Porque ele vive, temor não ha
	6-  PARCE QUE JE SAIS, OUI JE SAIS IL MAÎTRISE MON DESTIN </a:t>
            </a:r>
          </a:p>
          <a:p>
            <a:r>
              <a:rPr lang="fr-FR" smtClean="0"/>
              <a:t>	Mas eu bem sei, eu sei, que a minha vida
	7-  PARCE QUE IL VIT ÇA VAUT LA PEINE D’ÊTRE VIVANT </a:t>
            </a:r>
          </a:p>
          <a:p>
            <a:r>
              <a:rPr lang="fr-FR" smtClean="0"/>
              <a:t>	Esta nas mãos de meu Jesus que vivo esta</a:t>
            </a:r>
          </a:p>
          <a:p>
            <a:endParaRPr lang="fr-FR" smtClean="0"/>
          </a:p>
          <a:p>
            <a:r>
              <a:rPr lang="fr-FR" smtClean="0"/>
              <a:t>8-  LE JOUR VIENDRA DE TRAVERSER LA RIVIÈRE </a:t>
            </a:r>
          </a:p>
          <a:p>
            <a:r>
              <a:rPr lang="fr-FR" smtClean="0"/>
              <a:t>E quando, enfim, chegar a hora
9-  POUR LE COMBAT FINAL OUI AVEC FOI </a:t>
            </a:r>
          </a:p>
          <a:p>
            <a:r>
              <a:rPr lang="fr-FR" smtClean="0"/>
              <a:t>Em que a morte enfrentarei
10-  CAR CETTE MORT MÈNE À LA VICTOIRE</a:t>
            </a:r>
          </a:p>
          <a:p>
            <a:r>
              <a:rPr lang="fr-FR" smtClean="0"/>
              <a:t>Sem medo, então, terei vitoria
11-  JE VERRAI LES LUMIÈRES DE SA GLOIRE </a:t>
            </a:r>
          </a:p>
          <a:p>
            <a:r>
              <a:rPr lang="fr-FR" smtClean="0"/>
              <a:t>Irei a gloria, ao meu Jesus 
12-  CAR MON SAUVEUR VIT  </a:t>
            </a:r>
          </a:p>
          <a:p>
            <a:r>
              <a:rPr lang="fr-FR" smtClean="0"/>
              <a:t>Que vivo esta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DIEU ENVOYA SON FILS JÉSUS POUR NOUS AIMER, NOUS PARDONNER  </a:t>
            </a:r>
          </a:p>
          <a:p>
            <a:pPr eaLnBrk="1" hangingPunct="1"/>
            <a:r>
              <a:rPr lang="fr-FR" smtClean="0"/>
              <a:t>Deus enviou seu filho amado pra me salvar para perdoar 
2-  MORT À LA CROIX  POUR TOUS MES PÉCHÉS </a:t>
            </a:r>
          </a:p>
          <a:p>
            <a:pPr eaLnBrk="1" hangingPunct="1"/>
            <a:r>
              <a:rPr lang="fr-FR" smtClean="0"/>
              <a:t>Na cruz morreu por meus pecados
3-  ET LA TOMBE VIDE PEUT PROUVER  QUE MON SAUVEUR VIT </a:t>
            </a:r>
          </a:p>
          <a:p>
            <a:pPr eaLnBrk="1" hangingPunct="1"/>
            <a:r>
              <a:rPr lang="fr-FR" smtClean="0"/>
              <a:t>Mas ressurgiu e vivo com o pai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	4-  PARCE QU’IL VIT JE VIVRAI POUR TOUJOURS </a:t>
            </a:r>
          </a:p>
          <a:p>
            <a:pPr eaLnBrk="1" hangingPunct="1"/>
            <a:r>
              <a:rPr lang="fr-FR" smtClean="0"/>
              <a:t>	Porque ele vive, posso crer no amanhã
	5-  PARCE QU’IL VIT JE NE CRAINDRAI RIEN </a:t>
            </a:r>
          </a:p>
          <a:p>
            <a:pPr eaLnBrk="1" hangingPunct="1"/>
            <a:r>
              <a:rPr lang="fr-FR" smtClean="0"/>
              <a:t>	Porque ele vive, temor não ha
	6-  PARCE QUE JE SAIS, OUI JE SAIS IL MAÎTRISE MON DESTIN </a:t>
            </a:r>
          </a:p>
          <a:p>
            <a:pPr eaLnBrk="1" hangingPunct="1"/>
            <a:r>
              <a:rPr lang="fr-FR" smtClean="0"/>
              <a:t>	Mas eu bem sei, eu sei, que a minha vida
	7-  PARCE QUE IL VIT ÇA VAUT LA PEINE D’ÊTRE VIVANT </a:t>
            </a:r>
          </a:p>
          <a:p>
            <a:pPr eaLnBrk="1" hangingPunct="1"/>
            <a:r>
              <a:rPr lang="fr-FR" smtClean="0"/>
              <a:t>	Esta nas mãos de meu Jesus 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8-  LE JOUR VIENDRA DE TRAVERSER LA RIVIÈRE </a:t>
            </a:r>
          </a:p>
          <a:p>
            <a:pPr eaLnBrk="1" hangingPunct="1"/>
            <a:r>
              <a:rPr lang="fr-FR" smtClean="0"/>
              <a:t>E quando, enfim, chegar a hora
9-  POUR LE COMBAT FINAL OUI AVEC FOI </a:t>
            </a:r>
          </a:p>
          <a:p>
            <a:pPr eaLnBrk="1" hangingPunct="1"/>
            <a:r>
              <a:rPr lang="fr-FR" smtClean="0"/>
              <a:t>Em que a morte enfrentarei
10-  CAR CETTE MORT MÈNE À LA VICTOIRE</a:t>
            </a:r>
          </a:p>
          <a:p>
            <a:pPr eaLnBrk="1" hangingPunct="1"/>
            <a:r>
              <a:rPr lang="fr-FR" smtClean="0"/>
              <a:t>Sem medo, então, terei vitoria
11-  JE VERRAI LES LUMIÈRES DE SA GLOIRE </a:t>
            </a:r>
          </a:p>
          <a:p>
            <a:pPr eaLnBrk="1" hangingPunct="1"/>
            <a:r>
              <a:rPr lang="fr-FR" smtClean="0"/>
              <a:t>Irei a gloria, ao meu Jesus 
12-  CAR MON SAUVEUR VIT  </a:t>
            </a:r>
          </a:p>
          <a:p>
            <a:pPr eaLnBrk="1" hangingPunct="1"/>
            <a:r>
              <a:rPr lang="fr-FR" smtClean="0"/>
              <a:t>Que vivo esta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ENVOYA SON FILS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AIMER, NOUS PARDONNER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MORT À LA CROIX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MES PÉCHÉS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TOMBE VIDE PEUT PROUVER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MON SAUVEUR VIT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QU’IL VIT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 POUR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QU’IL VIT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CRAINDRAI RIEN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SAIS, OUI JE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MAÎTRISE MON DESTIN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QU’IL VIT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ÇA VAUT LA PEINE D’ÊTRE VIVANT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VIENDRA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TRAVERSER LA RIVIÈRE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COMBAT FINAL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AVEC FOI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CETTE MORT MÈNE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VERRAI LES LUMIÈRES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MON SAUVEUR VIT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624</Words>
  <Application>Microsoft Office PowerPoint</Application>
  <PresentationFormat>Affichage à l'écran (4:3)</PresentationFormat>
  <Paragraphs>527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62</cp:revision>
  <dcterms:created xsi:type="dcterms:W3CDTF">2002-08-17T10:50:50Z</dcterms:created>
  <dcterms:modified xsi:type="dcterms:W3CDTF">2022-09-22T18:35:20Z</dcterms:modified>
</cp:coreProperties>
</file>