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5" r:id="rId12"/>
    <p:sldId id="282" r:id="rId13"/>
    <p:sldId id="283" r:id="rId14"/>
    <p:sldId id="284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18828" autoAdjust="0"/>
  </p:normalViewPr>
  <p:slideViewPr>
    <p:cSldViewPr>
      <p:cViewPr varScale="1">
        <p:scale>
          <a:sx n="24" d="100"/>
          <a:sy n="24" d="100"/>
        </p:scale>
        <p:origin x="-256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08/07/2018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Couplet:</a:t>
            </a:r>
          </a:p>
          <a:p>
            <a:pPr>
              <a:defRPr/>
            </a:pPr>
            <a:r>
              <a:rPr lang="fr-FR" dirty="0" smtClean="0"/>
              <a:t>1-  SONDE-MOI SEIGNEUR  TOI QUI ME CONNAIS</a:t>
            </a:r>
          </a:p>
          <a:p>
            <a:pPr>
              <a:defRPr/>
            </a:pPr>
            <a:r>
              <a:rPr lang="fr-FR" dirty="0" smtClean="0"/>
              <a:t>sonda-me, </a:t>
            </a:r>
            <a:r>
              <a:rPr lang="fr-FR" dirty="0" err="1" smtClean="0"/>
              <a:t>senhor</a:t>
            </a:r>
            <a:r>
              <a:rPr lang="fr-FR" dirty="0" smtClean="0"/>
              <a:t> e me </a:t>
            </a:r>
            <a:r>
              <a:rPr lang="fr-FR" dirty="0" err="1" smtClean="0"/>
              <a:t>conheces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2-  BRISE MON CŒUR  MON SEIGNEUR </a:t>
            </a:r>
          </a:p>
          <a:p>
            <a:pPr>
              <a:defRPr/>
            </a:pPr>
            <a:r>
              <a:rPr lang="fr-FR" dirty="0" err="1" smtClean="0"/>
              <a:t>Quebranta</a:t>
            </a:r>
            <a:r>
              <a:rPr lang="fr-FR" dirty="0" smtClean="0"/>
              <a:t> o </a:t>
            </a:r>
            <a:r>
              <a:rPr lang="fr-FR" dirty="0" err="1" smtClean="0"/>
              <a:t>meu</a:t>
            </a:r>
            <a:r>
              <a:rPr lang="fr-FR" dirty="0" smtClean="0"/>
              <a:t> </a:t>
            </a:r>
            <a:r>
              <a:rPr lang="fr-FR" dirty="0" err="1" smtClean="0"/>
              <a:t>coração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3-  TRANSFORME-MOI  SELON TA PAROLE</a:t>
            </a:r>
          </a:p>
          <a:p>
            <a:pPr>
              <a:defRPr/>
            </a:pPr>
            <a:r>
              <a:rPr lang="fr-FR" dirty="0" smtClean="0"/>
              <a:t>Transforma-me conforme a Tua </a:t>
            </a:r>
            <a:r>
              <a:rPr lang="fr-FR" dirty="0" err="1" smtClean="0"/>
              <a:t>palavra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4-  ET REMPLIS-MOI JUSQU’À ÊTRE DÉBORDANT DE TOI 
E </a:t>
            </a:r>
            <a:r>
              <a:rPr lang="fr-FR" dirty="0" err="1" smtClean="0"/>
              <a:t>enche</a:t>
            </a:r>
            <a:r>
              <a:rPr lang="fr-FR" dirty="0" smtClean="0"/>
              <a:t>-me </a:t>
            </a:r>
            <a:r>
              <a:rPr lang="fr-FR" dirty="0" err="1" smtClean="0"/>
              <a:t>até</a:t>
            </a:r>
            <a:r>
              <a:rPr lang="fr-FR" dirty="0" smtClean="0"/>
              <a:t> que </a:t>
            </a:r>
            <a:r>
              <a:rPr lang="fr-FR" dirty="0" err="1" smtClean="0"/>
              <a:t>emmim</a:t>
            </a:r>
            <a:r>
              <a:rPr lang="fr-FR" dirty="0" smtClean="0"/>
              <a:t> Se ache </a:t>
            </a:r>
            <a:r>
              <a:rPr lang="fr-FR" dirty="0" err="1" smtClean="0"/>
              <a:t>sóa</a:t>
            </a:r>
            <a:r>
              <a:rPr lang="fr-FR" dirty="0" smtClean="0"/>
              <a:t> Ti, </a:t>
            </a:r>
            <a:r>
              <a:rPr lang="fr-FR" dirty="0" err="1" smtClean="0"/>
              <a:t>então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err="1" smtClean="0"/>
              <a:t>Pre</a:t>
            </a:r>
            <a:r>
              <a:rPr lang="fr-FR" dirty="0" smtClean="0"/>
              <a:t>-Refrain:</a:t>
            </a:r>
          </a:p>
          <a:p>
            <a:pPr>
              <a:defRPr/>
            </a:pPr>
            <a:r>
              <a:rPr lang="fr-FR" dirty="0" smtClean="0"/>
              <a:t>5-  SERS-TOI DE MOI SEIGNEUR SERS-TOI DE MOI 
Usa-me, </a:t>
            </a:r>
            <a:r>
              <a:rPr lang="fr-FR" dirty="0" err="1" smtClean="0"/>
              <a:t>Senhor</a:t>
            </a:r>
            <a:r>
              <a:rPr lang="fr-FR" dirty="0" smtClean="0"/>
              <a:t> Usa-me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Refrain:</a:t>
            </a:r>
          </a:p>
          <a:p>
            <a:pPr>
              <a:defRPr/>
            </a:pPr>
            <a:r>
              <a:rPr lang="fr-FR" dirty="0" smtClean="0"/>
              <a:t>6-  ET COMME UN PHARE BRILLANT DANS LA NUIT </a:t>
            </a:r>
          </a:p>
          <a:p>
            <a:pPr>
              <a:defRPr/>
            </a:pP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um</a:t>
            </a:r>
            <a:r>
              <a:rPr lang="fr-FR" dirty="0" smtClean="0"/>
              <a:t> </a:t>
            </a:r>
            <a:r>
              <a:rPr lang="fr-FR" dirty="0" err="1" smtClean="0"/>
              <a:t>farol</a:t>
            </a:r>
            <a:r>
              <a:rPr lang="fr-FR" dirty="0" smtClean="0"/>
              <a:t> que </a:t>
            </a:r>
            <a:r>
              <a:rPr lang="fr-FR" dirty="0" err="1" smtClean="0"/>
              <a:t>brilha</a:t>
            </a:r>
            <a:r>
              <a:rPr lang="fr-FR" dirty="0" smtClean="0"/>
              <a:t> à </a:t>
            </a:r>
            <a:r>
              <a:rPr lang="fr-FR" dirty="0" err="1" smtClean="0"/>
              <a:t>noite</a:t>
            </a:r>
            <a:r>
              <a:rPr lang="fr-FR" dirty="0" smtClean="0"/>
              <a:t> 
7-  COMME UN PONT AU-DESSUS DES EAUX COMME UN ABRI DANS LE DÉSERT </a:t>
            </a:r>
          </a:p>
          <a:p>
            <a:pPr>
              <a:defRPr/>
            </a:pPr>
            <a:r>
              <a:rPr lang="fr-FR" dirty="0" err="1" smtClean="0"/>
              <a:t>Como</a:t>
            </a:r>
            <a:r>
              <a:rPr lang="fr-FR" dirty="0" smtClean="0"/>
              <a:t> ponte sobre as </a:t>
            </a:r>
            <a:r>
              <a:rPr lang="fr-FR" dirty="0" err="1" smtClean="0"/>
              <a:t>águas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abrigo</a:t>
            </a:r>
            <a:r>
              <a:rPr lang="fr-FR" dirty="0" smtClean="0"/>
              <a:t> no </a:t>
            </a:r>
            <a:r>
              <a:rPr lang="fr-FR" dirty="0" err="1" smtClean="0"/>
              <a:t>deserto</a:t>
            </a:r>
            <a:r>
              <a:rPr lang="fr-FR" dirty="0" smtClean="0"/>
              <a:t> 
8-  COMME UNE FLÈCHE  PERÇANT DANS L'AIR </a:t>
            </a:r>
          </a:p>
          <a:p>
            <a:pPr>
              <a:defRPr/>
            </a:pP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flecha</a:t>
            </a:r>
            <a:r>
              <a:rPr lang="fr-FR" dirty="0" smtClean="0"/>
              <a:t> que </a:t>
            </a:r>
            <a:r>
              <a:rPr lang="fr-FR" dirty="0" err="1" smtClean="0"/>
              <a:t>acerta</a:t>
            </a:r>
            <a:r>
              <a:rPr lang="fr-FR" dirty="0" smtClean="0"/>
              <a:t> o </a:t>
            </a:r>
            <a:r>
              <a:rPr lang="fr-FR" dirty="0" err="1" smtClean="0"/>
              <a:t>alvo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dirty="0" smtClean="0"/>
              <a:t>Eu </a:t>
            </a:r>
            <a:r>
              <a:rPr lang="fr-FR" dirty="0" err="1" smtClean="0"/>
              <a:t>quero</a:t>
            </a:r>
            <a:r>
              <a:rPr lang="fr-FR" dirty="0" smtClean="0"/>
              <a:t> </a:t>
            </a:r>
            <a:r>
              <a:rPr lang="fr-FR" dirty="0" err="1" smtClean="0"/>
              <a:t>ser</a:t>
            </a:r>
            <a:r>
              <a:rPr lang="fr-FR" dirty="0" smtClean="0"/>
              <a:t> </a:t>
            </a:r>
            <a:r>
              <a:rPr lang="fr-FR" dirty="0" err="1" smtClean="0"/>
              <a:t>usado</a:t>
            </a:r>
            <a:r>
              <a:rPr lang="fr-FR" dirty="0" smtClean="0"/>
              <a:t> da </a:t>
            </a:r>
            <a:r>
              <a:rPr lang="fr-FR" dirty="0" err="1" smtClean="0"/>
              <a:t>maneira</a:t>
            </a:r>
            <a:r>
              <a:rPr lang="fr-FR" dirty="0" smtClean="0"/>
              <a:t> que te </a:t>
            </a:r>
            <a:r>
              <a:rPr lang="fr-FR" dirty="0" err="1" smtClean="0"/>
              <a:t>agrade</a:t>
            </a:r>
            <a:r>
              <a:rPr lang="fr-FR" dirty="0" smtClean="0"/>
              <a:t> 
10-  QU’IMPORTE L’HEURE QU’IMPORTE L’ENDROIT  </a:t>
            </a:r>
          </a:p>
          <a:p>
            <a:pPr>
              <a:defRPr/>
            </a:pP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qualquer</a:t>
            </a:r>
            <a:r>
              <a:rPr lang="fr-FR" dirty="0" smtClean="0"/>
              <a:t> </a:t>
            </a:r>
            <a:r>
              <a:rPr lang="fr-FR" dirty="0" err="1" smtClean="0"/>
              <a:t>hora</a:t>
            </a:r>
            <a:r>
              <a:rPr lang="fr-FR" dirty="0" smtClean="0"/>
              <a:t> e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qualquer</a:t>
            </a:r>
            <a:r>
              <a:rPr lang="fr-FR" dirty="0" smtClean="0"/>
              <a:t> </a:t>
            </a:r>
            <a:r>
              <a:rPr lang="fr-FR" dirty="0" err="1" smtClean="0"/>
              <a:t>lugar</a:t>
            </a:r>
            <a:r>
              <a:rPr lang="fr-FR" dirty="0" smtClean="0"/>
              <a:t> 
11-  VOICI  MA VIE EST À TOI</a:t>
            </a:r>
            <a:br>
              <a:rPr lang="fr-FR" dirty="0" smtClean="0"/>
            </a:br>
            <a:r>
              <a:rPr lang="fr-FR" dirty="0" smtClean="0"/>
              <a:t> Eisa qui a </a:t>
            </a:r>
            <a:r>
              <a:rPr lang="fr-FR" dirty="0" err="1" smtClean="0"/>
              <a:t>minha</a:t>
            </a:r>
            <a:r>
              <a:rPr lang="fr-FR" dirty="0" smtClean="0"/>
              <a:t> vida   	</a:t>
            </a:r>
          </a:p>
          <a:p>
            <a:pPr>
              <a:defRPr/>
            </a:pPr>
            <a:r>
              <a:rPr lang="fr-FR" dirty="0" smtClean="0"/>
              <a:t>
12-  SERS -TOI DE MOI SEIGNEUR SERS -TOI DE MOI </a:t>
            </a:r>
          </a:p>
          <a:p>
            <a:pPr>
              <a:defRPr/>
            </a:pPr>
            <a:r>
              <a:rPr lang="fr-FR" dirty="0" smtClean="0"/>
              <a:t>Usa-me, </a:t>
            </a:r>
            <a:r>
              <a:rPr lang="fr-FR" dirty="0" err="1" smtClean="0"/>
              <a:t>Senhor</a:t>
            </a:r>
            <a:r>
              <a:rPr lang="fr-FR" dirty="0" smtClean="0"/>
              <a:t> Usa-me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
</a:t>
            </a:r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13-  SONDE-MOI  ET BRISE-MOI </a:t>
            </a:r>
          </a:p>
          <a:p>
            <a:pPr>
              <a:defRPr/>
            </a:pPr>
            <a:r>
              <a:rPr lang="fr-FR" dirty="0" smtClean="0"/>
              <a:t>Sonda-me </a:t>
            </a:r>
            <a:r>
              <a:rPr lang="fr-FR" dirty="0" err="1" smtClean="0"/>
              <a:t>quebranta</a:t>
            </a:r>
            <a:r>
              <a:rPr lang="fr-FR" dirty="0" smtClean="0"/>
              <a:t>-me 
14-  TRANSFORME-MOI, REMPLIS-MOI  SERS-TOI DE MOI 
Transforma-me </a:t>
            </a:r>
            <a:r>
              <a:rPr lang="fr-FR" dirty="0" err="1" smtClean="0"/>
              <a:t>enche</a:t>
            </a:r>
            <a:r>
              <a:rPr lang="fr-FR" dirty="0" smtClean="0"/>
              <a:t>-me e usa-me        x4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Refrain: </a:t>
            </a:r>
          </a:p>
          <a:p>
            <a:pPr>
              <a:defRPr/>
            </a:pPr>
            <a:r>
              <a:rPr lang="fr-FR" dirty="0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Couplet:</a:t>
            </a:r>
          </a:p>
          <a:p>
            <a:pPr>
              <a:defRPr/>
            </a:pPr>
            <a:r>
              <a:rPr lang="fr-FR" dirty="0" smtClean="0"/>
              <a:t>1-  SONDE-MOI SEIGNEUR  TOI QUI ME CONNAIS</a:t>
            </a:r>
          </a:p>
          <a:p>
            <a:pPr>
              <a:defRPr/>
            </a:pPr>
            <a:r>
              <a:rPr lang="fr-FR" dirty="0" smtClean="0"/>
              <a:t>sonda-me, </a:t>
            </a:r>
            <a:r>
              <a:rPr lang="fr-FR" dirty="0" err="1" smtClean="0"/>
              <a:t>senhor</a:t>
            </a:r>
            <a:r>
              <a:rPr lang="fr-FR" dirty="0" smtClean="0"/>
              <a:t> e me </a:t>
            </a:r>
            <a:r>
              <a:rPr lang="fr-FR" dirty="0" err="1" smtClean="0"/>
              <a:t>conheces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2-  BRISE MON CŒUR  MON SEIGNEUR </a:t>
            </a:r>
          </a:p>
          <a:p>
            <a:pPr>
              <a:defRPr/>
            </a:pPr>
            <a:r>
              <a:rPr lang="fr-FR" dirty="0" err="1" smtClean="0"/>
              <a:t>Quebranta</a:t>
            </a:r>
            <a:r>
              <a:rPr lang="fr-FR" dirty="0" smtClean="0"/>
              <a:t> o </a:t>
            </a:r>
            <a:r>
              <a:rPr lang="fr-FR" dirty="0" err="1" smtClean="0"/>
              <a:t>meu</a:t>
            </a:r>
            <a:r>
              <a:rPr lang="fr-FR" dirty="0" smtClean="0"/>
              <a:t> </a:t>
            </a:r>
            <a:r>
              <a:rPr lang="fr-FR" dirty="0" err="1" smtClean="0"/>
              <a:t>coração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3-  TRANSFORME-MOI  SELON TA PAROLE</a:t>
            </a:r>
          </a:p>
          <a:p>
            <a:pPr>
              <a:defRPr/>
            </a:pPr>
            <a:r>
              <a:rPr lang="fr-FR" dirty="0" smtClean="0"/>
              <a:t>Transforma-me conforme a Tua </a:t>
            </a:r>
            <a:r>
              <a:rPr lang="fr-FR" dirty="0" err="1" smtClean="0"/>
              <a:t>palavra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4-  ET REMPLIS-MOI JUSQU’À ÊTRE DÉBORDANT DE TOI 
E </a:t>
            </a:r>
            <a:r>
              <a:rPr lang="fr-FR" dirty="0" err="1" smtClean="0"/>
              <a:t>enche</a:t>
            </a:r>
            <a:r>
              <a:rPr lang="fr-FR" dirty="0" smtClean="0"/>
              <a:t>-me </a:t>
            </a:r>
            <a:r>
              <a:rPr lang="fr-FR" dirty="0" err="1" smtClean="0"/>
              <a:t>até</a:t>
            </a:r>
            <a:r>
              <a:rPr lang="fr-FR" dirty="0" smtClean="0"/>
              <a:t> que </a:t>
            </a:r>
            <a:r>
              <a:rPr lang="fr-FR" dirty="0" err="1" smtClean="0"/>
              <a:t>emmim</a:t>
            </a:r>
            <a:r>
              <a:rPr lang="fr-FR" dirty="0" smtClean="0"/>
              <a:t> Se ache </a:t>
            </a:r>
            <a:r>
              <a:rPr lang="fr-FR" dirty="0" err="1" smtClean="0"/>
              <a:t>sóa</a:t>
            </a:r>
            <a:r>
              <a:rPr lang="fr-FR" dirty="0" smtClean="0"/>
              <a:t> Ti, </a:t>
            </a:r>
            <a:r>
              <a:rPr lang="fr-FR" dirty="0" err="1" smtClean="0"/>
              <a:t>então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err="1" smtClean="0"/>
              <a:t>Pre</a:t>
            </a:r>
            <a:r>
              <a:rPr lang="fr-FR" dirty="0" smtClean="0"/>
              <a:t>-Refrain:</a:t>
            </a:r>
          </a:p>
          <a:p>
            <a:pPr>
              <a:defRPr/>
            </a:pPr>
            <a:r>
              <a:rPr lang="fr-FR" dirty="0" smtClean="0"/>
              <a:t>5-  SERS-TOI DE MOI SEIGNEUR SERS-TOI DE MOI 
Usa-me, </a:t>
            </a:r>
            <a:r>
              <a:rPr lang="fr-FR" dirty="0" err="1" smtClean="0"/>
              <a:t>Senhor</a:t>
            </a:r>
            <a:r>
              <a:rPr lang="fr-FR" dirty="0" smtClean="0"/>
              <a:t> Usa-me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Refrain:</a:t>
            </a:r>
          </a:p>
          <a:p>
            <a:pPr>
              <a:defRPr/>
            </a:pPr>
            <a:r>
              <a:rPr lang="fr-FR" dirty="0" smtClean="0"/>
              <a:t>6-  ET COMME UN PHARE BRILLANT DANS LA NUIT </a:t>
            </a:r>
          </a:p>
          <a:p>
            <a:pPr>
              <a:defRPr/>
            </a:pP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um</a:t>
            </a:r>
            <a:r>
              <a:rPr lang="fr-FR" dirty="0" smtClean="0"/>
              <a:t> </a:t>
            </a:r>
            <a:r>
              <a:rPr lang="fr-FR" dirty="0" err="1" smtClean="0"/>
              <a:t>farol</a:t>
            </a:r>
            <a:r>
              <a:rPr lang="fr-FR" dirty="0" smtClean="0"/>
              <a:t> que </a:t>
            </a:r>
            <a:r>
              <a:rPr lang="fr-FR" dirty="0" err="1" smtClean="0"/>
              <a:t>brilha</a:t>
            </a:r>
            <a:r>
              <a:rPr lang="fr-FR" dirty="0" smtClean="0"/>
              <a:t> à </a:t>
            </a:r>
            <a:r>
              <a:rPr lang="fr-FR" dirty="0" err="1" smtClean="0"/>
              <a:t>noite</a:t>
            </a:r>
            <a:r>
              <a:rPr lang="fr-FR" dirty="0" smtClean="0"/>
              <a:t> 
7-  COMME UN PONT AU-DESSUS DES EAUX COMME UN ABRI DANS LE DÉSERT </a:t>
            </a:r>
          </a:p>
          <a:p>
            <a:pPr>
              <a:defRPr/>
            </a:pPr>
            <a:r>
              <a:rPr lang="fr-FR" dirty="0" err="1" smtClean="0"/>
              <a:t>Como</a:t>
            </a:r>
            <a:r>
              <a:rPr lang="fr-FR" dirty="0" smtClean="0"/>
              <a:t> ponte sobre as </a:t>
            </a:r>
            <a:r>
              <a:rPr lang="fr-FR" dirty="0" err="1" smtClean="0"/>
              <a:t>águas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abrigo</a:t>
            </a:r>
            <a:r>
              <a:rPr lang="fr-FR" dirty="0" smtClean="0"/>
              <a:t> no </a:t>
            </a:r>
            <a:r>
              <a:rPr lang="fr-FR" dirty="0" err="1" smtClean="0"/>
              <a:t>deserto</a:t>
            </a:r>
            <a:r>
              <a:rPr lang="fr-FR" dirty="0" smtClean="0"/>
              <a:t> 
8-  COMME UNE FLÈCHE  PERÇANT DANS L'AIR </a:t>
            </a:r>
          </a:p>
          <a:p>
            <a:pPr>
              <a:defRPr/>
            </a:pP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flecha</a:t>
            </a:r>
            <a:r>
              <a:rPr lang="fr-FR" dirty="0" smtClean="0"/>
              <a:t> que </a:t>
            </a:r>
            <a:r>
              <a:rPr lang="fr-FR" dirty="0" err="1" smtClean="0"/>
              <a:t>acerta</a:t>
            </a:r>
            <a:r>
              <a:rPr lang="fr-FR" dirty="0" smtClean="0"/>
              <a:t> o </a:t>
            </a:r>
            <a:r>
              <a:rPr lang="fr-FR" dirty="0" err="1" smtClean="0"/>
              <a:t>alvo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dirty="0" smtClean="0"/>
              <a:t>Eu </a:t>
            </a:r>
            <a:r>
              <a:rPr lang="fr-FR" dirty="0" err="1" smtClean="0"/>
              <a:t>quero</a:t>
            </a:r>
            <a:r>
              <a:rPr lang="fr-FR" dirty="0" smtClean="0"/>
              <a:t> </a:t>
            </a:r>
            <a:r>
              <a:rPr lang="fr-FR" dirty="0" err="1" smtClean="0"/>
              <a:t>ser</a:t>
            </a:r>
            <a:r>
              <a:rPr lang="fr-FR" dirty="0" smtClean="0"/>
              <a:t> </a:t>
            </a:r>
            <a:r>
              <a:rPr lang="fr-FR" dirty="0" err="1" smtClean="0"/>
              <a:t>usado</a:t>
            </a:r>
            <a:r>
              <a:rPr lang="fr-FR" dirty="0" smtClean="0"/>
              <a:t> da </a:t>
            </a:r>
            <a:r>
              <a:rPr lang="fr-FR" dirty="0" err="1" smtClean="0"/>
              <a:t>maneira</a:t>
            </a:r>
            <a:r>
              <a:rPr lang="fr-FR" dirty="0" smtClean="0"/>
              <a:t> que te </a:t>
            </a:r>
            <a:r>
              <a:rPr lang="fr-FR" dirty="0" err="1" smtClean="0"/>
              <a:t>agrade</a:t>
            </a:r>
            <a:r>
              <a:rPr lang="fr-FR" dirty="0" smtClean="0"/>
              <a:t> 
10-  QU’IMPORTE L’HEURE QU’IMPORTE L’ENDROIT  </a:t>
            </a:r>
          </a:p>
          <a:p>
            <a:pPr>
              <a:defRPr/>
            </a:pP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qualquer</a:t>
            </a:r>
            <a:r>
              <a:rPr lang="fr-FR" dirty="0" smtClean="0"/>
              <a:t> </a:t>
            </a:r>
            <a:r>
              <a:rPr lang="fr-FR" dirty="0" err="1" smtClean="0"/>
              <a:t>hora</a:t>
            </a:r>
            <a:r>
              <a:rPr lang="fr-FR" dirty="0" smtClean="0"/>
              <a:t> e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qualquer</a:t>
            </a:r>
            <a:r>
              <a:rPr lang="fr-FR" dirty="0" smtClean="0"/>
              <a:t> </a:t>
            </a:r>
            <a:r>
              <a:rPr lang="fr-FR" dirty="0" err="1" smtClean="0"/>
              <a:t>lugar</a:t>
            </a:r>
            <a:r>
              <a:rPr lang="fr-FR" dirty="0" smtClean="0"/>
              <a:t> 
11-  VOICI  MA VIE EST À TOI</a:t>
            </a:r>
            <a:br>
              <a:rPr lang="fr-FR" dirty="0" smtClean="0"/>
            </a:br>
            <a:r>
              <a:rPr lang="fr-FR" dirty="0" smtClean="0"/>
              <a:t> Eisa qui a </a:t>
            </a:r>
            <a:r>
              <a:rPr lang="fr-FR" dirty="0" err="1" smtClean="0"/>
              <a:t>minha</a:t>
            </a:r>
            <a:r>
              <a:rPr lang="fr-FR" dirty="0" smtClean="0"/>
              <a:t> vida   	</a:t>
            </a:r>
          </a:p>
          <a:p>
            <a:pPr>
              <a:defRPr/>
            </a:pPr>
            <a:r>
              <a:rPr lang="fr-FR" dirty="0" smtClean="0"/>
              <a:t>
12-  SERS -TOI DE MOI SEIGNEUR SERS -TOI DE MOI </a:t>
            </a:r>
          </a:p>
          <a:p>
            <a:pPr>
              <a:defRPr/>
            </a:pPr>
            <a:r>
              <a:rPr lang="fr-FR" dirty="0" smtClean="0"/>
              <a:t>Usa-me, </a:t>
            </a:r>
            <a:r>
              <a:rPr lang="fr-FR" dirty="0" err="1" smtClean="0"/>
              <a:t>Senhor</a:t>
            </a:r>
            <a:r>
              <a:rPr lang="fr-FR" dirty="0" smtClean="0"/>
              <a:t> Usa-me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
</a:t>
            </a:r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13-  SONDE-MOI  ET BRISE-MOI </a:t>
            </a:r>
          </a:p>
          <a:p>
            <a:pPr>
              <a:defRPr/>
            </a:pPr>
            <a:r>
              <a:rPr lang="fr-FR" dirty="0" smtClean="0"/>
              <a:t>Sonda-me </a:t>
            </a:r>
            <a:r>
              <a:rPr lang="fr-FR" dirty="0" err="1" smtClean="0"/>
              <a:t>quebranta</a:t>
            </a:r>
            <a:r>
              <a:rPr lang="fr-FR" dirty="0" smtClean="0"/>
              <a:t>-me 
14-  TRANSFORME-MOI, REMPLIS-MOI  SERS-TOI DE MOI 
Transforma-me </a:t>
            </a:r>
            <a:r>
              <a:rPr lang="fr-FR" dirty="0" err="1" smtClean="0"/>
              <a:t>enche</a:t>
            </a:r>
            <a:r>
              <a:rPr lang="fr-FR" dirty="0" smtClean="0"/>
              <a:t>-me e usa-me        x4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Refrain: </a:t>
            </a:r>
          </a:p>
          <a:p>
            <a:pPr>
              <a:defRPr/>
            </a:pPr>
            <a:r>
              <a:rPr lang="fr-FR" dirty="0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SONDE-MOI SEIGNEUR  TOI QUI ME CONNAIS</a:t>
            </a:r>
          </a:p>
          <a:p>
            <a:pPr>
              <a:defRPr/>
            </a:pPr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pPr>
              <a:defRPr/>
            </a:pPr>
            <a:r>
              <a:rPr lang="fr-FR" smtClean="0"/>
              <a:t>Quebranta o meu coração</a:t>
            </a:r>
          </a:p>
          <a:p>
            <a:pPr>
              <a:defRPr/>
            </a:pPr>
            <a:r>
              <a:rPr lang="fr-FR" smtClean="0"/>
              <a:t>3-  TRANSFORME-MOI  SELON TA PAROLE</a:t>
            </a:r>
          </a:p>
          <a:p>
            <a:pPr>
              <a:defRPr/>
            </a:pPr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Pre-Refrain:</a:t>
            </a:r>
          </a:p>
          <a:p>
            <a:pPr>
              <a:defRPr/>
            </a:pPr>
            <a:r>
              <a:rPr lang="fr-FR" smtClean="0"/>
              <a:t>5-  SERS-TOI DE MOI SEIGNEUR SERS-TOI DE MOI 
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</a:t>
            </a:r>
          </a:p>
          <a:p>
            <a:pPr>
              <a:defRPr/>
            </a:pPr>
            <a:r>
              <a:rPr lang="fr-FR" smtClean="0"/>
              <a:t>6-  ET COMME UN PHARE BRILLANT DANS LA NUIT </a:t>
            </a:r>
          </a:p>
          <a:p>
            <a:pPr>
              <a:defRPr/>
            </a:pPr>
            <a:r>
              <a:rPr lang="fr-FR" smtClean="0"/>
              <a:t>Como um farol que brilha à noite 
7-  COMME UN PONT AU-DESSUS DES EAUX COMME UN ABRI DANS LE DÉSERT </a:t>
            </a:r>
          </a:p>
          <a:p>
            <a:pPr>
              <a:defRPr/>
            </a:pPr>
            <a:r>
              <a:rPr lang="fr-FR" smtClean="0"/>
              <a:t>Como ponte sobre as águas Como abrigo no deserto 
8-  COMME UNE FLÈCHE  PERÇANT DANS L'AIR </a:t>
            </a:r>
          </a:p>
          <a:p>
            <a:pPr>
              <a:defRPr/>
            </a:pPr>
            <a:r>
              <a:rPr lang="fr-FR" smtClean="0"/>
              <a:t>Como flecha que acerta o alvo </a:t>
            </a:r>
          </a:p>
          <a:p>
            <a:pPr>
              <a:defRPr/>
            </a:pPr>
            <a:r>
              <a:rPr lang="fr-FR" smtClean="0"/>
              <a:t>
9-  JE VEUX ÊTRE UTILISÉE PAR TOI OUI SEIGNEUR JE VEUX TE PLAIRE </a:t>
            </a:r>
          </a:p>
          <a:p>
            <a:pPr>
              <a:defRPr/>
            </a:pPr>
            <a:r>
              <a:rPr lang="fr-FR" smtClean="0"/>
              <a:t>Eu quero ser usado da maneira que te agrade 
10-  QU’IMPORTE L’HEURE QU’IMPORTE L’ENDROIT  </a:t>
            </a:r>
          </a:p>
          <a:p>
            <a:pPr>
              <a:defRPr/>
            </a:pPr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pPr>
              <a:defRPr/>
            </a:pPr>
            <a:r>
              <a:rPr lang="fr-FR" smtClean="0"/>
              <a:t>
12-  SERS -TOI DE MOI SEIGNEUR SERS -TOI DE MOI </a:t>
            </a:r>
          </a:p>
          <a:p>
            <a:pPr>
              <a:defRPr/>
            </a:pPr>
            <a:r>
              <a:rPr lang="fr-FR" smtClean="0"/>
              <a:t>Usa-me, Senhor Usa-me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SONDE-MOI  ET BRISE-MOI </a:t>
            </a:r>
          </a:p>
          <a:p>
            <a:pPr>
              <a:defRPr/>
            </a:pPr>
            <a:r>
              <a:rPr lang="fr-FR" smtClean="0"/>
              <a:t>Sonda-me quebranta-me 
14-  TRANSFORME-MOI, REMPLIS-MOI  SERS-TOI DE MOI 
Transforma-me enche-me e usa-me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Refrain: </a:t>
            </a:r>
          </a:p>
          <a:p>
            <a:pPr>
              <a:defRPr/>
            </a:pPr>
            <a:r>
              <a:rPr lang="fr-FR" smtClean="0"/>
              <a:t>Pont: 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SONDE-MOI SEIGNEUR  TOI QUI ME CONNAIS</a:t>
            </a:r>
          </a:p>
          <a:p>
            <a:r>
              <a:rPr lang="fr-FR" smtClean="0"/>
              <a:t>sonda-me, senhor e me conheces </a:t>
            </a:r>
            <a:br>
              <a:rPr lang="fr-FR" smtClean="0"/>
            </a:br>
            <a:r>
              <a:rPr lang="fr-FR" smtClean="0"/>
              <a:t>2-  BRISE MON CŒUR  MON SEIGNEUR </a:t>
            </a:r>
          </a:p>
          <a:p>
            <a:r>
              <a:rPr lang="fr-FR" smtClean="0"/>
              <a:t>Quebranta o meu coração</a:t>
            </a:r>
          </a:p>
          <a:p>
            <a:r>
              <a:rPr lang="fr-FR" smtClean="0"/>
              <a:t>3-  TRANSFORME-MOI  SELON TA PAROLE</a:t>
            </a:r>
          </a:p>
          <a:p>
            <a:r>
              <a:rPr lang="fr-FR" smtClean="0"/>
              <a:t>Transforma-me conforme a Tua palavra </a:t>
            </a:r>
            <a:br>
              <a:rPr lang="fr-FR" smtClean="0"/>
            </a:br>
            <a:r>
              <a:rPr lang="fr-FR" smtClean="0"/>
              <a:t>4-  ET REMPLIS-MOI JUSQU’À ÊTRE DÉBORDANT DE TOI 
E enche-me até que emmim Se ache sóa Ti, então</a:t>
            </a:r>
          </a:p>
          <a:p>
            <a:endParaRPr lang="fr-FR" smtClean="0"/>
          </a:p>
          <a:p>
            <a:r>
              <a:rPr lang="fr-FR" smtClean="0"/>
              <a:t>Pre-Refrain:</a:t>
            </a:r>
          </a:p>
          <a:p>
            <a:r>
              <a:rPr lang="fr-FR" smtClean="0"/>
              <a:t>5-  SERS-TOI DE MOI SEIGNEUR SERS-TOI DE MOI 
Usa-me, Senhor Usa-me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6-  ET COMME UN PHARE BRILLANT DANS LA NUIT </a:t>
            </a:r>
          </a:p>
          <a:p>
            <a:r>
              <a:rPr lang="fr-FR" smtClean="0"/>
              <a:t>Como um farol que brilha à noite 
7-  COMME UN PONT AU-DESSUS DES EAUX COMME UN ABRI DANS LE DÉSERT </a:t>
            </a:r>
          </a:p>
          <a:p>
            <a:r>
              <a:rPr lang="fr-FR" smtClean="0"/>
              <a:t>Como ponte sobre as águas Como abrigo no deserto 
8-  COMME UNE FLÈCHE  PERÇANT DANS L'AIR </a:t>
            </a:r>
          </a:p>
          <a:p>
            <a:r>
              <a:rPr lang="fr-FR" smtClean="0"/>
              <a:t>Como flecha que acerta o alvo </a:t>
            </a:r>
          </a:p>
          <a:p>
            <a:r>
              <a:rPr lang="fr-FR" smtClean="0"/>
              <a:t>
9-  JE VEUX ÊTRE UTILISÉE PAR TOI OUI SEIGNEUR JE VEUX TE PLAIRE </a:t>
            </a:r>
          </a:p>
          <a:p>
            <a:r>
              <a:rPr lang="fr-FR" smtClean="0"/>
              <a:t>Eu quero ser usado da maneira que te agrade 
10-  QU’IMPORTE L’HEURE QU’IMPORTE L’ENDROIT  </a:t>
            </a:r>
          </a:p>
          <a:p>
            <a:r>
              <a:rPr lang="fr-FR" smtClean="0"/>
              <a:t>Em qualquer hora e em qualquer lugar 
11-  VOICI  MA VIE EST À TOI</a:t>
            </a:r>
            <a:br>
              <a:rPr lang="fr-FR" smtClean="0"/>
            </a:br>
            <a:r>
              <a:rPr lang="fr-FR" smtClean="0"/>
              <a:t> Eisa qui a minha vida   	</a:t>
            </a:r>
          </a:p>
          <a:p>
            <a:r>
              <a:rPr lang="fr-FR" smtClean="0"/>
              <a:t>
12-  SERS -TOI DE MOI SEIGNEUR SERS -TOI DE MOI </a:t>
            </a:r>
          </a:p>
          <a:p>
            <a:r>
              <a:rPr lang="fr-FR" smtClean="0"/>
              <a:t>Usa-me, Senhor Usa-me	</a:t>
            </a:r>
          </a:p>
          <a:p>
            <a:endParaRPr lang="fr-FR" smtClean="0"/>
          </a:p>
          <a:p>
            <a:r>
              <a:rPr lang="fr-FR" smtClean="0"/>
              <a:t>Couplet :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13-  SONDE-MOI  ET BRISE-MOI </a:t>
            </a:r>
          </a:p>
          <a:p>
            <a:r>
              <a:rPr lang="fr-FR" smtClean="0"/>
              <a:t>Sonda-me quebranta-me 
14-  TRANSFORME-MOI, REMPLIS-MOI  SERS-TOI DE MOI 
Transforma-me enche-me e usa-me        x4</a:t>
            </a:r>
          </a:p>
          <a:p>
            <a:endParaRPr lang="fr-FR" smtClean="0"/>
          </a:p>
          <a:p>
            <a:r>
              <a:rPr lang="fr-FR" smtClean="0"/>
              <a:t>Refrain: </a:t>
            </a:r>
          </a:p>
          <a:p>
            <a:r>
              <a:rPr lang="fr-FR" smtClean="0"/>
              <a:t>Pont: 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SONDE-MOI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QUI ME CONNAIS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BRISE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TRANSFORME 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SELON TA PAROLE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REMPLIS-MOI JUSQU’À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ÊTRE DÉBORDANT DE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SERS-TOI DE MOI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SERS-TOI DE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COMME UN PHARE BRILLANT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NUIT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PONT AU-DESSUS DES EAUX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ABRI DANS LE DÉSERT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UNE FLÈCHE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PERÇANT DANS L'AIR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ÊTRE UTILISÉE PAR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SEIGNEUR JE VEUX TE PLAIRE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QU’IMPORTE L’HEURE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QU’IMPORTE L’ENDROIT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VIE EST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SERS -TOI DE MOI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SERS -TOI DE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SONDE-MOI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BRISE-MOI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TRANSFORME-MOI, REMPLIS-MOI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SERS-TOI DE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501</Words>
  <Application>Microsoft Office PowerPoint</Application>
  <PresentationFormat>Affichage à l'écran (4:3)</PresentationFormat>
  <Paragraphs>808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175</cp:revision>
  <dcterms:created xsi:type="dcterms:W3CDTF">2002-08-17T10:50:50Z</dcterms:created>
  <dcterms:modified xsi:type="dcterms:W3CDTF">2018-07-08T07:59:18Z</dcterms:modified>
</cp:coreProperties>
</file>