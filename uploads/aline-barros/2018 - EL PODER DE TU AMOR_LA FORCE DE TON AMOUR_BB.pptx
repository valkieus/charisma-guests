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6" r:id="rId2"/>
    <p:sldId id="310" r:id="rId3"/>
    <p:sldId id="309" r:id="rId4"/>
    <p:sldId id="308" r:id="rId5"/>
    <p:sldId id="307" r:id="rId6"/>
    <p:sldId id="306" r:id="rId7"/>
    <p:sldId id="305" r:id="rId8"/>
    <p:sldId id="304" r:id="rId9"/>
    <p:sldId id="303" r:id="rId10"/>
    <p:sldId id="302" r:id="rId11"/>
    <p:sldId id="301" r:id="rId12"/>
    <p:sldId id="300" r:id="rId13"/>
    <p:sldId id="299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27244" autoAdjust="0"/>
  </p:normalViewPr>
  <p:slideViewPr>
    <p:cSldViewPr>
      <p:cViewPr varScale="1">
        <p:scale>
          <a:sx n="18" d="100"/>
          <a:sy n="18" d="100"/>
        </p:scale>
        <p:origin x="893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06/07/2018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 Señor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Cámbiame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renuévame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MON CŒUR TOUCHÉ PAR LA GRÂCE QUI N’EXISTE QU’EN TOI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gracia a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ti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las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debilidades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mi
4-  SERONT RENVERSÉES PAR LA PUISSANCE DE TON AMOUR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Cúbreme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rodéame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PRÈS DE TOI GARDE-MOI TOUJOURS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Tómame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cerca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quiero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esperar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nuevas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fuerzas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tendré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8-  JE VOLERAI AVEC TOI TON ESPRIT ME GUIDERA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levantaré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águilas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9-  PAR LA FORCE DE TON AMOUR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quiero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 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Señor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conocer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así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Señor, para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voluntad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
13-  POUR VIVRE CHAQUE JOUR DANS LA FORCE DE TON AMOUR 
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Viviendo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día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898510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29334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50795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20792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926877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31455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77387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434951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620071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98904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951329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SEIGNEUR RENOUVELLE ET CHANGE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Vengo a ti Señor Cámbiame, renuévame
2-  MON CŒUR TOUCHÉ PAR LA GRÂCE QUI N’EXISTE QU’EN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la gracia a que encontré en ti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MON SEIGNEUR, DIS-MOI QUE LES FAIBLESSES TROUVÉES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sé que las debilidades que hay en mi
4-  SERONT RENVERSÉES PAR LA PUISSANCE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desvanecerán 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COUVRE-MOI ENTOURE-MOI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Cúbreme con tu amor, rodéame
	6-  PRÈS DE TOI GARDE-MOI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Tómame, cerca quiero estar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ET J’ATTENDRAI COMME L’AIGLE QUE TU VIENNES M’ÉLEVER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al esperar, nuevas fuerzas yo tendré 
	8-  JE VOLERAI AVEC TOI TON ESPRIT ME GUIDERA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Y me levantaré como las águilas 
	9-  PAR LA FORCE DE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Por el poder de tu amor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VIENS OUVRIR MES YEUX LAISSE-MOI TE VOIR FACE À FACE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 te quiero ver cara a cara, oh Señor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POUR TE CONNAÎTRE MIEUX TOI QUI VIS EN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conocer así, más de tí en mí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RENOUVELLE MES PENSÉES REMPLIS-MOI DE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Prepárame Señor, para hacer tu voluntad 
13-  POUR VIVRE CHAQUE JOUR DANS LA FORCE DE TON AMOUR 
Viviendo cada día Por el poder de tu amor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ME VOICI, SEIGNEUR RENOUVELLE ET CHANGE </a:t>
            </a:r>
          </a:p>
          <a:p>
            <a:r>
              <a:rPr lang="fr-FR" smtClean="0"/>
              <a:t>Vengo a ti Señor Cámbiame, renuévame
2-  MON CŒUR TOUCHÉ PAR LA GRÂCE QUI N’EXISTE QU’EN TOI </a:t>
            </a:r>
          </a:p>
          <a:p>
            <a:r>
              <a:rPr lang="fr-FR" smtClean="0"/>
              <a:t>Por la gracia a que encontré en ti
</a:t>
            </a:r>
          </a:p>
          <a:p>
            <a:r>
              <a:rPr lang="fr-FR" smtClean="0"/>
              <a:t>3-  MON SEIGNEUR, DIS-MOI QUE LES FAIBLESSES TROUVÉES EN MOI </a:t>
            </a:r>
          </a:p>
          <a:p>
            <a:r>
              <a:rPr lang="fr-FR" smtClean="0"/>
              <a:t>Ahora sé que las debilidades que hay en mi
4-  SERONT RENVERSÉES PAR LA PUISSANCE DE TON AMOUR </a:t>
            </a:r>
          </a:p>
          <a:p>
            <a:r>
              <a:rPr lang="fr-FR" smtClean="0"/>
              <a:t>desvanecerán Por el poder de tu amor</a:t>
            </a:r>
          </a:p>
          <a:p>
            <a:r>
              <a:rPr lang="fr-FR" smtClean="0"/>
              <a:t>
	5-  COUVRE-MOI ENTOURE-MOI DE TON AMOUR </a:t>
            </a:r>
          </a:p>
          <a:p>
            <a:r>
              <a:rPr lang="fr-FR" smtClean="0"/>
              <a:t>	Cúbreme con tu amor, rodéame
	6-  PRÈS DE TOI GARDE-MOI TOUJOURS </a:t>
            </a:r>
          </a:p>
          <a:p>
            <a:r>
              <a:rPr lang="fr-FR" smtClean="0"/>
              <a:t>	Tómame, cerca quiero estar
</a:t>
            </a:r>
          </a:p>
          <a:p>
            <a:r>
              <a:rPr lang="fr-FR" smtClean="0"/>
              <a:t>	7-  ET J’ATTENDRAI COMME L’AIGLE QUE TU VIENNES M’ÉLEVER</a:t>
            </a:r>
          </a:p>
          <a:p>
            <a:r>
              <a:rPr lang="fr-FR" smtClean="0"/>
              <a:t>	Y al esperar, nuevas fuerzas yo tendré 
	8-  JE VOLERAI AVEC TOI TON ESPRIT ME GUIDERA</a:t>
            </a:r>
          </a:p>
          <a:p>
            <a:r>
              <a:rPr lang="fr-FR" smtClean="0"/>
              <a:t>	Y me levantaré como las águilas 
	9-  PAR LA FORCE DE TON AMOUR </a:t>
            </a:r>
          </a:p>
          <a:p>
            <a:r>
              <a:rPr lang="fr-FR" smtClean="0"/>
              <a:t>	Por el poder de tu amor</a:t>
            </a:r>
          </a:p>
          <a:p>
            <a:r>
              <a:rPr lang="fr-FR" smtClean="0"/>
              <a:t>
10-  VIENS OUVRIR MES YEUX LAISSE-MOI TE VOIR FACE À FACE </a:t>
            </a:r>
          </a:p>
          <a:p>
            <a:r>
              <a:rPr lang="fr-FR" smtClean="0"/>
              <a:t>Yo te quiero ver cara a cara, oh Señor</a:t>
            </a:r>
          </a:p>
          <a:p>
            <a:r>
              <a:rPr lang="fr-FR" smtClean="0"/>
              <a:t>11-  POUR TE CONNAÎTRE MIEUX TOI QUI VIS EN MOI </a:t>
            </a:r>
          </a:p>
          <a:p>
            <a:r>
              <a:rPr lang="fr-FR" smtClean="0"/>
              <a:t>Y conocer así, más de tí en mí
</a:t>
            </a:r>
          </a:p>
          <a:p>
            <a:r>
              <a:rPr lang="fr-FR" smtClean="0"/>
              <a:t>12-  RENOUVELLE MES PENSÉES REMPLIS-MOI DE TA VOLONTÉ </a:t>
            </a:r>
          </a:p>
          <a:p>
            <a:r>
              <a:rPr lang="fr-FR" smtClean="0"/>
              <a:t>Prepárame Señor, para hacer tu voluntad 
13-  POUR VIVRE CHAQUE JOUR DANS LA FORCE DE TON AMOUR 
Viviendo cada día Por el poder de tu amor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7808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RENOUVELLE ET CHANGE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 TOUCHÉ PAR LA GRÂCE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N’EXISTE QU’EN TOI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157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SEIGNEUR, DIS-MOI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FAIBLESSES TROUVÉES EN MOI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934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SERONT RENVERSÉES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LA PUISSANCE DE TON AMOUR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689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COUVRE-MOI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ENTOURE-MOI DE TON AMOUR</a:t>
            </a:r>
          </a:p>
        </p:txBody>
      </p:sp>
    </p:spTree>
    <p:extLst>
      <p:ext uri="{BB962C8B-B14F-4D97-AF65-F5344CB8AC3E}">
        <p14:creationId xmlns:p14="http://schemas.microsoft.com/office/powerpoint/2010/main" val="142256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PRÈS 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GARDE-MOI TOUJOURS</a:t>
            </a:r>
          </a:p>
        </p:txBody>
      </p:sp>
    </p:spTree>
    <p:extLst>
      <p:ext uri="{BB962C8B-B14F-4D97-AF65-F5344CB8AC3E}">
        <p14:creationId xmlns:p14="http://schemas.microsoft.com/office/powerpoint/2010/main" val="409767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J’ATTENDRAI COMME L’AIGLE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VIENNES M’ÉLEVER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034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VOLERAI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ESPRIT ME GUIDERA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521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LA FORCE DE TON AMOUR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611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OUVRIR MES 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LAISSE-MOI TE VOIR FACE À FACE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397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TE CONNAÎTRE MIEUX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QUI VIS EN MOI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772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RENOUVELLE MES PENSÉES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REMPLIS-MOI DE TA VOLONTÉ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863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VIVRE CHAQUE JOUR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FORCE DE TON AMOUR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117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17267</TotalTime>
  <Words>486</Words>
  <Application>Microsoft Office PowerPoint</Application>
  <PresentationFormat>Affichage à l'écran (4:3)</PresentationFormat>
  <Paragraphs>519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182</cp:revision>
  <dcterms:created xsi:type="dcterms:W3CDTF">2002-08-17T10:50:50Z</dcterms:created>
  <dcterms:modified xsi:type="dcterms:W3CDTF">2018-07-06T10:39:05Z</dcterms:modified>
</cp:coreProperties>
</file>