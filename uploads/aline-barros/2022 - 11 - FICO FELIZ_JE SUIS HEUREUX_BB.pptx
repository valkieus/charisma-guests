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4" r:id="rId2"/>
    <p:sldId id="265" r:id="rId3"/>
    <p:sldId id="266" r:id="rId4"/>
    <p:sldId id="267" r:id="rId5"/>
    <p:sldId id="272" r:id="rId6"/>
    <p:sldId id="273" r:id="rId7"/>
    <p:sldId id="268" r:id="rId8"/>
    <p:sldId id="269" r:id="rId9"/>
    <p:sldId id="270" r:id="rId10"/>
    <p:sldId id="271" r:id="rId1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39" autoAdjust="0"/>
    <p:restoredTop sz="26714" autoAdjust="0"/>
  </p:normalViewPr>
  <p:slideViewPr>
    <p:cSldViewPr>
      <p:cViewPr varScale="1">
        <p:scale>
          <a:sx n="18" d="100"/>
          <a:sy n="18" d="100"/>
        </p:scale>
        <p:origin x="880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1776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24/09/2022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dirty="0" smtClean="0"/>
              <a:t>Couplet 1 :</a:t>
            </a:r>
          </a:p>
          <a:p>
            <a:pPr>
              <a:defRPr/>
            </a:pPr>
            <a:r>
              <a:rPr lang="fr-FR" dirty="0" smtClean="0"/>
              <a:t>1-  JE SUIS HEUREUX  D’ÊTRE DANS TA MAISON </a:t>
            </a:r>
          </a:p>
          <a:p>
            <a:pPr>
              <a:defRPr/>
            </a:pPr>
            <a:r>
              <a:rPr lang="fr-FR" dirty="0" err="1" smtClean="0"/>
              <a:t>fico</a:t>
            </a:r>
            <a:r>
              <a:rPr lang="fr-FR" dirty="0" smtClean="0"/>
              <a:t> </a:t>
            </a:r>
            <a:r>
              <a:rPr lang="fr-FR" dirty="0" err="1" smtClean="0"/>
              <a:t>feliz</a:t>
            </a:r>
            <a:r>
              <a:rPr lang="fr-FR" dirty="0" smtClean="0"/>
              <a:t> </a:t>
            </a:r>
            <a:r>
              <a:rPr lang="fr-FR" dirty="0" err="1" smtClean="0"/>
              <a:t>em</a:t>
            </a:r>
            <a:r>
              <a:rPr lang="fr-FR" dirty="0" smtClean="0"/>
              <a:t> </a:t>
            </a:r>
            <a:r>
              <a:rPr lang="fr-FR" dirty="0" err="1" smtClean="0"/>
              <a:t>vir</a:t>
            </a:r>
            <a:r>
              <a:rPr lang="fr-FR" dirty="0" smtClean="0"/>
              <a:t> </a:t>
            </a:r>
            <a:r>
              <a:rPr lang="fr-FR" dirty="0" err="1" smtClean="0"/>
              <a:t>em</a:t>
            </a:r>
            <a:r>
              <a:rPr lang="fr-FR" dirty="0" smtClean="0"/>
              <a:t> tua casa</a:t>
            </a:r>
          </a:p>
          <a:p>
            <a:pPr>
              <a:defRPr/>
            </a:pPr>
            <a:r>
              <a:rPr lang="fr-FR" dirty="0" smtClean="0"/>
              <a:t>2-  ÉLEVER MA VOIX ET CHANTER </a:t>
            </a:r>
          </a:p>
          <a:p>
            <a:pPr>
              <a:defRPr/>
            </a:pPr>
            <a:r>
              <a:rPr lang="fr-FR" dirty="0" err="1" smtClean="0"/>
              <a:t>erguer</a:t>
            </a:r>
            <a:r>
              <a:rPr lang="fr-FR" dirty="0" smtClean="0"/>
              <a:t> </a:t>
            </a:r>
            <a:r>
              <a:rPr lang="fr-FR" dirty="0" err="1" smtClean="0"/>
              <a:t>minha</a:t>
            </a:r>
            <a:r>
              <a:rPr lang="fr-FR" dirty="0" smtClean="0"/>
              <a:t> </a:t>
            </a:r>
            <a:r>
              <a:rPr lang="fr-FR" dirty="0" err="1" smtClean="0"/>
              <a:t>voz</a:t>
            </a:r>
            <a:r>
              <a:rPr lang="fr-FR" dirty="0" smtClean="0"/>
              <a:t> e </a:t>
            </a:r>
            <a:r>
              <a:rPr lang="fr-FR" dirty="0" err="1" smtClean="0"/>
              <a:t>cantar</a:t>
            </a:r>
            <a:r>
              <a:rPr lang="fr-FR" dirty="0" smtClean="0"/>
              <a:t> 
3-  JE SUIS HEUREUX  D’ÊTRE DANS TA MAISON</a:t>
            </a:r>
          </a:p>
          <a:p>
            <a:pPr>
              <a:defRPr/>
            </a:pPr>
            <a:r>
              <a:rPr lang="fr-FR" dirty="0" err="1" smtClean="0"/>
              <a:t>fico</a:t>
            </a:r>
            <a:r>
              <a:rPr lang="fr-FR" dirty="0" smtClean="0"/>
              <a:t> </a:t>
            </a:r>
            <a:r>
              <a:rPr lang="fr-FR" dirty="0" err="1" smtClean="0"/>
              <a:t>feliz</a:t>
            </a:r>
            <a:r>
              <a:rPr lang="fr-FR" dirty="0" smtClean="0"/>
              <a:t> </a:t>
            </a:r>
            <a:r>
              <a:rPr lang="fr-FR" dirty="0" err="1" smtClean="0"/>
              <a:t>em</a:t>
            </a:r>
            <a:r>
              <a:rPr lang="fr-FR" dirty="0" smtClean="0"/>
              <a:t> </a:t>
            </a:r>
            <a:r>
              <a:rPr lang="fr-FR" dirty="0" err="1" smtClean="0"/>
              <a:t>vir</a:t>
            </a:r>
            <a:r>
              <a:rPr lang="fr-FR" dirty="0" smtClean="0"/>
              <a:t> </a:t>
            </a:r>
            <a:r>
              <a:rPr lang="fr-FR" dirty="0" err="1" smtClean="0"/>
              <a:t>em</a:t>
            </a:r>
            <a:r>
              <a:rPr lang="fr-FR" dirty="0" smtClean="0"/>
              <a:t> tua casa</a:t>
            </a:r>
          </a:p>
          <a:p>
            <a:pPr>
              <a:defRPr/>
            </a:pPr>
            <a:r>
              <a:rPr lang="fr-FR" dirty="0" smtClean="0"/>
              <a:t>4-  ÉLEVER MES MAINS ET ADORER            x2</a:t>
            </a:r>
          </a:p>
          <a:p>
            <a:pPr>
              <a:defRPr/>
            </a:pPr>
            <a:r>
              <a:rPr lang="fr-FR" dirty="0" err="1" smtClean="0"/>
              <a:t>erguer</a:t>
            </a:r>
            <a:r>
              <a:rPr lang="fr-FR" dirty="0" smtClean="0"/>
              <a:t> </a:t>
            </a:r>
            <a:r>
              <a:rPr lang="fr-FR" dirty="0" err="1" smtClean="0"/>
              <a:t>minhas</a:t>
            </a:r>
            <a:r>
              <a:rPr lang="fr-FR" dirty="0" smtClean="0"/>
              <a:t> </a:t>
            </a:r>
            <a:r>
              <a:rPr lang="fr-FR" dirty="0" err="1" smtClean="0"/>
              <a:t>mãos</a:t>
            </a:r>
            <a:r>
              <a:rPr lang="fr-FR" dirty="0" smtClean="0"/>
              <a:t> e </a:t>
            </a:r>
            <a:r>
              <a:rPr lang="fr-FR" dirty="0" err="1" smtClean="0"/>
              <a:t>adorar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                </a:t>
            </a:r>
          </a:p>
          <a:p>
            <a:pPr>
              <a:defRPr/>
            </a:pPr>
            <a:r>
              <a:rPr lang="fr-FR" dirty="0" smtClean="0"/>
              <a:t>	Refrain :
	5-  BÉNI SOIT LE NOM DU SEIGNEUR  x3</a:t>
            </a:r>
          </a:p>
          <a:p>
            <a:pPr>
              <a:defRPr/>
            </a:pPr>
            <a:r>
              <a:rPr lang="fr-FR" dirty="0" smtClean="0"/>
              <a:t>	 </a:t>
            </a:r>
            <a:r>
              <a:rPr lang="fr-FR" dirty="0" err="1" smtClean="0"/>
              <a:t>bendito</a:t>
            </a:r>
            <a:r>
              <a:rPr lang="fr-FR" dirty="0" smtClean="0"/>
              <a:t> é o nome do </a:t>
            </a:r>
            <a:r>
              <a:rPr lang="fr-FR" dirty="0" err="1" smtClean="0"/>
              <a:t>senhor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	6- À TOUT JAMAIS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pra</a:t>
            </a:r>
            <a:r>
              <a:rPr lang="fr-FR" dirty="0" smtClean="0"/>
              <a:t> </a:t>
            </a:r>
            <a:r>
              <a:rPr lang="fr-FR" dirty="0" err="1" smtClean="0"/>
              <a:t>sempre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Couplet 1 :</a:t>
            </a:r>
          </a:p>
          <a:p>
            <a:pPr>
              <a:defRPr/>
            </a:pPr>
            <a:r>
              <a:rPr lang="fr-FR" dirty="0" smtClean="0"/>
              <a:t>	Refrain :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Couplet 2 :
7-  JE SUIS HEUREUX  D’ÊTRE DANS TA MAISON </a:t>
            </a:r>
          </a:p>
          <a:p>
            <a:pPr>
              <a:defRPr/>
            </a:pPr>
            <a:r>
              <a:rPr lang="fr-FR" dirty="0" err="1" smtClean="0"/>
              <a:t>fico</a:t>
            </a:r>
            <a:r>
              <a:rPr lang="fr-FR" dirty="0" smtClean="0"/>
              <a:t> </a:t>
            </a:r>
            <a:r>
              <a:rPr lang="fr-FR" dirty="0" err="1" smtClean="0"/>
              <a:t>feliz</a:t>
            </a:r>
            <a:r>
              <a:rPr lang="fr-FR" dirty="0" smtClean="0"/>
              <a:t> </a:t>
            </a:r>
            <a:r>
              <a:rPr lang="fr-FR" dirty="0" err="1" smtClean="0"/>
              <a:t>em</a:t>
            </a:r>
            <a:r>
              <a:rPr lang="fr-FR" dirty="0" smtClean="0"/>
              <a:t> </a:t>
            </a:r>
            <a:r>
              <a:rPr lang="fr-FR" dirty="0" err="1" smtClean="0"/>
              <a:t>vir</a:t>
            </a:r>
            <a:r>
              <a:rPr lang="fr-FR" dirty="0" smtClean="0"/>
              <a:t> </a:t>
            </a:r>
            <a:r>
              <a:rPr lang="fr-FR" dirty="0" err="1" smtClean="0"/>
              <a:t>em</a:t>
            </a:r>
            <a:r>
              <a:rPr lang="fr-FR" dirty="0" smtClean="0"/>
              <a:t> tua casa</a:t>
            </a:r>
          </a:p>
          <a:p>
            <a:pPr>
              <a:defRPr/>
            </a:pPr>
            <a:r>
              <a:rPr lang="fr-FR" dirty="0" smtClean="0"/>
              <a:t>8-  ÉLEVER MA VOIX  ET CHANTER ALLÉLUIA </a:t>
            </a:r>
          </a:p>
          <a:p>
            <a:pPr>
              <a:defRPr/>
            </a:pPr>
            <a:r>
              <a:rPr lang="fr-FR" dirty="0" err="1" smtClean="0"/>
              <a:t>erguer</a:t>
            </a:r>
            <a:r>
              <a:rPr lang="fr-FR" dirty="0" smtClean="0"/>
              <a:t> </a:t>
            </a:r>
            <a:r>
              <a:rPr lang="fr-FR" dirty="0" err="1" smtClean="0"/>
              <a:t>minha</a:t>
            </a:r>
            <a:r>
              <a:rPr lang="fr-FR" dirty="0" smtClean="0"/>
              <a:t> </a:t>
            </a:r>
            <a:r>
              <a:rPr lang="fr-FR" dirty="0" err="1" smtClean="0"/>
              <a:t>voz</a:t>
            </a:r>
            <a:r>
              <a:rPr lang="fr-FR" dirty="0" smtClean="0"/>
              <a:t> e </a:t>
            </a:r>
            <a:r>
              <a:rPr lang="fr-FR" dirty="0" err="1" smtClean="0"/>
              <a:t>cantar</a:t>
            </a:r>
            <a:r>
              <a:rPr lang="fr-FR" dirty="0" smtClean="0"/>
              <a:t> </a:t>
            </a:r>
            <a:r>
              <a:rPr lang="fr-FR" dirty="0" err="1" smtClean="0"/>
              <a:t>aleluia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9-  JE SUIS HEUREUX  D’ÊTRE DANS TA MAISON </a:t>
            </a:r>
          </a:p>
          <a:p>
            <a:pPr>
              <a:defRPr/>
            </a:pPr>
            <a:r>
              <a:rPr lang="fr-FR" dirty="0" err="1" smtClean="0"/>
              <a:t>fico</a:t>
            </a:r>
            <a:r>
              <a:rPr lang="fr-FR" dirty="0" smtClean="0"/>
              <a:t> </a:t>
            </a:r>
            <a:r>
              <a:rPr lang="fr-FR" dirty="0" err="1" smtClean="0"/>
              <a:t>feliz</a:t>
            </a:r>
            <a:r>
              <a:rPr lang="fr-FR" dirty="0" smtClean="0"/>
              <a:t> </a:t>
            </a:r>
            <a:r>
              <a:rPr lang="fr-FR" dirty="0" err="1" smtClean="0"/>
              <a:t>em</a:t>
            </a:r>
            <a:r>
              <a:rPr lang="fr-FR" dirty="0" smtClean="0"/>
              <a:t> </a:t>
            </a:r>
            <a:r>
              <a:rPr lang="fr-FR" dirty="0" err="1" smtClean="0"/>
              <a:t>vir</a:t>
            </a:r>
            <a:r>
              <a:rPr lang="fr-FR" dirty="0" smtClean="0"/>
              <a:t> </a:t>
            </a:r>
            <a:r>
              <a:rPr lang="fr-FR" dirty="0" err="1" smtClean="0"/>
              <a:t>em</a:t>
            </a:r>
            <a:r>
              <a:rPr lang="fr-FR" dirty="0" smtClean="0"/>
              <a:t> tua casa
10-  ÉLEVER MES MAINS ET ADORER</a:t>
            </a:r>
          </a:p>
          <a:p>
            <a:pPr>
              <a:defRPr/>
            </a:pPr>
            <a:r>
              <a:rPr lang="fr-FR" dirty="0" err="1" smtClean="0"/>
              <a:t>erguer</a:t>
            </a:r>
            <a:r>
              <a:rPr lang="fr-FR" dirty="0" smtClean="0"/>
              <a:t> </a:t>
            </a:r>
            <a:r>
              <a:rPr lang="fr-FR" dirty="0" err="1" smtClean="0"/>
              <a:t>minhas</a:t>
            </a:r>
            <a:r>
              <a:rPr lang="fr-FR" dirty="0" smtClean="0"/>
              <a:t> </a:t>
            </a:r>
            <a:r>
              <a:rPr lang="fr-FR" dirty="0" err="1" smtClean="0"/>
              <a:t>mãos</a:t>
            </a:r>
            <a:r>
              <a:rPr lang="fr-FR" dirty="0" smtClean="0"/>
              <a:t> e </a:t>
            </a:r>
            <a:r>
              <a:rPr lang="fr-FR" dirty="0" err="1" smtClean="0"/>
              <a:t>adorar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 :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Couplet 1 :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 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SUIS HEUREUX  D’ÊTRE DANS TA MAISON </a:t>
            </a:r>
          </a:p>
          <a:p>
            <a:r>
              <a:rPr lang="fr-FR" smtClean="0"/>
              <a:t>fico feliz em vir em tua casa</a:t>
            </a:r>
          </a:p>
          <a:p>
            <a:r>
              <a:rPr lang="fr-FR" smtClean="0"/>
              <a:t>2-  ÉLEVER MA VOIX ET CHANTER </a:t>
            </a:r>
          </a:p>
          <a:p>
            <a:r>
              <a:rPr lang="fr-FR" smtClean="0"/>
              <a:t>erguer minha voz e cantar 
3-  JE SUIS HEUREUX  D’ÊTRE DANS TA MAISON</a:t>
            </a:r>
          </a:p>
          <a:p>
            <a:r>
              <a:rPr lang="fr-FR" smtClean="0"/>
              <a:t>fico feliz em vir em tua casa</a:t>
            </a:r>
          </a:p>
          <a:p>
            <a:r>
              <a:rPr lang="fr-FR" smtClean="0"/>
              <a:t>4-  ÉLEVER MES MAINS ET ADORER            x2</a:t>
            </a:r>
          </a:p>
          <a:p>
            <a:r>
              <a:rPr lang="fr-FR" smtClean="0"/>
              <a:t>erguer minhas mãos e adorar</a:t>
            </a:r>
          </a:p>
          <a:p>
            <a:r>
              <a:rPr lang="fr-FR" smtClean="0"/>
              <a:t>                 </a:t>
            </a:r>
          </a:p>
          <a:p>
            <a:r>
              <a:rPr lang="fr-FR" smtClean="0"/>
              <a:t>	Refrain :
	5-  BÉNI SOIT LE NOM DU SEIGNEUR  x3</a:t>
            </a:r>
          </a:p>
          <a:p>
            <a:r>
              <a:rPr lang="fr-FR" smtClean="0"/>
              <a:t>	 bendito é o nome do senhor </a:t>
            </a:r>
          </a:p>
          <a:p>
            <a:r>
              <a:rPr lang="fr-FR" smtClean="0"/>
              <a:t>	6- À TOUT JAMAIS</a:t>
            </a:r>
          </a:p>
          <a:p>
            <a:r>
              <a:rPr lang="fr-FR" smtClean="0"/>
              <a:t>	pra sempre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1 :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Couplet 2 :
7-  JE SUIS HEUREUX  D’ÊTRE DANS TA MAISON </a:t>
            </a:r>
          </a:p>
          <a:p>
            <a:r>
              <a:rPr lang="fr-FR" smtClean="0"/>
              <a:t>fico feliz em vir em tua casa</a:t>
            </a:r>
          </a:p>
          <a:p>
            <a:r>
              <a:rPr lang="fr-FR" smtClean="0"/>
              <a:t>8-  ÉLEVER MA VOIX  ET CHANTER ALLÉLUIA </a:t>
            </a:r>
          </a:p>
          <a:p>
            <a:r>
              <a:rPr lang="fr-FR" smtClean="0"/>
              <a:t>erguer minha voz e cantar aleluia </a:t>
            </a:r>
          </a:p>
          <a:p>
            <a:r>
              <a:rPr lang="fr-FR" smtClean="0"/>
              <a:t>9-  JE SUIS HEUREUX  D’ÊTRE DANS TA MAISON </a:t>
            </a:r>
          </a:p>
          <a:p>
            <a:r>
              <a:rPr lang="fr-FR" smtClean="0"/>
              <a:t>fico feliz em vir em tua casa
10-  ÉLEVER MES MAINS ET ADORER</a:t>
            </a:r>
          </a:p>
          <a:p>
            <a:r>
              <a:rPr lang="fr-FR" smtClean="0"/>
              <a:t>erguer minhas mãos e adorar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Refrain : x2</a:t>
            </a:r>
          </a:p>
          <a:p>
            <a:endParaRPr lang="fr-FR" smtClean="0"/>
          </a:p>
          <a:p>
            <a:r>
              <a:rPr lang="fr-FR" smtClean="0"/>
              <a:t>Couplet 1 : x2</a:t>
            </a:r>
          </a:p>
          <a:p>
            <a:endParaRPr lang="fr-FR" smtClean="0"/>
          </a:p>
          <a:p>
            <a:r>
              <a:rPr lang="fr-FR" smtClean="0"/>
              <a:t>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6337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r>
              <a:rPr lang="fr-FR" dirty="0" smtClean="0"/>
              <a:t>1-  JE SUIS HEUREUX  D’ÊTRE DANS TA MAISON </a:t>
            </a:r>
          </a:p>
          <a:p>
            <a:pPr>
              <a:defRPr/>
            </a:pPr>
            <a:r>
              <a:rPr lang="fr-FR" dirty="0" err="1" smtClean="0"/>
              <a:t>fico</a:t>
            </a:r>
            <a:r>
              <a:rPr lang="fr-FR" dirty="0" smtClean="0"/>
              <a:t> </a:t>
            </a:r>
            <a:r>
              <a:rPr lang="fr-FR" dirty="0" err="1" smtClean="0"/>
              <a:t>feliz</a:t>
            </a:r>
            <a:r>
              <a:rPr lang="fr-FR" dirty="0" smtClean="0"/>
              <a:t> </a:t>
            </a:r>
            <a:r>
              <a:rPr lang="fr-FR" dirty="0" err="1" smtClean="0"/>
              <a:t>em</a:t>
            </a:r>
            <a:r>
              <a:rPr lang="fr-FR" dirty="0" smtClean="0"/>
              <a:t> </a:t>
            </a:r>
            <a:r>
              <a:rPr lang="fr-FR" dirty="0" err="1" smtClean="0"/>
              <a:t>vir</a:t>
            </a:r>
            <a:r>
              <a:rPr lang="fr-FR" dirty="0" smtClean="0"/>
              <a:t> </a:t>
            </a:r>
            <a:r>
              <a:rPr lang="fr-FR" dirty="0" err="1" smtClean="0"/>
              <a:t>em</a:t>
            </a:r>
            <a:r>
              <a:rPr lang="fr-FR" dirty="0" smtClean="0"/>
              <a:t> tua casa</a:t>
            </a:r>
          </a:p>
          <a:p>
            <a:pPr>
              <a:defRPr/>
            </a:pPr>
            <a:r>
              <a:rPr lang="fr-FR" dirty="0" smtClean="0"/>
              <a:t>2-  ÉLEVER MA VOIX ET CHANTER </a:t>
            </a:r>
          </a:p>
          <a:p>
            <a:pPr>
              <a:defRPr/>
            </a:pPr>
            <a:r>
              <a:rPr lang="fr-FR" dirty="0" err="1" smtClean="0"/>
              <a:t>erguer</a:t>
            </a:r>
            <a:r>
              <a:rPr lang="fr-FR" dirty="0" smtClean="0"/>
              <a:t> </a:t>
            </a:r>
            <a:r>
              <a:rPr lang="fr-FR" dirty="0" err="1" smtClean="0"/>
              <a:t>minha</a:t>
            </a:r>
            <a:r>
              <a:rPr lang="fr-FR" dirty="0" smtClean="0"/>
              <a:t> </a:t>
            </a:r>
            <a:r>
              <a:rPr lang="fr-FR" dirty="0" err="1" smtClean="0"/>
              <a:t>voz</a:t>
            </a:r>
            <a:r>
              <a:rPr lang="fr-FR" dirty="0" smtClean="0"/>
              <a:t> e </a:t>
            </a:r>
            <a:r>
              <a:rPr lang="fr-FR" dirty="0" err="1" smtClean="0"/>
              <a:t>cantar</a:t>
            </a:r>
            <a:r>
              <a:rPr lang="fr-FR" dirty="0" smtClean="0"/>
              <a:t> 
3-  JE SUIS HEUREUX  D’ÊTRE DANS TA MAISON</a:t>
            </a:r>
          </a:p>
          <a:p>
            <a:pPr>
              <a:defRPr/>
            </a:pPr>
            <a:r>
              <a:rPr lang="fr-FR" dirty="0" err="1" smtClean="0"/>
              <a:t>fico</a:t>
            </a:r>
            <a:r>
              <a:rPr lang="fr-FR" dirty="0" smtClean="0"/>
              <a:t> </a:t>
            </a:r>
            <a:r>
              <a:rPr lang="fr-FR" dirty="0" err="1" smtClean="0"/>
              <a:t>feliz</a:t>
            </a:r>
            <a:r>
              <a:rPr lang="fr-FR" dirty="0" smtClean="0"/>
              <a:t> </a:t>
            </a:r>
            <a:r>
              <a:rPr lang="fr-FR" dirty="0" err="1" smtClean="0"/>
              <a:t>em</a:t>
            </a:r>
            <a:r>
              <a:rPr lang="fr-FR" dirty="0" smtClean="0"/>
              <a:t> </a:t>
            </a:r>
            <a:r>
              <a:rPr lang="fr-FR" dirty="0" err="1" smtClean="0"/>
              <a:t>vir</a:t>
            </a:r>
            <a:r>
              <a:rPr lang="fr-FR" dirty="0" smtClean="0"/>
              <a:t> </a:t>
            </a:r>
            <a:r>
              <a:rPr lang="fr-FR" dirty="0" err="1" smtClean="0"/>
              <a:t>em</a:t>
            </a:r>
            <a:r>
              <a:rPr lang="fr-FR" dirty="0" smtClean="0"/>
              <a:t> tua casa</a:t>
            </a:r>
          </a:p>
          <a:p>
            <a:pPr>
              <a:defRPr/>
            </a:pPr>
            <a:r>
              <a:rPr lang="fr-FR" dirty="0" smtClean="0"/>
              <a:t>4-  ÉLEVER MES MAINS ET ADORER            x2</a:t>
            </a:r>
          </a:p>
          <a:p>
            <a:pPr>
              <a:defRPr/>
            </a:pPr>
            <a:r>
              <a:rPr lang="fr-FR" dirty="0" err="1" smtClean="0"/>
              <a:t>erguer</a:t>
            </a:r>
            <a:r>
              <a:rPr lang="fr-FR" dirty="0" smtClean="0"/>
              <a:t> </a:t>
            </a:r>
            <a:r>
              <a:rPr lang="fr-FR" dirty="0" err="1" smtClean="0"/>
              <a:t>minhas</a:t>
            </a:r>
            <a:r>
              <a:rPr lang="fr-FR" dirty="0" smtClean="0"/>
              <a:t> </a:t>
            </a:r>
            <a:r>
              <a:rPr lang="fr-FR" dirty="0" err="1" smtClean="0"/>
              <a:t>mãos</a:t>
            </a:r>
            <a:r>
              <a:rPr lang="fr-FR" dirty="0" smtClean="0"/>
              <a:t> e </a:t>
            </a:r>
            <a:r>
              <a:rPr lang="fr-FR" dirty="0" err="1" smtClean="0"/>
              <a:t>adorar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                </a:t>
            </a:r>
          </a:p>
          <a:p>
            <a:pPr>
              <a:defRPr/>
            </a:pPr>
            <a:r>
              <a:rPr lang="fr-FR" dirty="0" smtClean="0"/>
              <a:t>	Refrain :
	5-  BÉNI SOIT LE NOM DU SEIGNEUR  x3</a:t>
            </a:r>
          </a:p>
          <a:p>
            <a:pPr>
              <a:defRPr/>
            </a:pPr>
            <a:r>
              <a:rPr lang="fr-FR" dirty="0" smtClean="0"/>
              <a:t>	 </a:t>
            </a:r>
            <a:r>
              <a:rPr lang="fr-FR" dirty="0" err="1" smtClean="0"/>
              <a:t>bendito</a:t>
            </a:r>
            <a:r>
              <a:rPr lang="fr-FR" dirty="0" smtClean="0"/>
              <a:t> é o nome do </a:t>
            </a:r>
            <a:r>
              <a:rPr lang="fr-FR" dirty="0" err="1" smtClean="0"/>
              <a:t>senhor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	6- À TOUT JAMAIS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pra</a:t>
            </a:r>
            <a:r>
              <a:rPr lang="fr-FR" dirty="0" smtClean="0"/>
              <a:t> </a:t>
            </a:r>
            <a:r>
              <a:rPr lang="fr-FR" dirty="0" err="1" smtClean="0"/>
              <a:t>sempre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Couplet 1 :</a:t>
            </a:r>
          </a:p>
          <a:p>
            <a:pPr>
              <a:defRPr/>
            </a:pPr>
            <a:r>
              <a:rPr lang="fr-FR" dirty="0" smtClean="0"/>
              <a:t>	Refrain :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Couplet 2 :
7-  JE SUIS HEUREUX  D’ÊTRE DANS TA MAISON </a:t>
            </a:r>
          </a:p>
          <a:p>
            <a:pPr>
              <a:defRPr/>
            </a:pPr>
            <a:r>
              <a:rPr lang="fr-FR" dirty="0" err="1" smtClean="0"/>
              <a:t>fico</a:t>
            </a:r>
            <a:r>
              <a:rPr lang="fr-FR" dirty="0" smtClean="0"/>
              <a:t> </a:t>
            </a:r>
            <a:r>
              <a:rPr lang="fr-FR" dirty="0" err="1" smtClean="0"/>
              <a:t>feliz</a:t>
            </a:r>
            <a:r>
              <a:rPr lang="fr-FR" dirty="0" smtClean="0"/>
              <a:t> </a:t>
            </a:r>
            <a:r>
              <a:rPr lang="fr-FR" dirty="0" err="1" smtClean="0"/>
              <a:t>em</a:t>
            </a:r>
            <a:r>
              <a:rPr lang="fr-FR" dirty="0" smtClean="0"/>
              <a:t> </a:t>
            </a:r>
            <a:r>
              <a:rPr lang="fr-FR" dirty="0" err="1" smtClean="0"/>
              <a:t>vir</a:t>
            </a:r>
            <a:r>
              <a:rPr lang="fr-FR" dirty="0" smtClean="0"/>
              <a:t> </a:t>
            </a:r>
            <a:r>
              <a:rPr lang="fr-FR" dirty="0" err="1" smtClean="0"/>
              <a:t>em</a:t>
            </a:r>
            <a:r>
              <a:rPr lang="fr-FR" dirty="0" smtClean="0"/>
              <a:t> tua casa</a:t>
            </a:r>
          </a:p>
          <a:p>
            <a:pPr>
              <a:defRPr/>
            </a:pPr>
            <a:r>
              <a:rPr lang="fr-FR" dirty="0" smtClean="0"/>
              <a:t>8-  ÉLEVER MA VOIX  ET CHANTER ALLÉLUIA </a:t>
            </a:r>
          </a:p>
          <a:p>
            <a:pPr>
              <a:defRPr/>
            </a:pPr>
            <a:r>
              <a:rPr lang="fr-FR" dirty="0" err="1" smtClean="0"/>
              <a:t>erguer</a:t>
            </a:r>
            <a:r>
              <a:rPr lang="fr-FR" dirty="0" smtClean="0"/>
              <a:t> </a:t>
            </a:r>
            <a:r>
              <a:rPr lang="fr-FR" dirty="0" err="1" smtClean="0"/>
              <a:t>minha</a:t>
            </a:r>
            <a:r>
              <a:rPr lang="fr-FR" dirty="0" smtClean="0"/>
              <a:t> </a:t>
            </a:r>
            <a:r>
              <a:rPr lang="fr-FR" dirty="0" err="1" smtClean="0"/>
              <a:t>voz</a:t>
            </a:r>
            <a:r>
              <a:rPr lang="fr-FR" dirty="0" smtClean="0"/>
              <a:t> e </a:t>
            </a:r>
            <a:r>
              <a:rPr lang="fr-FR" dirty="0" err="1" smtClean="0"/>
              <a:t>cantar</a:t>
            </a:r>
            <a:r>
              <a:rPr lang="fr-FR" dirty="0" smtClean="0"/>
              <a:t> </a:t>
            </a:r>
            <a:r>
              <a:rPr lang="fr-FR" dirty="0" err="1" smtClean="0"/>
              <a:t>aleluia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9-  JE SUIS HEUREUX  D’ÊTRE DANS TA MAISON </a:t>
            </a:r>
          </a:p>
          <a:p>
            <a:pPr>
              <a:defRPr/>
            </a:pPr>
            <a:r>
              <a:rPr lang="fr-FR" dirty="0" err="1" smtClean="0"/>
              <a:t>fico</a:t>
            </a:r>
            <a:r>
              <a:rPr lang="fr-FR" dirty="0" smtClean="0"/>
              <a:t> </a:t>
            </a:r>
            <a:r>
              <a:rPr lang="fr-FR" dirty="0" err="1" smtClean="0"/>
              <a:t>feliz</a:t>
            </a:r>
            <a:r>
              <a:rPr lang="fr-FR" dirty="0" smtClean="0"/>
              <a:t> </a:t>
            </a:r>
            <a:r>
              <a:rPr lang="fr-FR" dirty="0" err="1" smtClean="0"/>
              <a:t>em</a:t>
            </a:r>
            <a:r>
              <a:rPr lang="fr-FR" dirty="0" smtClean="0"/>
              <a:t> </a:t>
            </a:r>
            <a:r>
              <a:rPr lang="fr-FR" dirty="0" err="1" smtClean="0"/>
              <a:t>vir</a:t>
            </a:r>
            <a:r>
              <a:rPr lang="fr-FR" dirty="0" smtClean="0"/>
              <a:t> </a:t>
            </a:r>
            <a:r>
              <a:rPr lang="fr-FR" dirty="0" err="1" smtClean="0"/>
              <a:t>em</a:t>
            </a:r>
            <a:r>
              <a:rPr lang="fr-FR" dirty="0" smtClean="0"/>
              <a:t> tua casa
10-  ÉLEVER MES MAINS ET ADORER</a:t>
            </a:r>
          </a:p>
          <a:p>
            <a:pPr>
              <a:defRPr/>
            </a:pPr>
            <a:r>
              <a:rPr lang="fr-FR" dirty="0" err="1" smtClean="0"/>
              <a:t>erguer</a:t>
            </a:r>
            <a:r>
              <a:rPr lang="fr-FR" dirty="0" smtClean="0"/>
              <a:t> </a:t>
            </a:r>
            <a:r>
              <a:rPr lang="fr-FR" dirty="0" err="1" smtClean="0"/>
              <a:t>minhas</a:t>
            </a:r>
            <a:r>
              <a:rPr lang="fr-FR" dirty="0" smtClean="0"/>
              <a:t> </a:t>
            </a:r>
            <a:r>
              <a:rPr lang="fr-FR" dirty="0" err="1" smtClean="0"/>
              <a:t>mãos</a:t>
            </a:r>
            <a:r>
              <a:rPr lang="fr-FR" dirty="0" smtClean="0"/>
              <a:t> e </a:t>
            </a:r>
            <a:r>
              <a:rPr lang="fr-FR" dirty="0" err="1" smtClean="0"/>
              <a:t>adorar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 :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Couplet 1 :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 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SUIS HEUREUX  D’ÊTRE DANS TA MAISON </a:t>
            </a:r>
          </a:p>
          <a:p>
            <a:r>
              <a:rPr lang="fr-FR" smtClean="0"/>
              <a:t>fico feliz em vir em tua casa</a:t>
            </a:r>
          </a:p>
          <a:p>
            <a:r>
              <a:rPr lang="fr-FR" smtClean="0"/>
              <a:t>2-  ÉLEVER MA VOIX ET CHANTER </a:t>
            </a:r>
          </a:p>
          <a:p>
            <a:r>
              <a:rPr lang="fr-FR" smtClean="0"/>
              <a:t>erguer minha voz e cantar 
3-  JE SUIS HEUREUX  D’ÊTRE DANS TA MAISON</a:t>
            </a:r>
          </a:p>
          <a:p>
            <a:r>
              <a:rPr lang="fr-FR" smtClean="0"/>
              <a:t>fico feliz em vir em tua casa</a:t>
            </a:r>
          </a:p>
          <a:p>
            <a:r>
              <a:rPr lang="fr-FR" smtClean="0"/>
              <a:t>4-  ÉLEVER MES MAINS ET ADORER            x2</a:t>
            </a:r>
          </a:p>
          <a:p>
            <a:r>
              <a:rPr lang="fr-FR" smtClean="0"/>
              <a:t>erguer minhas mãos e adorar</a:t>
            </a:r>
          </a:p>
          <a:p>
            <a:r>
              <a:rPr lang="fr-FR" smtClean="0"/>
              <a:t>                 </a:t>
            </a:r>
          </a:p>
          <a:p>
            <a:r>
              <a:rPr lang="fr-FR" smtClean="0"/>
              <a:t>	Refrain :
	5-  BÉNI SOIT LE NOM DU SEIGNEUR  x3</a:t>
            </a:r>
          </a:p>
          <a:p>
            <a:r>
              <a:rPr lang="fr-FR" smtClean="0"/>
              <a:t>	 bendito é o nome do senhor </a:t>
            </a:r>
          </a:p>
          <a:p>
            <a:r>
              <a:rPr lang="fr-FR" smtClean="0"/>
              <a:t>	6- À TOUT JAMAIS</a:t>
            </a:r>
          </a:p>
          <a:p>
            <a:r>
              <a:rPr lang="fr-FR" smtClean="0"/>
              <a:t>	pra sempre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1 :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Couplet 2 :
7-  JE SUIS HEUREUX  D’ÊTRE DANS TA MAISON </a:t>
            </a:r>
          </a:p>
          <a:p>
            <a:r>
              <a:rPr lang="fr-FR" smtClean="0"/>
              <a:t>fico feliz em vir em tua casa</a:t>
            </a:r>
          </a:p>
          <a:p>
            <a:r>
              <a:rPr lang="fr-FR" smtClean="0"/>
              <a:t>8-  ÉLEVER MA VOIX  ET CHANTER ALLÉLUIA </a:t>
            </a:r>
          </a:p>
          <a:p>
            <a:r>
              <a:rPr lang="fr-FR" smtClean="0"/>
              <a:t>erguer minha voz e cantar aleluia </a:t>
            </a:r>
          </a:p>
          <a:p>
            <a:r>
              <a:rPr lang="fr-FR" smtClean="0"/>
              <a:t>9-  JE SUIS HEUREUX  D’ÊTRE DANS TA MAISON </a:t>
            </a:r>
          </a:p>
          <a:p>
            <a:r>
              <a:rPr lang="fr-FR" smtClean="0"/>
              <a:t>fico feliz em vir em tua casa
10-  ÉLEVER MES MAINS ET ADORER</a:t>
            </a:r>
          </a:p>
          <a:p>
            <a:r>
              <a:rPr lang="fr-FR" smtClean="0"/>
              <a:t>erguer minhas mãos e adorar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Refrain : x2</a:t>
            </a:r>
          </a:p>
          <a:p>
            <a:endParaRPr lang="fr-FR" smtClean="0"/>
          </a:p>
          <a:p>
            <a:r>
              <a:rPr lang="fr-FR" smtClean="0"/>
              <a:t>Couplet 1 : x2</a:t>
            </a:r>
          </a:p>
          <a:p>
            <a:endParaRPr lang="fr-FR" smtClean="0"/>
          </a:p>
          <a:p>
            <a:r>
              <a:rPr lang="fr-FR" smtClean="0"/>
              <a:t>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4132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r>
              <a:rPr lang="fr-FR" smtClean="0"/>
              <a:t>1-  JE SUIS HEUREUX  D’ÊTRE DANS TA MAISON </a:t>
            </a:r>
          </a:p>
          <a:p>
            <a:pPr>
              <a:defRPr/>
            </a:pPr>
            <a:r>
              <a:rPr lang="fr-FR" smtClean="0"/>
              <a:t>fico feliz em vir em tua casa</a:t>
            </a:r>
          </a:p>
          <a:p>
            <a:pPr>
              <a:defRPr/>
            </a:pPr>
            <a:r>
              <a:rPr lang="fr-FR" smtClean="0"/>
              <a:t>2-  ÉLEVER MA VOIX ET CHANTER </a:t>
            </a:r>
          </a:p>
          <a:p>
            <a:pPr>
              <a:defRPr/>
            </a:pPr>
            <a:r>
              <a:rPr lang="fr-FR" smtClean="0"/>
              <a:t>erguer minha voz e cantar 
3-  JE SUIS HEUREUX  D’ÊTRE DANS TA MAISON</a:t>
            </a:r>
          </a:p>
          <a:p>
            <a:pPr>
              <a:defRPr/>
            </a:pPr>
            <a:r>
              <a:rPr lang="fr-FR" smtClean="0"/>
              <a:t>fico feliz em vir em tua casa</a:t>
            </a:r>
          </a:p>
          <a:p>
            <a:pPr>
              <a:defRPr/>
            </a:pPr>
            <a:r>
              <a:rPr lang="fr-FR" smtClean="0"/>
              <a:t>4-  ÉLEVER MES MAINS ET ADORER            x2</a:t>
            </a:r>
          </a:p>
          <a:p>
            <a:pPr>
              <a:defRPr/>
            </a:pPr>
            <a:r>
              <a:rPr lang="fr-FR" smtClean="0"/>
              <a:t>erguer minhas mãos e adorar</a:t>
            </a:r>
          </a:p>
          <a:p>
            <a:pPr>
              <a:defRPr/>
            </a:pPr>
            <a:r>
              <a:rPr lang="fr-FR" smtClean="0"/>
              <a:t>                 </a:t>
            </a:r>
          </a:p>
          <a:p>
            <a:pPr>
              <a:defRPr/>
            </a:pPr>
            <a:r>
              <a:rPr lang="fr-FR" smtClean="0"/>
              <a:t>	Refrain :
	5-  BÉNI SOIT LE NOM DU SEIGNEUR  x3</a:t>
            </a:r>
          </a:p>
          <a:p>
            <a:pPr>
              <a:defRPr/>
            </a:pPr>
            <a:r>
              <a:rPr lang="fr-FR" smtClean="0"/>
              <a:t>	 bendito é o nome do senhor </a:t>
            </a:r>
          </a:p>
          <a:p>
            <a:pPr>
              <a:defRPr/>
            </a:pPr>
            <a:r>
              <a:rPr lang="fr-FR" smtClean="0"/>
              <a:t>	6- À TOUT JAMAIS</a:t>
            </a:r>
          </a:p>
          <a:p>
            <a:pPr>
              <a:defRPr/>
            </a:pPr>
            <a:r>
              <a:rPr lang="fr-FR" smtClean="0"/>
              <a:t>	pra sempre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 :
7-  JE SUIS HEUREUX  D’ÊTRE DANS TA MAISON </a:t>
            </a:r>
          </a:p>
          <a:p>
            <a:pPr>
              <a:defRPr/>
            </a:pPr>
            <a:r>
              <a:rPr lang="fr-FR" smtClean="0"/>
              <a:t>fico feliz em vir em tua casa</a:t>
            </a:r>
          </a:p>
          <a:p>
            <a:pPr>
              <a:defRPr/>
            </a:pPr>
            <a:r>
              <a:rPr lang="fr-FR" smtClean="0"/>
              <a:t>8-  ÉLEVER MA VOIX  ET CHANTER ALLÉLUIA </a:t>
            </a:r>
          </a:p>
          <a:p>
            <a:pPr>
              <a:defRPr/>
            </a:pPr>
            <a:r>
              <a:rPr lang="fr-FR" smtClean="0"/>
              <a:t>erguer minha voz e cantar aleluia </a:t>
            </a:r>
          </a:p>
          <a:p>
            <a:pPr>
              <a:defRPr/>
            </a:pPr>
            <a:r>
              <a:rPr lang="fr-FR" smtClean="0"/>
              <a:t>9-  JE SUIS HEUREUX  D’ÊTRE DANS TA MAISON </a:t>
            </a:r>
          </a:p>
          <a:p>
            <a:pPr>
              <a:defRPr/>
            </a:pPr>
            <a:r>
              <a:rPr lang="fr-FR" smtClean="0"/>
              <a:t>fico feliz em vir em tua casa
10-  ÉLEVER MES MAINS ET ADORER</a:t>
            </a:r>
          </a:p>
          <a:p>
            <a:pPr>
              <a:defRPr/>
            </a:pPr>
            <a:r>
              <a:rPr lang="fr-FR" smtClean="0"/>
              <a:t>erguer minhas mãos e adorar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 :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SUIS HEUREUX  D’ÊTRE DANS TA MAISON </a:t>
            </a:r>
          </a:p>
          <a:p>
            <a:r>
              <a:rPr lang="fr-FR" smtClean="0"/>
              <a:t>fico feliz em vir em tua casa</a:t>
            </a:r>
          </a:p>
          <a:p>
            <a:r>
              <a:rPr lang="fr-FR" smtClean="0"/>
              <a:t>2-  ÉLEVER MA VOIX ET CHANTER </a:t>
            </a:r>
          </a:p>
          <a:p>
            <a:r>
              <a:rPr lang="fr-FR" smtClean="0"/>
              <a:t>erguer minha voz e cantar 
3-  JE SUIS HEUREUX  D’ÊTRE DANS TA MAISON</a:t>
            </a:r>
          </a:p>
          <a:p>
            <a:r>
              <a:rPr lang="fr-FR" smtClean="0"/>
              <a:t>fico feliz em vir em tua casa</a:t>
            </a:r>
          </a:p>
          <a:p>
            <a:r>
              <a:rPr lang="fr-FR" smtClean="0"/>
              <a:t>4-  ÉLEVER MES MAINS ET ADORER            x2</a:t>
            </a:r>
          </a:p>
          <a:p>
            <a:r>
              <a:rPr lang="fr-FR" smtClean="0"/>
              <a:t>erguer minhas mãos e adorar</a:t>
            </a:r>
          </a:p>
          <a:p>
            <a:r>
              <a:rPr lang="fr-FR" smtClean="0"/>
              <a:t>                 </a:t>
            </a:r>
          </a:p>
          <a:p>
            <a:r>
              <a:rPr lang="fr-FR" smtClean="0"/>
              <a:t>	Refrain :
	5-  BÉNI SOIT LE NOM DU SEIGNEUR  x3</a:t>
            </a:r>
          </a:p>
          <a:p>
            <a:r>
              <a:rPr lang="fr-FR" smtClean="0"/>
              <a:t>	 bendito é o nome do senhor </a:t>
            </a:r>
          </a:p>
          <a:p>
            <a:r>
              <a:rPr lang="fr-FR" smtClean="0"/>
              <a:t>	6- À TOUT JAMAIS</a:t>
            </a:r>
          </a:p>
          <a:p>
            <a:r>
              <a:rPr lang="fr-FR" smtClean="0"/>
              <a:t>	pra sempre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1 :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Couplet 2 :
7-  JE SUIS HEUREUX  D’ÊTRE DANS TA MAISON </a:t>
            </a:r>
          </a:p>
          <a:p>
            <a:r>
              <a:rPr lang="fr-FR" smtClean="0"/>
              <a:t>fico feliz em vir em tua casa</a:t>
            </a:r>
          </a:p>
          <a:p>
            <a:r>
              <a:rPr lang="fr-FR" smtClean="0"/>
              <a:t>8-  ÉLEVER MA VOIX  ET CHANTER ALLÉLUIA </a:t>
            </a:r>
          </a:p>
          <a:p>
            <a:r>
              <a:rPr lang="fr-FR" smtClean="0"/>
              <a:t>erguer minha voz e cantar aleluia </a:t>
            </a:r>
          </a:p>
          <a:p>
            <a:r>
              <a:rPr lang="fr-FR" smtClean="0"/>
              <a:t>9-  JE SUIS HEUREUX  D’ÊTRE DANS TA MAISON </a:t>
            </a:r>
          </a:p>
          <a:p>
            <a:r>
              <a:rPr lang="fr-FR" smtClean="0"/>
              <a:t>fico feliz em vir em tua casa
10-  ÉLEVER MES MAINS ET ADORER</a:t>
            </a:r>
          </a:p>
          <a:p>
            <a:r>
              <a:rPr lang="fr-FR" smtClean="0"/>
              <a:t>erguer minhas mãos e adorar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Refrain : x2</a:t>
            </a:r>
          </a:p>
          <a:p>
            <a:endParaRPr lang="fr-FR" smtClean="0"/>
          </a:p>
          <a:p>
            <a:r>
              <a:rPr lang="fr-FR" smtClean="0"/>
              <a:t>Couplet 1 : x2</a:t>
            </a:r>
          </a:p>
          <a:p>
            <a:endParaRPr lang="fr-FR" smtClean="0"/>
          </a:p>
          <a:p>
            <a:r>
              <a:rPr lang="fr-FR" smtClean="0"/>
              <a:t>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14509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r>
              <a:rPr lang="fr-FR" smtClean="0"/>
              <a:t>1-  JE SUIS HEUREUX  D’ÊTRE DANS TA MAISON </a:t>
            </a:r>
          </a:p>
          <a:p>
            <a:pPr>
              <a:defRPr/>
            </a:pPr>
            <a:r>
              <a:rPr lang="fr-FR" smtClean="0"/>
              <a:t>fico feliz em vir em tua casa</a:t>
            </a:r>
          </a:p>
          <a:p>
            <a:pPr>
              <a:defRPr/>
            </a:pPr>
            <a:r>
              <a:rPr lang="fr-FR" smtClean="0"/>
              <a:t>2-  ÉLEVER MA VOIX ET CHANTER </a:t>
            </a:r>
          </a:p>
          <a:p>
            <a:pPr>
              <a:defRPr/>
            </a:pPr>
            <a:r>
              <a:rPr lang="fr-FR" smtClean="0"/>
              <a:t>erguer minha voz e cantar 
3-  JE SUIS HEUREUX  D’ÊTRE DANS TA MAISON</a:t>
            </a:r>
          </a:p>
          <a:p>
            <a:pPr>
              <a:defRPr/>
            </a:pPr>
            <a:r>
              <a:rPr lang="fr-FR" smtClean="0"/>
              <a:t>fico feliz em vir em tua casa</a:t>
            </a:r>
          </a:p>
          <a:p>
            <a:pPr>
              <a:defRPr/>
            </a:pPr>
            <a:r>
              <a:rPr lang="fr-FR" smtClean="0"/>
              <a:t>4-  ÉLEVER MES MAINS ET ADORER            x2</a:t>
            </a:r>
          </a:p>
          <a:p>
            <a:pPr>
              <a:defRPr/>
            </a:pPr>
            <a:r>
              <a:rPr lang="fr-FR" smtClean="0"/>
              <a:t>erguer minhas mãos e adorar</a:t>
            </a:r>
          </a:p>
          <a:p>
            <a:pPr>
              <a:defRPr/>
            </a:pPr>
            <a:r>
              <a:rPr lang="fr-FR" smtClean="0"/>
              <a:t>                 </a:t>
            </a:r>
          </a:p>
          <a:p>
            <a:pPr>
              <a:defRPr/>
            </a:pPr>
            <a:r>
              <a:rPr lang="fr-FR" smtClean="0"/>
              <a:t>	Refrain :
	5-  BÉNI SOIT LE NOM DU SEIGNEUR  x3</a:t>
            </a:r>
          </a:p>
          <a:p>
            <a:pPr>
              <a:defRPr/>
            </a:pPr>
            <a:r>
              <a:rPr lang="fr-FR" smtClean="0"/>
              <a:t>	 bendito é o nome do senhor </a:t>
            </a:r>
          </a:p>
          <a:p>
            <a:pPr>
              <a:defRPr/>
            </a:pPr>
            <a:r>
              <a:rPr lang="fr-FR" smtClean="0"/>
              <a:t>	6- À TOUT JAMAIS</a:t>
            </a:r>
          </a:p>
          <a:p>
            <a:pPr>
              <a:defRPr/>
            </a:pPr>
            <a:r>
              <a:rPr lang="fr-FR" smtClean="0"/>
              <a:t>	pra sempre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 :
7-  JE SUIS HEUREUX  D’ÊTRE DANS TA MAISON </a:t>
            </a:r>
          </a:p>
          <a:p>
            <a:pPr>
              <a:defRPr/>
            </a:pPr>
            <a:r>
              <a:rPr lang="fr-FR" smtClean="0"/>
              <a:t>fico feliz em vir em tua casa</a:t>
            </a:r>
          </a:p>
          <a:p>
            <a:pPr>
              <a:defRPr/>
            </a:pPr>
            <a:r>
              <a:rPr lang="fr-FR" smtClean="0"/>
              <a:t>8-  ÉLEVER MA VOIX  ET CHANTER ALLÉLUIA </a:t>
            </a:r>
          </a:p>
          <a:p>
            <a:pPr>
              <a:defRPr/>
            </a:pPr>
            <a:r>
              <a:rPr lang="fr-FR" smtClean="0"/>
              <a:t>erguer minha voz e cantar aleluia </a:t>
            </a:r>
          </a:p>
          <a:p>
            <a:pPr>
              <a:defRPr/>
            </a:pPr>
            <a:r>
              <a:rPr lang="fr-FR" smtClean="0"/>
              <a:t>9-  JE SUIS HEUREUX  D’ÊTRE DANS TA MAISON </a:t>
            </a:r>
          </a:p>
          <a:p>
            <a:pPr>
              <a:defRPr/>
            </a:pPr>
            <a:r>
              <a:rPr lang="fr-FR" smtClean="0"/>
              <a:t>fico feliz em vir em tua casa
10-  ÉLEVER MES MAINS ET ADORER</a:t>
            </a:r>
          </a:p>
          <a:p>
            <a:pPr>
              <a:defRPr/>
            </a:pPr>
            <a:r>
              <a:rPr lang="fr-FR" smtClean="0"/>
              <a:t>erguer minhas mãos e adorar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 :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SUIS HEUREUX  D’ÊTRE DANS TA MAISON </a:t>
            </a:r>
          </a:p>
          <a:p>
            <a:r>
              <a:rPr lang="fr-FR" smtClean="0"/>
              <a:t>fico feliz em vir em tua casa</a:t>
            </a:r>
          </a:p>
          <a:p>
            <a:r>
              <a:rPr lang="fr-FR" smtClean="0"/>
              <a:t>2-  ÉLEVER MA VOIX ET CHANTER </a:t>
            </a:r>
          </a:p>
          <a:p>
            <a:r>
              <a:rPr lang="fr-FR" smtClean="0"/>
              <a:t>erguer minha voz e cantar 
3-  JE SUIS HEUREUX  D’ÊTRE DANS TA MAISON</a:t>
            </a:r>
          </a:p>
          <a:p>
            <a:r>
              <a:rPr lang="fr-FR" smtClean="0"/>
              <a:t>fico feliz em vir em tua casa</a:t>
            </a:r>
          </a:p>
          <a:p>
            <a:r>
              <a:rPr lang="fr-FR" smtClean="0"/>
              <a:t>4-  ÉLEVER MES MAINS ET ADORER            x2</a:t>
            </a:r>
          </a:p>
          <a:p>
            <a:r>
              <a:rPr lang="fr-FR" smtClean="0"/>
              <a:t>erguer minhas mãos e adorar</a:t>
            </a:r>
          </a:p>
          <a:p>
            <a:r>
              <a:rPr lang="fr-FR" smtClean="0"/>
              <a:t>                 </a:t>
            </a:r>
          </a:p>
          <a:p>
            <a:r>
              <a:rPr lang="fr-FR" smtClean="0"/>
              <a:t>	Refrain :
	5-  BÉNI SOIT LE NOM DU SEIGNEUR  x3</a:t>
            </a:r>
          </a:p>
          <a:p>
            <a:r>
              <a:rPr lang="fr-FR" smtClean="0"/>
              <a:t>	 bendito é o nome do senhor </a:t>
            </a:r>
          </a:p>
          <a:p>
            <a:r>
              <a:rPr lang="fr-FR" smtClean="0"/>
              <a:t>	6- À TOUT JAMAIS</a:t>
            </a:r>
          </a:p>
          <a:p>
            <a:r>
              <a:rPr lang="fr-FR" smtClean="0"/>
              <a:t>	pra sempre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1 :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Couplet 2 :
7-  JE SUIS HEUREUX  D’ÊTRE DANS TA MAISON </a:t>
            </a:r>
          </a:p>
          <a:p>
            <a:r>
              <a:rPr lang="fr-FR" smtClean="0"/>
              <a:t>fico feliz em vir em tua casa</a:t>
            </a:r>
          </a:p>
          <a:p>
            <a:r>
              <a:rPr lang="fr-FR" smtClean="0"/>
              <a:t>8-  ÉLEVER MA VOIX  ET CHANTER ALLÉLUIA </a:t>
            </a:r>
          </a:p>
          <a:p>
            <a:r>
              <a:rPr lang="fr-FR" smtClean="0"/>
              <a:t>erguer minha voz e cantar aleluia </a:t>
            </a:r>
          </a:p>
          <a:p>
            <a:r>
              <a:rPr lang="fr-FR" smtClean="0"/>
              <a:t>9-  JE SUIS HEUREUX  D’ÊTRE DANS TA MAISON </a:t>
            </a:r>
          </a:p>
          <a:p>
            <a:r>
              <a:rPr lang="fr-FR" smtClean="0"/>
              <a:t>fico feliz em vir em tua casa
10-  ÉLEVER MES MAINS ET ADORER</a:t>
            </a:r>
          </a:p>
          <a:p>
            <a:r>
              <a:rPr lang="fr-FR" smtClean="0"/>
              <a:t>erguer minhas mãos e adorar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Refrain : x2</a:t>
            </a:r>
          </a:p>
          <a:p>
            <a:endParaRPr lang="fr-FR" smtClean="0"/>
          </a:p>
          <a:p>
            <a:r>
              <a:rPr lang="fr-FR" smtClean="0"/>
              <a:t>Couplet 1 : x2</a:t>
            </a:r>
          </a:p>
          <a:p>
            <a:endParaRPr lang="fr-FR" smtClean="0"/>
          </a:p>
          <a:p>
            <a:r>
              <a:rPr lang="fr-FR" smtClean="0"/>
              <a:t>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67887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r>
              <a:rPr lang="fr-FR" smtClean="0"/>
              <a:t>1-  JE SUIS HEUREUX  D’ÊTRE DANS TA MAISON </a:t>
            </a:r>
          </a:p>
          <a:p>
            <a:pPr>
              <a:defRPr/>
            </a:pPr>
            <a:r>
              <a:rPr lang="fr-FR" smtClean="0"/>
              <a:t>fico feliz em vir em tua casa</a:t>
            </a:r>
          </a:p>
          <a:p>
            <a:pPr>
              <a:defRPr/>
            </a:pPr>
            <a:r>
              <a:rPr lang="fr-FR" smtClean="0"/>
              <a:t>2-  ÉLEVER MA VOIX ET CHANTER </a:t>
            </a:r>
          </a:p>
          <a:p>
            <a:pPr>
              <a:defRPr/>
            </a:pPr>
            <a:r>
              <a:rPr lang="fr-FR" smtClean="0"/>
              <a:t>erguer minha voz e cantar 
3-  JE SUIS HEUREUX  D’ÊTRE DANS TA MAISON</a:t>
            </a:r>
          </a:p>
          <a:p>
            <a:pPr>
              <a:defRPr/>
            </a:pPr>
            <a:r>
              <a:rPr lang="fr-FR" smtClean="0"/>
              <a:t>fico feliz em vir em tua casa</a:t>
            </a:r>
          </a:p>
          <a:p>
            <a:pPr>
              <a:defRPr/>
            </a:pPr>
            <a:r>
              <a:rPr lang="fr-FR" smtClean="0"/>
              <a:t>4-  ÉLEVER MES MAINS ET ADORER            x2</a:t>
            </a:r>
          </a:p>
          <a:p>
            <a:pPr>
              <a:defRPr/>
            </a:pPr>
            <a:r>
              <a:rPr lang="fr-FR" smtClean="0"/>
              <a:t>erguer minhas mãos e adorar</a:t>
            </a:r>
          </a:p>
          <a:p>
            <a:pPr>
              <a:defRPr/>
            </a:pPr>
            <a:r>
              <a:rPr lang="fr-FR" smtClean="0"/>
              <a:t>                 </a:t>
            </a:r>
          </a:p>
          <a:p>
            <a:pPr>
              <a:defRPr/>
            </a:pPr>
            <a:r>
              <a:rPr lang="fr-FR" smtClean="0"/>
              <a:t>	Refrain :
	5-  BÉNI SOIT LE NOM DU SEIGNEUR  x3</a:t>
            </a:r>
          </a:p>
          <a:p>
            <a:pPr>
              <a:defRPr/>
            </a:pPr>
            <a:r>
              <a:rPr lang="fr-FR" smtClean="0"/>
              <a:t>	 bendito é o nome do senhor </a:t>
            </a:r>
          </a:p>
          <a:p>
            <a:pPr>
              <a:defRPr/>
            </a:pPr>
            <a:r>
              <a:rPr lang="fr-FR" smtClean="0"/>
              <a:t>	6- À TOUT JAMAIS</a:t>
            </a:r>
          </a:p>
          <a:p>
            <a:pPr>
              <a:defRPr/>
            </a:pPr>
            <a:r>
              <a:rPr lang="fr-FR" smtClean="0"/>
              <a:t>	pra sempre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 :
7-  JE SUIS HEUREUX  D’ÊTRE DANS TA MAISON </a:t>
            </a:r>
          </a:p>
          <a:p>
            <a:pPr>
              <a:defRPr/>
            </a:pPr>
            <a:r>
              <a:rPr lang="fr-FR" smtClean="0"/>
              <a:t>fico feliz em vir em tua casa</a:t>
            </a:r>
          </a:p>
          <a:p>
            <a:pPr>
              <a:defRPr/>
            </a:pPr>
            <a:r>
              <a:rPr lang="fr-FR" smtClean="0"/>
              <a:t>8-  ÉLEVER MA VOIX  ET CHANTER ALLÉLUIA </a:t>
            </a:r>
          </a:p>
          <a:p>
            <a:pPr>
              <a:defRPr/>
            </a:pPr>
            <a:r>
              <a:rPr lang="fr-FR" smtClean="0"/>
              <a:t>erguer minha voz e cantar aleluia </a:t>
            </a:r>
          </a:p>
          <a:p>
            <a:pPr>
              <a:defRPr/>
            </a:pPr>
            <a:r>
              <a:rPr lang="fr-FR" smtClean="0"/>
              <a:t>9-  JE SUIS HEUREUX  D’ÊTRE DANS TA MAISON </a:t>
            </a:r>
          </a:p>
          <a:p>
            <a:pPr>
              <a:defRPr/>
            </a:pPr>
            <a:r>
              <a:rPr lang="fr-FR" smtClean="0"/>
              <a:t>fico feliz em vir em tua casa
10-  ÉLEVER MES MAINS ET ADORER</a:t>
            </a:r>
          </a:p>
          <a:p>
            <a:pPr>
              <a:defRPr/>
            </a:pPr>
            <a:r>
              <a:rPr lang="fr-FR" smtClean="0"/>
              <a:t>erguer minhas mãos e adorar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 :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SUIS HEUREUX  D’ÊTRE DANS TA MAISON </a:t>
            </a:r>
          </a:p>
          <a:p>
            <a:r>
              <a:rPr lang="fr-FR" smtClean="0"/>
              <a:t>fico feliz em vir em tua casa</a:t>
            </a:r>
          </a:p>
          <a:p>
            <a:r>
              <a:rPr lang="fr-FR" smtClean="0"/>
              <a:t>2-  ÉLEVER MA VOIX ET CHANTER </a:t>
            </a:r>
          </a:p>
          <a:p>
            <a:r>
              <a:rPr lang="fr-FR" smtClean="0"/>
              <a:t>erguer minha voz e cantar 
3-  JE SUIS HEUREUX  D’ÊTRE DANS TA MAISON</a:t>
            </a:r>
          </a:p>
          <a:p>
            <a:r>
              <a:rPr lang="fr-FR" smtClean="0"/>
              <a:t>fico feliz em vir em tua casa</a:t>
            </a:r>
          </a:p>
          <a:p>
            <a:r>
              <a:rPr lang="fr-FR" smtClean="0"/>
              <a:t>4-  ÉLEVER MES MAINS ET ADORER            x2</a:t>
            </a:r>
          </a:p>
          <a:p>
            <a:r>
              <a:rPr lang="fr-FR" smtClean="0"/>
              <a:t>erguer minhas mãos e adorar</a:t>
            </a:r>
          </a:p>
          <a:p>
            <a:r>
              <a:rPr lang="fr-FR" smtClean="0"/>
              <a:t>                 </a:t>
            </a:r>
          </a:p>
          <a:p>
            <a:r>
              <a:rPr lang="fr-FR" smtClean="0"/>
              <a:t>	Refrain :
	5-  BÉNI SOIT LE NOM DU SEIGNEUR  x3</a:t>
            </a:r>
          </a:p>
          <a:p>
            <a:r>
              <a:rPr lang="fr-FR" smtClean="0"/>
              <a:t>	 bendito é o nome do senhor </a:t>
            </a:r>
          </a:p>
          <a:p>
            <a:r>
              <a:rPr lang="fr-FR" smtClean="0"/>
              <a:t>	6- À TOUT JAMAIS</a:t>
            </a:r>
          </a:p>
          <a:p>
            <a:r>
              <a:rPr lang="fr-FR" smtClean="0"/>
              <a:t>	pra sempre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1 :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Couplet 2 :
7-  JE SUIS HEUREUX  D’ÊTRE DANS TA MAISON </a:t>
            </a:r>
          </a:p>
          <a:p>
            <a:r>
              <a:rPr lang="fr-FR" smtClean="0"/>
              <a:t>fico feliz em vir em tua casa</a:t>
            </a:r>
          </a:p>
          <a:p>
            <a:r>
              <a:rPr lang="fr-FR" smtClean="0"/>
              <a:t>8-  ÉLEVER MA VOIX  ET CHANTER ALLÉLUIA </a:t>
            </a:r>
          </a:p>
          <a:p>
            <a:r>
              <a:rPr lang="fr-FR" smtClean="0"/>
              <a:t>erguer minha voz e cantar aleluia </a:t>
            </a:r>
          </a:p>
          <a:p>
            <a:r>
              <a:rPr lang="fr-FR" smtClean="0"/>
              <a:t>9-  JE SUIS HEUREUX  D’ÊTRE DANS TA MAISON </a:t>
            </a:r>
          </a:p>
          <a:p>
            <a:r>
              <a:rPr lang="fr-FR" smtClean="0"/>
              <a:t>fico feliz em vir em tua casa
10-  ÉLEVER MES MAINS ET ADORER</a:t>
            </a:r>
          </a:p>
          <a:p>
            <a:r>
              <a:rPr lang="fr-FR" smtClean="0"/>
              <a:t>erguer minhas mãos e adorar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Refrain : x2</a:t>
            </a:r>
          </a:p>
          <a:p>
            <a:endParaRPr lang="fr-FR" smtClean="0"/>
          </a:p>
          <a:p>
            <a:r>
              <a:rPr lang="fr-FR" smtClean="0"/>
              <a:t>Couplet 1 : x2</a:t>
            </a:r>
          </a:p>
          <a:p>
            <a:endParaRPr lang="fr-FR" smtClean="0"/>
          </a:p>
          <a:p>
            <a:r>
              <a:rPr lang="fr-FR" smtClean="0"/>
              <a:t>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72392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r>
              <a:rPr lang="fr-FR" smtClean="0"/>
              <a:t>1-  JE SUIS HEUREUX  D’ÊTRE DANS TA MAISON </a:t>
            </a:r>
          </a:p>
          <a:p>
            <a:pPr>
              <a:defRPr/>
            </a:pPr>
            <a:r>
              <a:rPr lang="fr-FR" smtClean="0"/>
              <a:t>fico feliz em vir em tua casa</a:t>
            </a:r>
          </a:p>
          <a:p>
            <a:pPr>
              <a:defRPr/>
            </a:pPr>
            <a:r>
              <a:rPr lang="fr-FR" smtClean="0"/>
              <a:t>2-  ÉLEVER MA VOIX ET CHANTER </a:t>
            </a:r>
          </a:p>
          <a:p>
            <a:pPr>
              <a:defRPr/>
            </a:pPr>
            <a:r>
              <a:rPr lang="fr-FR" smtClean="0"/>
              <a:t>erguer minha voz e cantar 
3-  JE SUIS HEUREUX  D’ÊTRE DANS TA MAISON</a:t>
            </a:r>
          </a:p>
          <a:p>
            <a:pPr>
              <a:defRPr/>
            </a:pPr>
            <a:r>
              <a:rPr lang="fr-FR" smtClean="0"/>
              <a:t>fico feliz em vir em tua casa</a:t>
            </a:r>
          </a:p>
          <a:p>
            <a:pPr>
              <a:defRPr/>
            </a:pPr>
            <a:r>
              <a:rPr lang="fr-FR" smtClean="0"/>
              <a:t>4-  ÉLEVER MES MAINS ET ADORER            x2</a:t>
            </a:r>
          </a:p>
          <a:p>
            <a:pPr>
              <a:defRPr/>
            </a:pPr>
            <a:r>
              <a:rPr lang="fr-FR" smtClean="0"/>
              <a:t>erguer minhas mãos e adorar</a:t>
            </a:r>
          </a:p>
          <a:p>
            <a:pPr>
              <a:defRPr/>
            </a:pPr>
            <a:r>
              <a:rPr lang="fr-FR" smtClean="0"/>
              <a:t>                 </a:t>
            </a:r>
          </a:p>
          <a:p>
            <a:pPr>
              <a:defRPr/>
            </a:pPr>
            <a:r>
              <a:rPr lang="fr-FR" smtClean="0"/>
              <a:t>	Refrain :
	5-  BÉNI SOIT LE NOM DU SEIGNEUR  x3</a:t>
            </a:r>
          </a:p>
          <a:p>
            <a:pPr>
              <a:defRPr/>
            </a:pPr>
            <a:r>
              <a:rPr lang="fr-FR" smtClean="0"/>
              <a:t>	 bendito é o nome do senhor </a:t>
            </a:r>
          </a:p>
          <a:p>
            <a:pPr>
              <a:defRPr/>
            </a:pPr>
            <a:r>
              <a:rPr lang="fr-FR" smtClean="0"/>
              <a:t>	6- À TOUT JAMAIS</a:t>
            </a:r>
          </a:p>
          <a:p>
            <a:pPr>
              <a:defRPr/>
            </a:pPr>
            <a:r>
              <a:rPr lang="fr-FR" smtClean="0"/>
              <a:t>	pra sempre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 :
7-  JE SUIS HEUREUX  D’ÊTRE DANS TA MAISON </a:t>
            </a:r>
          </a:p>
          <a:p>
            <a:pPr>
              <a:defRPr/>
            </a:pPr>
            <a:r>
              <a:rPr lang="fr-FR" smtClean="0"/>
              <a:t>fico feliz em vir em tua casa</a:t>
            </a:r>
          </a:p>
          <a:p>
            <a:pPr>
              <a:defRPr/>
            </a:pPr>
            <a:r>
              <a:rPr lang="fr-FR" smtClean="0"/>
              <a:t>8-  ÉLEVER MA VOIX  ET CHANTER ALLÉLUIA </a:t>
            </a:r>
          </a:p>
          <a:p>
            <a:pPr>
              <a:defRPr/>
            </a:pPr>
            <a:r>
              <a:rPr lang="fr-FR" smtClean="0"/>
              <a:t>erguer minha voz e cantar aleluia </a:t>
            </a:r>
          </a:p>
          <a:p>
            <a:pPr>
              <a:defRPr/>
            </a:pPr>
            <a:r>
              <a:rPr lang="fr-FR" smtClean="0"/>
              <a:t>9-  JE SUIS HEUREUX  D’ÊTRE DANS TA MAISON </a:t>
            </a:r>
          </a:p>
          <a:p>
            <a:pPr>
              <a:defRPr/>
            </a:pPr>
            <a:r>
              <a:rPr lang="fr-FR" smtClean="0"/>
              <a:t>fico feliz em vir em tua casa
10-  ÉLEVER MES MAINS ET ADORER</a:t>
            </a:r>
          </a:p>
          <a:p>
            <a:pPr>
              <a:defRPr/>
            </a:pPr>
            <a:r>
              <a:rPr lang="fr-FR" smtClean="0"/>
              <a:t>erguer minhas mãos e adorar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 :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SUIS HEUREUX  D’ÊTRE DANS TA MAISON </a:t>
            </a:r>
          </a:p>
          <a:p>
            <a:r>
              <a:rPr lang="fr-FR" smtClean="0"/>
              <a:t>fico feliz em vir em tua casa</a:t>
            </a:r>
          </a:p>
          <a:p>
            <a:r>
              <a:rPr lang="fr-FR" smtClean="0"/>
              <a:t>2-  ÉLEVER MA VOIX ET CHANTER </a:t>
            </a:r>
          </a:p>
          <a:p>
            <a:r>
              <a:rPr lang="fr-FR" smtClean="0"/>
              <a:t>erguer minha voz e cantar 
3-  JE SUIS HEUREUX  D’ÊTRE DANS TA MAISON</a:t>
            </a:r>
          </a:p>
          <a:p>
            <a:r>
              <a:rPr lang="fr-FR" smtClean="0"/>
              <a:t>fico feliz em vir em tua casa</a:t>
            </a:r>
          </a:p>
          <a:p>
            <a:r>
              <a:rPr lang="fr-FR" smtClean="0"/>
              <a:t>4-  ÉLEVER MES MAINS ET ADORER            x2</a:t>
            </a:r>
          </a:p>
          <a:p>
            <a:r>
              <a:rPr lang="fr-FR" smtClean="0"/>
              <a:t>erguer minhas mãos e adorar</a:t>
            </a:r>
          </a:p>
          <a:p>
            <a:r>
              <a:rPr lang="fr-FR" smtClean="0"/>
              <a:t>                 </a:t>
            </a:r>
          </a:p>
          <a:p>
            <a:r>
              <a:rPr lang="fr-FR" smtClean="0"/>
              <a:t>	Refrain :
	5-  BÉNI SOIT LE NOM DU SEIGNEUR  x3</a:t>
            </a:r>
          </a:p>
          <a:p>
            <a:r>
              <a:rPr lang="fr-FR" smtClean="0"/>
              <a:t>	 bendito é o nome do senhor </a:t>
            </a:r>
          </a:p>
          <a:p>
            <a:r>
              <a:rPr lang="fr-FR" smtClean="0"/>
              <a:t>	6- À TOUT JAMAIS</a:t>
            </a:r>
          </a:p>
          <a:p>
            <a:r>
              <a:rPr lang="fr-FR" smtClean="0"/>
              <a:t>	pra sempre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1 :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Couplet 2 :
7-  JE SUIS HEUREUX  D’ÊTRE DANS TA MAISON </a:t>
            </a:r>
          </a:p>
          <a:p>
            <a:r>
              <a:rPr lang="fr-FR" smtClean="0"/>
              <a:t>fico feliz em vir em tua casa</a:t>
            </a:r>
          </a:p>
          <a:p>
            <a:r>
              <a:rPr lang="fr-FR" smtClean="0"/>
              <a:t>8-  ÉLEVER MA VOIX  ET CHANTER ALLÉLUIA </a:t>
            </a:r>
          </a:p>
          <a:p>
            <a:r>
              <a:rPr lang="fr-FR" smtClean="0"/>
              <a:t>erguer minha voz e cantar aleluia </a:t>
            </a:r>
          </a:p>
          <a:p>
            <a:r>
              <a:rPr lang="fr-FR" smtClean="0"/>
              <a:t>9-  JE SUIS HEUREUX  D’ÊTRE DANS TA MAISON </a:t>
            </a:r>
          </a:p>
          <a:p>
            <a:r>
              <a:rPr lang="fr-FR" smtClean="0"/>
              <a:t>fico feliz em vir em tua casa
10-  ÉLEVER MES MAINS ET ADORER</a:t>
            </a:r>
          </a:p>
          <a:p>
            <a:r>
              <a:rPr lang="fr-FR" smtClean="0"/>
              <a:t>erguer minhas mãos e adorar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Refrain : x2</a:t>
            </a:r>
          </a:p>
          <a:p>
            <a:endParaRPr lang="fr-FR" smtClean="0"/>
          </a:p>
          <a:p>
            <a:r>
              <a:rPr lang="fr-FR" smtClean="0"/>
              <a:t>Couplet 1 : x2</a:t>
            </a:r>
          </a:p>
          <a:p>
            <a:endParaRPr lang="fr-FR" smtClean="0"/>
          </a:p>
          <a:p>
            <a:r>
              <a:rPr lang="fr-FR" smtClean="0"/>
              <a:t>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99603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r>
              <a:rPr lang="fr-FR" smtClean="0"/>
              <a:t>1-  JE SUIS HEUREUX  D’ÊTRE DANS TA MAISON </a:t>
            </a:r>
          </a:p>
          <a:p>
            <a:pPr>
              <a:defRPr/>
            </a:pPr>
            <a:r>
              <a:rPr lang="fr-FR" smtClean="0"/>
              <a:t>fico feliz em vir em tua casa</a:t>
            </a:r>
          </a:p>
          <a:p>
            <a:pPr>
              <a:defRPr/>
            </a:pPr>
            <a:r>
              <a:rPr lang="fr-FR" smtClean="0"/>
              <a:t>2-  ÉLEVER MA VOIX ET CHANTER </a:t>
            </a:r>
          </a:p>
          <a:p>
            <a:pPr>
              <a:defRPr/>
            </a:pPr>
            <a:r>
              <a:rPr lang="fr-FR" smtClean="0"/>
              <a:t>erguer minha voz e cantar 
3-  JE SUIS HEUREUX  D’ÊTRE DANS TA MAISON</a:t>
            </a:r>
          </a:p>
          <a:p>
            <a:pPr>
              <a:defRPr/>
            </a:pPr>
            <a:r>
              <a:rPr lang="fr-FR" smtClean="0"/>
              <a:t>fico feliz em vir em tua casa</a:t>
            </a:r>
          </a:p>
          <a:p>
            <a:pPr>
              <a:defRPr/>
            </a:pPr>
            <a:r>
              <a:rPr lang="fr-FR" smtClean="0"/>
              <a:t>4-  ÉLEVER MES MAINS ET ADORER            x2</a:t>
            </a:r>
          </a:p>
          <a:p>
            <a:pPr>
              <a:defRPr/>
            </a:pPr>
            <a:r>
              <a:rPr lang="fr-FR" smtClean="0"/>
              <a:t>erguer minhas mãos e adorar</a:t>
            </a:r>
          </a:p>
          <a:p>
            <a:pPr>
              <a:defRPr/>
            </a:pPr>
            <a:r>
              <a:rPr lang="fr-FR" smtClean="0"/>
              <a:t>                 </a:t>
            </a:r>
          </a:p>
          <a:p>
            <a:pPr>
              <a:defRPr/>
            </a:pPr>
            <a:r>
              <a:rPr lang="fr-FR" smtClean="0"/>
              <a:t>	Refrain :
	5-  BÉNI SOIT LE NOM DU SEIGNEUR  x3</a:t>
            </a:r>
          </a:p>
          <a:p>
            <a:pPr>
              <a:defRPr/>
            </a:pPr>
            <a:r>
              <a:rPr lang="fr-FR" smtClean="0"/>
              <a:t>	 bendito é o nome do senhor </a:t>
            </a:r>
          </a:p>
          <a:p>
            <a:pPr>
              <a:defRPr/>
            </a:pPr>
            <a:r>
              <a:rPr lang="fr-FR" smtClean="0"/>
              <a:t>	6- À TOUT JAMAIS</a:t>
            </a:r>
          </a:p>
          <a:p>
            <a:pPr>
              <a:defRPr/>
            </a:pPr>
            <a:r>
              <a:rPr lang="fr-FR" smtClean="0"/>
              <a:t>	pra sempre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 :
7-  JE SUIS HEUREUX  D’ÊTRE DANS TA MAISON </a:t>
            </a:r>
          </a:p>
          <a:p>
            <a:pPr>
              <a:defRPr/>
            </a:pPr>
            <a:r>
              <a:rPr lang="fr-FR" smtClean="0"/>
              <a:t>fico feliz em vir em tua casa</a:t>
            </a:r>
          </a:p>
          <a:p>
            <a:pPr>
              <a:defRPr/>
            </a:pPr>
            <a:r>
              <a:rPr lang="fr-FR" smtClean="0"/>
              <a:t>8-  ÉLEVER MA VOIX  ET CHANTER ALLÉLUIA </a:t>
            </a:r>
          </a:p>
          <a:p>
            <a:pPr>
              <a:defRPr/>
            </a:pPr>
            <a:r>
              <a:rPr lang="fr-FR" smtClean="0"/>
              <a:t>erguer minha voz e cantar aleluia </a:t>
            </a:r>
          </a:p>
          <a:p>
            <a:pPr>
              <a:defRPr/>
            </a:pPr>
            <a:r>
              <a:rPr lang="fr-FR" smtClean="0"/>
              <a:t>9-  JE SUIS HEUREUX  D’ÊTRE DANS TA MAISON </a:t>
            </a:r>
          </a:p>
          <a:p>
            <a:pPr>
              <a:defRPr/>
            </a:pPr>
            <a:r>
              <a:rPr lang="fr-FR" smtClean="0"/>
              <a:t>fico feliz em vir em tua casa
10-  ÉLEVER MES MAINS ET ADORER</a:t>
            </a:r>
          </a:p>
          <a:p>
            <a:pPr>
              <a:defRPr/>
            </a:pPr>
            <a:r>
              <a:rPr lang="fr-FR" smtClean="0"/>
              <a:t>erguer minhas mãos e adorar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 :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SUIS HEUREUX  D’ÊTRE DANS TA MAISON </a:t>
            </a:r>
          </a:p>
          <a:p>
            <a:r>
              <a:rPr lang="fr-FR" smtClean="0"/>
              <a:t>fico feliz em vir em tua casa</a:t>
            </a:r>
          </a:p>
          <a:p>
            <a:r>
              <a:rPr lang="fr-FR" smtClean="0"/>
              <a:t>2-  ÉLEVER MA VOIX ET CHANTER </a:t>
            </a:r>
          </a:p>
          <a:p>
            <a:r>
              <a:rPr lang="fr-FR" smtClean="0"/>
              <a:t>erguer minha voz e cantar 
3-  JE SUIS HEUREUX  D’ÊTRE DANS TA MAISON</a:t>
            </a:r>
          </a:p>
          <a:p>
            <a:r>
              <a:rPr lang="fr-FR" smtClean="0"/>
              <a:t>fico feliz em vir em tua casa</a:t>
            </a:r>
          </a:p>
          <a:p>
            <a:r>
              <a:rPr lang="fr-FR" smtClean="0"/>
              <a:t>4-  ÉLEVER MES MAINS ET ADORER            x2</a:t>
            </a:r>
          </a:p>
          <a:p>
            <a:r>
              <a:rPr lang="fr-FR" smtClean="0"/>
              <a:t>erguer minhas mãos e adorar</a:t>
            </a:r>
          </a:p>
          <a:p>
            <a:r>
              <a:rPr lang="fr-FR" smtClean="0"/>
              <a:t>                 </a:t>
            </a:r>
          </a:p>
          <a:p>
            <a:r>
              <a:rPr lang="fr-FR" smtClean="0"/>
              <a:t>	Refrain :
	5-  BÉNI SOIT LE NOM DU SEIGNEUR  x3</a:t>
            </a:r>
          </a:p>
          <a:p>
            <a:r>
              <a:rPr lang="fr-FR" smtClean="0"/>
              <a:t>	 bendito é o nome do senhor </a:t>
            </a:r>
          </a:p>
          <a:p>
            <a:r>
              <a:rPr lang="fr-FR" smtClean="0"/>
              <a:t>	6- À TOUT JAMAIS</a:t>
            </a:r>
          </a:p>
          <a:p>
            <a:r>
              <a:rPr lang="fr-FR" smtClean="0"/>
              <a:t>	pra sempre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1 :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Couplet 2 :
7-  JE SUIS HEUREUX  D’ÊTRE DANS TA MAISON </a:t>
            </a:r>
          </a:p>
          <a:p>
            <a:r>
              <a:rPr lang="fr-FR" smtClean="0"/>
              <a:t>fico feliz em vir em tua casa</a:t>
            </a:r>
          </a:p>
          <a:p>
            <a:r>
              <a:rPr lang="fr-FR" smtClean="0"/>
              <a:t>8-  ÉLEVER MA VOIX  ET CHANTER ALLÉLUIA </a:t>
            </a:r>
          </a:p>
          <a:p>
            <a:r>
              <a:rPr lang="fr-FR" smtClean="0"/>
              <a:t>erguer minha voz e cantar aleluia </a:t>
            </a:r>
          </a:p>
          <a:p>
            <a:r>
              <a:rPr lang="fr-FR" smtClean="0"/>
              <a:t>9-  JE SUIS HEUREUX  D’ÊTRE DANS TA MAISON </a:t>
            </a:r>
          </a:p>
          <a:p>
            <a:r>
              <a:rPr lang="fr-FR" smtClean="0"/>
              <a:t>fico feliz em vir em tua casa
10-  ÉLEVER MES MAINS ET ADORER</a:t>
            </a:r>
          </a:p>
          <a:p>
            <a:r>
              <a:rPr lang="fr-FR" smtClean="0"/>
              <a:t>erguer minhas mãos e adorar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Refrain : x2</a:t>
            </a:r>
          </a:p>
          <a:p>
            <a:endParaRPr lang="fr-FR" smtClean="0"/>
          </a:p>
          <a:p>
            <a:r>
              <a:rPr lang="fr-FR" smtClean="0"/>
              <a:t>Couplet 1 : x2</a:t>
            </a:r>
          </a:p>
          <a:p>
            <a:endParaRPr lang="fr-FR" smtClean="0"/>
          </a:p>
          <a:p>
            <a:r>
              <a:rPr lang="fr-FR" smtClean="0"/>
              <a:t>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62687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r>
              <a:rPr lang="fr-FR" smtClean="0"/>
              <a:t>1-  JE SUIS HEUREUX  D’ÊTRE DANS TA MAISON </a:t>
            </a:r>
          </a:p>
          <a:p>
            <a:pPr>
              <a:defRPr/>
            </a:pPr>
            <a:r>
              <a:rPr lang="fr-FR" smtClean="0"/>
              <a:t>fico feliz em vir em tua casa</a:t>
            </a:r>
          </a:p>
          <a:p>
            <a:pPr>
              <a:defRPr/>
            </a:pPr>
            <a:r>
              <a:rPr lang="fr-FR" smtClean="0"/>
              <a:t>2-  ÉLEVER MA VOIX ET CHANTER </a:t>
            </a:r>
          </a:p>
          <a:p>
            <a:pPr>
              <a:defRPr/>
            </a:pPr>
            <a:r>
              <a:rPr lang="fr-FR" smtClean="0"/>
              <a:t>erguer minha voz e cantar 
3-  JE SUIS HEUREUX  D’ÊTRE DANS TA MAISON</a:t>
            </a:r>
          </a:p>
          <a:p>
            <a:pPr>
              <a:defRPr/>
            </a:pPr>
            <a:r>
              <a:rPr lang="fr-FR" smtClean="0"/>
              <a:t>fico feliz em vir em tua casa</a:t>
            </a:r>
          </a:p>
          <a:p>
            <a:pPr>
              <a:defRPr/>
            </a:pPr>
            <a:r>
              <a:rPr lang="fr-FR" smtClean="0"/>
              <a:t>4-  ÉLEVER MES MAINS ET ADORER            x2</a:t>
            </a:r>
          </a:p>
          <a:p>
            <a:pPr>
              <a:defRPr/>
            </a:pPr>
            <a:r>
              <a:rPr lang="fr-FR" smtClean="0"/>
              <a:t>erguer minhas mãos e adorar</a:t>
            </a:r>
          </a:p>
          <a:p>
            <a:pPr>
              <a:defRPr/>
            </a:pPr>
            <a:r>
              <a:rPr lang="fr-FR" smtClean="0"/>
              <a:t>                 </a:t>
            </a:r>
          </a:p>
          <a:p>
            <a:pPr>
              <a:defRPr/>
            </a:pPr>
            <a:r>
              <a:rPr lang="fr-FR" smtClean="0"/>
              <a:t>	Refrain :
	5-  BÉNI SOIT LE NOM DU SEIGNEUR  x3</a:t>
            </a:r>
          </a:p>
          <a:p>
            <a:pPr>
              <a:defRPr/>
            </a:pPr>
            <a:r>
              <a:rPr lang="fr-FR" smtClean="0"/>
              <a:t>	 bendito é o nome do senhor </a:t>
            </a:r>
          </a:p>
          <a:p>
            <a:pPr>
              <a:defRPr/>
            </a:pPr>
            <a:r>
              <a:rPr lang="fr-FR" smtClean="0"/>
              <a:t>	6- À TOUT JAMAIS</a:t>
            </a:r>
          </a:p>
          <a:p>
            <a:pPr>
              <a:defRPr/>
            </a:pPr>
            <a:r>
              <a:rPr lang="fr-FR" smtClean="0"/>
              <a:t>	pra sempre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 :
7-  JE SUIS HEUREUX  D’ÊTRE DANS TA MAISON </a:t>
            </a:r>
          </a:p>
          <a:p>
            <a:pPr>
              <a:defRPr/>
            </a:pPr>
            <a:r>
              <a:rPr lang="fr-FR" smtClean="0"/>
              <a:t>fico feliz em vir em tua casa</a:t>
            </a:r>
          </a:p>
          <a:p>
            <a:pPr>
              <a:defRPr/>
            </a:pPr>
            <a:r>
              <a:rPr lang="fr-FR" smtClean="0"/>
              <a:t>8-  ÉLEVER MA VOIX  ET CHANTER ALLÉLUIA </a:t>
            </a:r>
          </a:p>
          <a:p>
            <a:pPr>
              <a:defRPr/>
            </a:pPr>
            <a:r>
              <a:rPr lang="fr-FR" smtClean="0"/>
              <a:t>erguer minha voz e cantar aleluia </a:t>
            </a:r>
          </a:p>
          <a:p>
            <a:pPr>
              <a:defRPr/>
            </a:pPr>
            <a:r>
              <a:rPr lang="fr-FR" smtClean="0"/>
              <a:t>9-  JE SUIS HEUREUX  D’ÊTRE DANS TA MAISON </a:t>
            </a:r>
          </a:p>
          <a:p>
            <a:pPr>
              <a:defRPr/>
            </a:pPr>
            <a:r>
              <a:rPr lang="fr-FR" smtClean="0"/>
              <a:t>fico feliz em vir em tua casa
10-  ÉLEVER MES MAINS ET ADORER</a:t>
            </a:r>
          </a:p>
          <a:p>
            <a:pPr>
              <a:defRPr/>
            </a:pPr>
            <a:r>
              <a:rPr lang="fr-FR" smtClean="0"/>
              <a:t>erguer minhas mãos e adorar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 :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SUIS HEUREUX  D’ÊTRE DANS TA MAISON </a:t>
            </a:r>
          </a:p>
          <a:p>
            <a:r>
              <a:rPr lang="fr-FR" smtClean="0"/>
              <a:t>fico feliz em vir em tua casa</a:t>
            </a:r>
          </a:p>
          <a:p>
            <a:r>
              <a:rPr lang="fr-FR" smtClean="0"/>
              <a:t>2-  ÉLEVER MA VOIX ET CHANTER </a:t>
            </a:r>
          </a:p>
          <a:p>
            <a:r>
              <a:rPr lang="fr-FR" smtClean="0"/>
              <a:t>erguer minha voz e cantar 
3-  JE SUIS HEUREUX  D’ÊTRE DANS TA MAISON</a:t>
            </a:r>
          </a:p>
          <a:p>
            <a:r>
              <a:rPr lang="fr-FR" smtClean="0"/>
              <a:t>fico feliz em vir em tua casa</a:t>
            </a:r>
          </a:p>
          <a:p>
            <a:r>
              <a:rPr lang="fr-FR" smtClean="0"/>
              <a:t>4-  ÉLEVER MES MAINS ET ADORER            x2</a:t>
            </a:r>
          </a:p>
          <a:p>
            <a:r>
              <a:rPr lang="fr-FR" smtClean="0"/>
              <a:t>erguer minhas mãos e adorar</a:t>
            </a:r>
          </a:p>
          <a:p>
            <a:r>
              <a:rPr lang="fr-FR" smtClean="0"/>
              <a:t>                 </a:t>
            </a:r>
          </a:p>
          <a:p>
            <a:r>
              <a:rPr lang="fr-FR" smtClean="0"/>
              <a:t>	Refrain :
	5-  BÉNI SOIT LE NOM DU SEIGNEUR  x3</a:t>
            </a:r>
          </a:p>
          <a:p>
            <a:r>
              <a:rPr lang="fr-FR" smtClean="0"/>
              <a:t>	 bendito é o nome do senhor </a:t>
            </a:r>
          </a:p>
          <a:p>
            <a:r>
              <a:rPr lang="fr-FR" smtClean="0"/>
              <a:t>	6- À TOUT JAMAIS</a:t>
            </a:r>
          </a:p>
          <a:p>
            <a:r>
              <a:rPr lang="fr-FR" smtClean="0"/>
              <a:t>	pra sempre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1 :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Couplet 2 :
7-  JE SUIS HEUREUX  D’ÊTRE DANS TA MAISON </a:t>
            </a:r>
          </a:p>
          <a:p>
            <a:r>
              <a:rPr lang="fr-FR" smtClean="0"/>
              <a:t>fico feliz em vir em tua casa</a:t>
            </a:r>
          </a:p>
          <a:p>
            <a:r>
              <a:rPr lang="fr-FR" smtClean="0"/>
              <a:t>8-  ÉLEVER MA VOIX  ET CHANTER ALLÉLUIA </a:t>
            </a:r>
          </a:p>
          <a:p>
            <a:r>
              <a:rPr lang="fr-FR" smtClean="0"/>
              <a:t>erguer minha voz e cantar aleluia </a:t>
            </a:r>
          </a:p>
          <a:p>
            <a:r>
              <a:rPr lang="fr-FR" smtClean="0"/>
              <a:t>9-  JE SUIS HEUREUX  D’ÊTRE DANS TA MAISON </a:t>
            </a:r>
          </a:p>
          <a:p>
            <a:r>
              <a:rPr lang="fr-FR" smtClean="0"/>
              <a:t>fico feliz em vir em tua casa
10-  ÉLEVER MES MAINS ET ADORER</a:t>
            </a:r>
          </a:p>
          <a:p>
            <a:r>
              <a:rPr lang="fr-FR" smtClean="0"/>
              <a:t>erguer minhas mãos e adorar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Refrain : x2</a:t>
            </a:r>
          </a:p>
          <a:p>
            <a:endParaRPr lang="fr-FR" smtClean="0"/>
          </a:p>
          <a:p>
            <a:r>
              <a:rPr lang="fr-FR" smtClean="0"/>
              <a:t>Couplet 1 : x2</a:t>
            </a:r>
          </a:p>
          <a:p>
            <a:endParaRPr lang="fr-FR" smtClean="0"/>
          </a:p>
          <a:p>
            <a:r>
              <a:rPr lang="fr-FR" smtClean="0"/>
              <a:t>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19087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r>
              <a:rPr lang="fr-FR" smtClean="0"/>
              <a:t>1-  JE SUIS HEUREUX  D’ÊTRE DANS TA MAISON </a:t>
            </a:r>
          </a:p>
          <a:p>
            <a:pPr>
              <a:defRPr/>
            </a:pPr>
            <a:r>
              <a:rPr lang="fr-FR" smtClean="0"/>
              <a:t>fico feliz em vir em tua casa</a:t>
            </a:r>
          </a:p>
          <a:p>
            <a:pPr>
              <a:defRPr/>
            </a:pPr>
            <a:r>
              <a:rPr lang="fr-FR" smtClean="0"/>
              <a:t>2-  ÉLEVER MA VOIX ET CHANTER </a:t>
            </a:r>
          </a:p>
          <a:p>
            <a:pPr>
              <a:defRPr/>
            </a:pPr>
            <a:r>
              <a:rPr lang="fr-FR" smtClean="0"/>
              <a:t>erguer minha voz e cantar 
3-  JE SUIS HEUREUX  D’ÊTRE DANS TA MAISON</a:t>
            </a:r>
          </a:p>
          <a:p>
            <a:pPr>
              <a:defRPr/>
            </a:pPr>
            <a:r>
              <a:rPr lang="fr-FR" smtClean="0"/>
              <a:t>fico feliz em vir em tua casa</a:t>
            </a:r>
          </a:p>
          <a:p>
            <a:pPr>
              <a:defRPr/>
            </a:pPr>
            <a:r>
              <a:rPr lang="fr-FR" smtClean="0"/>
              <a:t>4-  ÉLEVER MES MAINS ET ADORER            x2</a:t>
            </a:r>
          </a:p>
          <a:p>
            <a:pPr>
              <a:defRPr/>
            </a:pPr>
            <a:r>
              <a:rPr lang="fr-FR" smtClean="0"/>
              <a:t>erguer minhas mãos e adorar</a:t>
            </a:r>
          </a:p>
          <a:p>
            <a:pPr>
              <a:defRPr/>
            </a:pPr>
            <a:r>
              <a:rPr lang="fr-FR" smtClean="0"/>
              <a:t>                 </a:t>
            </a:r>
          </a:p>
          <a:p>
            <a:pPr>
              <a:defRPr/>
            </a:pPr>
            <a:r>
              <a:rPr lang="fr-FR" smtClean="0"/>
              <a:t>	Refrain :
	5-  BÉNI SOIT LE NOM DU SEIGNEUR  x3</a:t>
            </a:r>
          </a:p>
          <a:p>
            <a:pPr>
              <a:defRPr/>
            </a:pPr>
            <a:r>
              <a:rPr lang="fr-FR" smtClean="0"/>
              <a:t>	 bendito é o nome do senhor </a:t>
            </a:r>
          </a:p>
          <a:p>
            <a:pPr>
              <a:defRPr/>
            </a:pPr>
            <a:r>
              <a:rPr lang="fr-FR" smtClean="0"/>
              <a:t>	6- À TOUT JAMAIS</a:t>
            </a:r>
          </a:p>
          <a:p>
            <a:pPr>
              <a:defRPr/>
            </a:pPr>
            <a:r>
              <a:rPr lang="fr-FR" smtClean="0"/>
              <a:t>	pra sempre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 :
7-  JE SUIS HEUREUX  D’ÊTRE DANS TA MAISON </a:t>
            </a:r>
          </a:p>
          <a:p>
            <a:pPr>
              <a:defRPr/>
            </a:pPr>
            <a:r>
              <a:rPr lang="fr-FR" smtClean="0"/>
              <a:t>fico feliz em vir em tua casa</a:t>
            </a:r>
          </a:p>
          <a:p>
            <a:pPr>
              <a:defRPr/>
            </a:pPr>
            <a:r>
              <a:rPr lang="fr-FR" smtClean="0"/>
              <a:t>8-  ÉLEVER MA VOIX  ET CHANTER ALLÉLUIA </a:t>
            </a:r>
          </a:p>
          <a:p>
            <a:pPr>
              <a:defRPr/>
            </a:pPr>
            <a:r>
              <a:rPr lang="fr-FR" smtClean="0"/>
              <a:t>erguer minha voz e cantar aleluia </a:t>
            </a:r>
          </a:p>
          <a:p>
            <a:pPr>
              <a:defRPr/>
            </a:pPr>
            <a:r>
              <a:rPr lang="fr-FR" smtClean="0"/>
              <a:t>9-  JE SUIS HEUREUX  D’ÊTRE DANS TA MAISON </a:t>
            </a:r>
          </a:p>
          <a:p>
            <a:pPr>
              <a:defRPr/>
            </a:pPr>
            <a:r>
              <a:rPr lang="fr-FR" smtClean="0"/>
              <a:t>fico feliz em vir em tua casa
10-  ÉLEVER MES MAINS ET ADORER</a:t>
            </a:r>
          </a:p>
          <a:p>
            <a:pPr>
              <a:defRPr/>
            </a:pPr>
            <a:r>
              <a:rPr lang="fr-FR" smtClean="0"/>
              <a:t>erguer minhas mãos e adorar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 :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SUIS HEUREUX  D’ÊTRE DANS TA MAISON </a:t>
            </a:r>
          </a:p>
          <a:p>
            <a:r>
              <a:rPr lang="fr-FR" smtClean="0"/>
              <a:t>fico feliz em vir em tua casa</a:t>
            </a:r>
          </a:p>
          <a:p>
            <a:r>
              <a:rPr lang="fr-FR" smtClean="0"/>
              <a:t>2-  ÉLEVER MA VOIX ET CHANTER </a:t>
            </a:r>
          </a:p>
          <a:p>
            <a:r>
              <a:rPr lang="fr-FR" smtClean="0"/>
              <a:t>erguer minha voz e cantar 
3-  JE SUIS HEUREUX  D’ÊTRE DANS TA MAISON</a:t>
            </a:r>
          </a:p>
          <a:p>
            <a:r>
              <a:rPr lang="fr-FR" smtClean="0"/>
              <a:t>fico feliz em vir em tua casa</a:t>
            </a:r>
          </a:p>
          <a:p>
            <a:r>
              <a:rPr lang="fr-FR" smtClean="0"/>
              <a:t>4-  ÉLEVER MES MAINS ET ADORER            x2</a:t>
            </a:r>
          </a:p>
          <a:p>
            <a:r>
              <a:rPr lang="fr-FR" smtClean="0"/>
              <a:t>erguer minhas mãos e adorar</a:t>
            </a:r>
          </a:p>
          <a:p>
            <a:r>
              <a:rPr lang="fr-FR" smtClean="0"/>
              <a:t>                 </a:t>
            </a:r>
          </a:p>
          <a:p>
            <a:r>
              <a:rPr lang="fr-FR" smtClean="0"/>
              <a:t>	Refrain :
	5-  BÉNI SOIT LE NOM DU SEIGNEUR  x3</a:t>
            </a:r>
          </a:p>
          <a:p>
            <a:r>
              <a:rPr lang="fr-FR" smtClean="0"/>
              <a:t>	 bendito é o nome do senhor </a:t>
            </a:r>
          </a:p>
          <a:p>
            <a:r>
              <a:rPr lang="fr-FR" smtClean="0"/>
              <a:t>	6- À TOUT JAMAIS</a:t>
            </a:r>
          </a:p>
          <a:p>
            <a:r>
              <a:rPr lang="fr-FR" smtClean="0"/>
              <a:t>	pra sempre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1 :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Couplet 2 :
7-  JE SUIS HEUREUX  D’ÊTRE DANS TA MAISON </a:t>
            </a:r>
          </a:p>
          <a:p>
            <a:r>
              <a:rPr lang="fr-FR" smtClean="0"/>
              <a:t>fico feliz em vir em tua casa</a:t>
            </a:r>
          </a:p>
          <a:p>
            <a:r>
              <a:rPr lang="fr-FR" smtClean="0"/>
              <a:t>8-  ÉLEVER MA VOIX  ET CHANTER ALLÉLUIA </a:t>
            </a:r>
          </a:p>
          <a:p>
            <a:r>
              <a:rPr lang="fr-FR" smtClean="0"/>
              <a:t>erguer minha voz e cantar aleluia </a:t>
            </a:r>
          </a:p>
          <a:p>
            <a:r>
              <a:rPr lang="fr-FR" smtClean="0"/>
              <a:t>9-  JE SUIS HEUREUX  D’ÊTRE DANS TA MAISON </a:t>
            </a:r>
          </a:p>
          <a:p>
            <a:r>
              <a:rPr lang="fr-FR" smtClean="0"/>
              <a:t>fico feliz em vir em tua casa
10-  ÉLEVER MES MAINS ET ADORER</a:t>
            </a:r>
          </a:p>
          <a:p>
            <a:r>
              <a:rPr lang="fr-FR" smtClean="0"/>
              <a:t>erguer minhas mãos e adorar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Refrain : x2</a:t>
            </a:r>
          </a:p>
          <a:p>
            <a:endParaRPr lang="fr-FR" smtClean="0"/>
          </a:p>
          <a:p>
            <a:r>
              <a:rPr lang="fr-FR" smtClean="0"/>
              <a:t>Couplet 1 : x2</a:t>
            </a:r>
          </a:p>
          <a:p>
            <a:endParaRPr lang="fr-FR" smtClean="0"/>
          </a:p>
          <a:p>
            <a:r>
              <a:rPr lang="fr-FR" smtClean="0"/>
              <a:t>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68180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r>
              <a:rPr lang="fr-FR" smtClean="0"/>
              <a:t>1-  JE SUIS HEUREUX  D’ÊTRE DANS TA MAISON </a:t>
            </a:r>
          </a:p>
          <a:p>
            <a:pPr>
              <a:defRPr/>
            </a:pPr>
            <a:r>
              <a:rPr lang="fr-FR" smtClean="0"/>
              <a:t>fico feliz em vir em tua casa</a:t>
            </a:r>
          </a:p>
          <a:p>
            <a:pPr>
              <a:defRPr/>
            </a:pPr>
            <a:r>
              <a:rPr lang="fr-FR" smtClean="0"/>
              <a:t>2-  ÉLEVER MA VOIX ET CHANTER </a:t>
            </a:r>
          </a:p>
          <a:p>
            <a:pPr>
              <a:defRPr/>
            </a:pPr>
            <a:r>
              <a:rPr lang="fr-FR" smtClean="0"/>
              <a:t>erguer minha voz e cantar 
3-  JE SUIS HEUREUX  D’ÊTRE DANS TA MAISON</a:t>
            </a:r>
          </a:p>
          <a:p>
            <a:pPr>
              <a:defRPr/>
            </a:pPr>
            <a:r>
              <a:rPr lang="fr-FR" smtClean="0"/>
              <a:t>fico feliz em vir em tua casa</a:t>
            </a:r>
          </a:p>
          <a:p>
            <a:pPr>
              <a:defRPr/>
            </a:pPr>
            <a:r>
              <a:rPr lang="fr-FR" smtClean="0"/>
              <a:t>4-  ÉLEVER MES MAINS ET ADORER            x2</a:t>
            </a:r>
          </a:p>
          <a:p>
            <a:pPr>
              <a:defRPr/>
            </a:pPr>
            <a:r>
              <a:rPr lang="fr-FR" smtClean="0"/>
              <a:t>erguer minhas mãos e adorar</a:t>
            </a:r>
          </a:p>
          <a:p>
            <a:pPr>
              <a:defRPr/>
            </a:pPr>
            <a:r>
              <a:rPr lang="fr-FR" smtClean="0"/>
              <a:t>                 </a:t>
            </a:r>
          </a:p>
          <a:p>
            <a:pPr>
              <a:defRPr/>
            </a:pPr>
            <a:r>
              <a:rPr lang="fr-FR" smtClean="0"/>
              <a:t>	Refrain :
	5-  BÉNI SOIT LE NOM DU SEIGNEUR  x3</a:t>
            </a:r>
          </a:p>
          <a:p>
            <a:pPr>
              <a:defRPr/>
            </a:pPr>
            <a:r>
              <a:rPr lang="fr-FR" smtClean="0"/>
              <a:t>	 bendito é o nome do senhor </a:t>
            </a:r>
          </a:p>
          <a:p>
            <a:pPr>
              <a:defRPr/>
            </a:pPr>
            <a:r>
              <a:rPr lang="fr-FR" smtClean="0"/>
              <a:t>	6- À TOUT JAMAIS</a:t>
            </a:r>
          </a:p>
          <a:p>
            <a:pPr>
              <a:defRPr/>
            </a:pPr>
            <a:r>
              <a:rPr lang="fr-FR" smtClean="0"/>
              <a:t>	pra sempre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 :</a:t>
            </a:r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 :
7-  JE SUIS HEUREUX  D’ÊTRE DANS TA MAISON </a:t>
            </a:r>
          </a:p>
          <a:p>
            <a:pPr>
              <a:defRPr/>
            </a:pPr>
            <a:r>
              <a:rPr lang="fr-FR" smtClean="0"/>
              <a:t>fico feliz em vir em tua casa</a:t>
            </a:r>
          </a:p>
          <a:p>
            <a:pPr>
              <a:defRPr/>
            </a:pPr>
            <a:r>
              <a:rPr lang="fr-FR" smtClean="0"/>
              <a:t>8-  ÉLEVER MA VOIX  ET CHANTER ALLÉLUIA </a:t>
            </a:r>
          </a:p>
          <a:p>
            <a:pPr>
              <a:defRPr/>
            </a:pPr>
            <a:r>
              <a:rPr lang="fr-FR" smtClean="0"/>
              <a:t>erguer minha voz e cantar aleluia </a:t>
            </a:r>
          </a:p>
          <a:p>
            <a:pPr>
              <a:defRPr/>
            </a:pPr>
            <a:r>
              <a:rPr lang="fr-FR" smtClean="0"/>
              <a:t>9-  JE SUIS HEUREUX  D’ÊTRE DANS TA MAISON </a:t>
            </a:r>
          </a:p>
          <a:p>
            <a:pPr>
              <a:defRPr/>
            </a:pPr>
            <a:r>
              <a:rPr lang="fr-FR" smtClean="0"/>
              <a:t>fico feliz em vir em tua casa
10-  ÉLEVER MES MAINS ET ADORER</a:t>
            </a:r>
          </a:p>
          <a:p>
            <a:pPr>
              <a:defRPr/>
            </a:pPr>
            <a:r>
              <a:rPr lang="fr-FR" smtClean="0"/>
              <a:t>erguer minhas mãos e adorar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 :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SUIS HEUREUX  D’ÊTRE DANS TA MAISON </a:t>
            </a:r>
          </a:p>
          <a:p>
            <a:r>
              <a:rPr lang="fr-FR" smtClean="0"/>
              <a:t>fico feliz em vir em tua casa</a:t>
            </a:r>
          </a:p>
          <a:p>
            <a:r>
              <a:rPr lang="fr-FR" smtClean="0"/>
              <a:t>2-  ÉLEVER MA VOIX ET CHANTER </a:t>
            </a:r>
          </a:p>
          <a:p>
            <a:r>
              <a:rPr lang="fr-FR" smtClean="0"/>
              <a:t>erguer minha voz e cantar 
3-  JE SUIS HEUREUX  D’ÊTRE DANS TA MAISON</a:t>
            </a:r>
          </a:p>
          <a:p>
            <a:r>
              <a:rPr lang="fr-FR" smtClean="0"/>
              <a:t>fico feliz em vir em tua casa</a:t>
            </a:r>
          </a:p>
          <a:p>
            <a:r>
              <a:rPr lang="fr-FR" smtClean="0"/>
              <a:t>4-  ÉLEVER MES MAINS ET ADORER            x2</a:t>
            </a:r>
          </a:p>
          <a:p>
            <a:r>
              <a:rPr lang="fr-FR" smtClean="0"/>
              <a:t>erguer minhas mãos e adorar</a:t>
            </a:r>
          </a:p>
          <a:p>
            <a:r>
              <a:rPr lang="fr-FR" smtClean="0"/>
              <a:t>                 </a:t>
            </a:r>
          </a:p>
          <a:p>
            <a:r>
              <a:rPr lang="fr-FR" smtClean="0"/>
              <a:t>	Refrain :
	5-  BÉNI SOIT LE NOM DU SEIGNEUR  x3</a:t>
            </a:r>
          </a:p>
          <a:p>
            <a:r>
              <a:rPr lang="fr-FR" smtClean="0"/>
              <a:t>	 bendito é o nome do senhor </a:t>
            </a:r>
          </a:p>
          <a:p>
            <a:r>
              <a:rPr lang="fr-FR" smtClean="0"/>
              <a:t>	6- À TOUT JAMAIS</a:t>
            </a:r>
          </a:p>
          <a:p>
            <a:r>
              <a:rPr lang="fr-FR" smtClean="0"/>
              <a:t>	pra sempre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1 :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Couplet 2 :
7-  JE SUIS HEUREUX  D’ÊTRE DANS TA MAISON </a:t>
            </a:r>
          </a:p>
          <a:p>
            <a:r>
              <a:rPr lang="fr-FR" smtClean="0"/>
              <a:t>fico feliz em vir em tua casa</a:t>
            </a:r>
          </a:p>
          <a:p>
            <a:r>
              <a:rPr lang="fr-FR" smtClean="0"/>
              <a:t>8-  ÉLEVER MA VOIX  ET CHANTER ALLÉLUIA </a:t>
            </a:r>
          </a:p>
          <a:p>
            <a:r>
              <a:rPr lang="fr-FR" smtClean="0"/>
              <a:t>erguer minha voz e cantar aleluia </a:t>
            </a:r>
          </a:p>
          <a:p>
            <a:r>
              <a:rPr lang="fr-FR" smtClean="0"/>
              <a:t>9-  JE SUIS HEUREUX  D’ÊTRE DANS TA MAISON </a:t>
            </a:r>
          </a:p>
          <a:p>
            <a:r>
              <a:rPr lang="fr-FR" smtClean="0"/>
              <a:t>fico feliz em vir em tua casa
10-  ÉLEVER MES MAINS ET ADORER</a:t>
            </a:r>
          </a:p>
          <a:p>
            <a:r>
              <a:rPr lang="fr-FR" smtClean="0"/>
              <a:t>erguer minhas mãos e adorar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Refrain : x2</a:t>
            </a:r>
          </a:p>
          <a:p>
            <a:endParaRPr lang="fr-FR" smtClean="0"/>
          </a:p>
          <a:p>
            <a:r>
              <a:rPr lang="fr-FR" smtClean="0"/>
              <a:t>Couplet 1 : x2</a:t>
            </a:r>
          </a:p>
          <a:p>
            <a:endParaRPr lang="fr-FR" smtClean="0"/>
          </a:p>
          <a:p>
            <a:r>
              <a:rPr lang="fr-FR" smtClean="0"/>
              <a:t>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6521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SUIS HEUREUX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D’ÊTRE DANS TA MAISON</a:t>
            </a:r>
          </a:p>
        </p:txBody>
      </p:sp>
    </p:spTree>
    <p:extLst>
      <p:ext uri="{BB962C8B-B14F-4D97-AF65-F5344CB8AC3E}">
        <p14:creationId xmlns:p14="http://schemas.microsoft.com/office/powerpoint/2010/main" val="2833960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ÉLEVER MA VOIX ET CHANTER</a:t>
            </a:r>
          </a:p>
        </p:txBody>
      </p:sp>
    </p:spTree>
    <p:extLst>
      <p:ext uri="{BB962C8B-B14F-4D97-AF65-F5344CB8AC3E}">
        <p14:creationId xmlns:p14="http://schemas.microsoft.com/office/powerpoint/2010/main" val="2068035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SUIS HEUREUX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D’ÊTRE DANS TA MAISON</a:t>
            </a:r>
          </a:p>
        </p:txBody>
      </p:sp>
    </p:spTree>
    <p:extLst>
      <p:ext uri="{BB962C8B-B14F-4D97-AF65-F5344CB8AC3E}">
        <p14:creationId xmlns:p14="http://schemas.microsoft.com/office/powerpoint/2010/main" val="2087196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ÉLEVER MES MAINS ET ADORER</a:t>
            </a:r>
          </a:p>
        </p:txBody>
      </p:sp>
    </p:spTree>
    <p:extLst>
      <p:ext uri="{BB962C8B-B14F-4D97-AF65-F5344CB8AC3E}">
        <p14:creationId xmlns:p14="http://schemas.microsoft.com/office/powerpoint/2010/main" val="3309319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BÉNI SOIT LE NOM DU SEIGNEUR</a:t>
            </a:r>
          </a:p>
        </p:txBody>
      </p:sp>
    </p:spTree>
    <p:extLst>
      <p:ext uri="{BB962C8B-B14F-4D97-AF65-F5344CB8AC3E}">
        <p14:creationId xmlns:p14="http://schemas.microsoft.com/office/powerpoint/2010/main" val="145223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À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JAMAIS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5156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SUIS HEUREUX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D’ÊTRE DANS TA MAISON</a:t>
            </a:r>
          </a:p>
        </p:txBody>
      </p:sp>
    </p:spTree>
    <p:extLst>
      <p:ext uri="{BB962C8B-B14F-4D97-AF65-F5344CB8AC3E}">
        <p14:creationId xmlns:p14="http://schemas.microsoft.com/office/powerpoint/2010/main" val="3797592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ÉLEVER MA VOIX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ET CHANTER ALLÉLUIA</a:t>
            </a:r>
          </a:p>
        </p:txBody>
      </p:sp>
    </p:spTree>
    <p:extLst>
      <p:ext uri="{BB962C8B-B14F-4D97-AF65-F5344CB8AC3E}">
        <p14:creationId xmlns:p14="http://schemas.microsoft.com/office/powerpoint/2010/main" val="3678899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SUIS HEUREUX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D’ÊTRE DANS TA MAISON</a:t>
            </a:r>
          </a:p>
        </p:txBody>
      </p:sp>
    </p:spTree>
    <p:extLst>
      <p:ext uri="{BB962C8B-B14F-4D97-AF65-F5344CB8AC3E}">
        <p14:creationId xmlns:p14="http://schemas.microsoft.com/office/powerpoint/2010/main" val="3752356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ÉLEVER MES MAINS ET ADORER</a:t>
            </a:r>
          </a:p>
        </p:txBody>
      </p:sp>
    </p:spTree>
    <p:extLst>
      <p:ext uri="{BB962C8B-B14F-4D97-AF65-F5344CB8AC3E}">
        <p14:creationId xmlns:p14="http://schemas.microsoft.com/office/powerpoint/2010/main" val="802286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639</Words>
  <Application>Microsoft Office PowerPoint</Application>
  <PresentationFormat>Affichage à l'écran (4:3)</PresentationFormat>
  <Paragraphs>655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asus</cp:lastModifiedBy>
  <cp:revision>111</cp:revision>
  <dcterms:created xsi:type="dcterms:W3CDTF">2002-08-17T13:12:10Z</dcterms:created>
  <dcterms:modified xsi:type="dcterms:W3CDTF">2022-09-24T20:57:38Z</dcterms:modified>
</cp:coreProperties>
</file>