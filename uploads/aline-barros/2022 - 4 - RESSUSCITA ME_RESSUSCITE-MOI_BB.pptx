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96" r:id="rId2"/>
    <p:sldId id="311" r:id="rId3"/>
    <p:sldId id="312" r:id="rId4"/>
    <p:sldId id="310" r:id="rId5"/>
    <p:sldId id="313" r:id="rId6"/>
    <p:sldId id="309" r:id="rId7"/>
    <p:sldId id="308" r:id="rId8"/>
    <p:sldId id="314" r:id="rId9"/>
    <p:sldId id="307" r:id="rId10"/>
    <p:sldId id="315" r:id="rId11"/>
    <p:sldId id="306" r:id="rId12"/>
    <p:sldId id="305" r:id="rId13"/>
    <p:sldId id="304" r:id="rId14"/>
    <p:sldId id="303" r:id="rId15"/>
    <p:sldId id="302" r:id="rId16"/>
    <p:sldId id="301" r:id="rId17"/>
    <p:sldId id="300" r:id="rId18"/>
    <p:sldId id="299" r:id="rId19"/>
    <p:sldId id="298" r:id="rId2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27023" autoAdjust="0"/>
  </p:normalViewPr>
  <p:slideViewPr>
    <p:cSldViewPr>
      <p:cViewPr varScale="1">
        <p:scale>
          <a:sx n="17" d="100"/>
          <a:sy n="17" d="100"/>
        </p:scale>
        <p:origin x="1004" y="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390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24/09/2022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MAÎTRE J’AI TANT BESOIN D’UN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eu preciso de um milagre 
2-  VIENS TRANSFORMER MA VIE  ET CHANGE-MOI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 minha vida, meu estado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DEPUIS LONGTEMPS JE NE VOIS PLUS LA LUMIÈRE DU JOUR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 tempo que eu não vejo a luz do dia 
4-  ILS ESSAYENT À JAMAIS  D’ENTERRER MA JOIE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Estão tentando sepultar minha alegria
5-  ET D’ANNULER TOUS MES RÊVES  POUR TOUJOURS 
Tentando ver meus sonhos cancelados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LAZARE A PU ENTENDRE TA VOIX QUAND CETTE PIERRE, TU AS ENLEVÉE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Lázaro ouviu a Sua voz, quando aquela pedra removeu
7-  APRÈS QUATRE JOURS  IL S’EST ENFIN RELEVÉ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 de quatro dias ele reviveu
8-  MAÎTRE, IL N’Y A PERSONNE 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não há outro que possa fazer
9-  QUI PUISSE ACCOMPLIR CE QUE SEUL TON NOM PUISSANT PEUT FAIRE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Aquilo que só o Teu nome tem todo poder
10-  MAÎTRE J’AI TANT BESOIN D’UN MIRACLE 
Eu preciso tanto de um milagre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QUE MA PIERRE ROULE DEVANT TOI PAR MON PRENOM 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Remove minha pedra, me chama pelo nome
	12-  VIENS CHANGER MON HISTOIRE RESSUSCITE MES RÊVES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Muda minha história, ressuscita os meus sonhos
	13-  CHANGE MA VIE, QUE JE SOIS UN MIRACLE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Transforma minha vida, me faz um milagre 
	14-  OUI, AUJOURD’HUI, TOUCHE-MOI DU TOMBEAU DÉLIVRE-MOI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Me toca nessa hora, me chama para fora
	15-  RESSUSCITE-MOI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Ressuscita-me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LA SOURCE DE VIE LA FORCE QUI ME REMPLIT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a própria vida, a força que há em mim 
17-  OUI, TU ES LE FILS DE DIEU TU ME RENDS VICTORIEUX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o Filho de Deus, Que me ergues pra vencer
18-  SEIGNEUR DE TOUT EN MOI J’PEUX ENTENDRE TA VOIX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 de tudo em mim, já ouço a Tua voz
19-  QUI ME RAPPELLE À LA VIE À TA PUISSANCE AUJOURD’HUI 
Me chamando pra viver, uma história de poder!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MAÎTRE J’AI TANT BESOIN D’UN MIRACLE</a:t>
            </a:r>
          </a:p>
          <a:p>
            <a:r>
              <a:rPr lang="fr-FR" smtClean="0"/>
              <a:t>Mestre eu preciso de um milagre 
2-  VIENS TRANSFORMER MA VIE  ET CHANGE-MOI </a:t>
            </a:r>
          </a:p>
          <a:p>
            <a:r>
              <a:rPr lang="fr-FR" smtClean="0"/>
              <a:t>Transforma minha vida, meu estado</a:t>
            </a:r>
          </a:p>
          <a:p>
            <a:r>
              <a:rPr lang="fr-FR" smtClean="0"/>
              <a:t>3- DEPUIS LONGTEMPS JE NE VOIS PLUS LA LUMIÈRE DU JOUR</a:t>
            </a:r>
          </a:p>
          <a:p>
            <a:r>
              <a:rPr lang="fr-FR" smtClean="0"/>
              <a:t>Faz tempo que eu não vejo a luz do dia 
4-  ILS ESSAYENT À JAMAIS  D’ENTERRER MA JOIE </a:t>
            </a:r>
          </a:p>
          <a:p>
            <a:r>
              <a:rPr lang="fr-FR" smtClean="0"/>
              <a:t>Estão tentando sepultar minha alegria
5-  ET D’ANNULER TOUS MES RÊVES  POUR TOUJOURS 
Tentando ver meus sonhos cancelados</a:t>
            </a:r>
          </a:p>
          <a:p>
            <a:endParaRPr lang="fr-FR" smtClean="0"/>
          </a:p>
          <a:p>
            <a:r>
              <a:rPr lang="fr-FR" smtClean="0"/>
              <a:t>6-  LAZARE A PU ENTENDRE TA VOIX QUAND CETTE PIERRE, TU AS ENLEVÉE </a:t>
            </a:r>
          </a:p>
          <a:p>
            <a:r>
              <a:rPr lang="fr-FR" smtClean="0"/>
              <a:t>Lázaro ouviu a Sua voz, quando aquela pedra removeu
7-  APRÈS QUATRE JOURS  IL S’EST ENFIN RELEVÉ </a:t>
            </a:r>
          </a:p>
          <a:p>
            <a:r>
              <a:rPr lang="fr-FR" smtClean="0"/>
              <a:t>Depois de quatro dias ele reviveu
8-  MAÎTRE, IL N’Y A PERSONNE  SUR TOUTE LA TERRE </a:t>
            </a:r>
          </a:p>
          <a:p>
            <a:r>
              <a:rPr lang="fr-FR" smtClean="0"/>
              <a:t>Mestre não há outro que possa fazer
9-  QUI PUISSE ACCOMPLIR CE QUE SEUL TON NOM PUISSANT PEUT FAIRE </a:t>
            </a:r>
          </a:p>
          <a:p>
            <a:r>
              <a:rPr lang="fr-FR" smtClean="0"/>
              <a:t>Aquilo que só o Teu nome tem todo poder
10-  MAÎTRE J’AI TANT BESOIN D’UN MIRACLE 
Eu preciso tanto de um milagre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11-  QUE MA PIERRE ROULE DEVANT TOI PAR MON PRENOM APPELLE-MOI </a:t>
            </a:r>
          </a:p>
          <a:p>
            <a:r>
              <a:rPr lang="fr-FR" smtClean="0"/>
              <a:t>	Remove minha pedra, me chama pelo nome
	12-  VIENS CHANGER MON HISTOIRE RESSUSCITE MES RÊVES </a:t>
            </a:r>
          </a:p>
          <a:p>
            <a:r>
              <a:rPr lang="fr-FR" smtClean="0"/>
              <a:t>	Muda minha história, ressuscita os meus sonhos
	13-  CHANGE MA VIE, QUE JE SOIS UN MIRACLE POUR TOI</a:t>
            </a:r>
          </a:p>
          <a:p>
            <a:r>
              <a:rPr lang="fr-FR" smtClean="0"/>
              <a:t>	Transforma minha vida, me faz um milagre 
	14-  OUI, AUJOURD’HUI, TOUCHE-MOI DU TOMBEAU DÉLIVRE-MOI</a:t>
            </a:r>
          </a:p>
          <a:p>
            <a:r>
              <a:rPr lang="fr-FR" smtClean="0"/>
              <a:t>	Me toca nessa hora, me chama para fora
	15-  RESSUSCITE-MOI </a:t>
            </a:r>
          </a:p>
          <a:p>
            <a:r>
              <a:rPr lang="fr-FR" smtClean="0"/>
              <a:t>	Ressuscita-me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16-  TU ES LA SOURCE DE VIE LA FORCE QUI ME REMPLIT </a:t>
            </a:r>
          </a:p>
          <a:p>
            <a:r>
              <a:rPr lang="fr-FR" smtClean="0"/>
              <a:t>Tu és a própria vida, a força que há em mim 
17-  OUI, TU ES LE FILS DE DIEU TU ME RENDS VICTORIEUX</a:t>
            </a:r>
          </a:p>
          <a:p>
            <a:r>
              <a:rPr lang="fr-FR" smtClean="0"/>
              <a:t>Tu és o Filho de Deus, Que me ergues pra vencer
18-  SEIGNEUR DE TOUT EN MOI J’PEUX ENTENDRE TA VOIX</a:t>
            </a:r>
          </a:p>
          <a:p>
            <a:r>
              <a:rPr lang="fr-FR" smtClean="0"/>
              <a:t>Senhor de tudo em mim, já ouço a Tua voz
19-  QUI ME RAPPELLE À LA VIE À TA PUISSANCE AUJOURD’HUI 
Me chamando pra viver, uma história de poder!</a:t>
            </a:r>
          </a:p>
          <a:p>
            <a:endParaRPr lang="fr-FR" smtClean="0"/>
          </a:p>
          <a:p>
            <a:r>
              <a:rPr lang="fr-FR" smtClean="0"/>
              <a:t>	Refrain : x2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MAÎTRE J’AI TANT BESOIN D’UN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eu preciso de um milagre 
2-  VIENS TRANSFORMER MA VIE  ET CHANGE-MOI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 minha vida, meu estado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DEPUIS LONGTEMPS JE NE VOIS PLUS LA LUMIÈRE DU JOUR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 tempo que eu não vejo a luz do dia 
4-  ILS ESSAYENT À JAMAIS  D’ENTERRER MA JOIE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Estão tentando sepultar minha alegria
5-  ET D’ANNULER TOUS MES RÊVES  POUR TOUJOURS 
Tentando ver meus sonhos cancelados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LAZARE A PU ENTENDRE TA VOIX QUAND CETTE PIERRE, TU AS ENLEVÉE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Lázaro ouviu a Sua voz, quando aquela pedra removeu
7-  APRÈS QUATRE JOURS  IL S’EST ENFIN RELEVÉ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 de quatro dias ele reviveu
8-  MAÎTRE, IL N’Y A PERSONNE 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não há outro que possa fazer
9-  QUI PUISSE ACCOMPLIR CE QUE SEUL TON NOM PUISSANT PEUT FAIRE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Aquilo que só o Teu nome tem todo poder
10-  MAÎTRE J’AI TANT BESOIN D’UN MIRACLE 
Eu preciso tanto de um milagre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QUE MA PIERRE ROULE DEVANT TOI PAR MON PRENOM 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Remove minha pedra, me chama pelo nome
	12-  VIENS CHANGER MON HISTOIRE RESSUSCITE MES RÊVES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Muda minha história, ressuscita os meus sonhos
	13-  CHANGE MA VIE, QUE JE SOIS UN MIRACLE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Transforma minha vida, me faz um milagre 
	14-  OUI, AUJOURD’HUI, TOUCHE-MOI DU TOMBEAU DÉLIVRE-MOI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Me toca nessa hora, me chama para fora
	15-  RESSUSCITE-MOI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Ressuscita-me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LA SOURCE DE VIE LA FORCE QUI ME REMPLIT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a própria vida, a força que há em mim 
17-  OUI, TU ES LE FILS DE DIEU TU ME RENDS VICTORIEUX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o Filho de Deus, Que me ergues pra vencer
18-  SEIGNEUR DE TOUT EN MOI J’PEUX ENTENDRE TA VOIX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 de tudo em mim, já ouço a Tua voz
19-  QUI ME RAPPELLE À LA VIE À TA PUISSANCE AUJOURD’HUI 
Me chamando pra viver, uma história de poder!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MAÎTRE J’AI TANT BESOIN D’UN MIRACLE</a:t>
            </a:r>
          </a:p>
          <a:p>
            <a:r>
              <a:rPr lang="fr-FR" smtClean="0"/>
              <a:t>Mestre eu preciso de um milagre 
2-  VIENS TRANSFORMER MA VIE  ET CHANGE-MOI </a:t>
            </a:r>
          </a:p>
          <a:p>
            <a:r>
              <a:rPr lang="fr-FR" smtClean="0"/>
              <a:t>Transforma minha vida, meu estado</a:t>
            </a:r>
          </a:p>
          <a:p>
            <a:r>
              <a:rPr lang="fr-FR" smtClean="0"/>
              <a:t>3- DEPUIS LONGTEMPS JE NE VOIS PLUS LA LUMIÈRE DU JOUR</a:t>
            </a:r>
          </a:p>
          <a:p>
            <a:r>
              <a:rPr lang="fr-FR" smtClean="0"/>
              <a:t>Faz tempo que eu não vejo a luz do dia 
4-  ILS ESSAYENT À JAMAIS  D’ENTERRER MA JOIE </a:t>
            </a:r>
          </a:p>
          <a:p>
            <a:r>
              <a:rPr lang="fr-FR" smtClean="0"/>
              <a:t>Estão tentando sepultar minha alegria
5-  ET D’ANNULER TOUS MES RÊVES  POUR TOUJOURS 
Tentando ver meus sonhos cancelados</a:t>
            </a:r>
          </a:p>
          <a:p>
            <a:endParaRPr lang="fr-FR" smtClean="0"/>
          </a:p>
          <a:p>
            <a:r>
              <a:rPr lang="fr-FR" smtClean="0"/>
              <a:t>6-  LAZARE A PU ENTENDRE TA VOIX QUAND CETTE PIERRE, TU AS ENLEVÉE </a:t>
            </a:r>
          </a:p>
          <a:p>
            <a:r>
              <a:rPr lang="fr-FR" smtClean="0"/>
              <a:t>Lázaro ouviu a Sua voz, quando aquela pedra removeu
7-  APRÈS QUATRE JOURS  IL S’EST ENFIN RELEVÉ </a:t>
            </a:r>
          </a:p>
          <a:p>
            <a:r>
              <a:rPr lang="fr-FR" smtClean="0"/>
              <a:t>Depois de quatro dias ele reviveu
8-  MAÎTRE, IL N’Y A PERSONNE  SUR TOUTE LA TERRE </a:t>
            </a:r>
          </a:p>
          <a:p>
            <a:r>
              <a:rPr lang="fr-FR" smtClean="0"/>
              <a:t>Mestre não há outro que possa fazer
9-  QUI PUISSE ACCOMPLIR CE QUE SEUL TON NOM PUISSANT PEUT FAIRE </a:t>
            </a:r>
          </a:p>
          <a:p>
            <a:r>
              <a:rPr lang="fr-FR" smtClean="0"/>
              <a:t>Aquilo que só o Teu nome tem todo poder
10-  MAÎTRE J’AI TANT BESOIN D’UN MIRACLE 
Eu preciso tanto de um milagre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11-  QUE MA PIERRE ROULE DEVANT TOI PAR MON PRENOM APPELLE-MOI </a:t>
            </a:r>
          </a:p>
          <a:p>
            <a:r>
              <a:rPr lang="fr-FR" smtClean="0"/>
              <a:t>	Remove minha pedra, me chama pelo nome
	12-  VIENS CHANGER MON HISTOIRE RESSUSCITE MES RÊVES </a:t>
            </a:r>
          </a:p>
          <a:p>
            <a:r>
              <a:rPr lang="fr-FR" smtClean="0"/>
              <a:t>	Muda minha história, ressuscita os meus sonhos
	13-  CHANGE MA VIE, QUE JE SOIS UN MIRACLE POUR TOI</a:t>
            </a:r>
          </a:p>
          <a:p>
            <a:r>
              <a:rPr lang="fr-FR" smtClean="0"/>
              <a:t>	Transforma minha vida, me faz um milagre 
	14-  OUI, AUJOURD’HUI, TOUCHE-MOI DU TOMBEAU DÉLIVRE-MOI</a:t>
            </a:r>
          </a:p>
          <a:p>
            <a:r>
              <a:rPr lang="fr-FR" smtClean="0"/>
              <a:t>	Me toca nessa hora, me chama para fora
	15-  RESSUSCITE-MOI </a:t>
            </a:r>
          </a:p>
          <a:p>
            <a:r>
              <a:rPr lang="fr-FR" smtClean="0"/>
              <a:t>	Ressuscita-me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16-  TU ES LA SOURCE DE VIE LA FORCE QUI ME REMPLIT </a:t>
            </a:r>
          </a:p>
          <a:p>
            <a:r>
              <a:rPr lang="fr-FR" smtClean="0"/>
              <a:t>Tu és a própria vida, a força que há em mim 
17-  OUI, TU ES LE FILS DE DIEU TU ME RENDS VICTORIEUX</a:t>
            </a:r>
          </a:p>
          <a:p>
            <a:r>
              <a:rPr lang="fr-FR" smtClean="0"/>
              <a:t>Tu és o Filho de Deus, Que me ergues pra vencer
18-  SEIGNEUR DE TOUT EN MOI J’PEUX ENTENDRE TA VOIX</a:t>
            </a:r>
          </a:p>
          <a:p>
            <a:r>
              <a:rPr lang="fr-FR" smtClean="0"/>
              <a:t>Senhor de tudo em mim, já ouço a Tua voz
19-  QUI ME RAPPELLE À LA VIE À TA PUISSANCE AUJOURD’HUI 
Me chamando pra viver, uma história de poder!</a:t>
            </a:r>
          </a:p>
          <a:p>
            <a:endParaRPr lang="fr-FR" smtClean="0"/>
          </a:p>
          <a:p>
            <a:r>
              <a:rPr lang="fr-FR" smtClean="0"/>
              <a:t>	Refrain : x2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1076752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MAÎTRE J’AI TANT BESOIN D’UN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eu preciso de um milagre 
2-  VIENS TRANSFORMER MA VIE  ET CHANGE-MOI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 minha vida, meu estado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DEPUIS LONGTEMPS JE NE VOIS PLUS LA LUMIÈRE DU JOUR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 tempo que eu não vejo a luz do dia 
4-  ILS ESSAYENT À JAMAIS  D’ENTERRER MA JOIE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Estão tentando sepultar minha alegria
5-  ET D’ANNULER TOUS MES RÊVES  POUR TOUJOURS 
Tentando ver meus sonhos cancelados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LAZARE A PU ENTENDRE TA VOIX QUAND CETTE PIERRE, TU AS ENLEVÉE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Lázaro ouviu a Sua voz, quando aquela pedra removeu
7-  APRÈS QUATRE JOURS  IL S’EST ENFIN RELEVÉ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 de quatro dias ele reviveu
8-  MAÎTRE, IL N’Y A PERSONNE 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não há outro que possa fazer
9-  QUI PUISSE ACCOMPLIR CE QUE SEUL TON NOM PUISSANT PEUT FAIRE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Aquilo que só o Teu nome tem todo poder
10-  MAÎTRE J’AI TANT BESOIN D’UN MIRACLE 
Eu preciso tanto de um milagre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QUE MA PIERRE ROULE DEVANT TOI PAR MON PRENOM 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Remove minha pedra, me chama pelo nome
	12-  VIENS CHANGER MON HISTOIRE RESSUSCITE MES RÊVES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Muda minha história, ressuscita os meus sonhos
	13-  CHANGE MA VIE, QUE JE SOIS UN MIRACLE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Transforma minha vida, me faz um milagre 
	14-  OUI, AUJOURD’HUI, TOUCHE-MOI DU TOMBEAU DÉLIVRE-MOI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Me toca nessa hora, me chama para fora
	15-  RESSUSCITE-MOI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Ressuscita-me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LA SOURCE DE VIE LA FORCE QUI ME REMPLIT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a própria vida, a força que há em mim 
17-  OUI, TU ES LE FILS DE DIEU TU ME RENDS VICTORIEUX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o Filho de Deus, Que me ergues pra vencer
18-  SEIGNEUR DE TOUT EN MOI J’PEUX ENTENDRE TA VOIX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 de tudo em mim, já ouço a Tua voz
19-  QUI ME RAPPELLE À LA VIE À TA PUISSANCE AUJOURD’HUI 
Me chamando pra viver, uma história de poder!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MAÎTRE J’AI TANT BESOIN D’UN MIRACLE</a:t>
            </a:r>
          </a:p>
          <a:p>
            <a:r>
              <a:rPr lang="fr-FR" smtClean="0"/>
              <a:t>Mestre eu preciso de um milagre 
2-  VIENS TRANSFORMER MA VIE  ET CHANGE-MOI </a:t>
            </a:r>
          </a:p>
          <a:p>
            <a:r>
              <a:rPr lang="fr-FR" smtClean="0"/>
              <a:t>Transforma minha vida, meu estado</a:t>
            </a:r>
          </a:p>
          <a:p>
            <a:r>
              <a:rPr lang="fr-FR" smtClean="0"/>
              <a:t>3- DEPUIS LONGTEMPS JE NE VOIS PLUS LA LUMIÈRE DU JOUR</a:t>
            </a:r>
          </a:p>
          <a:p>
            <a:r>
              <a:rPr lang="fr-FR" smtClean="0"/>
              <a:t>Faz tempo que eu não vejo a luz do dia 
4-  ILS ESSAYENT À JAMAIS  D’ENTERRER MA JOIE </a:t>
            </a:r>
          </a:p>
          <a:p>
            <a:r>
              <a:rPr lang="fr-FR" smtClean="0"/>
              <a:t>Estão tentando sepultar minha alegria
5-  ET D’ANNULER TOUS MES RÊVES  POUR TOUJOURS 
Tentando ver meus sonhos cancelados</a:t>
            </a:r>
          </a:p>
          <a:p>
            <a:endParaRPr lang="fr-FR" smtClean="0"/>
          </a:p>
          <a:p>
            <a:r>
              <a:rPr lang="fr-FR" smtClean="0"/>
              <a:t>6-  LAZARE A PU ENTENDRE TA VOIX QUAND CETTE PIERRE, TU AS ENLEVÉE </a:t>
            </a:r>
          </a:p>
          <a:p>
            <a:r>
              <a:rPr lang="fr-FR" smtClean="0"/>
              <a:t>Lázaro ouviu a Sua voz, quando aquela pedra removeu
7-  APRÈS QUATRE JOURS  IL S’EST ENFIN RELEVÉ </a:t>
            </a:r>
          </a:p>
          <a:p>
            <a:r>
              <a:rPr lang="fr-FR" smtClean="0"/>
              <a:t>Depois de quatro dias ele reviveu
8-  MAÎTRE, IL N’Y A PERSONNE  SUR TOUTE LA TERRE </a:t>
            </a:r>
          </a:p>
          <a:p>
            <a:r>
              <a:rPr lang="fr-FR" smtClean="0"/>
              <a:t>Mestre não há outro que possa fazer
9-  QUI PUISSE ACCOMPLIR CE QUE SEUL TON NOM PUISSANT PEUT FAIRE </a:t>
            </a:r>
          </a:p>
          <a:p>
            <a:r>
              <a:rPr lang="fr-FR" smtClean="0"/>
              <a:t>Aquilo que só o Teu nome tem todo poder
10-  MAÎTRE J’AI TANT BESOIN D’UN MIRACLE 
Eu preciso tanto de um milagre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11-  QUE MA PIERRE ROULE DEVANT TOI PAR MON PRENOM APPELLE-MOI </a:t>
            </a:r>
          </a:p>
          <a:p>
            <a:r>
              <a:rPr lang="fr-FR" smtClean="0"/>
              <a:t>	Remove minha pedra, me chama pelo nome
	12-  VIENS CHANGER MON HISTOIRE RESSUSCITE MES RÊVES </a:t>
            </a:r>
          </a:p>
          <a:p>
            <a:r>
              <a:rPr lang="fr-FR" smtClean="0"/>
              <a:t>	Muda minha história, ressuscita os meus sonhos
	13-  CHANGE MA VIE, QUE JE SOIS UN MIRACLE POUR TOI</a:t>
            </a:r>
          </a:p>
          <a:p>
            <a:r>
              <a:rPr lang="fr-FR" smtClean="0"/>
              <a:t>	Transforma minha vida, me faz um milagre 
	14-  OUI, AUJOURD’HUI, TOUCHE-MOI DU TOMBEAU DÉLIVRE-MOI</a:t>
            </a:r>
          </a:p>
          <a:p>
            <a:r>
              <a:rPr lang="fr-FR" smtClean="0"/>
              <a:t>	Me toca nessa hora, me chama para fora
	15-  RESSUSCITE-MOI </a:t>
            </a:r>
          </a:p>
          <a:p>
            <a:r>
              <a:rPr lang="fr-FR" smtClean="0"/>
              <a:t>	Ressuscita-me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16-  TU ES LA SOURCE DE VIE LA FORCE QUI ME REMPLIT </a:t>
            </a:r>
          </a:p>
          <a:p>
            <a:r>
              <a:rPr lang="fr-FR" smtClean="0"/>
              <a:t>Tu és a própria vida, a força que há em mim 
17-  OUI, TU ES LE FILS DE DIEU TU ME RENDS VICTORIEUX</a:t>
            </a:r>
          </a:p>
          <a:p>
            <a:r>
              <a:rPr lang="fr-FR" smtClean="0"/>
              <a:t>Tu és o Filho de Deus, Que me ergues pra vencer
18-  SEIGNEUR DE TOUT EN MOI J’PEUX ENTENDRE TA VOIX</a:t>
            </a:r>
          </a:p>
          <a:p>
            <a:r>
              <a:rPr lang="fr-FR" smtClean="0"/>
              <a:t>Senhor de tudo em mim, já ouço a Tua voz
19-  QUI ME RAPPELLE À LA VIE À TA PUISSANCE AUJOURD’HUI 
Me chamando pra viver, uma história de poder!</a:t>
            </a:r>
          </a:p>
          <a:p>
            <a:endParaRPr lang="fr-FR" smtClean="0"/>
          </a:p>
          <a:p>
            <a:r>
              <a:rPr lang="fr-FR" smtClean="0"/>
              <a:t>	Refrain : x2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7661490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MAÎTRE J’AI TANT BESOIN D’UN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eu preciso de um milagre 
2-  VIENS TRANSFORMER MA VIE  ET CHANGE-MOI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 minha vida, meu estado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DEPUIS LONGTEMPS JE NE VOIS PLUS LA LUMIÈRE DU JOUR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 tempo que eu não vejo a luz do dia 
4-  ILS ESSAYENT À JAMAIS  D’ENTERRER MA JOIE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Estão tentando sepultar minha alegria
5-  ET D’ANNULER TOUS MES RÊVES  POUR TOUJOURS 
Tentando ver meus sonhos cancelados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LAZARE A PU ENTENDRE TA VOIX QUAND CETTE PIERRE, TU AS ENLEVÉE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Lázaro ouviu a Sua voz, quando aquela pedra removeu
7-  APRÈS QUATRE JOURS  IL S’EST ENFIN RELEVÉ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 de quatro dias ele reviveu
8-  MAÎTRE, IL N’Y A PERSONNE 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não há outro que possa fazer
9-  QUI PUISSE ACCOMPLIR CE QUE SEUL TON NOM PUISSANT PEUT FAIRE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Aquilo que só o Teu nome tem todo poder
10-  MAÎTRE J’AI TANT BESOIN D’UN MIRACLE 
Eu preciso tanto de um milagre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QUE MA PIERRE ROULE DEVANT TOI PAR MON PRENOM 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Remove minha pedra, me chama pelo nome
	12-  VIENS CHANGER MON HISTOIRE RESSUSCITE MES RÊVES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Muda minha história, ressuscita os meus sonhos
	13-  CHANGE MA VIE, QUE JE SOIS UN MIRACLE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Transforma minha vida, me faz um milagre 
	14-  OUI, AUJOURD’HUI, TOUCHE-MOI DU TOMBEAU DÉLIVRE-MOI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Me toca nessa hora, me chama para fora
	15-  RESSUSCITE-MOI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Ressuscita-me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LA SOURCE DE VIE LA FORCE QUI ME REMPLIT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a própria vida, a força que há em mim 
17-  OUI, TU ES LE FILS DE DIEU TU ME RENDS VICTORIEUX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o Filho de Deus, Que me ergues pra vencer
18-  SEIGNEUR DE TOUT EN MOI J’PEUX ENTENDRE TA VOIX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 de tudo em mim, já ouço a Tua voz
19-  QUI ME RAPPELLE À LA VIE À TA PUISSANCE AUJOURD’HUI 
Me chamando pra viver, uma história de poder!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MAÎTRE J’AI TANT BESOIN D’UN MIRACLE</a:t>
            </a:r>
          </a:p>
          <a:p>
            <a:r>
              <a:rPr lang="fr-FR" smtClean="0"/>
              <a:t>Mestre eu preciso de um milagre 
2-  VIENS TRANSFORMER MA VIE  ET CHANGE-MOI </a:t>
            </a:r>
          </a:p>
          <a:p>
            <a:r>
              <a:rPr lang="fr-FR" smtClean="0"/>
              <a:t>Transforma minha vida, meu estado</a:t>
            </a:r>
          </a:p>
          <a:p>
            <a:r>
              <a:rPr lang="fr-FR" smtClean="0"/>
              <a:t>3- DEPUIS LONGTEMPS JE NE VOIS PLUS LA LUMIÈRE DU JOUR</a:t>
            </a:r>
          </a:p>
          <a:p>
            <a:r>
              <a:rPr lang="fr-FR" smtClean="0"/>
              <a:t>Faz tempo que eu não vejo a luz do dia 
4-  ILS ESSAYENT À JAMAIS  D’ENTERRER MA JOIE </a:t>
            </a:r>
          </a:p>
          <a:p>
            <a:r>
              <a:rPr lang="fr-FR" smtClean="0"/>
              <a:t>Estão tentando sepultar minha alegria
5-  ET D’ANNULER TOUS MES RÊVES  POUR TOUJOURS 
Tentando ver meus sonhos cancelados</a:t>
            </a:r>
          </a:p>
          <a:p>
            <a:endParaRPr lang="fr-FR" smtClean="0"/>
          </a:p>
          <a:p>
            <a:r>
              <a:rPr lang="fr-FR" smtClean="0"/>
              <a:t>6-  LAZARE A PU ENTENDRE TA VOIX QUAND CETTE PIERRE, TU AS ENLEVÉE </a:t>
            </a:r>
          </a:p>
          <a:p>
            <a:r>
              <a:rPr lang="fr-FR" smtClean="0"/>
              <a:t>Lázaro ouviu a Sua voz, quando aquela pedra removeu
7-  APRÈS QUATRE JOURS  IL S’EST ENFIN RELEVÉ </a:t>
            </a:r>
          </a:p>
          <a:p>
            <a:r>
              <a:rPr lang="fr-FR" smtClean="0"/>
              <a:t>Depois de quatro dias ele reviveu
8-  MAÎTRE, IL N’Y A PERSONNE  SUR TOUTE LA TERRE </a:t>
            </a:r>
          </a:p>
          <a:p>
            <a:r>
              <a:rPr lang="fr-FR" smtClean="0"/>
              <a:t>Mestre não há outro que possa fazer
9-  QUI PUISSE ACCOMPLIR CE QUE SEUL TON NOM PUISSANT PEUT FAIRE </a:t>
            </a:r>
          </a:p>
          <a:p>
            <a:r>
              <a:rPr lang="fr-FR" smtClean="0"/>
              <a:t>Aquilo que só o Teu nome tem todo poder
10-  MAÎTRE J’AI TANT BESOIN D’UN MIRACLE 
Eu preciso tanto de um milagre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11-  QUE MA PIERRE ROULE DEVANT TOI PAR MON PRENOM APPELLE-MOI </a:t>
            </a:r>
          </a:p>
          <a:p>
            <a:r>
              <a:rPr lang="fr-FR" smtClean="0"/>
              <a:t>	Remove minha pedra, me chama pelo nome
	12-  VIENS CHANGER MON HISTOIRE RESSUSCITE MES RÊVES </a:t>
            </a:r>
          </a:p>
          <a:p>
            <a:r>
              <a:rPr lang="fr-FR" smtClean="0"/>
              <a:t>	Muda minha história, ressuscita os meus sonhos
	13-  CHANGE MA VIE, QUE JE SOIS UN MIRACLE POUR TOI</a:t>
            </a:r>
          </a:p>
          <a:p>
            <a:r>
              <a:rPr lang="fr-FR" smtClean="0"/>
              <a:t>	Transforma minha vida, me faz um milagre 
	14-  OUI, AUJOURD’HUI, TOUCHE-MOI DU TOMBEAU DÉLIVRE-MOI</a:t>
            </a:r>
          </a:p>
          <a:p>
            <a:r>
              <a:rPr lang="fr-FR" smtClean="0"/>
              <a:t>	Me toca nessa hora, me chama para fora
	15-  RESSUSCITE-MOI </a:t>
            </a:r>
          </a:p>
          <a:p>
            <a:r>
              <a:rPr lang="fr-FR" smtClean="0"/>
              <a:t>	Ressuscita-me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16-  TU ES LA SOURCE DE VIE LA FORCE QUI ME REMPLIT </a:t>
            </a:r>
          </a:p>
          <a:p>
            <a:r>
              <a:rPr lang="fr-FR" smtClean="0"/>
              <a:t>Tu és a própria vida, a força que há em mim 
17-  OUI, TU ES LE FILS DE DIEU TU ME RENDS VICTORIEUX</a:t>
            </a:r>
          </a:p>
          <a:p>
            <a:r>
              <a:rPr lang="fr-FR" smtClean="0"/>
              <a:t>Tu és o Filho de Deus, Que me ergues pra vencer
18-  SEIGNEUR DE TOUT EN MOI J’PEUX ENTENDRE TA VOIX</a:t>
            </a:r>
          </a:p>
          <a:p>
            <a:r>
              <a:rPr lang="fr-FR" smtClean="0"/>
              <a:t>Senhor de tudo em mim, já ouço a Tua voz
19-  QUI ME RAPPELLE À LA VIE À TA PUISSANCE AUJOURD’HUI 
Me chamando pra viver, uma história de poder!</a:t>
            </a:r>
          </a:p>
          <a:p>
            <a:endParaRPr lang="fr-FR" smtClean="0"/>
          </a:p>
          <a:p>
            <a:r>
              <a:rPr lang="fr-FR" smtClean="0"/>
              <a:t>	Refrain : x2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632779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MAÎTRE J’AI TANT BESOIN D’UN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eu preciso de um milagre 
2-  VIENS TRANSFORMER MA VIE  ET CHANGE-MOI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 minha vida, meu estado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DEPUIS LONGTEMPS JE NE VOIS PLUS LA LUMIÈRE DU JOUR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 tempo que eu não vejo a luz do dia 
4-  ILS ESSAYENT À JAMAIS  D’ENTERRER MA JOIE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Estão tentando sepultar minha alegria
5-  ET D’ANNULER TOUS MES RÊVES  POUR TOUJOURS 
Tentando ver meus sonhos cancelados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LAZARE A PU ENTENDRE TA VOIX QUAND CETTE PIERRE, TU AS ENLEVÉE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Lázaro ouviu a Sua voz, quando aquela pedra removeu
7-  APRÈS QUATRE JOURS  IL S’EST ENFIN RELEVÉ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 de quatro dias ele reviveu
8-  MAÎTRE, IL N’Y A PERSONNE 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não há outro que possa fazer
9-  QUI PUISSE ACCOMPLIR CE QUE SEUL TON NOM PUISSANT PEUT FAIRE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Aquilo que só o Teu nome tem todo poder
10-  MAÎTRE J’AI TANT BESOIN D’UN MIRACLE 
Eu preciso tanto de um milagre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QUE MA PIERRE ROULE DEVANT TOI PAR MON PRENOM 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Remove minha pedra, me chama pelo nome
	12-  VIENS CHANGER MON HISTOIRE RESSUSCITE MES RÊVES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Muda minha história, ressuscita os meus sonhos
	13-  CHANGE MA VIE, QUE JE SOIS UN MIRACLE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Transforma minha vida, me faz um milagre 
	14-  OUI, AUJOURD’HUI, TOUCHE-MOI DU TOMBEAU DÉLIVRE-MOI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Me toca nessa hora, me chama para fora
	15-  RESSUSCITE-MOI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Ressuscita-me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LA SOURCE DE VIE LA FORCE QUI ME REMPLIT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a própria vida, a força que há em mim 
17-  OUI, TU ES LE FILS DE DIEU TU ME RENDS VICTORIEUX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o Filho de Deus, Que me ergues pra vencer
18-  SEIGNEUR DE TOUT EN MOI J’PEUX ENTENDRE TA VOIX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 de tudo em mim, já ouço a Tua voz
19-  QUI ME RAPPELLE À LA VIE À TA PUISSANCE AUJOURD’HUI 
Me chamando pra viver, uma história de poder!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MAÎTRE J’AI TANT BESOIN D’UN MIRACLE</a:t>
            </a:r>
          </a:p>
          <a:p>
            <a:r>
              <a:rPr lang="fr-FR" smtClean="0"/>
              <a:t>Mestre eu preciso de um milagre 
2-  VIENS TRANSFORMER MA VIE  ET CHANGE-MOI </a:t>
            </a:r>
          </a:p>
          <a:p>
            <a:r>
              <a:rPr lang="fr-FR" smtClean="0"/>
              <a:t>Transforma minha vida, meu estado</a:t>
            </a:r>
          </a:p>
          <a:p>
            <a:r>
              <a:rPr lang="fr-FR" smtClean="0"/>
              <a:t>3- DEPUIS LONGTEMPS JE NE VOIS PLUS LA LUMIÈRE DU JOUR</a:t>
            </a:r>
          </a:p>
          <a:p>
            <a:r>
              <a:rPr lang="fr-FR" smtClean="0"/>
              <a:t>Faz tempo que eu não vejo a luz do dia 
4-  ILS ESSAYENT À JAMAIS  D’ENTERRER MA JOIE </a:t>
            </a:r>
          </a:p>
          <a:p>
            <a:r>
              <a:rPr lang="fr-FR" smtClean="0"/>
              <a:t>Estão tentando sepultar minha alegria
5-  ET D’ANNULER TOUS MES RÊVES  POUR TOUJOURS 
Tentando ver meus sonhos cancelados</a:t>
            </a:r>
          </a:p>
          <a:p>
            <a:endParaRPr lang="fr-FR" smtClean="0"/>
          </a:p>
          <a:p>
            <a:r>
              <a:rPr lang="fr-FR" smtClean="0"/>
              <a:t>6-  LAZARE A PU ENTENDRE TA VOIX QUAND CETTE PIERRE, TU AS ENLEVÉE </a:t>
            </a:r>
          </a:p>
          <a:p>
            <a:r>
              <a:rPr lang="fr-FR" smtClean="0"/>
              <a:t>Lázaro ouviu a Sua voz, quando aquela pedra removeu
7-  APRÈS QUATRE JOURS  IL S’EST ENFIN RELEVÉ </a:t>
            </a:r>
          </a:p>
          <a:p>
            <a:r>
              <a:rPr lang="fr-FR" smtClean="0"/>
              <a:t>Depois de quatro dias ele reviveu
8-  MAÎTRE, IL N’Y A PERSONNE  SUR TOUTE LA TERRE </a:t>
            </a:r>
          </a:p>
          <a:p>
            <a:r>
              <a:rPr lang="fr-FR" smtClean="0"/>
              <a:t>Mestre não há outro que possa fazer
9-  QUI PUISSE ACCOMPLIR CE QUE SEUL TON NOM PUISSANT PEUT FAIRE </a:t>
            </a:r>
          </a:p>
          <a:p>
            <a:r>
              <a:rPr lang="fr-FR" smtClean="0"/>
              <a:t>Aquilo que só o Teu nome tem todo poder
10-  MAÎTRE J’AI TANT BESOIN D’UN MIRACLE 
Eu preciso tanto de um milagre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11-  QUE MA PIERRE ROULE DEVANT TOI PAR MON PRENOM APPELLE-MOI </a:t>
            </a:r>
          </a:p>
          <a:p>
            <a:r>
              <a:rPr lang="fr-FR" smtClean="0"/>
              <a:t>	Remove minha pedra, me chama pelo nome
	12-  VIENS CHANGER MON HISTOIRE RESSUSCITE MES RÊVES </a:t>
            </a:r>
          </a:p>
          <a:p>
            <a:r>
              <a:rPr lang="fr-FR" smtClean="0"/>
              <a:t>	Muda minha história, ressuscita os meus sonhos
	13-  CHANGE MA VIE, QUE JE SOIS UN MIRACLE POUR TOI</a:t>
            </a:r>
          </a:p>
          <a:p>
            <a:r>
              <a:rPr lang="fr-FR" smtClean="0"/>
              <a:t>	Transforma minha vida, me faz um milagre 
	14-  OUI, AUJOURD’HUI, TOUCHE-MOI DU TOMBEAU DÉLIVRE-MOI</a:t>
            </a:r>
          </a:p>
          <a:p>
            <a:r>
              <a:rPr lang="fr-FR" smtClean="0"/>
              <a:t>	Me toca nessa hora, me chama para fora
	15-  RESSUSCITE-MOI </a:t>
            </a:r>
          </a:p>
          <a:p>
            <a:r>
              <a:rPr lang="fr-FR" smtClean="0"/>
              <a:t>	Ressuscita-me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16-  TU ES LA SOURCE DE VIE LA FORCE QUI ME REMPLIT </a:t>
            </a:r>
          </a:p>
          <a:p>
            <a:r>
              <a:rPr lang="fr-FR" smtClean="0"/>
              <a:t>Tu és a própria vida, a força que há em mim 
17-  OUI, TU ES LE FILS DE DIEU TU ME RENDS VICTORIEUX</a:t>
            </a:r>
          </a:p>
          <a:p>
            <a:r>
              <a:rPr lang="fr-FR" smtClean="0"/>
              <a:t>Tu és o Filho de Deus, Que me ergues pra vencer
18-  SEIGNEUR DE TOUT EN MOI J’PEUX ENTENDRE TA VOIX</a:t>
            </a:r>
          </a:p>
          <a:p>
            <a:r>
              <a:rPr lang="fr-FR" smtClean="0"/>
              <a:t>Senhor de tudo em mim, já ouço a Tua voz
19-  QUI ME RAPPELLE À LA VIE À TA PUISSANCE AUJOURD’HUI 
Me chamando pra viver, uma história de poder!</a:t>
            </a:r>
          </a:p>
          <a:p>
            <a:endParaRPr lang="fr-FR" smtClean="0"/>
          </a:p>
          <a:p>
            <a:r>
              <a:rPr lang="fr-FR" smtClean="0"/>
              <a:t>	Refrain : x2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2050326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MAÎTRE J’AI TANT BESOIN D’UN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eu preciso de um milagre 
2-  VIENS TRANSFORMER MA VIE  ET CHANGE-MOI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 minha vida, meu estado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DEPUIS LONGTEMPS JE NE VOIS PLUS LA LUMIÈRE DU JOUR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 tempo que eu não vejo a luz do dia 
4-  ILS ESSAYENT À JAMAIS  D’ENTERRER MA JOIE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Estão tentando sepultar minha alegria
5-  ET D’ANNULER TOUS MES RÊVES  POUR TOUJOURS 
Tentando ver meus sonhos cancelados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LAZARE A PU ENTENDRE TA VOIX QUAND CETTE PIERRE, TU AS ENLEVÉE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Lázaro ouviu a Sua voz, quando aquela pedra removeu
7-  APRÈS QUATRE JOURS  IL S’EST ENFIN RELEVÉ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 de quatro dias ele reviveu
8-  MAÎTRE, IL N’Y A PERSONNE 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não há outro que possa fazer
9-  QUI PUISSE ACCOMPLIR CE QUE SEUL TON NOM PUISSANT PEUT FAIRE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Aquilo que só o Teu nome tem todo poder
10-  MAÎTRE J’AI TANT BESOIN D’UN MIRACLE 
Eu preciso tanto de um milagre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QUE MA PIERRE ROULE DEVANT TOI PAR MON PRENOM 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Remove minha pedra, me chama pelo nome
	12-  VIENS CHANGER MON HISTOIRE RESSUSCITE MES RÊVES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Muda minha história, ressuscita os meus sonhos
	13-  CHANGE MA VIE, QUE JE SOIS UN MIRACLE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Transforma minha vida, me faz um milagre 
	14-  OUI, AUJOURD’HUI, TOUCHE-MOI DU TOMBEAU DÉLIVRE-MOI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Me toca nessa hora, me chama para fora
	15-  RESSUSCITE-MOI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Ressuscita-me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LA SOURCE DE VIE LA FORCE QUI ME REMPLIT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a própria vida, a força que há em mim 
17-  OUI, TU ES LE FILS DE DIEU TU ME RENDS VICTORIEUX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o Filho de Deus, Que me ergues pra vencer
18-  SEIGNEUR DE TOUT EN MOI J’PEUX ENTENDRE TA VOIX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 de tudo em mim, já ouço a Tua voz
19-  QUI ME RAPPELLE À LA VIE À TA PUISSANCE AUJOURD’HUI 
Me chamando pra viver, uma história de poder!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MAÎTRE J’AI TANT BESOIN D’UN MIRACLE</a:t>
            </a:r>
          </a:p>
          <a:p>
            <a:r>
              <a:rPr lang="fr-FR" smtClean="0"/>
              <a:t>Mestre eu preciso de um milagre 
2-  VIENS TRANSFORMER MA VIE  ET CHANGE-MOI </a:t>
            </a:r>
          </a:p>
          <a:p>
            <a:r>
              <a:rPr lang="fr-FR" smtClean="0"/>
              <a:t>Transforma minha vida, meu estado</a:t>
            </a:r>
          </a:p>
          <a:p>
            <a:r>
              <a:rPr lang="fr-FR" smtClean="0"/>
              <a:t>3- DEPUIS LONGTEMPS JE NE VOIS PLUS LA LUMIÈRE DU JOUR</a:t>
            </a:r>
          </a:p>
          <a:p>
            <a:r>
              <a:rPr lang="fr-FR" smtClean="0"/>
              <a:t>Faz tempo que eu não vejo a luz do dia 
4-  ILS ESSAYENT À JAMAIS  D’ENTERRER MA JOIE </a:t>
            </a:r>
          </a:p>
          <a:p>
            <a:r>
              <a:rPr lang="fr-FR" smtClean="0"/>
              <a:t>Estão tentando sepultar minha alegria
5-  ET D’ANNULER TOUS MES RÊVES  POUR TOUJOURS 
Tentando ver meus sonhos cancelados</a:t>
            </a:r>
          </a:p>
          <a:p>
            <a:endParaRPr lang="fr-FR" smtClean="0"/>
          </a:p>
          <a:p>
            <a:r>
              <a:rPr lang="fr-FR" smtClean="0"/>
              <a:t>6-  LAZARE A PU ENTENDRE TA VOIX QUAND CETTE PIERRE, TU AS ENLEVÉE </a:t>
            </a:r>
          </a:p>
          <a:p>
            <a:r>
              <a:rPr lang="fr-FR" smtClean="0"/>
              <a:t>Lázaro ouviu a Sua voz, quando aquela pedra removeu
7-  APRÈS QUATRE JOURS  IL S’EST ENFIN RELEVÉ </a:t>
            </a:r>
          </a:p>
          <a:p>
            <a:r>
              <a:rPr lang="fr-FR" smtClean="0"/>
              <a:t>Depois de quatro dias ele reviveu
8-  MAÎTRE, IL N’Y A PERSONNE  SUR TOUTE LA TERRE </a:t>
            </a:r>
          </a:p>
          <a:p>
            <a:r>
              <a:rPr lang="fr-FR" smtClean="0"/>
              <a:t>Mestre não há outro que possa fazer
9-  QUI PUISSE ACCOMPLIR CE QUE SEUL TON NOM PUISSANT PEUT FAIRE </a:t>
            </a:r>
          </a:p>
          <a:p>
            <a:r>
              <a:rPr lang="fr-FR" smtClean="0"/>
              <a:t>Aquilo que só o Teu nome tem todo poder
10-  MAÎTRE J’AI TANT BESOIN D’UN MIRACLE 
Eu preciso tanto de um milagre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11-  QUE MA PIERRE ROULE DEVANT TOI PAR MON PRENOM APPELLE-MOI </a:t>
            </a:r>
          </a:p>
          <a:p>
            <a:r>
              <a:rPr lang="fr-FR" smtClean="0"/>
              <a:t>	Remove minha pedra, me chama pelo nome
	12-  VIENS CHANGER MON HISTOIRE RESSUSCITE MES RÊVES </a:t>
            </a:r>
          </a:p>
          <a:p>
            <a:r>
              <a:rPr lang="fr-FR" smtClean="0"/>
              <a:t>	Muda minha história, ressuscita os meus sonhos
	13-  CHANGE MA VIE, QUE JE SOIS UN MIRACLE POUR TOI</a:t>
            </a:r>
          </a:p>
          <a:p>
            <a:r>
              <a:rPr lang="fr-FR" smtClean="0"/>
              <a:t>	Transforma minha vida, me faz um milagre 
	14-  OUI, AUJOURD’HUI, TOUCHE-MOI DU TOMBEAU DÉLIVRE-MOI</a:t>
            </a:r>
          </a:p>
          <a:p>
            <a:r>
              <a:rPr lang="fr-FR" smtClean="0"/>
              <a:t>	Me toca nessa hora, me chama para fora
	15-  RESSUSCITE-MOI </a:t>
            </a:r>
          </a:p>
          <a:p>
            <a:r>
              <a:rPr lang="fr-FR" smtClean="0"/>
              <a:t>	Ressuscita-me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16-  TU ES LA SOURCE DE VIE LA FORCE QUI ME REMPLIT </a:t>
            </a:r>
          </a:p>
          <a:p>
            <a:r>
              <a:rPr lang="fr-FR" smtClean="0"/>
              <a:t>Tu és a própria vida, a força que há em mim 
17-  OUI, TU ES LE FILS DE DIEU TU ME RENDS VICTORIEUX</a:t>
            </a:r>
          </a:p>
          <a:p>
            <a:r>
              <a:rPr lang="fr-FR" smtClean="0"/>
              <a:t>Tu és o Filho de Deus, Que me ergues pra vencer
18-  SEIGNEUR DE TOUT EN MOI J’PEUX ENTENDRE TA VOIX</a:t>
            </a:r>
          </a:p>
          <a:p>
            <a:r>
              <a:rPr lang="fr-FR" smtClean="0"/>
              <a:t>Senhor de tudo em mim, já ouço a Tua voz
19-  QUI ME RAPPELLE À LA VIE À TA PUISSANCE AUJOURD’HUI 
Me chamando pra viver, uma história de poder!</a:t>
            </a:r>
          </a:p>
          <a:p>
            <a:endParaRPr lang="fr-FR" smtClean="0"/>
          </a:p>
          <a:p>
            <a:r>
              <a:rPr lang="fr-FR" smtClean="0"/>
              <a:t>	Refrain : x2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0865183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MAÎTRE J’AI TANT BESOIN D’UN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eu preciso de um milagre 
2-  VIENS TRANSFORMER MA VIE  ET CHANGE-MOI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 minha vida, meu estado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DEPUIS LONGTEMPS JE NE VOIS PLUS LA LUMIÈRE DU JOUR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 tempo que eu não vejo a luz do dia 
4-  ILS ESSAYENT À JAMAIS  D’ENTERRER MA JOIE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Estão tentando sepultar minha alegria
5-  ET D’ANNULER TOUS MES RÊVES  POUR TOUJOURS 
Tentando ver meus sonhos cancelados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LAZARE A PU ENTENDRE TA VOIX QUAND CETTE PIERRE, TU AS ENLEVÉE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Lázaro ouviu a Sua voz, quando aquela pedra removeu
7-  APRÈS QUATRE JOURS  IL S’EST ENFIN RELEVÉ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 de quatro dias ele reviveu
8-  MAÎTRE, IL N’Y A PERSONNE 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não há outro que possa fazer
9-  QUI PUISSE ACCOMPLIR CE QUE SEUL TON NOM PUISSANT PEUT FAIRE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Aquilo que só o Teu nome tem todo poder
10-  MAÎTRE J’AI TANT BESOIN D’UN MIRACLE 
Eu preciso tanto de um milagre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QUE MA PIERRE ROULE DEVANT TOI PAR MON PRENOM 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Remove minha pedra, me chama pelo nome
	12-  VIENS CHANGER MON HISTOIRE RESSUSCITE MES RÊVES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Muda minha história, ressuscita os meus sonhos
	13-  CHANGE MA VIE, QUE JE SOIS UN MIRACLE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Transforma minha vida, me faz um milagre 
	14-  OUI, AUJOURD’HUI, TOUCHE-MOI DU TOMBEAU DÉLIVRE-MOI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Me toca nessa hora, me chama para fora
	15-  RESSUSCITE-MOI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Ressuscita-me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LA SOURCE DE VIE LA FORCE QUI ME REMPLIT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a própria vida, a força que há em mim 
17-  OUI, TU ES LE FILS DE DIEU TU ME RENDS VICTORIEUX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o Filho de Deus, Que me ergues pra vencer
18-  SEIGNEUR DE TOUT EN MOI J’PEUX ENTENDRE TA VOIX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 de tudo em mim, já ouço a Tua voz
19-  QUI ME RAPPELLE À LA VIE À TA PUISSANCE AUJOURD’HUI 
Me chamando pra viver, uma história de poder!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MAÎTRE J’AI TANT BESOIN D’UN MIRACLE</a:t>
            </a:r>
          </a:p>
          <a:p>
            <a:r>
              <a:rPr lang="fr-FR" smtClean="0"/>
              <a:t>Mestre eu preciso de um milagre 
2-  VIENS TRANSFORMER MA VIE  ET CHANGE-MOI </a:t>
            </a:r>
          </a:p>
          <a:p>
            <a:r>
              <a:rPr lang="fr-FR" smtClean="0"/>
              <a:t>Transforma minha vida, meu estado</a:t>
            </a:r>
          </a:p>
          <a:p>
            <a:r>
              <a:rPr lang="fr-FR" smtClean="0"/>
              <a:t>3- DEPUIS LONGTEMPS JE NE VOIS PLUS LA LUMIÈRE DU JOUR</a:t>
            </a:r>
          </a:p>
          <a:p>
            <a:r>
              <a:rPr lang="fr-FR" smtClean="0"/>
              <a:t>Faz tempo que eu não vejo a luz do dia 
4-  ILS ESSAYENT À JAMAIS  D’ENTERRER MA JOIE </a:t>
            </a:r>
          </a:p>
          <a:p>
            <a:r>
              <a:rPr lang="fr-FR" smtClean="0"/>
              <a:t>Estão tentando sepultar minha alegria
5-  ET D’ANNULER TOUS MES RÊVES  POUR TOUJOURS 
Tentando ver meus sonhos cancelados</a:t>
            </a:r>
          </a:p>
          <a:p>
            <a:endParaRPr lang="fr-FR" smtClean="0"/>
          </a:p>
          <a:p>
            <a:r>
              <a:rPr lang="fr-FR" smtClean="0"/>
              <a:t>6-  LAZARE A PU ENTENDRE TA VOIX QUAND CETTE PIERRE, TU AS ENLEVÉE </a:t>
            </a:r>
          </a:p>
          <a:p>
            <a:r>
              <a:rPr lang="fr-FR" smtClean="0"/>
              <a:t>Lázaro ouviu a Sua voz, quando aquela pedra removeu
7-  APRÈS QUATRE JOURS  IL S’EST ENFIN RELEVÉ </a:t>
            </a:r>
          </a:p>
          <a:p>
            <a:r>
              <a:rPr lang="fr-FR" smtClean="0"/>
              <a:t>Depois de quatro dias ele reviveu
8-  MAÎTRE, IL N’Y A PERSONNE  SUR TOUTE LA TERRE </a:t>
            </a:r>
          </a:p>
          <a:p>
            <a:r>
              <a:rPr lang="fr-FR" smtClean="0"/>
              <a:t>Mestre não há outro que possa fazer
9-  QUI PUISSE ACCOMPLIR CE QUE SEUL TON NOM PUISSANT PEUT FAIRE </a:t>
            </a:r>
          </a:p>
          <a:p>
            <a:r>
              <a:rPr lang="fr-FR" smtClean="0"/>
              <a:t>Aquilo que só o Teu nome tem todo poder
10-  MAÎTRE J’AI TANT BESOIN D’UN MIRACLE 
Eu preciso tanto de um milagre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11-  QUE MA PIERRE ROULE DEVANT TOI PAR MON PRENOM APPELLE-MOI </a:t>
            </a:r>
          </a:p>
          <a:p>
            <a:r>
              <a:rPr lang="fr-FR" smtClean="0"/>
              <a:t>	Remove minha pedra, me chama pelo nome
	12-  VIENS CHANGER MON HISTOIRE RESSUSCITE MES RÊVES </a:t>
            </a:r>
          </a:p>
          <a:p>
            <a:r>
              <a:rPr lang="fr-FR" smtClean="0"/>
              <a:t>	Muda minha história, ressuscita os meus sonhos
	13-  CHANGE MA VIE, QUE JE SOIS UN MIRACLE POUR TOI</a:t>
            </a:r>
          </a:p>
          <a:p>
            <a:r>
              <a:rPr lang="fr-FR" smtClean="0"/>
              <a:t>	Transforma minha vida, me faz um milagre 
	14-  OUI, AUJOURD’HUI, TOUCHE-MOI DU TOMBEAU DÉLIVRE-MOI</a:t>
            </a:r>
          </a:p>
          <a:p>
            <a:r>
              <a:rPr lang="fr-FR" smtClean="0"/>
              <a:t>	Me toca nessa hora, me chama para fora
	15-  RESSUSCITE-MOI </a:t>
            </a:r>
          </a:p>
          <a:p>
            <a:r>
              <a:rPr lang="fr-FR" smtClean="0"/>
              <a:t>	Ressuscita-me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16-  TU ES LA SOURCE DE VIE LA FORCE QUI ME REMPLIT </a:t>
            </a:r>
          </a:p>
          <a:p>
            <a:r>
              <a:rPr lang="fr-FR" smtClean="0"/>
              <a:t>Tu és a própria vida, a força que há em mim 
17-  OUI, TU ES LE FILS DE DIEU TU ME RENDS VICTORIEUX</a:t>
            </a:r>
          </a:p>
          <a:p>
            <a:r>
              <a:rPr lang="fr-FR" smtClean="0"/>
              <a:t>Tu és o Filho de Deus, Que me ergues pra vencer
18-  SEIGNEUR DE TOUT EN MOI J’PEUX ENTENDRE TA VOIX</a:t>
            </a:r>
          </a:p>
          <a:p>
            <a:r>
              <a:rPr lang="fr-FR" smtClean="0"/>
              <a:t>Senhor de tudo em mim, já ouço a Tua voz
19-  QUI ME RAPPELLE À LA VIE À TA PUISSANCE AUJOURD’HUI 
Me chamando pra viver, uma história de poder!</a:t>
            </a:r>
          </a:p>
          <a:p>
            <a:endParaRPr lang="fr-FR" smtClean="0"/>
          </a:p>
          <a:p>
            <a:r>
              <a:rPr lang="fr-FR" smtClean="0"/>
              <a:t>	Refrain : x2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0287114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MAÎTRE J’AI TANT BESOIN D’UN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eu preciso de um milagre 
2-  VIENS TRANSFORMER MA VIE  ET CHANGE-MOI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 minha vida, meu estado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DEPUIS LONGTEMPS JE NE VOIS PLUS LA LUMIÈRE DU JOUR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 tempo que eu não vejo a luz do dia 
4-  ILS ESSAYENT À JAMAIS  D’ENTERRER MA JOIE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Estão tentando sepultar minha alegria
5-  ET D’ANNULER TOUS MES RÊVES  POUR TOUJOURS 
Tentando ver meus sonhos cancelados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LAZARE A PU ENTENDRE TA VOIX QUAND CETTE PIERRE, TU AS ENLEVÉE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Lázaro ouviu a Sua voz, quando aquela pedra removeu
7-  APRÈS QUATRE JOURS  IL S’EST ENFIN RELEVÉ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 de quatro dias ele reviveu
8-  MAÎTRE, IL N’Y A PERSONNE 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não há outro que possa fazer
9-  QUI PUISSE ACCOMPLIR CE QUE SEUL TON NOM PUISSANT PEUT FAIRE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Aquilo que só o Teu nome tem todo poder
10-  MAÎTRE J’AI TANT BESOIN D’UN MIRACLE 
Eu preciso tanto de um milagre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QUE MA PIERRE ROULE DEVANT TOI PAR MON PRENOM 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Remove minha pedra, me chama pelo nome
	12-  VIENS CHANGER MON HISTOIRE RESSUSCITE MES RÊVES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Muda minha história, ressuscita os meus sonhos
	13-  CHANGE MA VIE, QUE JE SOIS UN MIRACLE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Transforma minha vida, me faz um milagre 
	14-  OUI, AUJOURD’HUI, TOUCHE-MOI DU TOMBEAU DÉLIVRE-MOI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Me toca nessa hora, me chama para fora
	15-  RESSUSCITE-MOI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Ressuscita-me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LA SOURCE DE VIE LA FORCE QUI ME REMPLIT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a própria vida, a força que há em mim 
17-  OUI, TU ES LE FILS DE DIEU TU ME RENDS VICTORIEUX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o Filho de Deus, Que me ergues pra vencer
18-  SEIGNEUR DE TOUT EN MOI J’PEUX ENTENDRE TA VOIX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 de tudo em mim, já ouço a Tua voz
19-  QUI ME RAPPELLE À LA VIE À TA PUISSANCE AUJOURD’HUI 
Me chamando pra viver, uma história de poder!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MAÎTRE J’AI TANT BESOIN D’UN MIRACLE</a:t>
            </a:r>
          </a:p>
          <a:p>
            <a:r>
              <a:rPr lang="fr-FR" smtClean="0"/>
              <a:t>Mestre eu preciso de um milagre 
2-  VIENS TRANSFORMER MA VIE  ET CHANGE-MOI </a:t>
            </a:r>
          </a:p>
          <a:p>
            <a:r>
              <a:rPr lang="fr-FR" smtClean="0"/>
              <a:t>Transforma minha vida, meu estado</a:t>
            </a:r>
          </a:p>
          <a:p>
            <a:r>
              <a:rPr lang="fr-FR" smtClean="0"/>
              <a:t>3- DEPUIS LONGTEMPS JE NE VOIS PLUS LA LUMIÈRE DU JOUR</a:t>
            </a:r>
          </a:p>
          <a:p>
            <a:r>
              <a:rPr lang="fr-FR" smtClean="0"/>
              <a:t>Faz tempo que eu não vejo a luz do dia 
4-  ILS ESSAYENT À JAMAIS  D’ENTERRER MA JOIE </a:t>
            </a:r>
          </a:p>
          <a:p>
            <a:r>
              <a:rPr lang="fr-FR" smtClean="0"/>
              <a:t>Estão tentando sepultar minha alegria
5-  ET D’ANNULER TOUS MES RÊVES  POUR TOUJOURS 
Tentando ver meus sonhos cancelados</a:t>
            </a:r>
          </a:p>
          <a:p>
            <a:endParaRPr lang="fr-FR" smtClean="0"/>
          </a:p>
          <a:p>
            <a:r>
              <a:rPr lang="fr-FR" smtClean="0"/>
              <a:t>6-  LAZARE A PU ENTENDRE TA VOIX QUAND CETTE PIERRE, TU AS ENLEVÉE </a:t>
            </a:r>
          </a:p>
          <a:p>
            <a:r>
              <a:rPr lang="fr-FR" smtClean="0"/>
              <a:t>Lázaro ouviu a Sua voz, quando aquela pedra removeu
7-  APRÈS QUATRE JOURS  IL S’EST ENFIN RELEVÉ </a:t>
            </a:r>
          </a:p>
          <a:p>
            <a:r>
              <a:rPr lang="fr-FR" smtClean="0"/>
              <a:t>Depois de quatro dias ele reviveu
8-  MAÎTRE, IL N’Y A PERSONNE  SUR TOUTE LA TERRE </a:t>
            </a:r>
          </a:p>
          <a:p>
            <a:r>
              <a:rPr lang="fr-FR" smtClean="0"/>
              <a:t>Mestre não há outro que possa fazer
9-  QUI PUISSE ACCOMPLIR CE QUE SEUL TON NOM PUISSANT PEUT FAIRE </a:t>
            </a:r>
          </a:p>
          <a:p>
            <a:r>
              <a:rPr lang="fr-FR" smtClean="0"/>
              <a:t>Aquilo que só o Teu nome tem todo poder
10-  MAÎTRE J’AI TANT BESOIN D’UN MIRACLE 
Eu preciso tanto de um milagre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11-  QUE MA PIERRE ROULE DEVANT TOI PAR MON PRENOM APPELLE-MOI </a:t>
            </a:r>
          </a:p>
          <a:p>
            <a:r>
              <a:rPr lang="fr-FR" smtClean="0"/>
              <a:t>	Remove minha pedra, me chama pelo nome
	12-  VIENS CHANGER MON HISTOIRE RESSUSCITE MES RÊVES </a:t>
            </a:r>
          </a:p>
          <a:p>
            <a:r>
              <a:rPr lang="fr-FR" smtClean="0"/>
              <a:t>	Muda minha história, ressuscita os meus sonhos
	13-  CHANGE MA VIE, QUE JE SOIS UN MIRACLE POUR TOI</a:t>
            </a:r>
          </a:p>
          <a:p>
            <a:r>
              <a:rPr lang="fr-FR" smtClean="0"/>
              <a:t>	Transforma minha vida, me faz um milagre 
	14-  OUI, AUJOURD’HUI, TOUCHE-MOI DU TOMBEAU DÉLIVRE-MOI</a:t>
            </a:r>
          </a:p>
          <a:p>
            <a:r>
              <a:rPr lang="fr-FR" smtClean="0"/>
              <a:t>	Me toca nessa hora, me chama para fora
	15-  RESSUSCITE-MOI </a:t>
            </a:r>
          </a:p>
          <a:p>
            <a:r>
              <a:rPr lang="fr-FR" smtClean="0"/>
              <a:t>	Ressuscita-me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16-  TU ES LA SOURCE DE VIE LA FORCE QUI ME REMPLIT </a:t>
            </a:r>
          </a:p>
          <a:p>
            <a:r>
              <a:rPr lang="fr-FR" smtClean="0"/>
              <a:t>Tu és a própria vida, a força que há em mim 
17-  OUI, TU ES LE FILS DE DIEU TU ME RENDS VICTORIEUX</a:t>
            </a:r>
          </a:p>
          <a:p>
            <a:r>
              <a:rPr lang="fr-FR" smtClean="0"/>
              <a:t>Tu és o Filho de Deus, Que me ergues pra vencer
18-  SEIGNEUR DE TOUT EN MOI J’PEUX ENTENDRE TA VOIX</a:t>
            </a:r>
          </a:p>
          <a:p>
            <a:r>
              <a:rPr lang="fr-FR" smtClean="0"/>
              <a:t>Senhor de tudo em mim, já ouço a Tua voz
19-  QUI ME RAPPELLE À LA VIE À TA PUISSANCE AUJOURD’HUI 
Me chamando pra viver, uma história de poder!</a:t>
            </a:r>
          </a:p>
          <a:p>
            <a:endParaRPr lang="fr-FR" smtClean="0"/>
          </a:p>
          <a:p>
            <a:r>
              <a:rPr lang="fr-FR" smtClean="0"/>
              <a:t>	Refrain : x2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3290601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MAÎTRE J’AI TANT BESOIN D’UN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eu preciso de um milagre 
2-  VIENS TRANSFORMER MA VIE  ET CHANGE-MOI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 minha vida, meu estado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DEPUIS LONGTEMPS JE NE VOIS PLUS LA LUMIÈRE DU JOUR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 tempo que eu não vejo a luz do dia 
4-  ILS ESSAYENT À JAMAIS  D’ENTERRER MA JOIE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Estão tentando sepultar minha alegria
5-  ET D’ANNULER TOUS MES RÊVES  POUR TOUJOURS 
Tentando ver meus sonhos cancelados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LAZARE A PU ENTENDRE TA VOIX QUAND CETTE PIERRE, TU AS ENLEVÉE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Lázaro ouviu a Sua voz, quando aquela pedra removeu
7-  APRÈS QUATRE JOURS  IL S’EST ENFIN RELEVÉ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 de quatro dias ele reviveu
8-  MAÎTRE, IL N’Y A PERSONNE 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não há outro que possa fazer
9-  QUI PUISSE ACCOMPLIR CE QUE SEUL TON NOM PUISSANT PEUT FAIRE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Aquilo que só o Teu nome tem todo poder
10-  MAÎTRE J’AI TANT BESOIN D’UN MIRACLE 
Eu preciso tanto de um milagre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QUE MA PIERRE ROULE DEVANT TOI PAR MON PRENOM 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Remove minha pedra, me chama pelo nome
	12-  VIENS CHANGER MON HISTOIRE RESSUSCITE MES RÊVES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Muda minha história, ressuscita os meus sonhos
	13-  CHANGE MA VIE, QUE JE SOIS UN MIRACLE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Transforma minha vida, me faz um milagre 
	14-  OUI, AUJOURD’HUI, TOUCHE-MOI DU TOMBEAU DÉLIVRE-MOI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Me toca nessa hora, me chama para fora
	15-  RESSUSCITE-MOI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Ressuscita-me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LA SOURCE DE VIE LA FORCE QUI ME REMPLIT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a própria vida, a força que há em mim 
17-  OUI, TU ES LE FILS DE DIEU TU ME RENDS VICTORIEUX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o Filho de Deus, Que me ergues pra vencer
18-  SEIGNEUR DE TOUT EN MOI J’PEUX ENTENDRE TA VOIX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 de tudo em mim, já ouço a Tua voz
19-  QUI ME RAPPELLE À LA VIE À TA PUISSANCE AUJOURD’HUI 
Me chamando pra viver, uma história de poder!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MAÎTRE J’AI TANT BESOIN D’UN MIRACLE</a:t>
            </a:r>
          </a:p>
          <a:p>
            <a:r>
              <a:rPr lang="fr-FR" smtClean="0"/>
              <a:t>Mestre eu preciso de um milagre 
2-  VIENS TRANSFORMER MA VIE  ET CHANGE-MOI </a:t>
            </a:r>
          </a:p>
          <a:p>
            <a:r>
              <a:rPr lang="fr-FR" smtClean="0"/>
              <a:t>Transforma minha vida, meu estado</a:t>
            </a:r>
          </a:p>
          <a:p>
            <a:r>
              <a:rPr lang="fr-FR" smtClean="0"/>
              <a:t>3- DEPUIS LONGTEMPS JE NE VOIS PLUS LA LUMIÈRE DU JOUR</a:t>
            </a:r>
          </a:p>
          <a:p>
            <a:r>
              <a:rPr lang="fr-FR" smtClean="0"/>
              <a:t>Faz tempo que eu não vejo a luz do dia 
4-  ILS ESSAYENT À JAMAIS  D’ENTERRER MA JOIE </a:t>
            </a:r>
          </a:p>
          <a:p>
            <a:r>
              <a:rPr lang="fr-FR" smtClean="0"/>
              <a:t>Estão tentando sepultar minha alegria
5-  ET D’ANNULER TOUS MES RÊVES  POUR TOUJOURS 
Tentando ver meus sonhos cancelados</a:t>
            </a:r>
          </a:p>
          <a:p>
            <a:endParaRPr lang="fr-FR" smtClean="0"/>
          </a:p>
          <a:p>
            <a:r>
              <a:rPr lang="fr-FR" smtClean="0"/>
              <a:t>6-  LAZARE A PU ENTENDRE TA VOIX QUAND CETTE PIERRE, TU AS ENLEVÉE </a:t>
            </a:r>
          </a:p>
          <a:p>
            <a:r>
              <a:rPr lang="fr-FR" smtClean="0"/>
              <a:t>Lázaro ouviu a Sua voz, quando aquela pedra removeu
7-  APRÈS QUATRE JOURS  IL S’EST ENFIN RELEVÉ </a:t>
            </a:r>
          </a:p>
          <a:p>
            <a:r>
              <a:rPr lang="fr-FR" smtClean="0"/>
              <a:t>Depois de quatro dias ele reviveu
8-  MAÎTRE, IL N’Y A PERSONNE  SUR TOUTE LA TERRE </a:t>
            </a:r>
          </a:p>
          <a:p>
            <a:r>
              <a:rPr lang="fr-FR" smtClean="0"/>
              <a:t>Mestre não há outro que possa fazer
9-  QUI PUISSE ACCOMPLIR CE QUE SEUL TON NOM PUISSANT PEUT FAIRE </a:t>
            </a:r>
          </a:p>
          <a:p>
            <a:r>
              <a:rPr lang="fr-FR" smtClean="0"/>
              <a:t>Aquilo que só o Teu nome tem todo poder
10-  MAÎTRE J’AI TANT BESOIN D’UN MIRACLE 
Eu preciso tanto de um milagre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11-  QUE MA PIERRE ROULE DEVANT TOI PAR MON PRENOM APPELLE-MOI </a:t>
            </a:r>
          </a:p>
          <a:p>
            <a:r>
              <a:rPr lang="fr-FR" smtClean="0"/>
              <a:t>	Remove minha pedra, me chama pelo nome
	12-  VIENS CHANGER MON HISTOIRE RESSUSCITE MES RÊVES </a:t>
            </a:r>
          </a:p>
          <a:p>
            <a:r>
              <a:rPr lang="fr-FR" smtClean="0"/>
              <a:t>	Muda minha história, ressuscita os meus sonhos
	13-  CHANGE MA VIE, QUE JE SOIS UN MIRACLE POUR TOI</a:t>
            </a:r>
          </a:p>
          <a:p>
            <a:r>
              <a:rPr lang="fr-FR" smtClean="0"/>
              <a:t>	Transforma minha vida, me faz um milagre 
	14-  OUI, AUJOURD’HUI, TOUCHE-MOI DU TOMBEAU DÉLIVRE-MOI</a:t>
            </a:r>
          </a:p>
          <a:p>
            <a:r>
              <a:rPr lang="fr-FR" smtClean="0"/>
              <a:t>	Me toca nessa hora, me chama para fora
	15-  RESSUSCITE-MOI </a:t>
            </a:r>
          </a:p>
          <a:p>
            <a:r>
              <a:rPr lang="fr-FR" smtClean="0"/>
              <a:t>	Ressuscita-me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16-  TU ES LA SOURCE DE VIE LA FORCE QUI ME REMPLIT </a:t>
            </a:r>
          </a:p>
          <a:p>
            <a:r>
              <a:rPr lang="fr-FR" smtClean="0"/>
              <a:t>Tu és a própria vida, a força que há em mim 
17-  OUI, TU ES LE FILS DE DIEU TU ME RENDS VICTORIEUX</a:t>
            </a:r>
          </a:p>
          <a:p>
            <a:r>
              <a:rPr lang="fr-FR" smtClean="0"/>
              <a:t>Tu és o Filho de Deus, Que me ergues pra vencer
18-  SEIGNEUR DE TOUT EN MOI J’PEUX ENTENDRE TA VOIX</a:t>
            </a:r>
          </a:p>
          <a:p>
            <a:r>
              <a:rPr lang="fr-FR" smtClean="0"/>
              <a:t>Senhor de tudo em mim, já ouço a Tua voz
19-  QUI ME RAPPELLE À LA VIE À TA PUISSANCE AUJOURD’HUI 
Me chamando pra viver, uma história de poder!</a:t>
            </a:r>
          </a:p>
          <a:p>
            <a:endParaRPr lang="fr-FR" smtClean="0"/>
          </a:p>
          <a:p>
            <a:r>
              <a:rPr lang="fr-FR" smtClean="0"/>
              <a:t>	Refrain : x2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3682469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MAÎTRE J’AI TANT BESOIN D’UN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eu preciso de um milagre 
2-  VIENS TRANSFORMER MA VIE  ET CHANGE-MOI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 minha vida, meu estado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DEPUIS LONGTEMPS JE NE VOIS PLUS LA LUMIÈRE DU JOUR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 tempo que eu não vejo a luz do dia 
4-  ILS ESSAYENT À JAMAIS  D’ENTERRER MA JOIE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Estão tentando sepultar minha alegria
5-  ET D’ANNULER TOUS MES RÊVES  POUR TOUJOURS 
Tentando ver meus sonhos cancelados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LAZARE A PU ENTENDRE TA VOIX QUAND CETTE PIERRE, TU AS ENLEVÉE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Lázaro ouviu a Sua voz, quando aquela pedra removeu
7-  APRÈS QUATRE JOURS  IL S’EST ENFIN RELEVÉ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 de quatro dias ele reviveu
8-  MAÎTRE, IL N’Y A PERSONNE 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não há outro que possa fazer
9-  QUI PUISSE ACCOMPLIR CE QUE SEUL TON NOM PUISSANT PEUT FAIRE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Aquilo que só o Teu nome tem todo poder
10-  MAÎTRE J’AI TANT BESOIN D’UN MIRACLE 
Eu preciso tanto de um milagre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QUE MA PIERRE ROULE DEVANT TOI PAR MON PRENOM 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Remove minha pedra, me chama pelo nome
	12-  VIENS CHANGER MON HISTOIRE RESSUSCITE MES RÊVES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Muda minha história, ressuscita os meus sonhos
	13-  CHANGE MA VIE, QUE JE SOIS UN MIRACLE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Transforma minha vida, me faz um milagre 
	14-  OUI, AUJOURD’HUI, TOUCHE-MOI DU TOMBEAU DÉLIVRE-MOI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Me toca nessa hora, me chama para fora
	15-  RESSUSCITE-MOI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Ressuscita-me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LA SOURCE DE VIE LA FORCE QUI ME REMPLIT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a própria vida, a força que há em mim 
17-  OUI, TU ES LE FILS DE DIEU TU ME RENDS VICTORIEUX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o Filho de Deus, Que me ergues pra vencer
18-  SEIGNEUR DE TOUT EN MOI J’PEUX ENTENDRE TA VOIX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 de tudo em mim, já ouço a Tua voz
19-  QUI ME RAPPELLE À LA VIE À TA PUISSANCE AUJOURD’HUI 
Me chamando pra viver, uma história de poder!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MAÎTRE J’AI TANT BESOIN D’UN MIRACLE</a:t>
            </a:r>
          </a:p>
          <a:p>
            <a:r>
              <a:rPr lang="fr-FR" smtClean="0"/>
              <a:t>Mestre eu preciso de um milagre 
2-  VIENS TRANSFORMER MA VIE  ET CHANGE-MOI </a:t>
            </a:r>
          </a:p>
          <a:p>
            <a:r>
              <a:rPr lang="fr-FR" smtClean="0"/>
              <a:t>Transforma minha vida, meu estado</a:t>
            </a:r>
          </a:p>
          <a:p>
            <a:r>
              <a:rPr lang="fr-FR" smtClean="0"/>
              <a:t>3- DEPUIS LONGTEMPS JE NE VOIS PLUS LA LUMIÈRE DU JOUR</a:t>
            </a:r>
          </a:p>
          <a:p>
            <a:r>
              <a:rPr lang="fr-FR" smtClean="0"/>
              <a:t>Faz tempo que eu não vejo a luz do dia 
4-  ILS ESSAYENT À JAMAIS  D’ENTERRER MA JOIE </a:t>
            </a:r>
          </a:p>
          <a:p>
            <a:r>
              <a:rPr lang="fr-FR" smtClean="0"/>
              <a:t>Estão tentando sepultar minha alegria
5-  ET D’ANNULER TOUS MES RÊVES  POUR TOUJOURS 
Tentando ver meus sonhos cancelados</a:t>
            </a:r>
          </a:p>
          <a:p>
            <a:endParaRPr lang="fr-FR" smtClean="0"/>
          </a:p>
          <a:p>
            <a:r>
              <a:rPr lang="fr-FR" smtClean="0"/>
              <a:t>6-  LAZARE A PU ENTENDRE TA VOIX QUAND CETTE PIERRE, TU AS ENLEVÉE </a:t>
            </a:r>
          </a:p>
          <a:p>
            <a:r>
              <a:rPr lang="fr-FR" smtClean="0"/>
              <a:t>Lázaro ouviu a Sua voz, quando aquela pedra removeu
7-  APRÈS QUATRE JOURS  IL S’EST ENFIN RELEVÉ </a:t>
            </a:r>
          </a:p>
          <a:p>
            <a:r>
              <a:rPr lang="fr-FR" smtClean="0"/>
              <a:t>Depois de quatro dias ele reviveu
8-  MAÎTRE, IL N’Y A PERSONNE  SUR TOUTE LA TERRE </a:t>
            </a:r>
          </a:p>
          <a:p>
            <a:r>
              <a:rPr lang="fr-FR" smtClean="0"/>
              <a:t>Mestre não há outro que possa fazer
9-  QUI PUISSE ACCOMPLIR CE QUE SEUL TON NOM PUISSANT PEUT FAIRE </a:t>
            </a:r>
          </a:p>
          <a:p>
            <a:r>
              <a:rPr lang="fr-FR" smtClean="0"/>
              <a:t>Aquilo que só o Teu nome tem todo poder
10-  MAÎTRE J’AI TANT BESOIN D’UN MIRACLE 
Eu preciso tanto de um milagre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11-  QUE MA PIERRE ROULE DEVANT TOI PAR MON PRENOM APPELLE-MOI </a:t>
            </a:r>
          </a:p>
          <a:p>
            <a:r>
              <a:rPr lang="fr-FR" smtClean="0"/>
              <a:t>	Remove minha pedra, me chama pelo nome
	12-  VIENS CHANGER MON HISTOIRE RESSUSCITE MES RÊVES </a:t>
            </a:r>
          </a:p>
          <a:p>
            <a:r>
              <a:rPr lang="fr-FR" smtClean="0"/>
              <a:t>	Muda minha história, ressuscita os meus sonhos
	13-  CHANGE MA VIE, QUE JE SOIS UN MIRACLE POUR TOI</a:t>
            </a:r>
          </a:p>
          <a:p>
            <a:r>
              <a:rPr lang="fr-FR" smtClean="0"/>
              <a:t>	Transforma minha vida, me faz um milagre 
	14-  OUI, AUJOURD’HUI, TOUCHE-MOI DU TOMBEAU DÉLIVRE-MOI</a:t>
            </a:r>
          </a:p>
          <a:p>
            <a:r>
              <a:rPr lang="fr-FR" smtClean="0"/>
              <a:t>	Me toca nessa hora, me chama para fora
	15-  RESSUSCITE-MOI </a:t>
            </a:r>
          </a:p>
          <a:p>
            <a:r>
              <a:rPr lang="fr-FR" smtClean="0"/>
              <a:t>	Ressuscita-me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16-  TU ES LA SOURCE DE VIE LA FORCE QUI ME REMPLIT </a:t>
            </a:r>
          </a:p>
          <a:p>
            <a:r>
              <a:rPr lang="fr-FR" smtClean="0"/>
              <a:t>Tu és a própria vida, a força que há em mim 
17-  OUI, TU ES LE FILS DE DIEU TU ME RENDS VICTORIEUX</a:t>
            </a:r>
          </a:p>
          <a:p>
            <a:r>
              <a:rPr lang="fr-FR" smtClean="0"/>
              <a:t>Tu és o Filho de Deus, Que me ergues pra vencer
18-  SEIGNEUR DE TOUT EN MOI J’PEUX ENTENDRE TA VOIX</a:t>
            </a:r>
          </a:p>
          <a:p>
            <a:r>
              <a:rPr lang="fr-FR" smtClean="0"/>
              <a:t>Senhor de tudo em mim, já ouço a Tua voz
19-  QUI ME RAPPELLE À LA VIE À TA PUISSANCE AUJOURD’HUI 
Me chamando pra viver, uma história de poder!</a:t>
            </a:r>
          </a:p>
          <a:p>
            <a:endParaRPr lang="fr-FR" smtClean="0"/>
          </a:p>
          <a:p>
            <a:r>
              <a:rPr lang="fr-FR" smtClean="0"/>
              <a:t>	Refrain : x2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3123954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MAÎTRE J’AI TANT BESOIN D’UN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eu preciso de um milagre 
2-  VIENS TRANSFORMER MA VIE  ET CHANGE-MOI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 minha vida, meu estado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DEPUIS LONGTEMPS JE NE VOIS PLUS LA LUMIÈRE DU JOUR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 tempo que eu não vejo a luz do dia 
4-  ILS ESSAYENT À JAMAIS  D’ENTERRER MA JOIE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Estão tentando sepultar minha alegria
5-  ET D’ANNULER TOUS MES RÊVES  POUR TOUJOURS 
Tentando ver meus sonhos cancelados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LAZARE A PU ENTENDRE TA VOIX QUAND CETTE PIERRE, TU AS ENLEVÉE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Lázaro ouviu a Sua voz, quando aquela pedra removeu
7-  APRÈS QUATRE JOURS  IL S’EST ENFIN RELEVÉ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 de quatro dias ele reviveu
8-  MAÎTRE, IL N’Y A PERSONNE 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não há outro que possa fazer
9-  QUI PUISSE ACCOMPLIR CE QUE SEUL TON NOM PUISSANT PEUT FAIRE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Aquilo que só o Teu nome tem todo poder
10-  MAÎTRE J’AI TANT BESOIN D’UN MIRACLE 
Eu preciso tanto de um milagre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QUE MA PIERRE ROULE DEVANT TOI PAR MON PRENOM 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Remove minha pedra, me chama pelo nome
	12-  VIENS CHANGER MON HISTOIRE RESSUSCITE MES RÊVES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Muda minha história, ressuscita os meus sonhos
	13-  CHANGE MA VIE, QUE JE SOIS UN MIRACLE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Transforma minha vida, me faz um milagre 
	14-  OUI, AUJOURD’HUI, TOUCHE-MOI DU TOMBEAU DÉLIVRE-MOI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Me toca nessa hora, me chama para fora
	15-  RESSUSCITE-MOI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Ressuscita-me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LA SOURCE DE VIE LA FORCE QUI ME REMPLIT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a própria vida, a força que há em mim 
17-  OUI, TU ES LE FILS DE DIEU TU ME RENDS VICTORIEUX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o Filho de Deus, Que me ergues pra vencer
18-  SEIGNEUR DE TOUT EN MOI J’PEUX ENTENDRE TA VOIX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 de tudo em mim, já ouço a Tua voz
19-  QUI ME RAPPELLE À LA VIE À TA PUISSANCE AUJOURD’HUI 
Me chamando pra viver, uma história de poder!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MAÎTRE J’AI TANT BESOIN D’UN MIRACLE</a:t>
            </a:r>
          </a:p>
          <a:p>
            <a:r>
              <a:rPr lang="fr-FR" smtClean="0"/>
              <a:t>Mestre eu preciso de um milagre 
2-  VIENS TRANSFORMER MA VIE  ET CHANGE-MOI </a:t>
            </a:r>
          </a:p>
          <a:p>
            <a:r>
              <a:rPr lang="fr-FR" smtClean="0"/>
              <a:t>Transforma minha vida, meu estado</a:t>
            </a:r>
          </a:p>
          <a:p>
            <a:r>
              <a:rPr lang="fr-FR" smtClean="0"/>
              <a:t>3- DEPUIS LONGTEMPS JE NE VOIS PLUS LA LUMIÈRE DU JOUR</a:t>
            </a:r>
          </a:p>
          <a:p>
            <a:r>
              <a:rPr lang="fr-FR" smtClean="0"/>
              <a:t>Faz tempo que eu não vejo a luz do dia 
4-  ILS ESSAYENT À JAMAIS  D’ENTERRER MA JOIE </a:t>
            </a:r>
          </a:p>
          <a:p>
            <a:r>
              <a:rPr lang="fr-FR" smtClean="0"/>
              <a:t>Estão tentando sepultar minha alegria
5-  ET D’ANNULER TOUS MES RÊVES  POUR TOUJOURS 
Tentando ver meus sonhos cancelados</a:t>
            </a:r>
          </a:p>
          <a:p>
            <a:endParaRPr lang="fr-FR" smtClean="0"/>
          </a:p>
          <a:p>
            <a:r>
              <a:rPr lang="fr-FR" smtClean="0"/>
              <a:t>6-  LAZARE A PU ENTENDRE TA VOIX QUAND CETTE PIERRE, TU AS ENLEVÉE </a:t>
            </a:r>
          </a:p>
          <a:p>
            <a:r>
              <a:rPr lang="fr-FR" smtClean="0"/>
              <a:t>Lázaro ouviu a Sua voz, quando aquela pedra removeu
7-  APRÈS QUATRE JOURS  IL S’EST ENFIN RELEVÉ </a:t>
            </a:r>
          </a:p>
          <a:p>
            <a:r>
              <a:rPr lang="fr-FR" smtClean="0"/>
              <a:t>Depois de quatro dias ele reviveu
8-  MAÎTRE, IL N’Y A PERSONNE  SUR TOUTE LA TERRE </a:t>
            </a:r>
          </a:p>
          <a:p>
            <a:r>
              <a:rPr lang="fr-FR" smtClean="0"/>
              <a:t>Mestre não há outro que possa fazer
9-  QUI PUISSE ACCOMPLIR CE QUE SEUL TON NOM PUISSANT PEUT FAIRE </a:t>
            </a:r>
          </a:p>
          <a:p>
            <a:r>
              <a:rPr lang="fr-FR" smtClean="0"/>
              <a:t>Aquilo que só o Teu nome tem todo poder
10-  MAÎTRE J’AI TANT BESOIN D’UN MIRACLE 
Eu preciso tanto de um milagre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11-  QUE MA PIERRE ROULE DEVANT TOI PAR MON PRENOM APPELLE-MOI </a:t>
            </a:r>
          </a:p>
          <a:p>
            <a:r>
              <a:rPr lang="fr-FR" smtClean="0"/>
              <a:t>	Remove minha pedra, me chama pelo nome
	12-  VIENS CHANGER MON HISTOIRE RESSUSCITE MES RÊVES </a:t>
            </a:r>
          </a:p>
          <a:p>
            <a:r>
              <a:rPr lang="fr-FR" smtClean="0"/>
              <a:t>	Muda minha história, ressuscita os meus sonhos
	13-  CHANGE MA VIE, QUE JE SOIS UN MIRACLE POUR TOI</a:t>
            </a:r>
          </a:p>
          <a:p>
            <a:r>
              <a:rPr lang="fr-FR" smtClean="0"/>
              <a:t>	Transforma minha vida, me faz um milagre 
	14-  OUI, AUJOURD’HUI, TOUCHE-MOI DU TOMBEAU DÉLIVRE-MOI</a:t>
            </a:r>
          </a:p>
          <a:p>
            <a:r>
              <a:rPr lang="fr-FR" smtClean="0"/>
              <a:t>	Me toca nessa hora, me chama para fora
	15-  RESSUSCITE-MOI </a:t>
            </a:r>
          </a:p>
          <a:p>
            <a:r>
              <a:rPr lang="fr-FR" smtClean="0"/>
              <a:t>	Ressuscita-me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16-  TU ES LA SOURCE DE VIE LA FORCE QUI ME REMPLIT </a:t>
            </a:r>
          </a:p>
          <a:p>
            <a:r>
              <a:rPr lang="fr-FR" smtClean="0"/>
              <a:t>Tu és a própria vida, a força que há em mim 
17-  OUI, TU ES LE FILS DE DIEU TU ME RENDS VICTORIEUX</a:t>
            </a:r>
          </a:p>
          <a:p>
            <a:r>
              <a:rPr lang="fr-FR" smtClean="0"/>
              <a:t>Tu és o Filho de Deus, Que me ergues pra vencer
18-  SEIGNEUR DE TOUT EN MOI J’PEUX ENTENDRE TA VOIX</a:t>
            </a:r>
          </a:p>
          <a:p>
            <a:r>
              <a:rPr lang="fr-FR" smtClean="0"/>
              <a:t>Senhor de tudo em mim, já ouço a Tua voz
19-  QUI ME RAPPELLE À LA VIE À TA PUISSANCE AUJOURD’HUI 
Me chamando pra viver, uma história de poder!</a:t>
            </a:r>
          </a:p>
          <a:p>
            <a:endParaRPr lang="fr-FR" smtClean="0"/>
          </a:p>
          <a:p>
            <a:r>
              <a:rPr lang="fr-FR" smtClean="0"/>
              <a:t>	Refrain : x2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7984547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MAÎTRE J’AI TANT BESOIN D’UN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eu preciso de um milagre 
2-  VIENS TRANSFORMER MA VIE  ET CHANGE-MOI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 minha vida, meu estado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DEPUIS LONGTEMPS JE NE VOIS PLUS LA LUMIÈRE DU JOUR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 tempo que eu não vejo a luz do dia 
4-  ILS ESSAYENT À JAMAIS  D’ENTERRER MA JOIE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Estão tentando sepultar minha alegria
5-  ET D’ANNULER TOUS MES RÊVES  POUR TOUJOURS 
Tentando ver meus sonhos cancelados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LAZARE A PU ENTENDRE TA VOIX QUAND CETTE PIERRE, TU AS ENLEVÉE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Lázaro ouviu a Sua voz, quando aquela pedra removeu
7-  APRÈS QUATRE JOURS  IL S’EST ENFIN RELEVÉ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 de quatro dias ele reviveu
8-  MAÎTRE, IL N’Y A PERSONNE 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não há outro que possa fazer
9-  QUI PUISSE ACCOMPLIR CE QUE SEUL TON NOM PUISSANT PEUT FAIRE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Aquilo que só o Teu nome tem todo poder
10-  MAÎTRE J’AI TANT BESOIN D’UN MIRACLE 
Eu preciso tanto de um milagre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QUE MA PIERRE ROULE DEVANT TOI PAR MON PRENOM 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Remove minha pedra, me chama pelo nome
	12-  VIENS CHANGER MON HISTOIRE RESSUSCITE MES RÊVES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Muda minha história, ressuscita os meus sonhos
	13-  CHANGE MA VIE, QUE JE SOIS UN MIRACLE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Transforma minha vida, me faz um milagre 
	14-  OUI, AUJOURD’HUI, TOUCHE-MOI DU TOMBEAU DÉLIVRE-MOI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Me toca nessa hora, me chama para fora
	15-  RESSUSCITE-MOI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Ressuscita-me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LA SOURCE DE VIE LA FORCE QUI ME REMPLIT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a própria vida, a força que há em mim 
17-  OUI, TU ES LE FILS DE DIEU TU ME RENDS VICTORIEUX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o Filho de Deus, Que me ergues pra vencer
18-  SEIGNEUR DE TOUT EN MOI J’PEUX ENTENDRE TA VOIX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 de tudo em mim, já ouço a Tua voz
19-  QUI ME RAPPELLE À LA VIE À TA PUISSANCE AUJOURD’HUI 
Me chamando pra viver, uma história de poder!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MAÎTRE J’AI TANT BESOIN D’UN MIRACLE</a:t>
            </a:r>
          </a:p>
          <a:p>
            <a:r>
              <a:rPr lang="fr-FR" smtClean="0"/>
              <a:t>Mestre eu preciso de um milagre 
2-  VIENS TRANSFORMER MA VIE  ET CHANGE-MOI </a:t>
            </a:r>
          </a:p>
          <a:p>
            <a:r>
              <a:rPr lang="fr-FR" smtClean="0"/>
              <a:t>Transforma minha vida, meu estado</a:t>
            </a:r>
          </a:p>
          <a:p>
            <a:r>
              <a:rPr lang="fr-FR" smtClean="0"/>
              <a:t>3- DEPUIS LONGTEMPS JE NE VOIS PLUS LA LUMIÈRE DU JOUR</a:t>
            </a:r>
          </a:p>
          <a:p>
            <a:r>
              <a:rPr lang="fr-FR" smtClean="0"/>
              <a:t>Faz tempo que eu não vejo a luz do dia 
4-  ILS ESSAYENT À JAMAIS  D’ENTERRER MA JOIE </a:t>
            </a:r>
          </a:p>
          <a:p>
            <a:r>
              <a:rPr lang="fr-FR" smtClean="0"/>
              <a:t>Estão tentando sepultar minha alegria
5-  ET D’ANNULER TOUS MES RÊVES  POUR TOUJOURS 
Tentando ver meus sonhos cancelados</a:t>
            </a:r>
          </a:p>
          <a:p>
            <a:endParaRPr lang="fr-FR" smtClean="0"/>
          </a:p>
          <a:p>
            <a:r>
              <a:rPr lang="fr-FR" smtClean="0"/>
              <a:t>6-  LAZARE A PU ENTENDRE TA VOIX QUAND CETTE PIERRE, TU AS ENLEVÉE </a:t>
            </a:r>
          </a:p>
          <a:p>
            <a:r>
              <a:rPr lang="fr-FR" smtClean="0"/>
              <a:t>Lázaro ouviu a Sua voz, quando aquela pedra removeu
7-  APRÈS QUATRE JOURS  IL S’EST ENFIN RELEVÉ </a:t>
            </a:r>
          </a:p>
          <a:p>
            <a:r>
              <a:rPr lang="fr-FR" smtClean="0"/>
              <a:t>Depois de quatro dias ele reviveu
8-  MAÎTRE, IL N’Y A PERSONNE  SUR TOUTE LA TERRE </a:t>
            </a:r>
          </a:p>
          <a:p>
            <a:r>
              <a:rPr lang="fr-FR" smtClean="0"/>
              <a:t>Mestre não há outro que possa fazer
9-  QUI PUISSE ACCOMPLIR CE QUE SEUL TON NOM PUISSANT PEUT FAIRE </a:t>
            </a:r>
          </a:p>
          <a:p>
            <a:r>
              <a:rPr lang="fr-FR" smtClean="0"/>
              <a:t>Aquilo que só o Teu nome tem todo poder
10-  MAÎTRE J’AI TANT BESOIN D’UN MIRACLE 
Eu preciso tanto de um milagre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11-  QUE MA PIERRE ROULE DEVANT TOI PAR MON PRENOM APPELLE-MOI </a:t>
            </a:r>
          </a:p>
          <a:p>
            <a:r>
              <a:rPr lang="fr-FR" smtClean="0"/>
              <a:t>	Remove minha pedra, me chama pelo nome
	12-  VIENS CHANGER MON HISTOIRE RESSUSCITE MES RÊVES </a:t>
            </a:r>
          </a:p>
          <a:p>
            <a:r>
              <a:rPr lang="fr-FR" smtClean="0"/>
              <a:t>	Muda minha história, ressuscita os meus sonhos
	13-  CHANGE MA VIE, QUE JE SOIS UN MIRACLE POUR TOI</a:t>
            </a:r>
          </a:p>
          <a:p>
            <a:r>
              <a:rPr lang="fr-FR" smtClean="0"/>
              <a:t>	Transforma minha vida, me faz um milagre 
	14-  OUI, AUJOURD’HUI, TOUCHE-MOI DU TOMBEAU DÉLIVRE-MOI</a:t>
            </a:r>
          </a:p>
          <a:p>
            <a:r>
              <a:rPr lang="fr-FR" smtClean="0"/>
              <a:t>	Me toca nessa hora, me chama para fora
	15-  RESSUSCITE-MOI </a:t>
            </a:r>
          </a:p>
          <a:p>
            <a:r>
              <a:rPr lang="fr-FR" smtClean="0"/>
              <a:t>	Ressuscita-me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16-  TU ES LA SOURCE DE VIE LA FORCE QUI ME REMPLIT </a:t>
            </a:r>
          </a:p>
          <a:p>
            <a:r>
              <a:rPr lang="fr-FR" smtClean="0"/>
              <a:t>Tu és a própria vida, a força que há em mim 
17-  OUI, TU ES LE FILS DE DIEU TU ME RENDS VICTORIEUX</a:t>
            </a:r>
          </a:p>
          <a:p>
            <a:r>
              <a:rPr lang="fr-FR" smtClean="0"/>
              <a:t>Tu és o Filho de Deus, Que me ergues pra vencer
18-  SEIGNEUR DE TOUT EN MOI J’PEUX ENTENDRE TA VOIX</a:t>
            </a:r>
          </a:p>
          <a:p>
            <a:r>
              <a:rPr lang="fr-FR" smtClean="0"/>
              <a:t>Senhor de tudo em mim, já ouço a Tua voz
19-  QUI ME RAPPELLE À LA VIE À TA PUISSANCE AUJOURD’HUI 
Me chamando pra viver, uma história de poder!</a:t>
            </a:r>
          </a:p>
          <a:p>
            <a:endParaRPr lang="fr-FR" smtClean="0"/>
          </a:p>
          <a:p>
            <a:r>
              <a:rPr lang="fr-FR" smtClean="0"/>
              <a:t>	Refrain : x2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4139607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MAÎTRE J’AI TANT BESOIN D’UN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eu preciso de um milagre 
2-  VIENS TRANSFORMER MA VIE  ET CHANGE-MOI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 minha vida, meu estado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DEPUIS LONGTEMPS JE NE VOIS PLUS LA LUMIÈRE DU JOUR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 tempo que eu não vejo a luz do dia 
4-  ILS ESSAYENT À JAMAIS  D’ENTERRER MA JOIE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Estão tentando sepultar minha alegria
5-  ET D’ANNULER TOUS MES RÊVES  POUR TOUJOURS 
Tentando ver meus sonhos cancelados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LAZARE A PU ENTENDRE TA VOIX QUAND CETTE PIERRE, TU AS ENLEVÉE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Lázaro ouviu a Sua voz, quando aquela pedra removeu
7-  APRÈS QUATRE JOURS  IL S’EST ENFIN RELEVÉ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 de quatro dias ele reviveu
8-  MAÎTRE, IL N’Y A PERSONNE 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não há outro que possa fazer
9-  QUI PUISSE ACCOMPLIR CE QUE SEUL TON NOM PUISSANT PEUT FAIRE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Aquilo que só o Teu nome tem todo poder
10-  MAÎTRE J’AI TANT BESOIN D’UN MIRACLE 
Eu preciso tanto de um milagre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QUE MA PIERRE ROULE DEVANT TOI PAR MON PRENOM 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Remove minha pedra, me chama pelo nome
	12-  VIENS CHANGER MON HISTOIRE RESSUSCITE MES RÊVES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Muda minha história, ressuscita os meus sonhos
	13-  CHANGE MA VIE, QUE JE SOIS UN MIRACLE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Transforma minha vida, me faz um milagre 
	14-  OUI, AUJOURD’HUI, TOUCHE-MOI DU TOMBEAU DÉLIVRE-MOI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Me toca nessa hora, me chama para fora
	15-  RESSUSCITE-MOI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Ressuscita-me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LA SOURCE DE VIE LA FORCE QUI ME REMPLIT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a própria vida, a força que há em mim 
17-  OUI, TU ES LE FILS DE DIEU TU ME RENDS VICTORIEUX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o Filho de Deus, Que me ergues pra vencer
18-  SEIGNEUR DE TOUT EN MOI J’PEUX ENTENDRE TA VOIX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 de tudo em mim, já ouço a Tua voz
19-  QUI ME RAPPELLE À LA VIE À TA PUISSANCE AUJOURD’HUI 
Me chamando pra viver, uma história de poder!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MAÎTRE J’AI TANT BESOIN D’UN MIRACLE</a:t>
            </a:r>
          </a:p>
          <a:p>
            <a:r>
              <a:rPr lang="fr-FR" smtClean="0"/>
              <a:t>Mestre eu preciso de um milagre 
2-  VIENS TRANSFORMER MA VIE  ET CHANGE-MOI </a:t>
            </a:r>
          </a:p>
          <a:p>
            <a:r>
              <a:rPr lang="fr-FR" smtClean="0"/>
              <a:t>Transforma minha vida, meu estado</a:t>
            </a:r>
          </a:p>
          <a:p>
            <a:r>
              <a:rPr lang="fr-FR" smtClean="0"/>
              <a:t>3- DEPUIS LONGTEMPS JE NE VOIS PLUS LA LUMIÈRE DU JOUR</a:t>
            </a:r>
          </a:p>
          <a:p>
            <a:r>
              <a:rPr lang="fr-FR" smtClean="0"/>
              <a:t>Faz tempo que eu não vejo a luz do dia 
4-  ILS ESSAYENT À JAMAIS  D’ENTERRER MA JOIE </a:t>
            </a:r>
          </a:p>
          <a:p>
            <a:r>
              <a:rPr lang="fr-FR" smtClean="0"/>
              <a:t>Estão tentando sepultar minha alegria
5-  ET D’ANNULER TOUS MES RÊVES  POUR TOUJOURS 
Tentando ver meus sonhos cancelados</a:t>
            </a:r>
          </a:p>
          <a:p>
            <a:endParaRPr lang="fr-FR" smtClean="0"/>
          </a:p>
          <a:p>
            <a:r>
              <a:rPr lang="fr-FR" smtClean="0"/>
              <a:t>6-  LAZARE A PU ENTENDRE TA VOIX QUAND CETTE PIERRE, TU AS ENLEVÉE </a:t>
            </a:r>
          </a:p>
          <a:p>
            <a:r>
              <a:rPr lang="fr-FR" smtClean="0"/>
              <a:t>Lázaro ouviu a Sua voz, quando aquela pedra removeu
7-  APRÈS QUATRE JOURS  IL S’EST ENFIN RELEVÉ </a:t>
            </a:r>
          </a:p>
          <a:p>
            <a:r>
              <a:rPr lang="fr-FR" smtClean="0"/>
              <a:t>Depois de quatro dias ele reviveu
8-  MAÎTRE, IL N’Y A PERSONNE  SUR TOUTE LA TERRE </a:t>
            </a:r>
          </a:p>
          <a:p>
            <a:r>
              <a:rPr lang="fr-FR" smtClean="0"/>
              <a:t>Mestre não há outro que possa fazer
9-  QUI PUISSE ACCOMPLIR CE QUE SEUL TON NOM PUISSANT PEUT FAIRE </a:t>
            </a:r>
          </a:p>
          <a:p>
            <a:r>
              <a:rPr lang="fr-FR" smtClean="0"/>
              <a:t>Aquilo que só o Teu nome tem todo poder
10-  MAÎTRE J’AI TANT BESOIN D’UN MIRACLE 
Eu preciso tanto de um milagre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11-  QUE MA PIERRE ROULE DEVANT TOI PAR MON PRENOM APPELLE-MOI </a:t>
            </a:r>
          </a:p>
          <a:p>
            <a:r>
              <a:rPr lang="fr-FR" smtClean="0"/>
              <a:t>	Remove minha pedra, me chama pelo nome
	12-  VIENS CHANGER MON HISTOIRE RESSUSCITE MES RÊVES </a:t>
            </a:r>
          </a:p>
          <a:p>
            <a:r>
              <a:rPr lang="fr-FR" smtClean="0"/>
              <a:t>	Muda minha história, ressuscita os meus sonhos
	13-  CHANGE MA VIE, QUE JE SOIS UN MIRACLE POUR TOI</a:t>
            </a:r>
          </a:p>
          <a:p>
            <a:r>
              <a:rPr lang="fr-FR" smtClean="0"/>
              <a:t>	Transforma minha vida, me faz um milagre 
	14-  OUI, AUJOURD’HUI, TOUCHE-MOI DU TOMBEAU DÉLIVRE-MOI</a:t>
            </a:r>
          </a:p>
          <a:p>
            <a:r>
              <a:rPr lang="fr-FR" smtClean="0"/>
              <a:t>	Me toca nessa hora, me chama para fora
	15-  RESSUSCITE-MOI </a:t>
            </a:r>
          </a:p>
          <a:p>
            <a:r>
              <a:rPr lang="fr-FR" smtClean="0"/>
              <a:t>	Ressuscita-me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16-  TU ES LA SOURCE DE VIE LA FORCE QUI ME REMPLIT </a:t>
            </a:r>
          </a:p>
          <a:p>
            <a:r>
              <a:rPr lang="fr-FR" smtClean="0"/>
              <a:t>Tu és a própria vida, a força que há em mim 
17-  OUI, TU ES LE FILS DE DIEU TU ME RENDS VICTORIEUX</a:t>
            </a:r>
          </a:p>
          <a:p>
            <a:r>
              <a:rPr lang="fr-FR" smtClean="0"/>
              <a:t>Tu és o Filho de Deus, Que me ergues pra vencer
18-  SEIGNEUR DE TOUT EN MOI J’PEUX ENTENDRE TA VOIX</a:t>
            </a:r>
          </a:p>
          <a:p>
            <a:r>
              <a:rPr lang="fr-FR" smtClean="0"/>
              <a:t>Senhor de tudo em mim, já ouço a Tua voz
19-  QUI ME RAPPELLE À LA VIE À TA PUISSANCE AUJOURD’HUI 
Me chamando pra viver, uma história de poder!</a:t>
            </a:r>
          </a:p>
          <a:p>
            <a:endParaRPr lang="fr-FR" smtClean="0"/>
          </a:p>
          <a:p>
            <a:r>
              <a:rPr lang="fr-FR" smtClean="0"/>
              <a:t>	Refrain : x2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76131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MAÎTRE J’AI TANT BESOIN D’UN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eu preciso de um milagre 
2-  VIENS TRANSFORMER MA VIE  ET CHANGE-MOI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 minha vida, meu estado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DEPUIS LONGTEMPS JE NE VOIS PLUS LA LUMIÈRE DU JOUR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 tempo que eu não vejo a luz do dia 
4-  ILS ESSAYENT À JAMAIS  D’ENTERRER MA JOIE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Estão tentando sepultar minha alegria
5-  ET D’ANNULER TOUS MES RÊVES  POUR TOUJOURS 
Tentando ver meus sonhos cancelados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LAZARE A PU ENTENDRE TA VOIX QUAND CETTE PIERRE, TU AS ENLEVÉE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Lázaro ouviu a Sua voz, quando aquela pedra removeu
7-  APRÈS QUATRE JOURS  IL S’EST ENFIN RELEVÉ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 de quatro dias ele reviveu
8-  MAÎTRE, IL N’Y A PERSONNE 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não há outro que possa fazer
9-  QUI PUISSE ACCOMPLIR CE QUE SEUL TON NOM PUISSANT PEUT FAIRE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Aquilo que só o Teu nome tem todo poder
10-  MAÎTRE J’AI TANT BESOIN D’UN MIRACLE 
Eu preciso tanto de um milagre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QUE MA PIERRE ROULE DEVANT TOI PAR MON PRENOM 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Remove minha pedra, me chama pelo nome
	12-  VIENS CHANGER MON HISTOIRE RESSUSCITE MES RÊVES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Muda minha história, ressuscita os meus sonhos
	13-  CHANGE MA VIE, QUE JE SOIS UN MIRACLE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Transforma minha vida, me faz um milagre 
	14-  OUI, AUJOURD’HUI, TOUCHE-MOI DU TOMBEAU DÉLIVRE-MOI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Me toca nessa hora, me chama para fora
	15-  RESSUSCITE-MOI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Ressuscita-me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LA SOURCE DE VIE LA FORCE QUI ME REMPLIT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a própria vida, a força que há em mim 
17-  OUI, TU ES LE FILS DE DIEU TU ME RENDS VICTORIEUX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o Filho de Deus, Que me ergues pra vencer
18-  SEIGNEUR DE TOUT EN MOI J’PEUX ENTENDRE TA VOIX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 de tudo em mim, já ouço a Tua voz
19-  QUI ME RAPPELLE À LA VIE À TA PUISSANCE AUJOURD’HUI 
Me chamando pra viver, uma história de poder!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MAÎTRE J’AI TANT BESOIN D’UN MIRACLE</a:t>
            </a:r>
          </a:p>
          <a:p>
            <a:r>
              <a:rPr lang="fr-FR" smtClean="0"/>
              <a:t>Mestre eu preciso de um milagre 
2-  VIENS TRANSFORMER MA VIE  ET CHANGE-MOI </a:t>
            </a:r>
          </a:p>
          <a:p>
            <a:r>
              <a:rPr lang="fr-FR" smtClean="0"/>
              <a:t>Transforma minha vida, meu estado</a:t>
            </a:r>
          </a:p>
          <a:p>
            <a:r>
              <a:rPr lang="fr-FR" smtClean="0"/>
              <a:t>3- DEPUIS LONGTEMPS JE NE VOIS PLUS LA LUMIÈRE DU JOUR</a:t>
            </a:r>
          </a:p>
          <a:p>
            <a:r>
              <a:rPr lang="fr-FR" smtClean="0"/>
              <a:t>Faz tempo que eu não vejo a luz do dia 
4-  ILS ESSAYENT À JAMAIS  D’ENTERRER MA JOIE </a:t>
            </a:r>
          </a:p>
          <a:p>
            <a:r>
              <a:rPr lang="fr-FR" smtClean="0"/>
              <a:t>Estão tentando sepultar minha alegria
5-  ET D’ANNULER TOUS MES RÊVES  POUR TOUJOURS 
Tentando ver meus sonhos cancelados</a:t>
            </a:r>
          </a:p>
          <a:p>
            <a:endParaRPr lang="fr-FR" smtClean="0"/>
          </a:p>
          <a:p>
            <a:r>
              <a:rPr lang="fr-FR" smtClean="0"/>
              <a:t>6-  LAZARE A PU ENTENDRE TA VOIX QUAND CETTE PIERRE, TU AS ENLEVÉE </a:t>
            </a:r>
          </a:p>
          <a:p>
            <a:r>
              <a:rPr lang="fr-FR" smtClean="0"/>
              <a:t>Lázaro ouviu a Sua voz, quando aquela pedra removeu
7-  APRÈS QUATRE JOURS  IL S’EST ENFIN RELEVÉ </a:t>
            </a:r>
          </a:p>
          <a:p>
            <a:r>
              <a:rPr lang="fr-FR" smtClean="0"/>
              <a:t>Depois de quatro dias ele reviveu
8-  MAÎTRE, IL N’Y A PERSONNE  SUR TOUTE LA TERRE </a:t>
            </a:r>
          </a:p>
          <a:p>
            <a:r>
              <a:rPr lang="fr-FR" smtClean="0"/>
              <a:t>Mestre não há outro que possa fazer
9-  QUI PUISSE ACCOMPLIR CE QUE SEUL TON NOM PUISSANT PEUT FAIRE </a:t>
            </a:r>
          </a:p>
          <a:p>
            <a:r>
              <a:rPr lang="fr-FR" smtClean="0"/>
              <a:t>Aquilo que só o Teu nome tem todo poder
10-  MAÎTRE J’AI TANT BESOIN D’UN MIRACLE 
Eu preciso tanto de um milagre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11-  QUE MA PIERRE ROULE DEVANT TOI PAR MON PRENOM APPELLE-MOI </a:t>
            </a:r>
          </a:p>
          <a:p>
            <a:r>
              <a:rPr lang="fr-FR" smtClean="0"/>
              <a:t>	Remove minha pedra, me chama pelo nome
	12-  VIENS CHANGER MON HISTOIRE RESSUSCITE MES RÊVES </a:t>
            </a:r>
          </a:p>
          <a:p>
            <a:r>
              <a:rPr lang="fr-FR" smtClean="0"/>
              <a:t>	Muda minha história, ressuscita os meus sonhos
	13-  CHANGE MA VIE, QUE JE SOIS UN MIRACLE POUR TOI</a:t>
            </a:r>
          </a:p>
          <a:p>
            <a:r>
              <a:rPr lang="fr-FR" smtClean="0"/>
              <a:t>	Transforma minha vida, me faz um milagre 
	14-  OUI, AUJOURD’HUI, TOUCHE-MOI DU TOMBEAU DÉLIVRE-MOI</a:t>
            </a:r>
          </a:p>
          <a:p>
            <a:r>
              <a:rPr lang="fr-FR" smtClean="0"/>
              <a:t>	Me toca nessa hora, me chama para fora
	15-  RESSUSCITE-MOI </a:t>
            </a:r>
          </a:p>
          <a:p>
            <a:r>
              <a:rPr lang="fr-FR" smtClean="0"/>
              <a:t>	Ressuscita-me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16-  TU ES LA SOURCE DE VIE LA FORCE QUI ME REMPLIT </a:t>
            </a:r>
          </a:p>
          <a:p>
            <a:r>
              <a:rPr lang="fr-FR" smtClean="0"/>
              <a:t>Tu és a própria vida, a força que há em mim 
17-  OUI, TU ES LE FILS DE DIEU TU ME RENDS VICTORIEUX</a:t>
            </a:r>
          </a:p>
          <a:p>
            <a:r>
              <a:rPr lang="fr-FR" smtClean="0"/>
              <a:t>Tu és o Filho de Deus, Que me ergues pra vencer
18-  SEIGNEUR DE TOUT EN MOI J’PEUX ENTENDRE TA VOIX</a:t>
            </a:r>
          </a:p>
          <a:p>
            <a:r>
              <a:rPr lang="fr-FR" smtClean="0"/>
              <a:t>Senhor de tudo em mim, já ouço a Tua voz
19-  QUI ME RAPPELLE À LA VIE À TA PUISSANCE AUJOURD’HUI 
Me chamando pra viver, uma história de poder!</a:t>
            </a:r>
          </a:p>
          <a:p>
            <a:endParaRPr lang="fr-FR" smtClean="0"/>
          </a:p>
          <a:p>
            <a:r>
              <a:rPr lang="fr-FR" smtClean="0"/>
              <a:t>	Refrain : x2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5752373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MAÎTRE J’AI TANT BESOIN D’UN MIRACLE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eu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milagre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2-  VIENS TRANSFORMER MA VIE  ET CHANGE-MOI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vida,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estado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DEPUIS LONGTEMPS JE NE VOIS PLUS LA LUMIÈRE DU JOUR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tempo que eu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não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vejo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luz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dia 
4-  ILS ESSAYENT À JAMAIS  D’ENTERRER MA JOIE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Estão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tentando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sepultar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alegria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ET D’ANNULER TOUS MES RÊVES  POUR TOUJOURS 
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Tentando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ver meus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sonhos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cancelados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LAZARE A PU ENTENDRE TA VOIX QUAND CETTE PIERRE, TU AS ENLEVÉE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Lázaro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ouviu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Sua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voz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aquela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pedra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removeu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APRÈS QUATRE JOURS  IL S’EST ENFIN RELEVÉ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quatro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reviveu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MAÎTRE, IL N’Y A PERSONNE  SUR TOUTE LA TERRE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não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há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outro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possa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QUI PUISSE ACCOMPLIR CE QUE SEUL TON NOM PUISSANT PEUT FAIRE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Aquilo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só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nome tem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MAÎTRE J’AI TANT BESOIN D’UN MIRACLE 
Eu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tanto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milagre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QUE MA PIERRE ROULE DEVANT TOI PAR MON PRENOM APPELLE-MOI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Remove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pedra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chama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pelo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nome
	12-  VIENS CHANGER MON HISTOIRE RESSUSCITE MES RÊVES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Muda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história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ressuscita os meus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sonhos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CHANGE MA VIE, QUE JE SOIS UN MIRACLE POUR TOI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Transforma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vida,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milagre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14-  OUI, AUJOURD’HUI, TOUCHE-MOI DU TOMBEAU DÉLIVRE-MOI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toca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nessa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hora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chama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fora
	15-  RESSUSCITE-MOI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Ressuscita-me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LA SOURCE DE VIE LA FORCE QUI ME REMPLIT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própria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vida, a força que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há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17-  OUI, TU ES LE FILS DE DIEU TU ME RENDS VICTORIEUX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Filho de Deus, Que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ergues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vencer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18-  SEIGNEUR DE TOUT EN MOI J’PEUX ENTENDRE TA VOIX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já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ouço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Tua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voz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QUI ME RAPPELLE À LA VIE À TA PUISSANCE AUJOURD’HUI 
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chamando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viver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história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MAÎTRE J’AI TANT BESOIN D’UN MIRACLE</a:t>
            </a:r>
          </a:p>
          <a:p>
            <a:r>
              <a:rPr lang="fr-FR" smtClean="0"/>
              <a:t>Mestre eu preciso de um milagre 
2-  VIENS TRANSFORMER MA VIE  ET CHANGE-MOI </a:t>
            </a:r>
          </a:p>
          <a:p>
            <a:r>
              <a:rPr lang="fr-FR" smtClean="0"/>
              <a:t>Transforma minha vida, meu estado</a:t>
            </a:r>
          </a:p>
          <a:p>
            <a:r>
              <a:rPr lang="fr-FR" smtClean="0"/>
              <a:t>3- DEPUIS LONGTEMPS JE NE VOIS PLUS LA LUMIÈRE DU JOUR</a:t>
            </a:r>
          </a:p>
          <a:p>
            <a:r>
              <a:rPr lang="fr-FR" smtClean="0"/>
              <a:t>Faz tempo que eu não vejo a luz do dia 
4-  ILS ESSAYENT À JAMAIS  D’ENTERRER MA JOIE </a:t>
            </a:r>
          </a:p>
          <a:p>
            <a:r>
              <a:rPr lang="fr-FR" smtClean="0"/>
              <a:t>Estão tentando sepultar minha alegria
5-  ET D’ANNULER TOUS MES RÊVES  POUR TOUJOURS 
Tentando ver meus sonhos cancelados</a:t>
            </a:r>
          </a:p>
          <a:p>
            <a:endParaRPr lang="fr-FR" smtClean="0"/>
          </a:p>
          <a:p>
            <a:r>
              <a:rPr lang="fr-FR" smtClean="0"/>
              <a:t>6-  LAZARE A PU ENTENDRE TA VOIX QUAND CETTE PIERRE, TU AS ENLEVÉE </a:t>
            </a:r>
          </a:p>
          <a:p>
            <a:r>
              <a:rPr lang="fr-FR" smtClean="0"/>
              <a:t>Lázaro ouviu a Sua voz, quando aquela pedra removeu
7-  APRÈS QUATRE JOURS  IL S’EST ENFIN RELEVÉ </a:t>
            </a:r>
          </a:p>
          <a:p>
            <a:r>
              <a:rPr lang="fr-FR" smtClean="0"/>
              <a:t>Depois de quatro dias ele reviveu
8-  MAÎTRE, IL N’Y A PERSONNE  SUR TOUTE LA TERRE </a:t>
            </a:r>
          </a:p>
          <a:p>
            <a:r>
              <a:rPr lang="fr-FR" smtClean="0"/>
              <a:t>Mestre não há outro que possa fazer
9-  QUI PUISSE ACCOMPLIR CE QUE SEUL TON NOM PUISSANT PEUT FAIRE </a:t>
            </a:r>
          </a:p>
          <a:p>
            <a:r>
              <a:rPr lang="fr-FR" smtClean="0"/>
              <a:t>Aquilo que só o Teu nome tem todo poder
10-  MAÎTRE J’AI TANT BESOIN D’UN MIRACLE 
Eu preciso tanto de um milagre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11-  QUE MA PIERRE ROULE DEVANT TOI PAR MON PRENOM APPELLE-MOI </a:t>
            </a:r>
          </a:p>
          <a:p>
            <a:r>
              <a:rPr lang="fr-FR" smtClean="0"/>
              <a:t>	Remove minha pedra, me chama pelo nome
	12-  VIENS CHANGER MON HISTOIRE RESSUSCITE MES RÊVES </a:t>
            </a:r>
          </a:p>
          <a:p>
            <a:r>
              <a:rPr lang="fr-FR" smtClean="0"/>
              <a:t>	Muda minha história, ressuscita os meus sonhos
	13-  CHANGE MA VIE, QUE JE SOIS UN MIRACLE POUR TOI</a:t>
            </a:r>
          </a:p>
          <a:p>
            <a:r>
              <a:rPr lang="fr-FR" smtClean="0"/>
              <a:t>	Transforma minha vida, me faz um milagre 
	14-  OUI, AUJOURD’HUI, TOUCHE-MOI DU TOMBEAU DÉLIVRE-MOI</a:t>
            </a:r>
          </a:p>
          <a:p>
            <a:r>
              <a:rPr lang="fr-FR" smtClean="0"/>
              <a:t>	Me toca nessa hora, me chama para fora
	15-  RESSUSCITE-MOI </a:t>
            </a:r>
          </a:p>
          <a:p>
            <a:r>
              <a:rPr lang="fr-FR" smtClean="0"/>
              <a:t>	Ressuscita-me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16-  TU ES LA SOURCE DE VIE LA FORCE QUI ME REMPLIT </a:t>
            </a:r>
          </a:p>
          <a:p>
            <a:r>
              <a:rPr lang="fr-FR" smtClean="0"/>
              <a:t>Tu és a própria vida, a força que há em mim 
17-  OUI, TU ES LE FILS DE DIEU TU ME RENDS VICTORIEUX</a:t>
            </a:r>
          </a:p>
          <a:p>
            <a:r>
              <a:rPr lang="fr-FR" smtClean="0"/>
              <a:t>Tu és o Filho de Deus, Que me ergues pra vencer
18-  SEIGNEUR DE TOUT EN MOI J’PEUX ENTENDRE TA VOIX</a:t>
            </a:r>
          </a:p>
          <a:p>
            <a:r>
              <a:rPr lang="fr-FR" smtClean="0"/>
              <a:t>Senhor de tudo em mim, já ouço a Tua voz
19-  QUI ME RAPPELLE À LA VIE À TA PUISSANCE AUJOURD’HUI 
Me chamando pra viver, uma história de poder!</a:t>
            </a:r>
          </a:p>
          <a:p>
            <a:endParaRPr lang="fr-FR" smtClean="0"/>
          </a:p>
          <a:p>
            <a:r>
              <a:rPr lang="fr-FR" smtClean="0"/>
              <a:t>	Refrain : x2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8517484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MAÎTRE J’AI TANT BESOIN D’UN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eu preciso de um milagre 
2-  VIENS TRANSFORMER MA VIE  ET CHANGE-MOI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 minha vida, meu estado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DEPUIS LONGTEMPS JE NE VOIS PLUS LA LUMIÈRE DU JOUR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 tempo que eu não vejo a luz do dia 
4-  ILS ESSAYENT À JAMAIS  D’ENTERRER MA JOIE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Estão tentando sepultar minha alegria
5-  ET D’ANNULER TOUS MES RÊVES  POUR TOUJOURS 
Tentando ver meus sonhos cancelados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LAZARE A PU ENTENDRE TA VOIX QUAND CETTE PIERRE, TU AS ENLEVÉE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Lázaro ouviu a Sua voz, quando aquela pedra removeu
7-  APRÈS QUATRE JOURS  IL S’EST ENFIN RELEVÉ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 de quatro dias ele reviveu
8-  MAÎTRE, IL N’Y A PERSONNE 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não há outro que possa fazer
9-  QUI PUISSE ACCOMPLIR CE QUE SEUL TON NOM PUISSANT PEUT FAIRE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Aquilo que só o Teu nome tem todo poder
10-  MAÎTRE J’AI TANT BESOIN D’UN MIRACLE 
Eu preciso tanto de um milagre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QUE MA PIERRE ROULE DEVANT TOI PAR MON PRENOM 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Remove minha pedra, me chama pelo nome
	12-  VIENS CHANGER MON HISTOIRE RESSUSCITE MES RÊVES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Muda minha história, ressuscita os meus sonhos
	13-  CHANGE MA VIE, QUE JE SOIS UN MIRACLE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Transforma minha vida, me faz um milagre 
	14-  OUI, AUJOURD’HUI, TOUCHE-MOI DU TOMBEAU DÉLIVRE-MOI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Me toca nessa hora, me chama para fora
	15-  RESSUSCITE-MOI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Ressuscita-me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LA SOURCE DE VIE LA FORCE QUI ME REMPLIT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a própria vida, a força que há em mim 
17-  OUI, TU ES LE FILS DE DIEU TU ME RENDS VICTORIEUX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o Filho de Deus, Que me ergues pra vencer
18-  SEIGNEUR DE TOUT EN MOI J’PEUX ENTENDRE TA VOIX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 de tudo em mim, já ouço a Tua voz
19-  QUI ME RAPPELLE À LA VIE À TA PUISSANCE AUJOURD’HUI 
Me chamando pra viver, uma história de poder!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MAÎTRE J’AI TANT BESOIN D’UN MIRACLE</a:t>
            </a:r>
          </a:p>
          <a:p>
            <a:r>
              <a:rPr lang="fr-FR" smtClean="0"/>
              <a:t>Mestre eu preciso de um milagre 
2-  VIENS TRANSFORMER MA VIE  ET CHANGE-MOI </a:t>
            </a:r>
          </a:p>
          <a:p>
            <a:r>
              <a:rPr lang="fr-FR" smtClean="0"/>
              <a:t>Transforma minha vida, meu estado</a:t>
            </a:r>
          </a:p>
          <a:p>
            <a:r>
              <a:rPr lang="fr-FR" smtClean="0"/>
              <a:t>3- DEPUIS LONGTEMPS JE NE VOIS PLUS LA LUMIÈRE DU JOUR</a:t>
            </a:r>
          </a:p>
          <a:p>
            <a:r>
              <a:rPr lang="fr-FR" smtClean="0"/>
              <a:t>Faz tempo que eu não vejo a luz do dia 
4-  ILS ESSAYENT À JAMAIS  D’ENTERRER MA JOIE </a:t>
            </a:r>
          </a:p>
          <a:p>
            <a:r>
              <a:rPr lang="fr-FR" smtClean="0"/>
              <a:t>Estão tentando sepultar minha alegria
5-  ET D’ANNULER TOUS MES RÊVES  POUR TOUJOURS 
Tentando ver meus sonhos cancelados</a:t>
            </a:r>
          </a:p>
          <a:p>
            <a:endParaRPr lang="fr-FR" smtClean="0"/>
          </a:p>
          <a:p>
            <a:r>
              <a:rPr lang="fr-FR" smtClean="0"/>
              <a:t>6-  LAZARE A PU ENTENDRE TA VOIX QUAND CETTE PIERRE, TU AS ENLEVÉE </a:t>
            </a:r>
          </a:p>
          <a:p>
            <a:r>
              <a:rPr lang="fr-FR" smtClean="0"/>
              <a:t>Lázaro ouviu a Sua voz, quando aquela pedra removeu
7-  APRÈS QUATRE JOURS  IL S’EST ENFIN RELEVÉ </a:t>
            </a:r>
          </a:p>
          <a:p>
            <a:r>
              <a:rPr lang="fr-FR" smtClean="0"/>
              <a:t>Depois de quatro dias ele reviveu
8-  MAÎTRE, IL N’Y A PERSONNE  SUR TOUTE LA TERRE </a:t>
            </a:r>
          </a:p>
          <a:p>
            <a:r>
              <a:rPr lang="fr-FR" smtClean="0"/>
              <a:t>Mestre não há outro que possa fazer
9-  QUI PUISSE ACCOMPLIR CE QUE SEUL TON NOM PUISSANT PEUT FAIRE </a:t>
            </a:r>
          </a:p>
          <a:p>
            <a:r>
              <a:rPr lang="fr-FR" smtClean="0"/>
              <a:t>Aquilo que só o Teu nome tem todo poder
10-  MAÎTRE J’AI TANT BESOIN D’UN MIRACLE 
Eu preciso tanto de um milagre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11-  QUE MA PIERRE ROULE DEVANT TOI PAR MON PRENOM APPELLE-MOI </a:t>
            </a:r>
          </a:p>
          <a:p>
            <a:r>
              <a:rPr lang="fr-FR" smtClean="0"/>
              <a:t>	Remove minha pedra, me chama pelo nome
	12-  VIENS CHANGER MON HISTOIRE RESSUSCITE MES RÊVES </a:t>
            </a:r>
          </a:p>
          <a:p>
            <a:r>
              <a:rPr lang="fr-FR" smtClean="0"/>
              <a:t>	Muda minha história, ressuscita os meus sonhos
	13-  CHANGE MA VIE, QUE JE SOIS UN MIRACLE POUR TOI</a:t>
            </a:r>
          </a:p>
          <a:p>
            <a:r>
              <a:rPr lang="fr-FR" smtClean="0"/>
              <a:t>	Transforma minha vida, me faz um milagre 
	14-  OUI, AUJOURD’HUI, TOUCHE-MOI DU TOMBEAU DÉLIVRE-MOI</a:t>
            </a:r>
          </a:p>
          <a:p>
            <a:r>
              <a:rPr lang="fr-FR" smtClean="0"/>
              <a:t>	Me toca nessa hora, me chama para fora
	15-  RESSUSCITE-MOI </a:t>
            </a:r>
          </a:p>
          <a:p>
            <a:r>
              <a:rPr lang="fr-FR" smtClean="0"/>
              <a:t>	Ressuscita-me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16-  TU ES LA SOURCE DE VIE LA FORCE QUI ME REMPLIT </a:t>
            </a:r>
          </a:p>
          <a:p>
            <a:r>
              <a:rPr lang="fr-FR" smtClean="0"/>
              <a:t>Tu és a própria vida, a força que há em mim 
17-  OUI, TU ES LE FILS DE DIEU TU ME RENDS VICTORIEUX</a:t>
            </a:r>
          </a:p>
          <a:p>
            <a:r>
              <a:rPr lang="fr-FR" smtClean="0"/>
              <a:t>Tu és o Filho de Deus, Que me ergues pra vencer
18-  SEIGNEUR DE TOUT EN MOI J’PEUX ENTENDRE TA VOIX</a:t>
            </a:r>
          </a:p>
          <a:p>
            <a:r>
              <a:rPr lang="fr-FR" smtClean="0"/>
              <a:t>Senhor de tudo em mim, já ouço a Tua voz
19-  QUI ME RAPPELLE À LA VIE À TA PUISSANCE AUJOURD’HUI 
Me chamando pra viver, uma história de poder!</a:t>
            </a:r>
          </a:p>
          <a:p>
            <a:endParaRPr lang="fr-FR" smtClean="0"/>
          </a:p>
          <a:p>
            <a:r>
              <a:rPr lang="fr-FR" smtClean="0"/>
              <a:t>	Refrain : x2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4805915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MAÎTRE J’AI TANT BESOIN D’UN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eu preciso de um milagre 
2-  VIENS TRANSFORMER MA VIE  ET CHANGE-MOI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 minha vida, meu estado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DEPUIS LONGTEMPS JE NE VOIS PLUS LA LUMIÈRE DU JOUR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 tempo que eu não vejo a luz do dia 
4-  ILS ESSAYENT À JAMAIS  D’ENTERRER MA JOIE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Estão tentando sepultar minha alegria
5-  ET D’ANNULER TOUS MES RÊVES  POUR TOUJOURS 
Tentando ver meus sonhos cancelados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LAZARE A PU ENTENDRE TA VOIX QUAND CETTE PIERRE, TU AS ENLEVÉE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Lázaro ouviu a Sua voz, quando aquela pedra removeu
7-  APRÈS QUATRE JOURS  IL S’EST ENFIN RELEVÉ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 de quatro dias ele reviveu
8-  MAÎTRE, IL N’Y A PERSONNE 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não há outro que possa fazer
9-  QUI PUISSE ACCOMPLIR CE QUE SEUL TON NOM PUISSANT PEUT FAIRE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Aquilo que só o Teu nome tem todo poder
10-  MAÎTRE J’AI TANT BESOIN D’UN MIRACLE 
Eu preciso tanto de um milagre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QUE MA PIERRE ROULE DEVANT TOI PAR MON PRENOM 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Remove minha pedra, me chama pelo nome
	12-  VIENS CHANGER MON HISTOIRE RESSUSCITE MES RÊVES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Muda minha história, ressuscita os meus sonhos
	13-  CHANGE MA VIE, QUE JE SOIS UN MIRACLE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Transforma minha vida, me faz um milagre 
	14-  OUI, AUJOURD’HUI, TOUCHE-MOI DU TOMBEAU DÉLIVRE-MOI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Me toca nessa hora, me chama para fora
	15-  RESSUSCITE-MOI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Ressuscita-me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LA SOURCE DE VIE LA FORCE QUI ME REMPLIT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a própria vida, a força que há em mim 
17-  OUI, TU ES LE FILS DE DIEU TU ME RENDS VICTORIEUX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o Filho de Deus, Que me ergues pra vencer
18-  SEIGNEUR DE TOUT EN MOI J’PEUX ENTENDRE TA VOIX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 de tudo em mim, já ouço a Tua voz
19-  QUI ME RAPPELLE À LA VIE À TA PUISSANCE AUJOURD’HUI 
Me chamando pra viver, uma história de poder!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MAÎTRE J’AI TANT BESOIN D’UN MIRACLE</a:t>
            </a:r>
          </a:p>
          <a:p>
            <a:r>
              <a:rPr lang="fr-FR" smtClean="0"/>
              <a:t>Mestre eu preciso de um milagre 
2-  VIENS TRANSFORMER MA VIE  ET CHANGE-MOI </a:t>
            </a:r>
          </a:p>
          <a:p>
            <a:r>
              <a:rPr lang="fr-FR" smtClean="0"/>
              <a:t>Transforma minha vida, meu estado</a:t>
            </a:r>
          </a:p>
          <a:p>
            <a:r>
              <a:rPr lang="fr-FR" smtClean="0"/>
              <a:t>3- DEPUIS LONGTEMPS JE NE VOIS PLUS LA LUMIÈRE DU JOUR</a:t>
            </a:r>
          </a:p>
          <a:p>
            <a:r>
              <a:rPr lang="fr-FR" smtClean="0"/>
              <a:t>Faz tempo que eu não vejo a luz do dia 
4-  ILS ESSAYENT À JAMAIS  D’ENTERRER MA JOIE </a:t>
            </a:r>
          </a:p>
          <a:p>
            <a:r>
              <a:rPr lang="fr-FR" smtClean="0"/>
              <a:t>Estão tentando sepultar minha alegria
5-  ET D’ANNULER TOUS MES RÊVES  POUR TOUJOURS 
Tentando ver meus sonhos cancelados</a:t>
            </a:r>
          </a:p>
          <a:p>
            <a:endParaRPr lang="fr-FR" smtClean="0"/>
          </a:p>
          <a:p>
            <a:r>
              <a:rPr lang="fr-FR" smtClean="0"/>
              <a:t>6-  LAZARE A PU ENTENDRE TA VOIX QUAND CETTE PIERRE, TU AS ENLEVÉE </a:t>
            </a:r>
          </a:p>
          <a:p>
            <a:r>
              <a:rPr lang="fr-FR" smtClean="0"/>
              <a:t>Lázaro ouviu a Sua voz, quando aquela pedra removeu
7-  APRÈS QUATRE JOURS  IL S’EST ENFIN RELEVÉ </a:t>
            </a:r>
          </a:p>
          <a:p>
            <a:r>
              <a:rPr lang="fr-FR" smtClean="0"/>
              <a:t>Depois de quatro dias ele reviveu
8-  MAÎTRE, IL N’Y A PERSONNE  SUR TOUTE LA TERRE </a:t>
            </a:r>
          </a:p>
          <a:p>
            <a:r>
              <a:rPr lang="fr-FR" smtClean="0"/>
              <a:t>Mestre não há outro que possa fazer
9-  QUI PUISSE ACCOMPLIR CE QUE SEUL TON NOM PUISSANT PEUT FAIRE </a:t>
            </a:r>
          </a:p>
          <a:p>
            <a:r>
              <a:rPr lang="fr-FR" smtClean="0"/>
              <a:t>Aquilo que só o Teu nome tem todo poder
10-  MAÎTRE J’AI TANT BESOIN D’UN MIRACLE 
Eu preciso tanto de um milagre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11-  QUE MA PIERRE ROULE DEVANT TOI PAR MON PRENOM APPELLE-MOI </a:t>
            </a:r>
          </a:p>
          <a:p>
            <a:r>
              <a:rPr lang="fr-FR" smtClean="0"/>
              <a:t>	Remove minha pedra, me chama pelo nome
	12-  VIENS CHANGER MON HISTOIRE RESSUSCITE MES RÊVES </a:t>
            </a:r>
          </a:p>
          <a:p>
            <a:r>
              <a:rPr lang="fr-FR" smtClean="0"/>
              <a:t>	Muda minha história, ressuscita os meus sonhos
	13-  CHANGE MA VIE, QUE JE SOIS UN MIRACLE POUR TOI</a:t>
            </a:r>
          </a:p>
          <a:p>
            <a:r>
              <a:rPr lang="fr-FR" smtClean="0"/>
              <a:t>	Transforma minha vida, me faz um milagre 
	14-  OUI, AUJOURD’HUI, TOUCHE-MOI DU TOMBEAU DÉLIVRE-MOI</a:t>
            </a:r>
          </a:p>
          <a:p>
            <a:r>
              <a:rPr lang="fr-FR" smtClean="0"/>
              <a:t>	Me toca nessa hora, me chama para fora
	15-  RESSUSCITE-MOI </a:t>
            </a:r>
          </a:p>
          <a:p>
            <a:r>
              <a:rPr lang="fr-FR" smtClean="0"/>
              <a:t>	Ressuscita-me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16-  TU ES LA SOURCE DE VIE LA FORCE QUI ME REMPLIT </a:t>
            </a:r>
          </a:p>
          <a:p>
            <a:r>
              <a:rPr lang="fr-FR" smtClean="0"/>
              <a:t>Tu és a própria vida, a força que há em mim 
17-  OUI, TU ES LE FILS DE DIEU TU ME RENDS VICTORIEUX</a:t>
            </a:r>
          </a:p>
          <a:p>
            <a:r>
              <a:rPr lang="fr-FR" smtClean="0"/>
              <a:t>Tu és o Filho de Deus, Que me ergues pra vencer
18-  SEIGNEUR DE TOUT EN MOI J’PEUX ENTENDRE TA VOIX</a:t>
            </a:r>
          </a:p>
          <a:p>
            <a:r>
              <a:rPr lang="fr-FR" smtClean="0"/>
              <a:t>Senhor de tudo em mim, já ouço a Tua voz
19-  QUI ME RAPPELLE À LA VIE À TA PUISSANCE AUJOURD’HUI 
Me chamando pra viver, uma história de poder!</a:t>
            </a:r>
          </a:p>
          <a:p>
            <a:endParaRPr lang="fr-FR" smtClean="0"/>
          </a:p>
          <a:p>
            <a:r>
              <a:rPr lang="fr-FR" smtClean="0"/>
              <a:t>	Refrain : x2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8144772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MAÎTRE J’AI TANT BESOIN D’UN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eu preciso de um milagre 
2-  VIENS TRANSFORMER MA VIE  ET CHANGE-MOI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 minha vida, meu estado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DEPUIS LONGTEMPS JE NE VOIS PLUS LA LUMIÈRE DU JOUR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 tempo que eu não vejo a luz do dia 
4-  ILS ESSAYENT À JAMAIS  D’ENTERRER MA JOIE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Estão tentando sepultar minha alegria
5-  ET D’ANNULER TOUS MES RÊVES  POUR TOUJOURS 
Tentando ver meus sonhos cancelados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LAZARE A PU ENTENDRE TA VOIX QUAND CETTE PIERRE, TU AS ENLEVÉE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Lázaro ouviu a Sua voz, quando aquela pedra removeu
7-  APRÈS QUATRE JOURS  IL S’EST ENFIN RELEVÉ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 de quatro dias ele reviveu
8-  MAÎTRE, IL N’Y A PERSONNE 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não há outro que possa fazer
9-  QUI PUISSE ACCOMPLIR CE QUE SEUL TON NOM PUISSANT PEUT FAIRE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Aquilo que só o Teu nome tem todo poder
10-  MAÎTRE J’AI TANT BESOIN D’UN MIRACLE 
Eu preciso tanto de um milagre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QUE MA PIERRE ROULE DEVANT TOI PAR MON PRENOM 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Remove minha pedra, me chama pelo nome
	12-  VIENS CHANGER MON HISTOIRE RESSUSCITE MES RÊVES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Muda minha história, ressuscita os meus sonhos
	13-  CHANGE MA VIE, QUE JE SOIS UN MIRACLE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Transforma minha vida, me faz um milagre 
	14-  OUI, AUJOURD’HUI, TOUCHE-MOI DU TOMBEAU DÉLIVRE-MOI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Me toca nessa hora, me chama para fora
	15-  RESSUSCITE-MOI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Ressuscita-me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LA SOURCE DE VIE LA FORCE QUI ME REMPLIT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a própria vida, a força que há em mim 
17-  OUI, TU ES LE FILS DE DIEU TU ME RENDS VICTORIEUX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o Filho de Deus, Que me ergues pra vencer
18-  SEIGNEUR DE TOUT EN MOI J’PEUX ENTENDRE TA VOIX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 de tudo em mim, já ouço a Tua voz
19-  QUI ME RAPPELLE À LA VIE À TA PUISSANCE AUJOURD’HUI 
Me chamando pra viver, uma história de poder!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MAÎTRE J’AI TANT BESOIN D’UN MIRACLE</a:t>
            </a:r>
          </a:p>
          <a:p>
            <a:r>
              <a:rPr lang="fr-FR" smtClean="0"/>
              <a:t>Mestre eu preciso de um milagre 
2-  VIENS TRANSFORMER MA VIE  ET CHANGE-MOI </a:t>
            </a:r>
          </a:p>
          <a:p>
            <a:r>
              <a:rPr lang="fr-FR" smtClean="0"/>
              <a:t>Transforma minha vida, meu estado</a:t>
            </a:r>
          </a:p>
          <a:p>
            <a:r>
              <a:rPr lang="fr-FR" smtClean="0"/>
              <a:t>3- DEPUIS LONGTEMPS JE NE VOIS PLUS LA LUMIÈRE DU JOUR</a:t>
            </a:r>
          </a:p>
          <a:p>
            <a:r>
              <a:rPr lang="fr-FR" smtClean="0"/>
              <a:t>Faz tempo que eu não vejo a luz do dia 
4-  ILS ESSAYENT À JAMAIS  D’ENTERRER MA JOIE </a:t>
            </a:r>
          </a:p>
          <a:p>
            <a:r>
              <a:rPr lang="fr-FR" smtClean="0"/>
              <a:t>Estão tentando sepultar minha alegria
5-  ET D’ANNULER TOUS MES RÊVES  POUR TOUJOURS 
Tentando ver meus sonhos cancelados</a:t>
            </a:r>
          </a:p>
          <a:p>
            <a:endParaRPr lang="fr-FR" smtClean="0"/>
          </a:p>
          <a:p>
            <a:r>
              <a:rPr lang="fr-FR" smtClean="0"/>
              <a:t>6-  LAZARE A PU ENTENDRE TA VOIX QUAND CETTE PIERRE, TU AS ENLEVÉE </a:t>
            </a:r>
          </a:p>
          <a:p>
            <a:r>
              <a:rPr lang="fr-FR" smtClean="0"/>
              <a:t>Lázaro ouviu a Sua voz, quando aquela pedra removeu
7-  APRÈS QUATRE JOURS  IL S’EST ENFIN RELEVÉ </a:t>
            </a:r>
          </a:p>
          <a:p>
            <a:r>
              <a:rPr lang="fr-FR" smtClean="0"/>
              <a:t>Depois de quatro dias ele reviveu
8-  MAÎTRE, IL N’Y A PERSONNE  SUR TOUTE LA TERRE </a:t>
            </a:r>
          </a:p>
          <a:p>
            <a:r>
              <a:rPr lang="fr-FR" smtClean="0"/>
              <a:t>Mestre não há outro que possa fazer
9-  QUI PUISSE ACCOMPLIR CE QUE SEUL TON NOM PUISSANT PEUT FAIRE </a:t>
            </a:r>
          </a:p>
          <a:p>
            <a:r>
              <a:rPr lang="fr-FR" smtClean="0"/>
              <a:t>Aquilo que só o Teu nome tem todo poder
10-  MAÎTRE J’AI TANT BESOIN D’UN MIRACLE 
Eu preciso tanto de um milagre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11-  QUE MA PIERRE ROULE DEVANT TOI PAR MON PRENOM APPELLE-MOI </a:t>
            </a:r>
          </a:p>
          <a:p>
            <a:r>
              <a:rPr lang="fr-FR" smtClean="0"/>
              <a:t>	Remove minha pedra, me chama pelo nome
	12-  VIENS CHANGER MON HISTOIRE RESSUSCITE MES RÊVES </a:t>
            </a:r>
          </a:p>
          <a:p>
            <a:r>
              <a:rPr lang="fr-FR" smtClean="0"/>
              <a:t>	Muda minha história, ressuscita os meus sonhos
	13-  CHANGE MA VIE, QUE JE SOIS UN MIRACLE POUR TOI</a:t>
            </a:r>
          </a:p>
          <a:p>
            <a:r>
              <a:rPr lang="fr-FR" smtClean="0"/>
              <a:t>	Transforma minha vida, me faz um milagre 
	14-  OUI, AUJOURD’HUI, TOUCHE-MOI DU TOMBEAU DÉLIVRE-MOI</a:t>
            </a:r>
          </a:p>
          <a:p>
            <a:r>
              <a:rPr lang="fr-FR" smtClean="0"/>
              <a:t>	Me toca nessa hora, me chama para fora
	15-  RESSUSCITE-MOI </a:t>
            </a:r>
          </a:p>
          <a:p>
            <a:r>
              <a:rPr lang="fr-FR" smtClean="0"/>
              <a:t>	Ressuscita-me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16-  TU ES LA SOURCE DE VIE LA FORCE QUI ME REMPLIT </a:t>
            </a:r>
          </a:p>
          <a:p>
            <a:r>
              <a:rPr lang="fr-FR" smtClean="0"/>
              <a:t>Tu és a própria vida, a força que há em mim 
17-  OUI, TU ES LE FILS DE DIEU TU ME RENDS VICTORIEUX</a:t>
            </a:r>
          </a:p>
          <a:p>
            <a:r>
              <a:rPr lang="fr-FR" smtClean="0"/>
              <a:t>Tu és o Filho de Deus, Que me ergues pra vencer
18-  SEIGNEUR DE TOUT EN MOI J’PEUX ENTENDRE TA VOIX</a:t>
            </a:r>
          </a:p>
          <a:p>
            <a:r>
              <a:rPr lang="fr-FR" smtClean="0"/>
              <a:t>Senhor de tudo em mim, já ouço a Tua voz
19-  QUI ME RAPPELLE À LA VIE À TA PUISSANCE AUJOURD’HUI 
Me chamando pra viver, uma história de poder!</a:t>
            </a:r>
          </a:p>
          <a:p>
            <a:endParaRPr lang="fr-FR" smtClean="0"/>
          </a:p>
          <a:p>
            <a:r>
              <a:rPr lang="fr-FR" smtClean="0"/>
              <a:t>	Refrain : x2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40045155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MAÎTRE J’AI TANT BESOIN D’UN MIRACLE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eu preciso de um milagre 
2-  VIENS TRANSFORMER MA VIE  ET CHANGE-MOI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 minha vida, meu estado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DEPUIS LONGTEMPS JE NE VOIS PLUS LA LUMIÈRE DU JOUR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 tempo que eu não vejo a luz do dia 
4-  ILS ESSAYENT À JAMAIS  D’ENTERRER MA JOIE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Estão tentando sepultar minha alegria
5-  ET D’ANNULER TOUS MES RÊVES  POUR TOUJOURS 
Tentando ver meus sonhos cancelados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LAZARE A PU ENTENDRE TA VOIX QUAND CETTE PIERRE, TU AS ENLEVÉE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Lázaro ouviu a Sua voz, quando aquela pedra removeu
7-  APRÈS QUATRE JOURS  IL S’EST ENFIN RELEVÉ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 de quatro dias ele reviveu
8-  MAÎTRE, IL N’Y A PERSONNE  SUR TOUTE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Mestre não há outro que possa fazer
9-  QUI PUISSE ACCOMPLIR CE QUE SEUL TON NOM PUISSANT PEUT FAIRE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Aquilo que só o Teu nome tem todo poder
10-  MAÎTRE J’AI TANT BESOIN D’UN MIRACLE 
Eu preciso tanto de um milagre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QUE MA PIERRE ROULE DEVANT TOI PAR MON PRENOM APPELLE-MOI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Remove minha pedra, me chama pelo nome
	12-  VIENS CHANGER MON HISTOIRE RESSUSCITE MES RÊVES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Muda minha história, ressuscita os meus sonhos
	13-  CHANGE MA VIE, QUE JE SOIS UN MIRACLE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Transforma minha vida, me faz um milagre 
	14-  OUI, AUJOURD’HUI, TOUCHE-MOI DU TOMBEAU DÉLIVRE-MOI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Me toca nessa hora, me chama para fora
	15-  RESSUSCITE-MOI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Ressuscita-me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TU ES LA SOURCE DE VIE LA FORCE QUI ME REMPLIT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a própria vida, a força que há em mim 
17-  OUI, TU ES LE FILS DE DIEU TU ME RENDS VICTORIEUX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és o Filho de Deus, Que me ergues pra vencer
18-  SEIGNEUR DE TOUT EN MOI J’PEUX ENTENDRE TA VOIX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Senhor de tudo em mim, já ouço a Tua voz
19-  QUI ME RAPPELLE À LA VIE À TA PUISSANCE AUJOURD’HUI 
Me chamando pra viver, uma história de poder!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 x2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MAÎTRE J’AI TANT BESOIN D’UN MIRACLE</a:t>
            </a:r>
          </a:p>
          <a:p>
            <a:r>
              <a:rPr lang="fr-FR" smtClean="0"/>
              <a:t>Mestre eu preciso de um milagre 
2-  VIENS TRANSFORMER MA VIE  ET CHANGE-MOI </a:t>
            </a:r>
          </a:p>
          <a:p>
            <a:r>
              <a:rPr lang="fr-FR" smtClean="0"/>
              <a:t>Transforma minha vida, meu estado</a:t>
            </a:r>
          </a:p>
          <a:p>
            <a:r>
              <a:rPr lang="fr-FR" smtClean="0"/>
              <a:t>3- DEPUIS LONGTEMPS JE NE VOIS PLUS LA LUMIÈRE DU JOUR</a:t>
            </a:r>
          </a:p>
          <a:p>
            <a:r>
              <a:rPr lang="fr-FR" smtClean="0"/>
              <a:t>Faz tempo que eu não vejo a luz do dia 
4-  ILS ESSAYENT À JAMAIS  D’ENTERRER MA JOIE </a:t>
            </a:r>
          </a:p>
          <a:p>
            <a:r>
              <a:rPr lang="fr-FR" smtClean="0"/>
              <a:t>Estão tentando sepultar minha alegria
5-  ET D’ANNULER TOUS MES RÊVES  POUR TOUJOURS 
Tentando ver meus sonhos cancelados</a:t>
            </a:r>
          </a:p>
          <a:p>
            <a:endParaRPr lang="fr-FR" smtClean="0"/>
          </a:p>
          <a:p>
            <a:r>
              <a:rPr lang="fr-FR" smtClean="0"/>
              <a:t>6-  LAZARE A PU ENTENDRE TA VOIX QUAND CETTE PIERRE, TU AS ENLEVÉE </a:t>
            </a:r>
          </a:p>
          <a:p>
            <a:r>
              <a:rPr lang="fr-FR" smtClean="0"/>
              <a:t>Lázaro ouviu a Sua voz, quando aquela pedra removeu
7-  APRÈS QUATRE JOURS  IL S’EST ENFIN RELEVÉ </a:t>
            </a:r>
          </a:p>
          <a:p>
            <a:r>
              <a:rPr lang="fr-FR" smtClean="0"/>
              <a:t>Depois de quatro dias ele reviveu
8-  MAÎTRE, IL N’Y A PERSONNE  SUR TOUTE LA TERRE </a:t>
            </a:r>
          </a:p>
          <a:p>
            <a:r>
              <a:rPr lang="fr-FR" smtClean="0"/>
              <a:t>Mestre não há outro que possa fazer
9-  QUI PUISSE ACCOMPLIR CE QUE SEUL TON NOM PUISSANT PEUT FAIRE </a:t>
            </a:r>
          </a:p>
          <a:p>
            <a:r>
              <a:rPr lang="fr-FR" smtClean="0"/>
              <a:t>Aquilo que só o Teu nome tem todo poder
10-  MAÎTRE J’AI TANT BESOIN D’UN MIRACLE 
Eu preciso tanto de um milagre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11-  QUE MA PIERRE ROULE DEVANT TOI PAR MON PRENOM APPELLE-MOI </a:t>
            </a:r>
          </a:p>
          <a:p>
            <a:r>
              <a:rPr lang="fr-FR" smtClean="0"/>
              <a:t>	Remove minha pedra, me chama pelo nome
	12-  VIENS CHANGER MON HISTOIRE RESSUSCITE MES RÊVES </a:t>
            </a:r>
          </a:p>
          <a:p>
            <a:r>
              <a:rPr lang="fr-FR" smtClean="0"/>
              <a:t>	Muda minha história, ressuscita os meus sonhos
	13-  CHANGE MA VIE, QUE JE SOIS UN MIRACLE POUR TOI</a:t>
            </a:r>
          </a:p>
          <a:p>
            <a:r>
              <a:rPr lang="fr-FR" smtClean="0"/>
              <a:t>	Transforma minha vida, me faz um milagre 
	14-  OUI, AUJOURD’HUI, TOUCHE-MOI DU TOMBEAU DÉLIVRE-MOI</a:t>
            </a:r>
          </a:p>
          <a:p>
            <a:r>
              <a:rPr lang="fr-FR" smtClean="0"/>
              <a:t>	Me toca nessa hora, me chama para fora
	15-  RESSUSCITE-MOI </a:t>
            </a:r>
          </a:p>
          <a:p>
            <a:r>
              <a:rPr lang="fr-FR" smtClean="0"/>
              <a:t>	Ressuscita-me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16-  TU ES LA SOURCE DE VIE LA FORCE QUI ME REMPLIT </a:t>
            </a:r>
          </a:p>
          <a:p>
            <a:r>
              <a:rPr lang="fr-FR" smtClean="0"/>
              <a:t>Tu és a própria vida, a força que há em mim 
17-  OUI, TU ES LE FILS DE DIEU TU ME RENDS VICTORIEUX</a:t>
            </a:r>
          </a:p>
          <a:p>
            <a:r>
              <a:rPr lang="fr-FR" smtClean="0"/>
              <a:t>Tu és o Filho de Deus, Que me ergues pra vencer
18-  SEIGNEUR DE TOUT EN MOI J’PEUX ENTENDRE TA VOIX</a:t>
            </a:r>
          </a:p>
          <a:p>
            <a:r>
              <a:rPr lang="fr-FR" smtClean="0"/>
              <a:t>Senhor de tudo em mim, já ouço a Tua voz
19-  QUI ME RAPPELLE À LA VIE À TA PUISSANCE AUJOURD’HUI 
Me chamando pra viver, uma história de poder!</a:t>
            </a:r>
          </a:p>
          <a:p>
            <a:endParaRPr lang="fr-FR" smtClean="0"/>
          </a:p>
          <a:p>
            <a:r>
              <a:rPr lang="fr-FR" smtClean="0"/>
              <a:t>	Refrain : x2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97081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MAÎTRE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TANT BESOIN D’UN MIRACLE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VIENS TRANSFORMER MA VIE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CHANGE-MOI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73189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DEPUIS LONGTEMPS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VOIS PLUS LA LUMIÈRE DU JOUR</a:t>
            </a:r>
          </a:p>
        </p:txBody>
      </p:sp>
    </p:spTree>
    <p:extLst>
      <p:ext uri="{BB962C8B-B14F-4D97-AF65-F5344CB8AC3E}">
        <p14:creationId xmlns:p14="http://schemas.microsoft.com/office/powerpoint/2010/main" val="273421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ILS ESSAYENT À JAMAIS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D’ENTERRER MA JOIE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9215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D’ANNULER TOUS MES RÊVES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TOUJOURS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20304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LAZARE A PU ENTENDRE TA VOIX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CETTE PIERRE TU AS ENLEVÉE</a:t>
            </a:r>
          </a:p>
        </p:txBody>
      </p:sp>
    </p:spTree>
    <p:extLst>
      <p:ext uri="{BB962C8B-B14F-4D97-AF65-F5344CB8AC3E}">
        <p14:creationId xmlns:p14="http://schemas.microsoft.com/office/powerpoint/2010/main" val="1596597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APRÈS QUATRE JOURS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S’EST ENFIN RELEVÉ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34284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MAÎTRE, IL N’Y A PERSONNE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TOUTE LA TERRE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72546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PUISSE ACCOMPLIR CE QUE SEUL TON NOM PUISSANT PEUT FAIRE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08665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MAÎTRE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TANT BESOIN D’UN MIRACLE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16076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MA PIERRE ROULE DEVANT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MON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PRÉNOM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APPELLE-MOI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68243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VIENS CHANGER MON HISTOIRE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RESSUSCITER MES RÊVES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11569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CHANGE MA VIE, QUE JE SOIS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MIRACLE POUR TOI</a:t>
            </a:r>
          </a:p>
        </p:txBody>
      </p:sp>
    </p:spTree>
    <p:extLst>
      <p:ext uri="{BB962C8B-B14F-4D97-AF65-F5344CB8AC3E}">
        <p14:creationId xmlns:p14="http://schemas.microsoft.com/office/powerpoint/2010/main" val="482932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OUI, AUJOURD’HUI, TOUCHE-MOI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DU TOMBEAU DÉLIVRE-MOI</a:t>
            </a:r>
          </a:p>
        </p:txBody>
      </p:sp>
    </p:spTree>
    <p:extLst>
      <p:ext uri="{BB962C8B-B14F-4D97-AF65-F5344CB8AC3E}">
        <p14:creationId xmlns:p14="http://schemas.microsoft.com/office/powerpoint/2010/main" val="3686512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RESSUSCITE-MOI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73004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LA SOURCE DE VIE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FORCE QUI ME REMPLIT </a:t>
            </a:r>
          </a:p>
        </p:txBody>
      </p:sp>
    </p:spTree>
    <p:extLst>
      <p:ext uri="{BB962C8B-B14F-4D97-AF65-F5344CB8AC3E}">
        <p14:creationId xmlns:p14="http://schemas.microsoft.com/office/powerpoint/2010/main" val="3519357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OUI, TU ES LE FILS DE DIEU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ME RENDS VICTORIEUX</a:t>
            </a:r>
          </a:p>
        </p:txBody>
      </p:sp>
    </p:spTree>
    <p:extLst>
      <p:ext uri="{BB962C8B-B14F-4D97-AF65-F5344CB8AC3E}">
        <p14:creationId xmlns:p14="http://schemas.microsoft.com/office/powerpoint/2010/main" val="1821415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 DE TOUT EN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PEUX ENTENDRE TA VOIX</a:t>
            </a:r>
          </a:p>
        </p:txBody>
      </p:sp>
    </p:spTree>
    <p:extLst>
      <p:ext uri="{BB962C8B-B14F-4D97-AF65-F5344CB8AC3E}">
        <p14:creationId xmlns:p14="http://schemas.microsoft.com/office/powerpoint/2010/main" val="776080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ME RAPPELLE À LA VIE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TA PUISSANCE, AUJOURD’HUI</a:t>
            </a:r>
          </a:p>
        </p:txBody>
      </p:sp>
    </p:spTree>
    <p:extLst>
      <p:ext uri="{BB962C8B-B14F-4D97-AF65-F5344CB8AC3E}">
        <p14:creationId xmlns:p14="http://schemas.microsoft.com/office/powerpoint/2010/main" val="2606134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17280</TotalTime>
  <Words>733</Words>
  <Application>Microsoft Office PowerPoint</Application>
  <PresentationFormat>Affichage à l'écran (4:3)</PresentationFormat>
  <Paragraphs>1290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2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187</cp:revision>
  <dcterms:created xsi:type="dcterms:W3CDTF">2002-08-17T10:50:50Z</dcterms:created>
  <dcterms:modified xsi:type="dcterms:W3CDTF">2022-09-24T16:09:42Z</dcterms:modified>
</cp:coreProperties>
</file>