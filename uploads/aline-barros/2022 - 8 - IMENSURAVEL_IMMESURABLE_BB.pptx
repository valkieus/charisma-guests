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9" r:id="rId2"/>
    <p:sldId id="258" r:id="rId3"/>
    <p:sldId id="261" r:id="rId4"/>
    <p:sldId id="260" r:id="rId5"/>
    <p:sldId id="262" r:id="rId6"/>
    <p:sldId id="263" r:id="rId7"/>
    <p:sldId id="266" r:id="rId8"/>
    <p:sldId id="267" r:id="rId9"/>
    <p:sldId id="268" r:id="rId10"/>
    <p:sldId id="269" r:id="rId11"/>
    <p:sldId id="271" r:id="rId12"/>
    <p:sldId id="270" r:id="rId1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sans titre" id="{9B1AD336-F581-4F25-9715-977137361187}">
          <p14:sldIdLst>
            <p14:sldId id="259"/>
            <p14:sldId id="258"/>
            <p14:sldId id="261"/>
            <p14:sldId id="260"/>
            <p14:sldId id="262"/>
            <p14:sldId id="263"/>
            <p14:sldId id="266"/>
            <p14:sldId id="267"/>
            <p14:sldId id="268"/>
            <p14:sldId id="269"/>
            <p14:sldId id="271"/>
            <p14:sldId id="2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76" autoAdjust="0"/>
    <p:restoredTop sz="27023" autoAdjust="0"/>
  </p:normalViewPr>
  <p:slideViewPr>
    <p:cSldViewPr>
      <p:cViewPr varScale="1">
        <p:scale>
          <a:sx n="17" d="100"/>
          <a:sy n="17" d="100"/>
        </p:scale>
        <p:origin x="1008" y="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2416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B5D5E6B-900D-4801-A0B4-8E26BD090137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JE SUIS UN HÉRITIER ENFANT DE CET AMOUR</a:t>
            </a:r>
          </a:p>
          <a:p>
            <a:r>
              <a:rPr lang="fr-FR" smtClean="0"/>
              <a:t>Herdeiro me tornei sou filho desse amor  </a:t>
            </a:r>
            <a:br>
              <a:rPr lang="fr-FR" smtClean="0"/>
            </a:br>
            <a:r>
              <a:rPr lang="fr-FR" smtClean="0"/>
              <a:t>2-  MANIFESTÉ EN JÉSUS SUR LA CROIX </a:t>
            </a:r>
          </a:p>
          <a:p>
            <a:r>
              <a:rPr lang="fr-FR" smtClean="0"/>
              <a:t>Manifestado em jesus na cruz </a:t>
            </a:r>
            <a:br>
              <a:rPr lang="fr-FR" smtClean="0"/>
            </a:br>
            <a:r>
              <a:rPr lang="fr-FR" smtClean="0"/>
              <a:t>3-  EN LUI SE TROUVE L'AMOUR QUI ME FAIT VIVRE </a:t>
            </a:r>
          </a:p>
          <a:p>
            <a:r>
              <a:rPr lang="fr-FR" smtClean="0"/>
              <a:t>Nele esta o amor que me faz viver </a:t>
            </a:r>
            <a:br>
              <a:rPr lang="fr-FR" smtClean="0"/>
            </a:br>
            <a:r>
              <a:rPr lang="fr-FR" smtClean="0"/>
              <a:t>4-  MON NOM EST ÉCRIT DANS SES MAINS </a:t>
            </a:r>
          </a:p>
          <a:p>
            <a:r>
              <a:rPr lang="fr-FR" smtClean="0"/>
              <a:t>Meu nome esta escrito em suas mãos</a:t>
            </a:r>
          </a:p>
          <a:p>
            <a:endParaRPr lang="fr-FR" smtClean="0"/>
          </a:p>
          <a:p>
            <a:r>
              <a:rPr lang="fr-FR" smtClean="0"/>
              <a:t>
	Pré-Refrain :</a:t>
            </a:r>
            <a:br>
              <a:rPr lang="fr-FR" smtClean="0"/>
            </a:br>
            <a:r>
              <a:rPr lang="fr-FR" smtClean="0"/>
              <a:t>	5-  IMMESURABLE AMOUR QUI M’A ATTIRÉ, M’A SAUVÉ</a:t>
            </a:r>
          </a:p>
          <a:p>
            <a:r>
              <a:rPr lang="fr-FR" smtClean="0"/>
              <a:t>	Imensuravel amor, que me atraiu, me salvou 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6-  J’AI CONNU UN AMOUR SI PUISSANT SI PUISSANT </a:t>
            </a:r>
          </a:p>
          <a:p>
            <a:r>
              <a:rPr lang="fr-FR" smtClean="0"/>
              <a:t>	Eu conheci um amor tão grande tão grande </a:t>
            </a:r>
            <a:br>
              <a:rPr lang="fr-FR" smtClean="0"/>
            </a:br>
            <a:r>
              <a:rPr lang="fr-FR" smtClean="0"/>
              <a:t>	7-  AMOUR QUI TRANSFORME ET CHASSE À JAMAIS TOUTES LES PEURS</a:t>
            </a:r>
          </a:p>
          <a:p>
            <a:r>
              <a:rPr lang="fr-FR" smtClean="0"/>
              <a:t>	amor que transforma e lança fora todo medo </a:t>
            </a:r>
          </a:p>
          <a:p>
            <a:r>
              <a:rPr lang="fr-FR" smtClean="0"/>
              <a:t>X2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OH, OH, OH, OH, OH, OH, OH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9-  (IL) M’A AIMÉ EN PREMIER QUEL AMOUR PARFAIT</a:t>
            </a:r>
          </a:p>
          <a:p>
            <a:r>
              <a:rPr lang="fr-FR" smtClean="0"/>
              <a:t>Me amou primeiro que amor perfeito  
10-  SA GRÂCE M’A TOUCHÉ</a:t>
            </a:r>
          </a:p>
          <a:p>
            <a:r>
              <a:rPr lang="fr-FR" smtClean="0"/>
              <a:t>Sua graça me alcançou,  
11-  PLUS JAMAIS ESCLAVE MAINTENANT HÉRITIER</a:t>
            </a:r>
          </a:p>
          <a:p>
            <a:r>
              <a:rPr lang="fr-FR" smtClean="0"/>
              <a:t>oh uoh não mais escravo, Agora herdeiro  
12-  JÉSUS M’A LIBÉRÉ </a:t>
            </a:r>
          </a:p>
          <a:p>
            <a:r>
              <a:rPr lang="fr-FR" smtClean="0"/>
              <a:t>Jesus me libertou</a:t>
            </a:r>
          </a:p>
          <a:p>
            <a:r>
              <a:rPr lang="fr-FR" smtClean="0"/>
              <a:t>X3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r>
              <a:rPr lang="fr-FR" smtClean="0"/>
              <a:t>Pont :  x2</a:t>
            </a:r>
          </a:p>
          <a:p>
            <a:r>
              <a:rPr lang="fr-FR" smtClean="0"/>
              <a:t>
</a:t>
            </a:r>
            <a:endParaRPr lang="fr-FR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000000"/>
                </a:solidFill>
                <a:effectLst/>
                <a:latin typeface="Tahoma" panose="020B060403050404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000000"/>
                </a:solidFill>
                <a:effectLst/>
                <a:latin typeface="Tahoma" panose="020B060403050404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1-  JE SUIS UN HÉRITIER ENFANT DE CET AMOUR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000000"/>
                </a:solidFill>
                <a:effectLst/>
                <a:latin typeface="Tahoma" panose="020B060403050404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Herdeiro me tornei sou filho desse amor  </a:t>
            </a:r>
            <a:br>
              <a:rPr lang="fr-FR" sz="1800" smtClean="0">
                <a:solidFill>
                  <a:srgbClr val="000000"/>
                </a:solidFill>
                <a:effectLst/>
                <a:latin typeface="Tahoma" panose="020B060403050404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fr-FR" sz="1800" smtClean="0">
                <a:solidFill>
                  <a:srgbClr val="000000"/>
                </a:solidFill>
                <a:effectLst/>
                <a:latin typeface="Tahoma" panose="020B060403050404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2-  MANIFESTÉ EN JÉSUS SUR LA CROIX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000000"/>
                </a:solidFill>
                <a:effectLst/>
                <a:latin typeface="Tahoma" panose="020B060403050404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Manifestado em jesus na cruz </a:t>
            </a:r>
            <a:br>
              <a:rPr lang="fr-FR" sz="1800" smtClean="0">
                <a:solidFill>
                  <a:srgbClr val="000000"/>
                </a:solidFill>
                <a:effectLst/>
                <a:latin typeface="Tahoma" panose="020B060403050404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fr-FR" sz="1800" smtClean="0">
                <a:solidFill>
                  <a:srgbClr val="000000"/>
                </a:solidFill>
                <a:effectLst/>
                <a:latin typeface="Tahoma" panose="020B060403050404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3-  EN LUI SE TROUVE L'AMOUR QUI ME FAIT VIVRE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000000"/>
                </a:solidFill>
                <a:effectLst/>
                <a:latin typeface="Tahoma" panose="020B060403050404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Nele esta o amor que me faz viver </a:t>
            </a:r>
            <a:br>
              <a:rPr lang="fr-FR" sz="1800" smtClean="0">
                <a:solidFill>
                  <a:srgbClr val="000000"/>
                </a:solidFill>
                <a:effectLst/>
                <a:latin typeface="Tahoma" panose="020B060403050404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fr-FR" sz="1800" smtClean="0">
                <a:solidFill>
                  <a:srgbClr val="000000"/>
                </a:solidFill>
                <a:effectLst/>
                <a:latin typeface="Tahoma" panose="020B060403050404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4-  MON NOM EST ÉCRIT DANS SES MAINS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000000"/>
                </a:solidFill>
                <a:effectLst/>
                <a:latin typeface="Tahoma" panose="020B060403050404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Meu nome esta escrito em suas mãos</a:t>
            </a:r>
          </a:p>
          <a:p>
            <a:pPr>
              <a:lnSpc>
                <a:spcPct val="120000"/>
              </a:lnSpc>
            </a:pPr>
            <a:endParaRPr lang="fr-FR" sz="1800" smtClean="0">
              <a:solidFill>
                <a:srgbClr val="000000"/>
              </a:solidFill>
              <a:effectLst/>
              <a:latin typeface="Tahoma" panose="020B060403050404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000000"/>
                </a:solidFill>
                <a:effectLst/>
                <a:latin typeface="Tahoma" panose="020B060403050404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
	Pré-Refrain :</a:t>
            </a:r>
            <a:br>
              <a:rPr lang="fr-FR" sz="1800" smtClean="0">
                <a:solidFill>
                  <a:srgbClr val="000000"/>
                </a:solidFill>
                <a:effectLst/>
                <a:latin typeface="Tahoma" panose="020B060403050404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fr-FR" sz="1800" smtClean="0">
                <a:solidFill>
                  <a:srgbClr val="000000"/>
                </a:solidFill>
                <a:effectLst/>
                <a:latin typeface="Tahoma" panose="020B060403050404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	5-  IMMESURABLE AMOUR QUI M’A ATTIRÉ, M’A SAUVÉ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000000"/>
                </a:solidFill>
                <a:effectLst/>
                <a:latin typeface="Tahoma" panose="020B060403050404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	Imensuravel amor, que me atraiu, me salvou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000000"/>
                </a:solidFill>
                <a:effectLst/>
                <a:latin typeface="Tahoma" panose="020B060403050404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
	Refrain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000000"/>
                </a:solidFill>
                <a:effectLst/>
                <a:latin typeface="Tahoma" panose="020B060403050404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	6-  J’AI CONNU UN AMOUR SI PUISSANT SI PUISSANT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000000"/>
                </a:solidFill>
                <a:effectLst/>
                <a:latin typeface="Tahoma" panose="020B060403050404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	Eu conheci um amor tão grande tão grande </a:t>
            </a:r>
            <a:br>
              <a:rPr lang="fr-FR" sz="1800" smtClean="0">
                <a:solidFill>
                  <a:srgbClr val="000000"/>
                </a:solidFill>
                <a:effectLst/>
                <a:latin typeface="Tahoma" panose="020B060403050404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fr-FR" sz="1800" smtClean="0">
                <a:solidFill>
                  <a:srgbClr val="000000"/>
                </a:solidFill>
                <a:effectLst/>
                <a:latin typeface="Tahoma" panose="020B060403050404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	7-  AMOUR QUI TRANSFORME ET CHASSE À JAMAIS TOUTES LES PEURS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000000"/>
                </a:solidFill>
                <a:effectLst/>
                <a:latin typeface="Tahoma" panose="020B060403050404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	amor que transforma e lança fora todo medo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000000"/>
                </a:solidFill>
                <a:effectLst/>
                <a:latin typeface="Tahoma" panose="020B060403050404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000000"/>
                </a:solidFill>
                <a:effectLst/>
                <a:latin typeface="Tahoma" panose="020B060403050404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fr-FR" sz="1800" smtClean="0">
                <a:solidFill>
                  <a:srgbClr val="000000"/>
                </a:solidFill>
                <a:effectLst/>
                <a:latin typeface="Tahoma" panose="020B060403050404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fr-FR" sz="1800" smtClean="0">
                <a:solidFill>
                  <a:srgbClr val="000000"/>
                </a:solidFill>
                <a:effectLst/>
                <a:latin typeface="Tahoma" panose="020B060403050404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8-  OH, OH, OH, OH, OH, OH, OH</a:t>
            </a:r>
          </a:p>
          <a:p>
            <a:pPr>
              <a:lnSpc>
                <a:spcPct val="120000"/>
              </a:lnSpc>
            </a:pPr>
            <a:endParaRPr lang="fr-FR" sz="1800" smtClean="0">
              <a:solidFill>
                <a:srgbClr val="000000"/>
              </a:solidFill>
              <a:effectLst/>
              <a:latin typeface="Tahoma" panose="020B060403050404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000000"/>
                </a:solidFill>
                <a:effectLst/>
                <a:latin typeface="Tahoma" panose="020B060403050404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	Pré-Refrain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000000"/>
                </a:solidFill>
                <a:effectLst/>
                <a:latin typeface="Tahoma" panose="020B060403050404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	Refrain :</a:t>
            </a:r>
          </a:p>
          <a:p>
            <a:pPr>
              <a:lnSpc>
                <a:spcPct val="120000"/>
              </a:lnSpc>
            </a:pPr>
            <a:endParaRPr lang="fr-FR" sz="1800" smtClean="0">
              <a:solidFill>
                <a:srgbClr val="000000"/>
              </a:solidFill>
              <a:effectLst/>
              <a:latin typeface="Tahoma" panose="020B060403050404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000000"/>
                </a:solidFill>
                <a:effectLst/>
                <a:latin typeface="Tahoma" panose="020B060403050404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Pont :
9-  (IL) M’A AIMÉ EN PREMIER QUEL AMOUR PARFAIT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000000"/>
                </a:solidFill>
                <a:effectLst/>
                <a:latin typeface="Tahoma" panose="020B060403050404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Me amou primeiro que amor perfeito  
10-  SA GRÂCE M’A TOUCHÉ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000000"/>
                </a:solidFill>
                <a:effectLst/>
                <a:latin typeface="Tahoma" panose="020B060403050404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Sua graça me alcançou,  
11-  PLUS JAMAIS ESCLAVE MAINTENANT HÉRITIER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000000"/>
                </a:solidFill>
                <a:effectLst/>
                <a:latin typeface="Tahoma" panose="020B060403050404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oh uoh não mais escravo, Agora herdeiro  
12-  JÉSUS M’A LIBÉRÉ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000000"/>
                </a:solidFill>
                <a:effectLst/>
                <a:latin typeface="Tahoma" panose="020B060403050404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Jesus me libertou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000000"/>
                </a:solidFill>
                <a:effectLst/>
                <a:latin typeface="Tahoma" panose="020B060403050404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X3</a:t>
            </a:r>
          </a:p>
          <a:p>
            <a:pPr>
              <a:lnSpc>
                <a:spcPct val="120000"/>
              </a:lnSpc>
            </a:pPr>
            <a:endParaRPr lang="fr-FR" sz="1800" smtClean="0">
              <a:solidFill>
                <a:srgbClr val="000000"/>
              </a:solidFill>
              <a:effectLst/>
              <a:latin typeface="Tahoma" panose="020B060403050404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000000"/>
                </a:solidFill>
                <a:effectLst/>
                <a:latin typeface="Tahoma" panose="020B060403050404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Refrain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000000"/>
                </a:solidFill>
                <a:effectLst/>
                <a:latin typeface="Tahoma" panose="020B060403050404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Pont :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000000"/>
                </a:solidFill>
                <a:effectLst/>
                <a:latin typeface="Tahoma" panose="020B060403050404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
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324463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JE SUIS UN HÉRITIER ENFANT DE CET AMOUR</a:t>
            </a:r>
          </a:p>
          <a:p>
            <a:r>
              <a:rPr lang="fr-FR" smtClean="0"/>
              <a:t>Herdeiro me tornei sou filho desse amor  </a:t>
            </a:r>
            <a:br>
              <a:rPr lang="fr-FR" smtClean="0"/>
            </a:br>
            <a:r>
              <a:rPr lang="fr-FR" smtClean="0"/>
              <a:t>2-  MANIFESTÉ EN JÉSUS SUR LA CROIX </a:t>
            </a:r>
          </a:p>
          <a:p>
            <a:r>
              <a:rPr lang="fr-FR" smtClean="0"/>
              <a:t>Manifestado em jesus na cruz </a:t>
            </a:r>
            <a:br>
              <a:rPr lang="fr-FR" smtClean="0"/>
            </a:br>
            <a:r>
              <a:rPr lang="fr-FR" smtClean="0"/>
              <a:t>3-  EN LUI SE TROUVE L'AMOUR QUI ME FAIT VIVRE </a:t>
            </a:r>
          </a:p>
          <a:p>
            <a:r>
              <a:rPr lang="fr-FR" smtClean="0"/>
              <a:t>Nele esta o amor que me faz viver </a:t>
            </a:r>
            <a:br>
              <a:rPr lang="fr-FR" smtClean="0"/>
            </a:br>
            <a:r>
              <a:rPr lang="fr-FR" smtClean="0"/>
              <a:t>4-  MON NOM EST ÉCRIT DANS SES MAINS </a:t>
            </a:r>
          </a:p>
          <a:p>
            <a:r>
              <a:rPr lang="fr-FR" smtClean="0"/>
              <a:t>Meu nome esta escrito em suas mãos</a:t>
            </a:r>
          </a:p>
          <a:p>
            <a:endParaRPr lang="fr-FR" smtClean="0"/>
          </a:p>
          <a:p>
            <a:r>
              <a:rPr lang="fr-FR" smtClean="0"/>
              <a:t>
	Pré-Refrain :</a:t>
            </a:r>
            <a:br>
              <a:rPr lang="fr-FR" smtClean="0"/>
            </a:br>
            <a:r>
              <a:rPr lang="fr-FR" smtClean="0"/>
              <a:t>	5-  IMMESURABLE AMOUR QUI M’A ATTIRÉ, M’A SAUVÉ</a:t>
            </a:r>
          </a:p>
          <a:p>
            <a:r>
              <a:rPr lang="fr-FR" smtClean="0"/>
              <a:t>	Imensuravel amor, que me atraiu, me salvou 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6-  J’AI CONNU UN AMOUR SI PUISSANT SI PUISSANT </a:t>
            </a:r>
          </a:p>
          <a:p>
            <a:r>
              <a:rPr lang="fr-FR" smtClean="0"/>
              <a:t>	Eu conheci um amor tão grande tão grande </a:t>
            </a:r>
            <a:br>
              <a:rPr lang="fr-FR" smtClean="0"/>
            </a:br>
            <a:r>
              <a:rPr lang="fr-FR" smtClean="0"/>
              <a:t>	7-  AMOUR QUI TRANSFORME ET CHASSE À JAMAIS TOUTES LES PEURS</a:t>
            </a:r>
          </a:p>
          <a:p>
            <a:r>
              <a:rPr lang="fr-FR" smtClean="0"/>
              <a:t>	amor que transforma e lança fora todo medo </a:t>
            </a:r>
          </a:p>
          <a:p>
            <a:r>
              <a:rPr lang="fr-FR" smtClean="0"/>
              <a:t>X2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OH, OH, OH, OH, OH, OH, OH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9-  (IL) M’A AIMÉ EN PREMIER QUEL AMOUR PARFAIT</a:t>
            </a:r>
          </a:p>
          <a:p>
            <a:r>
              <a:rPr lang="fr-FR" smtClean="0"/>
              <a:t>Me amou primeiro que amor perfeito  
10-  SA GRÂCE M’A TOUCHÉ</a:t>
            </a:r>
          </a:p>
          <a:p>
            <a:r>
              <a:rPr lang="fr-FR" smtClean="0"/>
              <a:t>Sua graça me alcançou,  
11-  PLUS JAMAIS ESCLAVE MAINTENANT HÉRITIER</a:t>
            </a:r>
          </a:p>
          <a:p>
            <a:r>
              <a:rPr lang="fr-FR" smtClean="0"/>
              <a:t>oh uoh não mais escravo, Agora herdeiro  
12-  JÉSUS M’A LIBÉRÉ </a:t>
            </a:r>
          </a:p>
          <a:p>
            <a:r>
              <a:rPr lang="fr-FR" smtClean="0"/>
              <a:t>Jesus me libertou</a:t>
            </a:r>
          </a:p>
          <a:p>
            <a:r>
              <a:rPr lang="fr-FR" smtClean="0"/>
              <a:t>X3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r>
              <a:rPr lang="fr-FR" smtClean="0"/>
              <a:t>Pont :  x2</a:t>
            </a:r>
          </a:p>
          <a:p>
            <a:r>
              <a:rPr lang="fr-FR" smtClean="0"/>
              <a:t>
</a:t>
            </a:r>
            <a:endParaRPr lang="fr-FR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Couplet :</a:t>
            </a:r>
          </a:p>
          <a:p>
            <a:pPr eaLnBrk="1" hangingPunct="1"/>
            <a:r>
              <a:rPr lang="fr-FR" smtClean="0"/>
              <a:t>1-  JE SUIS UN HÉRITIER ENFANT DE CET AMOUR</a:t>
            </a:r>
          </a:p>
          <a:p>
            <a:pPr eaLnBrk="1" hangingPunct="1"/>
            <a:r>
              <a:rPr lang="fr-FR" smtClean="0"/>
              <a:t>Herdeiro me tornei sou filho desse amor  </a:t>
            </a:r>
            <a:br>
              <a:rPr lang="fr-FR" smtClean="0"/>
            </a:br>
            <a:r>
              <a:rPr lang="fr-FR" smtClean="0"/>
              <a:t>2-  MANIFESTÉ EN JÉSUS SUR LA CROIX </a:t>
            </a:r>
          </a:p>
          <a:p>
            <a:pPr eaLnBrk="1" hangingPunct="1"/>
            <a:r>
              <a:rPr lang="fr-FR" smtClean="0"/>
              <a:t>Manifestado em jesus na cruz </a:t>
            </a:r>
            <a:br>
              <a:rPr lang="fr-FR" smtClean="0"/>
            </a:br>
            <a:r>
              <a:rPr lang="fr-FR" smtClean="0"/>
              <a:t>3-  EN LUI SE TROUVE L'AMOUR QUI ME FAIT VIVRE </a:t>
            </a:r>
          </a:p>
          <a:p>
            <a:pPr eaLnBrk="1" hangingPunct="1"/>
            <a:r>
              <a:rPr lang="fr-FR" smtClean="0"/>
              <a:t>Nele esta o amor que me faz viver </a:t>
            </a:r>
            <a:br>
              <a:rPr lang="fr-FR" smtClean="0"/>
            </a:br>
            <a:r>
              <a:rPr lang="fr-FR" smtClean="0"/>
              <a:t>4-  MON NOM EST ÉCRIT DANS SES MAINS </a:t>
            </a:r>
          </a:p>
          <a:p>
            <a:pPr eaLnBrk="1" hangingPunct="1"/>
            <a:r>
              <a:rPr lang="fr-FR" smtClean="0"/>
              <a:t>Meu nome esta escrito em suas mãos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
	Pré-Refrain :</a:t>
            </a:r>
            <a:br>
              <a:rPr lang="fr-FR" smtClean="0"/>
            </a:br>
            <a:r>
              <a:rPr lang="fr-FR" smtClean="0"/>
              <a:t>	5-  IMMESURABLE AMOUR QUI M’A ATTIRÉ, M’A SAUVÉ</a:t>
            </a:r>
          </a:p>
          <a:p>
            <a:pPr eaLnBrk="1" hangingPunct="1"/>
            <a:r>
              <a:rPr lang="fr-FR" smtClean="0"/>
              <a:t>	Imensuravel amor, que me atraiu, me salvou </a:t>
            </a:r>
          </a:p>
          <a:p>
            <a:pPr eaLnBrk="1" hangingPunct="1"/>
            <a:r>
              <a:rPr lang="fr-FR" smtClean="0"/>
              <a:t>
	Refrain :</a:t>
            </a:r>
          </a:p>
          <a:p>
            <a:pPr eaLnBrk="1" hangingPunct="1"/>
            <a:r>
              <a:rPr lang="fr-FR" smtClean="0"/>
              <a:t>	6-  J’AI CONNU UN AMOUR SI PUISSANT SI PUISSANT </a:t>
            </a:r>
          </a:p>
          <a:p>
            <a:pPr eaLnBrk="1" hangingPunct="1"/>
            <a:r>
              <a:rPr lang="fr-FR" smtClean="0"/>
              <a:t>	Eu conheci um amor tão grande tão grande </a:t>
            </a:r>
            <a:br>
              <a:rPr lang="fr-FR" smtClean="0"/>
            </a:br>
            <a:r>
              <a:rPr lang="fr-FR" smtClean="0"/>
              <a:t>	7-  AMOUR QUI TRANSFORME ET CHASSE À JAMAIS TOUTES LES PEURS</a:t>
            </a:r>
          </a:p>
          <a:p>
            <a:pPr eaLnBrk="1" hangingPunct="1"/>
            <a:r>
              <a:rPr lang="fr-FR" smtClean="0"/>
              <a:t>	amor que transforma e lança fora todo medo </a:t>
            </a:r>
          </a:p>
          <a:p>
            <a:pPr eaLnBrk="1" hangingPunct="1"/>
            <a:r>
              <a:rPr lang="fr-FR" smtClean="0"/>
              <a:t>X2</a:t>
            </a:r>
          </a:p>
          <a:p>
            <a:pPr eaLnBrk="1" hangingPunct="1"/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OH, OH, OH, OH, OH, OH, OH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Pré-Refrain :</a:t>
            </a:r>
          </a:p>
          <a:p>
            <a:pPr eaLnBrk="1" hangingPunct="1"/>
            <a:r>
              <a:rPr lang="fr-FR" smtClean="0"/>
              <a:t>	Refrain :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Pont :
9-  (IL) M’A AIMÉ EN PREMIER QUEL AMOUR PARFAIT</a:t>
            </a:r>
          </a:p>
          <a:p>
            <a:pPr eaLnBrk="1" hangingPunct="1"/>
            <a:r>
              <a:rPr lang="fr-FR" smtClean="0"/>
              <a:t>Me amou primeiro que amor perfeito  
10-  SA GRÂCE M’A TOUCHÉ</a:t>
            </a:r>
          </a:p>
          <a:p>
            <a:pPr eaLnBrk="1" hangingPunct="1"/>
            <a:r>
              <a:rPr lang="fr-FR" smtClean="0"/>
              <a:t>Sua graça me alcançou,  
11-  PLUS JAMAIS ESCLAVE MAINTENANT HÉRITIER</a:t>
            </a:r>
          </a:p>
          <a:p>
            <a:pPr eaLnBrk="1" hangingPunct="1"/>
            <a:r>
              <a:rPr lang="fr-FR" smtClean="0"/>
              <a:t>oh uoh não mais escravo, Agora herdeiro  
12-  JÉSUS M’A LIBÉRÉ </a:t>
            </a:r>
          </a:p>
          <a:p>
            <a:pPr eaLnBrk="1" hangingPunct="1"/>
            <a:r>
              <a:rPr lang="fr-FR" smtClean="0"/>
              <a:t>Jesus me libertou</a:t>
            </a:r>
          </a:p>
          <a:p>
            <a:pPr eaLnBrk="1" hangingPunct="1"/>
            <a:r>
              <a:rPr lang="fr-FR" smtClean="0"/>
              <a:t>X3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Refrain :</a:t>
            </a:r>
          </a:p>
          <a:p>
            <a:pPr eaLnBrk="1" hangingPunct="1"/>
            <a:r>
              <a:rPr lang="fr-FR" smtClean="0"/>
              <a:t>Pont :  x2</a:t>
            </a:r>
          </a:p>
          <a:p>
            <a:pPr eaLnBrk="1" hangingPunct="1"/>
            <a:r>
              <a:rPr lang="fr-FR" smtClean="0"/>
              <a:t>
</a:t>
            </a:r>
            <a:endParaRPr lang="fr-FR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JE SUIS UN HÉRITIER ENFANT DE CET AMOUR</a:t>
            </a:r>
          </a:p>
          <a:p>
            <a:r>
              <a:rPr lang="fr-FR" smtClean="0"/>
              <a:t>Herdeiro me tornei sou filho desse amor  </a:t>
            </a:r>
            <a:br>
              <a:rPr lang="fr-FR" smtClean="0"/>
            </a:br>
            <a:r>
              <a:rPr lang="fr-FR" smtClean="0"/>
              <a:t>2-  MANIFESTÉ EN JÉSUS SUR LA CROIX </a:t>
            </a:r>
          </a:p>
          <a:p>
            <a:r>
              <a:rPr lang="fr-FR" smtClean="0"/>
              <a:t>Manifestado em jesus na cruz </a:t>
            </a:r>
            <a:br>
              <a:rPr lang="fr-FR" smtClean="0"/>
            </a:br>
            <a:r>
              <a:rPr lang="fr-FR" smtClean="0"/>
              <a:t>3-  EN LUI SE TROUVE L'AMOUR QUI ME FAIT VIVRE </a:t>
            </a:r>
          </a:p>
          <a:p>
            <a:r>
              <a:rPr lang="fr-FR" smtClean="0"/>
              <a:t>Nele esta o amor que me faz viver </a:t>
            </a:r>
            <a:br>
              <a:rPr lang="fr-FR" smtClean="0"/>
            </a:br>
            <a:r>
              <a:rPr lang="fr-FR" smtClean="0"/>
              <a:t>4-  MON NOM EST ÉCRIT DANS SES MAINS </a:t>
            </a:r>
          </a:p>
          <a:p>
            <a:r>
              <a:rPr lang="fr-FR" smtClean="0"/>
              <a:t>Meu nome esta escrito em suas mãos</a:t>
            </a:r>
          </a:p>
          <a:p>
            <a:endParaRPr lang="fr-FR" smtClean="0"/>
          </a:p>
          <a:p>
            <a:r>
              <a:rPr lang="fr-FR" smtClean="0"/>
              <a:t>
	Pré-Refrain :</a:t>
            </a:r>
            <a:br>
              <a:rPr lang="fr-FR" smtClean="0"/>
            </a:br>
            <a:r>
              <a:rPr lang="fr-FR" smtClean="0"/>
              <a:t>	5-  IMMESURABLE AMOUR QUI M’A ATTIRÉ, M’A SAUVÉ</a:t>
            </a:r>
          </a:p>
          <a:p>
            <a:r>
              <a:rPr lang="fr-FR" smtClean="0"/>
              <a:t>	Imensuravel amor, que me atraiu, me salvou 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6-  J’AI CONNU UN AMOUR SI PUISSANT SI PUISSANT </a:t>
            </a:r>
          </a:p>
          <a:p>
            <a:r>
              <a:rPr lang="fr-FR" smtClean="0"/>
              <a:t>	Eu conheci um amor tão grande tão grande </a:t>
            </a:r>
            <a:br>
              <a:rPr lang="fr-FR" smtClean="0"/>
            </a:br>
            <a:r>
              <a:rPr lang="fr-FR" smtClean="0"/>
              <a:t>	7-  AMOUR QUI TRANSFORME ET CHASSE À JAMAIS TOUTES LES PEURS</a:t>
            </a:r>
          </a:p>
          <a:p>
            <a:r>
              <a:rPr lang="fr-FR" smtClean="0"/>
              <a:t>	amor que transforma e lança fora todo medo </a:t>
            </a:r>
          </a:p>
          <a:p>
            <a:r>
              <a:rPr lang="fr-FR" smtClean="0"/>
              <a:t>X2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OH, OH, OH, OH, OH, OH, OH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9-  (IL) M’A AIMÉ EN PREMIER QUEL AMOUR PARFAIT</a:t>
            </a:r>
          </a:p>
          <a:p>
            <a:r>
              <a:rPr lang="fr-FR" smtClean="0"/>
              <a:t>Me amou primeiro que amor perfeito  
10-  SA GRÂCE M’A TOUCHÉ</a:t>
            </a:r>
          </a:p>
          <a:p>
            <a:r>
              <a:rPr lang="fr-FR" smtClean="0"/>
              <a:t>Sua graça me alcançou,  
11-  PLUS JAMAIS ESCLAVE MAINTENANT HÉRITIER</a:t>
            </a:r>
          </a:p>
          <a:p>
            <a:r>
              <a:rPr lang="fr-FR" smtClean="0"/>
              <a:t>oh uoh não mais escravo, Agora herdeiro  
12-  JÉSUS M’A LIBÉRÉ </a:t>
            </a:r>
          </a:p>
          <a:p>
            <a:r>
              <a:rPr lang="fr-FR" smtClean="0"/>
              <a:t>Jesus me libertou</a:t>
            </a:r>
          </a:p>
          <a:p>
            <a:r>
              <a:rPr lang="fr-FR" smtClean="0"/>
              <a:t>X3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r>
              <a:rPr lang="fr-FR" smtClean="0"/>
              <a:t>Pont :  x2</a:t>
            </a:r>
          </a:p>
          <a:p>
            <a:r>
              <a:rPr lang="fr-FR" smtClean="0"/>
              <a:t>
</a:t>
            </a:r>
            <a:endParaRPr lang="fr-FR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Couplet :</a:t>
            </a:r>
          </a:p>
          <a:p>
            <a:pPr eaLnBrk="1" hangingPunct="1"/>
            <a:r>
              <a:rPr lang="fr-FR" smtClean="0"/>
              <a:t>1-  JE SUIS UN HÉRITIER ENFANT DE CET AMOUR</a:t>
            </a:r>
          </a:p>
          <a:p>
            <a:pPr eaLnBrk="1" hangingPunct="1"/>
            <a:r>
              <a:rPr lang="fr-FR" smtClean="0"/>
              <a:t>Herdeiro me tornei sou filho desse amor  </a:t>
            </a:r>
            <a:br>
              <a:rPr lang="fr-FR" smtClean="0"/>
            </a:br>
            <a:r>
              <a:rPr lang="fr-FR" smtClean="0"/>
              <a:t>2-  MANIFESTÉ EN JÉSUS SUR LA CROIX </a:t>
            </a:r>
          </a:p>
          <a:p>
            <a:pPr eaLnBrk="1" hangingPunct="1"/>
            <a:r>
              <a:rPr lang="fr-FR" smtClean="0"/>
              <a:t>Manifestado em jesus na cruz </a:t>
            </a:r>
            <a:br>
              <a:rPr lang="fr-FR" smtClean="0"/>
            </a:br>
            <a:r>
              <a:rPr lang="fr-FR" smtClean="0"/>
              <a:t>3-  EN LUI SE TROUVE L'AMOUR QUI ME FAIT VIVRE </a:t>
            </a:r>
          </a:p>
          <a:p>
            <a:pPr eaLnBrk="1" hangingPunct="1"/>
            <a:r>
              <a:rPr lang="fr-FR" smtClean="0"/>
              <a:t>Nele esta o amor que me faz viver </a:t>
            </a:r>
            <a:br>
              <a:rPr lang="fr-FR" smtClean="0"/>
            </a:br>
            <a:r>
              <a:rPr lang="fr-FR" smtClean="0"/>
              <a:t>4-  MON NOM EST ÉCRIT DANS SES MAINS </a:t>
            </a:r>
          </a:p>
          <a:p>
            <a:pPr eaLnBrk="1" hangingPunct="1"/>
            <a:r>
              <a:rPr lang="fr-FR" smtClean="0"/>
              <a:t>Meu nome esta escrito em suas mãos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
	Pré-Refrain :</a:t>
            </a:r>
            <a:br>
              <a:rPr lang="fr-FR" smtClean="0"/>
            </a:br>
            <a:r>
              <a:rPr lang="fr-FR" smtClean="0"/>
              <a:t>	5-  IMMESURABLE AMOUR QUI M’A ATTIRÉ, M’A SAUVÉ</a:t>
            </a:r>
          </a:p>
          <a:p>
            <a:pPr eaLnBrk="1" hangingPunct="1"/>
            <a:r>
              <a:rPr lang="fr-FR" smtClean="0"/>
              <a:t>	Imensuravel amor, que me atraiu, me salvou </a:t>
            </a:r>
          </a:p>
          <a:p>
            <a:pPr eaLnBrk="1" hangingPunct="1"/>
            <a:r>
              <a:rPr lang="fr-FR" smtClean="0"/>
              <a:t>
	Refrain :</a:t>
            </a:r>
          </a:p>
          <a:p>
            <a:pPr eaLnBrk="1" hangingPunct="1"/>
            <a:r>
              <a:rPr lang="fr-FR" smtClean="0"/>
              <a:t>	6-  J’AI CONNU UN AMOUR SI PUISSANT SI PUISSANT </a:t>
            </a:r>
          </a:p>
          <a:p>
            <a:pPr eaLnBrk="1" hangingPunct="1"/>
            <a:r>
              <a:rPr lang="fr-FR" smtClean="0"/>
              <a:t>	Eu conheci um amor tão grande tão grande </a:t>
            </a:r>
            <a:br>
              <a:rPr lang="fr-FR" smtClean="0"/>
            </a:br>
            <a:r>
              <a:rPr lang="fr-FR" smtClean="0"/>
              <a:t>	7-  AMOUR QUI TRANSFORME ET CHASSE À JAMAIS TOUTES LES PEURS</a:t>
            </a:r>
          </a:p>
          <a:p>
            <a:pPr eaLnBrk="1" hangingPunct="1"/>
            <a:r>
              <a:rPr lang="fr-FR" smtClean="0"/>
              <a:t>	amor que transforma e lança fora todo medo </a:t>
            </a:r>
          </a:p>
          <a:p>
            <a:pPr eaLnBrk="1" hangingPunct="1"/>
            <a:r>
              <a:rPr lang="fr-FR" smtClean="0"/>
              <a:t>X2</a:t>
            </a:r>
          </a:p>
          <a:p>
            <a:pPr eaLnBrk="1" hangingPunct="1"/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OH, OH, OH, OH, OH, OH, OH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Pré-Refrain :</a:t>
            </a:r>
          </a:p>
          <a:p>
            <a:pPr eaLnBrk="1" hangingPunct="1"/>
            <a:r>
              <a:rPr lang="fr-FR" smtClean="0"/>
              <a:t>	Refrain :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Pont :
9-  (IL) M’A AIMÉ EN PREMIER QUEL AMOUR PARFAIT</a:t>
            </a:r>
          </a:p>
          <a:p>
            <a:pPr eaLnBrk="1" hangingPunct="1"/>
            <a:r>
              <a:rPr lang="fr-FR" smtClean="0"/>
              <a:t>Me amou primeiro que amor perfeito  
10-  SA GRÂCE M’A TOUCHÉ</a:t>
            </a:r>
          </a:p>
          <a:p>
            <a:pPr eaLnBrk="1" hangingPunct="1"/>
            <a:r>
              <a:rPr lang="fr-FR" smtClean="0"/>
              <a:t>Sua graça me alcançou,  
11-  PLUS JAMAIS ESCLAVE MAINTENANT HÉRITIER</a:t>
            </a:r>
          </a:p>
          <a:p>
            <a:pPr eaLnBrk="1" hangingPunct="1"/>
            <a:r>
              <a:rPr lang="fr-FR" smtClean="0"/>
              <a:t>oh uoh não mais escravo, Agora herdeiro  
12-  JÉSUS M’A LIBÉRÉ </a:t>
            </a:r>
          </a:p>
          <a:p>
            <a:pPr eaLnBrk="1" hangingPunct="1"/>
            <a:r>
              <a:rPr lang="fr-FR" smtClean="0"/>
              <a:t>Jesus me libertou</a:t>
            </a:r>
          </a:p>
          <a:p>
            <a:pPr eaLnBrk="1" hangingPunct="1"/>
            <a:r>
              <a:rPr lang="fr-FR" smtClean="0"/>
              <a:t>X3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Refrain :</a:t>
            </a:r>
          </a:p>
          <a:p>
            <a:pPr eaLnBrk="1" hangingPunct="1"/>
            <a:r>
              <a:rPr lang="fr-FR" smtClean="0"/>
              <a:t>Pont :  x2</a:t>
            </a:r>
          </a:p>
          <a:p>
            <a:pPr eaLnBrk="1" hangingPunct="1"/>
            <a:r>
              <a:rPr lang="fr-FR" smtClean="0"/>
              <a:t>
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458902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JE SUIS UN HÉRITIER ENFANT DE CET AMOUR</a:t>
            </a:r>
          </a:p>
          <a:p>
            <a:r>
              <a:rPr lang="fr-FR" smtClean="0"/>
              <a:t>Herdeiro me tornei sou filho desse amor  </a:t>
            </a:r>
            <a:br>
              <a:rPr lang="fr-FR" smtClean="0"/>
            </a:br>
            <a:r>
              <a:rPr lang="fr-FR" smtClean="0"/>
              <a:t>2-  MANIFESTÉ EN JÉSUS SUR LA CROIX </a:t>
            </a:r>
          </a:p>
          <a:p>
            <a:r>
              <a:rPr lang="fr-FR" smtClean="0"/>
              <a:t>Manifestado em jesus na cruz </a:t>
            </a:r>
            <a:br>
              <a:rPr lang="fr-FR" smtClean="0"/>
            </a:br>
            <a:r>
              <a:rPr lang="fr-FR" smtClean="0"/>
              <a:t>3-  EN LUI SE TROUVE L'AMOUR QUI ME FAIT VIVRE </a:t>
            </a:r>
          </a:p>
          <a:p>
            <a:r>
              <a:rPr lang="fr-FR" smtClean="0"/>
              <a:t>Nele esta o amor que me faz viver </a:t>
            </a:r>
            <a:br>
              <a:rPr lang="fr-FR" smtClean="0"/>
            </a:br>
            <a:r>
              <a:rPr lang="fr-FR" smtClean="0"/>
              <a:t>4-  MON NOM EST ÉCRIT DANS SES MAINS </a:t>
            </a:r>
          </a:p>
          <a:p>
            <a:r>
              <a:rPr lang="fr-FR" smtClean="0"/>
              <a:t>Meu nome esta escrito em suas mãos</a:t>
            </a:r>
          </a:p>
          <a:p>
            <a:endParaRPr lang="fr-FR" smtClean="0"/>
          </a:p>
          <a:p>
            <a:r>
              <a:rPr lang="fr-FR" smtClean="0"/>
              <a:t>
	Pré-Refrain :</a:t>
            </a:r>
            <a:br>
              <a:rPr lang="fr-FR" smtClean="0"/>
            </a:br>
            <a:r>
              <a:rPr lang="fr-FR" smtClean="0"/>
              <a:t>	5-  IMMESURABLE AMOUR QUI M’A ATTIRÉ, M’A SAUVÉ</a:t>
            </a:r>
          </a:p>
          <a:p>
            <a:r>
              <a:rPr lang="fr-FR" smtClean="0"/>
              <a:t>	Imensuravel amor, que me atraiu, me salvou 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6-  J’AI CONNU UN AMOUR SI PUISSANT SI PUISSANT </a:t>
            </a:r>
          </a:p>
          <a:p>
            <a:r>
              <a:rPr lang="fr-FR" smtClean="0"/>
              <a:t>	Eu conheci um amor tão grande tão grande </a:t>
            </a:r>
            <a:br>
              <a:rPr lang="fr-FR" smtClean="0"/>
            </a:br>
            <a:r>
              <a:rPr lang="fr-FR" smtClean="0"/>
              <a:t>	7-  AMOUR QUI TRANSFORME ET CHASSE À JAMAIS TOUTES LES PEURS</a:t>
            </a:r>
          </a:p>
          <a:p>
            <a:r>
              <a:rPr lang="fr-FR" smtClean="0"/>
              <a:t>	amor que transforma e lança fora todo medo </a:t>
            </a:r>
          </a:p>
          <a:p>
            <a:r>
              <a:rPr lang="fr-FR" smtClean="0"/>
              <a:t>X2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OH, OH, OH, OH, OH, OH, OH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9-  (IL) M’A AIMÉ EN PREMIER QUEL AMOUR PARFAIT</a:t>
            </a:r>
          </a:p>
          <a:p>
            <a:r>
              <a:rPr lang="fr-FR" smtClean="0"/>
              <a:t>Me amou primeiro que amor perfeito  
10-  SA GRÂCE M’A TOUCHÉ</a:t>
            </a:r>
          </a:p>
          <a:p>
            <a:r>
              <a:rPr lang="fr-FR" smtClean="0"/>
              <a:t>Sua graça me alcançou,  
11-  PLUS JAMAIS ESCLAVE MAINTENANT HÉRITIER</a:t>
            </a:r>
          </a:p>
          <a:p>
            <a:r>
              <a:rPr lang="fr-FR" smtClean="0"/>
              <a:t>oh uoh não mais escravo, Agora herdeiro  
12-  JÉSUS M’A LIBÉRÉ </a:t>
            </a:r>
          </a:p>
          <a:p>
            <a:r>
              <a:rPr lang="fr-FR" smtClean="0"/>
              <a:t>Jesus me libertou</a:t>
            </a:r>
          </a:p>
          <a:p>
            <a:r>
              <a:rPr lang="fr-FR" smtClean="0"/>
              <a:t>X3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r>
              <a:rPr lang="fr-FR" smtClean="0"/>
              <a:t>Pont :  x2</a:t>
            </a:r>
          </a:p>
          <a:p>
            <a:r>
              <a:rPr lang="fr-FR" smtClean="0"/>
              <a:t>
</a:t>
            </a:r>
            <a:endParaRPr lang="fr-FR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Couplet :</a:t>
            </a:r>
          </a:p>
          <a:p>
            <a:pPr eaLnBrk="1" hangingPunct="1"/>
            <a:r>
              <a:rPr lang="fr-FR" smtClean="0"/>
              <a:t>1-  JE SUIS UN HÉRITIER ENFANT DE CET AMOUR</a:t>
            </a:r>
          </a:p>
          <a:p>
            <a:pPr eaLnBrk="1" hangingPunct="1"/>
            <a:r>
              <a:rPr lang="fr-FR" smtClean="0"/>
              <a:t>Herdeiro me tornei sou filho desse amor  </a:t>
            </a:r>
            <a:br>
              <a:rPr lang="fr-FR" smtClean="0"/>
            </a:br>
            <a:r>
              <a:rPr lang="fr-FR" smtClean="0"/>
              <a:t>2-  MANIFESTÉ EN JÉSUS SUR LA CROIX </a:t>
            </a:r>
          </a:p>
          <a:p>
            <a:pPr eaLnBrk="1" hangingPunct="1"/>
            <a:r>
              <a:rPr lang="fr-FR" smtClean="0"/>
              <a:t>Manifestado em jesus na cruz </a:t>
            </a:r>
            <a:br>
              <a:rPr lang="fr-FR" smtClean="0"/>
            </a:br>
            <a:r>
              <a:rPr lang="fr-FR" smtClean="0"/>
              <a:t>3-  EN LUI SE TROUVE L'AMOUR QUI ME FAIT VIVRE </a:t>
            </a:r>
          </a:p>
          <a:p>
            <a:pPr eaLnBrk="1" hangingPunct="1"/>
            <a:r>
              <a:rPr lang="fr-FR" smtClean="0"/>
              <a:t>Nele esta o amor que me faz viver </a:t>
            </a:r>
            <a:br>
              <a:rPr lang="fr-FR" smtClean="0"/>
            </a:br>
            <a:r>
              <a:rPr lang="fr-FR" smtClean="0"/>
              <a:t>4-  MON NOM EST ÉCRIT DANS SES MAINS </a:t>
            </a:r>
          </a:p>
          <a:p>
            <a:pPr eaLnBrk="1" hangingPunct="1"/>
            <a:r>
              <a:rPr lang="fr-FR" smtClean="0"/>
              <a:t>Meu nome esta escrito em suas mãos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
	Pré-Refrain :</a:t>
            </a:r>
            <a:br>
              <a:rPr lang="fr-FR" smtClean="0"/>
            </a:br>
            <a:r>
              <a:rPr lang="fr-FR" smtClean="0"/>
              <a:t>	5-  IMMESURABLE AMOUR QUI M’A ATTIRÉ, M’A SAUVÉ</a:t>
            </a:r>
          </a:p>
          <a:p>
            <a:pPr eaLnBrk="1" hangingPunct="1"/>
            <a:r>
              <a:rPr lang="fr-FR" smtClean="0"/>
              <a:t>	Imensuravel amor, que me atraiu, me salvou </a:t>
            </a:r>
          </a:p>
          <a:p>
            <a:pPr eaLnBrk="1" hangingPunct="1"/>
            <a:r>
              <a:rPr lang="fr-FR" smtClean="0"/>
              <a:t>
	Refrain :</a:t>
            </a:r>
          </a:p>
          <a:p>
            <a:pPr eaLnBrk="1" hangingPunct="1"/>
            <a:r>
              <a:rPr lang="fr-FR" smtClean="0"/>
              <a:t>	6-  J’AI CONNU UN AMOUR SI PUISSANT SI PUISSANT </a:t>
            </a:r>
          </a:p>
          <a:p>
            <a:pPr eaLnBrk="1" hangingPunct="1"/>
            <a:r>
              <a:rPr lang="fr-FR" smtClean="0"/>
              <a:t>	Eu conheci um amor tão grande tão grande </a:t>
            </a:r>
            <a:br>
              <a:rPr lang="fr-FR" smtClean="0"/>
            </a:br>
            <a:r>
              <a:rPr lang="fr-FR" smtClean="0"/>
              <a:t>	7-  AMOUR QUI TRANSFORME ET CHASSE À JAMAIS TOUTES LES PEURS</a:t>
            </a:r>
          </a:p>
          <a:p>
            <a:pPr eaLnBrk="1" hangingPunct="1"/>
            <a:r>
              <a:rPr lang="fr-FR" smtClean="0"/>
              <a:t>	amor que transforma e lança fora todo medo </a:t>
            </a:r>
          </a:p>
          <a:p>
            <a:pPr eaLnBrk="1" hangingPunct="1"/>
            <a:r>
              <a:rPr lang="fr-FR" smtClean="0"/>
              <a:t>X2</a:t>
            </a:r>
          </a:p>
          <a:p>
            <a:pPr eaLnBrk="1" hangingPunct="1"/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OH, OH, OH, OH, OH, OH, OH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Pré-Refrain :</a:t>
            </a:r>
          </a:p>
          <a:p>
            <a:pPr eaLnBrk="1" hangingPunct="1"/>
            <a:r>
              <a:rPr lang="fr-FR" smtClean="0"/>
              <a:t>	Refrain :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Pont :
9-  (IL) M’A AIMÉ EN PREMIER QUEL AMOUR PARFAIT</a:t>
            </a:r>
          </a:p>
          <a:p>
            <a:pPr eaLnBrk="1" hangingPunct="1"/>
            <a:r>
              <a:rPr lang="fr-FR" smtClean="0"/>
              <a:t>Me amou primeiro que amor perfeito  
10-  SA GRÂCE M’A TOUCHÉ</a:t>
            </a:r>
          </a:p>
          <a:p>
            <a:pPr eaLnBrk="1" hangingPunct="1"/>
            <a:r>
              <a:rPr lang="fr-FR" smtClean="0"/>
              <a:t>Sua graça me alcançou,  
11-  PLUS JAMAIS ESCLAVE MAINTENANT HÉRITIER</a:t>
            </a:r>
          </a:p>
          <a:p>
            <a:pPr eaLnBrk="1" hangingPunct="1"/>
            <a:r>
              <a:rPr lang="fr-FR" smtClean="0"/>
              <a:t>oh uoh não mais escravo, Agora herdeiro  
12-  JÉSUS M’A LIBÉRÉ </a:t>
            </a:r>
          </a:p>
          <a:p>
            <a:pPr eaLnBrk="1" hangingPunct="1"/>
            <a:r>
              <a:rPr lang="fr-FR" smtClean="0"/>
              <a:t>Jesus me libertou</a:t>
            </a:r>
          </a:p>
          <a:p>
            <a:pPr eaLnBrk="1" hangingPunct="1"/>
            <a:r>
              <a:rPr lang="fr-FR" smtClean="0"/>
              <a:t>X3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Refrain :</a:t>
            </a:r>
          </a:p>
          <a:p>
            <a:pPr eaLnBrk="1" hangingPunct="1"/>
            <a:r>
              <a:rPr lang="fr-FR" smtClean="0"/>
              <a:t>Pont :  x2</a:t>
            </a:r>
          </a:p>
          <a:p>
            <a:pPr eaLnBrk="1" hangingPunct="1"/>
            <a:r>
              <a:rPr lang="fr-FR" smtClean="0"/>
              <a:t>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7943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JE SUIS UN HÉRITIER ENFANT DE CET AMOUR</a:t>
            </a:r>
          </a:p>
          <a:p>
            <a:r>
              <a:rPr lang="fr-FR" smtClean="0"/>
              <a:t>Herdeiro me tornei sou filho desse amor  </a:t>
            </a:r>
            <a:br>
              <a:rPr lang="fr-FR" smtClean="0"/>
            </a:br>
            <a:r>
              <a:rPr lang="fr-FR" smtClean="0"/>
              <a:t>2-  MANIFESTÉ EN JÉSUS SUR LA CROIX </a:t>
            </a:r>
          </a:p>
          <a:p>
            <a:r>
              <a:rPr lang="fr-FR" smtClean="0"/>
              <a:t>Manifestado em jesus na cruz </a:t>
            </a:r>
            <a:br>
              <a:rPr lang="fr-FR" smtClean="0"/>
            </a:br>
            <a:r>
              <a:rPr lang="fr-FR" smtClean="0"/>
              <a:t>3-  EN LUI SE TROUVE L'AMOUR QUI ME FAIT VIVRE </a:t>
            </a:r>
          </a:p>
          <a:p>
            <a:r>
              <a:rPr lang="fr-FR" smtClean="0"/>
              <a:t>Nele esta o amor que me faz viver </a:t>
            </a:r>
            <a:br>
              <a:rPr lang="fr-FR" smtClean="0"/>
            </a:br>
            <a:r>
              <a:rPr lang="fr-FR" smtClean="0"/>
              <a:t>4-  MON NOM EST ÉCRIT DANS SES MAINS </a:t>
            </a:r>
          </a:p>
          <a:p>
            <a:r>
              <a:rPr lang="fr-FR" smtClean="0"/>
              <a:t>Meu nome esta escrito em suas mãos</a:t>
            </a:r>
          </a:p>
          <a:p>
            <a:endParaRPr lang="fr-FR" smtClean="0"/>
          </a:p>
          <a:p>
            <a:r>
              <a:rPr lang="fr-FR" smtClean="0"/>
              <a:t>
	Pré-Refrain :</a:t>
            </a:r>
            <a:br>
              <a:rPr lang="fr-FR" smtClean="0"/>
            </a:br>
            <a:r>
              <a:rPr lang="fr-FR" smtClean="0"/>
              <a:t>	5-  IMMESURABLE AMOUR QUI M’A ATTIRÉ, M’A SAUVÉ</a:t>
            </a:r>
          </a:p>
          <a:p>
            <a:r>
              <a:rPr lang="fr-FR" smtClean="0"/>
              <a:t>	Imensuravel amor, que me atraiu, me salvou 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6-  J’AI CONNU UN AMOUR SI PUISSANT SI PUISSANT </a:t>
            </a:r>
          </a:p>
          <a:p>
            <a:r>
              <a:rPr lang="fr-FR" smtClean="0"/>
              <a:t>	Eu conheci um amor tão grande tão grande </a:t>
            </a:r>
            <a:br>
              <a:rPr lang="fr-FR" smtClean="0"/>
            </a:br>
            <a:r>
              <a:rPr lang="fr-FR" smtClean="0"/>
              <a:t>	7-  AMOUR QUI TRANSFORME ET CHASSE À JAMAIS TOUTES LES PEURS</a:t>
            </a:r>
          </a:p>
          <a:p>
            <a:r>
              <a:rPr lang="fr-FR" smtClean="0"/>
              <a:t>	amor que transforma e lança fora todo medo </a:t>
            </a:r>
          </a:p>
          <a:p>
            <a:r>
              <a:rPr lang="fr-FR" smtClean="0"/>
              <a:t>X2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OH, OH, OH, OH, OH, OH, OH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9-  (IL) M’A AIMÉ EN PREMIER QUEL AMOUR PARFAIT</a:t>
            </a:r>
          </a:p>
          <a:p>
            <a:r>
              <a:rPr lang="fr-FR" smtClean="0"/>
              <a:t>Me amou primeiro que amor perfeito  
10-  SA GRÂCE M’A TOUCHÉ</a:t>
            </a:r>
          </a:p>
          <a:p>
            <a:r>
              <a:rPr lang="fr-FR" smtClean="0"/>
              <a:t>Sua graça me alcançou,  
11-  PLUS JAMAIS ESCLAVE MAINTENANT HÉRITIER</a:t>
            </a:r>
          </a:p>
          <a:p>
            <a:r>
              <a:rPr lang="fr-FR" smtClean="0"/>
              <a:t>oh uoh não mais escravo, Agora herdeiro  
12-  JÉSUS M’A LIBÉRÉ </a:t>
            </a:r>
          </a:p>
          <a:p>
            <a:r>
              <a:rPr lang="fr-FR" smtClean="0"/>
              <a:t>Jesus me libertou</a:t>
            </a:r>
          </a:p>
          <a:p>
            <a:r>
              <a:rPr lang="fr-FR" smtClean="0"/>
              <a:t>X3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r>
              <a:rPr lang="fr-FR" smtClean="0"/>
              <a:t>Pont :  x2</a:t>
            </a:r>
          </a:p>
          <a:p>
            <a:r>
              <a:rPr lang="fr-FR" smtClean="0"/>
              <a:t>
</a:t>
            </a:r>
            <a:endParaRPr lang="fr-FR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Couplet :</a:t>
            </a:r>
          </a:p>
          <a:p>
            <a:pPr eaLnBrk="1" hangingPunct="1"/>
            <a:r>
              <a:rPr lang="fr-FR" smtClean="0"/>
              <a:t>1-  JE SUIS UN HÉRITIER ENFANT DE CET AMOUR</a:t>
            </a:r>
          </a:p>
          <a:p>
            <a:pPr eaLnBrk="1" hangingPunct="1"/>
            <a:r>
              <a:rPr lang="fr-FR" smtClean="0"/>
              <a:t>Herdeiro me tornei sou filho desse amor  </a:t>
            </a:r>
            <a:br>
              <a:rPr lang="fr-FR" smtClean="0"/>
            </a:br>
            <a:r>
              <a:rPr lang="fr-FR" smtClean="0"/>
              <a:t>2-  MANIFESTÉ EN JÉSUS SUR LA CROIX </a:t>
            </a:r>
          </a:p>
          <a:p>
            <a:pPr eaLnBrk="1" hangingPunct="1"/>
            <a:r>
              <a:rPr lang="fr-FR" smtClean="0"/>
              <a:t>Manifestado em jesus na cruz </a:t>
            </a:r>
            <a:br>
              <a:rPr lang="fr-FR" smtClean="0"/>
            </a:br>
            <a:r>
              <a:rPr lang="fr-FR" smtClean="0"/>
              <a:t>3-  EN LUI SE TROUVE L'AMOUR QUI ME FAIT VIVRE </a:t>
            </a:r>
          </a:p>
          <a:p>
            <a:pPr eaLnBrk="1" hangingPunct="1"/>
            <a:r>
              <a:rPr lang="fr-FR" smtClean="0"/>
              <a:t>Nele esta o amor que me faz viver </a:t>
            </a:r>
            <a:br>
              <a:rPr lang="fr-FR" smtClean="0"/>
            </a:br>
            <a:r>
              <a:rPr lang="fr-FR" smtClean="0"/>
              <a:t>4-  MON NOM EST ÉCRIT DANS SES MAINS </a:t>
            </a:r>
          </a:p>
          <a:p>
            <a:pPr eaLnBrk="1" hangingPunct="1"/>
            <a:r>
              <a:rPr lang="fr-FR" smtClean="0"/>
              <a:t>Meu nome esta escrito em suas mãos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
	Pré-Refrain :</a:t>
            </a:r>
            <a:br>
              <a:rPr lang="fr-FR" smtClean="0"/>
            </a:br>
            <a:r>
              <a:rPr lang="fr-FR" smtClean="0"/>
              <a:t>	5-  IMMESURABLE AMOUR QUI M’A ATTIRÉ, M’A SAUVÉ</a:t>
            </a:r>
          </a:p>
          <a:p>
            <a:pPr eaLnBrk="1" hangingPunct="1"/>
            <a:r>
              <a:rPr lang="fr-FR" smtClean="0"/>
              <a:t>	Imensuravel amor, que me atraiu, me salvou </a:t>
            </a:r>
          </a:p>
          <a:p>
            <a:pPr eaLnBrk="1" hangingPunct="1"/>
            <a:r>
              <a:rPr lang="fr-FR" smtClean="0"/>
              <a:t>
	Refrain :</a:t>
            </a:r>
          </a:p>
          <a:p>
            <a:pPr eaLnBrk="1" hangingPunct="1"/>
            <a:r>
              <a:rPr lang="fr-FR" smtClean="0"/>
              <a:t>	6-  J’AI CONNU UN AMOUR SI PUISSANT SI PUISSANT </a:t>
            </a:r>
          </a:p>
          <a:p>
            <a:pPr eaLnBrk="1" hangingPunct="1"/>
            <a:r>
              <a:rPr lang="fr-FR" smtClean="0"/>
              <a:t>	Eu conheci um amor tão grande tão grande </a:t>
            </a:r>
            <a:br>
              <a:rPr lang="fr-FR" smtClean="0"/>
            </a:br>
            <a:r>
              <a:rPr lang="fr-FR" smtClean="0"/>
              <a:t>	7-  AMOUR QUI TRANSFORME ET CHASSE À JAMAIS TOUTES LES PEURS</a:t>
            </a:r>
          </a:p>
          <a:p>
            <a:pPr eaLnBrk="1" hangingPunct="1"/>
            <a:r>
              <a:rPr lang="fr-FR" smtClean="0"/>
              <a:t>	amor que transforma e lança fora todo medo </a:t>
            </a:r>
          </a:p>
          <a:p>
            <a:pPr eaLnBrk="1" hangingPunct="1"/>
            <a:r>
              <a:rPr lang="fr-FR" smtClean="0"/>
              <a:t>X2</a:t>
            </a:r>
          </a:p>
          <a:p>
            <a:pPr eaLnBrk="1" hangingPunct="1"/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OH, OH, OH, OH, OH, OH, OH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Pré-Refrain :</a:t>
            </a:r>
          </a:p>
          <a:p>
            <a:pPr eaLnBrk="1" hangingPunct="1"/>
            <a:r>
              <a:rPr lang="fr-FR" smtClean="0"/>
              <a:t>	Refrain :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Pont :
9-  (IL) M’A AIMÉ EN PREMIER QUEL AMOUR PARFAIT</a:t>
            </a:r>
          </a:p>
          <a:p>
            <a:pPr eaLnBrk="1" hangingPunct="1"/>
            <a:r>
              <a:rPr lang="fr-FR" smtClean="0"/>
              <a:t>Me amou primeiro que amor perfeito  
10-  SA GRÂCE M’A TOUCHÉ</a:t>
            </a:r>
          </a:p>
          <a:p>
            <a:pPr eaLnBrk="1" hangingPunct="1"/>
            <a:r>
              <a:rPr lang="fr-FR" smtClean="0"/>
              <a:t>Sua graça me alcançou,  
11-  PLUS JAMAIS ESCLAVE MAINTENANT HÉRITIER</a:t>
            </a:r>
          </a:p>
          <a:p>
            <a:pPr eaLnBrk="1" hangingPunct="1"/>
            <a:r>
              <a:rPr lang="fr-FR" smtClean="0"/>
              <a:t>oh uoh não mais escravo, Agora herdeiro  
12-  JÉSUS M’A LIBÉRÉ </a:t>
            </a:r>
          </a:p>
          <a:p>
            <a:pPr eaLnBrk="1" hangingPunct="1"/>
            <a:r>
              <a:rPr lang="fr-FR" smtClean="0"/>
              <a:t>Jesus me libertou</a:t>
            </a:r>
          </a:p>
          <a:p>
            <a:pPr eaLnBrk="1" hangingPunct="1"/>
            <a:r>
              <a:rPr lang="fr-FR" smtClean="0"/>
              <a:t>X3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Refrain :</a:t>
            </a:r>
          </a:p>
          <a:p>
            <a:pPr eaLnBrk="1" hangingPunct="1"/>
            <a:r>
              <a:rPr lang="fr-FR" smtClean="0"/>
              <a:t>Pont :  x2</a:t>
            </a:r>
          </a:p>
          <a:p>
            <a:pPr eaLnBrk="1" hangingPunct="1"/>
            <a:r>
              <a:rPr lang="fr-FR" smtClean="0"/>
              <a:t>
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376480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JE SUIS UN HÉRITIER ENFANT DE CET AMOUR</a:t>
            </a:r>
          </a:p>
          <a:p>
            <a:r>
              <a:rPr lang="fr-FR" smtClean="0"/>
              <a:t>Herdeiro me tornei sou filho desse amor  </a:t>
            </a:r>
            <a:br>
              <a:rPr lang="fr-FR" smtClean="0"/>
            </a:br>
            <a:r>
              <a:rPr lang="fr-FR" smtClean="0"/>
              <a:t>2-  MANIFESTÉ EN JÉSUS SUR LA CROIX </a:t>
            </a:r>
          </a:p>
          <a:p>
            <a:r>
              <a:rPr lang="fr-FR" smtClean="0"/>
              <a:t>Manifestado em jesus na cruz </a:t>
            </a:r>
            <a:br>
              <a:rPr lang="fr-FR" smtClean="0"/>
            </a:br>
            <a:r>
              <a:rPr lang="fr-FR" smtClean="0"/>
              <a:t>3-  EN LUI SE TROUVE L'AMOUR QUI ME FAIT VIVRE </a:t>
            </a:r>
          </a:p>
          <a:p>
            <a:r>
              <a:rPr lang="fr-FR" smtClean="0"/>
              <a:t>Nele esta o amor que me faz viver </a:t>
            </a:r>
            <a:br>
              <a:rPr lang="fr-FR" smtClean="0"/>
            </a:br>
            <a:r>
              <a:rPr lang="fr-FR" smtClean="0"/>
              <a:t>4-  MON NOM EST ÉCRIT DANS SES MAINS </a:t>
            </a:r>
          </a:p>
          <a:p>
            <a:r>
              <a:rPr lang="fr-FR" smtClean="0"/>
              <a:t>Meu nome esta escrito em suas mãos</a:t>
            </a:r>
          </a:p>
          <a:p>
            <a:endParaRPr lang="fr-FR" smtClean="0"/>
          </a:p>
          <a:p>
            <a:r>
              <a:rPr lang="fr-FR" smtClean="0"/>
              <a:t>
	Pré-Refrain :</a:t>
            </a:r>
            <a:br>
              <a:rPr lang="fr-FR" smtClean="0"/>
            </a:br>
            <a:r>
              <a:rPr lang="fr-FR" smtClean="0"/>
              <a:t>	5-  IMMESURABLE AMOUR QUI M’A ATTIRÉ, M’A SAUVÉ</a:t>
            </a:r>
          </a:p>
          <a:p>
            <a:r>
              <a:rPr lang="fr-FR" smtClean="0"/>
              <a:t>	Imensuravel amor, que me atraiu, me salvou 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6-  J’AI CONNU UN AMOUR SI PUISSANT SI PUISSANT </a:t>
            </a:r>
          </a:p>
          <a:p>
            <a:r>
              <a:rPr lang="fr-FR" smtClean="0"/>
              <a:t>	Eu conheci um amor tão grande tão grande </a:t>
            </a:r>
            <a:br>
              <a:rPr lang="fr-FR" smtClean="0"/>
            </a:br>
            <a:r>
              <a:rPr lang="fr-FR" smtClean="0"/>
              <a:t>	7-  AMOUR QUI TRANSFORME ET CHASSE À JAMAIS TOUTES LES PEURS</a:t>
            </a:r>
          </a:p>
          <a:p>
            <a:r>
              <a:rPr lang="fr-FR" smtClean="0"/>
              <a:t>	amor que transforma e lança fora todo medo </a:t>
            </a:r>
          </a:p>
          <a:p>
            <a:r>
              <a:rPr lang="fr-FR" smtClean="0"/>
              <a:t>X2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OH, OH, OH, OH, OH, OH, OH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9-  (IL) M’A AIMÉ EN PREMIER QUEL AMOUR PARFAIT</a:t>
            </a:r>
          </a:p>
          <a:p>
            <a:r>
              <a:rPr lang="fr-FR" smtClean="0"/>
              <a:t>Me amou primeiro que amor perfeito  
10-  SA GRÂCE M’A TOUCHÉ</a:t>
            </a:r>
          </a:p>
          <a:p>
            <a:r>
              <a:rPr lang="fr-FR" smtClean="0"/>
              <a:t>Sua graça me alcançou,  
11-  PLUS JAMAIS ESCLAVE MAINTENANT HÉRITIER</a:t>
            </a:r>
          </a:p>
          <a:p>
            <a:r>
              <a:rPr lang="fr-FR" smtClean="0"/>
              <a:t>oh uoh não mais escravo, Agora herdeiro  
12-  JÉSUS M’A LIBÉRÉ </a:t>
            </a:r>
          </a:p>
          <a:p>
            <a:r>
              <a:rPr lang="fr-FR" smtClean="0"/>
              <a:t>Jesus me libertou</a:t>
            </a:r>
          </a:p>
          <a:p>
            <a:r>
              <a:rPr lang="fr-FR" smtClean="0"/>
              <a:t>X3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r>
              <a:rPr lang="fr-FR" smtClean="0"/>
              <a:t>Pont :  x2</a:t>
            </a:r>
          </a:p>
          <a:p>
            <a:r>
              <a:rPr lang="fr-FR" smtClean="0"/>
              <a:t>
</a:t>
            </a:r>
            <a:endParaRPr lang="fr-FR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Couplet :</a:t>
            </a:r>
          </a:p>
          <a:p>
            <a:pPr eaLnBrk="1" hangingPunct="1"/>
            <a:r>
              <a:rPr lang="fr-FR" smtClean="0"/>
              <a:t>1-  JE SUIS UN HÉRITIER ENFANT DE CET AMOUR</a:t>
            </a:r>
          </a:p>
          <a:p>
            <a:pPr eaLnBrk="1" hangingPunct="1"/>
            <a:r>
              <a:rPr lang="fr-FR" smtClean="0"/>
              <a:t>Herdeiro me tornei sou filho desse amor  </a:t>
            </a:r>
            <a:br>
              <a:rPr lang="fr-FR" smtClean="0"/>
            </a:br>
            <a:r>
              <a:rPr lang="fr-FR" smtClean="0"/>
              <a:t>2-  MANIFESTÉ EN JÉSUS SUR LA CROIX </a:t>
            </a:r>
          </a:p>
          <a:p>
            <a:pPr eaLnBrk="1" hangingPunct="1"/>
            <a:r>
              <a:rPr lang="fr-FR" smtClean="0"/>
              <a:t>Manifestado em jesus na cruz </a:t>
            </a:r>
            <a:br>
              <a:rPr lang="fr-FR" smtClean="0"/>
            </a:br>
            <a:r>
              <a:rPr lang="fr-FR" smtClean="0"/>
              <a:t>3-  EN LUI SE TROUVE L'AMOUR QUI ME FAIT VIVRE </a:t>
            </a:r>
          </a:p>
          <a:p>
            <a:pPr eaLnBrk="1" hangingPunct="1"/>
            <a:r>
              <a:rPr lang="fr-FR" smtClean="0"/>
              <a:t>Nele esta o amor que me faz viver </a:t>
            </a:r>
            <a:br>
              <a:rPr lang="fr-FR" smtClean="0"/>
            </a:br>
            <a:r>
              <a:rPr lang="fr-FR" smtClean="0"/>
              <a:t>4-  MON NOM EST ÉCRIT DANS SES MAINS </a:t>
            </a:r>
          </a:p>
          <a:p>
            <a:pPr eaLnBrk="1" hangingPunct="1"/>
            <a:r>
              <a:rPr lang="fr-FR" smtClean="0"/>
              <a:t>Meu nome esta escrito em suas mãos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
	Pré-Refrain :</a:t>
            </a:r>
            <a:br>
              <a:rPr lang="fr-FR" smtClean="0"/>
            </a:br>
            <a:r>
              <a:rPr lang="fr-FR" smtClean="0"/>
              <a:t>	5-  IMMESURABLE AMOUR QUI M’A ATTIRÉ, M’A SAUVÉ</a:t>
            </a:r>
          </a:p>
          <a:p>
            <a:pPr eaLnBrk="1" hangingPunct="1"/>
            <a:r>
              <a:rPr lang="fr-FR" smtClean="0"/>
              <a:t>	Imensuravel amor, que me atraiu, me salvou </a:t>
            </a:r>
          </a:p>
          <a:p>
            <a:pPr eaLnBrk="1" hangingPunct="1"/>
            <a:r>
              <a:rPr lang="fr-FR" smtClean="0"/>
              <a:t>
	Refrain :</a:t>
            </a:r>
          </a:p>
          <a:p>
            <a:pPr eaLnBrk="1" hangingPunct="1"/>
            <a:r>
              <a:rPr lang="fr-FR" smtClean="0"/>
              <a:t>	6-  J’AI CONNU UN AMOUR SI PUISSANT SI PUISSANT </a:t>
            </a:r>
          </a:p>
          <a:p>
            <a:pPr eaLnBrk="1" hangingPunct="1"/>
            <a:r>
              <a:rPr lang="fr-FR" smtClean="0"/>
              <a:t>	Eu conheci um amor tão grande tão grande </a:t>
            </a:r>
            <a:br>
              <a:rPr lang="fr-FR" smtClean="0"/>
            </a:br>
            <a:r>
              <a:rPr lang="fr-FR" smtClean="0"/>
              <a:t>	7-  AMOUR QUI TRANSFORME ET CHASSE À JAMAIS TOUTES LES PEURS</a:t>
            </a:r>
          </a:p>
          <a:p>
            <a:pPr eaLnBrk="1" hangingPunct="1"/>
            <a:r>
              <a:rPr lang="fr-FR" smtClean="0"/>
              <a:t>	amor que transforma e lança fora todo medo </a:t>
            </a:r>
          </a:p>
          <a:p>
            <a:pPr eaLnBrk="1" hangingPunct="1"/>
            <a:r>
              <a:rPr lang="fr-FR" smtClean="0"/>
              <a:t>X2</a:t>
            </a:r>
          </a:p>
          <a:p>
            <a:pPr eaLnBrk="1" hangingPunct="1"/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OH, OH, OH, OH, OH, OH, OH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Pré-Refrain :</a:t>
            </a:r>
          </a:p>
          <a:p>
            <a:pPr eaLnBrk="1" hangingPunct="1"/>
            <a:r>
              <a:rPr lang="fr-FR" smtClean="0"/>
              <a:t>	Refrain :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Pont :
9-  (IL) M’A AIMÉ EN PREMIER QUEL AMOUR PARFAIT</a:t>
            </a:r>
          </a:p>
          <a:p>
            <a:pPr eaLnBrk="1" hangingPunct="1"/>
            <a:r>
              <a:rPr lang="fr-FR" smtClean="0"/>
              <a:t>Me amou primeiro que amor perfeito  
10-  SA GRÂCE M’A TOUCHÉ</a:t>
            </a:r>
          </a:p>
          <a:p>
            <a:pPr eaLnBrk="1" hangingPunct="1"/>
            <a:r>
              <a:rPr lang="fr-FR" smtClean="0"/>
              <a:t>Sua graça me alcançou,  
11-  PLUS JAMAIS ESCLAVE MAINTENANT HÉRITIER</a:t>
            </a:r>
          </a:p>
          <a:p>
            <a:pPr eaLnBrk="1" hangingPunct="1"/>
            <a:r>
              <a:rPr lang="fr-FR" smtClean="0"/>
              <a:t>oh uoh não mais escravo, Agora herdeiro  
12-  JÉSUS M’A LIBÉRÉ </a:t>
            </a:r>
          </a:p>
          <a:p>
            <a:pPr eaLnBrk="1" hangingPunct="1"/>
            <a:r>
              <a:rPr lang="fr-FR" smtClean="0"/>
              <a:t>Jesus me libertou</a:t>
            </a:r>
          </a:p>
          <a:p>
            <a:pPr eaLnBrk="1" hangingPunct="1"/>
            <a:r>
              <a:rPr lang="fr-FR" smtClean="0"/>
              <a:t>X3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Refrain :</a:t>
            </a:r>
          </a:p>
          <a:p>
            <a:pPr eaLnBrk="1" hangingPunct="1"/>
            <a:r>
              <a:rPr lang="fr-FR" smtClean="0"/>
              <a:t>Pont :  x2</a:t>
            </a:r>
          </a:p>
          <a:p>
            <a:pPr eaLnBrk="1" hangingPunct="1"/>
            <a:r>
              <a:rPr lang="fr-FR" smtClean="0"/>
              <a:t>
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514149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JE SUIS UN HÉRITIER ENFANT DE CET AMOUR</a:t>
            </a:r>
          </a:p>
          <a:p>
            <a:r>
              <a:rPr lang="fr-FR" smtClean="0"/>
              <a:t>Herdeiro me tornei sou filho desse amor  </a:t>
            </a:r>
            <a:br>
              <a:rPr lang="fr-FR" smtClean="0"/>
            </a:br>
            <a:r>
              <a:rPr lang="fr-FR" smtClean="0"/>
              <a:t>2-  MANIFESTÉ EN JÉSUS SUR LA CROIX </a:t>
            </a:r>
          </a:p>
          <a:p>
            <a:r>
              <a:rPr lang="fr-FR" smtClean="0"/>
              <a:t>Manifestado em jesus na cruz </a:t>
            </a:r>
            <a:br>
              <a:rPr lang="fr-FR" smtClean="0"/>
            </a:br>
            <a:r>
              <a:rPr lang="fr-FR" smtClean="0"/>
              <a:t>3-  EN LUI SE TROUVE L'AMOUR QUI ME FAIT VIVRE </a:t>
            </a:r>
          </a:p>
          <a:p>
            <a:r>
              <a:rPr lang="fr-FR" smtClean="0"/>
              <a:t>Nele esta o amor que me faz viver </a:t>
            </a:r>
            <a:br>
              <a:rPr lang="fr-FR" smtClean="0"/>
            </a:br>
            <a:r>
              <a:rPr lang="fr-FR" smtClean="0"/>
              <a:t>4-  MON NOM EST ÉCRIT DANS SES MAINS </a:t>
            </a:r>
          </a:p>
          <a:p>
            <a:r>
              <a:rPr lang="fr-FR" smtClean="0"/>
              <a:t>Meu nome esta escrito em suas mãos</a:t>
            </a:r>
          </a:p>
          <a:p>
            <a:endParaRPr lang="fr-FR" smtClean="0"/>
          </a:p>
          <a:p>
            <a:r>
              <a:rPr lang="fr-FR" smtClean="0"/>
              <a:t>
	Pré-Refrain :</a:t>
            </a:r>
            <a:br>
              <a:rPr lang="fr-FR" smtClean="0"/>
            </a:br>
            <a:r>
              <a:rPr lang="fr-FR" smtClean="0"/>
              <a:t>	5-  IMMESURABLE AMOUR QUI M’A ATTIRÉ, M’A SAUVÉ</a:t>
            </a:r>
          </a:p>
          <a:p>
            <a:r>
              <a:rPr lang="fr-FR" smtClean="0"/>
              <a:t>	Imensuravel amor, que me atraiu, me salvou 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6-  J’AI CONNU UN AMOUR SI PUISSANT SI PUISSANT </a:t>
            </a:r>
          </a:p>
          <a:p>
            <a:r>
              <a:rPr lang="fr-FR" smtClean="0"/>
              <a:t>	Eu conheci um amor tão grande tão grande </a:t>
            </a:r>
            <a:br>
              <a:rPr lang="fr-FR" smtClean="0"/>
            </a:br>
            <a:r>
              <a:rPr lang="fr-FR" smtClean="0"/>
              <a:t>	7-  AMOUR QUI TRANSFORME ET CHASSE À JAMAIS TOUTES LES PEURS</a:t>
            </a:r>
          </a:p>
          <a:p>
            <a:r>
              <a:rPr lang="fr-FR" smtClean="0"/>
              <a:t>	amor que transforma e lança fora todo medo </a:t>
            </a:r>
          </a:p>
          <a:p>
            <a:r>
              <a:rPr lang="fr-FR" smtClean="0"/>
              <a:t>X2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OH, OH, OH, OH, OH, OH, OH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9-  (IL) M’A AIMÉ EN PREMIER QUEL AMOUR PARFAIT</a:t>
            </a:r>
          </a:p>
          <a:p>
            <a:r>
              <a:rPr lang="fr-FR" smtClean="0"/>
              <a:t>Me amou primeiro que amor perfeito  
10-  SA GRÂCE M’A TOUCHÉ</a:t>
            </a:r>
          </a:p>
          <a:p>
            <a:r>
              <a:rPr lang="fr-FR" smtClean="0"/>
              <a:t>Sua graça me alcançou,  
11-  PLUS JAMAIS ESCLAVE MAINTENANT HÉRITIER</a:t>
            </a:r>
          </a:p>
          <a:p>
            <a:r>
              <a:rPr lang="fr-FR" smtClean="0"/>
              <a:t>oh uoh não mais escravo, Agora herdeiro  
12-  JÉSUS M’A LIBÉRÉ </a:t>
            </a:r>
          </a:p>
          <a:p>
            <a:r>
              <a:rPr lang="fr-FR" smtClean="0"/>
              <a:t>Jesus me libertou</a:t>
            </a:r>
          </a:p>
          <a:p>
            <a:r>
              <a:rPr lang="fr-FR" smtClean="0"/>
              <a:t>X3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r>
              <a:rPr lang="fr-FR" smtClean="0"/>
              <a:t>Pont :  x2</a:t>
            </a:r>
          </a:p>
          <a:p>
            <a:r>
              <a:rPr lang="fr-FR" smtClean="0"/>
              <a:t>
</a:t>
            </a:r>
            <a:endParaRPr lang="fr-FR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Couplet :</a:t>
            </a:r>
          </a:p>
          <a:p>
            <a:pPr eaLnBrk="1" hangingPunct="1"/>
            <a:r>
              <a:rPr lang="fr-FR" smtClean="0"/>
              <a:t>1-  JE SUIS UN HÉRITIER ENFANT DE CET AMOUR</a:t>
            </a:r>
          </a:p>
          <a:p>
            <a:pPr eaLnBrk="1" hangingPunct="1"/>
            <a:r>
              <a:rPr lang="fr-FR" smtClean="0"/>
              <a:t>Herdeiro me tornei sou filho desse amor  </a:t>
            </a:r>
            <a:br>
              <a:rPr lang="fr-FR" smtClean="0"/>
            </a:br>
            <a:r>
              <a:rPr lang="fr-FR" smtClean="0"/>
              <a:t>2-  MANIFESTÉ EN JÉSUS SUR LA CROIX </a:t>
            </a:r>
          </a:p>
          <a:p>
            <a:pPr eaLnBrk="1" hangingPunct="1"/>
            <a:r>
              <a:rPr lang="fr-FR" smtClean="0"/>
              <a:t>Manifestado em jesus na cruz </a:t>
            </a:r>
            <a:br>
              <a:rPr lang="fr-FR" smtClean="0"/>
            </a:br>
            <a:r>
              <a:rPr lang="fr-FR" smtClean="0"/>
              <a:t>3-  EN LUI SE TROUVE L'AMOUR QUI ME FAIT VIVRE </a:t>
            </a:r>
          </a:p>
          <a:p>
            <a:pPr eaLnBrk="1" hangingPunct="1"/>
            <a:r>
              <a:rPr lang="fr-FR" smtClean="0"/>
              <a:t>Nele esta o amor que me faz viver </a:t>
            </a:r>
            <a:br>
              <a:rPr lang="fr-FR" smtClean="0"/>
            </a:br>
            <a:r>
              <a:rPr lang="fr-FR" smtClean="0"/>
              <a:t>4-  MON NOM EST ÉCRIT DANS SES MAINS </a:t>
            </a:r>
          </a:p>
          <a:p>
            <a:pPr eaLnBrk="1" hangingPunct="1"/>
            <a:r>
              <a:rPr lang="fr-FR" smtClean="0"/>
              <a:t>Meu nome esta escrito em suas mãos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
	Pré-Refrain :</a:t>
            </a:r>
            <a:br>
              <a:rPr lang="fr-FR" smtClean="0"/>
            </a:br>
            <a:r>
              <a:rPr lang="fr-FR" smtClean="0"/>
              <a:t>	5-  IMMESURABLE AMOUR QUI M’A ATTIRÉ, M’A SAUVÉ</a:t>
            </a:r>
          </a:p>
          <a:p>
            <a:pPr eaLnBrk="1" hangingPunct="1"/>
            <a:r>
              <a:rPr lang="fr-FR" smtClean="0"/>
              <a:t>	Imensuravel amor, que me atraiu, me salvou </a:t>
            </a:r>
          </a:p>
          <a:p>
            <a:pPr eaLnBrk="1" hangingPunct="1"/>
            <a:r>
              <a:rPr lang="fr-FR" smtClean="0"/>
              <a:t>
	Refrain :</a:t>
            </a:r>
          </a:p>
          <a:p>
            <a:pPr eaLnBrk="1" hangingPunct="1"/>
            <a:r>
              <a:rPr lang="fr-FR" smtClean="0"/>
              <a:t>	6-  J’AI CONNU UN AMOUR SI PUISSANT SI PUISSANT </a:t>
            </a:r>
          </a:p>
          <a:p>
            <a:pPr eaLnBrk="1" hangingPunct="1"/>
            <a:r>
              <a:rPr lang="fr-FR" smtClean="0"/>
              <a:t>	Eu conheci um amor tão grande tão grande </a:t>
            </a:r>
            <a:br>
              <a:rPr lang="fr-FR" smtClean="0"/>
            </a:br>
            <a:r>
              <a:rPr lang="fr-FR" smtClean="0"/>
              <a:t>	7-  AMOUR QUI TRANSFORME ET CHASSE À JAMAIS TOUTES LES PEURS</a:t>
            </a:r>
          </a:p>
          <a:p>
            <a:pPr eaLnBrk="1" hangingPunct="1"/>
            <a:r>
              <a:rPr lang="fr-FR" smtClean="0"/>
              <a:t>	amor que transforma e lança fora todo medo </a:t>
            </a:r>
          </a:p>
          <a:p>
            <a:pPr eaLnBrk="1" hangingPunct="1"/>
            <a:r>
              <a:rPr lang="fr-FR" smtClean="0"/>
              <a:t>X2</a:t>
            </a:r>
          </a:p>
          <a:p>
            <a:pPr eaLnBrk="1" hangingPunct="1"/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OH, OH, OH, OH, OH, OH, OH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Pré-Refrain :</a:t>
            </a:r>
          </a:p>
          <a:p>
            <a:pPr eaLnBrk="1" hangingPunct="1"/>
            <a:r>
              <a:rPr lang="fr-FR" smtClean="0"/>
              <a:t>	Refrain :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Pont :
9-  (IL) M’A AIMÉ EN PREMIER QUEL AMOUR PARFAIT</a:t>
            </a:r>
          </a:p>
          <a:p>
            <a:pPr eaLnBrk="1" hangingPunct="1"/>
            <a:r>
              <a:rPr lang="fr-FR" smtClean="0"/>
              <a:t>Me amou primeiro que amor perfeito  
10-  SA GRÂCE M’A TOUCHÉ</a:t>
            </a:r>
          </a:p>
          <a:p>
            <a:pPr eaLnBrk="1" hangingPunct="1"/>
            <a:r>
              <a:rPr lang="fr-FR" smtClean="0"/>
              <a:t>Sua graça me alcançou,  
11-  PLUS JAMAIS ESCLAVE MAINTENANT HÉRITIER</a:t>
            </a:r>
          </a:p>
          <a:p>
            <a:pPr eaLnBrk="1" hangingPunct="1"/>
            <a:r>
              <a:rPr lang="fr-FR" smtClean="0"/>
              <a:t>oh uoh não mais escravo, Agora herdeiro  
12-  JÉSUS M’A LIBÉRÉ </a:t>
            </a:r>
          </a:p>
          <a:p>
            <a:pPr eaLnBrk="1" hangingPunct="1"/>
            <a:r>
              <a:rPr lang="fr-FR" smtClean="0"/>
              <a:t>Jesus me libertou</a:t>
            </a:r>
          </a:p>
          <a:p>
            <a:pPr eaLnBrk="1" hangingPunct="1"/>
            <a:r>
              <a:rPr lang="fr-FR" smtClean="0"/>
              <a:t>X3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Refrain :</a:t>
            </a:r>
          </a:p>
          <a:p>
            <a:pPr eaLnBrk="1" hangingPunct="1"/>
            <a:r>
              <a:rPr lang="fr-FR" smtClean="0"/>
              <a:t>Pont :  x2</a:t>
            </a:r>
          </a:p>
          <a:p>
            <a:pPr eaLnBrk="1" hangingPunct="1"/>
            <a:r>
              <a:rPr lang="fr-FR" smtClean="0"/>
              <a:t>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28283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JE SUIS UN HÉRITIER ENFANT DE CET AMOUR</a:t>
            </a:r>
          </a:p>
          <a:p>
            <a:r>
              <a:rPr lang="fr-FR" smtClean="0"/>
              <a:t>Herdeiro me tornei sou filho desse amor  </a:t>
            </a:r>
            <a:br>
              <a:rPr lang="fr-FR" smtClean="0"/>
            </a:br>
            <a:r>
              <a:rPr lang="fr-FR" smtClean="0"/>
              <a:t>2-  MANIFESTÉ EN JÉSUS SUR LA CROIX </a:t>
            </a:r>
          </a:p>
          <a:p>
            <a:r>
              <a:rPr lang="fr-FR" smtClean="0"/>
              <a:t>Manifestado em jesus na cruz </a:t>
            </a:r>
            <a:br>
              <a:rPr lang="fr-FR" smtClean="0"/>
            </a:br>
            <a:r>
              <a:rPr lang="fr-FR" smtClean="0"/>
              <a:t>3-  EN LUI SE TROUVE L'AMOUR QUI ME FAIT VIVRE </a:t>
            </a:r>
          </a:p>
          <a:p>
            <a:r>
              <a:rPr lang="fr-FR" smtClean="0"/>
              <a:t>Nele esta o amor que me faz viver </a:t>
            </a:r>
            <a:br>
              <a:rPr lang="fr-FR" smtClean="0"/>
            </a:br>
            <a:r>
              <a:rPr lang="fr-FR" smtClean="0"/>
              <a:t>4-  MON NOM EST ÉCRIT DANS SES MAINS </a:t>
            </a:r>
          </a:p>
          <a:p>
            <a:r>
              <a:rPr lang="fr-FR" smtClean="0"/>
              <a:t>Meu nome esta escrito em suas mãos</a:t>
            </a:r>
          </a:p>
          <a:p>
            <a:endParaRPr lang="fr-FR" smtClean="0"/>
          </a:p>
          <a:p>
            <a:r>
              <a:rPr lang="fr-FR" smtClean="0"/>
              <a:t>
	Pré-Refrain :</a:t>
            </a:r>
            <a:br>
              <a:rPr lang="fr-FR" smtClean="0"/>
            </a:br>
            <a:r>
              <a:rPr lang="fr-FR" smtClean="0"/>
              <a:t>	5-  IMMESURABLE AMOUR QUI M’A ATTIRÉ, M’A SAUVÉ</a:t>
            </a:r>
          </a:p>
          <a:p>
            <a:r>
              <a:rPr lang="fr-FR" smtClean="0"/>
              <a:t>	Imensuravel amor, que me atraiu, me salvou 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6-  J’AI CONNU UN AMOUR SI PUISSANT SI PUISSANT </a:t>
            </a:r>
          </a:p>
          <a:p>
            <a:r>
              <a:rPr lang="fr-FR" smtClean="0"/>
              <a:t>	Eu conheci um amor tão grande tão grande </a:t>
            </a:r>
            <a:br>
              <a:rPr lang="fr-FR" smtClean="0"/>
            </a:br>
            <a:r>
              <a:rPr lang="fr-FR" smtClean="0"/>
              <a:t>	7-  AMOUR QUI TRANSFORME ET CHASSE À JAMAIS TOUTES LES PEURS</a:t>
            </a:r>
          </a:p>
          <a:p>
            <a:r>
              <a:rPr lang="fr-FR" smtClean="0"/>
              <a:t>	amor que transforma e lança fora todo medo </a:t>
            </a:r>
          </a:p>
          <a:p>
            <a:r>
              <a:rPr lang="fr-FR" smtClean="0"/>
              <a:t>X2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OH, OH, OH, OH, OH, OH, OH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9-  (IL) M’A AIMÉ EN PREMIER QUEL AMOUR PARFAIT</a:t>
            </a:r>
          </a:p>
          <a:p>
            <a:r>
              <a:rPr lang="fr-FR" smtClean="0"/>
              <a:t>Me amou primeiro que amor perfeito  
10-  SA GRÂCE M’A TOUCHÉ</a:t>
            </a:r>
          </a:p>
          <a:p>
            <a:r>
              <a:rPr lang="fr-FR" smtClean="0"/>
              <a:t>Sua graça me alcançou,  
11-  PLUS JAMAIS ESCLAVE MAINTENANT HÉRITIER</a:t>
            </a:r>
          </a:p>
          <a:p>
            <a:r>
              <a:rPr lang="fr-FR" smtClean="0"/>
              <a:t>oh uoh não mais escravo, Agora herdeiro  
12-  JÉSUS M’A LIBÉRÉ </a:t>
            </a:r>
          </a:p>
          <a:p>
            <a:r>
              <a:rPr lang="fr-FR" smtClean="0"/>
              <a:t>Jesus me libertou</a:t>
            </a:r>
          </a:p>
          <a:p>
            <a:r>
              <a:rPr lang="fr-FR" smtClean="0"/>
              <a:t>X3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r>
              <a:rPr lang="fr-FR" smtClean="0"/>
              <a:t>Pont :  x2</a:t>
            </a:r>
          </a:p>
          <a:p>
            <a:r>
              <a:rPr lang="fr-FR" smtClean="0"/>
              <a:t>
</a:t>
            </a:r>
            <a:endParaRPr lang="fr-FR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Couplet :</a:t>
            </a:r>
          </a:p>
          <a:p>
            <a:pPr eaLnBrk="1" hangingPunct="1"/>
            <a:r>
              <a:rPr lang="fr-FR" smtClean="0"/>
              <a:t>1-  JE SUIS UN HÉRITIER ENFANT DE CET AMOUR</a:t>
            </a:r>
          </a:p>
          <a:p>
            <a:pPr eaLnBrk="1" hangingPunct="1"/>
            <a:r>
              <a:rPr lang="fr-FR" smtClean="0"/>
              <a:t>Herdeiro me tornei sou filho desse amor  </a:t>
            </a:r>
            <a:br>
              <a:rPr lang="fr-FR" smtClean="0"/>
            </a:br>
            <a:r>
              <a:rPr lang="fr-FR" smtClean="0"/>
              <a:t>2-  MANIFESTÉ EN JÉSUS SUR LA CROIX </a:t>
            </a:r>
          </a:p>
          <a:p>
            <a:pPr eaLnBrk="1" hangingPunct="1"/>
            <a:r>
              <a:rPr lang="fr-FR" smtClean="0"/>
              <a:t>Manifestado em jesus na cruz </a:t>
            </a:r>
            <a:br>
              <a:rPr lang="fr-FR" smtClean="0"/>
            </a:br>
            <a:r>
              <a:rPr lang="fr-FR" smtClean="0"/>
              <a:t>3-  EN LUI SE TROUVE L'AMOUR QUI ME FAIT VIVRE </a:t>
            </a:r>
          </a:p>
          <a:p>
            <a:pPr eaLnBrk="1" hangingPunct="1"/>
            <a:r>
              <a:rPr lang="fr-FR" smtClean="0"/>
              <a:t>Nele esta o amor que me faz viver </a:t>
            </a:r>
            <a:br>
              <a:rPr lang="fr-FR" smtClean="0"/>
            </a:br>
            <a:r>
              <a:rPr lang="fr-FR" smtClean="0"/>
              <a:t>4-  MON NOM EST ÉCRIT DANS SES MAINS </a:t>
            </a:r>
          </a:p>
          <a:p>
            <a:pPr eaLnBrk="1" hangingPunct="1"/>
            <a:r>
              <a:rPr lang="fr-FR" smtClean="0"/>
              <a:t>Meu nome esta escrito em suas mãos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
	Pré-Refrain :</a:t>
            </a:r>
            <a:br>
              <a:rPr lang="fr-FR" smtClean="0"/>
            </a:br>
            <a:r>
              <a:rPr lang="fr-FR" smtClean="0"/>
              <a:t>	5-  IMMESURABLE AMOUR QUI M’A ATTIRÉ, M’A SAUVÉ</a:t>
            </a:r>
          </a:p>
          <a:p>
            <a:pPr eaLnBrk="1" hangingPunct="1"/>
            <a:r>
              <a:rPr lang="fr-FR" smtClean="0"/>
              <a:t>	Imensuravel amor, que me atraiu, me salvou </a:t>
            </a:r>
          </a:p>
          <a:p>
            <a:pPr eaLnBrk="1" hangingPunct="1"/>
            <a:r>
              <a:rPr lang="fr-FR" smtClean="0"/>
              <a:t>
	Refrain :</a:t>
            </a:r>
          </a:p>
          <a:p>
            <a:pPr eaLnBrk="1" hangingPunct="1"/>
            <a:r>
              <a:rPr lang="fr-FR" smtClean="0"/>
              <a:t>	6-  J’AI CONNU UN AMOUR SI PUISSANT SI PUISSANT </a:t>
            </a:r>
          </a:p>
          <a:p>
            <a:pPr eaLnBrk="1" hangingPunct="1"/>
            <a:r>
              <a:rPr lang="fr-FR" smtClean="0"/>
              <a:t>	Eu conheci um amor tão grande tão grande </a:t>
            </a:r>
            <a:br>
              <a:rPr lang="fr-FR" smtClean="0"/>
            </a:br>
            <a:r>
              <a:rPr lang="fr-FR" smtClean="0"/>
              <a:t>	7-  AMOUR QUI TRANSFORME ET CHASSE À JAMAIS TOUTES LES PEURS</a:t>
            </a:r>
          </a:p>
          <a:p>
            <a:pPr eaLnBrk="1" hangingPunct="1"/>
            <a:r>
              <a:rPr lang="fr-FR" smtClean="0"/>
              <a:t>	amor que transforma e lança fora todo medo </a:t>
            </a:r>
          </a:p>
          <a:p>
            <a:pPr eaLnBrk="1" hangingPunct="1"/>
            <a:r>
              <a:rPr lang="fr-FR" smtClean="0"/>
              <a:t>X2</a:t>
            </a:r>
          </a:p>
          <a:p>
            <a:pPr eaLnBrk="1" hangingPunct="1"/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OH, OH, OH, OH, OH, OH, OH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Pré-Refrain :</a:t>
            </a:r>
          </a:p>
          <a:p>
            <a:pPr eaLnBrk="1" hangingPunct="1"/>
            <a:r>
              <a:rPr lang="fr-FR" smtClean="0"/>
              <a:t>	Refrain :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Pont :
9-  (IL) M’A AIMÉ EN PREMIER QUEL AMOUR PARFAIT</a:t>
            </a:r>
          </a:p>
          <a:p>
            <a:pPr eaLnBrk="1" hangingPunct="1"/>
            <a:r>
              <a:rPr lang="fr-FR" smtClean="0"/>
              <a:t>Me amou primeiro que amor perfeito  
10-  SA GRÂCE M’A TOUCHÉ</a:t>
            </a:r>
          </a:p>
          <a:p>
            <a:pPr eaLnBrk="1" hangingPunct="1"/>
            <a:r>
              <a:rPr lang="fr-FR" smtClean="0"/>
              <a:t>Sua graça me alcançou,  
11-  PLUS JAMAIS ESCLAVE MAINTENANT HÉRITIER</a:t>
            </a:r>
          </a:p>
          <a:p>
            <a:pPr eaLnBrk="1" hangingPunct="1"/>
            <a:r>
              <a:rPr lang="fr-FR" smtClean="0"/>
              <a:t>oh uoh não mais escravo, Agora herdeiro  
12-  JÉSUS M’A LIBÉRÉ </a:t>
            </a:r>
          </a:p>
          <a:p>
            <a:pPr eaLnBrk="1" hangingPunct="1"/>
            <a:r>
              <a:rPr lang="fr-FR" smtClean="0"/>
              <a:t>Jesus me libertou</a:t>
            </a:r>
          </a:p>
          <a:p>
            <a:pPr eaLnBrk="1" hangingPunct="1"/>
            <a:r>
              <a:rPr lang="fr-FR" smtClean="0"/>
              <a:t>X3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Refrain :</a:t>
            </a:r>
          </a:p>
          <a:p>
            <a:pPr eaLnBrk="1" hangingPunct="1"/>
            <a:r>
              <a:rPr lang="fr-FR" smtClean="0"/>
              <a:t>Pont :  x2</a:t>
            </a:r>
          </a:p>
          <a:p>
            <a:pPr eaLnBrk="1" hangingPunct="1"/>
            <a:r>
              <a:rPr lang="fr-FR" smtClean="0"/>
              <a:t>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51153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JE SUIS UN HÉRITIER ENFANT DE CET AMOUR</a:t>
            </a:r>
          </a:p>
          <a:p>
            <a:r>
              <a:rPr lang="fr-FR" smtClean="0"/>
              <a:t>Herdeiro me tornei sou filho desse amor  </a:t>
            </a:r>
            <a:br>
              <a:rPr lang="fr-FR" smtClean="0"/>
            </a:br>
            <a:r>
              <a:rPr lang="fr-FR" smtClean="0"/>
              <a:t>2-  MANIFESTÉ EN JÉSUS SUR LA CROIX </a:t>
            </a:r>
          </a:p>
          <a:p>
            <a:r>
              <a:rPr lang="fr-FR" smtClean="0"/>
              <a:t>Manifestado em jesus na cruz </a:t>
            </a:r>
            <a:br>
              <a:rPr lang="fr-FR" smtClean="0"/>
            </a:br>
            <a:r>
              <a:rPr lang="fr-FR" smtClean="0"/>
              <a:t>3-  EN LUI SE TROUVE L'AMOUR QUI ME FAIT VIVRE </a:t>
            </a:r>
          </a:p>
          <a:p>
            <a:r>
              <a:rPr lang="fr-FR" smtClean="0"/>
              <a:t>Nele esta o amor que me faz viver </a:t>
            </a:r>
            <a:br>
              <a:rPr lang="fr-FR" smtClean="0"/>
            </a:br>
            <a:r>
              <a:rPr lang="fr-FR" smtClean="0"/>
              <a:t>4-  MON NOM EST ÉCRIT DANS SES MAINS </a:t>
            </a:r>
          </a:p>
          <a:p>
            <a:r>
              <a:rPr lang="fr-FR" smtClean="0"/>
              <a:t>Meu nome esta escrito em suas mãos</a:t>
            </a:r>
          </a:p>
          <a:p>
            <a:endParaRPr lang="fr-FR" smtClean="0"/>
          </a:p>
          <a:p>
            <a:r>
              <a:rPr lang="fr-FR" smtClean="0"/>
              <a:t>
	Pré-Refrain :</a:t>
            </a:r>
            <a:br>
              <a:rPr lang="fr-FR" smtClean="0"/>
            </a:br>
            <a:r>
              <a:rPr lang="fr-FR" smtClean="0"/>
              <a:t>	5-  IMMESURABLE AMOUR QUI M’A ATTIRÉ, M’A SAUVÉ</a:t>
            </a:r>
          </a:p>
          <a:p>
            <a:r>
              <a:rPr lang="fr-FR" smtClean="0"/>
              <a:t>	Imensuravel amor, que me atraiu, me salvou 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6-  J’AI CONNU UN AMOUR SI PUISSANT SI PUISSANT </a:t>
            </a:r>
          </a:p>
          <a:p>
            <a:r>
              <a:rPr lang="fr-FR" smtClean="0"/>
              <a:t>	Eu conheci um amor tão grande tão grande </a:t>
            </a:r>
            <a:br>
              <a:rPr lang="fr-FR" smtClean="0"/>
            </a:br>
            <a:r>
              <a:rPr lang="fr-FR" smtClean="0"/>
              <a:t>	7-  AMOUR QUI TRANSFORME ET CHASSE À JAMAIS TOUTES LES PEURS</a:t>
            </a:r>
          </a:p>
          <a:p>
            <a:r>
              <a:rPr lang="fr-FR" smtClean="0"/>
              <a:t>	amor que transforma e lança fora todo medo </a:t>
            </a:r>
          </a:p>
          <a:p>
            <a:r>
              <a:rPr lang="fr-FR" smtClean="0"/>
              <a:t>X2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OH, OH, OH, OH, OH, OH, OH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9-  (IL) M’A AIMÉ EN PREMIER QUEL AMOUR PARFAIT</a:t>
            </a:r>
          </a:p>
          <a:p>
            <a:r>
              <a:rPr lang="fr-FR" smtClean="0"/>
              <a:t>Me amou primeiro que amor perfeito  
10-  SA GRÂCE M’A TOUCHÉ</a:t>
            </a:r>
          </a:p>
          <a:p>
            <a:r>
              <a:rPr lang="fr-FR" smtClean="0"/>
              <a:t>Sua graça me alcançou,  
11-  PLUS JAMAIS ESCLAVE MAINTENANT HÉRITIER</a:t>
            </a:r>
          </a:p>
          <a:p>
            <a:r>
              <a:rPr lang="fr-FR" smtClean="0"/>
              <a:t>oh uoh não mais escravo, Agora herdeiro  
12-  JÉSUS M’A LIBÉRÉ </a:t>
            </a:r>
          </a:p>
          <a:p>
            <a:r>
              <a:rPr lang="fr-FR" smtClean="0"/>
              <a:t>Jesus me libertou</a:t>
            </a:r>
          </a:p>
          <a:p>
            <a:r>
              <a:rPr lang="fr-FR" smtClean="0"/>
              <a:t>X3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r>
              <a:rPr lang="fr-FR" smtClean="0"/>
              <a:t>Pont :  x2</a:t>
            </a:r>
          </a:p>
          <a:p>
            <a:r>
              <a:rPr lang="fr-FR" smtClean="0"/>
              <a:t>
</a:t>
            </a:r>
            <a:endParaRPr lang="fr-FR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Couplet :</a:t>
            </a:r>
          </a:p>
          <a:p>
            <a:pPr eaLnBrk="1" hangingPunct="1"/>
            <a:r>
              <a:rPr lang="fr-FR" smtClean="0"/>
              <a:t>1-  JE SUIS UN HÉRITIER ENFANT DE CET AMOUR</a:t>
            </a:r>
          </a:p>
          <a:p>
            <a:pPr eaLnBrk="1" hangingPunct="1"/>
            <a:r>
              <a:rPr lang="fr-FR" smtClean="0"/>
              <a:t>Herdeiro me tornei sou filho desse amor  </a:t>
            </a:r>
            <a:br>
              <a:rPr lang="fr-FR" smtClean="0"/>
            </a:br>
            <a:r>
              <a:rPr lang="fr-FR" smtClean="0"/>
              <a:t>2-  MANIFESTÉ EN JÉSUS SUR LA CROIX </a:t>
            </a:r>
          </a:p>
          <a:p>
            <a:pPr eaLnBrk="1" hangingPunct="1"/>
            <a:r>
              <a:rPr lang="fr-FR" smtClean="0"/>
              <a:t>Manifestado em jesus na cruz </a:t>
            </a:r>
            <a:br>
              <a:rPr lang="fr-FR" smtClean="0"/>
            </a:br>
            <a:r>
              <a:rPr lang="fr-FR" smtClean="0"/>
              <a:t>3-  EN LUI SE TROUVE L'AMOUR QUI ME FAIT VIVRE </a:t>
            </a:r>
          </a:p>
          <a:p>
            <a:pPr eaLnBrk="1" hangingPunct="1"/>
            <a:r>
              <a:rPr lang="fr-FR" smtClean="0"/>
              <a:t>Nele esta o amor que me faz viver </a:t>
            </a:r>
            <a:br>
              <a:rPr lang="fr-FR" smtClean="0"/>
            </a:br>
            <a:r>
              <a:rPr lang="fr-FR" smtClean="0"/>
              <a:t>4-  MON NOM EST ÉCRIT DANS SES MAINS </a:t>
            </a:r>
          </a:p>
          <a:p>
            <a:pPr eaLnBrk="1" hangingPunct="1"/>
            <a:r>
              <a:rPr lang="fr-FR" smtClean="0"/>
              <a:t>Meu nome esta escrito em suas mãos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
	Pré-Refrain :</a:t>
            </a:r>
            <a:br>
              <a:rPr lang="fr-FR" smtClean="0"/>
            </a:br>
            <a:r>
              <a:rPr lang="fr-FR" smtClean="0"/>
              <a:t>	5-  IMMESURABLE AMOUR QUI M’A ATTIRÉ, M’A SAUVÉ</a:t>
            </a:r>
          </a:p>
          <a:p>
            <a:pPr eaLnBrk="1" hangingPunct="1"/>
            <a:r>
              <a:rPr lang="fr-FR" smtClean="0"/>
              <a:t>	Imensuravel amor, que me atraiu, me salvou </a:t>
            </a:r>
          </a:p>
          <a:p>
            <a:pPr eaLnBrk="1" hangingPunct="1"/>
            <a:r>
              <a:rPr lang="fr-FR" smtClean="0"/>
              <a:t>
	Refrain :</a:t>
            </a:r>
          </a:p>
          <a:p>
            <a:pPr eaLnBrk="1" hangingPunct="1"/>
            <a:r>
              <a:rPr lang="fr-FR" smtClean="0"/>
              <a:t>	6-  J’AI CONNU UN AMOUR SI PUISSANT SI PUISSANT </a:t>
            </a:r>
          </a:p>
          <a:p>
            <a:pPr eaLnBrk="1" hangingPunct="1"/>
            <a:r>
              <a:rPr lang="fr-FR" smtClean="0"/>
              <a:t>	Eu conheci um amor tão grande tão grande </a:t>
            </a:r>
            <a:br>
              <a:rPr lang="fr-FR" smtClean="0"/>
            </a:br>
            <a:r>
              <a:rPr lang="fr-FR" smtClean="0"/>
              <a:t>	7-  AMOUR QUI TRANSFORME ET CHASSE À JAMAIS TOUTES LES PEURS</a:t>
            </a:r>
          </a:p>
          <a:p>
            <a:pPr eaLnBrk="1" hangingPunct="1"/>
            <a:r>
              <a:rPr lang="fr-FR" smtClean="0"/>
              <a:t>	amor que transforma e lança fora todo medo </a:t>
            </a:r>
          </a:p>
          <a:p>
            <a:pPr eaLnBrk="1" hangingPunct="1"/>
            <a:r>
              <a:rPr lang="fr-FR" smtClean="0"/>
              <a:t>X2</a:t>
            </a:r>
          </a:p>
          <a:p>
            <a:pPr eaLnBrk="1" hangingPunct="1"/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OH, OH, OH, OH, OH, OH, OH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Pré-Refrain :</a:t>
            </a:r>
          </a:p>
          <a:p>
            <a:pPr eaLnBrk="1" hangingPunct="1"/>
            <a:r>
              <a:rPr lang="fr-FR" smtClean="0"/>
              <a:t>	Refrain :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Pont :
9-  (IL) M’A AIMÉ EN PREMIER QUEL AMOUR PARFAIT</a:t>
            </a:r>
          </a:p>
          <a:p>
            <a:pPr eaLnBrk="1" hangingPunct="1"/>
            <a:r>
              <a:rPr lang="fr-FR" smtClean="0"/>
              <a:t>Me amou primeiro que amor perfeito  
10-  SA GRÂCE M’A TOUCHÉ</a:t>
            </a:r>
          </a:p>
          <a:p>
            <a:pPr eaLnBrk="1" hangingPunct="1"/>
            <a:r>
              <a:rPr lang="fr-FR" smtClean="0"/>
              <a:t>Sua graça me alcançou,  
11-  PLUS JAMAIS ESCLAVE MAINTENANT HÉRITIER</a:t>
            </a:r>
          </a:p>
          <a:p>
            <a:pPr eaLnBrk="1" hangingPunct="1"/>
            <a:r>
              <a:rPr lang="fr-FR" smtClean="0"/>
              <a:t>oh uoh não mais escravo, Agora herdeiro  
12-  JÉSUS M’A LIBÉRÉ </a:t>
            </a:r>
          </a:p>
          <a:p>
            <a:pPr eaLnBrk="1" hangingPunct="1"/>
            <a:r>
              <a:rPr lang="fr-FR" smtClean="0"/>
              <a:t>Jesus me libertou</a:t>
            </a:r>
          </a:p>
          <a:p>
            <a:pPr eaLnBrk="1" hangingPunct="1"/>
            <a:r>
              <a:rPr lang="fr-FR" smtClean="0"/>
              <a:t>X3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Refrain :</a:t>
            </a:r>
          </a:p>
          <a:p>
            <a:pPr eaLnBrk="1" hangingPunct="1"/>
            <a:r>
              <a:rPr lang="fr-FR" smtClean="0"/>
              <a:t>Pont :  x2</a:t>
            </a:r>
          </a:p>
          <a:p>
            <a:pPr eaLnBrk="1" hangingPunct="1"/>
            <a:r>
              <a:rPr lang="fr-FR" smtClean="0"/>
              <a:t>
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213964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JE SUIS UN HÉRITIER ENFANT DE CET AMOUR</a:t>
            </a:r>
          </a:p>
          <a:p>
            <a:r>
              <a:rPr lang="fr-FR" smtClean="0"/>
              <a:t>Herdeiro me tornei sou filho desse amor  </a:t>
            </a:r>
            <a:br>
              <a:rPr lang="fr-FR" smtClean="0"/>
            </a:br>
            <a:r>
              <a:rPr lang="fr-FR" smtClean="0"/>
              <a:t>2-  MANIFESTÉ EN JÉSUS SUR LA CROIX </a:t>
            </a:r>
          </a:p>
          <a:p>
            <a:r>
              <a:rPr lang="fr-FR" smtClean="0"/>
              <a:t>Manifestado em jesus na cruz </a:t>
            </a:r>
            <a:br>
              <a:rPr lang="fr-FR" smtClean="0"/>
            </a:br>
            <a:r>
              <a:rPr lang="fr-FR" smtClean="0"/>
              <a:t>3-  EN LUI SE TROUVE L'AMOUR QUI ME FAIT VIVRE </a:t>
            </a:r>
          </a:p>
          <a:p>
            <a:r>
              <a:rPr lang="fr-FR" smtClean="0"/>
              <a:t>Nele esta o amor que me faz viver </a:t>
            </a:r>
            <a:br>
              <a:rPr lang="fr-FR" smtClean="0"/>
            </a:br>
            <a:r>
              <a:rPr lang="fr-FR" smtClean="0"/>
              <a:t>4-  MON NOM EST ÉCRIT DANS SES MAINS </a:t>
            </a:r>
          </a:p>
          <a:p>
            <a:r>
              <a:rPr lang="fr-FR" smtClean="0"/>
              <a:t>Meu nome esta escrito em suas mãos</a:t>
            </a:r>
          </a:p>
          <a:p>
            <a:endParaRPr lang="fr-FR" smtClean="0"/>
          </a:p>
          <a:p>
            <a:r>
              <a:rPr lang="fr-FR" smtClean="0"/>
              <a:t>
	Pré-Refrain :</a:t>
            </a:r>
            <a:br>
              <a:rPr lang="fr-FR" smtClean="0"/>
            </a:br>
            <a:r>
              <a:rPr lang="fr-FR" smtClean="0"/>
              <a:t>	5-  IMMESURABLE AMOUR QUI M’A ATTIRÉ, M’A SAUVÉ</a:t>
            </a:r>
          </a:p>
          <a:p>
            <a:r>
              <a:rPr lang="fr-FR" smtClean="0"/>
              <a:t>	Imensuravel amor, que me atraiu, me salvou 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6-  J’AI CONNU UN AMOUR SI PUISSANT SI PUISSANT </a:t>
            </a:r>
          </a:p>
          <a:p>
            <a:r>
              <a:rPr lang="fr-FR" smtClean="0"/>
              <a:t>	Eu conheci um amor tão grande tão grande </a:t>
            </a:r>
            <a:br>
              <a:rPr lang="fr-FR" smtClean="0"/>
            </a:br>
            <a:r>
              <a:rPr lang="fr-FR" smtClean="0"/>
              <a:t>	7-  AMOUR QUI TRANSFORME ET CHASSE À JAMAIS TOUTES LES PEURS</a:t>
            </a:r>
          </a:p>
          <a:p>
            <a:r>
              <a:rPr lang="fr-FR" smtClean="0"/>
              <a:t>	amor que transforma e lança fora todo medo </a:t>
            </a:r>
          </a:p>
          <a:p>
            <a:r>
              <a:rPr lang="fr-FR" smtClean="0"/>
              <a:t>X2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OH, OH, OH, OH, OH, OH, OH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9-  (IL) M’A AIMÉ EN PREMIER QUEL AMOUR PARFAIT</a:t>
            </a:r>
          </a:p>
          <a:p>
            <a:r>
              <a:rPr lang="fr-FR" smtClean="0"/>
              <a:t>Me amou primeiro que amor perfeito  
10-  SA GRÂCE M’A TOUCHÉ</a:t>
            </a:r>
          </a:p>
          <a:p>
            <a:r>
              <a:rPr lang="fr-FR" smtClean="0"/>
              <a:t>Sua graça me alcançou,  
11-  PLUS JAMAIS ESCLAVE MAINTENANT HÉRITIER</a:t>
            </a:r>
          </a:p>
          <a:p>
            <a:r>
              <a:rPr lang="fr-FR" smtClean="0"/>
              <a:t>oh uoh não mais escravo, Agora herdeiro  
12-  JÉSUS M’A LIBÉRÉ </a:t>
            </a:r>
          </a:p>
          <a:p>
            <a:r>
              <a:rPr lang="fr-FR" smtClean="0"/>
              <a:t>Jesus me libertou</a:t>
            </a:r>
          </a:p>
          <a:p>
            <a:r>
              <a:rPr lang="fr-FR" smtClean="0"/>
              <a:t>X3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r>
              <a:rPr lang="fr-FR" smtClean="0"/>
              <a:t>Pont :  x2</a:t>
            </a:r>
          </a:p>
          <a:p>
            <a:r>
              <a:rPr lang="fr-FR" smtClean="0"/>
              <a:t>
</a:t>
            </a:r>
            <a:endParaRPr lang="fr-FR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Couplet :</a:t>
            </a:r>
          </a:p>
          <a:p>
            <a:pPr eaLnBrk="1" hangingPunct="1"/>
            <a:r>
              <a:rPr lang="fr-FR" smtClean="0"/>
              <a:t>1-  JE SUIS UN HÉRITIER ENFANT DE CET AMOUR</a:t>
            </a:r>
          </a:p>
          <a:p>
            <a:pPr eaLnBrk="1" hangingPunct="1"/>
            <a:r>
              <a:rPr lang="fr-FR" smtClean="0"/>
              <a:t>Herdeiro me tornei sou filho desse amor  </a:t>
            </a:r>
            <a:br>
              <a:rPr lang="fr-FR" smtClean="0"/>
            </a:br>
            <a:r>
              <a:rPr lang="fr-FR" smtClean="0"/>
              <a:t>2-  MANIFESTÉ EN JÉSUS SUR LA CROIX </a:t>
            </a:r>
          </a:p>
          <a:p>
            <a:pPr eaLnBrk="1" hangingPunct="1"/>
            <a:r>
              <a:rPr lang="fr-FR" smtClean="0"/>
              <a:t>Manifestado em jesus na cruz </a:t>
            </a:r>
            <a:br>
              <a:rPr lang="fr-FR" smtClean="0"/>
            </a:br>
            <a:r>
              <a:rPr lang="fr-FR" smtClean="0"/>
              <a:t>3-  EN LUI SE TROUVE L'AMOUR QUI ME FAIT VIVRE </a:t>
            </a:r>
          </a:p>
          <a:p>
            <a:pPr eaLnBrk="1" hangingPunct="1"/>
            <a:r>
              <a:rPr lang="fr-FR" smtClean="0"/>
              <a:t>Nele esta o amor que me faz viver </a:t>
            </a:r>
            <a:br>
              <a:rPr lang="fr-FR" smtClean="0"/>
            </a:br>
            <a:r>
              <a:rPr lang="fr-FR" smtClean="0"/>
              <a:t>4-  MON NOM EST ÉCRIT DANS SES MAINS </a:t>
            </a:r>
          </a:p>
          <a:p>
            <a:pPr eaLnBrk="1" hangingPunct="1"/>
            <a:r>
              <a:rPr lang="fr-FR" smtClean="0"/>
              <a:t>Meu nome esta escrito em suas mãos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
	Pré-Refrain :</a:t>
            </a:r>
            <a:br>
              <a:rPr lang="fr-FR" smtClean="0"/>
            </a:br>
            <a:r>
              <a:rPr lang="fr-FR" smtClean="0"/>
              <a:t>	5-  IMMESURABLE AMOUR QUI M’A ATTIRÉ, M’A SAUVÉ</a:t>
            </a:r>
          </a:p>
          <a:p>
            <a:pPr eaLnBrk="1" hangingPunct="1"/>
            <a:r>
              <a:rPr lang="fr-FR" smtClean="0"/>
              <a:t>	Imensuravel amor, que me atraiu, me salvou </a:t>
            </a:r>
          </a:p>
          <a:p>
            <a:pPr eaLnBrk="1" hangingPunct="1"/>
            <a:r>
              <a:rPr lang="fr-FR" smtClean="0"/>
              <a:t>
	Refrain :</a:t>
            </a:r>
          </a:p>
          <a:p>
            <a:pPr eaLnBrk="1" hangingPunct="1"/>
            <a:r>
              <a:rPr lang="fr-FR" smtClean="0"/>
              <a:t>	6-  J’AI CONNU UN AMOUR SI PUISSANT SI PUISSANT </a:t>
            </a:r>
          </a:p>
          <a:p>
            <a:pPr eaLnBrk="1" hangingPunct="1"/>
            <a:r>
              <a:rPr lang="fr-FR" smtClean="0"/>
              <a:t>	Eu conheci um amor tão grande tão grande </a:t>
            </a:r>
            <a:br>
              <a:rPr lang="fr-FR" smtClean="0"/>
            </a:br>
            <a:r>
              <a:rPr lang="fr-FR" smtClean="0"/>
              <a:t>	7-  AMOUR QUI TRANSFORME ET CHASSE À JAMAIS TOUTES LES PEURS</a:t>
            </a:r>
          </a:p>
          <a:p>
            <a:pPr eaLnBrk="1" hangingPunct="1"/>
            <a:r>
              <a:rPr lang="fr-FR" smtClean="0"/>
              <a:t>	amor que transforma e lança fora todo medo </a:t>
            </a:r>
          </a:p>
          <a:p>
            <a:pPr eaLnBrk="1" hangingPunct="1"/>
            <a:r>
              <a:rPr lang="fr-FR" smtClean="0"/>
              <a:t>X2</a:t>
            </a:r>
          </a:p>
          <a:p>
            <a:pPr eaLnBrk="1" hangingPunct="1"/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OH, OH, OH, OH, OH, OH, OH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Pré-Refrain :</a:t>
            </a:r>
          </a:p>
          <a:p>
            <a:pPr eaLnBrk="1" hangingPunct="1"/>
            <a:r>
              <a:rPr lang="fr-FR" smtClean="0"/>
              <a:t>	Refrain :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Pont :
9-  (IL) M’A AIMÉ EN PREMIER QUEL AMOUR PARFAIT</a:t>
            </a:r>
          </a:p>
          <a:p>
            <a:pPr eaLnBrk="1" hangingPunct="1"/>
            <a:r>
              <a:rPr lang="fr-FR" smtClean="0"/>
              <a:t>Me amou primeiro que amor perfeito  
10-  SA GRÂCE M’A TOUCHÉ</a:t>
            </a:r>
          </a:p>
          <a:p>
            <a:pPr eaLnBrk="1" hangingPunct="1"/>
            <a:r>
              <a:rPr lang="fr-FR" smtClean="0"/>
              <a:t>Sua graça me alcançou,  
11-  PLUS JAMAIS ESCLAVE MAINTENANT HÉRITIER</a:t>
            </a:r>
          </a:p>
          <a:p>
            <a:pPr eaLnBrk="1" hangingPunct="1"/>
            <a:r>
              <a:rPr lang="fr-FR" smtClean="0"/>
              <a:t>oh uoh não mais escravo, Agora herdeiro  
12-  JÉSUS M’A LIBÉRÉ </a:t>
            </a:r>
          </a:p>
          <a:p>
            <a:pPr eaLnBrk="1" hangingPunct="1"/>
            <a:r>
              <a:rPr lang="fr-FR" smtClean="0"/>
              <a:t>Jesus me libertou</a:t>
            </a:r>
          </a:p>
          <a:p>
            <a:pPr eaLnBrk="1" hangingPunct="1"/>
            <a:r>
              <a:rPr lang="fr-FR" smtClean="0"/>
              <a:t>X3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Refrain :</a:t>
            </a:r>
          </a:p>
          <a:p>
            <a:pPr eaLnBrk="1" hangingPunct="1"/>
            <a:r>
              <a:rPr lang="fr-FR" smtClean="0"/>
              <a:t>Pont :  x2</a:t>
            </a:r>
          </a:p>
          <a:p>
            <a:pPr eaLnBrk="1" hangingPunct="1"/>
            <a:r>
              <a:rPr lang="fr-FR" smtClean="0"/>
              <a:t>
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090621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JE SUIS UN HÉRITIER ENFANT DE CET AMOUR</a:t>
            </a:r>
          </a:p>
          <a:p>
            <a:r>
              <a:rPr lang="fr-FR" smtClean="0"/>
              <a:t>Herdeiro me tornei sou filho desse amor  </a:t>
            </a:r>
            <a:br>
              <a:rPr lang="fr-FR" smtClean="0"/>
            </a:br>
            <a:r>
              <a:rPr lang="fr-FR" smtClean="0"/>
              <a:t>2-  MANIFESTÉ EN JÉSUS SUR LA CROIX </a:t>
            </a:r>
          </a:p>
          <a:p>
            <a:r>
              <a:rPr lang="fr-FR" smtClean="0"/>
              <a:t>Manifestado em jesus na cruz </a:t>
            </a:r>
            <a:br>
              <a:rPr lang="fr-FR" smtClean="0"/>
            </a:br>
            <a:r>
              <a:rPr lang="fr-FR" smtClean="0"/>
              <a:t>3-  EN LUI SE TROUVE L'AMOUR QUI ME FAIT VIVRE </a:t>
            </a:r>
          </a:p>
          <a:p>
            <a:r>
              <a:rPr lang="fr-FR" smtClean="0"/>
              <a:t>Nele esta o amor que me faz viver </a:t>
            </a:r>
            <a:br>
              <a:rPr lang="fr-FR" smtClean="0"/>
            </a:br>
            <a:r>
              <a:rPr lang="fr-FR" smtClean="0"/>
              <a:t>4-  MON NOM EST ÉCRIT DANS SES MAINS </a:t>
            </a:r>
          </a:p>
          <a:p>
            <a:r>
              <a:rPr lang="fr-FR" smtClean="0"/>
              <a:t>Meu nome esta escrito em suas mãos</a:t>
            </a:r>
          </a:p>
          <a:p>
            <a:endParaRPr lang="fr-FR" smtClean="0"/>
          </a:p>
          <a:p>
            <a:r>
              <a:rPr lang="fr-FR" smtClean="0"/>
              <a:t>
	Pré-Refrain :</a:t>
            </a:r>
            <a:br>
              <a:rPr lang="fr-FR" smtClean="0"/>
            </a:br>
            <a:r>
              <a:rPr lang="fr-FR" smtClean="0"/>
              <a:t>	5-  IMMESURABLE AMOUR QUI M’A ATTIRÉ, M’A SAUVÉ</a:t>
            </a:r>
          </a:p>
          <a:p>
            <a:r>
              <a:rPr lang="fr-FR" smtClean="0"/>
              <a:t>	Imensuravel amor, que me atraiu, me salvou 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6-  J’AI CONNU UN AMOUR SI PUISSANT SI PUISSANT </a:t>
            </a:r>
          </a:p>
          <a:p>
            <a:r>
              <a:rPr lang="fr-FR" smtClean="0"/>
              <a:t>	Eu conheci um amor tão grande tão grande </a:t>
            </a:r>
            <a:br>
              <a:rPr lang="fr-FR" smtClean="0"/>
            </a:br>
            <a:r>
              <a:rPr lang="fr-FR" smtClean="0"/>
              <a:t>	7-  AMOUR QUI TRANSFORME ET CHASSE À JAMAIS TOUTES LES PEURS</a:t>
            </a:r>
          </a:p>
          <a:p>
            <a:r>
              <a:rPr lang="fr-FR" smtClean="0"/>
              <a:t>	amor que transforma e lança fora todo medo </a:t>
            </a:r>
          </a:p>
          <a:p>
            <a:r>
              <a:rPr lang="fr-FR" smtClean="0"/>
              <a:t>X2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OH, OH, OH, OH, OH, OH, OH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9-  (IL) M’A AIMÉ EN PREMIER QUEL AMOUR PARFAIT</a:t>
            </a:r>
          </a:p>
          <a:p>
            <a:r>
              <a:rPr lang="fr-FR" smtClean="0"/>
              <a:t>Me amou primeiro que amor perfeito  
10-  SA GRÂCE M’A TOUCHÉ</a:t>
            </a:r>
          </a:p>
          <a:p>
            <a:r>
              <a:rPr lang="fr-FR" smtClean="0"/>
              <a:t>Sua graça me alcançou,  
11-  PLUS JAMAIS ESCLAVE MAINTENANT HÉRITIER</a:t>
            </a:r>
          </a:p>
          <a:p>
            <a:r>
              <a:rPr lang="fr-FR" smtClean="0"/>
              <a:t>oh uoh não mais escravo, Agora herdeiro  
12-  JÉSUS M’A LIBÉRÉ </a:t>
            </a:r>
          </a:p>
          <a:p>
            <a:r>
              <a:rPr lang="fr-FR" smtClean="0"/>
              <a:t>Jesus me libertou</a:t>
            </a:r>
          </a:p>
          <a:p>
            <a:r>
              <a:rPr lang="fr-FR" smtClean="0"/>
              <a:t>X3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r>
              <a:rPr lang="fr-FR" smtClean="0"/>
              <a:t>Pont :  x2</a:t>
            </a:r>
          </a:p>
          <a:p>
            <a:r>
              <a:rPr lang="fr-FR" smtClean="0"/>
              <a:t>
</a:t>
            </a:r>
            <a:endParaRPr lang="fr-FR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Couplet :</a:t>
            </a:r>
          </a:p>
          <a:p>
            <a:pPr eaLnBrk="1" hangingPunct="1"/>
            <a:r>
              <a:rPr lang="fr-FR" smtClean="0"/>
              <a:t>1-  JE SUIS UN HÉRITIER ENFANT DE CET AMOUR</a:t>
            </a:r>
          </a:p>
          <a:p>
            <a:pPr eaLnBrk="1" hangingPunct="1"/>
            <a:r>
              <a:rPr lang="fr-FR" smtClean="0"/>
              <a:t>Herdeiro me tornei sou filho desse amor  </a:t>
            </a:r>
            <a:br>
              <a:rPr lang="fr-FR" smtClean="0"/>
            </a:br>
            <a:r>
              <a:rPr lang="fr-FR" smtClean="0"/>
              <a:t>2-  MANIFESTÉ EN JÉSUS SUR LA CROIX </a:t>
            </a:r>
          </a:p>
          <a:p>
            <a:pPr eaLnBrk="1" hangingPunct="1"/>
            <a:r>
              <a:rPr lang="fr-FR" smtClean="0"/>
              <a:t>Manifestado em jesus na cruz </a:t>
            </a:r>
            <a:br>
              <a:rPr lang="fr-FR" smtClean="0"/>
            </a:br>
            <a:r>
              <a:rPr lang="fr-FR" smtClean="0"/>
              <a:t>3-  EN LUI SE TROUVE L'AMOUR QUI ME FAIT VIVRE </a:t>
            </a:r>
          </a:p>
          <a:p>
            <a:pPr eaLnBrk="1" hangingPunct="1"/>
            <a:r>
              <a:rPr lang="fr-FR" smtClean="0"/>
              <a:t>Nele esta o amor que me faz viver </a:t>
            </a:r>
            <a:br>
              <a:rPr lang="fr-FR" smtClean="0"/>
            </a:br>
            <a:r>
              <a:rPr lang="fr-FR" smtClean="0"/>
              <a:t>4-  MON NOM EST ÉCRIT DANS SES MAINS </a:t>
            </a:r>
          </a:p>
          <a:p>
            <a:pPr eaLnBrk="1" hangingPunct="1"/>
            <a:r>
              <a:rPr lang="fr-FR" smtClean="0"/>
              <a:t>Meu nome esta escrito em suas mãos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
	Pré-Refrain :</a:t>
            </a:r>
            <a:br>
              <a:rPr lang="fr-FR" smtClean="0"/>
            </a:br>
            <a:r>
              <a:rPr lang="fr-FR" smtClean="0"/>
              <a:t>	5-  IMMESURABLE AMOUR QUI M’A ATTIRÉ, M’A SAUVÉ</a:t>
            </a:r>
          </a:p>
          <a:p>
            <a:pPr eaLnBrk="1" hangingPunct="1"/>
            <a:r>
              <a:rPr lang="fr-FR" smtClean="0"/>
              <a:t>	Imensuravel amor, que me atraiu, me salvou </a:t>
            </a:r>
          </a:p>
          <a:p>
            <a:pPr eaLnBrk="1" hangingPunct="1"/>
            <a:r>
              <a:rPr lang="fr-FR" smtClean="0"/>
              <a:t>
	Refrain :</a:t>
            </a:r>
          </a:p>
          <a:p>
            <a:pPr eaLnBrk="1" hangingPunct="1"/>
            <a:r>
              <a:rPr lang="fr-FR" smtClean="0"/>
              <a:t>	6-  J’AI CONNU UN AMOUR SI PUISSANT SI PUISSANT </a:t>
            </a:r>
          </a:p>
          <a:p>
            <a:pPr eaLnBrk="1" hangingPunct="1"/>
            <a:r>
              <a:rPr lang="fr-FR" smtClean="0"/>
              <a:t>	Eu conheci um amor tão grande tão grande </a:t>
            </a:r>
            <a:br>
              <a:rPr lang="fr-FR" smtClean="0"/>
            </a:br>
            <a:r>
              <a:rPr lang="fr-FR" smtClean="0"/>
              <a:t>	7-  AMOUR QUI TRANSFORME ET CHASSE À JAMAIS TOUTES LES PEURS</a:t>
            </a:r>
          </a:p>
          <a:p>
            <a:pPr eaLnBrk="1" hangingPunct="1"/>
            <a:r>
              <a:rPr lang="fr-FR" smtClean="0"/>
              <a:t>	amor que transforma e lança fora todo medo </a:t>
            </a:r>
          </a:p>
          <a:p>
            <a:pPr eaLnBrk="1" hangingPunct="1"/>
            <a:r>
              <a:rPr lang="fr-FR" smtClean="0"/>
              <a:t>X2</a:t>
            </a:r>
          </a:p>
          <a:p>
            <a:pPr eaLnBrk="1" hangingPunct="1"/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OH, OH, OH, OH, OH, OH, OH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Pré-Refrain :</a:t>
            </a:r>
          </a:p>
          <a:p>
            <a:pPr eaLnBrk="1" hangingPunct="1"/>
            <a:r>
              <a:rPr lang="fr-FR" smtClean="0"/>
              <a:t>	Refrain :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Pont :
9-  (IL) M’A AIMÉ EN PREMIER QUEL AMOUR PARFAIT</a:t>
            </a:r>
          </a:p>
          <a:p>
            <a:pPr eaLnBrk="1" hangingPunct="1"/>
            <a:r>
              <a:rPr lang="fr-FR" smtClean="0"/>
              <a:t>Me amou primeiro que amor perfeito  
10-  SA GRÂCE M’A TOUCHÉ</a:t>
            </a:r>
          </a:p>
          <a:p>
            <a:pPr eaLnBrk="1" hangingPunct="1"/>
            <a:r>
              <a:rPr lang="fr-FR" smtClean="0"/>
              <a:t>Sua graça me alcançou,  
11-  PLUS JAMAIS ESCLAVE MAINTENANT HÉRITIER</a:t>
            </a:r>
          </a:p>
          <a:p>
            <a:pPr eaLnBrk="1" hangingPunct="1"/>
            <a:r>
              <a:rPr lang="fr-FR" smtClean="0"/>
              <a:t>oh uoh não mais escravo, Agora herdeiro  
12-  JÉSUS M’A LIBÉRÉ </a:t>
            </a:r>
          </a:p>
          <a:p>
            <a:pPr eaLnBrk="1" hangingPunct="1"/>
            <a:r>
              <a:rPr lang="fr-FR" smtClean="0"/>
              <a:t>Jesus me libertou</a:t>
            </a:r>
          </a:p>
          <a:p>
            <a:pPr eaLnBrk="1" hangingPunct="1"/>
            <a:r>
              <a:rPr lang="fr-FR" smtClean="0"/>
              <a:t>X3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Refrain :</a:t>
            </a:r>
          </a:p>
          <a:p>
            <a:pPr eaLnBrk="1" hangingPunct="1"/>
            <a:r>
              <a:rPr lang="fr-FR" smtClean="0"/>
              <a:t>Pont :  x2</a:t>
            </a:r>
          </a:p>
          <a:p>
            <a:pPr eaLnBrk="1" hangingPunct="1"/>
            <a:r>
              <a:rPr lang="fr-FR" smtClean="0"/>
              <a:t>
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357765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JE SUIS UN HÉRITIER ENFANT DE CET AMOUR</a:t>
            </a:r>
          </a:p>
          <a:p>
            <a:r>
              <a:rPr lang="fr-FR" smtClean="0"/>
              <a:t>Herdeiro me tornei sou filho desse amor  </a:t>
            </a:r>
            <a:br>
              <a:rPr lang="fr-FR" smtClean="0"/>
            </a:br>
            <a:r>
              <a:rPr lang="fr-FR" smtClean="0"/>
              <a:t>2-  MANIFESTÉ EN JÉSUS SUR LA CROIX </a:t>
            </a:r>
          </a:p>
          <a:p>
            <a:r>
              <a:rPr lang="fr-FR" smtClean="0"/>
              <a:t>Manifestado em jesus na cruz </a:t>
            </a:r>
            <a:br>
              <a:rPr lang="fr-FR" smtClean="0"/>
            </a:br>
            <a:r>
              <a:rPr lang="fr-FR" smtClean="0"/>
              <a:t>3-  EN LUI SE TROUVE L'AMOUR QUI ME FAIT VIVRE </a:t>
            </a:r>
          </a:p>
          <a:p>
            <a:r>
              <a:rPr lang="fr-FR" smtClean="0"/>
              <a:t>Nele esta o amor que me faz viver </a:t>
            </a:r>
            <a:br>
              <a:rPr lang="fr-FR" smtClean="0"/>
            </a:br>
            <a:r>
              <a:rPr lang="fr-FR" smtClean="0"/>
              <a:t>4-  MON NOM EST ÉCRIT DANS SES MAINS </a:t>
            </a:r>
          </a:p>
          <a:p>
            <a:r>
              <a:rPr lang="fr-FR" smtClean="0"/>
              <a:t>Meu nome esta escrito em suas mãos</a:t>
            </a:r>
          </a:p>
          <a:p>
            <a:endParaRPr lang="fr-FR" smtClean="0"/>
          </a:p>
          <a:p>
            <a:r>
              <a:rPr lang="fr-FR" smtClean="0"/>
              <a:t>
	Pré-Refrain :</a:t>
            </a:r>
            <a:br>
              <a:rPr lang="fr-FR" smtClean="0"/>
            </a:br>
            <a:r>
              <a:rPr lang="fr-FR" smtClean="0"/>
              <a:t>	5-  IMMESURABLE AMOUR QUI M’A ATTIRÉ, M’A SAUVÉ</a:t>
            </a:r>
          </a:p>
          <a:p>
            <a:r>
              <a:rPr lang="fr-FR" smtClean="0"/>
              <a:t>	Imensuravel amor, que me atraiu, me salvou 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6-  J’AI CONNU UN AMOUR SI PUISSANT SI PUISSANT </a:t>
            </a:r>
          </a:p>
          <a:p>
            <a:r>
              <a:rPr lang="fr-FR" smtClean="0"/>
              <a:t>	Eu conheci um amor tão grande tão grande </a:t>
            </a:r>
            <a:br>
              <a:rPr lang="fr-FR" smtClean="0"/>
            </a:br>
            <a:r>
              <a:rPr lang="fr-FR" smtClean="0"/>
              <a:t>	7-  AMOUR QUI TRANSFORME ET CHASSE À JAMAIS TOUTES LES PEURS</a:t>
            </a:r>
          </a:p>
          <a:p>
            <a:r>
              <a:rPr lang="fr-FR" smtClean="0"/>
              <a:t>	amor que transforma e lança fora todo medo </a:t>
            </a:r>
          </a:p>
          <a:p>
            <a:r>
              <a:rPr lang="fr-FR" smtClean="0"/>
              <a:t>X2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OH, OH, OH, OH, OH, OH, OH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9-  (IL) M’A AIMÉ EN PREMIER QUEL AMOUR PARFAIT</a:t>
            </a:r>
          </a:p>
          <a:p>
            <a:r>
              <a:rPr lang="fr-FR" smtClean="0"/>
              <a:t>Me amou primeiro que amor perfeito  
10-  SA GRÂCE M’A TOUCHÉ</a:t>
            </a:r>
          </a:p>
          <a:p>
            <a:r>
              <a:rPr lang="fr-FR" smtClean="0"/>
              <a:t>Sua graça me alcançou,  
11-  PLUS JAMAIS ESCLAVE MAINTENANT HÉRITIER</a:t>
            </a:r>
          </a:p>
          <a:p>
            <a:r>
              <a:rPr lang="fr-FR" smtClean="0"/>
              <a:t>oh uoh não mais escravo, Agora herdeiro  
12-  JÉSUS M’A LIBÉRÉ </a:t>
            </a:r>
          </a:p>
          <a:p>
            <a:r>
              <a:rPr lang="fr-FR" smtClean="0"/>
              <a:t>Jesus me libertou</a:t>
            </a:r>
          </a:p>
          <a:p>
            <a:r>
              <a:rPr lang="fr-FR" smtClean="0"/>
              <a:t>X3</a:t>
            </a:r>
          </a:p>
          <a:p>
            <a:endParaRPr lang="fr-FR" smtClean="0"/>
          </a:p>
          <a:p>
            <a:r>
              <a:rPr lang="fr-FR" smtClean="0"/>
              <a:t>Refrain :</a:t>
            </a:r>
          </a:p>
          <a:p>
            <a:r>
              <a:rPr lang="fr-FR" smtClean="0"/>
              <a:t>Pont :  x2</a:t>
            </a:r>
          </a:p>
          <a:p>
            <a:r>
              <a:rPr lang="fr-FR" smtClean="0"/>
              <a:t>
</a:t>
            </a:r>
            <a:endParaRPr lang="fr-FR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Couplet :</a:t>
            </a:r>
          </a:p>
          <a:p>
            <a:pPr eaLnBrk="1" hangingPunct="1"/>
            <a:r>
              <a:rPr lang="fr-FR" smtClean="0"/>
              <a:t>1-  JE SUIS UN HÉRITIER ENFANT DE CET AMOUR</a:t>
            </a:r>
          </a:p>
          <a:p>
            <a:pPr eaLnBrk="1" hangingPunct="1"/>
            <a:r>
              <a:rPr lang="fr-FR" smtClean="0"/>
              <a:t>Herdeiro me tornei sou filho desse amor  </a:t>
            </a:r>
            <a:br>
              <a:rPr lang="fr-FR" smtClean="0"/>
            </a:br>
            <a:r>
              <a:rPr lang="fr-FR" smtClean="0"/>
              <a:t>2-  MANIFESTÉ EN JÉSUS SUR LA CROIX </a:t>
            </a:r>
          </a:p>
          <a:p>
            <a:pPr eaLnBrk="1" hangingPunct="1"/>
            <a:r>
              <a:rPr lang="fr-FR" smtClean="0"/>
              <a:t>Manifestado em jesus na cruz </a:t>
            </a:r>
            <a:br>
              <a:rPr lang="fr-FR" smtClean="0"/>
            </a:br>
            <a:r>
              <a:rPr lang="fr-FR" smtClean="0"/>
              <a:t>3-  EN LUI SE TROUVE L'AMOUR QUI ME FAIT VIVRE </a:t>
            </a:r>
          </a:p>
          <a:p>
            <a:pPr eaLnBrk="1" hangingPunct="1"/>
            <a:r>
              <a:rPr lang="fr-FR" smtClean="0"/>
              <a:t>Nele esta o amor que me faz viver </a:t>
            </a:r>
            <a:br>
              <a:rPr lang="fr-FR" smtClean="0"/>
            </a:br>
            <a:r>
              <a:rPr lang="fr-FR" smtClean="0"/>
              <a:t>4-  MON NOM EST ÉCRIT DANS SES MAINS </a:t>
            </a:r>
          </a:p>
          <a:p>
            <a:pPr eaLnBrk="1" hangingPunct="1"/>
            <a:r>
              <a:rPr lang="fr-FR" smtClean="0"/>
              <a:t>Meu nome esta escrito em suas mãos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
	Pré-Refrain :</a:t>
            </a:r>
            <a:br>
              <a:rPr lang="fr-FR" smtClean="0"/>
            </a:br>
            <a:r>
              <a:rPr lang="fr-FR" smtClean="0"/>
              <a:t>	5-  IMMESURABLE AMOUR QUI M’A ATTIRÉ, M’A SAUVÉ</a:t>
            </a:r>
          </a:p>
          <a:p>
            <a:pPr eaLnBrk="1" hangingPunct="1"/>
            <a:r>
              <a:rPr lang="fr-FR" smtClean="0"/>
              <a:t>	Imensuravel amor, que me atraiu, me salvou </a:t>
            </a:r>
          </a:p>
          <a:p>
            <a:pPr eaLnBrk="1" hangingPunct="1"/>
            <a:r>
              <a:rPr lang="fr-FR" smtClean="0"/>
              <a:t>
	Refrain :</a:t>
            </a:r>
          </a:p>
          <a:p>
            <a:pPr eaLnBrk="1" hangingPunct="1"/>
            <a:r>
              <a:rPr lang="fr-FR" smtClean="0"/>
              <a:t>	6-  J’AI CONNU UN AMOUR SI PUISSANT SI PUISSANT </a:t>
            </a:r>
          </a:p>
          <a:p>
            <a:pPr eaLnBrk="1" hangingPunct="1"/>
            <a:r>
              <a:rPr lang="fr-FR" smtClean="0"/>
              <a:t>	Eu conheci um amor tão grande tão grande </a:t>
            </a:r>
            <a:br>
              <a:rPr lang="fr-FR" smtClean="0"/>
            </a:br>
            <a:r>
              <a:rPr lang="fr-FR" smtClean="0"/>
              <a:t>	7-  AMOUR QUI TRANSFORME ET CHASSE À JAMAIS TOUTES LES PEURS</a:t>
            </a:r>
          </a:p>
          <a:p>
            <a:pPr eaLnBrk="1" hangingPunct="1"/>
            <a:r>
              <a:rPr lang="fr-FR" smtClean="0"/>
              <a:t>	amor que transforma e lança fora todo medo </a:t>
            </a:r>
          </a:p>
          <a:p>
            <a:pPr eaLnBrk="1" hangingPunct="1"/>
            <a:r>
              <a:rPr lang="fr-FR" smtClean="0"/>
              <a:t>X2</a:t>
            </a:r>
          </a:p>
          <a:p>
            <a:pPr eaLnBrk="1" hangingPunct="1"/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8-  OH, OH, OH, OH, OH, OH, OH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Pré-Refrain :</a:t>
            </a:r>
          </a:p>
          <a:p>
            <a:pPr eaLnBrk="1" hangingPunct="1"/>
            <a:r>
              <a:rPr lang="fr-FR" smtClean="0"/>
              <a:t>	Refrain :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Pont :
9-  (IL) M’A AIMÉ EN PREMIER QUEL AMOUR PARFAIT</a:t>
            </a:r>
          </a:p>
          <a:p>
            <a:pPr eaLnBrk="1" hangingPunct="1"/>
            <a:r>
              <a:rPr lang="fr-FR" smtClean="0"/>
              <a:t>Me amou primeiro que amor perfeito  
10-  SA GRÂCE M’A TOUCHÉ</a:t>
            </a:r>
          </a:p>
          <a:p>
            <a:pPr eaLnBrk="1" hangingPunct="1"/>
            <a:r>
              <a:rPr lang="fr-FR" smtClean="0"/>
              <a:t>Sua graça me alcançou,  
11-  PLUS JAMAIS ESCLAVE MAINTENANT HÉRITIER</a:t>
            </a:r>
          </a:p>
          <a:p>
            <a:pPr eaLnBrk="1" hangingPunct="1"/>
            <a:r>
              <a:rPr lang="fr-FR" smtClean="0"/>
              <a:t>oh uoh não mais escravo, Agora herdeiro  
12-  JÉSUS M’A LIBÉRÉ </a:t>
            </a:r>
          </a:p>
          <a:p>
            <a:pPr eaLnBrk="1" hangingPunct="1"/>
            <a:r>
              <a:rPr lang="fr-FR" smtClean="0"/>
              <a:t>Jesus me libertou</a:t>
            </a:r>
          </a:p>
          <a:p>
            <a:pPr eaLnBrk="1" hangingPunct="1"/>
            <a:r>
              <a:rPr lang="fr-FR" smtClean="0"/>
              <a:t>X3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Refrain :</a:t>
            </a:r>
          </a:p>
          <a:p>
            <a:pPr eaLnBrk="1" hangingPunct="1"/>
            <a:r>
              <a:rPr lang="fr-FR" smtClean="0"/>
              <a:t>Pont :  x2</a:t>
            </a:r>
          </a:p>
          <a:p>
            <a:pPr eaLnBrk="1" hangingPunct="1"/>
            <a:r>
              <a:rPr lang="fr-FR" smtClean="0"/>
              <a:t>
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48658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EAFCDE-A325-43CB-ADC8-D169724BF38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268BF4-F522-41F0-A1D0-A42E1DE8394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81052F-3ACD-44C2-ACDF-E34D3CA2EA6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72ECFA-1673-4B8B-8D64-4EE7D6672A0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01BE55-33E3-4756-B7A7-C221C18F4B2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ACA712-4D27-469E-9D01-5F4FB28A46E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B94F99-FAD7-4EFB-A28B-1DD5395FD50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5F23A5-E9D7-403D-B6B8-21A5BFBC8A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44CE66-7B09-421E-94E9-A77FC7E65F8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D1D8F3-6891-4D25-AB02-2353E9DD4F2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B4EAA9-E152-436E-BBFC-538DCC4A9F1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18E387B-FFA8-45DE-82C9-DE07A05A50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UN HÉRITIER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ENFANT DE CET AMOUR</a:t>
            </a:r>
          </a:p>
        </p:txBody>
      </p:sp>
    </p:spTree>
    <p:extLst>
      <p:ext uri="{BB962C8B-B14F-4D97-AF65-F5344CB8AC3E}">
        <p14:creationId xmlns:p14="http://schemas.microsoft.com/office/powerpoint/2010/main" val="2775651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MANIFESTÉ EN JÉSUS SUR LA CROIX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LUI SE TROUVE L'AMOUR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ME FAIT VIVRE</a:t>
            </a:r>
          </a:p>
        </p:txBody>
      </p:sp>
    </p:spTree>
    <p:extLst>
      <p:ext uri="{BB962C8B-B14F-4D97-AF65-F5344CB8AC3E}">
        <p14:creationId xmlns:p14="http://schemas.microsoft.com/office/powerpoint/2010/main" val="2660852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NOM EST ÉCRIT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SES MAINS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3831728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IMMESURABLE AMOUR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M’A ATTIRÉ, M’A SAUVÉ</a:t>
            </a:r>
          </a:p>
        </p:txBody>
      </p:sp>
    </p:spTree>
    <p:extLst>
      <p:ext uri="{BB962C8B-B14F-4D97-AF65-F5344CB8AC3E}">
        <p14:creationId xmlns:p14="http://schemas.microsoft.com/office/powerpoint/2010/main" val="2303344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J’AI CONNU UN AMOUR SI PUISSANT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 PUISSANT </a:t>
            </a:r>
          </a:p>
        </p:txBody>
      </p:sp>
    </p:spTree>
    <p:extLst>
      <p:ext uri="{BB962C8B-B14F-4D97-AF65-F5344CB8AC3E}">
        <p14:creationId xmlns:p14="http://schemas.microsoft.com/office/powerpoint/2010/main" val="391092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AMOUR QUI TRANSFORME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9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CHASSE À JAMAIS TOUTES </a:t>
            </a:r>
            <a:r>
              <a:rPr lang="fr-FR" sz="39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PEURS</a:t>
            </a:r>
            <a:endParaRPr lang="fr-FR" sz="39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1795567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OH, OH, OH, OH, OH, OH, OH</a:t>
            </a:r>
          </a:p>
        </p:txBody>
      </p:sp>
    </p:spTree>
    <p:extLst>
      <p:ext uri="{BB962C8B-B14F-4D97-AF65-F5344CB8AC3E}">
        <p14:creationId xmlns:p14="http://schemas.microsoft.com/office/powerpoint/2010/main" val="4068369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M’A AIMÉ EN PREMIER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QUEL AMOUR PARFAIT</a:t>
            </a:r>
          </a:p>
        </p:txBody>
      </p:sp>
    </p:spTree>
    <p:extLst>
      <p:ext uri="{BB962C8B-B14F-4D97-AF65-F5344CB8AC3E}">
        <p14:creationId xmlns:p14="http://schemas.microsoft.com/office/powerpoint/2010/main" val="2683128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 GRÂCE M’A TOUCHÉ</a:t>
            </a:r>
          </a:p>
        </p:txBody>
      </p:sp>
    </p:spTree>
    <p:extLst>
      <p:ext uri="{BB962C8B-B14F-4D97-AF65-F5344CB8AC3E}">
        <p14:creationId xmlns:p14="http://schemas.microsoft.com/office/powerpoint/2010/main" val="682790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JAMAIS ESCLAVE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MAINTENANT HÉRITIER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76471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 M’A LIBÉRÉ</a:t>
            </a:r>
          </a:p>
        </p:txBody>
      </p:sp>
    </p:spTree>
    <p:extLst>
      <p:ext uri="{BB962C8B-B14F-4D97-AF65-F5344CB8AC3E}">
        <p14:creationId xmlns:p14="http://schemas.microsoft.com/office/powerpoint/2010/main" val="3952556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521</Words>
  <Application>Microsoft Office PowerPoint</Application>
  <PresentationFormat>Affichage à l'écran (4:3)</PresentationFormat>
  <Paragraphs>716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7" baseType="lpstr">
      <vt:lpstr>Cambria</vt:lpstr>
      <vt:lpstr>Franklin Gothic Medium</vt:lpstr>
      <vt:lpstr>Tahoma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asus</cp:lastModifiedBy>
  <cp:revision>78</cp:revision>
  <dcterms:created xsi:type="dcterms:W3CDTF">2002-08-17T10:50:50Z</dcterms:created>
  <dcterms:modified xsi:type="dcterms:W3CDTF">2022-09-24T16:33:14Z</dcterms:modified>
</cp:coreProperties>
</file>