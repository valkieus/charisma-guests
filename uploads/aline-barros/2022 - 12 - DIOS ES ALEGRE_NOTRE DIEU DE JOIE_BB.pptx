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7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36351" autoAdjust="0"/>
  </p:normalViewPr>
  <p:slideViewPr>
    <p:cSldViewPr>
      <p:cViewPr varScale="1">
        <p:scale>
          <a:sx n="25" d="100"/>
          <a:sy n="25" d="100"/>
        </p:scale>
        <p:origin x="2264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0341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30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03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642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049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149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830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	1-  NOTRE DIEU EST UN DIEU DE JOIE IL EST UN DIEU DE JOIE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nuestro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es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alegre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es </a:t>
            </a:r>
            <a:r>
              <a:rPr lang="fr-FR" dirty="0" err="1" smtClean="0"/>
              <a:t>alegre</a:t>
            </a:r>
            <a:r>
              <a:rPr lang="fr-FR" dirty="0" smtClean="0"/>
              <a:t> 
	2-  SOPHONIE 3 VERSET 17  DIT QU'IL FERA DE MOI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sofonias</a:t>
            </a:r>
            <a:r>
              <a:rPr lang="fr-FR" dirty="0" smtClean="0"/>
              <a:t> 3:17 me </a:t>
            </a:r>
            <a:r>
              <a:rPr lang="fr-FR" dirty="0" err="1" smtClean="0"/>
              <a:t>dice</a:t>
            </a:r>
            <a:r>
              <a:rPr lang="fr-FR" dirty="0" smtClean="0"/>
              <a:t> que el se 
	3-  SA PLUS GRANDE JOIE                              x2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regocija</a:t>
            </a:r>
            <a:r>
              <a:rPr lang="fr-FR" dirty="0" smtClean="0"/>
              <a:t> en mi</a:t>
            </a:r>
          </a:p>
          <a:p>
            <a:pPr>
              <a:defRPr/>
            </a:pPr>
            <a:r>
              <a:rPr lang="fr-FR" dirty="0" smtClean="0"/>
              <a:t>
Couplet :</a:t>
            </a:r>
          </a:p>
          <a:p>
            <a:pPr>
              <a:defRPr/>
            </a:pPr>
            <a:r>
              <a:rPr lang="fr-FR" dirty="0" smtClean="0"/>
              <a:t>4-  IL CONSOLE CELUI QUI PLEURE SON AIDE NE TARDE PAS</a:t>
            </a:r>
          </a:p>
          <a:p>
            <a:pPr>
              <a:defRPr/>
            </a:pPr>
            <a:r>
              <a:rPr lang="fr-FR" dirty="0" err="1" smtClean="0"/>
              <a:t>él</a:t>
            </a:r>
            <a:r>
              <a:rPr lang="fr-FR" dirty="0" smtClean="0"/>
              <a:t> </a:t>
            </a:r>
            <a:r>
              <a:rPr lang="fr-FR" dirty="0" err="1" smtClean="0"/>
              <a:t>consuela</a:t>
            </a:r>
            <a:r>
              <a:rPr lang="fr-FR" dirty="0" smtClean="0"/>
              <a:t> al que </a:t>
            </a:r>
            <a:r>
              <a:rPr lang="fr-FR" dirty="0" err="1" smtClean="0"/>
              <a:t>llora</a:t>
            </a:r>
            <a:r>
              <a:rPr lang="fr-FR" dirty="0" smtClean="0"/>
              <a:t> su </a:t>
            </a:r>
            <a:r>
              <a:rPr lang="fr-FR" dirty="0" err="1" smtClean="0"/>
              <a:t>ayuda</a:t>
            </a:r>
            <a:r>
              <a:rPr lang="fr-FR" dirty="0" smtClean="0"/>
              <a:t> no </a:t>
            </a:r>
            <a:r>
              <a:rPr lang="fr-FR" dirty="0" err="1" smtClean="0"/>
              <a:t>demora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5-  IL ATTIRE À LUI ET EMBRASSE CELUI QUI EST PERDU </a:t>
            </a:r>
          </a:p>
          <a:p>
            <a:pPr>
              <a:defRPr/>
            </a:pPr>
            <a:r>
              <a:rPr lang="fr-FR" dirty="0" err="1" smtClean="0"/>
              <a:t>él</a:t>
            </a:r>
            <a:r>
              <a:rPr lang="fr-FR" dirty="0" smtClean="0"/>
              <a:t> </a:t>
            </a:r>
            <a:r>
              <a:rPr lang="fr-FR" dirty="0" err="1" smtClean="0"/>
              <a:t>abraza</a:t>
            </a:r>
            <a:r>
              <a:rPr lang="fr-FR" dirty="0" smtClean="0"/>
              <a:t> al </a:t>
            </a:r>
            <a:r>
              <a:rPr lang="fr-FR" dirty="0" err="1" smtClean="0"/>
              <a:t>rechazado</a:t>
            </a:r>
            <a:r>
              <a:rPr lang="fr-FR" dirty="0" smtClean="0"/>
              <a:t> y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trae</a:t>
            </a:r>
            <a:r>
              <a:rPr lang="fr-FR" dirty="0" smtClean="0"/>
              <a:t> a su </a:t>
            </a:r>
            <a:r>
              <a:rPr lang="fr-FR" dirty="0" err="1" smtClean="0"/>
              <a:t>lado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6-  POUR DONNER SON AMOUR</a:t>
            </a:r>
          </a:p>
          <a:p>
            <a:pPr>
              <a:defRPr/>
            </a:pPr>
            <a:r>
              <a:rPr lang="fr-FR" dirty="0" smtClean="0"/>
              <a:t>para dar su </a:t>
            </a:r>
            <a:r>
              <a:rPr lang="fr-FR" dirty="0" err="1" smtClean="0"/>
              <a:t>amor</a:t>
            </a:r>
            <a:r>
              <a:rPr lang="fr-FR" dirty="0" smtClean="0"/>
              <a:t>  </a:t>
            </a:r>
            <a:br>
              <a:rPr lang="fr-FR" dirty="0" smtClean="0"/>
            </a:br>
            <a:r>
              <a:rPr lang="fr-FR" dirty="0" smtClean="0"/>
              <a:t>7-  IL RELÈVE L’ABATTU IL RESTAURE L’ÂME DU BLESSÉ </a:t>
            </a:r>
          </a:p>
          <a:p>
            <a:pPr>
              <a:defRPr/>
            </a:pPr>
            <a:r>
              <a:rPr lang="fr-FR" dirty="0" err="1" smtClean="0"/>
              <a:t>él</a:t>
            </a:r>
            <a:r>
              <a:rPr lang="fr-FR" dirty="0" smtClean="0"/>
              <a:t> </a:t>
            </a:r>
            <a:r>
              <a:rPr lang="fr-FR" dirty="0" err="1" smtClean="0"/>
              <a:t>levanta</a:t>
            </a:r>
            <a:r>
              <a:rPr lang="fr-FR" dirty="0" smtClean="0"/>
              <a:t> al </a:t>
            </a:r>
            <a:r>
              <a:rPr lang="fr-FR" dirty="0" err="1" smtClean="0"/>
              <a:t>abatido</a:t>
            </a:r>
            <a:r>
              <a:rPr lang="fr-FR" dirty="0" smtClean="0"/>
              <a:t> y restaura el alma </a:t>
            </a:r>
            <a:r>
              <a:rPr lang="fr-FR" dirty="0" err="1" smtClean="0"/>
              <a:t>del</a:t>
            </a:r>
            <a:r>
              <a:rPr lang="fr-FR" dirty="0" smtClean="0"/>
              <a:t> </a:t>
            </a:r>
            <a:r>
              <a:rPr lang="fr-FR" dirty="0" err="1" smtClean="0"/>
              <a:t>herido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8-  IL EXALTE LA LOUANGE DU PEUPLE </a:t>
            </a:r>
          </a:p>
          <a:p>
            <a:pPr>
              <a:defRPr/>
            </a:pPr>
            <a:r>
              <a:rPr lang="fr-FR" dirty="0" err="1" smtClean="0"/>
              <a:t>él</a:t>
            </a:r>
            <a:r>
              <a:rPr lang="fr-FR" dirty="0" smtClean="0"/>
              <a:t> exalta el </a:t>
            </a:r>
            <a:r>
              <a:rPr lang="fr-FR" dirty="0" err="1" smtClean="0"/>
              <a:t>loor</a:t>
            </a:r>
            <a:r>
              <a:rPr lang="fr-FR" dirty="0" smtClean="0"/>
              <a:t> </a:t>
            </a:r>
            <a:r>
              <a:rPr lang="fr-FR" dirty="0" err="1" smtClean="0"/>
              <a:t>del</a:t>
            </a:r>
            <a:r>
              <a:rPr lang="fr-FR" dirty="0" smtClean="0"/>
              <a:t> pueblo </a:t>
            </a:r>
          </a:p>
          <a:p>
            <a:pPr>
              <a:defRPr/>
            </a:pPr>
            <a:r>
              <a:rPr lang="fr-FR" dirty="0" smtClean="0"/>
              <a:t>9-  QUI CHERCHE  À CONNAÎTRE LE SEIGNEUR </a:t>
            </a:r>
          </a:p>
          <a:p>
            <a:pPr>
              <a:defRPr/>
            </a:pPr>
            <a:r>
              <a:rPr lang="fr-FR" dirty="0" smtClean="0"/>
              <a:t>que </a:t>
            </a:r>
            <a:r>
              <a:rPr lang="fr-FR" dirty="0" err="1" smtClean="0"/>
              <a:t>busca</a:t>
            </a:r>
            <a:r>
              <a:rPr lang="fr-FR" dirty="0" smtClean="0"/>
              <a:t> </a:t>
            </a:r>
            <a:r>
              <a:rPr lang="fr-FR" dirty="0" err="1" smtClean="0"/>
              <a:t>conocer</a:t>
            </a:r>
            <a:r>
              <a:rPr lang="fr-FR" dirty="0" smtClean="0"/>
              <a:t> al señor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</a:t>
            </a:r>
          </a:p>
          <a:p>
            <a:pPr>
              <a:defRPr/>
            </a:pPr>
            <a:r>
              <a:rPr lang="fr-FR" dirty="0" smtClean="0"/>
              <a:t>	Refrain : x3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9-  MON DIEU EST JOYEUX CHANTONS AVEC JOIE</a:t>
            </a:r>
          </a:p>
          <a:p>
            <a:pPr>
              <a:defRPr/>
            </a:pPr>
            <a:r>
              <a:rPr lang="fr-FR" dirty="0" err="1" smtClean="0"/>
              <a:t>dios</a:t>
            </a:r>
            <a:r>
              <a:rPr lang="fr-FR" dirty="0" smtClean="0"/>
              <a:t> es </a:t>
            </a:r>
            <a:r>
              <a:rPr lang="fr-FR" dirty="0" err="1" smtClean="0"/>
              <a:t>alegre</a:t>
            </a:r>
            <a:r>
              <a:rPr lang="fr-FR" dirty="0" smtClean="0"/>
              <a:t> </a:t>
            </a:r>
            <a:r>
              <a:rPr lang="fr-FR" dirty="0" err="1" smtClean="0"/>
              <a:t>cantemos</a:t>
            </a:r>
            <a:r>
              <a:rPr lang="fr-FR" dirty="0" smtClean="0"/>
              <a:t> con </a:t>
            </a:r>
            <a:r>
              <a:rPr lang="fr-FR" dirty="0" err="1" smtClean="0"/>
              <a:t>gosto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  DIEU EST JOYEUX UN CRI DE JUBILÉ </a:t>
            </a:r>
          </a:p>
          <a:p>
            <a:pPr>
              <a:defRPr/>
            </a:pPr>
            <a:r>
              <a:rPr lang="fr-FR" dirty="0" err="1" smtClean="0"/>
              <a:t>dios</a:t>
            </a:r>
            <a:r>
              <a:rPr lang="fr-FR" dirty="0" smtClean="0"/>
              <a:t> es </a:t>
            </a:r>
            <a:r>
              <a:rPr lang="fr-FR" dirty="0" err="1" smtClean="0"/>
              <a:t>alegre</a:t>
            </a:r>
            <a:r>
              <a:rPr lang="fr-FR" dirty="0" smtClean="0"/>
              <a:t> un </a:t>
            </a:r>
            <a:r>
              <a:rPr lang="fr-FR" dirty="0" err="1" smtClean="0"/>
              <a:t>grito</a:t>
            </a:r>
            <a:r>
              <a:rPr lang="fr-FR" dirty="0" smtClean="0"/>
              <a:t> de </a:t>
            </a:r>
            <a:r>
              <a:rPr lang="fr-FR" dirty="0" err="1" smtClean="0"/>
              <a:t>jubilo</a:t>
            </a:r>
            <a:r>
              <a:rPr lang="fr-FR" dirty="0" smtClean="0"/>
              <a:t> !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654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NOTRE DIEU EST UN DIEU DE JOIE IL EST UN DIEU DE JOIE</a:t>
            </a:r>
          </a:p>
          <a:p>
            <a:pPr>
              <a:defRPr/>
            </a:pPr>
            <a:r>
              <a:rPr lang="fr-FR" smtClean="0"/>
              <a:t>	nuestro dios es dios alegre mi dios es alegre 
	2-  SOPHONIE 3 VERSET 17  DIT QU'IL FERA DE MOI </a:t>
            </a:r>
          </a:p>
          <a:p>
            <a:pPr>
              <a:defRPr/>
            </a:pPr>
            <a:r>
              <a:rPr lang="fr-FR" smtClean="0"/>
              <a:t>	sofonias 3:17 me dice que el se 
	3-  SA PLUS GRANDE JOIE                              x2</a:t>
            </a:r>
          </a:p>
          <a:p>
            <a:pPr>
              <a:defRPr/>
            </a:pPr>
            <a:r>
              <a:rPr lang="fr-FR" smtClean="0"/>
              <a:t>	regocija en mi</a:t>
            </a:r>
          </a:p>
          <a:p>
            <a:pPr>
              <a:defRPr/>
            </a:pPr>
            <a:r>
              <a:rPr lang="fr-FR" smtClean="0"/>
              <a:t>
Couplet :</a:t>
            </a:r>
          </a:p>
          <a:p>
            <a:pPr>
              <a:defRPr/>
            </a:pPr>
            <a:r>
              <a:rPr lang="fr-FR" smtClean="0"/>
              <a:t>4-  IL CONSOLE CELUI QUI PLEURE SON AIDE NE TARDE PAS</a:t>
            </a:r>
          </a:p>
          <a:p>
            <a:pPr>
              <a:defRPr/>
            </a:pPr>
            <a:r>
              <a:rPr lang="fr-FR" smtClean="0"/>
              <a:t>él consuela al que llora su ayuda no demora </a:t>
            </a:r>
          </a:p>
          <a:p>
            <a:pPr>
              <a:defRPr/>
            </a:pPr>
            <a:r>
              <a:rPr lang="fr-FR" smtClean="0"/>
              <a:t>5-  IL ATTIRE À LUI ET EMBRASSE CELUI QUI EST PERDU </a:t>
            </a:r>
          </a:p>
          <a:p>
            <a:pPr>
              <a:defRPr/>
            </a:pPr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pPr>
              <a:defRPr/>
            </a:pPr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pPr>
              <a:defRPr/>
            </a:pPr>
            <a:r>
              <a:rPr lang="fr-FR" smtClean="0"/>
              <a:t>él levanta al abatido y restaura el alma del herido </a:t>
            </a:r>
          </a:p>
          <a:p>
            <a:pPr>
              <a:defRPr/>
            </a:pPr>
            <a:r>
              <a:rPr lang="fr-FR" smtClean="0"/>
              <a:t>8-  IL EXALTE LA LOUANGE DU PEUPLE </a:t>
            </a:r>
          </a:p>
          <a:p>
            <a:pPr>
              <a:defRPr/>
            </a:pPr>
            <a:r>
              <a:rPr lang="fr-FR" smtClean="0"/>
              <a:t>él exalta el loor del pueblo </a:t>
            </a:r>
          </a:p>
          <a:p>
            <a:pPr>
              <a:defRPr/>
            </a:pPr>
            <a:r>
              <a:rPr lang="fr-FR" smtClean="0"/>
              <a:t>9-  QUI CHERCHE  À CONNAÎTRE LE SEIGNEUR </a:t>
            </a:r>
          </a:p>
          <a:p>
            <a:pPr>
              <a:defRPr/>
            </a:pPr>
            <a:r>
              <a:rPr lang="fr-FR" smtClean="0"/>
              <a:t>que busca conocer al señor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	Refrain : x3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9-  MON DIEU EST JOYEUX CHANTONS AVEC JOIE</a:t>
            </a:r>
          </a:p>
          <a:p>
            <a:pPr>
              <a:defRPr/>
            </a:pPr>
            <a:r>
              <a:rPr lang="fr-FR" smtClean="0"/>
              <a:t>dios es alegre cantemos con gosto </a:t>
            </a:r>
          </a:p>
          <a:p>
            <a:pPr>
              <a:defRPr/>
            </a:pPr>
            <a:r>
              <a:rPr lang="fr-FR" smtClean="0"/>
              <a:t>10-  DIEU EST JOYEUX UN CRI DE JUBILÉ </a:t>
            </a:r>
          </a:p>
          <a:p>
            <a:pPr>
              <a:defRPr/>
            </a:pPr>
            <a:r>
              <a:rPr lang="fr-FR" smtClean="0"/>
              <a:t>dios es alegre un grito de jubilo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595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NOTRE DIEU EST UN DIEU DE JOIE IL EST UN DIEU DE JOIE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nuestro dios es dios alegre mi dios es alegre 
	2-  SOPHONIE 3 VERSET 17  DIT QU'IL FERA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sofonias 3:17 me dice que el se 
	3-  SA PLUS GRANDE JOIE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regocija en mi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IL CONSOLE CELUI QUI PLEURE SON AIDE NE TARDE PAS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 consuela al que llora su ayuda no demora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IL ATTIRE À LUI ET EMBRASSE CELUI QUI EST PERDU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 abraza al rechazado y lo trae a su lado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POUR DONNER SON 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dar su amor 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IL RELÈVE L’ABATTU IL RESTAURE L’ÂME DU BLESSÉ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 levanta al abatido y restaura el alma del herido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IL EXALTE LA LOUANGE DU PEUPLE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 exalta el loor del pueblo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QUI CHERCHE  À CONNAÎTRE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busca conocer al señor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MON DIEU EST JOYEUX CHANTONS AVEC JOIE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dios es alegre cantemos con gosto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DIEU EST JOYEUX UN CRI DE JUBILÉ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dios es alegre un grito de jubilo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NOTRE DIEU EST UN DIEU DE JOIE IL EST UN DIEU DE JOIE</a:t>
            </a:r>
          </a:p>
          <a:p>
            <a:r>
              <a:rPr lang="fr-FR" smtClean="0"/>
              <a:t>	nuestro dios es dios alegre mi dios es alegre 
	2-  SOPHONIE 3 VERSET 17  DIT QU'IL FERA DE MOI </a:t>
            </a:r>
          </a:p>
          <a:p>
            <a:r>
              <a:rPr lang="fr-FR" smtClean="0"/>
              <a:t>	sofonias 3:17 me dice que el se 
	3-  SA PLUS GRANDE JOIE                              x2</a:t>
            </a:r>
          </a:p>
          <a:p>
            <a:r>
              <a:rPr lang="fr-FR" smtClean="0"/>
              <a:t>	regocija en mi</a:t>
            </a:r>
          </a:p>
          <a:p>
            <a:r>
              <a:rPr lang="fr-FR" smtClean="0"/>
              <a:t>
Couplet :</a:t>
            </a:r>
          </a:p>
          <a:p>
            <a:r>
              <a:rPr lang="fr-FR" smtClean="0"/>
              <a:t>4-  IL CONSOLE CELUI QUI PLEURE SON AIDE NE TARDE PAS</a:t>
            </a:r>
          </a:p>
          <a:p>
            <a:r>
              <a:rPr lang="fr-FR" smtClean="0"/>
              <a:t>él consuela al que llora su ayuda no demora </a:t>
            </a:r>
          </a:p>
          <a:p>
            <a:r>
              <a:rPr lang="fr-FR" smtClean="0"/>
              <a:t>5-  IL ATTIRE À LUI ET EMBRASSE CELUI QUI EST PERDU </a:t>
            </a:r>
          </a:p>
          <a:p>
            <a:r>
              <a:rPr lang="fr-FR" smtClean="0"/>
              <a:t>él abraza al rechazado y lo trae a su lado </a:t>
            </a:r>
            <a:br>
              <a:rPr lang="fr-FR" smtClean="0"/>
            </a:br>
            <a:r>
              <a:rPr lang="fr-FR" smtClean="0"/>
              <a:t>6-  POUR DONNER SON AMOUR</a:t>
            </a:r>
          </a:p>
          <a:p>
            <a:r>
              <a:rPr lang="fr-FR" smtClean="0"/>
              <a:t>para dar su amor  </a:t>
            </a:r>
            <a:br>
              <a:rPr lang="fr-FR" smtClean="0"/>
            </a:br>
            <a:r>
              <a:rPr lang="fr-FR" smtClean="0"/>
              <a:t>7-  IL RELÈVE L’ABATTU IL RESTAURE L’ÂME DU BLESSÉ </a:t>
            </a:r>
          </a:p>
          <a:p>
            <a:r>
              <a:rPr lang="fr-FR" smtClean="0"/>
              <a:t>él levanta al abatido y restaura el alma del herido </a:t>
            </a:r>
          </a:p>
          <a:p>
            <a:r>
              <a:rPr lang="fr-FR" smtClean="0"/>
              <a:t>8-  IL EXALTE LA LOUANGE DU PEUPLE </a:t>
            </a:r>
          </a:p>
          <a:p>
            <a:r>
              <a:rPr lang="fr-FR" smtClean="0"/>
              <a:t>él exalta el loor del pueblo </a:t>
            </a:r>
          </a:p>
          <a:p>
            <a:r>
              <a:rPr lang="fr-FR" smtClean="0"/>
              <a:t>9-  QUI CHERCHE  À CONNAÎTRE LE SEIGNEUR </a:t>
            </a:r>
          </a:p>
          <a:p>
            <a:r>
              <a:rPr lang="fr-FR" smtClean="0"/>
              <a:t>que busca conocer al señor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Refrain : x3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</a:t>
            </a:r>
          </a:p>
          <a:p>
            <a:r>
              <a:rPr lang="fr-FR" smtClean="0"/>
              <a:t>9-  MON DIEU EST JOYEUX CHANTONS AVEC JOIE</a:t>
            </a:r>
          </a:p>
          <a:p>
            <a:r>
              <a:rPr lang="fr-FR" smtClean="0"/>
              <a:t>dios es alegre cantemos con gosto </a:t>
            </a:r>
          </a:p>
          <a:p>
            <a:r>
              <a:rPr lang="fr-FR" smtClean="0"/>
              <a:t>10-  DIEU EST JOYEUX UN CRI DE JUBILÉ </a:t>
            </a:r>
          </a:p>
          <a:p>
            <a:r>
              <a:rPr lang="fr-FR" smtClean="0"/>
              <a:t>dios es alegre un grito de jubilo !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092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NOTRE DIEU EST UN DIEU DE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UN DIEU DE JOIE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SOPHONIE 3 VERSET 17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DIT QU'IL FERA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52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GRANDE JOIE</a:t>
            </a:r>
          </a:p>
        </p:txBody>
      </p:sp>
    </p:spTree>
    <p:extLst>
      <p:ext uri="{BB962C8B-B14F-4D97-AF65-F5344CB8AC3E}">
        <p14:creationId xmlns:p14="http://schemas.microsoft.com/office/powerpoint/2010/main" val="290613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CONSOLE CELUI QUI PLEURE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AIDE NE TARDE PAS</a:t>
            </a:r>
          </a:p>
        </p:txBody>
      </p:sp>
    </p:spTree>
    <p:extLst>
      <p:ext uri="{BB962C8B-B14F-4D97-AF65-F5344CB8AC3E}">
        <p14:creationId xmlns:p14="http://schemas.microsoft.com/office/powerpoint/2010/main" val="170044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ATTIRE À LUI ET EMBRASSE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EST PERDU</a:t>
            </a:r>
          </a:p>
        </p:txBody>
      </p:sp>
    </p:spTree>
    <p:extLst>
      <p:ext uri="{BB962C8B-B14F-4D97-AF65-F5344CB8AC3E}">
        <p14:creationId xmlns:p14="http://schemas.microsoft.com/office/powerpoint/2010/main" val="68798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DONNER SON AMOUR</a:t>
            </a:r>
          </a:p>
        </p:txBody>
      </p:sp>
    </p:spTree>
    <p:extLst>
      <p:ext uri="{BB962C8B-B14F-4D97-AF65-F5344CB8AC3E}">
        <p14:creationId xmlns:p14="http://schemas.microsoft.com/office/powerpoint/2010/main" val="246669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RELÈVE L’ABATTU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RESTAURE L’ÂME DU BLESSÉ</a:t>
            </a:r>
          </a:p>
        </p:txBody>
      </p:sp>
    </p:spTree>
    <p:extLst>
      <p:ext uri="{BB962C8B-B14F-4D97-AF65-F5344CB8AC3E}">
        <p14:creationId xmlns:p14="http://schemas.microsoft.com/office/powerpoint/2010/main" val="216570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EXALTE LA LOUANGE DU PEUPLE</a:t>
            </a:r>
          </a:p>
        </p:txBody>
      </p:sp>
    </p:spTree>
    <p:extLst>
      <p:ext uri="{BB962C8B-B14F-4D97-AF65-F5344CB8AC3E}">
        <p14:creationId xmlns:p14="http://schemas.microsoft.com/office/powerpoint/2010/main" val="300528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CHERCHE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CONNAÎTRE LE SEIGNEUR</a:t>
            </a:r>
          </a:p>
        </p:txBody>
      </p:sp>
    </p:spTree>
    <p:extLst>
      <p:ext uri="{BB962C8B-B14F-4D97-AF65-F5344CB8AC3E}">
        <p14:creationId xmlns:p14="http://schemas.microsoft.com/office/powerpoint/2010/main" val="94643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DIEU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JOYEUX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CHANTONS AVEC JOIE</a:t>
            </a:r>
          </a:p>
        </p:txBody>
      </p:sp>
    </p:spTree>
    <p:extLst>
      <p:ext uri="{BB962C8B-B14F-4D97-AF65-F5344CB8AC3E}">
        <p14:creationId xmlns:p14="http://schemas.microsoft.com/office/powerpoint/2010/main" val="111483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JOYEUX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CRI DE JUBILÉ</a:t>
            </a:r>
          </a:p>
        </p:txBody>
      </p:sp>
    </p:spTree>
    <p:extLst>
      <p:ext uri="{BB962C8B-B14F-4D97-AF65-F5344CB8AC3E}">
        <p14:creationId xmlns:p14="http://schemas.microsoft.com/office/powerpoint/2010/main" val="192990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84</Words>
  <Application>Microsoft Office PowerPoint</Application>
  <PresentationFormat>Affichage à l'écran (4:3)</PresentationFormat>
  <Paragraphs>635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110</cp:revision>
  <dcterms:created xsi:type="dcterms:W3CDTF">2002-08-17T13:12:10Z</dcterms:created>
  <dcterms:modified xsi:type="dcterms:W3CDTF">2022-09-24T17:17:15Z</dcterms:modified>
</cp:coreProperties>
</file>