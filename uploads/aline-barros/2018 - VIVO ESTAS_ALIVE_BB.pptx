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75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314" r:id="rId14"/>
    <p:sldId id="309" r:id="rId15"/>
    <p:sldId id="310" r:id="rId16"/>
    <p:sldId id="311" r:id="rId17"/>
    <p:sldId id="312" r:id="rId18"/>
    <p:sldId id="313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27287" autoAdjust="0"/>
  </p:normalViewPr>
  <p:slideViewPr>
    <p:cSldViewPr>
      <p:cViewPr varScale="1">
        <p:scale>
          <a:sx n="18" d="100"/>
          <a:sy n="18" d="100"/>
        </p:scale>
        <p:origin x="74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E8C4B25-5807-4622-808F-139A1994B8F5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92B8956-434E-42FE-A321-BB9794A039A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2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908428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Roto estaba mi corazón Pero Tu mano me rescató
2-  AUJOURD’HUI À NOUVEAU JE NAIS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salvación en Ti encontré
4-  LES MOTS ME MANQUENT POUR M’EXPRIMER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Tu amor, no puedo expresar
5-  CHAQUE JOUR DE MA VIE, JE TE SUIVRAI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Te seguiré por la eternidad
6-  LES YEUX FIXÉS SUR TON CHEMIN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gracia caminaré En libertad siempre viviré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Sé exaltado, sé exaltado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Te necesito, Dios Eres mi libertad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14-  DANS LES TENEBRES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 pasar por la oscuridad Su luz siempre me guiará
15-  TU BRISES LES CHAINES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Haz en mí, Dios, Tu voluntad   
18-  SEIGNEUR JE CHANTE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Venga Tu reino a este lugar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J’ÉTAIS PERDU, LE CŒUR BRISÉ TU M’AS RELEVÉ, M’AS RESTAURÉ </a:t>
            </a:r>
          </a:p>
          <a:p>
            <a:r>
              <a:rPr lang="fr-FR" smtClean="0"/>
              <a:t>Roto estaba mi corazón Pero Tu mano me rescató
2-  AUJOURD’HUI À NOUVEAU JE NAIS </a:t>
            </a:r>
          </a:p>
          <a:p>
            <a:r>
              <a:rPr lang="fr-FR" smtClean="0"/>
              <a:t>Del polvo yo volví a nacer</a:t>
            </a:r>
            <a:br>
              <a:rPr lang="fr-FR" smtClean="0"/>
            </a:br>
            <a:r>
              <a:rPr lang="fr-FR" smtClean="0"/>
              <a:t>3-  DANS TES MAINS C’EST LÀ QUE JE VIVRAI </a:t>
            </a:r>
          </a:p>
          <a:p>
            <a:r>
              <a:rPr lang="fr-FR" smtClean="0"/>
              <a:t>La salvación en Ti encontré
4-  LES MOTS ME MANQUENT POUR M’EXPRIMER </a:t>
            </a:r>
          </a:p>
          <a:p>
            <a:r>
              <a:rPr lang="fr-FR" smtClean="0"/>
              <a:t>Tu amor, no puedo expresar
5-  CHAQUE JOUR DE MA VIE, JE TE SUIVRAI </a:t>
            </a:r>
          </a:p>
          <a:p>
            <a:r>
              <a:rPr lang="fr-FR" smtClean="0"/>
              <a:t>Te seguiré por la eternidad
6-  LES YEUX FIXÉS SUR TON CHEMIN JE SUIS LIBRE DE CHANTER, DE CRIER </a:t>
            </a:r>
          </a:p>
          <a:p>
            <a:r>
              <a:rPr lang="fr-FR" smtClean="0"/>
              <a:t>En Tu gracia caminaré En libertad siempre viviré</a:t>
            </a:r>
          </a:p>
          <a:p>
            <a:endParaRPr lang="fr-FR" smtClean="0"/>
          </a:p>
          <a:p>
            <a:r>
              <a:rPr lang="fr-FR" smtClean="0"/>
              <a:t>	7-  SEIGNEUR, TU ES LE SEUL EN QUI JE VIVRAI </a:t>
            </a:r>
          </a:p>
          <a:p>
            <a:r>
              <a:rPr lang="fr-FR" smtClean="0"/>
              <a:t>	En Ti, en Ti, en Ti, soy libre</a:t>
            </a:r>
            <a:br>
              <a:rPr lang="fr-FR" smtClean="0"/>
            </a:br>
            <a:r>
              <a:rPr lang="fr-FR" smtClean="0"/>
              <a:t>	8-  TU ES BIEN AU-DELÀ DE TOUTES MES PENSÉES </a:t>
            </a:r>
          </a:p>
          <a:p>
            <a:r>
              <a:rPr lang="fr-FR" smtClean="0"/>
              <a:t>	Sé exaltado, sé exaltado
	9-  TON AMOUR NE M’ABANDONNERA JAMAIS </a:t>
            </a:r>
          </a:p>
          <a:p>
            <a:r>
              <a:rPr lang="fr-FR" smtClean="0"/>
              <a:t>	Tu amor, Tu amor, Tu amor no se acaba</a:t>
            </a:r>
            <a:br>
              <a:rPr lang="fr-FR" smtClean="0"/>
            </a:br>
            <a:r>
              <a:rPr lang="fr-FR" smtClean="0"/>
              <a:t>	10-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11-  SEIGNEUR, TU VIS EN MOI RIEN NE PEUT NOUS SÉPARER </a:t>
            </a:r>
          </a:p>
          <a:p>
            <a:r>
              <a:rPr lang="fr-FR" smtClean="0"/>
              <a:t>	Tú vivo estás en mí No hay nadie en Tu lugar</a:t>
            </a:r>
            <a:br>
              <a:rPr lang="fr-FR" smtClean="0"/>
            </a:br>
            <a:r>
              <a:rPr lang="fr-FR" smtClean="0"/>
              <a:t>	12-  TU ES L’ESPOIR EN MOI TON AMOUR M’A LIBÉRÉ         x2</a:t>
            </a:r>
          </a:p>
          <a:p>
            <a:r>
              <a:rPr lang="fr-FR" smtClean="0"/>
              <a:t>	Te necesito, Dios Eres mi libertad</a:t>
            </a:r>
          </a:p>
          <a:p>
            <a:r>
              <a:rPr lang="fr-FR" smtClean="0"/>
              <a:t>	 13-  OH OH OH </a:t>
            </a:r>
          </a:p>
          <a:p>
            <a:r>
              <a:rPr lang="fr-FR" smtClean="0"/>
              <a:t>	Oh, oh, oh</a:t>
            </a:r>
          </a:p>
          <a:p>
            <a:r>
              <a:rPr lang="fr-FR" smtClean="0"/>
              <a:t>
14-  DANS LES TENEBRES DE MES NUITS TON AMOUR ILLUMINE MA VIE </a:t>
            </a:r>
          </a:p>
          <a:p>
            <a:r>
              <a:rPr lang="fr-FR" smtClean="0"/>
              <a:t>Al pasar por la oscuridad Su luz siempre me guiará
15-  TU BRISES LES CHAINES QUI ME RETENAIENT </a:t>
            </a:r>
          </a:p>
          <a:p>
            <a:r>
              <a:rPr lang="fr-FR" smtClean="0"/>
              <a:t>Mis cadenas, Jesús rompió Con Su mano, me rescató
16-  PAR TON FILS, JE SUIS LIBERE DANS CE MONDE JE PEUX TOUT AVOIR </a:t>
            </a:r>
          </a:p>
          <a:p>
            <a:r>
              <a:rPr lang="fr-FR" smtClean="0"/>
              <a:t>Haz en mí, Dios, Tu voluntad Venga Tu reino a este lugar
17-  MAIS MON SEUL DESIR C'EST DE TE VOIR FAIS TA VOLONTE ET NON LA MIENNE</a:t>
            </a:r>
          </a:p>
          <a:p>
            <a:r>
              <a:rPr lang="fr-FR" smtClean="0"/>
              <a:t>Haz en mí, Dios, Tu voluntad   
18-  SEIGNEUR JE CHANTE QUE TON ROYAUME VIENNE </a:t>
            </a:r>
          </a:p>
          <a:p>
            <a:r>
              <a:rPr lang="fr-FR" smtClean="0"/>
              <a:t>Venga Tu reino a este lugar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D9194-CCA6-45D6-BC10-8F7178C7194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97FC9-774C-46DC-B81C-2B5ABB91E8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7390B-4CF6-429E-B397-DBFE978B1B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79D26-7B2C-4DF0-8D83-2121237DD4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865D6-7C97-4DD8-9468-0953D4F6A0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9E93F-2ED3-431C-B005-6AD6D6F557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DCC0F-BDC0-4D24-8747-66031F8FD2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81989-1340-41E2-884F-D851243D91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EFB87-A4EC-4BC4-990A-29DBB8ACBA3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31BC8-86A8-49C7-BEDB-3D2D797F4F4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5550B-1A38-4874-A8AD-5E2603F8FF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D91AD491-7335-43D5-803C-FB7D5A710B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J’ÉTAIS PERDU, LE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RELEVÉ, M’AS RESTAURÉ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AUJOURD’HUI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JE NAIS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LÀ QUE JE VIVRAI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MOTS ME MANQUENT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M’EXPRIMER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MA VIE, JE TE SUIVRAI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FIXÉS SUR TON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DE CHANTER, DE CRIER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ES LE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QUI JE VIVRAI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BIEN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TOUTES MES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M’ABANDONNERA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VIS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NOUS SÉPARER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L’ESPOIR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M’A LIBÉRÉ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1280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TENEBRES DE MES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ILLUMINE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BRISES LES CHAINES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RETENAIENT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FILS, JE SUIS LIBERE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MONDE JE PEUX TOUT AVOIR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MON SEUL DESIR C'EST DE TE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TA VOLONTE ET NON LA MIENNE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JE CHANTE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ROYAUME VIENNE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949</Words>
  <Application>Microsoft Office PowerPoint</Application>
  <PresentationFormat>Affichage à l'écran (4:3)</PresentationFormat>
  <Paragraphs>933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69</cp:revision>
  <dcterms:created xsi:type="dcterms:W3CDTF">2002-08-17T10:50:50Z</dcterms:created>
  <dcterms:modified xsi:type="dcterms:W3CDTF">2018-07-06T14:55:23Z</dcterms:modified>
</cp:coreProperties>
</file>