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8698" autoAdjust="0"/>
  </p:normalViewPr>
  <p:slideViewPr>
    <p:cSldViewPr>
      <p:cViewPr varScale="1">
        <p:scale>
          <a:sx n="26" d="100"/>
          <a:sy n="26" d="100"/>
        </p:scale>
        <p:origin x="653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23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06/07/2018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1824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  SUR TOUTE LA TERRE QUI EST COMME TOI </a:t>
            </a:r>
          </a:p>
          <a:p>
            <a:pPr>
              <a:defRPr/>
            </a:pPr>
            <a:r>
              <a:rPr lang="fr-FR" dirty="0" err="1" smtClean="0"/>
              <a:t>Quién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tu en la </a:t>
            </a:r>
            <a:r>
              <a:rPr lang="fr-FR" dirty="0" err="1" smtClean="0"/>
              <a:t>tierra</a:t>
            </a:r>
            <a:r>
              <a:rPr lang="fr-FR" dirty="0" smtClean="0"/>
              <a:t>, oh Señor?
2-  INCOMPARABLE AMOUR ET BEAUTÉ </a:t>
            </a:r>
          </a:p>
          <a:p>
            <a:pPr>
              <a:defRPr/>
            </a:pPr>
            <a:r>
              <a:rPr lang="fr-FR" dirty="0" err="1" smtClean="0"/>
              <a:t>Hermoso</a:t>
            </a:r>
            <a:r>
              <a:rPr lang="fr-FR" dirty="0" smtClean="0"/>
              <a:t> y </a:t>
            </a:r>
            <a:r>
              <a:rPr lang="fr-FR" dirty="0" err="1" smtClean="0"/>
              <a:t>inigualable</a:t>
            </a:r>
            <a:r>
              <a:rPr lang="fr-FR" dirty="0" smtClean="0"/>
              <a:t> es tu </a:t>
            </a:r>
            <a:r>
              <a:rPr lang="fr-FR" dirty="0" err="1" smtClean="0"/>
              <a:t>valor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3-  RIEN DANS CE MONDE NE PEUT ME COMBLER </a:t>
            </a:r>
          </a:p>
          <a:p>
            <a:pPr>
              <a:defRPr/>
            </a:pPr>
            <a:r>
              <a:rPr lang="fr-FR" dirty="0" smtClean="0"/>
              <a:t>Y nada en este </a:t>
            </a:r>
            <a:r>
              <a:rPr lang="fr-FR" dirty="0" err="1" smtClean="0"/>
              <a:t>mundo</a:t>
            </a:r>
            <a:r>
              <a:rPr lang="fr-FR" dirty="0" smtClean="0"/>
              <a:t> </a:t>
            </a:r>
            <a:r>
              <a:rPr lang="fr-FR" dirty="0" err="1" smtClean="0"/>
              <a:t>saciará</a:t>
            </a:r>
            <a:r>
              <a:rPr lang="fr-FR" dirty="0" smtClean="0"/>
              <a:t>
4-  CAR JÉSUS, TA COUPE NE TARIT JAMAIS </a:t>
            </a:r>
          </a:p>
          <a:p>
            <a:pPr>
              <a:defRPr/>
            </a:pPr>
            <a:r>
              <a:rPr lang="fr-FR" dirty="0" err="1" smtClean="0"/>
              <a:t>Jesús</a:t>
            </a:r>
            <a:r>
              <a:rPr lang="fr-FR" dirty="0" smtClean="0"/>
              <a:t> tu </a:t>
            </a:r>
            <a:r>
              <a:rPr lang="fr-FR" dirty="0" err="1" smtClean="0"/>
              <a:t>copa</a:t>
            </a:r>
            <a:r>
              <a:rPr lang="fr-FR" dirty="0" smtClean="0"/>
              <a:t> no se </a:t>
            </a:r>
            <a:r>
              <a:rPr lang="fr-FR" dirty="0" err="1" smtClean="0"/>
              <a:t>secará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	5-  TA PRÉSENCE EST TOUTE MA VIE TA PRÉSENCE EST TOUTE MA VIE </a:t>
            </a:r>
          </a:p>
          <a:p>
            <a:pPr>
              <a:defRPr/>
            </a:pPr>
            <a:r>
              <a:rPr lang="fr-FR" dirty="0" smtClean="0"/>
              <a:t>	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 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TRÉSOR DE MON ÂME  ET DE MON CŒUR</a:t>
            </a:r>
          </a:p>
          <a:p>
            <a:pPr>
              <a:defRPr/>
            </a:pPr>
            <a:r>
              <a:rPr lang="fr-FR" dirty="0" err="1" smtClean="0"/>
              <a:t>Tesoro</a:t>
            </a:r>
            <a:r>
              <a:rPr lang="fr-FR" dirty="0" smtClean="0"/>
              <a:t> de mi alma y </a:t>
            </a:r>
            <a:r>
              <a:rPr lang="fr-FR" dirty="0" err="1" smtClean="0"/>
              <a:t>corazón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7-  DANS MA FAIBLESSE TU ES BON, SEIGNEUR </a:t>
            </a:r>
          </a:p>
          <a:p>
            <a:pPr>
              <a:defRPr/>
            </a:pPr>
            <a:r>
              <a:rPr lang="fr-FR" dirty="0" smtClean="0"/>
              <a:t>Me </a:t>
            </a:r>
            <a:r>
              <a:rPr lang="fr-FR" dirty="0" err="1" smtClean="0"/>
              <a:t>das</a:t>
            </a:r>
            <a:r>
              <a:rPr lang="fr-FR" dirty="0" smtClean="0"/>
              <a:t> tu gracia </a:t>
            </a:r>
            <a:r>
              <a:rPr lang="fr-FR" dirty="0" err="1" smtClean="0"/>
              <a:t>aunque</a:t>
            </a:r>
            <a:r>
              <a:rPr lang="fr-FR" dirty="0" smtClean="0"/>
              <a:t> </a:t>
            </a:r>
            <a:r>
              <a:rPr lang="fr-FR" dirty="0" err="1" smtClean="0"/>
              <a:t>débil</a:t>
            </a:r>
            <a:r>
              <a:rPr lang="fr-FR" dirty="0" smtClean="0"/>
              <a:t> </a:t>
            </a:r>
            <a:r>
              <a:rPr lang="fr-FR" dirty="0" err="1" smtClean="0"/>
              <a:t>soy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RÉDEMPTEUR DE TOUTES MES ERREURS PASSÉES </a:t>
            </a:r>
          </a:p>
          <a:p>
            <a:pPr>
              <a:defRPr/>
            </a:pPr>
            <a:r>
              <a:rPr lang="fr-FR" dirty="0" smtClean="0"/>
              <a:t>De mis </a:t>
            </a:r>
            <a:r>
              <a:rPr lang="fr-FR" dirty="0" err="1" smtClean="0"/>
              <a:t>errores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redentor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9-  GARDIEN DE TOUTE MON ÉTERNITÉ </a:t>
            </a:r>
          </a:p>
          <a:p>
            <a:pPr>
              <a:defRPr/>
            </a:pPr>
            <a:r>
              <a:rPr lang="fr-FR" dirty="0" smtClean="0"/>
              <a:t>De mi </a:t>
            </a:r>
            <a:r>
              <a:rPr lang="fr-FR" dirty="0" err="1" smtClean="0"/>
              <a:t>futuro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el </a:t>
            </a:r>
            <a:r>
              <a:rPr lang="fr-FR" dirty="0" err="1" smtClean="0"/>
              <a:t>guardador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dirty="0" smtClean="0"/>
              <a:t>	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 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Pont1:</a:t>
            </a:r>
          </a:p>
          <a:p>
            <a:pPr>
              <a:defRPr/>
            </a:pPr>
            <a:r>
              <a:rPr lang="fr-FR" dirty="0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dirty="0" smtClean="0"/>
              <a:t>Y </a:t>
            </a:r>
            <a:r>
              <a:rPr lang="fr-FR" dirty="0" err="1" smtClean="0"/>
              <a:t>cantamos</a:t>
            </a:r>
            <a:r>
              <a:rPr lang="fr-FR" dirty="0" smtClean="0"/>
              <a:t>: Oh Cristo, oh Cristo 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dirty="0" smtClean="0"/>
              <a:t>Y </a:t>
            </a:r>
            <a:r>
              <a:rPr lang="fr-FR" dirty="0" err="1" smtClean="0"/>
              <a:t>mientras</a:t>
            </a:r>
            <a:r>
              <a:rPr lang="fr-FR" dirty="0" smtClean="0"/>
              <a:t> </a:t>
            </a:r>
            <a:r>
              <a:rPr lang="fr-FR" dirty="0" err="1" smtClean="0"/>
              <a:t>tenga</a:t>
            </a:r>
            <a:r>
              <a:rPr lang="fr-FR" dirty="0" smtClean="0"/>
              <a:t> vida </a:t>
            </a:r>
            <a:r>
              <a:rPr lang="fr-FR" dirty="0" err="1" smtClean="0"/>
              <a:t>esperaré</a:t>
            </a:r>
            <a:r>
              <a:rPr lang="fr-FR" dirty="0" smtClean="0"/>
              <a:t> Cuando </a:t>
            </a:r>
            <a:r>
              <a:rPr lang="fr-FR" dirty="0" err="1" smtClean="0"/>
              <a:t>cara</a:t>
            </a:r>
            <a:r>
              <a:rPr lang="fr-FR" dirty="0" smtClean="0"/>
              <a:t> a </a:t>
            </a:r>
            <a:r>
              <a:rPr lang="fr-FR" dirty="0" err="1" smtClean="0"/>
              <a:t>cara</a:t>
            </a:r>
            <a:r>
              <a:rPr lang="fr-FR" dirty="0" smtClean="0"/>
              <a:t> te </a:t>
            </a:r>
            <a:r>
              <a:rPr lang="fr-FR" dirty="0" err="1" smtClean="0"/>
              <a:t>veré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  RIEN DANS CE MONDE NE PEUT ME COMBLER </a:t>
            </a:r>
          </a:p>
          <a:p>
            <a:pPr>
              <a:defRPr/>
            </a:pPr>
            <a:r>
              <a:rPr lang="fr-FR" dirty="0" smtClean="0"/>
              <a:t>Y nada en este </a:t>
            </a:r>
            <a:r>
              <a:rPr lang="fr-FR" dirty="0" err="1" smtClean="0"/>
              <a:t>mundo</a:t>
            </a:r>
            <a:r>
              <a:rPr lang="fr-FR" dirty="0" smtClean="0"/>
              <a:t> </a:t>
            </a:r>
            <a:r>
              <a:rPr lang="fr-FR" dirty="0" err="1" smtClean="0"/>
              <a:t>saciara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dirty="0" err="1" smtClean="0"/>
              <a:t>Jesús</a:t>
            </a:r>
            <a:r>
              <a:rPr lang="fr-FR" dirty="0" smtClean="0"/>
              <a:t> tu </a:t>
            </a:r>
            <a:r>
              <a:rPr lang="fr-FR" dirty="0" err="1" smtClean="0"/>
              <a:t>copa</a:t>
            </a:r>
            <a:r>
              <a:rPr lang="fr-FR" dirty="0" smtClean="0"/>
              <a:t> no </a:t>
            </a:r>
            <a:r>
              <a:rPr lang="fr-FR" dirty="0" err="1" smtClean="0"/>
              <a:t>secará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tucopa</a:t>
            </a:r>
            <a:r>
              <a:rPr lang="fr-FR" dirty="0" smtClean="0"/>
              <a:t> no </a:t>
            </a:r>
            <a:r>
              <a:rPr lang="fr-FR" dirty="0" err="1" smtClean="0"/>
              <a:t>secará</a:t>
            </a:r>
            <a:r>
              <a:rPr lang="fr-FR" dirty="0" smtClean="0"/>
              <a:t> No </a:t>
            </a:r>
            <a:r>
              <a:rPr lang="fr-FR" dirty="0" err="1" smtClean="0"/>
              <a:t>acabará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Pont2:</a:t>
            </a:r>
          </a:p>
          <a:p>
            <a:pPr>
              <a:defRPr/>
            </a:pPr>
            <a:r>
              <a:rPr lang="fr-FR" dirty="0" smtClean="0"/>
              <a:t>15-  OH ! JÉSUS, OH ! JÉSUS TA PRÉSENCE EST TOUTE MA VIE 		x2</a:t>
            </a:r>
          </a:p>
          <a:p>
            <a:pPr>
              <a:defRPr/>
            </a:pPr>
            <a:r>
              <a:rPr lang="fr-FR" dirty="0" smtClean="0"/>
              <a:t>Y </a:t>
            </a:r>
            <a:r>
              <a:rPr lang="fr-FR" dirty="0" err="1" smtClean="0"/>
              <a:t>cantamos</a:t>
            </a:r>
            <a:r>
              <a:rPr lang="fr-FR" dirty="0" smtClean="0"/>
              <a:t>: oh Cristo, oh Cristo 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16- TA PRÉSENCE EST TOUTE MA VIE </a:t>
            </a:r>
          </a:p>
          <a:p>
            <a:pPr>
              <a:defRPr/>
            </a:pPr>
            <a:r>
              <a:rPr lang="fr-FR" dirty="0" smtClean="0"/>
              <a:t>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</a:t>
            </a:r>
          </a:p>
          <a:p>
            <a:pPr>
              <a:defRPr/>
            </a:pPr>
            <a:r>
              <a:rPr lang="fr-FR" dirty="0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smtClean="0"/>
              <a:t>Quién como tu en la tierra, oh Señor?
2-  INCOMPARABLE AMOUR ET BEAUTÉ </a:t>
            </a:r>
          </a:p>
          <a:p>
            <a:pPr>
              <a:defRPr/>
            </a:pPr>
            <a:r>
              <a:rPr lang="fr-FR" smtClean="0"/>
              <a:t>Hermoso y inigualable es tu valor</a:t>
            </a:r>
          </a:p>
          <a:p>
            <a:pPr>
              <a:defRPr/>
            </a:pPr>
            <a:r>
              <a:rPr lang="fr-FR" smtClean="0"/>
              <a:t>
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saciará
4-  CAR JÉSUS, TA COUPE NE TARIT JAMAIS </a:t>
            </a:r>
          </a:p>
          <a:p>
            <a:pPr>
              <a:defRPr/>
            </a:pPr>
            <a:r>
              <a:rPr lang="fr-FR" smtClean="0"/>
              <a:t>Jesús tu copa no se secará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TRÉSOR DE MON ÂME  ET DE MON CŒUR</a:t>
            </a:r>
          </a:p>
          <a:p>
            <a:pPr>
              <a:defRPr/>
            </a:pPr>
            <a:r>
              <a:rPr lang="fr-FR" smtClean="0"/>
              <a:t>Tesoro de mi alma y corazón</a:t>
            </a:r>
          </a:p>
          <a:p>
            <a:pPr>
              <a:defRPr/>
            </a:pPr>
            <a:r>
              <a:rPr lang="fr-FR" smtClean="0"/>
              <a:t> 7-  DANS MA FAIBLESSE TU ES BON, SEIGNEUR </a:t>
            </a:r>
          </a:p>
          <a:p>
            <a:pPr>
              <a:defRPr/>
            </a:pPr>
            <a:r>
              <a:rPr lang="fr-FR" smtClean="0"/>
              <a:t>Me das tu gracia aunque débil soy</a:t>
            </a:r>
          </a:p>
          <a:p>
            <a:pPr>
              <a:defRPr/>
            </a:pPr>
            <a:r>
              <a:rPr lang="fr-FR" smtClean="0"/>
              <a:t>8-  RÉDEMPTEUR DE TOUTES MES ERREURS PASSÉES </a:t>
            </a:r>
          </a:p>
          <a:p>
            <a:pPr>
              <a:defRPr/>
            </a:pPr>
            <a:r>
              <a:rPr lang="fr-FR" smtClean="0"/>
              <a:t>De mis errores eres mi redentor</a:t>
            </a:r>
          </a:p>
          <a:p>
            <a:pPr>
              <a:defRPr/>
            </a:pPr>
            <a:r>
              <a:rPr lang="fr-FR" smtClean="0"/>
              <a:t>9-  GARDIEN DE TOUTE MON ÉTERNITÉ </a:t>
            </a:r>
          </a:p>
          <a:p>
            <a:pPr>
              <a:defRPr/>
            </a:pPr>
            <a:r>
              <a:rPr lang="fr-FR" smtClean="0"/>
              <a:t>De mi futuro eres el guardador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smtClean="0"/>
              <a:t>	Tu presencia es el cielo para mi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
Pont1:</a:t>
            </a:r>
          </a:p>
          <a:p>
            <a:pPr>
              <a:defRPr/>
            </a:pPr>
            <a:r>
              <a:rPr lang="fr-FR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smtClean="0"/>
              <a:t>Y mientras tenga vida esperaré Cuando cara a cara te veré</a:t>
            </a:r>
          </a:p>
          <a:p>
            <a:pPr>
              <a:defRPr/>
            </a:pPr>
            <a:r>
              <a:rPr lang="fr-FR" smtClean="0"/>
              <a:t>13-  RIEN DANS CE MONDE NE PEUT ME COMBLER </a:t>
            </a:r>
          </a:p>
          <a:p>
            <a:pPr>
              <a:defRPr/>
            </a:pPr>
            <a:r>
              <a:rPr lang="fr-FR" smtClean="0"/>
              <a:t>Y nada en este mundo saciara</a:t>
            </a:r>
          </a:p>
          <a:p>
            <a:pPr>
              <a:defRPr/>
            </a:pPr>
            <a:r>
              <a:rPr lang="fr-FR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smtClean="0"/>
              <a:t>Jesús tu copa no secará Jesus tucopa no secará No acabará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Pont2:</a:t>
            </a:r>
          </a:p>
          <a:p>
            <a:pPr>
              <a:defRPr/>
            </a:pPr>
            <a:r>
              <a:rPr lang="fr-FR" smtClean="0"/>
              <a:t>15-  OH ! JÉSUS, OH ! JÉSUS TA PRÉSENCE EST TOUTE MA VIE 		x2</a:t>
            </a:r>
          </a:p>
          <a:p>
            <a:pPr>
              <a:defRPr/>
            </a:pPr>
            <a:r>
              <a:rPr lang="fr-FR" smtClean="0"/>
              <a:t>Y cantamos: oh Cristo, oh Cristo Tu presencia es el cielo para mi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TA PRÉSENCE EST TOUTE MA VIE </a:t>
            </a:r>
          </a:p>
          <a:p>
            <a:pPr>
              <a:defRPr/>
            </a:pPr>
            <a:r>
              <a:rPr lang="fr-FR" smtClean="0"/>
              <a:t>Tu presencia es el cielo para mi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SUR TOUTE LA TERRE QUI EST COMME TOI </a:t>
            </a:r>
          </a:p>
          <a:p>
            <a:pPr>
              <a:defRPr/>
            </a:pPr>
            <a:r>
              <a:rPr lang="fr-FR" dirty="0" err="1" smtClean="0"/>
              <a:t>Quién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tu en la </a:t>
            </a:r>
            <a:r>
              <a:rPr lang="fr-FR" dirty="0" err="1" smtClean="0"/>
              <a:t>tierra</a:t>
            </a:r>
            <a:r>
              <a:rPr lang="fr-FR" dirty="0" smtClean="0"/>
              <a:t>, oh Señor?
2-  INCOMPARABLE AMOUR ET BEAUTÉ </a:t>
            </a:r>
          </a:p>
          <a:p>
            <a:pPr>
              <a:defRPr/>
            </a:pPr>
            <a:r>
              <a:rPr lang="fr-FR" dirty="0" err="1" smtClean="0"/>
              <a:t>Hermoso</a:t>
            </a:r>
            <a:r>
              <a:rPr lang="fr-FR" dirty="0" smtClean="0"/>
              <a:t> y </a:t>
            </a:r>
            <a:r>
              <a:rPr lang="fr-FR" dirty="0" err="1" smtClean="0"/>
              <a:t>inigualable</a:t>
            </a:r>
            <a:r>
              <a:rPr lang="fr-FR" dirty="0" smtClean="0"/>
              <a:t> es tu </a:t>
            </a:r>
            <a:r>
              <a:rPr lang="fr-FR" dirty="0" err="1" smtClean="0"/>
              <a:t>valor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3-  RIEN DANS CE MONDE NE PEUT ME COMBLER </a:t>
            </a:r>
          </a:p>
          <a:p>
            <a:pPr>
              <a:defRPr/>
            </a:pPr>
            <a:r>
              <a:rPr lang="fr-FR" dirty="0" smtClean="0"/>
              <a:t>Y nada en este </a:t>
            </a:r>
            <a:r>
              <a:rPr lang="fr-FR" dirty="0" err="1" smtClean="0"/>
              <a:t>mundo</a:t>
            </a:r>
            <a:r>
              <a:rPr lang="fr-FR" dirty="0" smtClean="0"/>
              <a:t> </a:t>
            </a:r>
            <a:r>
              <a:rPr lang="fr-FR" dirty="0" err="1" smtClean="0"/>
              <a:t>saciará</a:t>
            </a:r>
            <a:r>
              <a:rPr lang="fr-FR" dirty="0" smtClean="0"/>
              <a:t>
4-  CAR JÉSUS, TA COUPE NE TARIT JAMAIS </a:t>
            </a:r>
          </a:p>
          <a:p>
            <a:pPr>
              <a:defRPr/>
            </a:pPr>
            <a:r>
              <a:rPr lang="fr-FR" dirty="0" err="1" smtClean="0"/>
              <a:t>Jesús</a:t>
            </a:r>
            <a:r>
              <a:rPr lang="fr-FR" dirty="0" smtClean="0"/>
              <a:t> tu </a:t>
            </a:r>
            <a:r>
              <a:rPr lang="fr-FR" dirty="0" err="1" smtClean="0"/>
              <a:t>copa</a:t>
            </a:r>
            <a:r>
              <a:rPr lang="fr-FR" dirty="0" smtClean="0"/>
              <a:t> no se </a:t>
            </a:r>
            <a:r>
              <a:rPr lang="fr-FR" dirty="0" err="1" smtClean="0"/>
              <a:t>secará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	5-  TA PRÉSENCE EST TOUTE MA VIE TA PRÉSENCE EST TOUTE MA VIE </a:t>
            </a:r>
          </a:p>
          <a:p>
            <a:pPr>
              <a:defRPr/>
            </a:pPr>
            <a:r>
              <a:rPr lang="fr-FR" dirty="0" smtClean="0"/>
              <a:t>	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 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TRÉSOR DE MON ÂME  ET DE MON CŒUR</a:t>
            </a:r>
          </a:p>
          <a:p>
            <a:pPr>
              <a:defRPr/>
            </a:pPr>
            <a:r>
              <a:rPr lang="fr-FR" dirty="0" err="1" smtClean="0"/>
              <a:t>Tesoro</a:t>
            </a:r>
            <a:r>
              <a:rPr lang="fr-FR" dirty="0" smtClean="0"/>
              <a:t> de mi alma y </a:t>
            </a:r>
            <a:r>
              <a:rPr lang="fr-FR" dirty="0" err="1" smtClean="0"/>
              <a:t>corazón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7-  DANS MA FAIBLESSE TU ES BON, SEIGNEUR </a:t>
            </a:r>
          </a:p>
          <a:p>
            <a:pPr>
              <a:defRPr/>
            </a:pPr>
            <a:r>
              <a:rPr lang="fr-FR" dirty="0" smtClean="0"/>
              <a:t>Me </a:t>
            </a:r>
            <a:r>
              <a:rPr lang="fr-FR" dirty="0" err="1" smtClean="0"/>
              <a:t>das</a:t>
            </a:r>
            <a:r>
              <a:rPr lang="fr-FR" dirty="0" smtClean="0"/>
              <a:t> tu gracia </a:t>
            </a:r>
            <a:r>
              <a:rPr lang="fr-FR" dirty="0" err="1" smtClean="0"/>
              <a:t>aunque</a:t>
            </a:r>
            <a:r>
              <a:rPr lang="fr-FR" dirty="0" smtClean="0"/>
              <a:t> </a:t>
            </a:r>
            <a:r>
              <a:rPr lang="fr-FR" dirty="0" err="1" smtClean="0"/>
              <a:t>débil</a:t>
            </a:r>
            <a:r>
              <a:rPr lang="fr-FR" dirty="0" smtClean="0"/>
              <a:t> </a:t>
            </a:r>
            <a:r>
              <a:rPr lang="fr-FR" dirty="0" err="1" smtClean="0"/>
              <a:t>soy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RÉDEMPTEUR DE TOUTES MES ERREURS PASSÉES </a:t>
            </a:r>
          </a:p>
          <a:p>
            <a:pPr>
              <a:defRPr/>
            </a:pPr>
            <a:r>
              <a:rPr lang="fr-FR" dirty="0" smtClean="0"/>
              <a:t>De mis </a:t>
            </a:r>
            <a:r>
              <a:rPr lang="fr-FR" dirty="0" err="1" smtClean="0"/>
              <a:t>errores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redentor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9-  GARDIEN DE TOUTE MON ÉTERNITÉ </a:t>
            </a:r>
          </a:p>
          <a:p>
            <a:pPr>
              <a:defRPr/>
            </a:pPr>
            <a:r>
              <a:rPr lang="fr-FR" dirty="0" smtClean="0"/>
              <a:t>De mi </a:t>
            </a:r>
            <a:r>
              <a:rPr lang="fr-FR" dirty="0" err="1" smtClean="0"/>
              <a:t>futuro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el </a:t>
            </a:r>
            <a:r>
              <a:rPr lang="fr-FR" dirty="0" err="1" smtClean="0"/>
              <a:t>guardador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	10-  TA PRÉSENCE EST TOUTE MA VIE TA PRÉSENCE EST TOUTE MA VIE </a:t>
            </a:r>
          </a:p>
          <a:p>
            <a:pPr>
              <a:defRPr/>
            </a:pPr>
            <a:r>
              <a:rPr lang="fr-FR" dirty="0" smtClean="0"/>
              <a:t>	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 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Pont1:</a:t>
            </a:r>
          </a:p>
          <a:p>
            <a:pPr>
              <a:defRPr/>
            </a:pPr>
            <a:r>
              <a:rPr lang="fr-FR" dirty="0" smtClean="0"/>
              <a:t>11-  OH ! JÉSUS, OH ! JÉSUS JE TOUCHE LE CIEL DANS TA PRÉSENCE 	x2</a:t>
            </a:r>
          </a:p>
          <a:p>
            <a:pPr>
              <a:defRPr/>
            </a:pPr>
            <a:r>
              <a:rPr lang="fr-FR" dirty="0" smtClean="0"/>
              <a:t>Y </a:t>
            </a:r>
            <a:r>
              <a:rPr lang="fr-FR" dirty="0" err="1" smtClean="0"/>
              <a:t>cantamos</a:t>
            </a:r>
            <a:r>
              <a:rPr lang="fr-FR" dirty="0" smtClean="0"/>
              <a:t>: Oh Cristo, oh Cristo 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TOUTE MA VIE SUR TERRE, J’ATTENDRAI LE JOUR OÙ FACE À FACE JE TE VERRAI </a:t>
            </a:r>
          </a:p>
          <a:p>
            <a:pPr>
              <a:defRPr/>
            </a:pPr>
            <a:r>
              <a:rPr lang="fr-FR" dirty="0" smtClean="0"/>
              <a:t>Y </a:t>
            </a:r>
            <a:r>
              <a:rPr lang="fr-FR" dirty="0" err="1" smtClean="0"/>
              <a:t>mientras</a:t>
            </a:r>
            <a:r>
              <a:rPr lang="fr-FR" dirty="0" smtClean="0"/>
              <a:t> </a:t>
            </a:r>
            <a:r>
              <a:rPr lang="fr-FR" dirty="0" err="1" smtClean="0"/>
              <a:t>tenga</a:t>
            </a:r>
            <a:r>
              <a:rPr lang="fr-FR" dirty="0" smtClean="0"/>
              <a:t> vida </a:t>
            </a:r>
            <a:r>
              <a:rPr lang="fr-FR" dirty="0" err="1" smtClean="0"/>
              <a:t>esperaré</a:t>
            </a:r>
            <a:r>
              <a:rPr lang="fr-FR" dirty="0" smtClean="0"/>
              <a:t> Cuando </a:t>
            </a:r>
            <a:r>
              <a:rPr lang="fr-FR" dirty="0" err="1" smtClean="0"/>
              <a:t>cara</a:t>
            </a:r>
            <a:r>
              <a:rPr lang="fr-FR" dirty="0" smtClean="0"/>
              <a:t> a </a:t>
            </a:r>
            <a:r>
              <a:rPr lang="fr-FR" dirty="0" err="1" smtClean="0"/>
              <a:t>cara</a:t>
            </a:r>
            <a:r>
              <a:rPr lang="fr-FR" dirty="0" smtClean="0"/>
              <a:t> te </a:t>
            </a:r>
            <a:r>
              <a:rPr lang="fr-FR" dirty="0" err="1" smtClean="0"/>
              <a:t>veré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  RIEN DANS CE MONDE NE PEUT ME COMBLER </a:t>
            </a:r>
          </a:p>
          <a:p>
            <a:pPr>
              <a:defRPr/>
            </a:pPr>
            <a:r>
              <a:rPr lang="fr-FR" dirty="0" smtClean="0"/>
              <a:t>Y nada en este </a:t>
            </a:r>
            <a:r>
              <a:rPr lang="fr-FR" dirty="0" err="1" smtClean="0"/>
              <a:t>mundo</a:t>
            </a:r>
            <a:r>
              <a:rPr lang="fr-FR" dirty="0" smtClean="0"/>
              <a:t> </a:t>
            </a:r>
            <a:r>
              <a:rPr lang="fr-FR" dirty="0" err="1" smtClean="0"/>
              <a:t>saciara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  MAIS JÉSUS, TA COUPE NE TARIT JAMAIS OH JÉSUS, TA COUPE NE TARIT JAMAIS </a:t>
            </a:r>
          </a:p>
          <a:p>
            <a:pPr>
              <a:defRPr/>
            </a:pPr>
            <a:r>
              <a:rPr lang="fr-FR" dirty="0" err="1" smtClean="0"/>
              <a:t>Jesús</a:t>
            </a:r>
            <a:r>
              <a:rPr lang="fr-FR" dirty="0" smtClean="0"/>
              <a:t> tu </a:t>
            </a:r>
            <a:r>
              <a:rPr lang="fr-FR" dirty="0" err="1" smtClean="0"/>
              <a:t>copa</a:t>
            </a:r>
            <a:r>
              <a:rPr lang="fr-FR" dirty="0" smtClean="0"/>
              <a:t> no </a:t>
            </a:r>
            <a:r>
              <a:rPr lang="fr-FR" dirty="0" err="1" smtClean="0"/>
              <a:t>secará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tucopa</a:t>
            </a:r>
            <a:r>
              <a:rPr lang="fr-FR" dirty="0" smtClean="0"/>
              <a:t> no </a:t>
            </a:r>
            <a:r>
              <a:rPr lang="fr-FR" dirty="0" err="1" smtClean="0"/>
              <a:t>secará</a:t>
            </a:r>
            <a:r>
              <a:rPr lang="fr-FR" dirty="0" smtClean="0"/>
              <a:t> No </a:t>
            </a:r>
            <a:r>
              <a:rPr lang="fr-FR" dirty="0" err="1" smtClean="0"/>
              <a:t>acabará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Pont2:</a:t>
            </a:r>
          </a:p>
          <a:p>
            <a:pPr>
              <a:defRPr/>
            </a:pPr>
            <a:r>
              <a:rPr lang="fr-FR" dirty="0" smtClean="0"/>
              <a:t>15-  OH ! JÉSUS, OH ! JÉSUS TA PRÉSENCE EST TOUTE MA VIE 		x2</a:t>
            </a:r>
          </a:p>
          <a:p>
            <a:pPr>
              <a:defRPr/>
            </a:pPr>
            <a:r>
              <a:rPr lang="fr-FR" dirty="0" smtClean="0"/>
              <a:t>Y </a:t>
            </a:r>
            <a:r>
              <a:rPr lang="fr-FR" dirty="0" err="1" smtClean="0"/>
              <a:t>cantamos</a:t>
            </a:r>
            <a:r>
              <a:rPr lang="fr-FR" dirty="0" smtClean="0"/>
              <a:t>: oh Cristo, oh Cristo 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16- TA PRÉSENCE EST TOUTE MA VIE </a:t>
            </a:r>
          </a:p>
          <a:p>
            <a:pPr>
              <a:defRPr/>
            </a:pPr>
            <a:r>
              <a:rPr lang="fr-FR" dirty="0" smtClean="0"/>
              <a:t>Tu </a:t>
            </a:r>
            <a:r>
              <a:rPr lang="fr-FR" dirty="0" err="1" smtClean="0"/>
              <a:t>presencia</a:t>
            </a:r>
            <a:r>
              <a:rPr lang="fr-FR" dirty="0" smtClean="0"/>
              <a:t> es el </a:t>
            </a:r>
            <a:r>
              <a:rPr lang="fr-FR" dirty="0" err="1" smtClean="0"/>
              <a:t>cielo</a:t>
            </a:r>
            <a:r>
              <a:rPr lang="fr-FR" dirty="0" smtClean="0"/>
              <a:t> para mi</a:t>
            </a:r>
          </a:p>
          <a:p>
            <a:pPr>
              <a:defRPr/>
            </a:pPr>
            <a:r>
              <a:rPr lang="fr-FR" dirty="0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 </a:t>
            </a:r>
          </a:p>
          <a:p>
            <a:r>
              <a:rPr lang="fr-FR" smtClean="0"/>
              <a:t>Quién como tu en la tierra, oh Señor?
2-  INCOMPARABLE AMOUR ET BEAUTÉ </a:t>
            </a:r>
          </a:p>
          <a:p>
            <a:r>
              <a:rPr lang="fr-FR" smtClean="0"/>
              <a:t>Hermoso y inigualable es tu valor</a:t>
            </a:r>
          </a:p>
          <a:p>
            <a:r>
              <a:rPr lang="fr-FR" smtClean="0"/>
              <a:t>
3-  RIEN DANS CE MONDE NE PEUT ME COMBLER </a:t>
            </a:r>
          </a:p>
          <a:p>
            <a:r>
              <a:rPr lang="fr-FR" smtClean="0"/>
              <a:t>Y nada en este mundo saciará
4-  CAR JÉSUS, TA COUPE NE TARIT JAMAIS </a:t>
            </a:r>
          </a:p>
          <a:p>
            <a:r>
              <a:rPr lang="fr-FR" smtClean="0"/>
              <a:t>Jesús tu copa no se secará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6-  TRÉSOR DE MON ÂME  ET DE MON CŒUR</a:t>
            </a:r>
          </a:p>
          <a:p>
            <a:r>
              <a:rPr lang="fr-FR" smtClean="0"/>
              <a:t>Tesoro de mi alma y corazón</a:t>
            </a:r>
          </a:p>
          <a:p>
            <a:r>
              <a:rPr lang="fr-FR" smtClean="0"/>
              <a:t> 7-  DANS MA FAIBLESSE TU ES BON, SEIGNEUR </a:t>
            </a:r>
          </a:p>
          <a:p>
            <a:r>
              <a:rPr lang="fr-FR" smtClean="0"/>
              <a:t>Me das tu gracia aunque débil soy</a:t>
            </a:r>
          </a:p>
          <a:p>
            <a:r>
              <a:rPr lang="fr-FR" smtClean="0"/>
              <a:t>8-  RÉDEMPTEUR DE TOUTES MES ERREURS PASSÉES </a:t>
            </a:r>
          </a:p>
          <a:p>
            <a:r>
              <a:rPr lang="fr-FR" smtClean="0"/>
              <a:t>De mis errores eres mi redentor</a:t>
            </a:r>
          </a:p>
          <a:p>
            <a:r>
              <a:rPr lang="fr-FR" smtClean="0"/>
              <a:t>9-  GARDIEN DE TOUTE MON ÉTERNITÉ </a:t>
            </a:r>
          </a:p>
          <a:p>
            <a:r>
              <a:rPr lang="fr-FR" smtClean="0"/>
              <a:t>De mi futuro eres el guardador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TA PRÉSENCE EST TOUTE MA VIE TA PRÉSENCE EST TOUTE MA VIE </a:t>
            </a:r>
          </a:p>
          <a:p>
            <a:r>
              <a:rPr lang="fr-FR" smtClean="0"/>
              <a:t>	Tu presencia es el cielo para mi Tu presencia es el cielo para mi</a:t>
            </a:r>
          </a:p>
          <a:p>
            <a:endParaRPr lang="fr-FR" smtClean="0"/>
          </a:p>
          <a:p>
            <a:r>
              <a:rPr lang="fr-FR" smtClean="0"/>
              <a:t>
Pont1:</a:t>
            </a:r>
          </a:p>
          <a:p>
            <a:r>
              <a:rPr lang="fr-FR" smtClean="0"/>
              <a:t>11-  OH ! JÉSUS, OH ! JÉSUS JE TOUCHE LE CIEL DANS TA PRÉSENCE 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12-  TOUTE MA VIE SUR TERRE, J’ATTENDRAI LE JOUR OÙ FACE À FACE JE TE VERRAI </a:t>
            </a:r>
          </a:p>
          <a:p>
            <a:r>
              <a:rPr lang="fr-FR" smtClean="0"/>
              <a:t>Y mientras tenga vida esperaré Cuando cara a cara te veré</a:t>
            </a:r>
          </a:p>
          <a:p>
            <a:r>
              <a:rPr lang="fr-FR" smtClean="0"/>
              <a:t>13-  RIEN DANS CE MONDE NE PEUT ME COMBLER </a:t>
            </a:r>
          </a:p>
          <a:p>
            <a:r>
              <a:rPr lang="fr-FR" smtClean="0"/>
              <a:t>Y nada en este mundo saciara</a:t>
            </a:r>
          </a:p>
          <a:p>
            <a:r>
              <a:rPr lang="fr-FR" smtClean="0"/>
              <a:t>14-  MAIS JÉSUS, TA COUPE NE TARIT JAMAIS OH JÉSUS, TA COUPE NE TARIT JAMAIS </a:t>
            </a:r>
          </a:p>
          <a:p>
            <a:r>
              <a:rPr lang="fr-FR" smtClean="0"/>
              <a:t>Jesús tu copa no secará Jesus tucopa no secará No acabará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15-  OH ! JÉSUS, OH ! JÉSUS TA PRÉSENCE EST TOUTE MA VIE 		x2</a:t>
            </a:r>
          </a:p>
          <a:p>
            <a:r>
              <a:rPr lang="fr-FR" smtClean="0"/>
              <a:t>Y cantamos: oh Cristo, oh Cristo Tu presencia es el cielo para mi</a:t>
            </a:r>
          </a:p>
          <a:p>
            <a:endParaRPr lang="fr-FR" smtClean="0"/>
          </a:p>
          <a:p>
            <a:r>
              <a:rPr lang="fr-FR" smtClean="0"/>
              <a:t>16- TA PRÉSENCE EST TOUTE MA VIE </a:t>
            </a:r>
          </a:p>
          <a:p>
            <a:r>
              <a:rPr lang="fr-FR" smtClean="0"/>
              <a:t>Tu presencia es el cielo para mi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21727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TOUTE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COMME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INCOMPARABLE AMOUR ET BEAUTÉ</a:t>
            </a:r>
          </a:p>
        </p:txBody>
      </p:sp>
    </p:spTree>
    <p:extLst>
      <p:ext uri="{BB962C8B-B14F-4D97-AF65-F5344CB8AC3E}">
        <p14:creationId xmlns:p14="http://schemas.microsoft.com/office/powerpoint/2010/main" val="3513579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DANS CE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PEUT 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COMBLER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578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JÉSUS, TA COUPE NE TARIT JAMAIS</a:t>
            </a:r>
          </a:p>
        </p:txBody>
      </p:sp>
    </p:spTree>
    <p:extLst>
      <p:ext uri="{BB962C8B-B14F-4D97-AF65-F5344CB8AC3E}">
        <p14:creationId xmlns:p14="http://schemas.microsoft.com/office/powerpoint/2010/main" val="289843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TOUTE MA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TOUTE MA VIE</a:t>
            </a:r>
          </a:p>
        </p:txBody>
      </p:sp>
    </p:spTree>
    <p:extLst>
      <p:ext uri="{BB962C8B-B14F-4D97-AF65-F5344CB8AC3E}">
        <p14:creationId xmlns:p14="http://schemas.microsoft.com/office/powerpoint/2010/main" val="324941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TRÉSOR DE MON ÂME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926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FAIBLESSE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 BON,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6101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RÉDEMPTEUR DE TOUTES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ERREURS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PASSÉES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9130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GARDIEN DE TOUTE MON ÉTERNITÉ</a:t>
            </a:r>
          </a:p>
        </p:txBody>
      </p:sp>
    </p:spTree>
    <p:extLst>
      <p:ext uri="{BB962C8B-B14F-4D97-AF65-F5344CB8AC3E}">
        <p14:creationId xmlns:p14="http://schemas.microsoft.com/office/powerpoint/2010/main" val="307707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TOUTE MA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TOUTE MA VIE</a:t>
            </a:r>
          </a:p>
        </p:txBody>
      </p:sp>
    </p:spTree>
    <p:extLst>
      <p:ext uri="{BB962C8B-B14F-4D97-AF65-F5344CB8AC3E}">
        <p14:creationId xmlns:p14="http://schemas.microsoft.com/office/powerpoint/2010/main" val="356221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JÉSUS, OH !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TOUCHE LE CIEL DANS TA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8905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MA VIE SUR TERRE, J’ATTENDRAI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OÙ FACE À FACE JE TE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8838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DANS CE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PEUT 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COMBLER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7839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JÉSUS, TA COUPE NE TARIT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JÉSUS, TA COUPE NE TARIT JAMAIS</a:t>
            </a:r>
          </a:p>
        </p:txBody>
      </p:sp>
    </p:spTree>
    <p:extLst>
      <p:ext uri="{BB962C8B-B14F-4D97-AF65-F5344CB8AC3E}">
        <p14:creationId xmlns:p14="http://schemas.microsoft.com/office/powerpoint/2010/main" val="2158987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JÉSUS, OH !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TOUTE MA VIE</a:t>
            </a:r>
          </a:p>
        </p:txBody>
      </p:sp>
    </p:spTree>
    <p:extLst>
      <p:ext uri="{BB962C8B-B14F-4D97-AF65-F5344CB8AC3E}">
        <p14:creationId xmlns:p14="http://schemas.microsoft.com/office/powerpoint/2010/main" val="235896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PRÉSENCE EST TOUTE MA VIE</a:t>
            </a:r>
          </a:p>
        </p:txBody>
      </p:sp>
    </p:spTree>
    <p:extLst>
      <p:ext uri="{BB962C8B-B14F-4D97-AF65-F5344CB8AC3E}">
        <p14:creationId xmlns:p14="http://schemas.microsoft.com/office/powerpoint/2010/main" val="261508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760</Words>
  <Application>Microsoft Office PowerPoint</Application>
  <PresentationFormat>Affichage à l'écran (4:3)</PresentationFormat>
  <Paragraphs>1404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174</cp:revision>
  <dcterms:created xsi:type="dcterms:W3CDTF">2002-08-17T10:50:50Z</dcterms:created>
  <dcterms:modified xsi:type="dcterms:W3CDTF">2018-07-06T11:54:37Z</dcterms:modified>
</cp:coreProperties>
</file>