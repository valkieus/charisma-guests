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39" autoAdjust="0"/>
    <p:restoredTop sz="27103" autoAdjust="0"/>
  </p:normalViewPr>
  <p:slideViewPr>
    <p:cSldViewPr>
      <p:cViewPr varScale="1">
        <p:scale>
          <a:sx n="18" d="100"/>
          <a:sy n="18" d="100"/>
        </p:scale>
        <p:origin x="88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pt-BR" smtClean="0"/>
              <a:t>1-  DIEU EST ICI  </a:t>
            </a:r>
          </a:p>
          <a:p>
            <a:pPr>
              <a:defRPr/>
            </a:pPr>
            <a:r>
              <a:rPr lang="pt-BR" smtClean="0"/>
              <a:t>Deus esta aqui
2-  AUSSI CERTAIN QUE L’AIR  QUE JE RESPIRE </a:t>
            </a:r>
          </a:p>
          <a:p>
            <a:pPr>
              <a:defRPr/>
            </a:pPr>
            <a:r>
              <a:rPr lang="pt-BR" smtClean="0"/>
              <a:t>Tão certo como o ar que eu respiro
3-  AUSSI CERTAIN QUE  DEMAIN LE SOLEIL SE LÈVERA </a:t>
            </a:r>
          </a:p>
          <a:p>
            <a:pPr>
              <a:defRPr/>
            </a:pPr>
            <a:r>
              <a:rPr lang="pt-BR" smtClean="0"/>
              <a:t>Tão certo como o amanhã que se levanta
4-  AUSSI CERTAIN QUE JE TE PARLE  ET QUE TU PEUX M’ENTENDRE </a:t>
            </a:r>
          </a:p>
          <a:p>
            <a:pPr>
              <a:defRPr/>
            </a:pPr>
            <a:r>
              <a:rPr lang="pt-BR" smtClean="0"/>
              <a:t>Tão certo como eu te falo e podes me ouvir</a:t>
            </a:r>
          </a:p>
          <a:p>
            <a:pPr>
              <a:defRPr/>
            </a:pPr>
            <a:r>
              <a:rPr lang="pt-BR" smtClean="0"/>
              <a:t>
5-  DIEU EST ICI, ALLÉLUIA </a:t>
            </a:r>
          </a:p>
          <a:p>
            <a:pPr>
              <a:defRPr/>
            </a:pPr>
            <a:r>
              <a:rPr lang="pt-BR" smtClean="0"/>
              <a:t>Deus está aqui, aleluia!
6-  AUSSI CERTAIN QUE L’AIR  QUE JE RESPIRE </a:t>
            </a:r>
          </a:p>
          <a:p>
            <a:pPr>
              <a:defRPr/>
            </a:pPr>
            <a:r>
              <a:rPr lang="pt-BR" smtClean="0"/>
              <a:t>Tão certo como o ar que eu respiro
7-  AUSSI CERTAIN QUE DEMAIN  LE SOLEIL SE LÈVERA </a:t>
            </a:r>
          </a:p>
          <a:p>
            <a:pPr>
              <a:defRPr/>
            </a:pPr>
            <a:r>
              <a:rPr lang="pt-BR" smtClean="0"/>
              <a:t>Tão certo como o amanhã que se levanta
8-  AUSSI CERTAIN QUE JE TE PARLE  ET QUE TU PEUX M’ENTENDRE 
Tão certo como eu te falo e podes me ouvir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1-  DIEU EST ICI  </a:t>
            </a:r>
          </a:p>
          <a:p>
            <a:r>
              <a:rPr lang="pt-BR" smtClean="0"/>
              <a:t>Deus esta aqui
2-  AUSSI CERTAIN QUE L’AIR  QUE JE RESPIRE </a:t>
            </a:r>
          </a:p>
          <a:p>
            <a:r>
              <a:rPr lang="pt-BR" smtClean="0"/>
              <a:t>Tão certo como o ar que eu respiro
3-  AUSSI CERTAIN QUE  DEMAIN LE SOLEIL SE LÈVERA </a:t>
            </a:r>
          </a:p>
          <a:p>
            <a:r>
              <a:rPr lang="pt-BR" smtClean="0"/>
              <a:t>Tão certo como o amanhã que se levanta
4-  AUSSI CERTAIN QUE JE TE PARLE  ET QUE TU PEUX M’ENTENDRE </a:t>
            </a:r>
          </a:p>
          <a:p>
            <a:r>
              <a:rPr lang="pt-BR" smtClean="0"/>
              <a:t>Tão certo como eu te falo e podes me ouvir</a:t>
            </a:r>
          </a:p>
          <a:p>
            <a:r>
              <a:rPr lang="pt-BR" smtClean="0"/>
              <a:t>
5-  DIEU EST ICI, ALLÉLUIA </a:t>
            </a:r>
          </a:p>
          <a:p>
            <a:r>
              <a:rPr lang="pt-BR" smtClean="0"/>
              <a:t>Deus está aqui, aleluia!
6-  AUSSI CERTAIN QUE L’AIR  QUE JE RESPIRE </a:t>
            </a:r>
          </a:p>
          <a:p>
            <a:r>
              <a:rPr lang="pt-BR" smtClean="0"/>
              <a:t>Tão certo como o ar que eu respiro
7-  AUSSI CERTAIN QUE DEMAIN  LE SOLEIL SE LÈVERA </a:t>
            </a:r>
          </a:p>
          <a:p>
            <a:r>
              <a:rPr lang="pt-BR" smtClean="0"/>
              <a:t>Tão certo como o amanhã que se levanta
8-  AUSSI CERTAIN QUE JE TE PARLE  ET QUE TU PEUX M’ENTENDRE 
Tão certo como eu te falo e podes me ouvir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6521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pt-BR" smtClean="0"/>
              <a:t>1-  DIEU EST ICI  </a:t>
            </a:r>
          </a:p>
          <a:p>
            <a:pPr>
              <a:defRPr/>
            </a:pPr>
            <a:r>
              <a:rPr lang="pt-BR" smtClean="0"/>
              <a:t>Deus esta aqui
2-  AUSSI CERTAIN QUE L’AIR  QUE JE RESPIRE </a:t>
            </a:r>
          </a:p>
          <a:p>
            <a:pPr>
              <a:defRPr/>
            </a:pPr>
            <a:r>
              <a:rPr lang="pt-BR" smtClean="0"/>
              <a:t>Tão certo como o ar que eu respiro
3-  AUSSI CERTAIN QUE  DEMAIN LE SOLEIL SE LÈVERA </a:t>
            </a:r>
          </a:p>
          <a:p>
            <a:pPr>
              <a:defRPr/>
            </a:pPr>
            <a:r>
              <a:rPr lang="pt-BR" smtClean="0"/>
              <a:t>Tão certo como o amanhã que se levanta
4-  AUSSI CERTAIN QUE JE TE PARLE  ET QUE TU PEUX M’ENTENDRE </a:t>
            </a:r>
          </a:p>
          <a:p>
            <a:pPr>
              <a:defRPr/>
            </a:pPr>
            <a:r>
              <a:rPr lang="pt-BR" smtClean="0"/>
              <a:t>Tão certo como eu te falo e podes me ouvir</a:t>
            </a:r>
          </a:p>
          <a:p>
            <a:pPr>
              <a:defRPr/>
            </a:pPr>
            <a:r>
              <a:rPr lang="pt-BR" smtClean="0"/>
              <a:t>
5-  DIEU EST ICI, ALLÉLUIA </a:t>
            </a:r>
          </a:p>
          <a:p>
            <a:pPr>
              <a:defRPr/>
            </a:pPr>
            <a:r>
              <a:rPr lang="pt-BR" smtClean="0"/>
              <a:t>Deus está aqui, aleluia!
6-  AUSSI CERTAIN QUE L’AIR  QUE JE RESPIRE </a:t>
            </a:r>
          </a:p>
          <a:p>
            <a:pPr>
              <a:defRPr/>
            </a:pPr>
            <a:r>
              <a:rPr lang="pt-BR" smtClean="0"/>
              <a:t>Tão certo como o ar que eu respiro
7-  AUSSI CERTAIN QUE DEMAIN  LE SOLEIL SE LÈVERA </a:t>
            </a:r>
          </a:p>
          <a:p>
            <a:pPr>
              <a:defRPr/>
            </a:pPr>
            <a:r>
              <a:rPr lang="pt-BR" smtClean="0"/>
              <a:t>Tão certo como o amanhã que se levanta
8-  AUSSI CERTAIN QUE JE TE PARLE  ET QUE TU PEUX M’ENTENDRE 
Tão certo como eu te falo e podes me ouvir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1-  DIEU EST ICI  </a:t>
            </a:r>
          </a:p>
          <a:p>
            <a:r>
              <a:rPr lang="pt-BR" smtClean="0"/>
              <a:t>Deus esta aqui
2-  AUSSI CERTAIN QUE L’AIR  QUE JE RESPIRE </a:t>
            </a:r>
          </a:p>
          <a:p>
            <a:r>
              <a:rPr lang="pt-BR" smtClean="0"/>
              <a:t>Tão certo como o ar que eu respiro
3-  AUSSI CERTAIN QUE  DEMAIN LE SOLEIL SE LÈVERA </a:t>
            </a:r>
          </a:p>
          <a:p>
            <a:r>
              <a:rPr lang="pt-BR" smtClean="0"/>
              <a:t>Tão certo como o amanhã que se levanta
4-  AUSSI CERTAIN QUE JE TE PARLE  ET QUE TU PEUX M’ENTENDRE </a:t>
            </a:r>
          </a:p>
          <a:p>
            <a:r>
              <a:rPr lang="pt-BR" smtClean="0"/>
              <a:t>Tão certo como eu te falo e podes me ouvir</a:t>
            </a:r>
          </a:p>
          <a:p>
            <a:r>
              <a:rPr lang="pt-BR" smtClean="0"/>
              <a:t>
5-  DIEU EST ICI, ALLÉLUIA </a:t>
            </a:r>
          </a:p>
          <a:p>
            <a:r>
              <a:rPr lang="pt-BR" smtClean="0"/>
              <a:t>Deus está aqui, aleluia!
6-  AUSSI CERTAIN QUE L’AIR  QUE JE RESPIRE </a:t>
            </a:r>
          </a:p>
          <a:p>
            <a:r>
              <a:rPr lang="pt-BR" smtClean="0"/>
              <a:t>Tão certo como o ar que eu respiro
7-  AUSSI CERTAIN QUE DEMAIN  LE SOLEIL SE LÈVERA </a:t>
            </a:r>
          </a:p>
          <a:p>
            <a:r>
              <a:rPr lang="pt-BR" smtClean="0"/>
              <a:t>Tão certo como o amanhã que se levanta
8-  AUSSI CERTAIN QUE JE TE PARLE  ET QUE TU PEUX M’ENTENDRE 
Tão certo como eu te falo e podes me ouvir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2205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pt-BR" smtClean="0"/>
              <a:t>1-  DIEU EST ICI  </a:t>
            </a:r>
          </a:p>
          <a:p>
            <a:pPr>
              <a:defRPr/>
            </a:pPr>
            <a:r>
              <a:rPr lang="pt-BR" smtClean="0"/>
              <a:t>Deus esta aqui
2-  AUSSI CERTAIN QUE L’AIR  QUE JE RESPIRE </a:t>
            </a:r>
          </a:p>
          <a:p>
            <a:pPr>
              <a:defRPr/>
            </a:pPr>
            <a:r>
              <a:rPr lang="pt-BR" smtClean="0"/>
              <a:t>Tão certo como o ar que eu respiro
3-  AUSSI CERTAIN QUE  DEMAIN LE SOLEIL SE LÈVERA </a:t>
            </a:r>
          </a:p>
          <a:p>
            <a:pPr>
              <a:defRPr/>
            </a:pPr>
            <a:r>
              <a:rPr lang="pt-BR" smtClean="0"/>
              <a:t>Tão certo como o amanhã que se levanta
4-  AUSSI CERTAIN QUE JE TE PARLE  ET QUE TU PEUX M’ENTENDRE </a:t>
            </a:r>
          </a:p>
          <a:p>
            <a:pPr>
              <a:defRPr/>
            </a:pPr>
            <a:r>
              <a:rPr lang="pt-BR" smtClean="0"/>
              <a:t>Tão certo como eu te falo e podes me ouvir</a:t>
            </a:r>
          </a:p>
          <a:p>
            <a:pPr>
              <a:defRPr/>
            </a:pPr>
            <a:r>
              <a:rPr lang="pt-BR" smtClean="0"/>
              <a:t>
5-  DIEU EST ICI, ALLÉLUIA </a:t>
            </a:r>
          </a:p>
          <a:p>
            <a:pPr>
              <a:defRPr/>
            </a:pPr>
            <a:r>
              <a:rPr lang="pt-BR" smtClean="0"/>
              <a:t>Deus está aqui, aleluia!
6-  AUSSI CERTAIN QUE L’AIR  QUE JE RESPIRE </a:t>
            </a:r>
          </a:p>
          <a:p>
            <a:pPr>
              <a:defRPr/>
            </a:pPr>
            <a:r>
              <a:rPr lang="pt-BR" smtClean="0"/>
              <a:t>Tão certo como o ar que eu respiro
7-  AUSSI CERTAIN QUE DEMAIN  LE SOLEIL SE LÈVERA </a:t>
            </a:r>
          </a:p>
          <a:p>
            <a:pPr>
              <a:defRPr/>
            </a:pPr>
            <a:r>
              <a:rPr lang="pt-BR" smtClean="0"/>
              <a:t>Tão certo como o amanhã que se levanta
8-  AUSSI CERTAIN QUE JE TE PARLE  ET QUE TU PEUX M’ENTENDRE 
Tão certo como eu te falo e podes me ouvir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1-  DIEU EST ICI  </a:t>
            </a:r>
          </a:p>
          <a:p>
            <a:r>
              <a:rPr lang="pt-BR" smtClean="0"/>
              <a:t>Deus esta aqui
2-  AUSSI CERTAIN QUE L’AIR  QUE JE RESPIRE </a:t>
            </a:r>
          </a:p>
          <a:p>
            <a:r>
              <a:rPr lang="pt-BR" smtClean="0"/>
              <a:t>Tão certo como o ar que eu respiro
3-  AUSSI CERTAIN QUE  DEMAIN LE SOLEIL SE LÈVERA </a:t>
            </a:r>
          </a:p>
          <a:p>
            <a:r>
              <a:rPr lang="pt-BR" smtClean="0"/>
              <a:t>Tão certo como o amanhã que se levanta
4-  AUSSI CERTAIN QUE JE TE PARLE  ET QUE TU PEUX M’ENTENDRE </a:t>
            </a:r>
          </a:p>
          <a:p>
            <a:r>
              <a:rPr lang="pt-BR" smtClean="0"/>
              <a:t>Tão certo como eu te falo e podes me ouvir</a:t>
            </a:r>
          </a:p>
          <a:p>
            <a:r>
              <a:rPr lang="pt-BR" smtClean="0"/>
              <a:t>
5-  DIEU EST ICI, ALLÉLUIA </a:t>
            </a:r>
          </a:p>
          <a:p>
            <a:r>
              <a:rPr lang="pt-BR" smtClean="0"/>
              <a:t>Deus está aqui, aleluia!
6-  AUSSI CERTAIN QUE L’AIR  QUE JE RESPIRE </a:t>
            </a:r>
          </a:p>
          <a:p>
            <a:r>
              <a:rPr lang="pt-BR" smtClean="0"/>
              <a:t>Tão certo como o ar que eu respiro
7-  AUSSI CERTAIN QUE DEMAIN  LE SOLEIL SE LÈVERA </a:t>
            </a:r>
          </a:p>
          <a:p>
            <a:r>
              <a:rPr lang="pt-BR" smtClean="0"/>
              <a:t>Tão certo como o amanhã que se levanta
8-  AUSSI CERTAIN QUE JE TE PARLE  ET QUE TU PEUX M’ENTENDRE 
Tão certo como eu te falo e podes me ouvir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0886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pt-BR" smtClean="0"/>
              <a:t>1-  DIEU EST ICI  </a:t>
            </a:r>
          </a:p>
          <a:p>
            <a:pPr>
              <a:defRPr/>
            </a:pPr>
            <a:r>
              <a:rPr lang="pt-BR" smtClean="0"/>
              <a:t>Deus esta aqui
2-  AUSSI CERTAIN QUE L’AIR  QUE JE RESPIRE </a:t>
            </a:r>
          </a:p>
          <a:p>
            <a:pPr>
              <a:defRPr/>
            </a:pPr>
            <a:r>
              <a:rPr lang="pt-BR" smtClean="0"/>
              <a:t>Tão certo como o ar que eu respiro
3-  AUSSI CERTAIN QUE  DEMAIN LE SOLEIL SE LÈVERA </a:t>
            </a:r>
          </a:p>
          <a:p>
            <a:pPr>
              <a:defRPr/>
            </a:pPr>
            <a:r>
              <a:rPr lang="pt-BR" smtClean="0"/>
              <a:t>Tão certo como o amanhã que se levanta
4-  AUSSI CERTAIN QUE JE TE PARLE  ET QUE TU PEUX M’ENTENDRE </a:t>
            </a:r>
          </a:p>
          <a:p>
            <a:pPr>
              <a:defRPr/>
            </a:pPr>
            <a:r>
              <a:rPr lang="pt-BR" smtClean="0"/>
              <a:t>Tão certo como eu te falo e podes me ouvir</a:t>
            </a:r>
          </a:p>
          <a:p>
            <a:pPr>
              <a:defRPr/>
            </a:pPr>
            <a:r>
              <a:rPr lang="pt-BR" smtClean="0"/>
              <a:t>
5-  DIEU EST ICI, ALLÉLUIA </a:t>
            </a:r>
          </a:p>
          <a:p>
            <a:pPr>
              <a:defRPr/>
            </a:pPr>
            <a:r>
              <a:rPr lang="pt-BR" smtClean="0"/>
              <a:t>Deus está aqui, aleluia!
6-  AUSSI CERTAIN QUE L’AIR  QUE JE RESPIRE </a:t>
            </a:r>
          </a:p>
          <a:p>
            <a:pPr>
              <a:defRPr/>
            </a:pPr>
            <a:r>
              <a:rPr lang="pt-BR" smtClean="0"/>
              <a:t>Tão certo como o ar que eu respiro
7-  AUSSI CERTAIN QUE DEMAIN  LE SOLEIL SE LÈVERA </a:t>
            </a:r>
          </a:p>
          <a:p>
            <a:pPr>
              <a:defRPr/>
            </a:pPr>
            <a:r>
              <a:rPr lang="pt-BR" smtClean="0"/>
              <a:t>Tão certo como o amanhã que se levanta
8-  AUSSI CERTAIN QUE JE TE PARLE  ET QUE TU PEUX M’ENTENDRE 
Tão certo como eu te falo e podes me ouvir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1-  DIEU EST ICI  </a:t>
            </a:r>
          </a:p>
          <a:p>
            <a:r>
              <a:rPr lang="pt-BR" smtClean="0"/>
              <a:t>Deus esta aqui
2-  AUSSI CERTAIN QUE L’AIR  QUE JE RESPIRE </a:t>
            </a:r>
          </a:p>
          <a:p>
            <a:r>
              <a:rPr lang="pt-BR" smtClean="0"/>
              <a:t>Tão certo como o ar que eu respiro
3-  AUSSI CERTAIN QUE  DEMAIN LE SOLEIL SE LÈVERA </a:t>
            </a:r>
          </a:p>
          <a:p>
            <a:r>
              <a:rPr lang="pt-BR" smtClean="0"/>
              <a:t>Tão certo como o amanhã que se levanta
4-  AUSSI CERTAIN QUE JE TE PARLE  ET QUE TU PEUX M’ENTENDRE </a:t>
            </a:r>
          </a:p>
          <a:p>
            <a:r>
              <a:rPr lang="pt-BR" smtClean="0"/>
              <a:t>Tão certo como eu te falo e podes me ouvir</a:t>
            </a:r>
          </a:p>
          <a:p>
            <a:r>
              <a:rPr lang="pt-BR" smtClean="0"/>
              <a:t>
5-  DIEU EST ICI, ALLÉLUIA </a:t>
            </a:r>
          </a:p>
          <a:p>
            <a:r>
              <a:rPr lang="pt-BR" smtClean="0"/>
              <a:t>Deus está aqui, aleluia!
6-  AUSSI CERTAIN QUE L’AIR  QUE JE RESPIRE </a:t>
            </a:r>
          </a:p>
          <a:p>
            <a:r>
              <a:rPr lang="pt-BR" smtClean="0"/>
              <a:t>Tão certo como o ar que eu respiro
7-  AUSSI CERTAIN QUE DEMAIN  LE SOLEIL SE LÈVERA </a:t>
            </a:r>
          </a:p>
          <a:p>
            <a:r>
              <a:rPr lang="pt-BR" smtClean="0"/>
              <a:t>Tão certo como o amanhã que se levanta
8-  AUSSI CERTAIN QUE JE TE PARLE  ET QUE TU PEUX M’ENTENDRE 
Tão certo como eu te falo e podes me ouvir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8772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pt-BR" smtClean="0"/>
              <a:t>1-  DIEU EST ICI  </a:t>
            </a:r>
          </a:p>
          <a:p>
            <a:pPr>
              <a:defRPr/>
            </a:pPr>
            <a:r>
              <a:rPr lang="pt-BR" smtClean="0"/>
              <a:t>Deus esta aqui
2-  AUSSI CERTAIN QUE L’AIR  QUE JE RESPIRE </a:t>
            </a:r>
          </a:p>
          <a:p>
            <a:pPr>
              <a:defRPr/>
            </a:pPr>
            <a:r>
              <a:rPr lang="pt-BR" smtClean="0"/>
              <a:t>Tão certo como o ar que eu respiro
3-  AUSSI CERTAIN QUE  DEMAIN LE SOLEIL SE LÈVERA </a:t>
            </a:r>
          </a:p>
          <a:p>
            <a:pPr>
              <a:defRPr/>
            </a:pPr>
            <a:r>
              <a:rPr lang="pt-BR" smtClean="0"/>
              <a:t>Tão certo como o amanhã que se levanta
4-  AUSSI CERTAIN QUE JE TE PARLE  ET QUE TU PEUX M’ENTENDRE </a:t>
            </a:r>
          </a:p>
          <a:p>
            <a:pPr>
              <a:defRPr/>
            </a:pPr>
            <a:r>
              <a:rPr lang="pt-BR" smtClean="0"/>
              <a:t>Tão certo como eu te falo e podes me ouvir</a:t>
            </a:r>
          </a:p>
          <a:p>
            <a:pPr>
              <a:defRPr/>
            </a:pPr>
            <a:r>
              <a:rPr lang="pt-BR" smtClean="0"/>
              <a:t>
5-  DIEU EST ICI, ALLÉLUIA </a:t>
            </a:r>
          </a:p>
          <a:p>
            <a:pPr>
              <a:defRPr/>
            </a:pPr>
            <a:r>
              <a:rPr lang="pt-BR" smtClean="0"/>
              <a:t>Deus está aqui, aleluia!
6-  AUSSI CERTAIN QUE L’AIR  QUE JE RESPIRE </a:t>
            </a:r>
          </a:p>
          <a:p>
            <a:pPr>
              <a:defRPr/>
            </a:pPr>
            <a:r>
              <a:rPr lang="pt-BR" smtClean="0"/>
              <a:t>Tão certo como o ar que eu respiro
7-  AUSSI CERTAIN QUE DEMAIN  LE SOLEIL SE LÈVERA </a:t>
            </a:r>
          </a:p>
          <a:p>
            <a:pPr>
              <a:defRPr/>
            </a:pPr>
            <a:r>
              <a:rPr lang="pt-BR" smtClean="0"/>
              <a:t>Tão certo como o amanhã que se levanta
8-  AUSSI CERTAIN QUE JE TE PARLE  ET QUE TU PEUX M’ENTENDRE 
Tão certo como eu te falo e podes me ouvir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1-  DIEU EST ICI  </a:t>
            </a:r>
          </a:p>
          <a:p>
            <a:r>
              <a:rPr lang="pt-BR" smtClean="0"/>
              <a:t>Deus esta aqui
2-  AUSSI CERTAIN QUE L’AIR  QUE JE RESPIRE </a:t>
            </a:r>
          </a:p>
          <a:p>
            <a:r>
              <a:rPr lang="pt-BR" smtClean="0"/>
              <a:t>Tão certo como o ar que eu respiro
3-  AUSSI CERTAIN QUE  DEMAIN LE SOLEIL SE LÈVERA </a:t>
            </a:r>
          </a:p>
          <a:p>
            <a:r>
              <a:rPr lang="pt-BR" smtClean="0"/>
              <a:t>Tão certo como o amanhã que se levanta
4-  AUSSI CERTAIN QUE JE TE PARLE  ET QUE TU PEUX M’ENTENDRE </a:t>
            </a:r>
          </a:p>
          <a:p>
            <a:r>
              <a:rPr lang="pt-BR" smtClean="0"/>
              <a:t>Tão certo como eu te falo e podes me ouvir</a:t>
            </a:r>
          </a:p>
          <a:p>
            <a:r>
              <a:rPr lang="pt-BR" smtClean="0"/>
              <a:t>
5-  DIEU EST ICI, ALLÉLUIA </a:t>
            </a:r>
          </a:p>
          <a:p>
            <a:r>
              <a:rPr lang="pt-BR" smtClean="0"/>
              <a:t>Deus está aqui, aleluia!
6-  AUSSI CERTAIN QUE L’AIR  QUE JE RESPIRE </a:t>
            </a:r>
          </a:p>
          <a:p>
            <a:r>
              <a:rPr lang="pt-BR" smtClean="0"/>
              <a:t>Tão certo como o ar que eu respiro
7-  AUSSI CERTAIN QUE DEMAIN  LE SOLEIL SE LÈVERA </a:t>
            </a:r>
          </a:p>
          <a:p>
            <a:r>
              <a:rPr lang="pt-BR" smtClean="0"/>
              <a:t>Tão certo como o amanhã que se levanta
8-  AUSSI CERTAIN QUE JE TE PARLE  ET QUE TU PEUX M’ENTENDRE 
Tão certo como eu te falo e podes me ouvir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275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pt-BR" smtClean="0"/>
              <a:t>1-  DIEU EST ICI  </a:t>
            </a:r>
          </a:p>
          <a:p>
            <a:pPr>
              <a:defRPr/>
            </a:pPr>
            <a:r>
              <a:rPr lang="pt-BR" smtClean="0"/>
              <a:t>Deus esta aqui
2-  AUSSI CERTAIN QUE L’AIR  QUE JE RESPIRE </a:t>
            </a:r>
          </a:p>
          <a:p>
            <a:pPr>
              <a:defRPr/>
            </a:pPr>
            <a:r>
              <a:rPr lang="pt-BR" smtClean="0"/>
              <a:t>Tão certo como o ar que eu respiro
3-  AUSSI CERTAIN QUE  DEMAIN LE SOLEIL SE LÈVERA </a:t>
            </a:r>
          </a:p>
          <a:p>
            <a:pPr>
              <a:defRPr/>
            </a:pPr>
            <a:r>
              <a:rPr lang="pt-BR" smtClean="0"/>
              <a:t>Tão certo como o amanhã que se levanta
4-  AUSSI CERTAIN QUE JE TE PARLE  ET QUE TU PEUX M’ENTENDRE </a:t>
            </a:r>
          </a:p>
          <a:p>
            <a:pPr>
              <a:defRPr/>
            </a:pPr>
            <a:r>
              <a:rPr lang="pt-BR" smtClean="0"/>
              <a:t>Tão certo como eu te falo e podes me ouvir</a:t>
            </a:r>
          </a:p>
          <a:p>
            <a:pPr>
              <a:defRPr/>
            </a:pPr>
            <a:r>
              <a:rPr lang="pt-BR" smtClean="0"/>
              <a:t>
5-  DIEU EST ICI, ALLÉLUIA </a:t>
            </a:r>
          </a:p>
          <a:p>
            <a:pPr>
              <a:defRPr/>
            </a:pPr>
            <a:r>
              <a:rPr lang="pt-BR" smtClean="0"/>
              <a:t>Deus está aqui, aleluia!
6-  AUSSI CERTAIN QUE L’AIR  QUE JE RESPIRE </a:t>
            </a:r>
          </a:p>
          <a:p>
            <a:pPr>
              <a:defRPr/>
            </a:pPr>
            <a:r>
              <a:rPr lang="pt-BR" smtClean="0"/>
              <a:t>Tão certo como o ar que eu respiro
7-  AUSSI CERTAIN QUE DEMAIN  LE SOLEIL SE LÈVERA </a:t>
            </a:r>
          </a:p>
          <a:p>
            <a:pPr>
              <a:defRPr/>
            </a:pPr>
            <a:r>
              <a:rPr lang="pt-BR" smtClean="0"/>
              <a:t>Tão certo como o amanhã que se levanta
8-  AUSSI CERTAIN QUE JE TE PARLE  ET QUE TU PEUX M’ENTENDRE 
Tão certo como eu te falo e podes me ouvir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1-  DIEU EST ICI  </a:t>
            </a:r>
          </a:p>
          <a:p>
            <a:r>
              <a:rPr lang="pt-BR" smtClean="0"/>
              <a:t>Deus esta aqui
2-  AUSSI CERTAIN QUE L’AIR  QUE JE RESPIRE </a:t>
            </a:r>
          </a:p>
          <a:p>
            <a:r>
              <a:rPr lang="pt-BR" smtClean="0"/>
              <a:t>Tão certo como o ar que eu respiro
3-  AUSSI CERTAIN QUE  DEMAIN LE SOLEIL SE LÈVERA </a:t>
            </a:r>
          </a:p>
          <a:p>
            <a:r>
              <a:rPr lang="pt-BR" smtClean="0"/>
              <a:t>Tão certo como o amanhã que se levanta
4-  AUSSI CERTAIN QUE JE TE PARLE  ET QUE TU PEUX M’ENTENDRE </a:t>
            </a:r>
          </a:p>
          <a:p>
            <a:r>
              <a:rPr lang="pt-BR" smtClean="0"/>
              <a:t>Tão certo como eu te falo e podes me ouvir</a:t>
            </a:r>
          </a:p>
          <a:p>
            <a:r>
              <a:rPr lang="pt-BR" smtClean="0"/>
              <a:t>
5-  DIEU EST ICI, ALLÉLUIA </a:t>
            </a:r>
          </a:p>
          <a:p>
            <a:r>
              <a:rPr lang="pt-BR" smtClean="0"/>
              <a:t>Deus está aqui, aleluia!
6-  AUSSI CERTAIN QUE L’AIR  QUE JE RESPIRE </a:t>
            </a:r>
          </a:p>
          <a:p>
            <a:r>
              <a:rPr lang="pt-BR" smtClean="0"/>
              <a:t>Tão certo como o ar que eu respiro
7-  AUSSI CERTAIN QUE DEMAIN  LE SOLEIL SE LÈVERA </a:t>
            </a:r>
          </a:p>
          <a:p>
            <a:r>
              <a:rPr lang="pt-BR" smtClean="0"/>
              <a:t>Tão certo como o amanhã que se levanta
8-  AUSSI CERTAIN QUE JE TE PARLE  ET QUE TU PEUX M’ENTENDRE 
Tão certo como eu te falo e podes me ouvir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4771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pt-BR" smtClean="0"/>
              <a:t>1-  DIEU EST ICI  </a:t>
            </a:r>
          </a:p>
          <a:p>
            <a:pPr>
              <a:defRPr/>
            </a:pPr>
            <a:r>
              <a:rPr lang="pt-BR" smtClean="0"/>
              <a:t>Deus esta aqui
2-  AUSSI CERTAIN QUE L’AIR  QUE JE RESPIRE </a:t>
            </a:r>
          </a:p>
          <a:p>
            <a:pPr>
              <a:defRPr/>
            </a:pPr>
            <a:r>
              <a:rPr lang="pt-BR" smtClean="0"/>
              <a:t>Tão certo como o ar que eu respiro
3-  AUSSI CERTAIN QUE  DEMAIN LE SOLEIL SE LÈVERA </a:t>
            </a:r>
          </a:p>
          <a:p>
            <a:pPr>
              <a:defRPr/>
            </a:pPr>
            <a:r>
              <a:rPr lang="pt-BR" smtClean="0"/>
              <a:t>Tão certo como o amanhã que se levanta
4-  AUSSI CERTAIN QUE JE TE PARLE  ET QUE TU PEUX M’ENTENDRE </a:t>
            </a:r>
          </a:p>
          <a:p>
            <a:pPr>
              <a:defRPr/>
            </a:pPr>
            <a:r>
              <a:rPr lang="pt-BR" smtClean="0"/>
              <a:t>Tão certo como eu te falo e podes me ouvir</a:t>
            </a:r>
          </a:p>
          <a:p>
            <a:pPr>
              <a:defRPr/>
            </a:pPr>
            <a:r>
              <a:rPr lang="pt-BR" smtClean="0"/>
              <a:t>
5-  DIEU EST ICI, ALLÉLUIA </a:t>
            </a:r>
          </a:p>
          <a:p>
            <a:pPr>
              <a:defRPr/>
            </a:pPr>
            <a:r>
              <a:rPr lang="pt-BR" smtClean="0"/>
              <a:t>Deus está aqui, aleluia!
6-  AUSSI CERTAIN QUE L’AIR  QUE JE RESPIRE </a:t>
            </a:r>
          </a:p>
          <a:p>
            <a:pPr>
              <a:defRPr/>
            </a:pPr>
            <a:r>
              <a:rPr lang="pt-BR" smtClean="0"/>
              <a:t>Tão certo como o ar que eu respiro
7-  AUSSI CERTAIN QUE DEMAIN  LE SOLEIL SE LÈVERA </a:t>
            </a:r>
          </a:p>
          <a:p>
            <a:pPr>
              <a:defRPr/>
            </a:pPr>
            <a:r>
              <a:rPr lang="pt-BR" smtClean="0"/>
              <a:t>Tão certo como o amanhã que se levanta
8-  AUSSI CERTAIN QUE JE TE PARLE  ET QUE TU PEUX M’ENTENDRE 
Tão certo como eu te falo e podes me ouvir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1-  DIEU EST ICI  </a:t>
            </a:r>
          </a:p>
          <a:p>
            <a:r>
              <a:rPr lang="pt-BR" smtClean="0"/>
              <a:t>Deus esta aqui
2-  AUSSI CERTAIN QUE L’AIR  QUE JE RESPIRE </a:t>
            </a:r>
          </a:p>
          <a:p>
            <a:r>
              <a:rPr lang="pt-BR" smtClean="0"/>
              <a:t>Tão certo como o ar que eu respiro
3-  AUSSI CERTAIN QUE  DEMAIN LE SOLEIL SE LÈVERA </a:t>
            </a:r>
          </a:p>
          <a:p>
            <a:r>
              <a:rPr lang="pt-BR" smtClean="0"/>
              <a:t>Tão certo como o amanhã que se levanta
4-  AUSSI CERTAIN QUE JE TE PARLE  ET QUE TU PEUX M’ENTENDRE </a:t>
            </a:r>
          </a:p>
          <a:p>
            <a:r>
              <a:rPr lang="pt-BR" smtClean="0"/>
              <a:t>Tão certo como eu te falo e podes me ouvir</a:t>
            </a:r>
          </a:p>
          <a:p>
            <a:r>
              <a:rPr lang="pt-BR" smtClean="0"/>
              <a:t>
5-  DIEU EST ICI, ALLÉLUIA </a:t>
            </a:r>
          </a:p>
          <a:p>
            <a:r>
              <a:rPr lang="pt-BR" smtClean="0"/>
              <a:t>Deus está aqui, aleluia!
6-  AUSSI CERTAIN QUE L’AIR  QUE JE RESPIRE </a:t>
            </a:r>
          </a:p>
          <a:p>
            <a:r>
              <a:rPr lang="pt-BR" smtClean="0"/>
              <a:t>Tão certo como o ar que eu respiro
7-  AUSSI CERTAIN QUE DEMAIN  LE SOLEIL SE LÈVERA </a:t>
            </a:r>
          </a:p>
          <a:p>
            <a:r>
              <a:rPr lang="pt-BR" smtClean="0"/>
              <a:t>Tão certo como o amanhã que se levanta
8-  AUSSI CERTAIN QUE JE TE PARLE  ET QUE TU PEUX M’ENTENDRE 
Tão certo como eu te falo e podes me ouvir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182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pt-BR" dirty="0" smtClean="0"/>
              <a:t>1-  DIEU EST ICI  </a:t>
            </a:r>
          </a:p>
          <a:p>
            <a:pPr>
              <a:defRPr/>
            </a:pPr>
            <a:r>
              <a:rPr lang="pt-BR" dirty="0" smtClean="0"/>
              <a:t>Deus esta aqui
2-  AUSSI CERTAIN QUE L’AIR  QUE JE RESPIRE </a:t>
            </a:r>
          </a:p>
          <a:p>
            <a:pPr>
              <a:defRPr/>
            </a:pPr>
            <a:r>
              <a:rPr lang="pt-BR" dirty="0" smtClean="0"/>
              <a:t>Tão certo como o ar que eu respiro
3-  AUSSI CERTAIN QUE  DEMAIN LE SOLEIL SE LÈVERA </a:t>
            </a:r>
          </a:p>
          <a:p>
            <a:pPr>
              <a:defRPr/>
            </a:pPr>
            <a:r>
              <a:rPr lang="pt-BR" dirty="0" smtClean="0"/>
              <a:t>Tão certo como o amanhã que se levanta
4-  AUSSI CERTAIN QUE JE TE PARLE  ET QUE TU PEUX M’ENTENDRE </a:t>
            </a:r>
          </a:p>
          <a:p>
            <a:pPr>
              <a:defRPr/>
            </a:pPr>
            <a:r>
              <a:rPr lang="pt-BR" dirty="0" smtClean="0"/>
              <a:t>Tão certo como eu te falo e podes me ouvir</a:t>
            </a:r>
          </a:p>
          <a:p>
            <a:pPr>
              <a:defRPr/>
            </a:pPr>
            <a:r>
              <a:rPr lang="pt-BR" dirty="0" smtClean="0"/>
              <a:t>
5-  DIEU EST ICI, ALLÉLUIA </a:t>
            </a:r>
          </a:p>
          <a:p>
            <a:pPr>
              <a:defRPr/>
            </a:pPr>
            <a:r>
              <a:rPr lang="pt-BR" dirty="0" smtClean="0"/>
              <a:t>Deus está aqui, aleluia!
6-  AUSSI CERTAIN QUE L’AIR  QUE JE RESPIRE </a:t>
            </a:r>
          </a:p>
          <a:p>
            <a:pPr>
              <a:defRPr/>
            </a:pPr>
            <a:r>
              <a:rPr lang="pt-BR" dirty="0" smtClean="0"/>
              <a:t>Tão certo como o ar que eu respiro
7-  AUSSI CERTAIN QUE DEMAIN  LE SOLEIL SE LÈVERA </a:t>
            </a:r>
          </a:p>
          <a:p>
            <a:pPr>
              <a:defRPr/>
            </a:pPr>
            <a:r>
              <a:rPr lang="pt-BR" dirty="0" smtClean="0"/>
              <a:t>Tão certo como o amanhã que se levanta
8-  AUSSI CERTAIN QUE JE TE PARLE  ET QUE TU PEUX M’ENTENDRE 
Tão certo como eu te falo e podes me ouvir</a:t>
            </a:r>
          </a:p>
          <a:p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1-  DIEU EST ICI  </a:t>
            </a:r>
          </a:p>
          <a:p>
            <a:r>
              <a:rPr lang="pt-BR" smtClean="0"/>
              <a:t>Deus esta aqui
2-  AUSSI CERTAIN QUE L’AIR  QUE JE RESPIRE </a:t>
            </a:r>
          </a:p>
          <a:p>
            <a:r>
              <a:rPr lang="pt-BR" smtClean="0"/>
              <a:t>Tão certo como o ar que eu respiro
3-  AUSSI CERTAIN QUE  DEMAIN LE SOLEIL SE LÈVERA </a:t>
            </a:r>
          </a:p>
          <a:p>
            <a:r>
              <a:rPr lang="pt-BR" smtClean="0"/>
              <a:t>Tão certo como o amanhã que se levanta
4-  AUSSI CERTAIN QUE JE TE PARLE  ET QUE TU PEUX M’ENTENDRE </a:t>
            </a:r>
          </a:p>
          <a:p>
            <a:r>
              <a:rPr lang="pt-BR" smtClean="0"/>
              <a:t>Tão certo como eu te falo e podes me ouvir</a:t>
            </a:r>
          </a:p>
          <a:p>
            <a:r>
              <a:rPr lang="pt-BR" smtClean="0"/>
              <a:t>
5-  DIEU EST ICI, ALLÉLUIA </a:t>
            </a:r>
          </a:p>
          <a:p>
            <a:r>
              <a:rPr lang="pt-BR" smtClean="0"/>
              <a:t>Deus está aqui, aleluia!
6-  AUSSI CERTAIN QUE L’AIR  QUE JE RESPIRE </a:t>
            </a:r>
          </a:p>
          <a:p>
            <a:r>
              <a:rPr lang="pt-BR" smtClean="0"/>
              <a:t>Tão certo como o ar que eu respiro
7-  AUSSI CERTAIN QUE DEMAIN  LE SOLEIL SE LÈVERA </a:t>
            </a:r>
          </a:p>
          <a:p>
            <a:r>
              <a:rPr lang="pt-BR" smtClean="0"/>
              <a:t>Tão certo como o amanhã que se levanta
8-  AUSSI CERTAIN QUE JE TE PARLE  ET QUE TU PEUX M’ENTENDRE 
Tão certo como eu te falo e podes me ouvir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621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EST ICI </a:t>
            </a:r>
          </a:p>
        </p:txBody>
      </p:sp>
    </p:spTree>
    <p:extLst>
      <p:ext uri="{BB962C8B-B14F-4D97-AF65-F5344CB8AC3E}">
        <p14:creationId xmlns:p14="http://schemas.microsoft.com/office/powerpoint/2010/main" val="80228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AUSSI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CERTAIN QUE L’AIR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RESPIRE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022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AUSSI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CERTAIN QUE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DEMAIN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SOLEIL SE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LÈVERA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8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AUSSI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CERTAIN QUE JE TE PARLE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TU PEUX M’ENTENDRE</a:t>
            </a:r>
          </a:p>
        </p:txBody>
      </p:sp>
    </p:spTree>
    <p:extLst>
      <p:ext uri="{BB962C8B-B14F-4D97-AF65-F5344CB8AC3E}">
        <p14:creationId xmlns:p14="http://schemas.microsoft.com/office/powerpoint/2010/main" val="81921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EST ICI,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ALLÉLUIA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571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AUSSI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CERTAIN QUE L’AIR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RESPIRE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15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AUSSI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CERTAIN QUE DEMAIN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SOLEIL SE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LÈVERA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50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AUSSI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CERTAIN QUE JE TE PARLE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TU PEUX M’ENTENDRE</a:t>
            </a:r>
          </a:p>
        </p:txBody>
      </p:sp>
    </p:spTree>
    <p:extLst>
      <p:ext uri="{BB962C8B-B14F-4D97-AF65-F5344CB8AC3E}">
        <p14:creationId xmlns:p14="http://schemas.microsoft.com/office/powerpoint/2010/main" val="219066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173</Words>
  <Application>Microsoft Office PowerPoint</Application>
  <PresentationFormat>Affichage à l'écran (4:3)</PresentationFormat>
  <Paragraphs>158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112</cp:revision>
  <dcterms:created xsi:type="dcterms:W3CDTF">2002-08-17T13:12:10Z</dcterms:created>
  <dcterms:modified xsi:type="dcterms:W3CDTF">2022-09-24T21:00:49Z</dcterms:modified>
</cp:coreProperties>
</file>