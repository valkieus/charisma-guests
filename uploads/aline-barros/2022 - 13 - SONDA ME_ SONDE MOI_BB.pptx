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9" r:id="rId14"/>
    <p:sldId id="290" r:id="rId15"/>
    <p:sldId id="291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inimized">
    <p:restoredLeft sz="24279" autoAdjust="0"/>
    <p:restoredTop sz="27023" autoAdjust="0"/>
  </p:normalViewPr>
  <p:slideViewPr>
    <p:cSldViewPr>
      <p:cViewPr varScale="1">
        <p:scale>
          <a:sx n="18" d="100"/>
          <a:sy n="18" d="100"/>
        </p:scale>
        <p:origin x="816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24/09/2022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 smtClean="0"/>
              <a:t>1-  CONNAIS-MOI ET SONDE-MOI  MON SEIGNEUR </a:t>
            </a:r>
          </a:p>
          <a:p>
            <a:pPr>
              <a:defRPr/>
            </a:pPr>
            <a:r>
              <a:rPr lang="fr-FR" dirty="0" smtClean="0"/>
              <a:t>Sonda-me, </a:t>
            </a:r>
            <a:r>
              <a:rPr lang="fr-FR" dirty="0" err="1" smtClean="0"/>
              <a:t>senhor</a:t>
            </a:r>
            <a:r>
              <a:rPr lang="fr-FR" dirty="0" smtClean="0"/>
              <a:t> e me </a:t>
            </a:r>
            <a:r>
              <a:rPr lang="fr-FR" dirty="0" err="1" smtClean="0"/>
              <a:t>conheces</a:t>
            </a:r>
            <a:r>
              <a:rPr lang="fr-FR" dirty="0" smtClean="0"/>
              <a:t>
2-  JE TE PRIE, BRISE MON CŒUR </a:t>
            </a:r>
          </a:p>
          <a:p>
            <a:pPr>
              <a:defRPr/>
            </a:pPr>
            <a:r>
              <a:rPr lang="fr-FR" dirty="0" err="1" smtClean="0"/>
              <a:t>Quebranta</a:t>
            </a:r>
            <a:r>
              <a:rPr lang="fr-FR" dirty="0" smtClean="0"/>
              <a:t> o </a:t>
            </a:r>
            <a:r>
              <a:rPr lang="fr-FR" dirty="0" err="1" smtClean="0"/>
              <a:t>meu</a:t>
            </a:r>
            <a:r>
              <a:rPr lang="fr-FR" dirty="0" smtClean="0"/>
              <a:t> </a:t>
            </a:r>
            <a:r>
              <a:rPr lang="fr-FR" dirty="0" err="1" smtClean="0"/>
              <a:t>coração</a:t>
            </a:r>
            <a:r>
              <a:rPr lang="fr-FR" dirty="0" smtClean="0"/>
              <a:t>
3-  TRANSFORME-MOI À L’IMAGE  DE TA PAROLE </a:t>
            </a:r>
          </a:p>
          <a:p>
            <a:pPr>
              <a:defRPr/>
            </a:pPr>
            <a:r>
              <a:rPr lang="fr-FR" dirty="0" smtClean="0"/>
              <a:t>Transforma-me conforme a tua </a:t>
            </a:r>
            <a:r>
              <a:rPr lang="fr-FR" dirty="0" err="1" smtClean="0"/>
              <a:t>palavra</a:t>
            </a:r>
            <a:r>
              <a:rPr lang="fr-FR" dirty="0" smtClean="0"/>
              <a:t>
4-  ET REMPLIS-MOI JUSQU’À CE QU'EN MOI IL N'Y AIT PLUS QUE TOI </a:t>
            </a:r>
          </a:p>
          <a:p>
            <a:pPr>
              <a:defRPr/>
            </a:pPr>
            <a:r>
              <a:rPr lang="fr-FR" dirty="0" smtClean="0"/>
              <a:t>E </a:t>
            </a:r>
            <a:r>
              <a:rPr lang="fr-FR" dirty="0" err="1" smtClean="0"/>
              <a:t>enche</a:t>
            </a:r>
            <a:r>
              <a:rPr lang="fr-FR" dirty="0" smtClean="0"/>
              <a:t>-me </a:t>
            </a:r>
            <a:r>
              <a:rPr lang="fr-FR" dirty="0" err="1" smtClean="0"/>
              <a:t>ate</a:t>
            </a:r>
            <a:r>
              <a:rPr lang="fr-FR" dirty="0" smtClean="0"/>
              <a:t> que </a:t>
            </a:r>
            <a:r>
              <a:rPr lang="fr-FR" dirty="0" err="1" smtClean="0"/>
              <a:t>em</a:t>
            </a:r>
            <a:r>
              <a:rPr lang="fr-FR" dirty="0" smtClean="0"/>
              <a:t> </a:t>
            </a:r>
            <a:r>
              <a:rPr lang="fr-FR" dirty="0" err="1" smtClean="0"/>
              <a:t>mim</a:t>
            </a:r>
            <a:r>
              <a:rPr lang="fr-FR" dirty="0" smtClean="0"/>
              <a:t> se ache </a:t>
            </a:r>
            <a:r>
              <a:rPr lang="fr-FR" dirty="0" err="1" smtClean="0"/>
              <a:t>so</a:t>
            </a:r>
            <a:r>
              <a:rPr lang="fr-FR" dirty="0" smtClean="0"/>
              <a:t> a ti, </a:t>
            </a:r>
            <a:r>
              <a:rPr lang="fr-FR" dirty="0" err="1" smtClean="0"/>
              <a:t>então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5-  SERS-TOI DE MOI, SEIGNEUR JE SUIS LÀ</a:t>
            </a:r>
          </a:p>
          <a:p>
            <a:pPr>
              <a:defRPr/>
            </a:pPr>
            <a:r>
              <a:rPr lang="fr-FR" dirty="0" smtClean="0"/>
              <a:t>Usa-me, </a:t>
            </a:r>
            <a:r>
              <a:rPr lang="fr-FR" dirty="0" err="1" smtClean="0"/>
              <a:t>senhor</a:t>
            </a:r>
            <a:r>
              <a:rPr lang="fr-FR" dirty="0" smtClean="0"/>
              <a:t> usa-me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:
	6-  TOUT COMME UN PHARE  ÉCLAIRANT LA NUIT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um</a:t>
            </a:r>
            <a:r>
              <a:rPr lang="fr-FR" dirty="0" smtClean="0"/>
              <a:t> </a:t>
            </a:r>
            <a:r>
              <a:rPr lang="fr-FR" dirty="0" err="1" smtClean="0"/>
              <a:t>farol</a:t>
            </a:r>
            <a:r>
              <a:rPr lang="fr-FR" dirty="0" smtClean="0"/>
              <a:t> que </a:t>
            </a:r>
            <a:r>
              <a:rPr lang="fr-FR" dirty="0" err="1" smtClean="0"/>
              <a:t>brilha</a:t>
            </a:r>
            <a:r>
              <a:rPr lang="fr-FR" dirty="0" smtClean="0"/>
              <a:t> a </a:t>
            </a:r>
            <a:r>
              <a:rPr lang="fr-FR" dirty="0" err="1" smtClean="0"/>
              <a:t>noite</a:t>
            </a:r>
            <a:r>
              <a:rPr lang="fr-FR" dirty="0" smtClean="0"/>
              <a:t>
	7-  COMME UN PONT AU-DESSUS DES EAUX COMME UN ABRI DANS LE DÉSERT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Como</a:t>
            </a:r>
            <a:r>
              <a:rPr lang="fr-FR" dirty="0" smtClean="0"/>
              <a:t> ponte sobre as </a:t>
            </a:r>
            <a:r>
              <a:rPr lang="fr-FR" dirty="0" err="1" smtClean="0"/>
              <a:t>aguas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abrigo</a:t>
            </a:r>
            <a:r>
              <a:rPr lang="fr-FR" dirty="0" smtClean="0"/>
              <a:t> no </a:t>
            </a:r>
            <a:r>
              <a:rPr lang="fr-FR" dirty="0" err="1" smtClean="0"/>
              <a:t>deserto</a:t>
            </a:r>
            <a:r>
              <a:rPr lang="fr-FR" dirty="0" smtClean="0"/>
              <a:t>
	8-  COMME UNE FLÈCHE ATTEINT SA CIBLE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flecha</a:t>
            </a:r>
            <a:r>
              <a:rPr lang="fr-FR" dirty="0" smtClean="0"/>
              <a:t> que </a:t>
            </a:r>
            <a:r>
              <a:rPr lang="fr-FR" dirty="0" err="1" smtClean="0"/>
              <a:t>acerta</a:t>
            </a:r>
            <a:r>
              <a:rPr lang="fr-FR" dirty="0" smtClean="0"/>
              <a:t> o </a:t>
            </a:r>
            <a:r>
              <a:rPr lang="fr-FR" dirty="0" err="1" smtClean="0"/>
              <a:t>alvo</a:t>
            </a:r>
            <a:r>
              <a:rPr lang="fr-FR" dirty="0" smtClean="0"/>
              <a:t>
	9-  JE VEUX QUE TU M’UTILISES DE LA MANIÈRE QUE TU AGRÉERAS</a:t>
            </a:r>
          </a:p>
          <a:p>
            <a:pPr>
              <a:defRPr/>
            </a:pPr>
            <a:r>
              <a:rPr lang="fr-FR" dirty="0" smtClean="0"/>
              <a:t>	eu </a:t>
            </a:r>
            <a:r>
              <a:rPr lang="fr-FR" dirty="0" err="1" smtClean="0"/>
              <a:t>quero</a:t>
            </a:r>
            <a:r>
              <a:rPr lang="fr-FR" dirty="0" smtClean="0"/>
              <a:t> </a:t>
            </a:r>
            <a:r>
              <a:rPr lang="fr-FR" dirty="0" err="1" smtClean="0"/>
              <a:t>ser</a:t>
            </a:r>
            <a:r>
              <a:rPr lang="fr-FR" dirty="0" smtClean="0"/>
              <a:t> </a:t>
            </a:r>
            <a:r>
              <a:rPr lang="fr-FR" dirty="0" err="1" smtClean="0"/>
              <a:t>usado</a:t>
            </a:r>
            <a:r>
              <a:rPr lang="fr-FR" dirty="0" smtClean="0"/>
              <a:t> da </a:t>
            </a:r>
            <a:r>
              <a:rPr lang="fr-FR" dirty="0" err="1" smtClean="0"/>
              <a:t>maneira</a:t>
            </a:r>
            <a:r>
              <a:rPr lang="fr-FR" dirty="0" smtClean="0"/>
              <a:t> que te </a:t>
            </a:r>
            <a:r>
              <a:rPr lang="fr-FR" dirty="0" err="1" smtClean="0"/>
              <a:t>agrade</a:t>
            </a:r>
            <a:r>
              <a:rPr lang="fr-FR" dirty="0" smtClean="0"/>
              <a:t> 
	10-  FAIS CE QUE TU VOUDRAS PEU IMPORTE L’HEURE OU L’ENDROIT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em</a:t>
            </a:r>
            <a:r>
              <a:rPr lang="fr-FR" dirty="0" smtClean="0"/>
              <a:t> </a:t>
            </a:r>
            <a:r>
              <a:rPr lang="fr-FR" dirty="0" err="1" smtClean="0"/>
              <a:t>qualquer</a:t>
            </a:r>
            <a:r>
              <a:rPr lang="fr-FR" dirty="0" smtClean="0"/>
              <a:t> </a:t>
            </a:r>
            <a:r>
              <a:rPr lang="fr-FR" dirty="0" err="1" smtClean="0"/>
              <a:t>hora</a:t>
            </a:r>
            <a:r>
              <a:rPr lang="fr-FR" dirty="0" smtClean="0"/>
              <a:t> e </a:t>
            </a:r>
            <a:r>
              <a:rPr lang="fr-FR" dirty="0" err="1" smtClean="0"/>
              <a:t>em</a:t>
            </a:r>
            <a:r>
              <a:rPr lang="fr-FR" dirty="0" smtClean="0"/>
              <a:t> </a:t>
            </a:r>
            <a:r>
              <a:rPr lang="fr-FR" dirty="0" err="1" smtClean="0"/>
              <a:t>qualquer</a:t>
            </a:r>
            <a:r>
              <a:rPr lang="fr-FR" dirty="0" smtClean="0"/>
              <a:t> </a:t>
            </a:r>
            <a:r>
              <a:rPr lang="fr-FR" dirty="0" err="1" smtClean="0"/>
              <a:t>lugar</a:t>
            </a:r>
            <a:r>
              <a:rPr lang="fr-FR" dirty="0" smtClean="0"/>
              <a:t>
	11-  CAR MA VIE EST TOUTE À TOI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eis</a:t>
            </a:r>
            <a:r>
              <a:rPr lang="fr-FR" dirty="0" smtClean="0"/>
              <a:t> </a:t>
            </a:r>
            <a:r>
              <a:rPr lang="fr-FR" dirty="0" err="1" smtClean="0"/>
              <a:t>aqui</a:t>
            </a:r>
            <a:r>
              <a:rPr lang="fr-FR" dirty="0" smtClean="0"/>
              <a:t> a </a:t>
            </a:r>
            <a:r>
              <a:rPr lang="fr-FR" dirty="0" err="1" smtClean="0"/>
              <a:t>minha</a:t>
            </a:r>
            <a:r>
              <a:rPr lang="fr-FR" dirty="0" smtClean="0"/>
              <a:t> vida</a:t>
            </a:r>
          </a:p>
          <a:p>
            <a:pPr>
              <a:defRPr/>
            </a:pPr>
            <a:r>
              <a:rPr lang="fr-FR" dirty="0" smtClean="0"/>
              <a:t>
12-  SERS-TOI DE MOI, SEIGNEUR JE SUIS LÀ</a:t>
            </a:r>
          </a:p>
          <a:p>
            <a:pPr>
              <a:defRPr/>
            </a:pPr>
            <a:r>
              <a:rPr lang="fr-FR" dirty="0" smtClean="0"/>
              <a:t>Usa-me, </a:t>
            </a:r>
            <a:r>
              <a:rPr lang="fr-FR" dirty="0" err="1" smtClean="0"/>
              <a:t>senhor</a:t>
            </a:r>
            <a:r>
              <a:rPr lang="fr-FR" dirty="0" smtClean="0"/>
              <a:t> usa-me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: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: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:
13-  SONDE-MOI ET BRISE-MOI TRANSFORME-MOI, REMPLIS-MOI </a:t>
            </a:r>
          </a:p>
          <a:p>
            <a:pPr>
              <a:defRPr/>
            </a:pPr>
            <a:r>
              <a:rPr lang="fr-FR" dirty="0" smtClean="0"/>
              <a:t>Sonda-me </a:t>
            </a:r>
            <a:r>
              <a:rPr lang="fr-FR" dirty="0" err="1" smtClean="0"/>
              <a:t>quebranta</a:t>
            </a:r>
            <a:r>
              <a:rPr lang="fr-FR" dirty="0" smtClean="0"/>
              <a:t>-me transforma-me </a:t>
            </a:r>
            <a:r>
              <a:rPr lang="fr-FR" dirty="0" err="1" smtClean="0"/>
              <a:t>enche</a:t>
            </a:r>
            <a:r>
              <a:rPr lang="fr-FR" dirty="0" smtClean="0"/>
              <a:t>-me
14-  SERS-TOI DE MOI SONDE-MOI ET BRISE-MOI             </a:t>
            </a:r>
          </a:p>
          <a:p>
            <a:pPr>
              <a:defRPr/>
            </a:pPr>
            <a:r>
              <a:rPr lang="fr-FR" dirty="0" smtClean="0"/>
              <a:t>E usa-me sonda-me </a:t>
            </a:r>
            <a:r>
              <a:rPr lang="fr-FR" dirty="0" err="1" smtClean="0"/>
              <a:t>quebranta</a:t>
            </a:r>
            <a:r>
              <a:rPr lang="fr-FR" dirty="0" smtClean="0"/>
              <a:t>-me
15-  TRANSFORME-MOI, REMPLIS-MOI SERS-TOI DE MOI, SEIGNEUR 
Transforma-me </a:t>
            </a:r>
            <a:r>
              <a:rPr lang="fr-FR" dirty="0" err="1" smtClean="0"/>
              <a:t>enche</a:t>
            </a:r>
            <a:r>
              <a:rPr lang="fr-FR" dirty="0" smtClean="0"/>
              <a:t>-me e usa-me </a:t>
            </a:r>
            <a:r>
              <a:rPr lang="fr-FR" dirty="0" err="1" smtClean="0"/>
              <a:t>Senhor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:</a:t>
            </a:r>
          </a:p>
          <a:p>
            <a:pPr>
              <a:defRPr/>
            </a:pPr>
            <a:r>
              <a:rPr lang="fr-FR" dirty="0" smtClean="0"/>
              <a:t>Pont 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CONNAIS-MOI ET SONDE-MOI  MON SEIGNEUR </a:t>
            </a:r>
          </a:p>
          <a:p>
            <a:r>
              <a:rPr lang="fr-FR" smtClean="0"/>
              <a:t>Sonda-me, senhor e me conheces
2-  JE TE PRIE, BRISE MON CŒUR </a:t>
            </a:r>
          </a:p>
          <a:p>
            <a:r>
              <a:rPr lang="fr-FR" smtClean="0"/>
              <a:t>Quebranta o meu coração
3-  TRANSFORME-MOI À L’IMAGE  DE TA PAROLE </a:t>
            </a:r>
          </a:p>
          <a:p>
            <a:r>
              <a:rPr lang="fr-FR" smtClean="0"/>
              <a:t>Transforma-me conforme a tua palavra
4-  ET REMPLIS-MOI JUSQU’À CE QU'EN MOI IL N'Y AIT PLUS QUE TOI </a:t>
            </a:r>
          </a:p>
          <a:p>
            <a:r>
              <a:rPr lang="fr-FR" smtClean="0"/>
              <a:t>E enche-me ate que em mim se ache so a ti, então</a:t>
            </a:r>
          </a:p>
          <a:p>
            <a:r>
              <a:rPr lang="fr-FR" smtClean="0"/>
              <a:t>
5-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	Refrain :
	6-  TOUT COMME UN PHARE  ÉCLAIRANT LA NUIT </a:t>
            </a:r>
          </a:p>
          <a:p>
            <a:r>
              <a:rPr lang="fr-FR" smtClean="0"/>
              <a:t>	Como um farol que brilha a noite
	7-  COMME UN PONT AU-DESSUS DES EAUX COMME UN ABRI DANS LE DÉSERT </a:t>
            </a:r>
          </a:p>
          <a:p>
            <a:r>
              <a:rPr lang="fr-FR" smtClean="0"/>
              <a:t>	Como ponte sobre as aguas como abrigo no deserto
	8-  COMME UNE FLÈCHE ATTEINT SA CIBLE </a:t>
            </a:r>
          </a:p>
          <a:p>
            <a:r>
              <a:rPr lang="fr-FR" smtClean="0"/>
              <a:t>	como flecha que acerta o alvo
	9-  JE VEUX QUE TU M’UTILISES DE LA MANIÈRE QUE TU AGRÉERAS</a:t>
            </a:r>
          </a:p>
          <a:p>
            <a:r>
              <a:rPr lang="fr-FR" smtClean="0"/>
              <a:t>	eu quero ser usado da maneira que te agrade 
	10-  FAIS CE QUE TU VOUDRAS PEU IMPORTE L’HEURE OU L’ENDROIT </a:t>
            </a:r>
          </a:p>
          <a:p>
            <a:r>
              <a:rPr lang="fr-FR" smtClean="0"/>
              <a:t>	em qualquer hora e em qualquer lugar
	11-  CAR MA VIE EST TOUTE À TOI </a:t>
            </a:r>
          </a:p>
          <a:p>
            <a:r>
              <a:rPr lang="fr-FR" smtClean="0"/>
              <a:t>	eis aqui a minha vida</a:t>
            </a:r>
          </a:p>
          <a:p>
            <a:r>
              <a:rPr lang="fr-FR" smtClean="0"/>
              <a:t>
12-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SONDE-MOI ET BRISE-MOI TRANSFORME-MOI, REMPLIS-MOI </a:t>
            </a:r>
          </a:p>
          <a:p>
            <a:r>
              <a:rPr lang="fr-FR" smtClean="0"/>
              <a:t>Sonda-me quebranta-me transforma-me enche-me
14-  SERS-TOI DE MOI SONDE-MOI ET BRISE-MOI             </a:t>
            </a:r>
          </a:p>
          <a:p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Pont :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CONNAIS-MOI ET SONDE-MOI  MON SEIGNEUR </a:t>
            </a:r>
          </a:p>
          <a:p>
            <a:pPr>
              <a:defRPr/>
            </a:pPr>
            <a:r>
              <a:rPr lang="fr-FR" smtClean="0"/>
              <a:t>Sonda-me, senhor e me conheces
2-  JE TE PRIE, BRISE MON CŒUR </a:t>
            </a:r>
          </a:p>
          <a:p>
            <a:pPr>
              <a:defRPr/>
            </a:pPr>
            <a:r>
              <a:rPr lang="fr-FR" smtClean="0"/>
              <a:t>Quebranta o meu coração
3-  TRANSFORME-MOI À L’IMAGE  DE TA PAROLE </a:t>
            </a:r>
          </a:p>
          <a:p>
            <a:pPr>
              <a:defRPr/>
            </a:pPr>
            <a:r>
              <a:rPr lang="fr-FR" smtClean="0"/>
              <a:t>Transforma-me conforme a tua palavra
4-  ET REMPLIS-MOI JUSQU’À CE QU'EN MOI IL N'Y AIT PLUS QUE TOI </a:t>
            </a:r>
          </a:p>
          <a:p>
            <a:pPr>
              <a:defRPr/>
            </a:pPr>
            <a:r>
              <a:rPr lang="fr-FR" smtClean="0"/>
              <a:t>E enche-me ate que em mim se ache so a ti, então</a:t>
            </a:r>
          </a:p>
          <a:p>
            <a:pPr>
              <a:defRPr/>
            </a:pPr>
            <a:r>
              <a:rPr lang="fr-FR" smtClean="0"/>
              <a:t>
5-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TOUT COMME UN PHARE  ÉCLAIRANT LA NUIT </a:t>
            </a:r>
          </a:p>
          <a:p>
            <a:pPr>
              <a:defRPr/>
            </a:pPr>
            <a:r>
              <a:rPr lang="fr-FR" smtClean="0"/>
              <a:t>	Como um farol que brilha a noite
	7-  COMME UN PONT AU-DESSUS DES EAUX COMME UN ABRI DANS LE DÉSERT </a:t>
            </a:r>
          </a:p>
          <a:p>
            <a:pPr>
              <a:defRPr/>
            </a:pPr>
            <a:r>
              <a:rPr lang="fr-FR" smtClean="0"/>
              <a:t>	Como ponte sobre as aguas como abrigo no deserto
	8-  COMME UNE FLÈCHE ATTEINT SA CIBLE </a:t>
            </a:r>
          </a:p>
          <a:p>
            <a:pPr>
              <a:defRPr/>
            </a:pPr>
            <a:r>
              <a:rPr lang="fr-FR" smtClean="0"/>
              <a:t>	como flecha que acerta o alvo
	9-  JE VEUX QUE TU M’UTILISES DE LA MANIÈRE QUE TU AGRÉERAS</a:t>
            </a:r>
          </a:p>
          <a:p>
            <a:pPr>
              <a:defRPr/>
            </a:pPr>
            <a:r>
              <a:rPr lang="fr-FR" smtClean="0"/>
              <a:t>	eu quero ser usado da maneira que te agrade 
	10-  FAIS CE QUE TU VOUDRAS PEU IMPORTE L’HEURE OU L’ENDROIT </a:t>
            </a:r>
          </a:p>
          <a:p>
            <a:pPr>
              <a:defRPr/>
            </a:pPr>
            <a:r>
              <a:rPr lang="fr-FR" smtClean="0"/>
              <a:t>	em qualquer hora e em qualquer lugar
	11-  CAR MA VIE EST TOUTE À TOI </a:t>
            </a:r>
          </a:p>
          <a:p>
            <a:pPr>
              <a:defRPr/>
            </a:pPr>
            <a:r>
              <a:rPr lang="fr-FR" smtClean="0"/>
              <a:t>	eis aqui a minha vida</a:t>
            </a:r>
          </a:p>
          <a:p>
            <a:pPr>
              <a:defRPr/>
            </a:pPr>
            <a:r>
              <a:rPr lang="fr-FR" smtClean="0"/>
              <a:t>
12-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SONDE-MOI ET BRISE-MOI TRANSFORME-MOI, REMPLIS-MOI </a:t>
            </a:r>
          </a:p>
          <a:p>
            <a:pPr>
              <a:defRPr/>
            </a:pPr>
            <a:r>
              <a:rPr lang="fr-FR" smtClean="0"/>
              <a:t>Sonda-me quebranta-me transforma-me enche-me
14-  SERS-TOI DE MOI SONDE-MOI ET BRISE-MOI             </a:t>
            </a:r>
          </a:p>
          <a:p>
            <a:pPr>
              <a:defRPr/>
            </a:pPr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Pont 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CONNAIS-MOI ET SONDE-MOI  MON SEIGNEUR </a:t>
            </a:r>
          </a:p>
          <a:p>
            <a:r>
              <a:rPr lang="fr-FR" smtClean="0"/>
              <a:t>Sonda-me, senhor e me conheces
2-  JE TE PRIE, BRISE MON CŒUR </a:t>
            </a:r>
          </a:p>
          <a:p>
            <a:r>
              <a:rPr lang="fr-FR" smtClean="0"/>
              <a:t>Quebranta o meu coração
3-  TRANSFORME-MOI À L’IMAGE  DE TA PAROLE </a:t>
            </a:r>
          </a:p>
          <a:p>
            <a:r>
              <a:rPr lang="fr-FR" smtClean="0"/>
              <a:t>Transforma-me conforme a tua palavra
4-  ET REMPLIS-MOI JUSQU’À CE QU'EN MOI IL N'Y AIT PLUS QUE TOI </a:t>
            </a:r>
          </a:p>
          <a:p>
            <a:r>
              <a:rPr lang="fr-FR" smtClean="0"/>
              <a:t>E enche-me ate que em mim se ache so a ti, então</a:t>
            </a:r>
          </a:p>
          <a:p>
            <a:r>
              <a:rPr lang="fr-FR" smtClean="0"/>
              <a:t>
5-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	Refrain :
	6-  TOUT COMME UN PHARE  ÉCLAIRANT LA NUIT </a:t>
            </a:r>
          </a:p>
          <a:p>
            <a:r>
              <a:rPr lang="fr-FR" smtClean="0"/>
              <a:t>	Como um farol que brilha a noite
	7-  COMME UN PONT AU-DESSUS DES EAUX COMME UN ABRI DANS LE DÉSERT </a:t>
            </a:r>
          </a:p>
          <a:p>
            <a:r>
              <a:rPr lang="fr-FR" smtClean="0"/>
              <a:t>	Como ponte sobre as aguas como abrigo no deserto
	8-  COMME UNE FLÈCHE ATTEINT SA CIBLE </a:t>
            </a:r>
          </a:p>
          <a:p>
            <a:r>
              <a:rPr lang="fr-FR" smtClean="0"/>
              <a:t>	como flecha que acerta o alvo
	9-  JE VEUX QUE TU M’UTILISES DE LA MANIÈRE QUE TU AGRÉERAS</a:t>
            </a:r>
          </a:p>
          <a:p>
            <a:r>
              <a:rPr lang="fr-FR" smtClean="0"/>
              <a:t>	eu quero ser usado da maneira que te agrade 
	10-  FAIS CE QUE TU VOUDRAS PEU IMPORTE L’HEURE OU L’ENDROIT </a:t>
            </a:r>
          </a:p>
          <a:p>
            <a:r>
              <a:rPr lang="fr-FR" smtClean="0"/>
              <a:t>	em qualquer hora e em qualquer lugar
	11-  CAR MA VIE EST TOUTE À TOI </a:t>
            </a:r>
          </a:p>
          <a:p>
            <a:r>
              <a:rPr lang="fr-FR" smtClean="0"/>
              <a:t>	eis aqui a minha vida</a:t>
            </a:r>
          </a:p>
          <a:p>
            <a:r>
              <a:rPr lang="fr-FR" smtClean="0"/>
              <a:t>
12-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SONDE-MOI ET BRISE-MOI TRANSFORME-MOI, REMPLIS-MOI </a:t>
            </a:r>
          </a:p>
          <a:p>
            <a:r>
              <a:rPr lang="fr-FR" smtClean="0"/>
              <a:t>Sonda-me quebranta-me transforma-me enche-me
14-  SERS-TOI DE MOI SONDE-MOI ET BRISE-MOI             </a:t>
            </a:r>
          </a:p>
          <a:p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Pont 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231844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CONNAIS-MOI ET SONDE-MOI  MON SEIGNEUR </a:t>
            </a:r>
          </a:p>
          <a:p>
            <a:pPr>
              <a:defRPr/>
            </a:pPr>
            <a:r>
              <a:rPr lang="fr-FR" smtClean="0"/>
              <a:t>Sonda-me, senhor e me conheces
2-  JE TE PRIE, BRISE MON CŒUR </a:t>
            </a:r>
          </a:p>
          <a:p>
            <a:pPr>
              <a:defRPr/>
            </a:pPr>
            <a:r>
              <a:rPr lang="fr-FR" smtClean="0"/>
              <a:t>Quebranta o meu coração
3-  TRANSFORME-MOI À L’IMAGE  DE TA PAROLE </a:t>
            </a:r>
          </a:p>
          <a:p>
            <a:pPr>
              <a:defRPr/>
            </a:pPr>
            <a:r>
              <a:rPr lang="fr-FR" smtClean="0"/>
              <a:t>Transforma-me conforme a tua palavra
4-  ET REMPLIS-MOI JUSQU’À CE QU'EN MOI IL N'Y AIT PLUS QUE TOI </a:t>
            </a:r>
          </a:p>
          <a:p>
            <a:pPr>
              <a:defRPr/>
            </a:pPr>
            <a:r>
              <a:rPr lang="fr-FR" smtClean="0"/>
              <a:t>E enche-me ate que em mim se ache so a ti, então</a:t>
            </a:r>
          </a:p>
          <a:p>
            <a:pPr>
              <a:defRPr/>
            </a:pPr>
            <a:r>
              <a:rPr lang="fr-FR" smtClean="0"/>
              <a:t>
5-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TOUT COMME UN PHARE  ÉCLAIRANT LA NUIT </a:t>
            </a:r>
          </a:p>
          <a:p>
            <a:pPr>
              <a:defRPr/>
            </a:pPr>
            <a:r>
              <a:rPr lang="fr-FR" smtClean="0"/>
              <a:t>	Como um farol que brilha a noite
	7-  COMME UN PONT AU-DESSUS DES EAUX COMME UN ABRI DANS LE DÉSERT </a:t>
            </a:r>
          </a:p>
          <a:p>
            <a:pPr>
              <a:defRPr/>
            </a:pPr>
            <a:r>
              <a:rPr lang="fr-FR" smtClean="0"/>
              <a:t>	Como ponte sobre as aguas como abrigo no deserto
	8-  COMME UNE FLÈCHE ATTEINT SA CIBLE </a:t>
            </a:r>
          </a:p>
          <a:p>
            <a:pPr>
              <a:defRPr/>
            </a:pPr>
            <a:r>
              <a:rPr lang="fr-FR" smtClean="0"/>
              <a:t>	como flecha que acerta o alvo
	9-  JE VEUX QUE TU M’UTILISES DE LA MANIÈRE QUE TU AGRÉERAS</a:t>
            </a:r>
          </a:p>
          <a:p>
            <a:pPr>
              <a:defRPr/>
            </a:pPr>
            <a:r>
              <a:rPr lang="fr-FR" smtClean="0"/>
              <a:t>	eu quero ser usado da maneira que te agrade 
	10-  FAIS CE QUE TU VOUDRAS PEU IMPORTE L’HEURE OU L’ENDROIT </a:t>
            </a:r>
          </a:p>
          <a:p>
            <a:pPr>
              <a:defRPr/>
            </a:pPr>
            <a:r>
              <a:rPr lang="fr-FR" smtClean="0"/>
              <a:t>	em qualquer hora e em qualquer lugar
	11-  CAR MA VIE EST TOUTE À TOI </a:t>
            </a:r>
          </a:p>
          <a:p>
            <a:pPr>
              <a:defRPr/>
            </a:pPr>
            <a:r>
              <a:rPr lang="fr-FR" smtClean="0"/>
              <a:t>	eis aqui a minha vida</a:t>
            </a:r>
          </a:p>
          <a:p>
            <a:pPr>
              <a:defRPr/>
            </a:pPr>
            <a:r>
              <a:rPr lang="fr-FR" smtClean="0"/>
              <a:t>
12-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SONDE-MOI ET BRISE-MOI TRANSFORME-MOI, REMPLIS-MOI </a:t>
            </a:r>
          </a:p>
          <a:p>
            <a:pPr>
              <a:defRPr/>
            </a:pPr>
            <a:r>
              <a:rPr lang="fr-FR" smtClean="0"/>
              <a:t>Sonda-me quebranta-me transforma-me enche-me
14-  SERS-TOI DE MOI SONDE-MOI ET BRISE-MOI             </a:t>
            </a:r>
          </a:p>
          <a:p>
            <a:pPr>
              <a:defRPr/>
            </a:pPr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Pont 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CONNAIS-MOI ET SONDE-MOI  MON SEIGNEUR </a:t>
            </a:r>
          </a:p>
          <a:p>
            <a:r>
              <a:rPr lang="fr-FR" smtClean="0"/>
              <a:t>Sonda-me, senhor e me conheces
2-  JE TE PRIE, BRISE MON CŒUR </a:t>
            </a:r>
          </a:p>
          <a:p>
            <a:r>
              <a:rPr lang="fr-FR" smtClean="0"/>
              <a:t>Quebranta o meu coração
3-  TRANSFORME-MOI À L’IMAGE  DE TA PAROLE </a:t>
            </a:r>
          </a:p>
          <a:p>
            <a:r>
              <a:rPr lang="fr-FR" smtClean="0"/>
              <a:t>Transforma-me conforme a tua palavra
4-  ET REMPLIS-MOI JUSQU’À CE QU'EN MOI IL N'Y AIT PLUS QUE TOI </a:t>
            </a:r>
          </a:p>
          <a:p>
            <a:r>
              <a:rPr lang="fr-FR" smtClean="0"/>
              <a:t>E enche-me ate que em mim se ache so a ti, então</a:t>
            </a:r>
          </a:p>
          <a:p>
            <a:r>
              <a:rPr lang="fr-FR" smtClean="0"/>
              <a:t>
5-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	Refrain :
	6-  TOUT COMME UN PHARE  ÉCLAIRANT LA NUIT </a:t>
            </a:r>
          </a:p>
          <a:p>
            <a:r>
              <a:rPr lang="fr-FR" smtClean="0"/>
              <a:t>	Como um farol que brilha a noite
	7-  COMME UN PONT AU-DESSUS DES EAUX COMME UN ABRI DANS LE DÉSERT </a:t>
            </a:r>
          </a:p>
          <a:p>
            <a:r>
              <a:rPr lang="fr-FR" smtClean="0"/>
              <a:t>	Como ponte sobre as aguas como abrigo no deserto
	8-  COMME UNE FLÈCHE ATTEINT SA CIBLE </a:t>
            </a:r>
          </a:p>
          <a:p>
            <a:r>
              <a:rPr lang="fr-FR" smtClean="0"/>
              <a:t>	como flecha que acerta o alvo
	9-  JE VEUX QUE TU M’UTILISES DE LA MANIÈRE QUE TU AGRÉERAS</a:t>
            </a:r>
          </a:p>
          <a:p>
            <a:r>
              <a:rPr lang="fr-FR" smtClean="0"/>
              <a:t>	eu quero ser usado da maneira que te agrade 
	10-  FAIS CE QUE TU VOUDRAS PEU IMPORTE L’HEURE OU L’ENDROIT </a:t>
            </a:r>
          </a:p>
          <a:p>
            <a:r>
              <a:rPr lang="fr-FR" smtClean="0"/>
              <a:t>	em qualquer hora e em qualquer lugar
	11-  CAR MA VIE EST TOUTE À TOI </a:t>
            </a:r>
          </a:p>
          <a:p>
            <a:r>
              <a:rPr lang="fr-FR" smtClean="0"/>
              <a:t>	eis aqui a minha vida</a:t>
            </a:r>
          </a:p>
          <a:p>
            <a:r>
              <a:rPr lang="fr-FR" smtClean="0"/>
              <a:t>
12-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SONDE-MOI ET BRISE-MOI TRANSFORME-MOI, REMPLIS-MOI </a:t>
            </a:r>
          </a:p>
          <a:p>
            <a:r>
              <a:rPr lang="fr-FR" smtClean="0"/>
              <a:t>Sonda-me quebranta-me transforma-me enche-me
14-  SERS-TOI DE MOI SONDE-MOI ET BRISE-MOI             </a:t>
            </a:r>
          </a:p>
          <a:p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Pont 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127880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CONNAIS-MOI ET SONDE-MOI  MON SEIGNEUR </a:t>
            </a:r>
          </a:p>
          <a:p>
            <a:pPr>
              <a:defRPr/>
            </a:pPr>
            <a:r>
              <a:rPr lang="fr-FR" smtClean="0"/>
              <a:t>Sonda-me, senhor e me conheces
2-  JE TE PRIE, BRISE MON CŒUR </a:t>
            </a:r>
          </a:p>
          <a:p>
            <a:pPr>
              <a:defRPr/>
            </a:pPr>
            <a:r>
              <a:rPr lang="fr-FR" smtClean="0"/>
              <a:t>Quebranta o meu coração
3-  TRANSFORME-MOI À L’IMAGE  DE TA PAROLE </a:t>
            </a:r>
          </a:p>
          <a:p>
            <a:pPr>
              <a:defRPr/>
            </a:pPr>
            <a:r>
              <a:rPr lang="fr-FR" smtClean="0"/>
              <a:t>Transforma-me conforme a tua palavra
4-  ET REMPLIS-MOI JUSQU’À CE QU'EN MOI IL N'Y AIT PLUS QUE TOI </a:t>
            </a:r>
          </a:p>
          <a:p>
            <a:pPr>
              <a:defRPr/>
            </a:pPr>
            <a:r>
              <a:rPr lang="fr-FR" smtClean="0"/>
              <a:t>E enche-me ate que em mim se ache so a ti, então</a:t>
            </a:r>
          </a:p>
          <a:p>
            <a:pPr>
              <a:defRPr/>
            </a:pPr>
            <a:r>
              <a:rPr lang="fr-FR" smtClean="0"/>
              <a:t>
5-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TOUT COMME UN PHARE  ÉCLAIRANT LA NUIT </a:t>
            </a:r>
          </a:p>
          <a:p>
            <a:pPr>
              <a:defRPr/>
            </a:pPr>
            <a:r>
              <a:rPr lang="fr-FR" smtClean="0"/>
              <a:t>	Como um farol que brilha a noite
	7-  COMME UN PONT AU-DESSUS DES EAUX COMME UN ABRI DANS LE DÉSERT </a:t>
            </a:r>
          </a:p>
          <a:p>
            <a:pPr>
              <a:defRPr/>
            </a:pPr>
            <a:r>
              <a:rPr lang="fr-FR" smtClean="0"/>
              <a:t>	Como ponte sobre as aguas como abrigo no deserto
	8-  COMME UNE FLÈCHE ATTEINT SA CIBLE </a:t>
            </a:r>
          </a:p>
          <a:p>
            <a:pPr>
              <a:defRPr/>
            </a:pPr>
            <a:r>
              <a:rPr lang="fr-FR" smtClean="0"/>
              <a:t>	como flecha que acerta o alvo
	9-  JE VEUX QUE TU M’UTILISES DE LA MANIÈRE QUE TU AGRÉERAS</a:t>
            </a:r>
          </a:p>
          <a:p>
            <a:pPr>
              <a:defRPr/>
            </a:pPr>
            <a:r>
              <a:rPr lang="fr-FR" smtClean="0"/>
              <a:t>	eu quero ser usado da maneira que te agrade 
	10-  FAIS CE QUE TU VOUDRAS PEU IMPORTE L’HEURE OU L’ENDROIT </a:t>
            </a:r>
          </a:p>
          <a:p>
            <a:pPr>
              <a:defRPr/>
            </a:pPr>
            <a:r>
              <a:rPr lang="fr-FR" smtClean="0"/>
              <a:t>	em qualquer hora e em qualquer lugar
	11-  CAR MA VIE EST TOUTE À TOI </a:t>
            </a:r>
          </a:p>
          <a:p>
            <a:pPr>
              <a:defRPr/>
            </a:pPr>
            <a:r>
              <a:rPr lang="fr-FR" smtClean="0"/>
              <a:t>	eis aqui a minha vida</a:t>
            </a:r>
          </a:p>
          <a:p>
            <a:pPr>
              <a:defRPr/>
            </a:pPr>
            <a:r>
              <a:rPr lang="fr-FR" smtClean="0"/>
              <a:t>
12-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SONDE-MOI ET BRISE-MOI TRANSFORME-MOI, REMPLIS-MOI </a:t>
            </a:r>
          </a:p>
          <a:p>
            <a:pPr>
              <a:defRPr/>
            </a:pPr>
            <a:r>
              <a:rPr lang="fr-FR" smtClean="0"/>
              <a:t>Sonda-me quebranta-me transforma-me enche-me
14-  SERS-TOI DE MOI SONDE-MOI ET BRISE-MOI             </a:t>
            </a:r>
          </a:p>
          <a:p>
            <a:pPr>
              <a:defRPr/>
            </a:pPr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Pont 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CONNAIS-MOI ET SONDE-MOI  MON SEIGNEUR </a:t>
            </a:r>
          </a:p>
          <a:p>
            <a:r>
              <a:rPr lang="fr-FR" smtClean="0"/>
              <a:t>Sonda-me, senhor e me conheces
2-  JE TE PRIE, BRISE MON CŒUR </a:t>
            </a:r>
          </a:p>
          <a:p>
            <a:r>
              <a:rPr lang="fr-FR" smtClean="0"/>
              <a:t>Quebranta o meu coração
3-  TRANSFORME-MOI À L’IMAGE  DE TA PAROLE </a:t>
            </a:r>
          </a:p>
          <a:p>
            <a:r>
              <a:rPr lang="fr-FR" smtClean="0"/>
              <a:t>Transforma-me conforme a tua palavra
4-  ET REMPLIS-MOI JUSQU’À CE QU'EN MOI IL N'Y AIT PLUS QUE TOI </a:t>
            </a:r>
          </a:p>
          <a:p>
            <a:r>
              <a:rPr lang="fr-FR" smtClean="0"/>
              <a:t>E enche-me ate que em mim se ache so a ti, então</a:t>
            </a:r>
          </a:p>
          <a:p>
            <a:r>
              <a:rPr lang="fr-FR" smtClean="0"/>
              <a:t>
5-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	Refrain :
	6-  TOUT COMME UN PHARE  ÉCLAIRANT LA NUIT </a:t>
            </a:r>
          </a:p>
          <a:p>
            <a:r>
              <a:rPr lang="fr-FR" smtClean="0"/>
              <a:t>	Como um farol que brilha a noite
	7-  COMME UN PONT AU-DESSUS DES EAUX COMME UN ABRI DANS LE DÉSERT </a:t>
            </a:r>
          </a:p>
          <a:p>
            <a:r>
              <a:rPr lang="fr-FR" smtClean="0"/>
              <a:t>	Como ponte sobre as aguas como abrigo no deserto
	8-  COMME UNE FLÈCHE ATTEINT SA CIBLE </a:t>
            </a:r>
          </a:p>
          <a:p>
            <a:r>
              <a:rPr lang="fr-FR" smtClean="0"/>
              <a:t>	como flecha que acerta o alvo
	9-  JE VEUX QUE TU M’UTILISES DE LA MANIÈRE QUE TU AGRÉERAS</a:t>
            </a:r>
          </a:p>
          <a:p>
            <a:r>
              <a:rPr lang="fr-FR" smtClean="0"/>
              <a:t>	eu quero ser usado da maneira que te agrade 
	10-  FAIS CE QUE TU VOUDRAS PEU IMPORTE L’HEURE OU L’ENDROIT </a:t>
            </a:r>
          </a:p>
          <a:p>
            <a:r>
              <a:rPr lang="fr-FR" smtClean="0"/>
              <a:t>	em qualquer hora e em qualquer lugar
	11-  CAR MA VIE EST TOUTE À TOI </a:t>
            </a:r>
          </a:p>
          <a:p>
            <a:r>
              <a:rPr lang="fr-FR" smtClean="0"/>
              <a:t>	eis aqui a minha vida</a:t>
            </a:r>
          </a:p>
          <a:p>
            <a:r>
              <a:rPr lang="fr-FR" smtClean="0"/>
              <a:t>
12-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SONDE-MOI ET BRISE-MOI TRANSFORME-MOI, REMPLIS-MOI </a:t>
            </a:r>
          </a:p>
          <a:p>
            <a:r>
              <a:rPr lang="fr-FR" smtClean="0"/>
              <a:t>Sonda-me quebranta-me transforma-me enche-me
14-  SERS-TOI DE MOI SONDE-MOI ET BRISE-MOI             </a:t>
            </a:r>
          </a:p>
          <a:p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Pont 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574138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CONNAIS-MOI ET SONDE-MOI  MON SEIGNEUR </a:t>
            </a:r>
          </a:p>
          <a:p>
            <a:pPr>
              <a:defRPr/>
            </a:pPr>
            <a:r>
              <a:rPr lang="fr-FR" smtClean="0"/>
              <a:t>Sonda-me, senhor e me conheces
2-  JE TE PRIE, BRISE MON CŒUR </a:t>
            </a:r>
          </a:p>
          <a:p>
            <a:pPr>
              <a:defRPr/>
            </a:pPr>
            <a:r>
              <a:rPr lang="fr-FR" smtClean="0"/>
              <a:t>Quebranta o meu coração
3-  TRANSFORME-MOI À L’IMAGE  DE TA PAROLE </a:t>
            </a:r>
          </a:p>
          <a:p>
            <a:pPr>
              <a:defRPr/>
            </a:pPr>
            <a:r>
              <a:rPr lang="fr-FR" smtClean="0"/>
              <a:t>Transforma-me conforme a tua palavra
4-  ET REMPLIS-MOI JUSQU’À CE QU'EN MOI IL N'Y AIT PLUS QUE TOI </a:t>
            </a:r>
          </a:p>
          <a:p>
            <a:pPr>
              <a:defRPr/>
            </a:pPr>
            <a:r>
              <a:rPr lang="fr-FR" smtClean="0"/>
              <a:t>E enche-me ate que em mim se ache so a ti, então</a:t>
            </a:r>
          </a:p>
          <a:p>
            <a:pPr>
              <a:defRPr/>
            </a:pPr>
            <a:r>
              <a:rPr lang="fr-FR" smtClean="0"/>
              <a:t>
5-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TOUT COMME UN PHARE  ÉCLAIRANT LA NUIT </a:t>
            </a:r>
          </a:p>
          <a:p>
            <a:pPr>
              <a:defRPr/>
            </a:pPr>
            <a:r>
              <a:rPr lang="fr-FR" smtClean="0"/>
              <a:t>	Como um farol que brilha a noite
	7-  COMME UN PONT AU-DESSUS DES EAUX COMME UN ABRI DANS LE DÉSERT </a:t>
            </a:r>
          </a:p>
          <a:p>
            <a:pPr>
              <a:defRPr/>
            </a:pPr>
            <a:r>
              <a:rPr lang="fr-FR" smtClean="0"/>
              <a:t>	Como ponte sobre as aguas como abrigo no deserto
	8-  COMME UNE FLÈCHE ATTEINT SA CIBLE </a:t>
            </a:r>
          </a:p>
          <a:p>
            <a:pPr>
              <a:defRPr/>
            </a:pPr>
            <a:r>
              <a:rPr lang="fr-FR" smtClean="0"/>
              <a:t>	como flecha que acerta o alvo
	9-  JE VEUX QUE TU M’UTILISES DE LA MANIÈRE QUE TU AGRÉERAS</a:t>
            </a:r>
          </a:p>
          <a:p>
            <a:pPr>
              <a:defRPr/>
            </a:pPr>
            <a:r>
              <a:rPr lang="fr-FR" smtClean="0"/>
              <a:t>	eu quero ser usado da maneira que te agrade 
	10-  FAIS CE QUE TU VOUDRAS PEU IMPORTE L’HEURE OU L’ENDROIT </a:t>
            </a:r>
          </a:p>
          <a:p>
            <a:pPr>
              <a:defRPr/>
            </a:pPr>
            <a:r>
              <a:rPr lang="fr-FR" smtClean="0"/>
              <a:t>	em qualquer hora e em qualquer lugar
	11-  CAR MA VIE EST TOUTE À TOI </a:t>
            </a:r>
          </a:p>
          <a:p>
            <a:pPr>
              <a:defRPr/>
            </a:pPr>
            <a:r>
              <a:rPr lang="fr-FR" smtClean="0"/>
              <a:t>	eis aqui a minha vida</a:t>
            </a:r>
          </a:p>
          <a:p>
            <a:pPr>
              <a:defRPr/>
            </a:pPr>
            <a:r>
              <a:rPr lang="fr-FR" smtClean="0"/>
              <a:t>
12-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SONDE-MOI ET BRISE-MOI TRANSFORME-MOI, REMPLIS-MOI </a:t>
            </a:r>
          </a:p>
          <a:p>
            <a:pPr>
              <a:defRPr/>
            </a:pPr>
            <a:r>
              <a:rPr lang="fr-FR" smtClean="0"/>
              <a:t>Sonda-me quebranta-me transforma-me enche-me
14-  SERS-TOI DE MOI SONDE-MOI ET BRISE-MOI             </a:t>
            </a:r>
          </a:p>
          <a:p>
            <a:pPr>
              <a:defRPr/>
            </a:pPr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Pont 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CONNAIS-MOI ET SONDE-MOI  MON SEIGNEUR </a:t>
            </a:r>
          </a:p>
          <a:p>
            <a:r>
              <a:rPr lang="fr-FR" smtClean="0"/>
              <a:t>Sonda-me, senhor e me conheces
2-  JE TE PRIE, BRISE MON CŒUR </a:t>
            </a:r>
          </a:p>
          <a:p>
            <a:r>
              <a:rPr lang="fr-FR" smtClean="0"/>
              <a:t>Quebranta o meu coração
3-  TRANSFORME-MOI À L’IMAGE  DE TA PAROLE </a:t>
            </a:r>
          </a:p>
          <a:p>
            <a:r>
              <a:rPr lang="fr-FR" smtClean="0"/>
              <a:t>Transforma-me conforme a tua palavra
4-  ET REMPLIS-MOI JUSQU’À CE QU'EN MOI IL N'Y AIT PLUS QUE TOI </a:t>
            </a:r>
          </a:p>
          <a:p>
            <a:r>
              <a:rPr lang="fr-FR" smtClean="0"/>
              <a:t>E enche-me ate que em mim se ache so a ti, então</a:t>
            </a:r>
          </a:p>
          <a:p>
            <a:r>
              <a:rPr lang="fr-FR" smtClean="0"/>
              <a:t>
5-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	Refrain :
	6-  TOUT COMME UN PHARE  ÉCLAIRANT LA NUIT </a:t>
            </a:r>
          </a:p>
          <a:p>
            <a:r>
              <a:rPr lang="fr-FR" smtClean="0"/>
              <a:t>	Como um farol que brilha a noite
	7-  COMME UN PONT AU-DESSUS DES EAUX COMME UN ABRI DANS LE DÉSERT </a:t>
            </a:r>
          </a:p>
          <a:p>
            <a:r>
              <a:rPr lang="fr-FR" smtClean="0"/>
              <a:t>	Como ponte sobre as aguas como abrigo no deserto
	8-  COMME UNE FLÈCHE ATTEINT SA CIBLE </a:t>
            </a:r>
          </a:p>
          <a:p>
            <a:r>
              <a:rPr lang="fr-FR" smtClean="0"/>
              <a:t>	como flecha que acerta o alvo
	9-  JE VEUX QUE TU M’UTILISES DE LA MANIÈRE QUE TU AGRÉERAS</a:t>
            </a:r>
          </a:p>
          <a:p>
            <a:r>
              <a:rPr lang="fr-FR" smtClean="0"/>
              <a:t>	eu quero ser usado da maneira que te agrade 
	10-  FAIS CE QUE TU VOUDRAS PEU IMPORTE L’HEURE OU L’ENDROIT </a:t>
            </a:r>
          </a:p>
          <a:p>
            <a:r>
              <a:rPr lang="fr-FR" smtClean="0"/>
              <a:t>	em qualquer hora e em qualquer lugar
	11-  CAR MA VIE EST TOUTE À TOI </a:t>
            </a:r>
          </a:p>
          <a:p>
            <a:r>
              <a:rPr lang="fr-FR" smtClean="0"/>
              <a:t>	eis aqui a minha vida</a:t>
            </a:r>
          </a:p>
          <a:p>
            <a:r>
              <a:rPr lang="fr-FR" smtClean="0"/>
              <a:t>
12-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SONDE-MOI ET BRISE-MOI TRANSFORME-MOI, REMPLIS-MOI </a:t>
            </a:r>
          </a:p>
          <a:p>
            <a:r>
              <a:rPr lang="fr-FR" smtClean="0"/>
              <a:t>Sonda-me quebranta-me transforma-me enche-me
14-  SERS-TOI DE MOI SONDE-MOI ET BRISE-MOI             </a:t>
            </a:r>
          </a:p>
          <a:p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Pont 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89547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CONNAIS-MOI ET SONDE-MOI  MON SEIGNEUR </a:t>
            </a:r>
          </a:p>
          <a:p>
            <a:pPr>
              <a:defRPr/>
            </a:pPr>
            <a:r>
              <a:rPr lang="fr-FR" smtClean="0"/>
              <a:t>Sonda-me, senhor e me conheces
2-  JE TE PRIE, BRISE MON CŒUR </a:t>
            </a:r>
          </a:p>
          <a:p>
            <a:pPr>
              <a:defRPr/>
            </a:pPr>
            <a:r>
              <a:rPr lang="fr-FR" smtClean="0"/>
              <a:t>Quebranta o meu coração
3-  TRANSFORME-MOI À L’IMAGE  DE TA PAROLE </a:t>
            </a:r>
          </a:p>
          <a:p>
            <a:pPr>
              <a:defRPr/>
            </a:pPr>
            <a:r>
              <a:rPr lang="fr-FR" smtClean="0"/>
              <a:t>Transforma-me conforme a tua palavra
4-  ET REMPLIS-MOI JUSQU’À CE QU'EN MOI IL N'Y AIT PLUS QUE TOI </a:t>
            </a:r>
          </a:p>
          <a:p>
            <a:pPr>
              <a:defRPr/>
            </a:pPr>
            <a:r>
              <a:rPr lang="fr-FR" smtClean="0"/>
              <a:t>E enche-me ate que em mim se ache so a ti, então</a:t>
            </a:r>
          </a:p>
          <a:p>
            <a:pPr>
              <a:defRPr/>
            </a:pPr>
            <a:r>
              <a:rPr lang="fr-FR" smtClean="0"/>
              <a:t>
5-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TOUT COMME UN PHARE  ÉCLAIRANT LA NUIT </a:t>
            </a:r>
          </a:p>
          <a:p>
            <a:pPr>
              <a:defRPr/>
            </a:pPr>
            <a:r>
              <a:rPr lang="fr-FR" smtClean="0"/>
              <a:t>	Como um farol que brilha a noite
	7-  COMME UN PONT AU-DESSUS DES EAUX COMME UN ABRI DANS LE DÉSERT </a:t>
            </a:r>
          </a:p>
          <a:p>
            <a:pPr>
              <a:defRPr/>
            </a:pPr>
            <a:r>
              <a:rPr lang="fr-FR" smtClean="0"/>
              <a:t>	Como ponte sobre as aguas como abrigo no deserto
	8-  COMME UNE FLÈCHE ATTEINT SA CIBLE </a:t>
            </a:r>
          </a:p>
          <a:p>
            <a:pPr>
              <a:defRPr/>
            </a:pPr>
            <a:r>
              <a:rPr lang="fr-FR" smtClean="0"/>
              <a:t>	como flecha que acerta o alvo
	9-  JE VEUX QUE TU M’UTILISES DE LA MANIÈRE QUE TU AGRÉERAS</a:t>
            </a:r>
          </a:p>
          <a:p>
            <a:pPr>
              <a:defRPr/>
            </a:pPr>
            <a:r>
              <a:rPr lang="fr-FR" smtClean="0"/>
              <a:t>	eu quero ser usado da maneira que te agrade 
	10-  FAIS CE QUE TU VOUDRAS PEU IMPORTE L’HEURE OU L’ENDROIT </a:t>
            </a:r>
          </a:p>
          <a:p>
            <a:pPr>
              <a:defRPr/>
            </a:pPr>
            <a:r>
              <a:rPr lang="fr-FR" smtClean="0"/>
              <a:t>	em qualquer hora e em qualquer lugar
	11-  CAR MA VIE EST TOUTE À TOI </a:t>
            </a:r>
          </a:p>
          <a:p>
            <a:pPr>
              <a:defRPr/>
            </a:pPr>
            <a:r>
              <a:rPr lang="fr-FR" smtClean="0"/>
              <a:t>	eis aqui a minha vida</a:t>
            </a:r>
          </a:p>
          <a:p>
            <a:pPr>
              <a:defRPr/>
            </a:pPr>
            <a:r>
              <a:rPr lang="fr-FR" smtClean="0"/>
              <a:t>
12-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SONDE-MOI ET BRISE-MOI TRANSFORME-MOI, REMPLIS-MOI </a:t>
            </a:r>
          </a:p>
          <a:p>
            <a:pPr>
              <a:defRPr/>
            </a:pPr>
            <a:r>
              <a:rPr lang="fr-FR" smtClean="0"/>
              <a:t>Sonda-me quebranta-me transforma-me enche-me
14-  SERS-TOI DE MOI SONDE-MOI ET BRISE-MOI             </a:t>
            </a:r>
          </a:p>
          <a:p>
            <a:pPr>
              <a:defRPr/>
            </a:pPr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Pont 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CONNAIS-MOI ET SONDE-MOI  MON SEIGNEUR </a:t>
            </a:r>
          </a:p>
          <a:p>
            <a:r>
              <a:rPr lang="fr-FR" smtClean="0"/>
              <a:t>Sonda-me, senhor e me conheces
2-  JE TE PRIE, BRISE MON CŒUR </a:t>
            </a:r>
          </a:p>
          <a:p>
            <a:r>
              <a:rPr lang="fr-FR" smtClean="0"/>
              <a:t>Quebranta o meu coração
3-  TRANSFORME-MOI À L’IMAGE  DE TA PAROLE </a:t>
            </a:r>
          </a:p>
          <a:p>
            <a:r>
              <a:rPr lang="fr-FR" smtClean="0"/>
              <a:t>Transforma-me conforme a tua palavra
4-  ET REMPLIS-MOI JUSQU’À CE QU'EN MOI IL N'Y AIT PLUS QUE TOI </a:t>
            </a:r>
          </a:p>
          <a:p>
            <a:r>
              <a:rPr lang="fr-FR" smtClean="0"/>
              <a:t>E enche-me ate que em mim se ache so a ti, então</a:t>
            </a:r>
          </a:p>
          <a:p>
            <a:r>
              <a:rPr lang="fr-FR" smtClean="0"/>
              <a:t>
5-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	Refrain :
	6-  TOUT COMME UN PHARE  ÉCLAIRANT LA NUIT </a:t>
            </a:r>
          </a:p>
          <a:p>
            <a:r>
              <a:rPr lang="fr-FR" smtClean="0"/>
              <a:t>	Como um farol que brilha a noite
	7-  COMME UN PONT AU-DESSUS DES EAUX COMME UN ABRI DANS LE DÉSERT </a:t>
            </a:r>
          </a:p>
          <a:p>
            <a:r>
              <a:rPr lang="fr-FR" smtClean="0"/>
              <a:t>	Como ponte sobre as aguas como abrigo no deserto
	8-  COMME UNE FLÈCHE ATTEINT SA CIBLE </a:t>
            </a:r>
          </a:p>
          <a:p>
            <a:r>
              <a:rPr lang="fr-FR" smtClean="0"/>
              <a:t>	como flecha que acerta o alvo
	9-  JE VEUX QUE TU M’UTILISES DE LA MANIÈRE QUE TU AGRÉERAS</a:t>
            </a:r>
          </a:p>
          <a:p>
            <a:r>
              <a:rPr lang="fr-FR" smtClean="0"/>
              <a:t>	eu quero ser usado da maneira que te agrade 
	10-  FAIS CE QUE TU VOUDRAS PEU IMPORTE L’HEURE OU L’ENDROIT </a:t>
            </a:r>
          </a:p>
          <a:p>
            <a:r>
              <a:rPr lang="fr-FR" smtClean="0"/>
              <a:t>	em qualquer hora e em qualquer lugar
	11-  CAR MA VIE EST TOUTE À TOI </a:t>
            </a:r>
          </a:p>
          <a:p>
            <a:r>
              <a:rPr lang="fr-FR" smtClean="0"/>
              <a:t>	eis aqui a minha vida</a:t>
            </a:r>
          </a:p>
          <a:p>
            <a:r>
              <a:rPr lang="fr-FR" smtClean="0"/>
              <a:t>
12-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SONDE-MOI ET BRISE-MOI TRANSFORME-MOI, REMPLIS-MOI </a:t>
            </a:r>
          </a:p>
          <a:p>
            <a:r>
              <a:rPr lang="fr-FR" smtClean="0"/>
              <a:t>Sonda-me quebranta-me transforma-me enche-me
14-  SERS-TOI DE MOI SONDE-MOI ET BRISE-MOI             </a:t>
            </a:r>
          </a:p>
          <a:p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Pont 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44925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CONNAIS-MOI ET SONDE-MOI  MON SEIGNEUR </a:t>
            </a:r>
          </a:p>
          <a:p>
            <a:pPr>
              <a:defRPr/>
            </a:pPr>
            <a:r>
              <a:rPr lang="fr-FR" smtClean="0"/>
              <a:t>Sonda-me, senhor e me conheces
2-  JE TE PRIE, BRISE MON CŒUR </a:t>
            </a:r>
          </a:p>
          <a:p>
            <a:pPr>
              <a:defRPr/>
            </a:pPr>
            <a:r>
              <a:rPr lang="fr-FR" smtClean="0"/>
              <a:t>Quebranta o meu coração
3-  TRANSFORME-MOI À L’IMAGE  DE TA PAROLE </a:t>
            </a:r>
          </a:p>
          <a:p>
            <a:pPr>
              <a:defRPr/>
            </a:pPr>
            <a:r>
              <a:rPr lang="fr-FR" smtClean="0"/>
              <a:t>Transforma-me conforme a tua palavra
4-  ET REMPLIS-MOI JUSQU’À CE QU'EN MOI IL N'Y AIT PLUS QUE TOI </a:t>
            </a:r>
          </a:p>
          <a:p>
            <a:pPr>
              <a:defRPr/>
            </a:pPr>
            <a:r>
              <a:rPr lang="fr-FR" smtClean="0"/>
              <a:t>E enche-me ate que em mim se ache so a ti, então</a:t>
            </a:r>
          </a:p>
          <a:p>
            <a:pPr>
              <a:defRPr/>
            </a:pPr>
            <a:r>
              <a:rPr lang="fr-FR" smtClean="0"/>
              <a:t>
5-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TOUT COMME UN PHARE  ÉCLAIRANT LA NUIT </a:t>
            </a:r>
          </a:p>
          <a:p>
            <a:pPr>
              <a:defRPr/>
            </a:pPr>
            <a:r>
              <a:rPr lang="fr-FR" smtClean="0"/>
              <a:t>	Como um farol que brilha a noite
	7-  COMME UN PONT AU-DESSUS DES EAUX COMME UN ABRI DANS LE DÉSERT </a:t>
            </a:r>
          </a:p>
          <a:p>
            <a:pPr>
              <a:defRPr/>
            </a:pPr>
            <a:r>
              <a:rPr lang="fr-FR" smtClean="0"/>
              <a:t>	Como ponte sobre as aguas como abrigo no deserto
	8-  COMME UNE FLÈCHE ATTEINT SA CIBLE </a:t>
            </a:r>
          </a:p>
          <a:p>
            <a:pPr>
              <a:defRPr/>
            </a:pPr>
            <a:r>
              <a:rPr lang="fr-FR" smtClean="0"/>
              <a:t>	como flecha que acerta o alvo
	9-  JE VEUX QUE TU M’UTILISES DE LA MANIÈRE QUE TU AGRÉERAS</a:t>
            </a:r>
          </a:p>
          <a:p>
            <a:pPr>
              <a:defRPr/>
            </a:pPr>
            <a:r>
              <a:rPr lang="fr-FR" smtClean="0"/>
              <a:t>	eu quero ser usado da maneira que te agrade 
	10-  FAIS CE QUE TU VOUDRAS PEU IMPORTE L’HEURE OU L’ENDROIT </a:t>
            </a:r>
          </a:p>
          <a:p>
            <a:pPr>
              <a:defRPr/>
            </a:pPr>
            <a:r>
              <a:rPr lang="fr-FR" smtClean="0"/>
              <a:t>	em qualquer hora e em qualquer lugar
	11-  CAR MA VIE EST TOUTE À TOI </a:t>
            </a:r>
          </a:p>
          <a:p>
            <a:pPr>
              <a:defRPr/>
            </a:pPr>
            <a:r>
              <a:rPr lang="fr-FR" smtClean="0"/>
              <a:t>	eis aqui a minha vida</a:t>
            </a:r>
          </a:p>
          <a:p>
            <a:pPr>
              <a:defRPr/>
            </a:pPr>
            <a:r>
              <a:rPr lang="fr-FR" smtClean="0"/>
              <a:t>
12-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SONDE-MOI ET BRISE-MOI TRANSFORME-MOI, REMPLIS-MOI </a:t>
            </a:r>
          </a:p>
          <a:p>
            <a:pPr>
              <a:defRPr/>
            </a:pPr>
            <a:r>
              <a:rPr lang="fr-FR" smtClean="0"/>
              <a:t>Sonda-me quebranta-me transforma-me enche-me
14-  SERS-TOI DE MOI SONDE-MOI ET BRISE-MOI             </a:t>
            </a:r>
          </a:p>
          <a:p>
            <a:pPr>
              <a:defRPr/>
            </a:pPr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Pont 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CONNAIS-MOI ET SONDE-MOI  MON SEIGNEUR </a:t>
            </a:r>
          </a:p>
          <a:p>
            <a:r>
              <a:rPr lang="fr-FR" smtClean="0"/>
              <a:t>Sonda-me, senhor e me conheces
2-  JE TE PRIE, BRISE MON CŒUR </a:t>
            </a:r>
          </a:p>
          <a:p>
            <a:r>
              <a:rPr lang="fr-FR" smtClean="0"/>
              <a:t>Quebranta o meu coração
3-  TRANSFORME-MOI À L’IMAGE  DE TA PAROLE </a:t>
            </a:r>
          </a:p>
          <a:p>
            <a:r>
              <a:rPr lang="fr-FR" smtClean="0"/>
              <a:t>Transforma-me conforme a tua palavra
4-  ET REMPLIS-MOI JUSQU’À CE QU'EN MOI IL N'Y AIT PLUS QUE TOI </a:t>
            </a:r>
          </a:p>
          <a:p>
            <a:r>
              <a:rPr lang="fr-FR" smtClean="0"/>
              <a:t>E enche-me ate que em mim se ache so a ti, então</a:t>
            </a:r>
          </a:p>
          <a:p>
            <a:r>
              <a:rPr lang="fr-FR" smtClean="0"/>
              <a:t>
5-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	Refrain :
	6-  TOUT COMME UN PHARE  ÉCLAIRANT LA NUIT </a:t>
            </a:r>
          </a:p>
          <a:p>
            <a:r>
              <a:rPr lang="fr-FR" smtClean="0"/>
              <a:t>	Como um farol que brilha a noite
	7-  COMME UN PONT AU-DESSUS DES EAUX COMME UN ABRI DANS LE DÉSERT </a:t>
            </a:r>
          </a:p>
          <a:p>
            <a:r>
              <a:rPr lang="fr-FR" smtClean="0"/>
              <a:t>	Como ponte sobre as aguas como abrigo no deserto
	8-  COMME UNE FLÈCHE ATTEINT SA CIBLE </a:t>
            </a:r>
          </a:p>
          <a:p>
            <a:r>
              <a:rPr lang="fr-FR" smtClean="0"/>
              <a:t>	como flecha que acerta o alvo
	9-  JE VEUX QUE TU M’UTILISES DE LA MANIÈRE QUE TU AGRÉERAS</a:t>
            </a:r>
          </a:p>
          <a:p>
            <a:r>
              <a:rPr lang="fr-FR" smtClean="0"/>
              <a:t>	eu quero ser usado da maneira que te agrade 
	10-  FAIS CE QUE TU VOUDRAS PEU IMPORTE L’HEURE OU L’ENDROIT </a:t>
            </a:r>
          </a:p>
          <a:p>
            <a:r>
              <a:rPr lang="fr-FR" smtClean="0"/>
              <a:t>	em qualquer hora e em qualquer lugar
	11-  CAR MA VIE EST TOUTE À TOI </a:t>
            </a:r>
          </a:p>
          <a:p>
            <a:r>
              <a:rPr lang="fr-FR" smtClean="0"/>
              <a:t>	eis aqui a minha vida</a:t>
            </a:r>
          </a:p>
          <a:p>
            <a:r>
              <a:rPr lang="fr-FR" smtClean="0"/>
              <a:t>
12-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SONDE-MOI ET BRISE-MOI TRANSFORME-MOI, REMPLIS-MOI </a:t>
            </a:r>
          </a:p>
          <a:p>
            <a:r>
              <a:rPr lang="fr-FR" smtClean="0"/>
              <a:t>Sonda-me quebranta-me transforma-me enche-me
14-  SERS-TOI DE MOI SONDE-MOI ET BRISE-MOI             </a:t>
            </a:r>
          </a:p>
          <a:p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Pont 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194599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CONNAIS-MOI ET SONDE-MOI  MON SEIGNEUR </a:t>
            </a:r>
          </a:p>
          <a:p>
            <a:pPr>
              <a:defRPr/>
            </a:pPr>
            <a:r>
              <a:rPr lang="fr-FR" smtClean="0"/>
              <a:t>Sonda-me, senhor e me conheces
2-  JE TE PRIE, BRISE MON CŒUR </a:t>
            </a:r>
          </a:p>
          <a:p>
            <a:pPr>
              <a:defRPr/>
            </a:pPr>
            <a:r>
              <a:rPr lang="fr-FR" smtClean="0"/>
              <a:t>Quebranta o meu coração
3-  TRANSFORME-MOI À L’IMAGE  DE TA PAROLE </a:t>
            </a:r>
          </a:p>
          <a:p>
            <a:pPr>
              <a:defRPr/>
            </a:pPr>
            <a:r>
              <a:rPr lang="fr-FR" smtClean="0"/>
              <a:t>Transforma-me conforme a tua palavra
4-  ET REMPLIS-MOI JUSQU’À CE QU'EN MOI IL N'Y AIT PLUS QUE TOI </a:t>
            </a:r>
          </a:p>
          <a:p>
            <a:pPr>
              <a:defRPr/>
            </a:pPr>
            <a:r>
              <a:rPr lang="fr-FR" smtClean="0"/>
              <a:t>E enche-me ate que em mim se ache so a ti, então</a:t>
            </a:r>
          </a:p>
          <a:p>
            <a:pPr>
              <a:defRPr/>
            </a:pPr>
            <a:r>
              <a:rPr lang="fr-FR" smtClean="0"/>
              <a:t>
5-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TOUT COMME UN PHARE  ÉCLAIRANT LA NUIT </a:t>
            </a:r>
          </a:p>
          <a:p>
            <a:pPr>
              <a:defRPr/>
            </a:pPr>
            <a:r>
              <a:rPr lang="fr-FR" smtClean="0"/>
              <a:t>	Como um farol que brilha a noite
	7-  COMME UN PONT AU-DESSUS DES EAUX COMME UN ABRI DANS LE DÉSERT </a:t>
            </a:r>
          </a:p>
          <a:p>
            <a:pPr>
              <a:defRPr/>
            </a:pPr>
            <a:r>
              <a:rPr lang="fr-FR" smtClean="0"/>
              <a:t>	Como ponte sobre as aguas como abrigo no deserto
	8-  COMME UNE FLÈCHE ATTEINT SA CIBLE </a:t>
            </a:r>
          </a:p>
          <a:p>
            <a:pPr>
              <a:defRPr/>
            </a:pPr>
            <a:r>
              <a:rPr lang="fr-FR" smtClean="0"/>
              <a:t>	como flecha que acerta o alvo
	9-  JE VEUX QUE TU M’UTILISES DE LA MANIÈRE QUE TU AGRÉERAS</a:t>
            </a:r>
          </a:p>
          <a:p>
            <a:pPr>
              <a:defRPr/>
            </a:pPr>
            <a:r>
              <a:rPr lang="fr-FR" smtClean="0"/>
              <a:t>	eu quero ser usado da maneira que te agrade 
	10-  FAIS CE QUE TU VOUDRAS PEU IMPORTE L’HEURE OU L’ENDROIT </a:t>
            </a:r>
          </a:p>
          <a:p>
            <a:pPr>
              <a:defRPr/>
            </a:pPr>
            <a:r>
              <a:rPr lang="fr-FR" smtClean="0"/>
              <a:t>	em qualquer hora e em qualquer lugar
	11-  CAR MA VIE EST TOUTE À TOI </a:t>
            </a:r>
          </a:p>
          <a:p>
            <a:pPr>
              <a:defRPr/>
            </a:pPr>
            <a:r>
              <a:rPr lang="fr-FR" smtClean="0"/>
              <a:t>	eis aqui a minha vida</a:t>
            </a:r>
          </a:p>
          <a:p>
            <a:pPr>
              <a:defRPr/>
            </a:pPr>
            <a:r>
              <a:rPr lang="fr-FR" smtClean="0"/>
              <a:t>
12-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SONDE-MOI ET BRISE-MOI TRANSFORME-MOI, REMPLIS-MOI </a:t>
            </a:r>
          </a:p>
          <a:p>
            <a:pPr>
              <a:defRPr/>
            </a:pPr>
            <a:r>
              <a:rPr lang="fr-FR" smtClean="0"/>
              <a:t>Sonda-me quebranta-me transforma-me enche-me
14-  SERS-TOI DE MOI SONDE-MOI ET BRISE-MOI             </a:t>
            </a:r>
          </a:p>
          <a:p>
            <a:pPr>
              <a:defRPr/>
            </a:pPr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Pont 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CONNAIS-MOI ET SONDE-MOI  MON SEIGNEUR </a:t>
            </a:r>
          </a:p>
          <a:p>
            <a:r>
              <a:rPr lang="fr-FR" smtClean="0"/>
              <a:t>Sonda-me, senhor e me conheces
2-  JE TE PRIE, BRISE MON CŒUR </a:t>
            </a:r>
          </a:p>
          <a:p>
            <a:r>
              <a:rPr lang="fr-FR" smtClean="0"/>
              <a:t>Quebranta o meu coração
3-  TRANSFORME-MOI À L’IMAGE  DE TA PAROLE </a:t>
            </a:r>
          </a:p>
          <a:p>
            <a:r>
              <a:rPr lang="fr-FR" smtClean="0"/>
              <a:t>Transforma-me conforme a tua palavra
4-  ET REMPLIS-MOI JUSQU’À CE QU'EN MOI IL N'Y AIT PLUS QUE TOI </a:t>
            </a:r>
          </a:p>
          <a:p>
            <a:r>
              <a:rPr lang="fr-FR" smtClean="0"/>
              <a:t>E enche-me ate que em mim se ache so a ti, então</a:t>
            </a:r>
          </a:p>
          <a:p>
            <a:r>
              <a:rPr lang="fr-FR" smtClean="0"/>
              <a:t>
5-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	Refrain :
	6-  TOUT COMME UN PHARE  ÉCLAIRANT LA NUIT </a:t>
            </a:r>
          </a:p>
          <a:p>
            <a:r>
              <a:rPr lang="fr-FR" smtClean="0"/>
              <a:t>	Como um farol que brilha a noite
	7-  COMME UN PONT AU-DESSUS DES EAUX COMME UN ABRI DANS LE DÉSERT </a:t>
            </a:r>
          </a:p>
          <a:p>
            <a:r>
              <a:rPr lang="fr-FR" smtClean="0"/>
              <a:t>	Como ponte sobre as aguas como abrigo no deserto
	8-  COMME UNE FLÈCHE ATTEINT SA CIBLE </a:t>
            </a:r>
          </a:p>
          <a:p>
            <a:r>
              <a:rPr lang="fr-FR" smtClean="0"/>
              <a:t>	como flecha que acerta o alvo
	9-  JE VEUX QUE TU M’UTILISES DE LA MANIÈRE QUE TU AGRÉERAS</a:t>
            </a:r>
          </a:p>
          <a:p>
            <a:r>
              <a:rPr lang="fr-FR" smtClean="0"/>
              <a:t>	eu quero ser usado da maneira que te agrade 
	10-  FAIS CE QUE TU VOUDRAS PEU IMPORTE L’HEURE OU L’ENDROIT </a:t>
            </a:r>
          </a:p>
          <a:p>
            <a:r>
              <a:rPr lang="fr-FR" smtClean="0"/>
              <a:t>	em qualquer hora e em qualquer lugar
	11-  CAR MA VIE EST TOUTE À TOI </a:t>
            </a:r>
          </a:p>
          <a:p>
            <a:r>
              <a:rPr lang="fr-FR" smtClean="0"/>
              <a:t>	eis aqui a minha vida</a:t>
            </a:r>
          </a:p>
          <a:p>
            <a:r>
              <a:rPr lang="fr-FR" smtClean="0"/>
              <a:t>
12-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SONDE-MOI ET BRISE-MOI TRANSFORME-MOI, REMPLIS-MOI </a:t>
            </a:r>
          </a:p>
          <a:p>
            <a:r>
              <a:rPr lang="fr-FR" smtClean="0"/>
              <a:t>Sonda-me quebranta-me transforma-me enche-me
14-  SERS-TOI DE MOI SONDE-MOI ET BRISE-MOI             </a:t>
            </a:r>
          </a:p>
          <a:p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Pont 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768083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CONNAIS-MOI ET SONDE-MOI  MON SEIGNEUR </a:t>
            </a:r>
          </a:p>
          <a:p>
            <a:pPr>
              <a:defRPr/>
            </a:pPr>
            <a:r>
              <a:rPr lang="fr-FR" smtClean="0"/>
              <a:t>Sonda-me, senhor e me conheces
2-  JE TE PRIE, BRISE MON CŒUR </a:t>
            </a:r>
          </a:p>
          <a:p>
            <a:pPr>
              <a:defRPr/>
            </a:pPr>
            <a:r>
              <a:rPr lang="fr-FR" smtClean="0"/>
              <a:t>Quebranta o meu coração
3-  TRANSFORME-MOI À L’IMAGE  DE TA PAROLE </a:t>
            </a:r>
          </a:p>
          <a:p>
            <a:pPr>
              <a:defRPr/>
            </a:pPr>
            <a:r>
              <a:rPr lang="fr-FR" smtClean="0"/>
              <a:t>Transforma-me conforme a tua palavra
4-  ET REMPLIS-MOI JUSQU’À CE QU'EN MOI IL N'Y AIT PLUS QUE TOI </a:t>
            </a:r>
          </a:p>
          <a:p>
            <a:pPr>
              <a:defRPr/>
            </a:pPr>
            <a:r>
              <a:rPr lang="fr-FR" smtClean="0"/>
              <a:t>E enche-me ate que em mim se ache so a ti, então</a:t>
            </a:r>
          </a:p>
          <a:p>
            <a:pPr>
              <a:defRPr/>
            </a:pPr>
            <a:r>
              <a:rPr lang="fr-FR" smtClean="0"/>
              <a:t>
5-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TOUT COMME UN PHARE  ÉCLAIRANT LA NUIT </a:t>
            </a:r>
          </a:p>
          <a:p>
            <a:pPr>
              <a:defRPr/>
            </a:pPr>
            <a:r>
              <a:rPr lang="fr-FR" smtClean="0"/>
              <a:t>	Como um farol que brilha a noite
	7-  COMME UN PONT AU-DESSUS DES EAUX COMME UN ABRI DANS LE DÉSERT </a:t>
            </a:r>
          </a:p>
          <a:p>
            <a:pPr>
              <a:defRPr/>
            </a:pPr>
            <a:r>
              <a:rPr lang="fr-FR" smtClean="0"/>
              <a:t>	Como ponte sobre as aguas como abrigo no deserto
	8-  COMME UNE FLÈCHE ATTEINT SA CIBLE </a:t>
            </a:r>
          </a:p>
          <a:p>
            <a:pPr>
              <a:defRPr/>
            </a:pPr>
            <a:r>
              <a:rPr lang="fr-FR" smtClean="0"/>
              <a:t>	como flecha que acerta o alvo
	9-  JE VEUX QUE TU M’UTILISES DE LA MANIÈRE QUE TU AGRÉERAS</a:t>
            </a:r>
          </a:p>
          <a:p>
            <a:pPr>
              <a:defRPr/>
            </a:pPr>
            <a:r>
              <a:rPr lang="fr-FR" smtClean="0"/>
              <a:t>	eu quero ser usado da maneira que te agrade 
	10-  FAIS CE QUE TU VOUDRAS PEU IMPORTE L’HEURE OU L’ENDROIT </a:t>
            </a:r>
          </a:p>
          <a:p>
            <a:pPr>
              <a:defRPr/>
            </a:pPr>
            <a:r>
              <a:rPr lang="fr-FR" smtClean="0"/>
              <a:t>	em qualquer hora e em qualquer lugar
	11-  CAR MA VIE EST TOUTE À TOI </a:t>
            </a:r>
          </a:p>
          <a:p>
            <a:pPr>
              <a:defRPr/>
            </a:pPr>
            <a:r>
              <a:rPr lang="fr-FR" smtClean="0"/>
              <a:t>	eis aqui a minha vida</a:t>
            </a:r>
          </a:p>
          <a:p>
            <a:pPr>
              <a:defRPr/>
            </a:pPr>
            <a:r>
              <a:rPr lang="fr-FR" smtClean="0"/>
              <a:t>
12-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SONDE-MOI ET BRISE-MOI TRANSFORME-MOI, REMPLIS-MOI </a:t>
            </a:r>
          </a:p>
          <a:p>
            <a:pPr>
              <a:defRPr/>
            </a:pPr>
            <a:r>
              <a:rPr lang="fr-FR" smtClean="0"/>
              <a:t>Sonda-me quebranta-me transforma-me enche-me
14-  SERS-TOI DE MOI SONDE-MOI ET BRISE-MOI             </a:t>
            </a:r>
          </a:p>
          <a:p>
            <a:pPr>
              <a:defRPr/>
            </a:pPr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Pont 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CONNAIS-MOI ET SONDE-MOI  MON SEIGNEUR </a:t>
            </a:r>
          </a:p>
          <a:p>
            <a:r>
              <a:rPr lang="fr-FR" smtClean="0"/>
              <a:t>Sonda-me, senhor e me conheces
2-  JE TE PRIE, BRISE MON CŒUR </a:t>
            </a:r>
          </a:p>
          <a:p>
            <a:r>
              <a:rPr lang="fr-FR" smtClean="0"/>
              <a:t>Quebranta o meu coração
3-  TRANSFORME-MOI À L’IMAGE  DE TA PAROLE </a:t>
            </a:r>
          </a:p>
          <a:p>
            <a:r>
              <a:rPr lang="fr-FR" smtClean="0"/>
              <a:t>Transforma-me conforme a tua palavra
4-  ET REMPLIS-MOI JUSQU’À CE QU'EN MOI IL N'Y AIT PLUS QUE TOI </a:t>
            </a:r>
          </a:p>
          <a:p>
            <a:r>
              <a:rPr lang="fr-FR" smtClean="0"/>
              <a:t>E enche-me ate que em mim se ache so a ti, então</a:t>
            </a:r>
          </a:p>
          <a:p>
            <a:r>
              <a:rPr lang="fr-FR" smtClean="0"/>
              <a:t>
5-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	Refrain :
	6-  TOUT COMME UN PHARE  ÉCLAIRANT LA NUIT </a:t>
            </a:r>
          </a:p>
          <a:p>
            <a:r>
              <a:rPr lang="fr-FR" smtClean="0"/>
              <a:t>	Como um farol que brilha a noite
	7-  COMME UN PONT AU-DESSUS DES EAUX COMME UN ABRI DANS LE DÉSERT </a:t>
            </a:r>
          </a:p>
          <a:p>
            <a:r>
              <a:rPr lang="fr-FR" smtClean="0"/>
              <a:t>	Como ponte sobre as aguas como abrigo no deserto
	8-  COMME UNE FLÈCHE ATTEINT SA CIBLE </a:t>
            </a:r>
          </a:p>
          <a:p>
            <a:r>
              <a:rPr lang="fr-FR" smtClean="0"/>
              <a:t>	como flecha que acerta o alvo
	9-  JE VEUX QUE TU M’UTILISES DE LA MANIÈRE QUE TU AGRÉERAS</a:t>
            </a:r>
          </a:p>
          <a:p>
            <a:r>
              <a:rPr lang="fr-FR" smtClean="0"/>
              <a:t>	eu quero ser usado da maneira que te agrade 
	10-  FAIS CE QUE TU VOUDRAS PEU IMPORTE L’HEURE OU L’ENDROIT </a:t>
            </a:r>
          </a:p>
          <a:p>
            <a:r>
              <a:rPr lang="fr-FR" smtClean="0"/>
              <a:t>	em qualquer hora e em qualquer lugar
	11-  CAR MA VIE EST TOUTE À TOI </a:t>
            </a:r>
          </a:p>
          <a:p>
            <a:r>
              <a:rPr lang="fr-FR" smtClean="0"/>
              <a:t>	eis aqui a minha vida</a:t>
            </a:r>
          </a:p>
          <a:p>
            <a:r>
              <a:rPr lang="fr-FR" smtClean="0"/>
              <a:t>
12-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SONDE-MOI ET BRISE-MOI TRANSFORME-MOI, REMPLIS-MOI </a:t>
            </a:r>
          </a:p>
          <a:p>
            <a:r>
              <a:rPr lang="fr-FR" smtClean="0"/>
              <a:t>Sonda-me quebranta-me transforma-me enche-me
14-  SERS-TOI DE MOI SONDE-MOI ET BRISE-MOI             </a:t>
            </a:r>
          </a:p>
          <a:p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Pont 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98380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CONNAIS-MOI ET SONDE-MOI  MON SEIGNEUR </a:t>
            </a:r>
          </a:p>
          <a:p>
            <a:pPr>
              <a:defRPr/>
            </a:pPr>
            <a:r>
              <a:rPr lang="fr-FR" smtClean="0"/>
              <a:t>Sonda-me, senhor e me conheces
2-  JE TE PRIE, BRISE MON CŒUR </a:t>
            </a:r>
          </a:p>
          <a:p>
            <a:pPr>
              <a:defRPr/>
            </a:pPr>
            <a:r>
              <a:rPr lang="fr-FR" smtClean="0"/>
              <a:t>Quebranta o meu coração
3-  TRANSFORME-MOI À L’IMAGE  DE TA PAROLE </a:t>
            </a:r>
          </a:p>
          <a:p>
            <a:pPr>
              <a:defRPr/>
            </a:pPr>
            <a:r>
              <a:rPr lang="fr-FR" smtClean="0"/>
              <a:t>Transforma-me conforme a tua palavra
4-  ET REMPLIS-MOI JUSQU’À CE QU'EN MOI IL N'Y AIT PLUS QUE TOI </a:t>
            </a:r>
          </a:p>
          <a:p>
            <a:pPr>
              <a:defRPr/>
            </a:pPr>
            <a:r>
              <a:rPr lang="fr-FR" smtClean="0"/>
              <a:t>E enche-me ate que em mim se ache so a ti, então</a:t>
            </a:r>
          </a:p>
          <a:p>
            <a:pPr>
              <a:defRPr/>
            </a:pPr>
            <a:r>
              <a:rPr lang="fr-FR" smtClean="0"/>
              <a:t>
5-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TOUT COMME UN PHARE  ÉCLAIRANT LA NUIT </a:t>
            </a:r>
          </a:p>
          <a:p>
            <a:pPr>
              <a:defRPr/>
            </a:pPr>
            <a:r>
              <a:rPr lang="fr-FR" smtClean="0"/>
              <a:t>	Como um farol que brilha a noite
	7-  COMME UN PONT AU-DESSUS DES EAUX COMME UN ABRI DANS LE DÉSERT </a:t>
            </a:r>
          </a:p>
          <a:p>
            <a:pPr>
              <a:defRPr/>
            </a:pPr>
            <a:r>
              <a:rPr lang="fr-FR" smtClean="0"/>
              <a:t>	Como ponte sobre as aguas como abrigo no deserto
	8-  COMME UNE FLÈCHE ATTEINT SA CIBLE </a:t>
            </a:r>
          </a:p>
          <a:p>
            <a:pPr>
              <a:defRPr/>
            </a:pPr>
            <a:r>
              <a:rPr lang="fr-FR" smtClean="0"/>
              <a:t>	como flecha que acerta o alvo
	9-  JE VEUX QUE TU M’UTILISES DE LA MANIÈRE QUE TU AGRÉERAS</a:t>
            </a:r>
          </a:p>
          <a:p>
            <a:pPr>
              <a:defRPr/>
            </a:pPr>
            <a:r>
              <a:rPr lang="fr-FR" smtClean="0"/>
              <a:t>	eu quero ser usado da maneira que te agrade 
	10-  FAIS CE QUE TU VOUDRAS PEU IMPORTE L’HEURE OU L’ENDROIT </a:t>
            </a:r>
          </a:p>
          <a:p>
            <a:pPr>
              <a:defRPr/>
            </a:pPr>
            <a:r>
              <a:rPr lang="fr-FR" smtClean="0"/>
              <a:t>	em qualquer hora e em qualquer lugar
	11-  CAR MA VIE EST TOUTE À TOI </a:t>
            </a:r>
          </a:p>
          <a:p>
            <a:pPr>
              <a:defRPr/>
            </a:pPr>
            <a:r>
              <a:rPr lang="fr-FR" smtClean="0"/>
              <a:t>	eis aqui a minha vida</a:t>
            </a:r>
          </a:p>
          <a:p>
            <a:pPr>
              <a:defRPr/>
            </a:pPr>
            <a:r>
              <a:rPr lang="fr-FR" smtClean="0"/>
              <a:t>
12-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SONDE-MOI ET BRISE-MOI TRANSFORME-MOI, REMPLIS-MOI </a:t>
            </a:r>
          </a:p>
          <a:p>
            <a:pPr>
              <a:defRPr/>
            </a:pPr>
            <a:r>
              <a:rPr lang="fr-FR" smtClean="0"/>
              <a:t>Sonda-me quebranta-me transforma-me enche-me
14-  SERS-TOI DE MOI SONDE-MOI ET BRISE-MOI             </a:t>
            </a:r>
          </a:p>
          <a:p>
            <a:pPr>
              <a:defRPr/>
            </a:pPr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Pont 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CONNAIS-MOI ET SONDE-MOI  MON SEIGNEUR </a:t>
            </a:r>
          </a:p>
          <a:p>
            <a:r>
              <a:rPr lang="fr-FR" smtClean="0"/>
              <a:t>Sonda-me, senhor e me conheces
2-  JE TE PRIE, BRISE MON CŒUR </a:t>
            </a:r>
          </a:p>
          <a:p>
            <a:r>
              <a:rPr lang="fr-FR" smtClean="0"/>
              <a:t>Quebranta o meu coração
3-  TRANSFORME-MOI À L’IMAGE  DE TA PAROLE </a:t>
            </a:r>
          </a:p>
          <a:p>
            <a:r>
              <a:rPr lang="fr-FR" smtClean="0"/>
              <a:t>Transforma-me conforme a tua palavra
4-  ET REMPLIS-MOI JUSQU’À CE QU'EN MOI IL N'Y AIT PLUS QUE TOI </a:t>
            </a:r>
          </a:p>
          <a:p>
            <a:r>
              <a:rPr lang="fr-FR" smtClean="0"/>
              <a:t>E enche-me ate que em mim se ache so a ti, então</a:t>
            </a:r>
          </a:p>
          <a:p>
            <a:r>
              <a:rPr lang="fr-FR" smtClean="0"/>
              <a:t>
5-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	Refrain :
	6-  TOUT COMME UN PHARE  ÉCLAIRANT LA NUIT </a:t>
            </a:r>
          </a:p>
          <a:p>
            <a:r>
              <a:rPr lang="fr-FR" smtClean="0"/>
              <a:t>	Como um farol que brilha a noite
	7-  COMME UN PONT AU-DESSUS DES EAUX COMME UN ABRI DANS LE DÉSERT </a:t>
            </a:r>
          </a:p>
          <a:p>
            <a:r>
              <a:rPr lang="fr-FR" smtClean="0"/>
              <a:t>	Como ponte sobre as aguas como abrigo no deserto
	8-  COMME UNE FLÈCHE ATTEINT SA CIBLE </a:t>
            </a:r>
          </a:p>
          <a:p>
            <a:r>
              <a:rPr lang="fr-FR" smtClean="0"/>
              <a:t>	como flecha que acerta o alvo
	9-  JE VEUX QUE TU M’UTILISES DE LA MANIÈRE QUE TU AGRÉERAS</a:t>
            </a:r>
          </a:p>
          <a:p>
            <a:r>
              <a:rPr lang="fr-FR" smtClean="0"/>
              <a:t>	eu quero ser usado da maneira que te agrade 
	10-  FAIS CE QUE TU VOUDRAS PEU IMPORTE L’HEURE OU L’ENDROIT </a:t>
            </a:r>
          </a:p>
          <a:p>
            <a:r>
              <a:rPr lang="fr-FR" smtClean="0"/>
              <a:t>	em qualquer hora e em qualquer lugar
	11-  CAR MA VIE EST TOUTE À TOI </a:t>
            </a:r>
          </a:p>
          <a:p>
            <a:r>
              <a:rPr lang="fr-FR" smtClean="0"/>
              <a:t>	eis aqui a minha vida</a:t>
            </a:r>
          </a:p>
          <a:p>
            <a:r>
              <a:rPr lang="fr-FR" smtClean="0"/>
              <a:t>
12-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SONDE-MOI ET BRISE-MOI TRANSFORME-MOI, REMPLIS-MOI </a:t>
            </a:r>
          </a:p>
          <a:p>
            <a:r>
              <a:rPr lang="fr-FR" smtClean="0"/>
              <a:t>Sonda-me quebranta-me transforma-me enche-me
14-  SERS-TOI DE MOI SONDE-MOI ET BRISE-MOI             </a:t>
            </a:r>
          </a:p>
          <a:p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Pont 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1009013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CONNAIS-MOI ET SONDE-MOI  MON SEIGNEUR </a:t>
            </a:r>
          </a:p>
          <a:p>
            <a:pPr>
              <a:defRPr/>
            </a:pPr>
            <a:r>
              <a:rPr lang="fr-FR" smtClean="0"/>
              <a:t>Sonda-me, senhor e me conheces
2-  JE TE PRIE, BRISE MON CŒUR </a:t>
            </a:r>
          </a:p>
          <a:p>
            <a:pPr>
              <a:defRPr/>
            </a:pPr>
            <a:r>
              <a:rPr lang="fr-FR" smtClean="0"/>
              <a:t>Quebranta o meu coração
3-  TRANSFORME-MOI À L’IMAGE  DE TA PAROLE </a:t>
            </a:r>
          </a:p>
          <a:p>
            <a:pPr>
              <a:defRPr/>
            </a:pPr>
            <a:r>
              <a:rPr lang="fr-FR" smtClean="0"/>
              <a:t>Transforma-me conforme a tua palavra
4-  ET REMPLIS-MOI JUSQU’À CE QU'EN MOI IL N'Y AIT PLUS QUE TOI </a:t>
            </a:r>
          </a:p>
          <a:p>
            <a:pPr>
              <a:defRPr/>
            </a:pPr>
            <a:r>
              <a:rPr lang="fr-FR" smtClean="0"/>
              <a:t>E enche-me ate que em mim se ache so a ti, então</a:t>
            </a:r>
          </a:p>
          <a:p>
            <a:pPr>
              <a:defRPr/>
            </a:pPr>
            <a:r>
              <a:rPr lang="fr-FR" smtClean="0"/>
              <a:t>
5-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TOUT COMME UN PHARE  ÉCLAIRANT LA NUIT </a:t>
            </a:r>
          </a:p>
          <a:p>
            <a:pPr>
              <a:defRPr/>
            </a:pPr>
            <a:r>
              <a:rPr lang="fr-FR" smtClean="0"/>
              <a:t>	Como um farol que brilha a noite
	7-  COMME UN PONT AU-DESSUS DES EAUX COMME UN ABRI DANS LE DÉSERT </a:t>
            </a:r>
          </a:p>
          <a:p>
            <a:pPr>
              <a:defRPr/>
            </a:pPr>
            <a:r>
              <a:rPr lang="fr-FR" smtClean="0"/>
              <a:t>	Como ponte sobre as aguas como abrigo no deserto
	8-  COMME UNE FLÈCHE ATTEINT SA CIBLE </a:t>
            </a:r>
          </a:p>
          <a:p>
            <a:pPr>
              <a:defRPr/>
            </a:pPr>
            <a:r>
              <a:rPr lang="fr-FR" smtClean="0"/>
              <a:t>	como flecha que acerta o alvo
	9-  JE VEUX QUE TU M’UTILISES DE LA MANIÈRE QUE TU AGRÉERAS</a:t>
            </a:r>
          </a:p>
          <a:p>
            <a:pPr>
              <a:defRPr/>
            </a:pPr>
            <a:r>
              <a:rPr lang="fr-FR" smtClean="0"/>
              <a:t>	eu quero ser usado da maneira que te agrade 
	10-  FAIS CE QUE TU VOUDRAS PEU IMPORTE L’HEURE OU L’ENDROIT </a:t>
            </a:r>
          </a:p>
          <a:p>
            <a:pPr>
              <a:defRPr/>
            </a:pPr>
            <a:r>
              <a:rPr lang="fr-FR" smtClean="0"/>
              <a:t>	em qualquer hora e em qualquer lugar
	11-  CAR MA VIE EST TOUTE À TOI </a:t>
            </a:r>
          </a:p>
          <a:p>
            <a:pPr>
              <a:defRPr/>
            </a:pPr>
            <a:r>
              <a:rPr lang="fr-FR" smtClean="0"/>
              <a:t>	eis aqui a minha vida</a:t>
            </a:r>
          </a:p>
          <a:p>
            <a:pPr>
              <a:defRPr/>
            </a:pPr>
            <a:r>
              <a:rPr lang="fr-FR" smtClean="0"/>
              <a:t>
12-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SONDE-MOI ET BRISE-MOI TRANSFORME-MOI, REMPLIS-MOI </a:t>
            </a:r>
          </a:p>
          <a:p>
            <a:pPr>
              <a:defRPr/>
            </a:pPr>
            <a:r>
              <a:rPr lang="fr-FR" smtClean="0"/>
              <a:t>Sonda-me quebranta-me transforma-me enche-me
14-  SERS-TOI DE MOI SONDE-MOI ET BRISE-MOI             </a:t>
            </a:r>
          </a:p>
          <a:p>
            <a:pPr>
              <a:defRPr/>
            </a:pPr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Pont 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CONNAIS-MOI ET SONDE-MOI  MON SEIGNEUR </a:t>
            </a:r>
          </a:p>
          <a:p>
            <a:r>
              <a:rPr lang="fr-FR" smtClean="0"/>
              <a:t>Sonda-me, senhor e me conheces
2-  JE TE PRIE, BRISE MON CŒUR </a:t>
            </a:r>
          </a:p>
          <a:p>
            <a:r>
              <a:rPr lang="fr-FR" smtClean="0"/>
              <a:t>Quebranta o meu coração
3-  TRANSFORME-MOI À L’IMAGE  DE TA PAROLE </a:t>
            </a:r>
          </a:p>
          <a:p>
            <a:r>
              <a:rPr lang="fr-FR" smtClean="0"/>
              <a:t>Transforma-me conforme a tua palavra
4-  ET REMPLIS-MOI JUSQU’À CE QU'EN MOI IL N'Y AIT PLUS QUE TOI </a:t>
            </a:r>
          </a:p>
          <a:p>
            <a:r>
              <a:rPr lang="fr-FR" smtClean="0"/>
              <a:t>E enche-me ate que em mim se ache so a ti, então</a:t>
            </a:r>
          </a:p>
          <a:p>
            <a:r>
              <a:rPr lang="fr-FR" smtClean="0"/>
              <a:t>
5-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	Refrain :
	6-  TOUT COMME UN PHARE  ÉCLAIRANT LA NUIT </a:t>
            </a:r>
          </a:p>
          <a:p>
            <a:r>
              <a:rPr lang="fr-FR" smtClean="0"/>
              <a:t>	Como um farol que brilha a noite
	7-  COMME UN PONT AU-DESSUS DES EAUX COMME UN ABRI DANS LE DÉSERT </a:t>
            </a:r>
          </a:p>
          <a:p>
            <a:r>
              <a:rPr lang="fr-FR" smtClean="0"/>
              <a:t>	Como ponte sobre as aguas como abrigo no deserto
	8-  COMME UNE FLÈCHE ATTEINT SA CIBLE </a:t>
            </a:r>
          </a:p>
          <a:p>
            <a:r>
              <a:rPr lang="fr-FR" smtClean="0"/>
              <a:t>	como flecha que acerta o alvo
	9-  JE VEUX QUE TU M’UTILISES DE LA MANIÈRE QUE TU AGRÉERAS</a:t>
            </a:r>
          </a:p>
          <a:p>
            <a:r>
              <a:rPr lang="fr-FR" smtClean="0"/>
              <a:t>	eu quero ser usado da maneira que te agrade 
	10-  FAIS CE QUE TU VOUDRAS PEU IMPORTE L’HEURE OU L’ENDROIT </a:t>
            </a:r>
          </a:p>
          <a:p>
            <a:r>
              <a:rPr lang="fr-FR" smtClean="0"/>
              <a:t>	em qualquer hora e em qualquer lugar
	11-  CAR MA VIE EST TOUTE À TOI </a:t>
            </a:r>
          </a:p>
          <a:p>
            <a:r>
              <a:rPr lang="fr-FR" smtClean="0"/>
              <a:t>	eis aqui a minha vida</a:t>
            </a:r>
          </a:p>
          <a:p>
            <a:r>
              <a:rPr lang="fr-FR" smtClean="0"/>
              <a:t>
12-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SONDE-MOI ET BRISE-MOI TRANSFORME-MOI, REMPLIS-MOI </a:t>
            </a:r>
          </a:p>
          <a:p>
            <a:r>
              <a:rPr lang="fr-FR" smtClean="0"/>
              <a:t>Sonda-me quebranta-me transforma-me enche-me
14-  SERS-TOI DE MOI SONDE-MOI ET BRISE-MOI             </a:t>
            </a:r>
          </a:p>
          <a:p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Pont 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6033394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CONNAIS-MOI ET SONDE-MOI  MON SEIGNEUR </a:t>
            </a:r>
          </a:p>
          <a:p>
            <a:pPr>
              <a:defRPr/>
            </a:pPr>
            <a:r>
              <a:rPr lang="fr-FR" smtClean="0"/>
              <a:t>Sonda-me, senhor e me conheces
2-  JE TE PRIE, BRISE MON CŒUR </a:t>
            </a:r>
          </a:p>
          <a:p>
            <a:pPr>
              <a:defRPr/>
            </a:pPr>
            <a:r>
              <a:rPr lang="fr-FR" smtClean="0"/>
              <a:t>Quebranta o meu coração
3-  TRANSFORME-MOI À L’IMAGE  DE TA PAROLE </a:t>
            </a:r>
          </a:p>
          <a:p>
            <a:pPr>
              <a:defRPr/>
            </a:pPr>
            <a:r>
              <a:rPr lang="fr-FR" smtClean="0"/>
              <a:t>Transforma-me conforme a tua palavra
4-  ET REMPLIS-MOI JUSQU’À CE QU'EN MOI IL N'Y AIT PLUS QUE TOI </a:t>
            </a:r>
          </a:p>
          <a:p>
            <a:pPr>
              <a:defRPr/>
            </a:pPr>
            <a:r>
              <a:rPr lang="fr-FR" smtClean="0"/>
              <a:t>E enche-me ate que em mim se ache so a ti, então</a:t>
            </a:r>
          </a:p>
          <a:p>
            <a:pPr>
              <a:defRPr/>
            </a:pPr>
            <a:r>
              <a:rPr lang="fr-FR" smtClean="0"/>
              <a:t>
5-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TOUT COMME UN PHARE  ÉCLAIRANT LA NUIT </a:t>
            </a:r>
          </a:p>
          <a:p>
            <a:pPr>
              <a:defRPr/>
            </a:pPr>
            <a:r>
              <a:rPr lang="fr-FR" smtClean="0"/>
              <a:t>	Como um farol que brilha a noite
	7-  COMME UN PONT AU-DESSUS DES EAUX COMME UN ABRI DANS LE DÉSERT </a:t>
            </a:r>
          </a:p>
          <a:p>
            <a:pPr>
              <a:defRPr/>
            </a:pPr>
            <a:r>
              <a:rPr lang="fr-FR" smtClean="0"/>
              <a:t>	Como ponte sobre as aguas como abrigo no deserto
	8-  COMME UNE FLÈCHE ATTEINT SA CIBLE </a:t>
            </a:r>
          </a:p>
          <a:p>
            <a:pPr>
              <a:defRPr/>
            </a:pPr>
            <a:r>
              <a:rPr lang="fr-FR" smtClean="0"/>
              <a:t>	como flecha que acerta o alvo
	9-  JE VEUX QUE TU M’UTILISES DE LA MANIÈRE QUE TU AGRÉERAS</a:t>
            </a:r>
          </a:p>
          <a:p>
            <a:pPr>
              <a:defRPr/>
            </a:pPr>
            <a:r>
              <a:rPr lang="fr-FR" smtClean="0"/>
              <a:t>	eu quero ser usado da maneira que te agrade 
	10-  FAIS CE QUE TU VOUDRAS PEU IMPORTE L’HEURE OU L’ENDROIT </a:t>
            </a:r>
          </a:p>
          <a:p>
            <a:pPr>
              <a:defRPr/>
            </a:pPr>
            <a:r>
              <a:rPr lang="fr-FR" smtClean="0"/>
              <a:t>	em qualquer hora e em qualquer lugar
	11-  CAR MA VIE EST TOUTE À TOI </a:t>
            </a:r>
          </a:p>
          <a:p>
            <a:pPr>
              <a:defRPr/>
            </a:pPr>
            <a:r>
              <a:rPr lang="fr-FR" smtClean="0"/>
              <a:t>	eis aqui a minha vida</a:t>
            </a:r>
          </a:p>
          <a:p>
            <a:pPr>
              <a:defRPr/>
            </a:pPr>
            <a:r>
              <a:rPr lang="fr-FR" smtClean="0"/>
              <a:t>
12-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SONDE-MOI ET BRISE-MOI TRANSFORME-MOI, REMPLIS-MOI </a:t>
            </a:r>
          </a:p>
          <a:p>
            <a:pPr>
              <a:defRPr/>
            </a:pPr>
            <a:r>
              <a:rPr lang="fr-FR" smtClean="0"/>
              <a:t>Sonda-me quebranta-me transforma-me enche-me
14-  SERS-TOI DE MOI SONDE-MOI ET BRISE-MOI             </a:t>
            </a:r>
          </a:p>
          <a:p>
            <a:pPr>
              <a:defRPr/>
            </a:pPr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Pont 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CONNAIS-MOI ET SONDE-MOI  MON SEIGNEUR </a:t>
            </a:r>
          </a:p>
          <a:p>
            <a:r>
              <a:rPr lang="fr-FR" smtClean="0"/>
              <a:t>Sonda-me, senhor e me conheces
2-  JE TE PRIE, BRISE MON CŒUR </a:t>
            </a:r>
          </a:p>
          <a:p>
            <a:r>
              <a:rPr lang="fr-FR" smtClean="0"/>
              <a:t>Quebranta o meu coração
3-  TRANSFORME-MOI À L’IMAGE  DE TA PAROLE </a:t>
            </a:r>
          </a:p>
          <a:p>
            <a:r>
              <a:rPr lang="fr-FR" smtClean="0"/>
              <a:t>Transforma-me conforme a tua palavra
4-  ET REMPLIS-MOI JUSQU’À CE QU'EN MOI IL N'Y AIT PLUS QUE TOI </a:t>
            </a:r>
          </a:p>
          <a:p>
            <a:r>
              <a:rPr lang="fr-FR" smtClean="0"/>
              <a:t>E enche-me ate que em mim se ache so a ti, então</a:t>
            </a:r>
          </a:p>
          <a:p>
            <a:r>
              <a:rPr lang="fr-FR" smtClean="0"/>
              <a:t>
5-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	Refrain :
	6-  TOUT COMME UN PHARE  ÉCLAIRANT LA NUIT </a:t>
            </a:r>
          </a:p>
          <a:p>
            <a:r>
              <a:rPr lang="fr-FR" smtClean="0"/>
              <a:t>	Como um farol que brilha a noite
	7-  COMME UN PONT AU-DESSUS DES EAUX COMME UN ABRI DANS LE DÉSERT </a:t>
            </a:r>
          </a:p>
          <a:p>
            <a:r>
              <a:rPr lang="fr-FR" smtClean="0"/>
              <a:t>	Como ponte sobre as aguas como abrigo no deserto
	8-  COMME UNE FLÈCHE ATTEINT SA CIBLE </a:t>
            </a:r>
          </a:p>
          <a:p>
            <a:r>
              <a:rPr lang="fr-FR" smtClean="0"/>
              <a:t>	como flecha que acerta o alvo
	9-  JE VEUX QUE TU M’UTILISES DE LA MANIÈRE QUE TU AGRÉERAS</a:t>
            </a:r>
          </a:p>
          <a:p>
            <a:r>
              <a:rPr lang="fr-FR" smtClean="0"/>
              <a:t>	eu quero ser usado da maneira que te agrade 
	10-  FAIS CE QUE TU VOUDRAS PEU IMPORTE L’HEURE OU L’ENDROIT </a:t>
            </a:r>
          </a:p>
          <a:p>
            <a:r>
              <a:rPr lang="fr-FR" smtClean="0"/>
              <a:t>	em qualquer hora e em qualquer lugar
	11-  CAR MA VIE EST TOUTE À TOI </a:t>
            </a:r>
          </a:p>
          <a:p>
            <a:r>
              <a:rPr lang="fr-FR" smtClean="0"/>
              <a:t>	eis aqui a minha vida</a:t>
            </a:r>
          </a:p>
          <a:p>
            <a:r>
              <a:rPr lang="fr-FR" smtClean="0"/>
              <a:t>
12-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SONDE-MOI ET BRISE-MOI TRANSFORME-MOI, REMPLIS-MOI </a:t>
            </a:r>
          </a:p>
          <a:p>
            <a:r>
              <a:rPr lang="fr-FR" smtClean="0"/>
              <a:t>Sonda-me quebranta-me transforma-me enche-me
14-  SERS-TOI DE MOI SONDE-MOI ET BRISE-MOI             </a:t>
            </a:r>
          </a:p>
          <a:p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Pont 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6418520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CONNAIS-MOI ET SONDE-MOI  MON SEIGNEUR </a:t>
            </a:r>
          </a:p>
          <a:p>
            <a:pPr>
              <a:defRPr/>
            </a:pPr>
            <a:r>
              <a:rPr lang="fr-FR" smtClean="0"/>
              <a:t>Sonda-me, senhor e me conheces
2-  JE TE PRIE, BRISE MON CŒUR </a:t>
            </a:r>
          </a:p>
          <a:p>
            <a:pPr>
              <a:defRPr/>
            </a:pPr>
            <a:r>
              <a:rPr lang="fr-FR" smtClean="0"/>
              <a:t>Quebranta o meu coração
3-  TRANSFORME-MOI À L’IMAGE  DE TA PAROLE </a:t>
            </a:r>
          </a:p>
          <a:p>
            <a:pPr>
              <a:defRPr/>
            </a:pPr>
            <a:r>
              <a:rPr lang="fr-FR" smtClean="0"/>
              <a:t>Transforma-me conforme a tua palavra
4-  ET REMPLIS-MOI JUSQU’À CE QU'EN MOI IL N'Y AIT PLUS QUE TOI </a:t>
            </a:r>
          </a:p>
          <a:p>
            <a:pPr>
              <a:defRPr/>
            </a:pPr>
            <a:r>
              <a:rPr lang="fr-FR" smtClean="0"/>
              <a:t>E enche-me ate que em mim se ache so a ti, então</a:t>
            </a:r>
          </a:p>
          <a:p>
            <a:pPr>
              <a:defRPr/>
            </a:pPr>
            <a:r>
              <a:rPr lang="fr-FR" smtClean="0"/>
              <a:t>
5-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TOUT COMME UN PHARE  ÉCLAIRANT LA NUIT </a:t>
            </a:r>
          </a:p>
          <a:p>
            <a:pPr>
              <a:defRPr/>
            </a:pPr>
            <a:r>
              <a:rPr lang="fr-FR" smtClean="0"/>
              <a:t>	Como um farol que brilha a noite
	7-  COMME UN PONT AU-DESSUS DES EAUX COMME UN ABRI DANS LE DÉSERT </a:t>
            </a:r>
          </a:p>
          <a:p>
            <a:pPr>
              <a:defRPr/>
            </a:pPr>
            <a:r>
              <a:rPr lang="fr-FR" smtClean="0"/>
              <a:t>	Como ponte sobre as aguas como abrigo no deserto
	8-  COMME UNE FLÈCHE ATTEINT SA CIBLE </a:t>
            </a:r>
          </a:p>
          <a:p>
            <a:pPr>
              <a:defRPr/>
            </a:pPr>
            <a:r>
              <a:rPr lang="fr-FR" smtClean="0"/>
              <a:t>	como flecha que acerta o alvo
	9-  JE VEUX QUE TU M’UTILISES DE LA MANIÈRE QUE TU AGRÉERAS</a:t>
            </a:r>
          </a:p>
          <a:p>
            <a:pPr>
              <a:defRPr/>
            </a:pPr>
            <a:r>
              <a:rPr lang="fr-FR" smtClean="0"/>
              <a:t>	eu quero ser usado da maneira que te agrade 
	10-  FAIS CE QUE TU VOUDRAS PEU IMPORTE L’HEURE OU L’ENDROIT </a:t>
            </a:r>
          </a:p>
          <a:p>
            <a:pPr>
              <a:defRPr/>
            </a:pPr>
            <a:r>
              <a:rPr lang="fr-FR" smtClean="0"/>
              <a:t>	em qualquer hora e em qualquer lugar
	11-  CAR MA VIE EST TOUTE À TOI </a:t>
            </a:r>
          </a:p>
          <a:p>
            <a:pPr>
              <a:defRPr/>
            </a:pPr>
            <a:r>
              <a:rPr lang="fr-FR" smtClean="0"/>
              <a:t>	eis aqui a minha vida</a:t>
            </a:r>
          </a:p>
          <a:p>
            <a:pPr>
              <a:defRPr/>
            </a:pPr>
            <a:r>
              <a:rPr lang="fr-FR" smtClean="0"/>
              <a:t>
12-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SONDE-MOI ET BRISE-MOI TRANSFORME-MOI, REMPLIS-MOI </a:t>
            </a:r>
          </a:p>
          <a:p>
            <a:pPr>
              <a:defRPr/>
            </a:pPr>
            <a:r>
              <a:rPr lang="fr-FR" smtClean="0"/>
              <a:t>Sonda-me quebranta-me transforma-me enche-me
14-  SERS-TOI DE MOI SONDE-MOI ET BRISE-MOI             </a:t>
            </a:r>
          </a:p>
          <a:p>
            <a:pPr>
              <a:defRPr/>
            </a:pPr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Pont 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CONNAIS-MOI ET SONDE-MOI  MON SEIGNEUR </a:t>
            </a:r>
          </a:p>
          <a:p>
            <a:r>
              <a:rPr lang="fr-FR" smtClean="0"/>
              <a:t>Sonda-me, senhor e me conheces
2-  JE TE PRIE, BRISE MON CŒUR </a:t>
            </a:r>
          </a:p>
          <a:p>
            <a:r>
              <a:rPr lang="fr-FR" smtClean="0"/>
              <a:t>Quebranta o meu coração
3-  TRANSFORME-MOI À L’IMAGE  DE TA PAROLE </a:t>
            </a:r>
          </a:p>
          <a:p>
            <a:r>
              <a:rPr lang="fr-FR" smtClean="0"/>
              <a:t>Transforma-me conforme a tua palavra
4-  ET REMPLIS-MOI JUSQU’À CE QU'EN MOI IL N'Y AIT PLUS QUE TOI </a:t>
            </a:r>
          </a:p>
          <a:p>
            <a:r>
              <a:rPr lang="fr-FR" smtClean="0"/>
              <a:t>E enche-me ate que em mim se ache so a ti, então</a:t>
            </a:r>
          </a:p>
          <a:p>
            <a:r>
              <a:rPr lang="fr-FR" smtClean="0"/>
              <a:t>
5-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	Refrain :
	6-  TOUT COMME UN PHARE  ÉCLAIRANT LA NUIT </a:t>
            </a:r>
          </a:p>
          <a:p>
            <a:r>
              <a:rPr lang="fr-FR" smtClean="0"/>
              <a:t>	Como um farol que brilha a noite
	7-  COMME UN PONT AU-DESSUS DES EAUX COMME UN ABRI DANS LE DÉSERT </a:t>
            </a:r>
          </a:p>
          <a:p>
            <a:r>
              <a:rPr lang="fr-FR" smtClean="0"/>
              <a:t>	Como ponte sobre as aguas como abrigo no deserto
	8-  COMME UNE FLÈCHE ATTEINT SA CIBLE </a:t>
            </a:r>
          </a:p>
          <a:p>
            <a:r>
              <a:rPr lang="fr-FR" smtClean="0"/>
              <a:t>	como flecha que acerta o alvo
	9-  JE VEUX QUE TU M’UTILISES DE LA MANIÈRE QUE TU AGRÉERAS</a:t>
            </a:r>
          </a:p>
          <a:p>
            <a:r>
              <a:rPr lang="fr-FR" smtClean="0"/>
              <a:t>	eu quero ser usado da maneira que te agrade 
	10-  FAIS CE QUE TU VOUDRAS PEU IMPORTE L’HEURE OU L’ENDROIT </a:t>
            </a:r>
          </a:p>
          <a:p>
            <a:r>
              <a:rPr lang="fr-FR" smtClean="0"/>
              <a:t>	em qualquer hora e em qualquer lugar
	11-  CAR MA VIE EST TOUTE À TOI </a:t>
            </a:r>
          </a:p>
          <a:p>
            <a:r>
              <a:rPr lang="fr-FR" smtClean="0"/>
              <a:t>	eis aqui a minha vida</a:t>
            </a:r>
          </a:p>
          <a:p>
            <a:r>
              <a:rPr lang="fr-FR" smtClean="0"/>
              <a:t>
12-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SONDE-MOI ET BRISE-MOI TRANSFORME-MOI, REMPLIS-MOI </a:t>
            </a:r>
          </a:p>
          <a:p>
            <a:r>
              <a:rPr lang="fr-FR" smtClean="0"/>
              <a:t>Sonda-me quebranta-me transforma-me enche-me
14-  SERS-TOI DE MOI SONDE-MOI ET BRISE-MOI             </a:t>
            </a:r>
          </a:p>
          <a:p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Pont 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6385977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CONNAIS-MOI ET SONDE-MOI  MON SEIGNEUR </a:t>
            </a:r>
          </a:p>
          <a:p>
            <a:pPr>
              <a:defRPr/>
            </a:pPr>
            <a:r>
              <a:rPr lang="fr-FR" smtClean="0"/>
              <a:t>Sonda-me, senhor e me conheces
2-  JE TE PRIE, BRISE MON CŒUR </a:t>
            </a:r>
          </a:p>
          <a:p>
            <a:pPr>
              <a:defRPr/>
            </a:pPr>
            <a:r>
              <a:rPr lang="fr-FR" smtClean="0"/>
              <a:t>Quebranta o meu coração
3-  TRANSFORME-MOI À L’IMAGE  DE TA PAROLE </a:t>
            </a:r>
          </a:p>
          <a:p>
            <a:pPr>
              <a:defRPr/>
            </a:pPr>
            <a:r>
              <a:rPr lang="fr-FR" smtClean="0"/>
              <a:t>Transforma-me conforme a tua palavra
4-  ET REMPLIS-MOI JUSQU’À CE QU'EN MOI IL N'Y AIT PLUS QUE TOI </a:t>
            </a:r>
          </a:p>
          <a:p>
            <a:pPr>
              <a:defRPr/>
            </a:pPr>
            <a:r>
              <a:rPr lang="fr-FR" smtClean="0"/>
              <a:t>E enche-me ate que em mim se ache so a ti, então</a:t>
            </a:r>
          </a:p>
          <a:p>
            <a:pPr>
              <a:defRPr/>
            </a:pPr>
            <a:r>
              <a:rPr lang="fr-FR" smtClean="0"/>
              <a:t>
5-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TOUT COMME UN PHARE  ÉCLAIRANT LA NUIT </a:t>
            </a:r>
          </a:p>
          <a:p>
            <a:pPr>
              <a:defRPr/>
            </a:pPr>
            <a:r>
              <a:rPr lang="fr-FR" smtClean="0"/>
              <a:t>	Como um farol que brilha a noite
	7-  COMME UN PONT AU-DESSUS DES EAUX COMME UN ABRI DANS LE DÉSERT </a:t>
            </a:r>
          </a:p>
          <a:p>
            <a:pPr>
              <a:defRPr/>
            </a:pPr>
            <a:r>
              <a:rPr lang="fr-FR" smtClean="0"/>
              <a:t>	Como ponte sobre as aguas como abrigo no deserto
	8-  COMME UNE FLÈCHE ATTEINT SA CIBLE </a:t>
            </a:r>
          </a:p>
          <a:p>
            <a:pPr>
              <a:defRPr/>
            </a:pPr>
            <a:r>
              <a:rPr lang="fr-FR" smtClean="0"/>
              <a:t>	como flecha que acerta o alvo
	9-  JE VEUX QUE TU M’UTILISES DE LA MANIÈRE QUE TU AGRÉERAS</a:t>
            </a:r>
          </a:p>
          <a:p>
            <a:pPr>
              <a:defRPr/>
            </a:pPr>
            <a:r>
              <a:rPr lang="fr-FR" smtClean="0"/>
              <a:t>	eu quero ser usado da maneira que te agrade 
	10-  FAIS CE QUE TU VOUDRAS PEU IMPORTE L’HEURE OU L’ENDROIT </a:t>
            </a:r>
          </a:p>
          <a:p>
            <a:pPr>
              <a:defRPr/>
            </a:pPr>
            <a:r>
              <a:rPr lang="fr-FR" smtClean="0"/>
              <a:t>	em qualquer hora e em qualquer lugar
	11-  CAR MA VIE EST TOUTE À TOI </a:t>
            </a:r>
          </a:p>
          <a:p>
            <a:pPr>
              <a:defRPr/>
            </a:pPr>
            <a:r>
              <a:rPr lang="fr-FR" smtClean="0"/>
              <a:t>	eis aqui a minha vida</a:t>
            </a:r>
          </a:p>
          <a:p>
            <a:pPr>
              <a:defRPr/>
            </a:pPr>
            <a:r>
              <a:rPr lang="fr-FR" smtClean="0"/>
              <a:t>
12-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SONDE-MOI ET BRISE-MOI TRANSFORME-MOI, REMPLIS-MOI </a:t>
            </a:r>
          </a:p>
          <a:p>
            <a:pPr>
              <a:defRPr/>
            </a:pPr>
            <a:r>
              <a:rPr lang="fr-FR" smtClean="0"/>
              <a:t>Sonda-me quebranta-me transforma-me enche-me
14-  SERS-TOI DE MOI SONDE-MOI ET BRISE-MOI             </a:t>
            </a:r>
          </a:p>
          <a:p>
            <a:pPr>
              <a:defRPr/>
            </a:pPr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Pont 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CONNAIS-MOI ET SONDE-MOI  MON SEIGNEUR </a:t>
            </a:r>
          </a:p>
          <a:p>
            <a:r>
              <a:rPr lang="fr-FR" smtClean="0"/>
              <a:t>Sonda-me, senhor e me conheces
2-  JE TE PRIE, BRISE MON CŒUR </a:t>
            </a:r>
          </a:p>
          <a:p>
            <a:r>
              <a:rPr lang="fr-FR" smtClean="0"/>
              <a:t>Quebranta o meu coração
3-  TRANSFORME-MOI À L’IMAGE  DE TA PAROLE </a:t>
            </a:r>
          </a:p>
          <a:p>
            <a:r>
              <a:rPr lang="fr-FR" smtClean="0"/>
              <a:t>Transforma-me conforme a tua palavra
4-  ET REMPLIS-MOI JUSQU’À CE QU'EN MOI IL N'Y AIT PLUS QUE TOI </a:t>
            </a:r>
          </a:p>
          <a:p>
            <a:r>
              <a:rPr lang="fr-FR" smtClean="0"/>
              <a:t>E enche-me ate que em mim se ache so a ti, então</a:t>
            </a:r>
          </a:p>
          <a:p>
            <a:r>
              <a:rPr lang="fr-FR" smtClean="0"/>
              <a:t>
5-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	Refrain :
	6-  TOUT COMME UN PHARE  ÉCLAIRANT LA NUIT </a:t>
            </a:r>
          </a:p>
          <a:p>
            <a:r>
              <a:rPr lang="fr-FR" smtClean="0"/>
              <a:t>	Como um farol que brilha a noite
	7-  COMME UN PONT AU-DESSUS DES EAUX COMME UN ABRI DANS LE DÉSERT </a:t>
            </a:r>
          </a:p>
          <a:p>
            <a:r>
              <a:rPr lang="fr-FR" smtClean="0"/>
              <a:t>	Como ponte sobre as aguas como abrigo no deserto
	8-  COMME UNE FLÈCHE ATTEINT SA CIBLE </a:t>
            </a:r>
          </a:p>
          <a:p>
            <a:r>
              <a:rPr lang="fr-FR" smtClean="0"/>
              <a:t>	como flecha que acerta o alvo
	9-  JE VEUX QUE TU M’UTILISES DE LA MANIÈRE QUE TU AGRÉERAS</a:t>
            </a:r>
          </a:p>
          <a:p>
            <a:r>
              <a:rPr lang="fr-FR" smtClean="0"/>
              <a:t>	eu quero ser usado da maneira que te agrade 
	10-  FAIS CE QUE TU VOUDRAS PEU IMPORTE L’HEURE OU L’ENDROIT </a:t>
            </a:r>
          </a:p>
          <a:p>
            <a:r>
              <a:rPr lang="fr-FR" smtClean="0"/>
              <a:t>	em qualquer hora e em qualquer lugar
	11-  CAR MA VIE EST TOUTE À TOI </a:t>
            </a:r>
          </a:p>
          <a:p>
            <a:r>
              <a:rPr lang="fr-FR" smtClean="0"/>
              <a:t>	eis aqui a minha vida</a:t>
            </a:r>
          </a:p>
          <a:p>
            <a:r>
              <a:rPr lang="fr-FR" smtClean="0"/>
              <a:t>
12-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SONDE-MOI ET BRISE-MOI TRANSFORME-MOI, REMPLIS-MOI </a:t>
            </a:r>
          </a:p>
          <a:p>
            <a:r>
              <a:rPr lang="fr-FR" smtClean="0"/>
              <a:t>Sonda-me quebranta-me transforma-me enche-me
14-  SERS-TOI DE MOI SONDE-MOI ET BRISE-MOI             </a:t>
            </a:r>
          </a:p>
          <a:p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Pont 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5359225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CONNAIS-MOI ET SONDE-MOI  MON SEIGNEUR </a:t>
            </a:r>
          </a:p>
          <a:p>
            <a:pPr>
              <a:defRPr/>
            </a:pPr>
            <a:r>
              <a:rPr lang="fr-FR" smtClean="0"/>
              <a:t>Sonda-me, senhor e me conheces
2-  JE TE PRIE, BRISE MON CŒUR </a:t>
            </a:r>
          </a:p>
          <a:p>
            <a:pPr>
              <a:defRPr/>
            </a:pPr>
            <a:r>
              <a:rPr lang="fr-FR" smtClean="0"/>
              <a:t>Quebranta o meu coração
3-  TRANSFORME-MOI À L’IMAGE  DE TA PAROLE </a:t>
            </a:r>
          </a:p>
          <a:p>
            <a:pPr>
              <a:defRPr/>
            </a:pPr>
            <a:r>
              <a:rPr lang="fr-FR" smtClean="0"/>
              <a:t>Transforma-me conforme a tua palavra
4-  ET REMPLIS-MOI JUSQU’À CE QU'EN MOI IL N'Y AIT PLUS QUE TOI </a:t>
            </a:r>
          </a:p>
          <a:p>
            <a:pPr>
              <a:defRPr/>
            </a:pPr>
            <a:r>
              <a:rPr lang="fr-FR" smtClean="0"/>
              <a:t>E enche-me ate que em mim se ache so a ti, então</a:t>
            </a:r>
          </a:p>
          <a:p>
            <a:pPr>
              <a:defRPr/>
            </a:pPr>
            <a:r>
              <a:rPr lang="fr-FR" smtClean="0"/>
              <a:t>
5-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TOUT COMME UN PHARE  ÉCLAIRANT LA NUIT </a:t>
            </a:r>
          </a:p>
          <a:p>
            <a:pPr>
              <a:defRPr/>
            </a:pPr>
            <a:r>
              <a:rPr lang="fr-FR" smtClean="0"/>
              <a:t>	Como um farol que brilha a noite
	7-  COMME UN PONT AU-DESSUS DES EAUX COMME UN ABRI DANS LE DÉSERT </a:t>
            </a:r>
          </a:p>
          <a:p>
            <a:pPr>
              <a:defRPr/>
            </a:pPr>
            <a:r>
              <a:rPr lang="fr-FR" smtClean="0"/>
              <a:t>	Como ponte sobre as aguas como abrigo no deserto
	8-  COMME UNE FLÈCHE ATTEINT SA CIBLE </a:t>
            </a:r>
          </a:p>
          <a:p>
            <a:pPr>
              <a:defRPr/>
            </a:pPr>
            <a:r>
              <a:rPr lang="fr-FR" smtClean="0"/>
              <a:t>	como flecha que acerta o alvo
	9-  JE VEUX QUE TU M’UTILISES DE LA MANIÈRE QUE TU AGRÉERAS</a:t>
            </a:r>
          </a:p>
          <a:p>
            <a:pPr>
              <a:defRPr/>
            </a:pPr>
            <a:r>
              <a:rPr lang="fr-FR" smtClean="0"/>
              <a:t>	eu quero ser usado da maneira que te agrade 
	10-  FAIS CE QUE TU VOUDRAS PEU IMPORTE L’HEURE OU L’ENDROIT </a:t>
            </a:r>
          </a:p>
          <a:p>
            <a:pPr>
              <a:defRPr/>
            </a:pPr>
            <a:r>
              <a:rPr lang="fr-FR" smtClean="0"/>
              <a:t>	em qualquer hora e em qualquer lugar
	11-  CAR MA VIE EST TOUTE À TOI </a:t>
            </a:r>
          </a:p>
          <a:p>
            <a:pPr>
              <a:defRPr/>
            </a:pPr>
            <a:r>
              <a:rPr lang="fr-FR" smtClean="0"/>
              <a:t>	eis aqui a minha vida</a:t>
            </a:r>
          </a:p>
          <a:p>
            <a:pPr>
              <a:defRPr/>
            </a:pPr>
            <a:r>
              <a:rPr lang="fr-FR" smtClean="0"/>
              <a:t>
12-  SERS-TOI DE MOI, SEIGNEUR JE SUIS LÀ</a:t>
            </a:r>
          </a:p>
          <a:p>
            <a:pPr>
              <a:defRPr/>
            </a:pPr>
            <a:r>
              <a:rPr lang="fr-FR" smtClean="0"/>
              <a:t>Usa-me, senhor usa-me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SONDE-MOI ET BRISE-MOI TRANSFORME-MOI, REMPLIS-MOI </a:t>
            </a:r>
          </a:p>
          <a:p>
            <a:pPr>
              <a:defRPr/>
            </a:pPr>
            <a:r>
              <a:rPr lang="fr-FR" smtClean="0"/>
              <a:t>Sonda-me quebranta-me transforma-me enche-me
14-  SERS-TOI DE MOI SONDE-MOI ET BRISE-MOI             </a:t>
            </a:r>
          </a:p>
          <a:p>
            <a:pPr>
              <a:defRPr/>
            </a:pPr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Pont 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CONNAIS-MOI ET SONDE-MOI  MON SEIGNEUR </a:t>
            </a:r>
          </a:p>
          <a:p>
            <a:r>
              <a:rPr lang="fr-FR" smtClean="0"/>
              <a:t>Sonda-me, senhor e me conheces
2-  JE TE PRIE, BRISE MON CŒUR </a:t>
            </a:r>
          </a:p>
          <a:p>
            <a:r>
              <a:rPr lang="fr-FR" smtClean="0"/>
              <a:t>Quebranta o meu coração
3-  TRANSFORME-MOI À L’IMAGE  DE TA PAROLE </a:t>
            </a:r>
          </a:p>
          <a:p>
            <a:r>
              <a:rPr lang="fr-FR" smtClean="0"/>
              <a:t>Transforma-me conforme a tua palavra
4-  ET REMPLIS-MOI JUSQU’À CE QU'EN MOI IL N'Y AIT PLUS QUE TOI </a:t>
            </a:r>
          </a:p>
          <a:p>
            <a:r>
              <a:rPr lang="fr-FR" smtClean="0"/>
              <a:t>E enche-me ate que em mim se ache so a ti, então</a:t>
            </a:r>
          </a:p>
          <a:p>
            <a:r>
              <a:rPr lang="fr-FR" smtClean="0"/>
              <a:t>
5-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	Refrain :
	6-  TOUT COMME UN PHARE  ÉCLAIRANT LA NUIT </a:t>
            </a:r>
          </a:p>
          <a:p>
            <a:r>
              <a:rPr lang="fr-FR" smtClean="0"/>
              <a:t>	Como um farol que brilha a noite
	7-  COMME UN PONT AU-DESSUS DES EAUX COMME UN ABRI DANS LE DÉSERT </a:t>
            </a:r>
          </a:p>
          <a:p>
            <a:r>
              <a:rPr lang="fr-FR" smtClean="0"/>
              <a:t>	Como ponte sobre as aguas como abrigo no deserto
	8-  COMME UNE FLÈCHE ATTEINT SA CIBLE </a:t>
            </a:r>
          </a:p>
          <a:p>
            <a:r>
              <a:rPr lang="fr-FR" smtClean="0"/>
              <a:t>	como flecha que acerta o alvo
	9-  JE VEUX QUE TU M’UTILISES DE LA MANIÈRE QUE TU AGRÉERAS</a:t>
            </a:r>
          </a:p>
          <a:p>
            <a:r>
              <a:rPr lang="fr-FR" smtClean="0"/>
              <a:t>	eu quero ser usado da maneira que te agrade 
	10-  FAIS CE QUE TU VOUDRAS PEU IMPORTE L’HEURE OU L’ENDROIT </a:t>
            </a:r>
          </a:p>
          <a:p>
            <a:r>
              <a:rPr lang="fr-FR" smtClean="0"/>
              <a:t>	em qualquer hora e em qualquer lugar
	11-  CAR MA VIE EST TOUTE À TOI </a:t>
            </a:r>
          </a:p>
          <a:p>
            <a:r>
              <a:rPr lang="fr-FR" smtClean="0"/>
              <a:t>	eis aqui a minha vida</a:t>
            </a:r>
          </a:p>
          <a:p>
            <a:r>
              <a:rPr lang="fr-FR" smtClean="0"/>
              <a:t>
12-  SERS-TOI DE MOI, SEIGNEUR JE SUIS LÀ</a:t>
            </a:r>
          </a:p>
          <a:p>
            <a:r>
              <a:rPr lang="fr-FR" smtClean="0"/>
              <a:t>Usa-me, senhor usa-me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13-  SONDE-MOI ET BRISE-MOI TRANSFORME-MOI, REMPLIS-MOI </a:t>
            </a:r>
          </a:p>
          <a:p>
            <a:r>
              <a:rPr lang="fr-FR" smtClean="0"/>
              <a:t>Sonda-me quebranta-me transforma-me enche-me
14-  SERS-TOI DE MOI SONDE-MOI ET BRISE-MOI             </a:t>
            </a:r>
          </a:p>
          <a:p>
            <a:r>
              <a:rPr lang="fr-FR" smtClean="0"/>
              <a:t>E usa-me sonda-me quebranta-me
15-  TRANSFORME-MOI, REMPLIS-MOI SERS-TOI DE MOI, SEIGNEUR 
Transforma-me enche-me e usa-me Senhor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Pont 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243412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CONNAIS-MOI ET SONDE-MOI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PRIE, BRISE MON CŒUR</a:t>
            </a:r>
          </a:p>
        </p:txBody>
      </p:sp>
    </p:spTree>
    <p:extLst>
      <p:ext uri="{BB962C8B-B14F-4D97-AF65-F5344CB8AC3E}">
        <p14:creationId xmlns:p14="http://schemas.microsoft.com/office/powerpoint/2010/main" val="2597122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TRANSFORME-MOI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L’IMAGE DE TA PAROLE</a:t>
            </a:r>
          </a:p>
        </p:txBody>
      </p:sp>
    </p:spTree>
    <p:extLst>
      <p:ext uri="{BB962C8B-B14F-4D97-AF65-F5344CB8AC3E}">
        <p14:creationId xmlns:p14="http://schemas.microsoft.com/office/powerpoint/2010/main" val="289097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REMPLIS-MOI JUSQU’À CE QU'EN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N'Y AIT PLUS QUE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5561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SERS-TOI DE MOI,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LÀ</a:t>
            </a:r>
          </a:p>
        </p:txBody>
      </p:sp>
    </p:spTree>
    <p:extLst>
      <p:ext uri="{BB962C8B-B14F-4D97-AF65-F5344CB8AC3E}">
        <p14:creationId xmlns:p14="http://schemas.microsoft.com/office/powerpoint/2010/main" val="2988238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COMME UN PHARE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ÉCLAIRANT LA NUIT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35898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PONT AU-DESSUS DES EAUX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UN ABRI DANS LE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DÉSERT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67810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FLÈCHE ATTEINT SA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CIBLE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9832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QUE TU M’UTILISES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LA MANIÈRE QUE TU AGRÉERAS</a:t>
            </a:r>
          </a:p>
        </p:txBody>
      </p:sp>
    </p:spTree>
    <p:extLst>
      <p:ext uri="{BB962C8B-B14F-4D97-AF65-F5344CB8AC3E}">
        <p14:creationId xmlns:p14="http://schemas.microsoft.com/office/powerpoint/2010/main" val="4063632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 IMPORTE LE MOMENT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 L’ENDROIT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50454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VIE EST TOUTE À TOI</a:t>
            </a:r>
          </a:p>
        </p:txBody>
      </p:sp>
    </p:spTree>
    <p:extLst>
      <p:ext uri="{BB962C8B-B14F-4D97-AF65-F5344CB8AC3E}">
        <p14:creationId xmlns:p14="http://schemas.microsoft.com/office/powerpoint/2010/main" val="1456352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SERS-TOI DE MOI,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LÀ</a:t>
            </a:r>
          </a:p>
        </p:txBody>
      </p:sp>
    </p:spTree>
    <p:extLst>
      <p:ext uri="{BB962C8B-B14F-4D97-AF65-F5344CB8AC3E}">
        <p14:creationId xmlns:p14="http://schemas.microsoft.com/office/powerpoint/2010/main" val="1988665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SONDE-MOI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BRISE-MOI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TRANSFORME-MOI,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REMPLIS-MOI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57192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SERS-TOI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SONDE-MOI ET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BRISE-MOI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37082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TRANSFORME-MOI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REMPLIS-MOI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SERS-TOI DE MOI, SEIGNEUR</a:t>
            </a:r>
          </a:p>
        </p:txBody>
      </p:sp>
    </p:spTree>
    <p:extLst>
      <p:ext uri="{BB962C8B-B14F-4D97-AF65-F5344CB8AC3E}">
        <p14:creationId xmlns:p14="http://schemas.microsoft.com/office/powerpoint/2010/main" val="3311501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1768</TotalTime>
  <Words>475</Words>
  <Application>Microsoft Office PowerPoint</Application>
  <PresentationFormat>Affichage à l'écran (4:3)</PresentationFormat>
  <Paragraphs>867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188</cp:revision>
  <dcterms:created xsi:type="dcterms:W3CDTF">2002-08-17T10:50:50Z</dcterms:created>
  <dcterms:modified xsi:type="dcterms:W3CDTF">2022-09-24T21:00:30Z</dcterms:modified>
</cp:coreProperties>
</file>