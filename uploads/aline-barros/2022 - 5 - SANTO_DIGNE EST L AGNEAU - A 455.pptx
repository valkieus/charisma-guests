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70" r:id="rId3"/>
    <p:sldId id="259" r:id="rId4"/>
    <p:sldId id="260" r:id="rId5"/>
    <p:sldId id="269" r:id="rId6"/>
    <p:sldId id="262" r:id="rId7"/>
    <p:sldId id="267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2" autoAdjust="0"/>
    <p:restoredTop sz="58685" autoAdjust="0"/>
  </p:normalViewPr>
  <p:slideViewPr>
    <p:cSldViewPr>
      <p:cViewPr varScale="1">
        <p:scale>
          <a:sx n="67" d="100"/>
          <a:sy n="67" d="100"/>
        </p:scale>
        <p:origin x="17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B546423-79E7-48F9-9316-349DA8B28F0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/>
              <a:t>1-  ALLÉLUIA 
2-  ALLÉLUIA AU SEIGNEUR  DIEU TOUT-PUISSANT QUI RÈGNE	X4</a:t>
            </a:r>
          </a:p>
          <a:p>
            <a:r>
              <a:rPr lang="fr-FR"/>
              <a:t>
3-  ALLÉLUIA               			</a:t>
            </a:r>
          </a:p>
          <a:p>
            <a:r>
              <a:rPr lang="fr-FR"/>
              <a:t>
	4-  SAINT, SAINT, SAINT SAINT, SAINT 
	5-  TU ES SAINT SEIGNEUR DIEU TOUT-PUISSANT 
	6-  DIGNE EST L’AGNEAU   X2</a:t>
            </a:r>
          </a:p>
          <a:p>
            <a:r>
              <a:rPr lang="fr-FR"/>
              <a:t>
	7-  AMEN 
</a:t>
            </a: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dirty="0"/>
              <a:t>1-  ALLÉLUIA 
2-  ALLÉLUIA AU SEIGNEUR  DIEU TOUT-PUISSANT QUI RÈGNE	X4</a:t>
            </a:r>
          </a:p>
          <a:p>
            <a:pPr eaLnBrk="1" hangingPunct="1"/>
            <a:r>
              <a:rPr lang="fr-FR"/>
              <a:t>
3-  ALLÉLUIA               			</a:t>
            </a:r>
          </a:p>
          <a:p>
            <a:pPr eaLnBrk="1" hangingPunct="1"/>
            <a:r>
              <a:rPr lang="fr-FR" dirty="0"/>
              <a:t>
	4-  SAINT, SAINT, SAINT </a:t>
            </a:r>
            <a:r>
              <a:rPr lang="fr-FR" dirty="0" err="1"/>
              <a:t>SAINT</a:t>
            </a:r>
            <a:r>
              <a:rPr lang="fr-FR" dirty="0"/>
              <a:t>, SAINT 
	5-  TU ES SAINT SEIGNEUR DIEU TOUT-PUISSANT 
	6-  DIGNE EST L’AGNEAU   X2</a:t>
            </a:r>
          </a:p>
          <a:p>
            <a:pPr eaLnBrk="1" hangingPunct="1"/>
            <a:r>
              <a:rPr lang="fr-FR" dirty="0"/>
              <a:t>
	7-  AMEN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/>
              <a:t>1-  ALLÉLUIA 
2-  ALLÉLUIA AU SEIGNEUR  DIEU TOUT-PUISSANT QUI RÈGNE	X4</a:t>
            </a:r>
          </a:p>
          <a:p>
            <a:r>
              <a:rPr lang="fr-FR"/>
              <a:t>
3-  ALLÉLUIA               			</a:t>
            </a:r>
          </a:p>
          <a:p>
            <a:r>
              <a:rPr lang="fr-FR"/>
              <a:t>
	4-  SAINT, SAINT, SAINT SAINT, SAINT 
	5-  TU ES SAINT SEIGNEUR DIEU TOUT-PUISSANT 
	6-  DIGNE EST L’AGNEAU   X2</a:t>
            </a:r>
          </a:p>
          <a:p>
            <a:r>
              <a:rPr lang="fr-FR"/>
              <a:t>
	7-  AMEN 
</a:t>
            </a: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/>
              <a:t>1-  ALLÉLUIA 
2-  ALLÉLUIA AU SEIGNEUR  DIEU TOUT-PUISSANT QUI RÈGNE	X4</a:t>
            </a:r>
          </a:p>
          <a:p>
            <a:pPr eaLnBrk="1" hangingPunct="1"/>
            <a:r>
              <a:rPr lang="fr-FR"/>
              <a:t>
3-  ALLÉLUIA               			</a:t>
            </a:r>
          </a:p>
          <a:p>
            <a:pPr eaLnBrk="1" hangingPunct="1"/>
            <a:r>
              <a:rPr lang="fr-FR"/>
              <a:t>
	4-  SAINT, SAINT, SAINT SAINT, SAINT 
	5-  TU ES SAINT SEIGNEUR DIEU TOUT-PUISSANT 
	6-  DIGNE EST L’AGNEAU   X2</a:t>
            </a:r>
          </a:p>
          <a:p>
            <a:pPr eaLnBrk="1" hangingPunct="1"/>
            <a:r>
              <a:rPr lang="fr-FR"/>
              <a:t>
	7-  AMEN 
</a:t>
            </a:r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/>
              <a:t>1-  ALLÉLUIA 
2-  ALLÉLUIA AU SEIGNEUR  DIEU TOUT-PUISSANT QUI RÈGNE	X4</a:t>
            </a:r>
          </a:p>
          <a:p>
            <a:r>
              <a:rPr lang="fr-FR"/>
              <a:t>
3-  ALLÉLUIA               			</a:t>
            </a:r>
          </a:p>
          <a:p>
            <a:r>
              <a:rPr lang="fr-FR"/>
              <a:t>
	4-  SAINT, SAINT, SAINT SAINT, SAINT 
	5-  TU ES SAINT SEIGNEUR DIEU TOUT-PUISSANT 
	6-  DIGNE EST L’AGNEAU   X2</a:t>
            </a:r>
          </a:p>
          <a:p>
            <a:r>
              <a:rPr lang="fr-FR"/>
              <a:t>
	7-  AMEN 
</a:t>
            </a: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/>
              <a:t>1-  ALLÉLUIA 
2-  ALLÉLUIA AU SEIGNEUR  DIEU TOUT-PUISSANT QUI RÈGNE	X4</a:t>
            </a:r>
          </a:p>
          <a:p>
            <a:pPr eaLnBrk="1" hangingPunct="1"/>
            <a:r>
              <a:rPr lang="fr-FR"/>
              <a:t>
3-  ALLÉLUIA               			</a:t>
            </a:r>
          </a:p>
          <a:p>
            <a:pPr eaLnBrk="1" hangingPunct="1"/>
            <a:r>
              <a:rPr lang="fr-FR"/>
              <a:t>
	4-  SAINT, SAINT, SAINT SAINT, SAINT 
	5-  TU ES SAINT SEIGNEUR DIEU TOUT-PUISSANT 
	6-  DIGNE EST L’AGNEAU   X2</a:t>
            </a:r>
          </a:p>
          <a:p>
            <a:pPr eaLnBrk="1" hangingPunct="1"/>
            <a:r>
              <a:rPr lang="fr-FR"/>
              <a:t>
	7-  AMEN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/>
              <a:t>1-  ALLÉLUIA 
2-  ALLÉLUIA AU SEIGNEUR  DIEU TOUT-PUISSANT QUI RÈGNE	X4</a:t>
            </a:r>
          </a:p>
          <a:p>
            <a:r>
              <a:rPr lang="fr-FR"/>
              <a:t>
3-  ALLÉLUIA               			</a:t>
            </a:r>
          </a:p>
          <a:p>
            <a:r>
              <a:rPr lang="fr-FR"/>
              <a:t>
	4-  SAINT, SAINT, SAINT SAINT, SAINT 
	5-  TU ES SAINT SEIGNEUR DIEU TOUT-PUISSANT 
	6-  DIGNE EST L’AGNEAU   X2</a:t>
            </a:r>
          </a:p>
          <a:p>
            <a:r>
              <a:rPr lang="fr-FR"/>
              <a:t>
	7-  AMEN 
</a:t>
            </a: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/>
              <a:t>1-  ALLÉLUIA 
2-  ALLÉLUIA AU SEIGNEUR  DIEU TOUT-PUISSANT QUI RÈGNE	X4</a:t>
            </a:r>
          </a:p>
          <a:p>
            <a:pPr eaLnBrk="1" hangingPunct="1"/>
            <a:r>
              <a:rPr lang="fr-FR"/>
              <a:t>
3-  ALLÉLUIA               			</a:t>
            </a:r>
          </a:p>
          <a:p>
            <a:pPr eaLnBrk="1" hangingPunct="1"/>
            <a:r>
              <a:rPr lang="fr-FR"/>
              <a:t>
	4-  SAINT, SAINT, SAINT SAINT, SAINT 
	5-  TU ES SAINT SEIGNEUR DIEU TOUT-PUISSANT 
	6-  DIGNE EST L’AGNEAU   X2</a:t>
            </a:r>
          </a:p>
          <a:p>
            <a:pPr eaLnBrk="1" hangingPunct="1"/>
            <a:r>
              <a:rPr lang="fr-FR"/>
              <a:t>
	7-  AMEN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/>
              <a:t>1-  ALLÉLUIA 
2-  ALLÉLUIA AU SEIGNEUR  DIEU TOUT-PUISSANT QUI RÈGNE	X4</a:t>
            </a:r>
          </a:p>
          <a:p>
            <a:r>
              <a:rPr lang="fr-FR"/>
              <a:t>
3-  ALLÉLUIA               			</a:t>
            </a:r>
          </a:p>
          <a:p>
            <a:r>
              <a:rPr lang="fr-FR"/>
              <a:t>
	4-  SAINT, SAINT, SAINT SAINT, SAINT 
	5-  TU ES SAINT SEIGNEUR DIEU TOUT-PUISSANT 
	6-  DIGNE EST L’AGNEAU   X2</a:t>
            </a:r>
          </a:p>
          <a:p>
            <a:r>
              <a:rPr lang="fr-FR"/>
              <a:t>
	7-  AMEN 
</a:t>
            </a: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/>
              <a:t>1-  ALLÉLUIA 
2-  ALLÉLUIA AU SEIGNEUR  DIEU TOUT-PUISSANT QUI RÈGNE	X4</a:t>
            </a:r>
          </a:p>
          <a:p>
            <a:pPr eaLnBrk="1" hangingPunct="1"/>
            <a:r>
              <a:rPr lang="fr-FR"/>
              <a:t>
3-  ALLÉLUIA               			</a:t>
            </a:r>
          </a:p>
          <a:p>
            <a:pPr eaLnBrk="1" hangingPunct="1"/>
            <a:r>
              <a:rPr lang="fr-FR"/>
              <a:t>
	4-  SAINT, SAINT, SAINT SAINT, SAINT 
	5-  TU ES SAINT SEIGNEUR DIEU TOUT-PUISSANT 
	6-  DIGNE EST L’AGNEAU   X2</a:t>
            </a:r>
          </a:p>
          <a:p>
            <a:pPr eaLnBrk="1" hangingPunct="1"/>
            <a:r>
              <a:rPr lang="fr-FR"/>
              <a:t>
	7-  AMEN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/>
              <a:t>1-  ALLÉLUIA 
2-  ALLÉLUIA AU SEIGNEUR  DIEU TOUT-PUISSANT QUI RÈGNE	X4</a:t>
            </a:r>
          </a:p>
          <a:p>
            <a:r>
              <a:rPr lang="fr-FR"/>
              <a:t>
3-  ALLÉLUIA               			</a:t>
            </a:r>
          </a:p>
          <a:p>
            <a:r>
              <a:rPr lang="fr-FR"/>
              <a:t>
	4-  SAINT, SAINT, SAINT SAINT, SAINT 
	5-  TU ES SAINT SEIGNEUR DIEU TOUT-PUISSANT 
	6-  DIGNE EST L’AGNEAU   X2</a:t>
            </a:r>
          </a:p>
          <a:p>
            <a:r>
              <a:rPr lang="fr-FR"/>
              <a:t>
	7-  AMEN 
</a:t>
            </a: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/>
              <a:t>1-  ALLÉLUIA 
2-  ALLÉLUIA AU SEIGNEUR  DIEU TOUT-PUISSANT QUI RÈGNE	X4</a:t>
            </a:r>
          </a:p>
          <a:p>
            <a:pPr eaLnBrk="1" hangingPunct="1"/>
            <a:r>
              <a:rPr lang="fr-FR"/>
              <a:t>
3-  ALLÉLUIA               			</a:t>
            </a:r>
          </a:p>
          <a:p>
            <a:pPr eaLnBrk="1" hangingPunct="1"/>
            <a:r>
              <a:rPr lang="fr-FR"/>
              <a:t>
	4-  SAINT, SAINT, SAINT SAINT, SAINT 
	5-  TU ES SAINT SEIGNEUR DIEU TOUT-PUISSANT 
	6-  DIGNE EST L’AGNEAU   X2</a:t>
            </a:r>
          </a:p>
          <a:p>
            <a:pPr eaLnBrk="1" hangingPunct="1"/>
            <a:r>
              <a:rPr lang="fr-FR"/>
              <a:t>
	7-  AMEN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/>
              <a:t>1-  ALLÉLUIA 
2-  ALLÉLUIA AU SEIGNEUR  DIEU TOUT-PUISSANT QUI RÈGNE	X4</a:t>
            </a:r>
          </a:p>
          <a:p>
            <a:r>
              <a:rPr lang="fr-FR"/>
              <a:t>
3-  ALLÉLUIA               			</a:t>
            </a:r>
          </a:p>
          <a:p>
            <a:r>
              <a:rPr lang="fr-FR"/>
              <a:t>
	4-  SAINT, SAINT, SAINT SAINT, SAINT 
	5-  TU ES SAINT SEIGNEUR DIEU TOUT-PUISSANT 
	6-  DIGNE EST L’AGNEAU   X2</a:t>
            </a:r>
          </a:p>
          <a:p>
            <a:r>
              <a:rPr lang="fr-FR"/>
              <a:t>
	7-  AMEN 
</a:t>
            </a: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/>
              <a:t>1-  ALLÉLUIA 
2-  ALLÉLUIA AU SEIGNEUR  DIEU TOUT-PUISSANT QUI RÈGNE	X4</a:t>
            </a:r>
          </a:p>
          <a:p>
            <a:pPr eaLnBrk="1" hangingPunct="1"/>
            <a:r>
              <a:rPr lang="fr-FR"/>
              <a:t>
3-  ALLÉLUIA               			</a:t>
            </a:r>
          </a:p>
          <a:p>
            <a:pPr eaLnBrk="1" hangingPunct="1"/>
            <a:r>
              <a:rPr lang="fr-FR"/>
              <a:t>
	4-  SAINT, SAINT, SAINT SAINT, SAINT 
	5-  TU ES SAINT SEIGNEUR DIEU TOUT-PUISSANT 
	6-  DIGNE EST L’AGNEAU   X2</a:t>
            </a:r>
          </a:p>
          <a:p>
            <a:pPr eaLnBrk="1" hangingPunct="1"/>
            <a:r>
              <a:rPr lang="fr-FR"/>
              <a:t>
	7-  AMEN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8AD4C-5D2F-4479-A810-F7F3AA5639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E0D42-B089-4295-BF77-1BD556951DA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863ED-AE2D-4457-AEA4-9A6671D19E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FAE70-37A3-43DA-A519-EC22CFAFA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264BC-48CE-4C30-99DD-79C051E31EF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18ACF-B0DC-4E73-8886-2AFD0D3EEBE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FFEAA-19C3-4E90-ACFF-5A70A933FE7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51179-5173-4A7E-A616-5DB4F97F98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2B721-8BBC-463A-BDD9-2BDD5213EF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68D0E-8174-4E54-8CF0-CC6B4F9079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D3BD2-7329-43CC-84EE-B5BF697D049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4684BD-9121-4EAB-B645-83B887C7A49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 AU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 QUI RÈGNE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SAINT, SAINT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SAINT,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 EST L’AGNEAU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742</Words>
  <Application>Microsoft Office PowerPoint</Application>
  <PresentationFormat>Affichage à l'écran (4:3)</PresentationFormat>
  <Paragraphs>66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9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73</cp:revision>
  <dcterms:created xsi:type="dcterms:W3CDTF">2002-08-17T10:50:50Z</dcterms:created>
  <dcterms:modified xsi:type="dcterms:W3CDTF">2021-12-19T08:38:23Z</dcterms:modified>
</cp:coreProperties>
</file>