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96" r:id="rId2"/>
    <p:sldId id="307" r:id="rId3"/>
    <p:sldId id="306" r:id="rId4"/>
    <p:sldId id="308" r:id="rId5"/>
    <p:sldId id="305" r:id="rId6"/>
    <p:sldId id="309" r:id="rId7"/>
    <p:sldId id="304" r:id="rId8"/>
    <p:sldId id="299" r:id="rId9"/>
    <p:sldId id="311" r:id="rId10"/>
    <p:sldId id="310" r:id="rId11"/>
    <p:sldId id="315" r:id="rId12"/>
    <p:sldId id="298" r:id="rId13"/>
    <p:sldId id="312" r:id="rId14"/>
    <p:sldId id="297" r:id="rId15"/>
    <p:sldId id="313" r:id="rId16"/>
    <p:sldId id="314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36908" autoAdjust="0"/>
  </p:normalViewPr>
  <p:slideViewPr>
    <p:cSldViewPr>
      <p:cViewPr varScale="1">
        <p:scale>
          <a:sx n="37" d="100"/>
          <a:sy n="37" d="100"/>
        </p:scale>
        <p:origin x="-217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13/07/2018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TOMBE  SUR MOI (NANANA)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TOUT N’EST QUE DÉSERT  AUTOUR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 VIENNENT (OH OH OH)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
4-  CAR  ILS  VEULENT M’EMPÊCHER D’AVANCER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JE SAIS QUE TON FEU SE RÉPANDRA SUR MOI (HEY HEY)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SAIS QUE TON FEU SE RÉPANDRA SUR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ALORS JE DIRAI, ALORS JE DIRAI OOOH LA MER S’OUVRIRA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 eu direi, então eu direi, ououh, abra-se o mar
9-  ET JE PASSERAI EN SAUTANT  ET DANSANT DE JOIE DEVANT LE ROI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eu passarei pulando e dança ndoem sua presença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ALORS JE SAUTE,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ALORS JE DANSE DANSE, DANSE, DANSE,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DANS LA PRÉSENCE DU ROI (UN CRI DE JOIE)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Um grito de júbilo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ALORS JE CRIE, CRIE, CRIE, CRIE, CRIE 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ALORS JE COURS  COURS, COURS, COURS, COURS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DANS LA PRÉSENCE DU ROI
Na presença do rei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TOMBE  SUR MOI (NANANA)</a:t>
            </a:r>
          </a:p>
          <a:p>
            <a:r>
              <a:rPr lang="fr-FR" smtClean="0"/>
              <a:t>Quando a noite fria cair sobre mim (nanana) 
2- TOUT N’EST QUE DÉSERT  AUTOUR DE MOI</a:t>
            </a:r>
          </a:p>
          <a:p>
            <a:r>
              <a:rPr lang="fr-FR" smtClean="0"/>
              <a:t>E num deserto eu me encontrar 
3-  LES ÉGYPTIENS ET PHARAON  VIENNENT (OH OH OH) </a:t>
            </a:r>
          </a:p>
          <a:p>
            <a:r>
              <a:rPr lang="fr-FR" smtClean="0"/>
              <a:t>Me ver cer cado por egípcios e porfaraó (ohohoh)
4-  CAR  ILS  VEULENT M’EMPÊCHER D’AVANCER</a:t>
            </a:r>
          </a:p>
          <a:p>
            <a:r>
              <a:rPr lang="fr-FR" smtClean="0"/>
              <a:t>Sendo impedido de pros seguir</a:t>
            </a:r>
          </a:p>
          <a:p>
            <a:endParaRPr lang="fr-FR" smtClean="0"/>
          </a:p>
          <a:p>
            <a:r>
              <a:rPr lang="fr-FR" smtClean="0"/>
              <a:t>5-  JE SAIS QUE TON FEU SE RÉPANDRA SUR MOI (HEY HEY)</a:t>
            </a:r>
          </a:p>
          <a:p>
            <a:r>
              <a:rPr lang="fr-FR" smtClean="0"/>
              <a:t>Sei que o teu fogo cairá sobre mim (heyey) 
6-  JE SAIS QUE TON FEU SE RÉPANDRA SUR MOI</a:t>
            </a:r>
          </a:p>
          <a:p>
            <a:r>
              <a:rPr lang="fr-FR" smtClean="0"/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mtClean="0"/>
          </a:p>
          <a:p>
            <a:r>
              <a:rPr lang="fr-FR" smtClean="0"/>
              <a:t>8-  ALORS JE DIRAI, ALORS JE DIRAI OOOH LA MER S’OUVRIRA</a:t>
            </a:r>
          </a:p>
          <a:p>
            <a:r>
              <a:rPr lang="fr-FR" smtClean="0"/>
              <a:t>Então eu direi, então eu direi, ououh, abra-se o mar
9-  ET JE PASSERAI EN SAUTANT  ET DANSANT DE JOIE DEVANT LE ROI         </a:t>
            </a:r>
          </a:p>
          <a:p>
            <a:r>
              <a:rPr lang="fr-FR" smtClean="0"/>
              <a:t>E eu passarei pulando e dança ndoem sua presença </a:t>
            </a:r>
          </a:p>
          <a:p>
            <a:endParaRPr lang="fr-FR" smtClean="0"/>
          </a:p>
          <a:p>
            <a:r>
              <a:rPr lang="fr-FR" smtClean="0"/>
              <a:t>10-  ALORS JE SAUTE, SAUTE, SAUTE, SAUTE, SAUTE </a:t>
            </a:r>
          </a:p>
          <a:p>
            <a:r>
              <a:rPr lang="fr-FR" smtClean="0"/>
              <a:t>Poris soeu pulo, pulo, pulo, pulo, pulo </a:t>
            </a:r>
          </a:p>
          <a:p>
            <a:r>
              <a:rPr lang="fr-FR" smtClean="0"/>
              <a:t>11-DANS LA PRÉSENCE DU ROI</a:t>
            </a:r>
          </a:p>
          <a:p>
            <a:r>
              <a:rPr lang="fr-FR" smtClean="0"/>
              <a:t>Na presença do rei</a:t>
            </a:r>
          </a:p>
          <a:p>
            <a:r>
              <a:rPr lang="fr-FR" smtClean="0"/>
              <a:t>12-  ALORS JE DANSE DANSE, DANSE, DANSE, DANSE </a:t>
            </a:r>
          </a:p>
          <a:p>
            <a:r>
              <a:rPr lang="fr-FR" smtClean="0"/>
              <a:t>Poris soeu danço, danço, danço, danço, danço</a:t>
            </a:r>
          </a:p>
          <a:p>
            <a:r>
              <a:rPr lang="fr-FR" smtClean="0"/>
              <a:t>13-  DANS LA PRÉSENCE DU ROI (UN CRI DE JOIE) </a:t>
            </a:r>
          </a:p>
          <a:p>
            <a:r>
              <a:rPr lang="fr-FR" smtClean="0"/>
              <a:t>Na presença do rei Um grito de júbilo</a:t>
            </a:r>
          </a:p>
          <a:p>
            <a:r>
              <a:rPr lang="fr-FR" smtClean="0"/>
              <a:t>14-  ALORS JE CRIE, CRIE, CRIE, CRIE, CRIE DANS LA PRÉSENCE DU ROI</a:t>
            </a:r>
          </a:p>
          <a:p>
            <a:r>
              <a:rPr lang="fr-FR" smtClean="0"/>
              <a:t>Poris soeu grito, grito, grito, grito, grito Na presença do rei</a:t>
            </a:r>
          </a:p>
          <a:p>
            <a:r>
              <a:rPr lang="fr-FR" smtClean="0"/>
              <a:t>15-  ALORS JE COURS  COURS, COURS, COURS, COURS </a:t>
            </a:r>
          </a:p>
          <a:p>
            <a:r>
              <a:rPr lang="fr-FR" smtClean="0"/>
              <a:t>Poris soeu corro, corro, corro, corro, corro</a:t>
            </a:r>
          </a:p>
          <a:p>
            <a:r>
              <a:rPr lang="fr-FR" smtClean="0"/>
              <a:t>16-  DANS LA PRÉSENCE DU ROI
Na presença do rei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TOMBE  SUR MOI (NANANA)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TOUT N’EST QUE DÉSERT  AUTOUR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 VIENNENT (OH OH OH)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
4-  CAR  ILS  VEULENT M’EMPÊCHER D’AVANCER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JE SAIS QUE TON FEU SE RÉPANDRA SUR MOI (HEY HEY)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SAIS QUE TON FEU SE RÉPANDRA SUR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ALORS JE DIRAI, ALORS JE DIRAI OOOH LA MER S’OUVRIRA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 eu direi, então eu direi, ououh, abra-se o mar
9-  ET JE PASSERAI EN SAUTANT  ET DANSANT DE JOIE DEVANT LE ROI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eu passarei pulando e dança ndoem sua presença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ALORS JE SAUTE,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ALORS JE DANSE DANSE, DANSE, DANSE,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DANS LA PRÉSENCE DU ROI (UN CRI DE JOIE)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Um grito de júbilo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ALORS JE CRIE, CRIE, CRIE, CRIE, CRIE 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ALORS JE COURS  COURS, COURS, COURS, COURS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DANS LA PRÉSENCE DU ROI
Na presença do rei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TOMBE  SUR MOI (NANANA)</a:t>
            </a:r>
          </a:p>
          <a:p>
            <a:r>
              <a:rPr lang="fr-FR" smtClean="0"/>
              <a:t>Quando a noite fria cair sobre mim (nanana) 
2- TOUT N’EST QUE DÉSERT  AUTOUR DE MOI</a:t>
            </a:r>
          </a:p>
          <a:p>
            <a:r>
              <a:rPr lang="fr-FR" smtClean="0"/>
              <a:t>E num deserto eu me encontrar 
3-  LES ÉGYPTIENS ET PHARAON  VIENNENT (OH OH OH) </a:t>
            </a:r>
          </a:p>
          <a:p>
            <a:r>
              <a:rPr lang="fr-FR" smtClean="0"/>
              <a:t>Me ver cer cado por egípcios e porfaraó (ohohoh)
4-  CAR  ILS  VEULENT M’EMPÊCHER D’AVANCER</a:t>
            </a:r>
          </a:p>
          <a:p>
            <a:r>
              <a:rPr lang="fr-FR" smtClean="0"/>
              <a:t>Sendo impedido de pros seguir</a:t>
            </a:r>
          </a:p>
          <a:p>
            <a:endParaRPr lang="fr-FR" smtClean="0"/>
          </a:p>
          <a:p>
            <a:r>
              <a:rPr lang="fr-FR" smtClean="0"/>
              <a:t>5-  JE SAIS QUE TON FEU SE RÉPANDRA SUR MOI (HEY HEY)</a:t>
            </a:r>
          </a:p>
          <a:p>
            <a:r>
              <a:rPr lang="fr-FR" smtClean="0"/>
              <a:t>Sei que o teu fogo cairá sobre mim (heyey) 
6-  JE SAIS QUE TON FEU SE RÉPANDRA SUR MOI</a:t>
            </a:r>
          </a:p>
          <a:p>
            <a:r>
              <a:rPr lang="fr-FR" smtClean="0"/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mtClean="0"/>
          </a:p>
          <a:p>
            <a:r>
              <a:rPr lang="fr-FR" smtClean="0"/>
              <a:t>8-  ALORS JE DIRAI, ALORS JE DIRAI OOOH LA MER S’OUVRIRA</a:t>
            </a:r>
          </a:p>
          <a:p>
            <a:r>
              <a:rPr lang="fr-FR" smtClean="0"/>
              <a:t>Então eu direi, então eu direi, ououh, abra-se o mar
9-  ET JE PASSERAI EN SAUTANT  ET DANSANT DE JOIE DEVANT LE ROI         </a:t>
            </a:r>
          </a:p>
          <a:p>
            <a:r>
              <a:rPr lang="fr-FR" smtClean="0"/>
              <a:t>E eu passarei pulando e dança ndoem sua presença </a:t>
            </a:r>
          </a:p>
          <a:p>
            <a:endParaRPr lang="fr-FR" smtClean="0"/>
          </a:p>
          <a:p>
            <a:r>
              <a:rPr lang="fr-FR" smtClean="0"/>
              <a:t>10-  ALORS JE SAUTE, SAUTE, SAUTE, SAUTE, SAUTE </a:t>
            </a:r>
          </a:p>
          <a:p>
            <a:r>
              <a:rPr lang="fr-FR" smtClean="0"/>
              <a:t>Poris soeu pulo, pulo, pulo, pulo, pulo </a:t>
            </a:r>
          </a:p>
          <a:p>
            <a:r>
              <a:rPr lang="fr-FR" smtClean="0"/>
              <a:t>11-DANS LA PRÉSENCE DU ROI</a:t>
            </a:r>
          </a:p>
          <a:p>
            <a:r>
              <a:rPr lang="fr-FR" smtClean="0"/>
              <a:t>Na presença do rei</a:t>
            </a:r>
          </a:p>
          <a:p>
            <a:r>
              <a:rPr lang="fr-FR" smtClean="0"/>
              <a:t>12-  ALORS JE DANSE DANSE, DANSE, DANSE, DANSE </a:t>
            </a:r>
          </a:p>
          <a:p>
            <a:r>
              <a:rPr lang="fr-FR" smtClean="0"/>
              <a:t>Poris soeu danço, danço, danço, danço, danço</a:t>
            </a:r>
          </a:p>
          <a:p>
            <a:r>
              <a:rPr lang="fr-FR" smtClean="0"/>
              <a:t>13-  DANS LA PRÉSENCE DU ROI (UN CRI DE JOIE) </a:t>
            </a:r>
          </a:p>
          <a:p>
            <a:r>
              <a:rPr lang="fr-FR" smtClean="0"/>
              <a:t>Na presença do rei Um grito de júbilo</a:t>
            </a:r>
          </a:p>
          <a:p>
            <a:r>
              <a:rPr lang="fr-FR" smtClean="0"/>
              <a:t>14-  ALORS JE CRIE, CRIE, CRIE, CRIE, CRIE DANS LA PRÉSENCE DU ROI</a:t>
            </a:r>
          </a:p>
          <a:p>
            <a:r>
              <a:rPr lang="fr-FR" smtClean="0"/>
              <a:t>Poris soeu grito, grito, grito, grito, grito Na presença do rei</a:t>
            </a:r>
          </a:p>
          <a:p>
            <a:r>
              <a:rPr lang="fr-FR" smtClean="0"/>
              <a:t>15-  ALORS JE COURS  COURS, COURS, COURS, COURS </a:t>
            </a:r>
          </a:p>
          <a:p>
            <a:r>
              <a:rPr lang="fr-FR" smtClean="0"/>
              <a:t>Poris soeu corro, corro, corro, corro, corro</a:t>
            </a:r>
          </a:p>
          <a:p>
            <a:r>
              <a:rPr lang="fr-FR" smtClean="0"/>
              <a:t>16-  DANS LA PRÉSENCE DU ROI
Na presença do rei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899881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TOMBE  SUR MOI (NANANA)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TOUT N’EST QUE DÉSERT  AUTOUR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 VIENNENT (OH OH OH)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
4-  CAR  ILS  VEULENT M’EMPÊCHER D’AVANCER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JE SAIS QUE TON FEU SE RÉPANDRA SUR MOI (HEY HEY)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SAIS QUE TON FEU SE RÉPANDRA SUR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ALORS JE DIRAI, ALORS JE DIRAI OOOH LA MER S’OUVRIRA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 eu direi, então eu direi, ououh, abra-se o mar
9-  ET JE PASSERAI EN SAUTANT  ET DANSANT DE JOIE DEVANT LE ROI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eu passarei pulando e dança ndoem sua presença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ALORS JE SAUTE,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ALORS JE DANSE DANSE, DANSE, DANSE,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DANS LA PRÉSENCE DU ROI (UN CRI DE JOIE)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Um grito de júbilo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ALORS JE CRIE, CRIE, CRIE, CRIE, CRIE 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ALORS JE COURS  COURS, COURS, COURS, COURS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DANS LA PRÉSENCE DU ROI
Na presença do rei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TOMBE  SUR MOI (NANANA)</a:t>
            </a:r>
          </a:p>
          <a:p>
            <a:r>
              <a:rPr lang="fr-FR" smtClean="0"/>
              <a:t>Quando a noite fria cair sobre mim (nanana) 
2- TOUT N’EST QUE DÉSERT  AUTOUR DE MOI</a:t>
            </a:r>
          </a:p>
          <a:p>
            <a:r>
              <a:rPr lang="fr-FR" smtClean="0"/>
              <a:t>E num deserto eu me encontrar 
3-  LES ÉGYPTIENS ET PHARAON  VIENNENT (OH OH OH) </a:t>
            </a:r>
          </a:p>
          <a:p>
            <a:r>
              <a:rPr lang="fr-FR" smtClean="0"/>
              <a:t>Me ver cer cado por egípcios e porfaraó (ohohoh)
4-  CAR  ILS  VEULENT M’EMPÊCHER D’AVANCER</a:t>
            </a:r>
          </a:p>
          <a:p>
            <a:r>
              <a:rPr lang="fr-FR" smtClean="0"/>
              <a:t>Sendo impedido de pros seguir</a:t>
            </a:r>
          </a:p>
          <a:p>
            <a:endParaRPr lang="fr-FR" smtClean="0"/>
          </a:p>
          <a:p>
            <a:r>
              <a:rPr lang="fr-FR" smtClean="0"/>
              <a:t>5-  JE SAIS QUE TON FEU SE RÉPANDRA SUR MOI (HEY HEY)</a:t>
            </a:r>
          </a:p>
          <a:p>
            <a:r>
              <a:rPr lang="fr-FR" smtClean="0"/>
              <a:t>Sei que o teu fogo cairá sobre mim (heyey) 
6-  JE SAIS QUE TON FEU SE RÉPANDRA SUR MOI</a:t>
            </a:r>
          </a:p>
          <a:p>
            <a:r>
              <a:rPr lang="fr-FR" smtClean="0"/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mtClean="0"/>
          </a:p>
          <a:p>
            <a:r>
              <a:rPr lang="fr-FR" smtClean="0"/>
              <a:t>8-  ALORS JE DIRAI, ALORS JE DIRAI OOOH LA MER S’OUVRIRA</a:t>
            </a:r>
          </a:p>
          <a:p>
            <a:r>
              <a:rPr lang="fr-FR" smtClean="0"/>
              <a:t>Então eu direi, então eu direi, ououh, abra-se o mar
9-  ET JE PASSERAI EN SAUTANT  ET DANSANT DE JOIE DEVANT LE ROI         </a:t>
            </a:r>
          </a:p>
          <a:p>
            <a:r>
              <a:rPr lang="fr-FR" smtClean="0"/>
              <a:t>E eu passarei pulando e dança ndoem sua presença </a:t>
            </a:r>
          </a:p>
          <a:p>
            <a:endParaRPr lang="fr-FR" smtClean="0"/>
          </a:p>
          <a:p>
            <a:r>
              <a:rPr lang="fr-FR" smtClean="0"/>
              <a:t>10-  ALORS JE SAUTE, SAUTE, SAUTE, SAUTE, SAUTE </a:t>
            </a:r>
          </a:p>
          <a:p>
            <a:r>
              <a:rPr lang="fr-FR" smtClean="0"/>
              <a:t>Poris soeu pulo, pulo, pulo, pulo, pulo </a:t>
            </a:r>
          </a:p>
          <a:p>
            <a:r>
              <a:rPr lang="fr-FR" smtClean="0"/>
              <a:t>11-DANS LA PRÉSENCE DU ROI</a:t>
            </a:r>
          </a:p>
          <a:p>
            <a:r>
              <a:rPr lang="fr-FR" smtClean="0"/>
              <a:t>Na presença do rei</a:t>
            </a:r>
          </a:p>
          <a:p>
            <a:r>
              <a:rPr lang="fr-FR" smtClean="0"/>
              <a:t>12-  ALORS JE DANSE DANSE, DANSE, DANSE, DANSE </a:t>
            </a:r>
          </a:p>
          <a:p>
            <a:r>
              <a:rPr lang="fr-FR" smtClean="0"/>
              <a:t>Poris soeu danço, danço, danço, danço, danço</a:t>
            </a:r>
          </a:p>
          <a:p>
            <a:r>
              <a:rPr lang="fr-FR" smtClean="0"/>
              <a:t>13-  DANS LA PRÉSENCE DU ROI (UN CRI DE JOIE) </a:t>
            </a:r>
          </a:p>
          <a:p>
            <a:r>
              <a:rPr lang="fr-FR" smtClean="0"/>
              <a:t>Na presença do rei Um grito de júbilo</a:t>
            </a:r>
          </a:p>
          <a:p>
            <a:r>
              <a:rPr lang="fr-FR" smtClean="0"/>
              <a:t>14-  ALORS JE CRIE, CRIE, CRIE, CRIE, CRIE DANS LA PRÉSENCE DU ROI</a:t>
            </a:r>
          </a:p>
          <a:p>
            <a:r>
              <a:rPr lang="fr-FR" smtClean="0"/>
              <a:t>Poris soeu grito, grito, grito, grito, grito Na presença do rei</a:t>
            </a:r>
          </a:p>
          <a:p>
            <a:r>
              <a:rPr lang="fr-FR" smtClean="0"/>
              <a:t>15-  ALORS JE COURS  COURS, COURS, COURS, COURS </a:t>
            </a:r>
          </a:p>
          <a:p>
            <a:r>
              <a:rPr lang="fr-FR" smtClean="0"/>
              <a:t>Poris soeu corro, corro, corro, corro, corro</a:t>
            </a:r>
          </a:p>
          <a:p>
            <a:r>
              <a:rPr lang="fr-FR" smtClean="0"/>
              <a:t>16-  DANS LA PRÉSENCE DU ROI
Na presença do rei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794891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TOMBE  SUR MOI (NANANA)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TOUT N’EST QUE DÉSERT  AUTOUR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 VIENNENT (OH OH OH)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
4-  CAR  ILS  VEULENT M’EMPÊCHER D’AVANCER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JE SAIS QUE TON FEU SE RÉPANDRA SUR MOI (HEY HEY)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SAIS QUE TON FEU SE RÉPANDRA SUR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ALORS JE DIRAI, ALORS JE DIRAI OOOH LA MER S’OUVRIRA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 eu direi, então eu direi, ououh, abra-se o mar
9-  ET JE PASSERAI EN SAUTANT  ET DANSANT DE JOIE DEVANT LE ROI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eu passarei pulando e dança ndoem sua presença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ALORS JE SAUTE,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ALORS JE DANSE DANSE, DANSE, DANSE,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DANS LA PRÉSENCE DU ROI (UN CRI DE JOIE)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Um grito de júbilo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ALORS JE CRIE, CRIE, CRIE, CRIE, CRIE 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ALORS JE COURS  COURS, COURS, COURS, COURS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DANS LA PRÉSENCE DU ROI
Na presença do rei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TOMBE  SUR MOI (NANANA)</a:t>
            </a:r>
          </a:p>
          <a:p>
            <a:r>
              <a:rPr lang="fr-FR" smtClean="0"/>
              <a:t>Quando a noite fria cair sobre mim (nanana) 
2- TOUT N’EST QUE DÉSERT  AUTOUR DE MOI</a:t>
            </a:r>
          </a:p>
          <a:p>
            <a:r>
              <a:rPr lang="fr-FR" smtClean="0"/>
              <a:t>E num deserto eu me encontrar 
3-  LES ÉGYPTIENS ET PHARAON  VIENNENT (OH OH OH) </a:t>
            </a:r>
          </a:p>
          <a:p>
            <a:r>
              <a:rPr lang="fr-FR" smtClean="0"/>
              <a:t>Me ver cer cado por egípcios e porfaraó (ohohoh)
4-  CAR  ILS  VEULENT M’EMPÊCHER D’AVANCER</a:t>
            </a:r>
          </a:p>
          <a:p>
            <a:r>
              <a:rPr lang="fr-FR" smtClean="0"/>
              <a:t>Sendo impedido de pros seguir</a:t>
            </a:r>
          </a:p>
          <a:p>
            <a:endParaRPr lang="fr-FR" smtClean="0"/>
          </a:p>
          <a:p>
            <a:r>
              <a:rPr lang="fr-FR" smtClean="0"/>
              <a:t>5-  JE SAIS QUE TON FEU SE RÉPANDRA SUR MOI (HEY HEY)</a:t>
            </a:r>
          </a:p>
          <a:p>
            <a:r>
              <a:rPr lang="fr-FR" smtClean="0"/>
              <a:t>Sei que o teu fogo cairá sobre mim (heyey) 
6-  JE SAIS QUE TON FEU SE RÉPANDRA SUR MOI</a:t>
            </a:r>
          </a:p>
          <a:p>
            <a:r>
              <a:rPr lang="fr-FR" smtClean="0"/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mtClean="0"/>
          </a:p>
          <a:p>
            <a:r>
              <a:rPr lang="fr-FR" smtClean="0"/>
              <a:t>8-  ALORS JE DIRAI, ALORS JE DIRAI OOOH LA MER S’OUVRIRA</a:t>
            </a:r>
          </a:p>
          <a:p>
            <a:r>
              <a:rPr lang="fr-FR" smtClean="0"/>
              <a:t>Então eu direi, então eu direi, ououh, abra-se o mar
9-  ET JE PASSERAI EN SAUTANT  ET DANSANT DE JOIE DEVANT LE ROI         </a:t>
            </a:r>
          </a:p>
          <a:p>
            <a:r>
              <a:rPr lang="fr-FR" smtClean="0"/>
              <a:t>E eu passarei pulando e dança ndoem sua presença </a:t>
            </a:r>
          </a:p>
          <a:p>
            <a:endParaRPr lang="fr-FR" smtClean="0"/>
          </a:p>
          <a:p>
            <a:r>
              <a:rPr lang="fr-FR" smtClean="0"/>
              <a:t>10-  ALORS JE SAUTE, SAUTE, SAUTE, SAUTE, SAUTE </a:t>
            </a:r>
          </a:p>
          <a:p>
            <a:r>
              <a:rPr lang="fr-FR" smtClean="0"/>
              <a:t>Poris soeu pulo, pulo, pulo, pulo, pulo </a:t>
            </a:r>
          </a:p>
          <a:p>
            <a:r>
              <a:rPr lang="fr-FR" smtClean="0"/>
              <a:t>11-DANS LA PRÉSENCE DU ROI</a:t>
            </a:r>
          </a:p>
          <a:p>
            <a:r>
              <a:rPr lang="fr-FR" smtClean="0"/>
              <a:t>Na presença do rei</a:t>
            </a:r>
          </a:p>
          <a:p>
            <a:r>
              <a:rPr lang="fr-FR" smtClean="0"/>
              <a:t>12-  ALORS JE DANSE DANSE, DANSE, DANSE, DANSE </a:t>
            </a:r>
          </a:p>
          <a:p>
            <a:r>
              <a:rPr lang="fr-FR" smtClean="0"/>
              <a:t>Poris soeu danço, danço, danço, danço, danço</a:t>
            </a:r>
          </a:p>
          <a:p>
            <a:r>
              <a:rPr lang="fr-FR" smtClean="0"/>
              <a:t>13-  DANS LA PRÉSENCE DU ROI (UN CRI DE JOIE) </a:t>
            </a:r>
          </a:p>
          <a:p>
            <a:r>
              <a:rPr lang="fr-FR" smtClean="0"/>
              <a:t>Na presença do rei Um grito de júbilo</a:t>
            </a:r>
          </a:p>
          <a:p>
            <a:r>
              <a:rPr lang="fr-FR" smtClean="0"/>
              <a:t>14-  ALORS JE CRIE, CRIE, CRIE, CRIE, CRIE DANS LA PRÉSENCE DU ROI</a:t>
            </a:r>
          </a:p>
          <a:p>
            <a:r>
              <a:rPr lang="fr-FR" smtClean="0"/>
              <a:t>Poris soeu grito, grito, grito, grito, grito Na presença do rei</a:t>
            </a:r>
          </a:p>
          <a:p>
            <a:r>
              <a:rPr lang="fr-FR" smtClean="0"/>
              <a:t>15-  ALORS JE COURS  COURS, COURS, COURS, COURS </a:t>
            </a:r>
          </a:p>
          <a:p>
            <a:r>
              <a:rPr lang="fr-FR" smtClean="0"/>
              <a:t>Poris soeu corro, corro, corro, corro, corro</a:t>
            </a:r>
          </a:p>
          <a:p>
            <a:r>
              <a:rPr lang="fr-FR" smtClean="0"/>
              <a:t>16-  DANS LA PRÉSENCE DU ROI
Na presença do rei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368234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TOMBE  SUR MOI (NANANA)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TOUT N’EST QUE DÉSERT  AUTOUR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 VIENNENT (OH OH OH)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
4-  CAR  ILS  VEULENT M’EMPÊCHER D’AVANCER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JE SAIS QUE TON FEU SE RÉPANDRA SUR MOI (HEY HEY)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SAIS QUE TON FEU SE RÉPANDRA SUR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ALORS JE DIRAI, ALORS JE DIRAI OOOH LA MER S’OUVRIRA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 eu direi, então eu direi, ououh, abra-se o mar
9-  ET JE PASSERAI EN SAUTANT  ET DANSANT DE JOIE DEVANT LE ROI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eu passarei pulando e dança ndoem sua presença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ALORS JE SAUTE,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ALORS JE DANSE DANSE, DANSE, DANSE,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DANS LA PRÉSENCE DU ROI (UN CRI DE JOIE)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Um grito de júbilo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ALORS JE CRIE, CRIE, CRIE, CRIE, CRIE 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ALORS JE COURS  COURS, COURS, COURS, COURS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DANS LA PRÉSENCE DU ROI
Na presença do rei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TOMBE  SUR MOI (NANANA)</a:t>
            </a:r>
          </a:p>
          <a:p>
            <a:r>
              <a:rPr lang="fr-FR" smtClean="0"/>
              <a:t>Quando a noite fria cair sobre mim (nanana) 
2- TOUT N’EST QUE DÉSERT  AUTOUR DE MOI</a:t>
            </a:r>
          </a:p>
          <a:p>
            <a:r>
              <a:rPr lang="fr-FR" smtClean="0"/>
              <a:t>E num deserto eu me encontrar 
3-  LES ÉGYPTIENS ET PHARAON  VIENNENT (OH OH OH) </a:t>
            </a:r>
          </a:p>
          <a:p>
            <a:r>
              <a:rPr lang="fr-FR" smtClean="0"/>
              <a:t>Me ver cer cado por egípcios e porfaraó (ohohoh)
4-  CAR  ILS  VEULENT M’EMPÊCHER D’AVANCER</a:t>
            </a:r>
          </a:p>
          <a:p>
            <a:r>
              <a:rPr lang="fr-FR" smtClean="0"/>
              <a:t>Sendo impedido de pros seguir</a:t>
            </a:r>
          </a:p>
          <a:p>
            <a:endParaRPr lang="fr-FR" smtClean="0"/>
          </a:p>
          <a:p>
            <a:r>
              <a:rPr lang="fr-FR" smtClean="0"/>
              <a:t>5-  JE SAIS QUE TON FEU SE RÉPANDRA SUR MOI (HEY HEY)</a:t>
            </a:r>
          </a:p>
          <a:p>
            <a:r>
              <a:rPr lang="fr-FR" smtClean="0"/>
              <a:t>Sei que o teu fogo cairá sobre mim (heyey) 
6-  JE SAIS QUE TON FEU SE RÉPANDRA SUR MOI</a:t>
            </a:r>
          </a:p>
          <a:p>
            <a:r>
              <a:rPr lang="fr-FR" smtClean="0"/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mtClean="0"/>
          </a:p>
          <a:p>
            <a:r>
              <a:rPr lang="fr-FR" smtClean="0"/>
              <a:t>8-  ALORS JE DIRAI, ALORS JE DIRAI OOOH LA MER S’OUVRIRA</a:t>
            </a:r>
          </a:p>
          <a:p>
            <a:r>
              <a:rPr lang="fr-FR" smtClean="0"/>
              <a:t>Então eu direi, então eu direi, ououh, abra-se o mar
9-  ET JE PASSERAI EN SAUTANT  ET DANSANT DE JOIE DEVANT LE ROI         </a:t>
            </a:r>
          </a:p>
          <a:p>
            <a:r>
              <a:rPr lang="fr-FR" smtClean="0"/>
              <a:t>E eu passarei pulando e dança ndoem sua presença </a:t>
            </a:r>
          </a:p>
          <a:p>
            <a:endParaRPr lang="fr-FR" smtClean="0"/>
          </a:p>
          <a:p>
            <a:r>
              <a:rPr lang="fr-FR" smtClean="0"/>
              <a:t>10-  ALORS JE SAUTE, SAUTE, SAUTE, SAUTE, SAUTE </a:t>
            </a:r>
          </a:p>
          <a:p>
            <a:r>
              <a:rPr lang="fr-FR" smtClean="0"/>
              <a:t>Poris soeu pulo, pulo, pulo, pulo, pulo </a:t>
            </a:r>
          </a:p>
          <a:p>
            <a:r>
              <a:rPr lang="fr-FR" smtClean="0"/>
              <a:t>11-DANS LA PRÉSENCE DU ROI</a:t>
            </a:r>
          </a:p>
          <a:p>
            <a:r>
              <a:rPr lang="fr-FR" smtClean="0"/>
              <a:t>Na presença do rei</a:t>
            </a:r>
          </a:p>
          <a:p>
            <a:r>
              <a:rPr lang="fr-FR" smtClean="0"/>
              <a:t>12-  ALORS JE DANSE DANSE, DANSE, DANSE, DANSE </a:t>
            </a:r>
          </a:p>
          <a:p>
            <a:r>
              <a:rPr lang="fr-FR" smtClean="0"/>
              <a:t>Poris soeu danço, danço, danço, danço, danço</a:t>
            </a:r>
          </a:p>
          <a:p>
            <a:r>
              <a:rPr lang="fr-FR" smtClean="0"/>
              <a:t>13-  DANS LA PRÉSENCE DU ROI (UN CRI DE JOIE) </a:t>
            </a:r>
          </a:p>
          <a:p>
            <a:r>
              <a:rPr lang="fr-FR" smtClean="0"/>
              <a:t>Na presença do rei Um grito de júbilo</a:t>
            </a:r>
          </a:p>
          <a:p>
            <a:r>
              <a:rPr lang="fr-FR" smtClean="0"/>
              <a:t>14-  ALORS JE CRIE, CRIE, CRIE, CRIE, CRIE DANS LA PRÉSENCE DU ROI</a:t>
            </a:r>
          </a:p>
          <a:p>
            <a:r>
              <a:rPr lang="fr-FR" smtClean="0"/>
              <a:t>Poris soeu grito, grito, grito, grito, grito Na presença do rei</a:t>
            </a:r>
          </a:p>
          <a:p>
            <a:r>
              <a:rPr lang="fr-FR" smtClean="0"/>
              <a:t>15-  ALORS JE COURS  COURS, COURS, COURS, COURS </a:t>
            </a:r>
          </a:p>
          <a:p>
            <a:r>
              <a:rPr lang="fr-FR" smtClean="0"/>
              <a:t>Poris soeu corro, corro, corro, corro, corro</a:t>
            </a:r>
          </a:p>
          <a:p>
            <a:r>
              <a:rPr lang="fr-FR" smtClean="0"/>
              <a:t>16-  DANS LA PRÉSENCE DU ROI
Na presença do rei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971455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TOMBE  SUR MOI (NANANA)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TOUT N’EST QUE DÉSERT  AUTOUR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 VIENNENT (OH OH OH)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
4-  CAR  ILS  VEULENT M’EMPÊCHER D’AVANCER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JE SAIS QUE TON FEU SE RÉPANDRA SUR MOI (HEY HEY)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SAIS QUE TON FEU SE RÉPANDRA SUR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ALORS JE DIRAI, ALORS JE DIRAI OOOH LA MER S’OUVRIRA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 eu direi, então eu direi, ououh, abra-se o mar
9-  ET JE PASSERAI EN SAUTANT  ET DANSANT DE JOIE DEVANT LE ROI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eu passarei pulando e dança ndoem sua presença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ALORS JE SAUTE,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ALORS JE DANSE DANSE, DANSE, DANSE,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DANS LA PRÉSENCE DU ROI (UN CRI DE JOIE)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Um grito de júbilo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ALORS JE CRIE, CRIE, CRIE, CRIE, CRIE 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ALORS JE COURS  COURS, COURS, COURS, COURS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DANS LA PRÉSENCE DU ROI
Na presença do rei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TOMBE  SUR MOI (NANANA)</a:t>
            </a:r>
          </a:p>
          <a:p>
            <a:r>
              <a:rPr lang="fr-FR" smtClean="0"/>
              <a:t>Quando a noite fria cair sobre mim (nanana) 
2- TOUT N’EST QUE DÉSERT  AUTOUR DE MOI</a:t>
            </a:r>
          </a:p>
          <a:p>
            <a:r>
              <a:rPr lang="fr-FR" smtClean="0"/>
              <a:t>E num deserto eu me encontrar 
3-  LES ÉGYPTIENS ET PHARAON  VIENNENT (OH OH OH) </a:t>
            </a:r>
          </a:p>
          <a:p>
            <a:r>
              <a:rPr lang="fr-FR" smtClean="0"/>
              <a:t>Me ver cer cado por egípcios e porfaraó (ohohoh)
4-  CAR  ILS  VEULENT M’EMPÊCHER D’AVANCER</a:t>
            </a:r>
          </a:p>
          <a:p>
            <a:r>
              <a:rPr lang="fr-FR" smtClean="0"/>
              <a:t>Sendo impedido de pros seguir</a:t>
            </a:r>
          </a:p>
          <a:p>
            <a:endParaRPr lang="fr-FR" smtClean="0"/>
          </a:p>
          <a:p>
            <a:r>
              <a:rPr lang="fr-FR" smtClean="0"/>
              <a:t>5-  JE SAIS QUE TON FEU SE RÉPANDRA SUR MOI (HEY HEY)</a:t>
            </a:r>
          </a:p>
          <a:p>
            <a:r>
              <a:rPr lang="fr-FR" smtClean="0"/>
              <a:t>Sei que o teu fogo cairá sobre mim (heyey) 
6-  JE SAIS QUE TON FEU SE RÉPANDRA SUR MOI</a:t>
            </a:r>
          </a:p>
          <a:p>
            <a:r>
              <a:rPr lang="fr-FR" smtClean="0"/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mtClean="0"/>
          </a:p>
          <a:p>
            <a:r>
              <a:rPr lang="fr-FR" smtClean="0"/>
              <a:t>8-  ALORS JE DIRAI, ALORS JE DIRAI OOOH LA MER S’OUVRIRA</a:t>
            </a:r>
          </a:p>
          <a:p>
            <a:r>
              <a:rPr lang="fr-FR" smtClean="0"/>
              <a:t>Então eu direi, então eu direi, ououh, abra-se o mar
9-  ET JE PASSERAI EN SAUTANT  ET DANSANT DE JOIE DEVANT LE ROI         </a:t>
            </a:r>
          </a:p>
          <a:p>
            <a:r>
              <a:rPr lang="fr-FR" smtClean="0"/>
              <a:t>E eu passarei pulando e dança ndoem sua presença </a:t>
            </a:r>
          </a:p>
          <a:p>
            <a:endParaRPr lang="fr-FR" smtClean="0"/>
          </a:p>
          <a:p>
            <a:r>
              <a:rPr lang="fr-FR" smtClean="0"/>
              <a:t>10-  ALORS JE SAUTE, SAUTE, SAUTE, SAUTE, SAUTE </a:t>
            </a:r>
          </a:p>
          <a:p>
            <a:r>
              <a:rPr lang="fr-FR" smtClean="0"/>
              <a:t>Poris soeu pulo, pulo, pulo, pulo, pulo </a:t>
            </a:r>
          </a:p>
          <a:p>
            <a:r>
              <a:rPr lang="fr-FR" smtClean="0"/>
              <a:t>11-DANS LA PRÉSENCE DU ROI</a:t>
            </a:r>
          </a:p>
          <a:p>
            <a:r>
              <a:rPr lang="fr-FR" smtClean="0"/>
              <a:t>Na presença do rei</a:t>
            </a:r>
          </a:p>
          <a:p>
            <a:r>
              <a:rPr lang="fr-FR" smtClean="0"/>
              <a:t>12-  ALORS JE DANSE DANSE, DANSE, DANSE, DANSE </a:t>
            </a:r>
          </a:p>
          <a:p>
            <a:r>
              <a:rPr lang="fr-FR" smtClean="0"/>
              <a:t>Poris soeu danço, danço, danço, danço, danço</a:t>
            </a:r>
          </a:p>
          <a:p>
            <a:r>
              <a:rPr lang="fr-FR" smtClean="0"/>
              <a:t>13-  DANS LA PRÉSENCE DU ROI (UN CRI DE JOIE) </a:t>
            </a:r>
          </a:p>
          <a:p>
            <a:r>
              <a:rPr lang="fr-FR" smtClean="0"/>
              <a:t>Na presença do rei Um grito de júbilo</a:t>
            </a:r>
          </a:p>
          <a:p>
            <a:r>
              <a:rPr lang="fr-FR" smtClean="0"/>
              <a:t>14-  ALORS JE CRIE, CRIE, CRIE, CRIE, CRIE DANS LA PRÉSENCE DU ROI</a:t>
            </a:r>
          </a:p>
          <a:p>
            <a:r>
              <a:rPr lang="fr-FR" smtClean="0"/>
              <a:t>Poris soeu grito, grito, grito, grito, grito Na presença do rei</a:t>
            </a:r>
          </a:p>
          <a:p>
            <a:r>
              <a:rPr lang="fr-FR" smtClean="0"/>
              <a:t>15-  ALORS JE COURS  COURS, COURS, COURS, COURS </a:t>
            </a:r>
          </a:p>
          <a:p>
            <a:r>
              <a:rPr lang="fr-FR" smtClean="0"/>
              <a:t>Poris soeu corro, corro, corro, corro, corro</a:t>
            </a:r>
          </a:p>
          <a:p>
            <a:r>
              <a:rPr lang="fr-FR" smtClean="0"/>
              <a:t>16-  DANS LA PRÉSENCE DU ROI
Na presença do rei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950730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TOMBE  SUR MOI (NANANA)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TOUT N’EST QUE DÉSERT  AUTOUR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 VIENNENT (OH OH OH)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
4-  CAR  ILS  VEULENT M’EMPÊCHER D’AVANCER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JE SAIS QUE TON FEU SE RÉPANDRA SUR MOI (HEY HEY)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SAIS QUE TON FEU SE RÉPANDRA SUR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ALORS JE DIRAI, ALORS JE DIRAI OOOH LA MER S’OUVRIRA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 eu direi, então eu direi, ououh, abra-se o mar
9-  ET JE PASSERAI EN SAUTANT  ET DANSANT DE JOIE DEVANT LE ROI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eu passarei pulando e dança ndoem sua presença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ALORS JE SAUTE,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ALORS JE DANSE DANSE, DANSE, DANSE,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DANS LA PRÉSENCE DU ROI (UN CRI DE JOIE)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Um grito de júbilo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ALORS JE CRIE, CRIE, CRIE, CRIE, CRIE 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ALORS JE COURS  COURS, COURS, COURS, COURS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DANS LA PRÉSENCE DU ROI
Na presença do rei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TOMBE  SUR MOI (NANANA)</a:t>
            </a:r>
          </a:p>
          <a:p>
            <a:r>
              <a:rPr lang="fr-FR" smtClean="0"/>
              <a:t>Quando a noite fria cair sobre mim (nanana) 
2- TOUT N’EST QUE DÉSERT  AUTOUR DE MOI</a:t>
            </a:r>
          </a:p>
          <a:p>
            <a:r>
              <a:rPr lang="fr-FR" smtClean="0"/>
              <a:t>E num deserto eu me encontrar 
3-  LES ÉGYPTIENS ET PHARAON  VIENNENT (OH OH OH) </a:t>
            </a:r>
          </a:p>
          <a:p>
            <a:r>
              <a:rPr lang="fr-FR" smtClean="0"/>
              <a:t>Me ver cer cado por egípcios e porfaraó (ohohoh)
4-  CAR  ILS  VEULENT M’EMPÊCHER D’AVANCER</a:t>
            </a:r>
          </a:p>
          <a:p>
            <a:r>
              <a:rPr lang="fr-FR" smtClean="0"/>
              <a:t>Sendo impedido de pros seguir</a:t>
            </a:r>
          </a:p>
          <a:p>
            <a:endParaRPr lang="fr-FR" smtClean="0"/>
          </a:p>
          <a:p>
            <a:r>
              <a:rPr lang="fr-FR" smtClean="0"/>
              <a:t>5-  JE SAIS QUE TON FEU SE RÉPANDRA SUR MOI (HEY HEY)</a:t>
            </a:r>
          </a:p>
          <a:p>
            <a:r>
              <a:rPr lang="fr-FR" smtClean="0"/>
              <a:t>Sei que o teu fogo cairá sobre mim (heyey) 
6-  JE SAIS QUE TON FEU SE RÉPANDRA SUR MOI</a:t>
            </a:r>
          </a:p>
          <a:p>
            <a:r>
              <a:rPr lang="fr-FR" smtClean="0"/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mtClean="0"/>
          </a:p>
          <a:p>
            <a:r>
              <a:rPr lang="fr-FR" smtClean="0"/>
              <a:t>8-  ALORS JE DIRAI, ALORS JE DIRAI OOOH LA MER S’OUVRIRA</a:t>
            </a:r>
          </a:p>
          <a:p>
            <a:r>
              <a:rPr lang="fr-FR" smtClean="0"/>
              <a:t>Então eu direi, então eu direi, ououh, abra-se o mar
9-  ET JE PASSERAI EN SAUTANT  ET DANSANT DE JOIE DEVANT LE ROI         </a:t>
            </a:r>
          </a:p>
          <a:p>
            <a:r>
              <a:rPr lang="fr-FR" smtClean="0"/>
              <a:t>E eu passarei pulando e dança ndoem sua presença </a:t>
            </a:r>
          </a:p>
          <a:p>
            <a:endParaRPr lang="fr-FR" smtClean="0"/>
          </a:p>
          <a:p>
            <a:r>
              <a:rPr lang="fr-FR" smtClean="0"/>
              <a:t>10-  ALORS JE SAUTE, SAUTE, SAUTE, SAUTE, SAUTE </a:t>
            </a:r>
          </a:p>
          <a:p>
            <a:r>
              <a:rPr lang="fr-FR" smtClean="0"/>
              <a:t>Poris soeu pulo, pulo, pulo, pulo, pulo </a:t>
            </a:r>
          </a:p>
          <a:p>
            <a:r>
              <a:rPr lang="fr-FR" smtClean="0"/>
              <a:t>11-DANS LA PRÉSENCE DU ROI</a:t>
            </a:r>
          </a:p>
          <a:p>
            <a:r>
              <a:rPr lang="fr-FR" smtClean="0"/>
              <a:t>Na presença do rei</a:t>
            </a:r>
          </a:p>
          <a:p>
            <a:r>
              <a:rPr lang="fr-FR" smtClean="0"/>
              <a:t>12-  ALORS JE DANSE DANSE, DANSE, DANSE, DANSE </a:t>
            </a:r>
          </a:p>
          <a:p>
            <a:r>
              <a:rPr lang="fr-FR" smtClean="0"/>
              <a:t>Poris soeu danço, danço, danço, danço, danço</a:t>
            </a:r>
          </a:p>
          <a:p>
            <a:r>
              <a:rPr lang="fr-FR" smtClean="0"/>
              <a:t>13-  DANS LA PRÉSENCE DU ROI (UN CRI DE JOIE) </a:t>
            </a:r>
          </a:p>
          <a:p>
            <a:r>
              <a:rPr lang="fr-FR" smtClean="0"/>
              <a:t>Na presença do rei Um grito de júbilo</a:t>
            </a:r>
          </a:p>
          <a:p>
            <a:r>
              <a:rPr lang="fr-FR" smtClean="0"/>
              <a:t>14-  ALORS JE CRIE, CRIE, CRIE, CRIE, CRIE DANS LA PRÉSENCE DU ROI</a:t>
            </a:r>
          </a:p>
          <a:p>
            <a:r>
              <a:rPr lang="fr-FR" smtClean="0"/>
              <a:t>Poris soeu grito, grito, grito, grito, grito Na presença do rei</a:t>
            </a:r>
          </a:p>
          <a:p>
            <a:r>
              <a:rPr lang="fr-FR" smtClean="0"/>
              <a:t>15-  ALORS JE COURS  COURS, COURS, COURS, COURS </a:t>
            </a:r>
          </a:p>
          <a:p>
            <a:r>
              <a:rPr lang="fr-FR" smtClean="0"/>
              <a:t>Poris soeu corro, corro, corro, corro, corro</a:t>
            </a:r>
          </a:p>
          <a:p>
            <a:r>
              <a:rPr lang="fr-FR" smtClean="0"/>
              <a:t>16-  DANS LA PRÉSENCE DU ROI
Na presença do rei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352830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TOMBE  SUR MOI (NANANA)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TOUT N’EST QUE DÉSERT  AUTOUR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 VIENNENT (OH OH OH)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
4-  CAR  ILS  VEULENT M’EMPÊCHER D’AVANCER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JE SAIS QUE TON FEU SE RÉPANDRA SUR MOI (HEY HEY)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SAIS QUE TON FEU SE RÉPANDRA SUR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ALORS JE DIRAI, ALORS JE DIRAI OOOH LA MER S’OUVRIRA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 eu direi, então eu direi, ououh, abra-se o mar
9-  ET JE PASSERAI EN SAUTANT  ET DANSANT DE JOIE DEVANT LE ROI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eu passarei pulando e dança ndoem sua presença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ALORS JE SAUTE,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ALORS JE DANSE DANSE, DANSE, DANSE,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DANS LA PRÉSENCE DU ROI (UN CRI DE JOIE)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Um grito de júbilo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ALORS JE CRIE, CRIE, CRIE, CRIE, CRIE 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ALORS JE COURS  COURS, COURS, COURS, COURS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DANS LA PRÉSENCE DU ROI
Na presença do rei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TOMBE  SUR MOI (NANANA)</a:t>
            </a:r>
          </a:p>
          <a:p>
            <a:r>
              <a:rPr lang="fr-FR" smtClean="0"/>
              <a:t>Quando a noite fria cair sobre mim (nanana) 
2- TOUT N’EST QUE DÉSERT  AUTOUR DE MOI</a:t>
            </a:r>
          </a:p>
          <a:p>
            <a:r>
              <a:rPr lang="fr-FR" smtClean="0"/>
              <a:t>E num deserto eu me encontrar 
3-  LES ÉGYPTIENS ET PHARAON  VIENNENT (OH OH OH) </a:t>
            </a:r>
          </a:p>
          <a:p>
            <a:r>
              <a:rPr lang="fr-FR" smtClean="0"/>
              <a:t>Me ver cer cado por egípcios e porfaraó (ohohoh)
4-  CAR  ILS  VEULENT M’EMPÊCHER D’AVANCER</a:t>
            </a:r>
          </a:p>
          <a:p>
            <a:r>
              <a:rPr lang="fr-FR" smtClean="0"/>
              <a:t>Sendo impedido de pros seguir</a:t>
            </a:r>
          </a:p>
          <a:p>
            <a:endParaRPr lang="fr-FR" smtClean="0"/>
          </a:p>
          <a:p>
            <a:r>
              <a:rPr lang="fr-FR" smtClean="0"/>
              <a:t>5-  JE SAIS QUE TON FEU SE RÉPANDRA SUR MOI (HEY HEY)</a:t>
            </a:r>
          </a:p>
          <a:p>
            <a:r>
              <a:rPr lang="fr-FR" smtClean="0"/>
              <a:t>Sei que o teu fogo cairá sobre mim (heyey) 
6-  JE SAIS QUE TON FEU SE RÉPANDRA SUR MOI</a:t>
            </a:r>
          </a:p>
          <a:p>
            <a:r>
              <a:rPr lang="fr-FR" smtClean="0"/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mtClean="0"/>
          </a:p>
          <a:p>
            <a:r>
              <a:rPr lang="fr-FR" smtClean="0"/>
              <a:t>8-  ALORS JE DIRAI, ALORS JE DIRAI OOOH LA MER S’OUVRIRA</a:t>
            </a:r>
          </a:p>
          <a:p>
            <a:r>
              <a:rPr lang="fr-FR" smtClean="0"/>
              <a:t>Então eu direi, então eu direi, ououh, abra-se o mar
9-  ET JE PASSERAI EN SAUTANT  ET DANSANT DE JOIE DEVANT LE ROI         </a:t>
            </a:r>
          </a:p>
          <a:p>
            <a:r>
              <a:rPr lang="fr-FR" smtClean="0"/>
              <a:t>E eu passarei pulando e dança ndoem sua presença </a:t>
            </a:r>
          </a:p>
          <a:p>
            <a:endParaRPr lang="fr-FR" smtClean="0"/>
          </a:p>
          <a:p>
            <a:r>
              <a:rPr lang="fr-FR" smtClean="0"/>
              <a:t>10-  ALORS JE SAUTE, SAUTE, SAUTE, SAUTE, SAUTE </a:t>
            </a:r>
          </a:p>
          <a:p>
            <a:r>
              <a:rPr lang="fr-FR" smtClean="0"/>
              <a:t>Poris soeu pulo, pulo, pulo, pulo, pulo </a:t>
            </a:r>
          </a:p>
          <a:p>
            <a:r>
              <a:rPr lang="fr-FR" smtClean="0"/>
              <a:t>11-DANS LA PRÉSENCE DU ROI</a:t>
            </a:r>
          </a:p>
          <a:p>
            <a:r>
              <a:rPr lang="fr-FR" smtClean="0"/>
              <a:t>Na presença do rei</a:t>
            </a:r>
          </a:p>
          <a:p>
            <a:r>
              <a:rPr lang="fr-FR" smtClean="0"/>
              <a:t>12-  ALORS JE DANSE DANSE, DANSE, DANSE, DANSE </a:t>
            </a:r>
          </a:p>
          <a:p>
            <a:r>
              <a:rPr lang="fr-FR" smtClean="0"/>
              <a:t>Poris soeu danço, danço, danço, danço, danço</a:t>
            </a:r>
          </a:p>
          <a:p>
            <a:r>
              <a:rPr lang="fr-FR" smtClean="0"/>
              <a:t>13-  DANS LA PRÉSENCE DU ROI (UN CRI DE JOIE) </a:t>
            </a:r>
          </a:p>
          <a:p>
            <a:r>
              <a:rPr lang="fr-FR" smtClean="0"/>
              <a:t>Na presença do rei Um grito de júbilo</a:t>
            </a:r>
          </a:p>
          <a:p>
            <a:r>
              <a:rPr lang="fr-FR" smtClean="0"/>
              <a:t>14-  ALORS JE CRIE, CRIE, CRIE, CRIE, CRIE DANS LA PRÉSENCE DU ROI</a:t>
            </a:r>
          </a:p>
          <a:p>
            <a:r>
              <a:rPr lang="fr-FR" smtClean="0"/>
              <a:t>Poris soeu grito, grito, grito, grito, grito Na presença do rei</a:t>
            </a:r>
          </a:p>
          <a:p>
            <a:r>
              <a:rPr lang="fr-FR" smtClean="0"/>
              <a:t>15-  ALORS JE COURS  COURS, COURS, COURS, COURS </a:t>
            </a:r>
          </a:p>
          <a:p>
            <a:r>
              <a:rPr lang="fr-FR" smtClean="0"/>
              <a:t>Poris soeu corro, corro, corro, corro, corro</a:t>
            </a:r>
          </a:p>
          <a:p>
            <a:r>
              <a:rPr lang="fr-FR" smtClean="0"/>
              <a:t>16-  DANS LA PRÉSENCE DU ROI
Na presença do rei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3871390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TOMBE  SUR MOI (NANANA)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TOUT N’EST QUE DÉSERT  AUTOUR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 VIENNENT (OH OH OH)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
4-  CAR  ILS  VEULENT M’EMPÊCHER D’AVANCER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JE SAIS QUE TON FEU SE RÉPANDRA SUR MOI (HEY HEY)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SAIS QUE TON FEU SE RÉPANDRA SUR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ALORS JE DIRAI, ALORS JE DIRAI OOOH LA MER S’OUVRIRA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 eu direi, então eu direi, ououh, abra-se o mar
9-  ET JE PASSERAI EN SAUTANT  ET DANSANT DE JOIE DEVANT LE ROI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eu passarei pulando e dança ndoem sua presença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ALORS JE SAUTE,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ALORS JE DANSE DANSE, DANSE, DANSE,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DANS LA PRÉSENCE DU ROI (UN CRI DE JOIE)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Um grito de júbilo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ALORS JE CRIE, CRIE, CRIE, CRIE, CRIE 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ALORS JE COURS  COURS, COURS, COURS, COURS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DANS LA PRÉSENCE DU ROI
Na presença do rei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TOMBE  SUR MOI (NANANA)</a:t>
            </a:r>
          </a:p>
          <a:p>
            <a:r>
              <a:rPr lang="fr-FR" smtClean="0"/>
              <a:t>Quando a noite fria cair sobre mim (nanana) 
2- TOUT N’EST QUE DÉSERT  AUTOUR DE MOI</a:t>
            </a:r>
          </a:p>
          <a:p>
            <a:r>
              <a:rPr lang="fr-FR" smtClean="0"/>
              <a:t>E num deserto eu me encontrar 
3-  LES ÉGYPTIENS ET PHARAON  VIENNENT (OH OH OH) </a:t>
            </a:r>
          </a:p>
          <a:p>
            <a:r>
              <a:rPr lang="fr-FR" smtClean="0"/>
              <a:t>Me ver cer cado por egípcios e porfaraó (ohohoh)
4-  CAR  ILS  VEULENT M’EMPÊCHER D’AVANCER</a:t>
            </a:r>
          </a:p>
          <a:p>
            <a:r>
              <a:rPr lang="fr-FR" smtClean="0"/>
              <a:t>Sendo impedido de pros seguir</a:t>
            </a:r>
          </a:p>
          <a:p>
            <a:endParaRPr lang="fr-FR" smtClean="0"/>
          </a:p>
          <a:p>
            <a:r>
              <a:rPr lang="fr-FR" smtClean="0"/>
              <a:t>5-  JE SAIS QUE TON FEU SE RÉPANDRA SUR MOI (HEY HEY)</a:t>
            </a:r>
          </a:p>
          <a:p>
            <a:r>
              <a:rPr lang="fr-FR" smtClean="0"/>
              <a:t>Sei que o teu fogo cairá sobre mim (heyey) 
6-  JE SAIS QUE TON FEU SE RÉPANDRA SUR MOI</a:t>
            </a:r>
          </a:p>
          <a:p>
            <a:r>
              <a:rPr lang="fr-FR" smtClean="0"/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mtClean="0"/>
          </a:p>
          <a:p>
            <a:r>
              <a:rPr lang="fr-FR" smtClean="0"/>
              <a:t>8-  ALORS JE DIRAI, ALORS JE DIRAI OOOH LA MER S’OUVRIRA</a:t>
            </a:r>
          </a:p>
          <a:p>
            <a:r>
              <a:rPr lang="fr-FR" smtClean="0"/>
              <a:t>Então eu direi, então eu direi, ououh, abra-se o mar
9-  ET JE PASSERAI EN SAUTANT  ET DANSANT DE JOIE DEVANT LE ROI         </a:t>
            </a:r>
          </a:p>
          <a:p>
            <a:r>
              <a:rPr lang="fr-FR" smtClean="0"/>
              <a:t>E eu passarei pulando e dança ndoem sua presença </a:t>
            </a:r>
          </a:p>
          <a:p>
            <a:endParaRPr lang="fr-FR" smtClean="0"/>
          </a:p>
          <a:p>
            <a:r>
              <a:rPr lang="fr-FR" smtClean="0"/>
              <a:t>10-  ALORS JE SAUTE, SAUTE, SAUTE, SAUTE, SAUTE </a:t>
            </a:r>
          </a:p>
          <a:p>
            <a:r>
              <a:rPr lang="fr-FR" smtClean="0"/>
              <a:t>Poris soeu pulo, pulo, pulo, pulo, pulo </a:t>
            </a:r>
          </a:p>
          <a:p>
            <a:r>
              <a:rPr lang="fr-FR" smtClean="0"/>
              <a:t>11-DANS LA PRÉSENCE DU ROI</a:t>
            </a:r>
          </a:p>
          <a:p>
            <a:r>
              <a:rPr lang="fr-FR" smtClean="0"/>
              <a:t>Na presença do rei</a:t>
            </a:r>
          </a:p>
          <a:p>
            <a:r>
              <a:rPr lang="fr-FR" smtClean="0"/>
              <a:t>12-  ALORS JE DANSE DANSE, DANSE, DANSE, DANSE </a:t>
            </a:r>
          </a:p>
          <a:p>
            <a:r>
              <a:rPr lang="fr-FR" smtClean="0"/>
              <a:t>Poris soeu danço, danço, danço, danço, danço</a:t>
            </a:r>
          </a:p>
          <a:p>
            <a:r>
              <a:rPr lang="fr-FR" smtClean="0"/>
              <a:t>13-  DANS LA PRÉSENCE DU ROI (UN CRI DE JOIE) </a:t>
            </a:r>
          </a:p>
          <a:p>
            <a:r>
              <a:rPr lang="fr-FR" smtClean="0"/>
              <a:t>Na presença do rei Um grito de júbilo</a:t>
            </a:r>
          </a:p>
          <a:p>
            <a:r>
              <a:rPr lang="fr-FR" smtClean="0"/>
              <a:t>14-  ALORS JE CRIE, CRIE, CRIE, CRIE, CRIE DANS LA PRÉSENCE DU ROI</a:t>
            </a:r>
          </a:p>
          <a:p>
            <a:r>
              <a:rPr lang="fr-FR" smtClean="0"/>
              <a:t>Poris soeu grito, grito, grito, grito, grito Na presença do rei</a:t>
            </a:r>
          </a:p>
          <a:p>
            <a:r>
              <a:rPr lang="fr-FR" smtClean="0"/>
              <a:t>15-  ALORS JE COURS  COURS, COURS, COURS, COURS </a:t>
            </a:r>
          </a:p>
          <a:p>
            <a:r>
              <a:rPr lang="fr-FR" smtClean="0"/>
              <a:t>Poris soeu corro, corro, corro, corro, corro</a:t>
            </a:r>
          </a:p>
          <a:p>
            <a:r>
              <a:rPr lang="fr-FR" smtClean="0"/>
              <a:t>16-  DANS LA PRÉSENCE DU ROI
Na presença do rei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657209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TOMBE  SUR MOI (NANANA)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TOUT N’EST QUE DÉSERT  AUTOUR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 VIENNENT (OH OH OH)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
4-  CAR  ILS  VEULENT M’EMPÊCHER D’AVANCER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JE SAIS QUE TON FEU SE RÉPANDRA SUR MOI (HEY HEY)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SAIS QUE TON FEU SE RÉPANDRA SUR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ALORS JE DIRAI, ALORS JE DIRAI OOOH LA MER S’OUVRIRA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 eu direi, então eu direi, ououh, abra-se o mar
9-  ET JE PASSERAI EN SAUTANT  ET DANSANT DE JOIE DEVANT LE ROI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eu passarei pulando e dança ndoem sua presença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ALORS JE SAUTE,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ALORS JE DANSE DANSE, DANSE, DANSE,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DANS LA PRÉSENCE DU ROI (UN CRI DE JOIE)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Um grito de júbilo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ALORS JE CRIE, CRIE, CRIE, CRIE, CRIE 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ALORS JE COURS  COURS, COURS, COURS, COURS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DANS LA PRÉSENCE DU ROI
Na presença do rei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TOMBE  SUR MOI (NANANA)</a:t>
            </a:r>
          </a:p>
          <a:p>
            <a:r>
              <a:rPr lang="fr-FR" smtClean="0"/>
              <a:t>Quando a noite fria cair sobre mim (nanana) 
2- TOUT N’EST QUE DÉSERT  AUTOUR DE MOI</a:t>
            </a:r>
          </a:p>
          <a:p>
            <a:r>
              <a:rPr lang="fr-FR" smtClean="0"/>
              <a:t>E num deserto eu me encontrar 
3-  LES ÉGYPTIENS ET PHARAON  VIENNENT (OH OH OH) </a:t>
            </a:r>
          </a:p>
          <a:p>
            <a:r>
              <a:rPr lang="fr-FR" smtClean="0"/>
              <a:t>Me ver cer cado por egípcios e porfaraó (ohohoh)
4-  CAR  ILS  VEULENT M’EMPÊCHER D’AVANCER</a:t>
            </a:r>
          </a:p>
          <a:p>
            <a:r>
              <a:rPr lang="fr-FR" smtClean="0"/>
              <a:t>Sendo impedido de pros seguir</a:t>
            </a:r>
          </a:p>
          <a:p>
            <a:endParaRPr lang="fr-FR" smtClean="0"/>
          </a:p>
          <a:p>
            <a:r>
              <a:rPr lang="fr-FR" smtClean="0"/>
              <a:t>5-  JE SAIS QUE TON FEU SE RÉPANDRA SUR MOI (HEY HEY)</a:t>
            </a:r>
          </a:p>
          <a:p>
            <a:r>
              <a:rPr lang="fr-FR" smtClean="0"/>
              <a:t>Sei que o teu fogo cairá sobre mim (heyey) 
6-  JE SAIS QUE TON FEU SE RÉPANDRA SUR MOI</a:t>
            </a:r>
          </a:p>
          <a:p>
            <a:r>
              <a:rPr lang="fr-FR" smtClean="0"/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mtClean="0"/>
          </a:p>
          <a:p>
            <a:r>
              <a:rPr lang="fr-FR" smtClean="0"/>
              <a:t>8-  ALORS JE DIRAI, ALORS JE DIRAI OOOH LA MER S’OUVRIRA</a:t>
            </a:r>
          </a:p>
          <a:p>
            <a:r>
              <a:rPr lang="fr-FR" smtClean="0"/>
              <a:t>Então eu direi, então eu direi, ououh, abra-se o mar
9-  ET JE PASSERAI EN SAUTANT  ET DANSANT DE JOIE DEVANT LE ROI         </a:t>
            </a:r>
          </a:p>
          <a:p>
            <a:r>
              <a:rPr lang="fr-FR" smtClean="0"/>
              <a:t>E eu passarei pulando e dança ndoem sua presença </a:t>
            </a:r>
          </a:p>
          <a:p>
            <a:endParaRPr lang="fr-FR" smtClean="0"/>
          </a:p>
          <a:p>
            <a:r>
              <a:rPr lang="fr-FR" smtClean="0"/>
              <a:t>10-  ALORS JE SAUTE, SAUTE, SAUTE, SAUTE, SAUTE </a:t>
            </a:r>
          </a:p>
          <a:p>
            <a:r>
              <a:rPr lang="fr-FR" smtClean="0"/>
              <a:t>Poris soeu pulo, pulo, pulo, pulo, pulo </a:t>
            </a:r>
          </a:p>
          <a:p>
            <a:r>
              <a:rPr lang="fr-FR" smtClean="0"/>
              <a:t>11-DANS LA PRÉSENCE DU ROI</a:t>
            </a:r>
          </a:p>
          <a:p>
            <a:r>
              <a:rPr lang="fr-FR" smtClean="0"/>
              <a:t>Na presença do rei</a:t>
            </a:r>
          </a:p>
          <a:p>
            <a:r>
              <a:rPr lang="fr-FR" smtClean="0"/>
              <a:t>12-  ALORS JE DANSE DANSE, DANSE, DANSE, DANSE </a:t>
            </a:r>
          </a:p>
          <a:p>
            <a:r>
              <a:rPr lang="fr-FR" smtClean="0"/>
              <a:t>Poris soeu danço, danço, danço, danço, danço</a:t>
            </a:r>
          </a:p>
          <a:p>
            <a:r>
              <a:rPr lang="fr-FR" smtClean="0"/>
              <a:t>13-  DANS LA PRÉSENCE DU ROI (UN CRI DE JOIE) </a:t>
            </a:r>
          </a:p>
          <a:p>
            <a:r>
              <a:rPr lang="fr-FR" smtClean="0"/>
              <a:t>Na presença do rei Um grito de júbilo</a:t>
            </a:r>
          </a:p>
          <a:p>
            <a:r>
              <a:rPr lang="fr-FR" smtClean="0"/>
              <a:t>14-  ALORS JE CRIE, CRIE, CRIE, CRIE, CRIE DANS LA PRÉSENCE DU ROI</a:t>
            </a:r>
          </a:p>
          <a:p>
            <a:r>
              <a:rPr lang="fr-FR" smtClean="0"/>
              <a:t>Poris soeu grito, grito, grito, grito, grito Na presença do rei</a:t>
            </a:r>
          </a:p>
          <a:p>
            <a:r>
              <a:rPr lang="fr-FR" smtClean="0"/>
              <a:t>15-  ALORS JE COURS  COURS, COURS, COURS, COURS </a:t>
            </a:r>
          </a:p>
          <a:p>
            <a:r>
              <a:rPr lang="fr-FR" smtClean="0"/>
              <a:t>Poris soeu corro, corro, corro, corro, corro</a:t>
            </a:r>
          </a:p>
          <a:p>
            <a:r>
              <a:rPr lang="fr-FR" smtClean="0"/>
              <a:t>16-  DANS LA PRÉSENCE DU ROI
Na presença do rei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042804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TOMBE  SUR MOI (NANANA)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TOUT N’EST QUE DÉSERT  AUTOUR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 VIENNENT (OH OH OH)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
4-  CAR  ILS  VEULENT M’EMPÊCHER D’AVANCER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JE SAIS QUE TON FEU SE RÉPANDRA SUR MOI (HEY HEY)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SAIS QUE TON FEU SE RÉPANDRA SUR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ALORS JE DIRAI, ALORS JE DIRAI OOOH LA MER S’OUVRIRA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 eu direi, então eu direi, ououh, abra-se o mar
9-  ET JE PASSERAI EN SAUTANT  ET DANSANT DE JOIE DEVANT LE ROI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eu passarei pulando e dança ndoem sua presença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ALORS JE SAUTE,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ALORS JE DANSE DANSE, DANSE, DANSE,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DANS LA PRÉSENCE DU ROI (UN CRI DE JOIE)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Um grito de júbilo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ALORS JE CRIE, CRIE, CRIE, CRIE, CRIE 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ALORS JE COURS  COURS, COURS, COURS, COURS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DANS LA PRÉSENCE DU ROI
Na presença do rei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TOMBE  SUR MOI (NANANA)</a:t>
            </a:r>
          </a:p>
          <a:p>
            <a:r>
              <a:rPr lang="fr-FR" smtClean="0"/>
              <a:t>Quando a noite fria cair sobre mim (nanana) 
2- TOUT N’EST QUE DÉSERT  AUTOUR DE MOI</a:t>
            </a:r>
          </a:p>
          <a:p>
            <a:r>
              <a:rPr lang="fr-FR" smtClean="0"/>
              <a:t>E num deserto eu me encontrar 
3-  LES ÉGYPTIENS ET PHARAON  VIENNENT (OH OH OH) </a:t>
            </a:r>
          </a:p>
          <a:p>
            <a:r>
              <a:rPr lang="fr-FR" smtClean="0"/>
              <a:t>Me ver cer cado por egípcios e porfaraó (ohohoh)
4-  CAR  ILS  VEULENT M’EMPÊCHER D’AVANCER</a:t>
            </a:r>
          </a:p>
          <a:p>
            <a:r>
              <a:rPr lang="fr-FR" smtClean="0"/>
              <a:t>Sendo impedido de pros seguir</a:t>
            </a:r>
          </a:p>
          <a:p>
            <a:endParaRPr lang="fr-FR" smtClean="0"/>
          </a:p>
          <a:p>
            <a:r>
              <a:rPr lang="fr-FR" smtClean="0"/>
              <a:t>5-  JE SAIS QUE TON FEU SE RÉPANDRA SUR MOI (HEY HEY)</a:t>
            </a:r>
          </a:p>
          <a:p>
            <a:r>
              <a:rPr lang="fr-FR" smtClean="0"/>
              <a:t>Sei que o teu fogo cairá sobre mim (heyey) 
6-  JE SAIS QUE TON FEU SE RÉPANDRA SUR MOI</a:t>
            </a:r>
          </a:p>
          <a:p>
            <a:r>
              <a:rPr lang="fr-FR" smtClean="0"/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mtClean="0"/>
          </a:p>
          <a:p>
            <a:r>
              <a:rPr lang="fr-FR" smtClean="0"/>
              <a:t>8-  ALORS JE DIRAI, ALORS JE DIRAI OOOH LA MER S’OUVRIRA</a:t>
            </a:r>
          </a:p>
          <a:p>
            <a:r>
              <a:rPr lang="fr-FR" smtClean="0"/>
              <a:t>Então eu direi, então eu direi, ououh, abra-se o mar
9-  ET JE PASSERAI EN SAUTANT  ET DANSANT DE JOIE DEVANT LE ROI         </a:t>
            </a:r>
          </a:p>
          <a:p>
            <a:r>
              <a:rPr lang="fr-FR" smtClean="0"/>
              <a:t>E eu passarei pulando e dança ndoem sua presença </a:t>
            </a:r>
          </a:p>
          <a:p>
            <a:endParaRPr lang="fr-FR" smtClean="0"/>
          </a:p>
          <a:p>
            <a:r>
              <a:rPr lang="fr-FR" smtClean="0"/>
              <a:t>10-  ALORS JE SAUTE, SAUTE, SAUTE, SAUTE, SAUTE </a:t>
            </a:r>
          </a:p>
          <a:p>
            <a:r>
              <a:rPr lang="fr-FR" smtClean="0"/>
              <a:t>Poris soeu pulo, pulo, pulo, pulo, pulo </a:t>
            </a:r>
          </a:p>
          <a:p>
            <a:r>
              <a:rPr lang="fr-FR" smtClean="0"/>
              <a:t>11-DANS LA PRÉSENCE DU ROI</a:t>
            </a:r>
          </a:p>
          <a:p>
            <a:r>
              <a:rPr lang="fr-FR" smtClean="0"/>
              <a:t>Na presença do rei</a:t>
            </a:r>
          </a:p>
          <a:p>
            <a:r>
              <a:rPr lang="fr-FR" smtClean="0"/>
              <a:t>12-  ALORS JE DANSE DANSE, DANSE, DANSE, DANSE </a:t>
            </a:r>
          </a:p>
          <a:p>
            <a:r>
              <a:rPr lang="fr-FR" smtClean="0"/>
              <a:t>Poris soeu danço, danço, danço, danço, danço</a:t>
            </a:r>
          </a:p>
          <a:p>
            <a:r>
              <a:rPr lang="fr-FR" smtClean="0"/>
              <a:t>13-  DANS LA PRÉSENCE DU ROI (UN CRI DE JOIE) </a:t>
            </a:r>
          </a:p>
          <a:p>
            <a:r>
              <a:rPr lang="fr-FR" smtClean="0"/>
              <a:t>Na presença do rei Um grito de júbilo</a:t>
            </a:r>
          </a:p>
          <a:p>
            <a:r>
              <a:rPr lang="fr-FR" smtClean="0"/>
              <a:t>14-  ALORS JE CRIE, CRIE, CRIE, CRIE, CRIE DANS LA PRÉSENCE DU ROI</a:t>
            </a:r>
          </a:p>
          <a:p>
            <a:r>
              <a:rPr lang="fr-FR" smtClean="0"/>
              <a:t>Poris soeu grito, grito, grito, grito, grito Na presença do rei</a:t>
            </a:r>
          </a:p>
          <a:p>
            <a:r>
              <a:rPr lang="fr-FR" smtClean="0"/>
              <a:t>15-  ALORS JE COURS  COURS, COURS, COURS, COURS </a:t>
            </a:r>
          </a:p>
          <a:p>
            <a:r>
              <a:rPr lang="fr-FR" smtClean="0"/>
              <a:t>Poris soeu corro, corro, corro, corro, corro</a:t>
            </a:r>
          </a:p>
          <a:p>
            <a:r>
              <a:rPr lang="fr-FR" smtClean="0"/>
              <a:t>16-  DANS LA PRÉSENCE DU ROI
Na presença do rei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2207192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TOMBE  SUR MOI (NANANA)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TOUT N’EST QUE DÉSERT  AUTOUR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 VIENNENT (OH OH OH)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
4-  CAR  ILS  VEULENT M’EMPÊCHER D’AVANCER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JE SAIS QUE TON FEU SE RÉPANDRA SUR MOI (HEY HEY)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SAIS QUE TON FEU SE RÉPANDRA SUR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ALORS JE DIRAI, ALORS JE DIRAI OOOH LA MER S’OUVRIRA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 eu direi, então eu direi, ououh, abra-se o mar
9-  ET JE PASSERAI EN SAUTANT  ET DANSANT DE JOIE DEVANT LE ROI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eu passarei pulando e dança ndoem sua presença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ALORS JE SAUTE,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ALORS JE DANSE DANSE, DANSE, DANSE,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DANS LA PRÉSENCE DU ROI (UN CRI DE JOIE)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Um grito de júbilo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ALORS JE CRIE, CRIE, CRIE, CRIE, CRIE 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ALORS JE COURS  COURS, COURS, COURS, COURS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DANS LA PRÉSENCE DU ROI
Na presença do rei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TOMBE  SUR MOI (NANANA)</a:t>
            </a:r>
          </a:p>
          <a:p>
            <a:r>
              <a:rPr lang="fr-FR" smtClean="0"/>
              <a:t>Quando a noite fria cair sobre mim (nanana) 
2- TOUT N’EST QUE DÉSERT  AUTOUR DE MOI</a:t>
            </a:r>
          </a:p>
          <a:p>
            <a:r>
              <a:rPr lang="fr-FR" smtClean="0"/>
              <a:t>E num deserto eu me encontrar 
3-  LES ÉGYPTIENS ET PHARAON  VIENNENT (OH OH OH) </a:t>
            </a:r>
          </a:p>
          <a:p>
            <a:r>
              <a:rPr lang="fr-FR" smtClean="0"/>
              <a:t>Me ver cer cado por egípcios e porfaraó (ohohoh)
4-  CAR  ILS  VEULENT M’EMPÊCHER D’AVANCER</a:t>
            </a:r>
          </a:p>
          <a:p>
            <a:r>
              <a:rPr lang="fr-FR" smtClean="0"/>
              <a:t>Sendo impedido de pros seguir</a:t>
            </a:r>
          </a:p>
          <a:p>
            <a:endParaRPr lang="fr-FR" smtClean="0"/>
          </a:p>
          <a:p>
            <a:r>
              <a:rPr lang="fr-FR" smtClean="0"/>
              <a:t>5-  JE SAIS QUE TON FEU SE RÉPANDRA SUR MOI (HEY HEY)</a:t>
            </a:r>
          </a:p>
          <a:p>
            <a:r>
              <a:rPr lang="fr-FR" smtClean="0"/>
              <a:t>Sei que o teu fogo cairá sobre mim (heyey) 
6-  JE SAIS QUE TON FEU SE RÉPANDRA SUR MOI</a:t>
            </a:r>
          </a:p>
          <a:p>
            <a:r>
              <a:rPr lang="fr-FR" smtClean="0"/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mtClean="0"/>
          </a:p>
          <a:p>
            <a:r>
              <a:rPr lang="fr-FR" smtClean="0"/>
              <a:t>8-  ALORS JE DIRAI, ALORS JE DIRAI OOOH LA MER S’OUVRIRA</a:t>
            </a:r>
          </a:p>
          <a:p>
            <a:r>
              <a:rPr lang="fr-FR" smtClean="0"/>
              <a:t>Então eu direi, então eu direi, ououh, abra-se o mar
9-  ET JE PASSERAI EN SAUTANT  ET DANSANT DE JOIE DEVANT LE ROI         </a:t>
            </a:r>
          </a:p>
          <a:p>
            <a:r>
              <a:rPr lang="fr-FR" smtClean="0"/>
              <a:t>E eu passarei pulando e dança ndoem sua presença </a:t>
            </a:r>
          </a:p>
          <a:p>
            <a:endParaRPr lang="fr-FR" smtClean="0"/>
          </a:p>
          <a:p>
            <a:r>
              <a:rPr lang="fr-FR" smtClean="0"/>
              <a:t>10-  ALORS JE SAUTE, SAUTE, SAUTE, SAUTE, SAUTE </a:t>
            </a:r>
          </a:p>
          <a:p>
            <a:r>
              <a:rPr lang="fr-FR" smtClean="0"/>
              <a:t>Poris soeu pulo, pulo, pulo, pulo, pulo </a:t>
            </a:r>
          </a:p>
          <a:p>
            <a:r>
              <a:rPr lang="fr-FR" smtClean="0"/>
              <a:t>11-DANS LA PRÉSENCE DU ROI</a:t>
            </a:r>
          </a:p>
          <a:p>
            <a:r>
              <a:rPr lang="fr-FR" smtClean="0"/>
              <a:t>Na presença do rei</a:t>
            </a:r>
          </a:p>
          <a:p>
            <a:r>
              <a:rPr lang="fr-FR" smtClean="0"/>
              <a:t>12-  ALORS JE DANSE DANSE, DANSE, DANSE, DANSE </a:t>
            </a:r>
          </a:p>
          <a:p>
            <a:r>
              <a:rPr lang="fr-FR" smtClean="0"/>
              <a:t>Poris soeu danço, danço, danço, danço, danço</a:t>
            </a:r>
          </a:p>
          <a:p>
            <a:r>
              <a:rPr lang="fr-FR" smtClean="0"/>
              <a:t>13-  DANS LA PRÉSENCE DU ROI (UN CRI DE JOIE) </a:t>
            </a:r>
          </a:p>
          <a:p>
            <a:r>
              <a:rPr lang="fr-FR" smtClean="0"/>
              <a:t>Na presença do rei Um grito de júbilo</a:t>
            </a:r>
          </a:p>
          <a:p>
            <a:r>
              <a:rPr lang="fr-FR" smtClean="0"/>
              <a:t>14-  ALORS JE CRIE, CRIE, CRIE, CRIE, CRIE DANS LA PRÉSENCE DU ROI</a:t>
            </a:r>
          </a:p>
          <a:p>
            <a:r>
              <a:rPr lang="fr-FR" smtClean="0"/>
              <a:t>Poris soeu grito, grito, grito, grito, grito Na presença do rei</a:t>
            </a:r>
          </a:p>
          <a:p>
            <a:r>
              <a:rPr lang="fr-FR" smtClean="0"/>
              <a:t>15-  ALORS JE COURS  COURS, COURS, COURS, COURS </a:t>
            </a:r>
          </a:p>
          <a:p>
            <a:r>
              <a:rPr lang="fr-FR" smtClean="0"/>
              <a:t>Poris soeu corro, corro, corro, corro, corro</a:t>
            </a:r>
          </a:p>
          <a:p>
            <a:r>
              <a:rPr lang="fr-FR" smtClean="0"/>
              <a:t>16-  DANS LA PRÉSENCE DU ROI
Na presença do rei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7573727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TOMBE  SUR MOI (NANANA)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TOUT N’EST QUE DÉSERT  AUTOUR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 VIENNENT (OH OH OH)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
4-  CAR  ILS  VEULENT M’EMPÊCHER D’AVANCER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JE SAIS QUE TON FEU SE RÉPANDRA SUR MOI (HEY HEY)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SAIS QUE TON FEU SE RÉPANDRA SUR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ALORS JE DIRAI, ALORS JE DIRAI OOOH LA MER S’OUVRIRA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 eu direi, então eu direi, ououh, abra-se o mar
9-  ET JE PASSERAI EN SAUTANT  ET DANSANT DE JOIE DEVANT LE ROI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eu passarei pulando e dança ndoem sua presença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ALORS JE SAUTE,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ALORS JE DANSE DANSE, DANSE, DANSE,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DANS LA PRÉSENCE DU ROI (UN CRI DE JOIE)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Um grito de júbilo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ALORS JE CRIE, CRIE, CRIE, CRIE, CRIE 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ALORS JE COURS  COURS, COURS, COURS, COURS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DANS LA PRÉSENCE DU ROI
Na presença do rei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TOMBE  SUR MOI (NANANA)</a:t>
            </a:r>
          </a:p>
          <a:p>
            <a:r>
              <a:rPr lang="fr-FR" smtClean="0"/>
              <a:t>Quando a noite fria cair sobre mim (nanana) 
2- TOUT N’EST QUE DÉSERT  AUTOUR DE MOI</a:t>
            </a:r>
          </a:p>
          <a:p>
            <a:r>
              <a:rPr lang="fr-FR" smtClean="0"/>
              <a:t>E num deserto eu me encontrar 
3-  LES ÉGYPTIENS ET PHARAON  VIENNENT (OH OH OH) </a:t>
            </a:r>
          </a:p>
          <a:p>
            <a:r>
              <a:rPr lang="fr-FR" smtClean="0"/>
              <a:t>Me ver cer cado por egípcios e porfaraó (ohohoh)
4-  CAR  ILS  VEULENT M’EMPÊCHER D’AVANCER</a:t>
            </a:r>
          </a:p>
          <a:p>
            <a:r>
              <a:rPr lang="fr-FR" smtClean="0"/>
              <a:t>Sendo impedido de pros seguir</a:t>
            </a:r>
          </a:p>
          <a:p>
            <a:endParaRPr lang="fr-FR" smtClean="0"/>
          </a:p>
          <a:p>
            <a:r>
              <a:rPr lang="fr-FR" smtClean="0"/>
              <a:t>5-  JE SAIS QUE TON FEU SE RÉPANDRA SUR MOI (HEY HEY)</a:t>
            </a:r>
          </a:p>
          <a:p>
            <a:r>
              <a:rPr lang="fr-FR" smtClean="0"/>
              <a:t>Sei que o teu fogo cairá sobre mim (heyey) 
6-  JE SAIS QUE TON FEU SE RÉPANDRA SUR MOI</a:t>
            </a:r>
          </a:p>
          <a:p>
            <a:r>
              <a:rPr lang="fr-FR" smtClean="0"/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mtClean="0"/>
          </a:p>
          <a:p>
            <a:r>
              <a:rPr lang="fr-FR" smtClean="0"/>
              <a:t>8-  ALORS JE DIRAI, ALORS JE DIRAI OOOH LA MER S’OUVRIRA</a:t>
            </a:r>
          </a:p>
          <a:p>
            <a:r>
              <a:rPr lang="fr-FR" smtClean="0"/>
              <a:t>Então eu direi, então eu direi, ououh, abra-se o mar
9-  ET JE PASSERAI EN SAUTANT  ET DANSANT DE JOIE DEVANT LE ROI         </a:t>
            </a:r>
          </a:p>
          <a:p>
            <a:r>
              <a:rPr lang="fr-FR" smtClean="0"/>
              <a:t>E eu passarei pulando e dança ndoem sua presença </a:t>
            </a:r>
          </a:p>
          <a:p>
            <a:endParaRPr lang="fr-FR" smtClean="0"/>
          </a:p>
          <a:p>
            <a:r>
              <a:rPr lang="fr-FR" smtClean="0"/>
              <a:t>10-  ALORS JE SAUTE, SAUTE, SAUTE, SAUTE, SAUTE </a:t>
            </a:r>
          </a:p>
          <a:p>
            <a:r>
              <a:rPr lang="fr-FR" smtClean="0"/>
              <a:t>Poris soeu pulo, pulo, pulo, pulo, pulo </a:t>
            </a:r>
          </a:p>
          <a:p>
            <a:r>
              <a:rPr lang="fr-FR" smtClean="0"/>
              <a:t>11-DANS LA PRÉSENCE DU ROI</a:t>
            </a:r>
          </a:p>
          <a:p>
            <a:r>
              <a:rPr lang="fr-FR" smtClean="0"/>
              <a:t>Na presença do rei</a:t>
            </a:r>
          </a:p>
          <a:p>
            <a:r>
              <a:rPr lang="fr-FR" smtClean="0"/>
              <a:t>12-  ALORS JE DANSE DANSE, DANSE, DANSE, DANSE </a:t>
            </a:r>
          </a:p>
          <a:p>
            <a:r>
              <a:rPr lang="fr-FR" smtClean="0"/>
              <a:t>Poris soeu danço, danço, danço, danço, danço</a:t>
            </a:r>
          </a:p>
          <a:p>
            <a:r>
              <a:rPr lang="fr-FR" smtClean="0"/>
              <a:t>13-  DANS LA PRÉSENCE DU ROI (UN CRI DE JOIE) </a:t>
            </a:r>
          </a:p>
          <a:p>
            <a:r>
              <a:rPr lang="fr-FR" smtClean="0"/>
              <a:t>Na presença do rei Um grito de júbilo</a:t>
            </a:r>
          </a:p>
          <a:p>
            <a:r>
              <a:rPr lang="fr-FR" smtClean="0"/>
              <a:t>14-  ALORS JE CRIE, CRIE, CRIE, CRIE, CRIE DANS LA PRÉSENCE DU ROI</a:t>
            </a:r>
          </a:p>
          <a:p>
            <a:r>
              <a:rPr lang="fr-FR" smtClean="0"/>
              <a:t>Poris soeu grito, grito, grito, grito, grito Na presença do rei</a:t>
            </a:r>
          </a:p>
          <a:p>
            <a:r>
              <a:rPr lang="fr-FR" smtClean="0"/>
              <a:t>15-  ALORS JE COURS  COURS, COURS, COURS, COURS </a:t>
            </a:r>
          </a:p>
          <a:p>
            <a:r>
              <a:rPr lang="fr-FR" smtClean="0"/>
              <a:t>Poris soeu corro, corro, corro, corro, corro</a:t>
            </a:r>
          </a:p>
          <a:p>
            <a:r>
              <a:rPr lang="fr-FR" smtClean="0"/>
              <a:t>16-  DANS LA PRÉSENCE DU ROI
Na presença do rei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9181494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TOMBE  SUR MOI (NANANA)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TOUT N’EST QUE DÉSERT  AUTOUR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 VIENNENT (OH OH OH)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
4-  CAR  ILS  VEULENT M’EMPÊCHER D’AVANCER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JE SAIS QUE TON FEU SE RÉPANDRA SUR MOI (HEY HEY)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SAIS QUE TON FEU SE RÉPANDRA SUR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ALORS JE DIRAI, ALORS JE DIRAI OOOH LA MER S’OUVRIRA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 eu direi, então eu direi, ououh, abra-se o mar
9-  ET JE PASSERAI EN SAUTANT  ET DANSANT DE JOIE DEVANT LE ROI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eu passarei pulando e dança ndoem sua presença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ALORS JE SAUTE,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ALORS JE DANSE DANSE, DANSE, DANSE,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DANS LA PRÉSENCE DU ROI (UN CRI DE JOIE)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Um grito de júbilo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ALORS JE CRIE, CRIE, CRIE, CRIE, CRIE 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ALORS JE COURS  COURS, COURS, COURS, COURS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DANS LA PRÉSENCE DU ROI
Na presença do rei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TOMBE  SUR MOI (NANANA)</a:t>
            </a:r>
          </a:p>
          <a:p>
            <a:r>
              <a:rPr lang="fr-FR" smtClean="0"/>
              <a:t>Quando a noite fria cair sobre mim (nanana) 
2- TOUT N’EST QUE DÉSERT  AUTOUR DE MOI</a:t>
            </a:r>
          </a:p>
          <a:p>
            <a:r>
              <a:rPr lang="fr-FR" smtClean="0"/>
              <a:t>E num deserto eu me encontrar 
3-  LES ÉGYPTIENS ET PHARAON  VIENNENT (OH OH OH) </a:t>
            </a:r>
          </a:p>
          <a:p>
            <a:r>
              <a:rPr lang="fr-FR" smtClean="0"/>
              <a:t>Me ver cer cado por egípcios e porfaraó (ohohoh)
4-  CAR  ILS  VEULENT M’EMPÊCHER D’AVANCER</a:t>
            </a:r>
          </a:p>
          <a:p>
            <a:r>
              <a:rPr lang="fr-FR" smtClean="0"/>
              <a:t>Sendo impedido de pros seguir</a:t>
            </a:r>
          </a:p>
          <a:p>
            <a:endParaRPr lang="fr-FR" smtClean="0"/>
          </a:p>
          <a:p>
            <a:r>
              <a:rPr lang="fr-FR" smtClean="0"/>
              <a:t>5-  JE SAIS QUE TON FEU SE RÉPANDRA SUR MOI (HEY HEY)</a:t>
            </a:r>
          </a:p>
          <a:p>
            <a:r>
              <a:rPr lang="fr-FR" smtClean="0"/>
              <a:t>Sei que o teu fogo cairá sobre mim (heyey) 
6-  JE SAIS QUE TON FEU SE RÉPANDRA SUR MOI</a:t>
            </a:r>
          </a:p>
          <a:p>
            <a:r>
              <a:rPr lang="fr-FR" smtClean="0"/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mtClean="0"/>
          </a:p>
          <a:p>
            <a:r>
              <a:rPr lang="fr-FR" smtClean="0"/>
              <a:t>8-  ALORS JE DIRAI, ALORS JE DIRAI OOOH LA MER S’OUVRIRA</a:t>
            </a:r>
          </a:p>
          <a:p>
            <a:r>
              <a:rPr lang="fr-FR" smtClean="0"/>
              <a:t>Então eu direi, então eu direi, ououh, abra-se o mar
9-  ET JE PASSERAI EN SAUTANT  ET DANSANT DE JOIE DEVANT LE ROI         </a:t>
            </a:r>
          </a:p>
          <a:p>
            <a:r>
              <a:rPr lang="fr-FR" smtClean="0"/>
              <a:t>E eu passarei pulando e dança ndoem sua presença </a:t>
            </a:r>
          </a:p>
          <a:p>
            <a:endParaRPr lang="fr-FR" smtClean="0"/>
          </a:p>
          <a:p>
            <a:r>
              <a:rPr lang="fr-FR" smtClean="0"/>
              <a:t>10-  ALORS JE SAUTE, SAUTE, SAUTE, SAUTE, SAUTE </a:t>
            </a:r>
          </a:p>
          <a:p>
            <a:r>
              <a:rPr lang="fr-FR" smtClean="0"/>
              <a:t>Poris soeu pulo, pulo, pulo, pulo, pulo </a:t>
            </a:r>
          </a:p>
          <a:p>
            <a:r>
              <a:rPr lang="fr-FR" smtClean="0"/>
              <a:t>11-DANS LA PRÉSENCE DU ROI</a:t>
            </a:r>
          </a:p>
          <a:p>
            <a:r>
              <a:rPr lang="fr-FR" smtClean="0"/>
              <a:t>Na presença do rei</a:t>
            </a:r>
          </a:p>
          <a:p>
            <a:r>
              <a:rPr lang="fr-FR" smtClean="0"/>
              <a:t>12-  ALORS JE DANSE DANSE, DANSE, DANSE, DANSE </a:t>
            </a:r>
          </a:p>
          <a:p>
            <a:r>
              <a:rPr lang="fr-FR" smtClean="0"/>
              <a:t>Poris soeu danço, danço, danço, danço, danço</a:t>
            </a:r>
          </a:p>
          <a:p>
            <a:r>
              <a:rPr lang="fr-FR" smtClean="0"/>
              <a:t>13-  DANS LA PRÉSENCE DU ROI (UN CRI DE JOIE) </a:t>
            </a:r>
          </a:p>
          <a:p>
            <a:r>
              <a:rPr lang="fr-FR" smtClean="0"/>
              <a:t>Na presença do rei Um grito de júbilo</a:t>
            </a:r>
          </a:p>
          <a:p>
            <a:r>
              <a:rPr lang="fr-FR" smtClean="0"/>
              <a:t>14-  ALORS JE CRIE, CRIE, CRIE, CRIE, CRIE DANS LA PRÉSENCE DU ROI</a:t>
            </a:r>
          </a:p>
          <a:p>
            <a:r>
              <a:rPr lang="fr-FR" smtClean="0"/>
              <a:t>Poris soeu grito, grito, grito, grito, grito Na presença do rei</a:t>
            </a:r>
          </a:p>
          <a:p>
            <a:r>
              <a:rPr lang="fr-FR" smtClean="0"/>
              <a:t>15-  ALORS JE COURS  COURS, COURS, COURS, COURS </a:t>
            </a:r>
          </a:p>
          <a:p>
            <a:r>
              <a:rPr lang="fr-FR" smtClean="0"/>
              <a:t>Poris soeu corro, corro, corro, corro, corro</a:t>
            </a:r>
          </a:p>
          <a:p>
            <a:r>
              <a:rPr lang="fr-FR" smtClean="0"/>
              <a:t>16-  DANS LA PRÉSENCE DU ROI
Na presença do rei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9421935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TOMBE  SUR MOI (NANANA)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TOUT N’EST QUE DÉSERT  AUTOUR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 VIENNENT (OH OH OH)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
4-  CAR  ILS  VEULENT M’EMPÊCHER D’AVANCER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JE SAIS QUE TON FEU SE RÉPANDRA SUR MOI (HEY HEY)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SAIS QUE TON FEU SE RÉPANDRA SUR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ALORS JE DIRAI, ALORS JE DIRAI OOOH LA MER S’OUVRIRA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 eu direi, então eu direi, ououh, abra-se o mar
9-  ET JE PASSERAI EN SAUTANT  ET DANSANT DE JOIE DEVANT LE ROI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eu passarei pulando e dança ndoem sua presença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ALORS JE SAUTE,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ALORS JE DANSE DANSE, DANSE, DANSE,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DANS LA PRÉSENCE DU ROI (UN CRI DE JOIE)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Um grito de júbilo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ALORS JE CRIE, CRIE, CRIE, CRIE, CRIE 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ALORS JE COURS  COURS, COURS, COURS, COURS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DANS LA PRÉSENCE DU ROI
Na presença do rei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TOMBE  SUR MOI (NANANA)</a:t>
            </a:r>
          </a:p>
          <a:p>
            <a:r>
              <a:rPr lang="fr-FR" smtClean="0"/>
              <a:t>Quando a noite fria cair sobre mim (nanana) 
2- TOUT N’EST QUE DÉSERT  AUTOUR DE MOI</a:t>
            </a:r>
          </a:p>
          <a:p>
            <a:r>
              <a:rPr lang="fr-FR" smtClean="0"/>
              <a:t>E num deserto eu me encontrar 
3-  LES ÉGYPTIENS ET PHARAON  VIENNENT (OH OH OH) </a:t>
            </a:r>
          </a:p>
          <a:p>
            <a:r>
              <a:rPr lang="fr-FR" smtClean="0"/>
              <a:t>Me ver cer cado por egípcios e porfaraó (ohohoh)
4-  CAR  ILS  VEULENT M’EMPÊCHER D’AVANCER</a:t>
            </a:r>
          </a:p>
          <a:p>
            <a:r>
              <a:rPr lang="fr-FR" smtClean="0"/>
              <a:t>Sendo impedido de pros seguir</a:t>
            </a:r>
          </a:p>
          <a:p>
            <a:endParaRPr lang="fr-FR" smtClean="0"/>
          </a:p>
          <a:p>
            <a:r>
              <a:rPr lang="fr-FR" smtClean="0"/>
              <a:t>5-  JE SAIS QUE TON FEU SE RÉPANDRA SUR MOI (HEY HEY)</a:t>
            </a:r>
          </a:p>
          <a:p>
            <a:r>
              <a:rPr lang="fr-FR" smtClean="0"/>
              <a:t>Sei que o teu fogo cairá sobre mim (heyey) 
6-  JE SAIS QUE TON FEU SE RÉPANDRA SUR MOI</a:t>
            </a:r>
          </a:p>
          <a:p>
            <a:r>
              <a:rPr lang="fr-FR" smtClean="0"/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mtClean="0"/>
          </a:p>
          <a:p>
            <a:r>
              <a:rPr lang="fr-FR" smtClean="0"/>
              <a:t>8-  ALORS JE DIRAI, ALORS JE DIRAI OOOH LA MER S’OUVRIRA</a:t>
            </a:r>
          </a:p>
          <a:p>
            <a:r>
              <a:rPr lang="fr-FR" smtClean="0"/>
              <a:t>Então eu direi, então eu direi, ououh, abra-se o mar
9-  ET JE PASSERAI EN SAUTANT  ET DANSANT DE JOIE DEVANT LE ROI         </a:t>
            </a:r>
          </a:p>
          <a:p>
            <a:r>
              <a:rPr lang="fr-FR" smtClean="0"/>
              <a:t>E eu passarei pulando e dança ndoem sua presença </a:t>
            </a:r>
          </a:p>
          <a:p>
            <a:endParaRPr lang="fr-FR" smtClean="0"/>
          </a:p>
          <a:p>
            <a:r>
              <a:rPr lang="fr-FR" smtClean="0"/>
              <a:t>10-  ALORS JE SAUTE, SAUTE, SAUTE, SAUTE, SAUTE </a:t>
            </a:r>
          </a:p>
          <a:p>
            <a:r>
              <a:rPr lang="fr-FR" smtClean="0"/>
              <a:t>Poris soeu pulo, pulo, pulo, pulo, pulo </a:t>
            </a:r>
          </a:p>
          <a:p>
            <a:r>
              <a:rPr lang="fr-FR" smtClean="0"/>
              <a:t>11-DANS LA PRÉSENCE DU ROI</a:t>
            </a:r>
          </a:p>
          <a:p>
            <a:r>
              <a:rPr lang="fr-FR" smtClean="0"/>
              <a:t>Na presença do rei</a:t>
            </a:r>
          </a:p>
          <a:p>
            <a:r>
              <a:rPr lang="fr-FR" smtClean="0"/>
              <a:t>12-  ALORS JE DANSE DANSE, DANSE, DANSE, DANSE </a:t>
            </a:r>
          </a:p>
          <a:p>
            <a:r>
              <a:rPr lang="fr-FR" smtClean="0"/>
              <a:t>Poris soeu danço, danço, danço, danço, danço</a:t>
            </a:r>
          </a:p>
          <a:p>
            <a:r>
              <a:rPr lang="fr-FR" smtClean="0"/>
              <a:t>13-  DANS LA PRÉSENCE DU ROI (UN CRI DE JOIE) </a:t>
            </a:r>
          </a:p>
          <a:p>
            <a:r>
              <a:rPr lang="fr-FR" smtClean="0"/>
              <a:t>Na presença do rei Um grito de júbilo</a:t>
            </a:r>
          </a:p>
          <a:p>
            <a:r>
              <a:rPr lang="fr-FR" smtClean="0"/>
              <a:t>14-  ALORS JE CRIE, CRIE, CRIE, CRIE, CRIE DANS LA PRÉSENCE DU ROI</a:t>
            </a:r>
          </a:p>
          <a:p>
            <a:r>
              <a:rPr lang="fr-FR" smtClean="0"/>
              <a:t>Poris soeu grito, grito, grito, grito, grito Na presença do rei</a:t>
            </a:r>
          </a:p>
          <a:p>
            <a:r>
              <a:rPr lang="fr-FR" smtClean="0"/>
              <a:t>15-  ALORS JE COURS  COURS, COURS, COURS, COURS </a:t>
            </a:r>
          </a:p>
          <a:p>
            <a:r>
              <a:rPr lang="fr-FR" smtClean="0"/>
              <a:t>Poris soeu corro, corro, corro, corro, corro</a:t>
            </a:r>
          </a:p>
          <a:p>
            <a:r>
              <a:rPr lang="fr-FR" smtClean="0"/>
              <a:t>16-  DANS LA PRÉSENCE DU ROI
Na presença do rei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0286355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TOMBE  SUR MOI (NANANA)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TOUT N’EST QUE DÉSERT  AUTOUR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 VIENNENT (OH OH OH)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
4-  CAR  ILS  VEULENT M’EMPÊCHER D’AVANCER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JE SAIS QUE TON FEU SE RÉPANDRA SUR MOI (HEY HEY)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SAIS QUE TON FEU SE RÉPANDRA SUR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ALORS JE DIRAI, ALORS JE DIRAI OOOH LA MER S’OUVRIRA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 eu direi, então eu direi, ououh, abra-se o mar
9-  ET JE PASSERAI EN SAUTANT  ET DANSANT DE JOIE DEVANT LE ROI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eu passarei pulando e dança ndoem sua presença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ALORS JE SAUTE,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ALORS JE DANSE DANSE, DANSE, DANSE,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DANS LA PRÉSENCE DU ROI (UN CRI DE JOIE)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Um grito de júbilo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ALORS JE CRIE, CRIE, CRIE, CRIE, CRIE DANS LA PRÉSENCE DU ROI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ALORS JE COURS  COURS, COURS, COURS, COURS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DANS LA PRÉSENCE DU ROI
Na presença do rei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TOMBE  SUR MOI (NANANA)</a:t>
            </a:r>
          </a:p>
          <a:p>
            <a:r>
              <a:rPr lang="fr-FR" smtClean="0"/>
              <a:t>Quando a noite fria cair sobre mim (nanana) 
2- TOUT N’EST QUE DÉSERT  AUTOUR DE MOI</a:t>
            </a:r>
          </a:p>
          <a:p>
            <a:r>
              <a:rPr lang="fr-FR" smtClean="0"/>
              <a:t>E num deserto eu me encontrar 
3-  LES ÉGYPTIENS ET PHARAON  VIENNENT (OH OH OH) </a:t>
            </a:r>
          </a:p>
          <a:p>
            <a:r>
              <a:rPr lang="fr-FR" smtClean="0"/>
              <a:t>Me ver cer cado por egípcios e porfaraó (ohohoh)
4-  CAR  ILS  VEULENT M’EMPÊCHER D’AVANCER</a:t>
            </a:r>
          </a:p>
          <a:p>
            <a:r>
              <a:rPr lang="fr-FR" smtClean="0"/>
              <a:t>Sendo impedido de pros seguir</a:t>
            </a:r>
          </a:p>
          <a:p>
            <a:endParaRPr lang="fr-FR" smtClean="0"/>
          </a:p>
          <a:p>
            <a:r>
              <a:rPr lang="fr-FR" smtClean="0"/>
              <a:t>5-  JE SAIS QUE TON FEU SE RÉPANDRA SUR MOI (HEY HEY)</a:t>
            </a:r>
          </a:p>
          <a:p>
            <a:r>
              <a:rPr lang="fr-FR" smtClean="0"/>
              <a:t>Sei que o teu fogo cairá sobre mim (heyey) 
6-  JE SAIS QUE TON FEU SE RÉPANDRA SUR MOI</a:t>
            </a:r>
          </a:p>
          <a:p>
            <a:r>
              <a:rPr lang="fr-FR" smtClean="0"/>
              <a:t>Sei que o teu fogo cairá sobre mim 
7-  JE ME LÈVERAI AVEC FOI EN TOI JE ME LÈVERAI AVEC FOI EN TOI X2
E me levará a em ti confiar (ahahah) E me levará a em ti confiar</a:t>
            </a:r>
          </a:p>
          <a:p>
            <a:endParaRPr lang="fr-FR" smtClean="0"/>
          </a:p>
          <a:p>
            <a:r>
              <a:rPr lang="fr-FR" smtClean="0"/>
              <a:t>8-  ALORS JE DIRAI, ALORS JE DIRAI OOOH LA MER S’OUVRIRA</a:t>
            </a:r>
          </a:p>
          <a:p>
            <a:r>
              <a:rPr lang="fr-FR" smtClean="0"/>
              <a:t>Então eu direi, então eu direi, ououh, abra-se o mar
9-  ET JE PASSERAI EN SAUTANT  ET DANSANT DE JOIE DEVANT LE ROI         </a:t>
            </a:r>
          </a:p>
          <a:p>
            <a:r>
              <a:rPr lang="fr-FR" smtClean="0"/>
              <a:t>E eu passarei pulando e dança ndoem sua presença </a:t>
            </a:r>
          </a:p>
          <a:p>
            <a:endParaRPr lang="fr-FR" smtClean="0"/>
          </a:p>
          <a:p>
            <a:r>
              <a:rPr lang="fr-FR" smtClean="0"/>
              <a:t>10-  ALORS JE SAUTE, SAUTE, SAUTE, SAUTE, SAUTE </a:t>
            </a:r>
          </a:p>
          <a:p>
            <a:r>
              <a:rPr lang="fr-FR" smtClean="0"/>
              <a:t>Poris soeu pulo, pulo, pulo, pulo, pulo </a:t>
            </a:r>
          </a:p>
          <a:p>
            <a:r>
              <a:rPr lang="fr-FR" smtClean="0"/>
              <a:t>11-DANS LA PRÉSENCE DU ROI</a:t>
            </a:r>
          </a:p>
          <a:p>
            <a:r>
              <a:rPr lang="fr-FR" smtClean="0"/>
              <a:t>Na presença do rei</a:t>
            </a:r>
          </a:p>
          <a:p>
            <a:r>
              <a:rPr lang="fr-FR" smtClean="0"/>
              <a:t>12-  ALORS JE DANSE DANSE, DANSE, DANSE, DANSE </a:t>
            </a:r>
          </a:p>
          <a:p>
            <a:r>
              <a:rPr lang="fr-FR" smtClean="0"/>
              <a:t>Poris soeu danço, danço, danço, danço, danço</a:t>
            </a:r>
          </a:p>
          <a:p>
            <a:r>
              <a:rPr lang="fr-FR" smtClean="0"/>
              <a:t>13-  DANS LA PRÉSENCE DU ROI (UN CRI DE JOIE) </a:t>
            </a:r>
          </a:p>
          <a:p>
            <a:r>
              <a:rPr lang="fr-FR" smtClean="0"/>
              <a:t>Na presença do rei Um grito de júbilo</a:t>
            </a:r>
          </a:p>
          <a:p>
            <a:r>
              <a:rPr lang="fr-FR" smtClean="0"/>
              <a:t>14-  ALORS JE CRIE, CRIE, CRIE, CRIE, CRIE DANS LA PRÉSENCE DU ROI</a:t>
            </a:r>
          </a:p>
          <a:p>
            <a:r>
              <a:rPr lang="fr-FR" smtClean="0"/>
              <a:t>Poris soeu grito, grito, grito, grito, grito Na presença do rei</a:t>
            </a:r>
          </a:p>
          <a:p>
            <a:r>
              <a:rPr lang="fr-FR" smtClean="0"/>
              <a:t>15-  ALORS JE COURS  COURS, COURS, COURS, COURS </a:t>
            </a:r>
          </a:p>
          <a:p>
            <a:r>
              <a:rPr lang="fr-FR" smtClean="0"/>
              <a:t>Poris soeu corro, corro, corro, corro, corro</a:t>
            </a:r>
          </a:p>
          <a:p>
            <a:r>
              <a:rPr lang="fr-FR" smtClean="0"/>
              <a:t>16-  DANS LA PRÉSENCE DU ROI
Na presença do rei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176987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LORSQUE LA NUIT FROIDE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TOMBE SUR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N’EST QUE DÉSERT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AUTOUR DE MOI</a:t>
            </a:r>
          </a:p>
        </p:txBody>
      </p:sp>
    </p:spTree>
    <p:extLst>
      <p:ext uri="{BB962C8B-B14F-4D97-AF65-F5344CB8AC3E}">
        <p14:creationId xmlns="" xmlns:p14="http://schemas.microsoft.com/office/powerpoint/2010/main" val="120461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ÉGYPTIENS 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PHARAON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VIENNENT 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13291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 ILS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VEULENT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M’EMPÊCHER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D’AVANCER</a:t>
            </a:r>
          </a:p>
        </p:txBody>
      </p:sp>
    </p:spTree>
    <p:extLst>
      <p:ext uri="{BB962C8B-B14F-4D97-AF65-F5344CB8AC3E}">
        <p14:creationId xmlns="" xmlns:p14="http://schemas.microsoft.com/office/powerpoint/2010/main" val="399889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SAIS QUE TON FEU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RÉPANDRA SUR MOI</a:t>
            </a:r>
          </a:p>
        </p:txBody>
      </p:sp>
    </p:spTree>
    <p:extLst>
      <p:ext uri="{BB962C8B-B14F-4D97-AF65-F5344CB8AC3E}">
        <p14:creationId xmlns="" xmlns:p14="http://schemas.microsoft.com/office/powerpoint/2010/main" val="248246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SAIS QUE TON FEU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RÉPANDRA SUR MOI</a:t>
            </a:r>
          </a:p>
        </p:txBody>
      </p:sp>
    </p:spTree>
    <p:extLst>
      <p:ext uri="{BB962C8B-B14F-4D97-AF65-F5344CB8AC3E}">
        <p14:creationId xmlns="" xmlns:p14="http://schemas.microsoft.com/office/powerpoint/2010/main" val="2339950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LÈVERAI AVEC FOI EN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LÈVERAI AVEC FOI EN TOI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5167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JE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DIRAI,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JE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DIRAI OOOH LA MER S’OUVRIRA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76123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PASSERAI EN SAUTANT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DANSANT DE JOIE DEVANT LE ROI</a:t>
            </a:r>
          </a:p>
        </p:txBody>
      </p:sp>
    </p:spTree>
    <p:extLst>
      <p:ext uri="{BB962C8B-B14F-4D97-AF65-F5344CB8AC3E}">
        <p14:creationId xmlns="" xmlns:p14="http://schemas.microsoft.com/office/powerpoint/2010/main" val="4156012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JE SAUTE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SAUTE, SAUTE, SAUTE, SAUTE</a:t>
            </a:r>
          </a:p>
        </p:txBody>
      </p:sp>
    </p:spTree>
    <p:extLst>
      <p:ext uri="{BB962C8B-B14F-4D97-AF65-F5344CB8AC3E}">
        <p14:creationId xmlns="" xmlns:p14="http://schemas.microsoft.com/office/powerpoint/2010/main" val="3255140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PRÉSENCE DU ROI</a:t>
            </a:r>
          </a:p>
        </p:txBody>
      </p:sp>
    </p:spTree>
    <p:extLst>
      <p:ext uri="{BB962C8B-B14F-4D97-AF65-F5344CB8AC3E}">
        <p14:creationId xmlns="" xmlns:p14="http://schemas.microsoft.com/office/powerpoint/2010/main" val="2032531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JE DANSE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DANSE, DANSE, DANSE, DANSE</a:t>
            </a:r>
          </a:p>
        </p:txBody>
      </p:sp>
    </p:spTree>
    <p:extLst>
      <p:ext uri="{BB962C8B-B14F-4D97-AF65-F5344CB8AC3E}">
        <p14:creationId xmlns="" xmlns:p14="http://schemas.microsoft.com/office/powerpoint/2010/main" val="23787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PRÉSENCE DU ROI</a:t>
            </a:r>
          </a:p>
        </p:txBody>
      </p:sp>
    </p:spTree>
    <p:extLst>
      <p:ext uri="{BB962C8B-B14F-4D97-AF65-F5344CB8AC3E}">
        <p14:creationId xmlns="" xmlns:p14="http://schemas.microsoft.com/office/powerpoint/2010/main" val="297734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JE CRIE, CRIE, CRIE, CRIE, CRIE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PRÉSENCE DU ROI</a:t>
            </a:r>
          </a:p>
        </p:txBody>
      </p:sp>
    </p:spTree>
    <p:extLst>
      <p:ext uri="{BB962C8B-B14F-4D97-AF65-F5344CB8AC3E}">
        <p14:creationId xmlns="" xmlns:p14="http://schemas.microsoft.com/office/powerpoint/2010/main" val="3396436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JE COURS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COURS, COURS, COURS, COURS </a:t>
            </a:r>
          </a:p>
        </p:txBody>
      </p:sp>
    </p:spTree>
    <p:extLst>
      <p:ext uri="{BB962C8B-B14F-4D97-AF65-F5344CB8AC3E}">
        <p14:creationId xmlns="" xmlns:p14="http://schemas.microsoft.com/office/powerpoint/2010/main" val="2294606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PRÉSENCE DU ROI</a:t>
            </a:r>
          </a:p>
        </p:txBody>
      </p:sp>
    </p:spTree>
    <p:extLst>
      <p:ext uri="{BB962C8B-B14F-4D97-AF65-F5344CB8AC3E}">
        <p14:creationId xmlns="" xmlns:p14="http://schemas.microsoft.com/office/powerpoint/2010/main" val="160672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17294</TotalTime>
  <Words>814</Words>
  <Application>Microsoft Office PowerPoint</Application>
  <PresentationFormat>Affichage à l'écran (4:3)</PresentationFormat>
  <Paragraphs>892</Paragraphs>
  <Slides>16</Slides>
  <Notes>16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186</cp:revision>
  <dcterms:created xsi:type="dcterms:W3CDTF">2002-08-17T10:50:50Z</dcterms:created>
  <dcterms:modified xsi:type="dcterms:W3CDTF">2018-07-13T18:15:30Z</dcterms:modified>
</cp:coreProperties>
</file>