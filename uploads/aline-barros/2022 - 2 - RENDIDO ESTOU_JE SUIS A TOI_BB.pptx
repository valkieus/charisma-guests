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268" r:id="rId3"/>
    <p:sldId id="267" r:id="rId4"/>
    <p:sldId id="266" r:id="rId5"/>
    <p:sldId id="265" r:id="rId6"/>
    <p:sldId id="264" r:id="rId7"/>
    <p:sldId id="263" r:id="rId8"/>
    <p:sldId id="262" r:id="rId9"/>
    <p:sldId id="270" r:id="rId10"/>
    <p:sldId id="271" r:id="rId11"/>
    <p:sldId id="269" r:id="rId12"/>
    <p:sldId id="260" r:id="rId13"/>
    <p:sldId id="259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93" autoAdjust="0"/>
    <p:restoredTop sz="27103" autoAdjust="0"/>
  </p:normalViewPr>
  <p:slideViewPr>
    <p:cSldViewPr>
      <p:cViewPr varScale="1">
        <p:scale>
          <a:sx n="18" d="100"/>
          <a:sy n="18" d="100"/>
        </p:scale>
        <p:origin x="844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DE8C4B25-5807-4622-808F-139A1994B8F5}" type="datetimeFigureOut">
              <a:rPr lang="fr-FR"/>
              <a:pPr>
                <a:defRPr/>
              </a:pPr>
              <a:t>24/09/2022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992B8956-434E-42FE-A321-BB9794A039A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12737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rendido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pés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cruz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encontrei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tenho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entrego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oh Deus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limpar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mãos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Purificar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coração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POUR QUE JE VIVE  CE QUE TU AS POUR MOI 
Que eu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Tu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mim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ME VOICI, JE SUIS À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rendido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estou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SUIS À TOI, TU ES À MOI, JÉSUS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 Tu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7-  CHAQUE MOMENT, MES JOURS ET NUITS CE SOUFFLE EN MOI, TOUTE MA VIE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momentos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os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meus Meu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respirar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viver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sejam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todos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Ti, oh Deus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ME VOICI, JE SUIS À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rendido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estou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SUIS À TOI, TU ES À MOI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 Tu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x2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
12-  JE TE DONNE MA VIE, À TOI MON ROI JE M’ABANDONNE À TOI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vida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Ti,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Rendido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Ti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estou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sempre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cantarei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x2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: x2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 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 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 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Pont :  x2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rendido estou Aos pés da cruz me encontrei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tenho Te entrego, oh Deus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 limpar as minhas mãos Purificar meu coração
4-  POUR QUE JE VIVE  CE QUE TU AS POUR MOI 
Que eu ande em tudo que Tu tens pra mim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OH OH OH JE SUIS À TOI, TU ES À MOI,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meu, Jesus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7-  CHAQUE MOMENT, MES JOURS ET NUITS CE SOUFFLE EN MOI, TOUTE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momentos e os dias meus Meu respirar e meu viver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sejam todos, pra Ti, oh Deus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OH OH OH JE SUIS À TOI, TU ES À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OH OH OH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
12-  JE TE DONNE MA VIE, À TOI MON ROI JE M’ABANDONNE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 vida dou a Ti, Senhor Rendido a Ti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pra sempre cantarei Faz em mim o Teu querer   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: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 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 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 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Pont : 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662714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rendido estou Aos pés da cruz me encontrei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tenho Te entrego, oh Deus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 limpar as minhas mãos Purificar meu coração
4-  POUR QUE JE VIVE  CE QUE TU AS POUR MOI 
Que eu ande em tudo que Tu tens pra mim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OH OH OH JE SUIS À TOI, TU ES À MOI,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meu, Jesus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7-  CHAQUE MOMENT, MES JOURS ET NUITS CE SOUFFLE EN MOI, TOUTE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momentos e os dias meus Meu respirar e meu viver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sejam todos, pra Ti, oh Deus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OH OH OH JE SUIS À TOI, TU ES À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OH OH OH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
12-  JE TE DONNE MA VIE, À TOI MON ROI JE M’ABANDONNE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 vida dou a Ti, Senhor Rendido a Ti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pra sempre cantarei Faz em mim o Teu querer   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: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 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 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 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Pont : 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673396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rendido estou Aos pés da cruz me encontrei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tenho Te entrego, oh Deus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 limpar as minhas mãos Purificar meu coração
4-  POUR QUE JE VIVE  CE QUE TU AS POUR MOI 
Que eu ande em tudo que Tu tens pra mim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OH OH OH JE SUIS À TOI, TU ES À MOI,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meu, Jesus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7-  CHAQUE MOMENT, MES JOURS ET NUITS CE SOUFFLE EN MOI, TOUTE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momentos e os dias meus Meu respirar e meu viver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sejam todos, pra Ti, oh Deus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OH OH OH JE SUIS À TOI, TU ES À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OH OH OH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
12-  JE TE DONNE MA VIE, À TOI MON ROI JE M’ABANDONNE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 vida dou a Ti, Senhor Rendido a Ti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pra sempre cantarei Faz em mim o Teu querer   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: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 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 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 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Pont : 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116356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rendido estou Aos pés da cruz me encontrei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tenho Te entrego, oh Deus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 limpar as minhas mãos Purificar meu coração
4-  POUR QUE JE VIVE  CE QUE TU AS POUR MOI 
Que eu ande em tudo que Tu tens pra mim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OH OH OH JE SUIS À TOI, TU ES À MOI,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meu, Jesus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7-  CHAQUE MOMENT, MES JOURS ET NUITS CE SOUFFLE EN MOI, TOUTE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momentos e os dias meus Meu respirar e meu viver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sejam todos, pra Ti, oh Deus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OH OH OH JE SUIS À TOI, TU ES À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OH OH OH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
12-  JE TE DONNE MA VIE, À TOI MON ROI JE M’ABANDONNE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 vida dou a Ti, Senhor Rendido a Ti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pra sempre cantarei Faz em mim o Teu querer   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: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 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 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 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Pont : 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31716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rendido estou Aos pés da cruz me encontrei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tenho Te entrego, oh Deus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 limpar as minhas mãos Purificar meu coração
4-  POUR QUE JE VIVE  CE QUE TU AS POUR MOI 
Que eu ande em tudo que Tu tens pra mim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OH OH OH JE SUIS À TOI, TU ES À MOI,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meu, Jesus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7-  CHAQUE MOMENT, MES JOURS ET NUITS CE SOUFFLE EN MOI, TOUTE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momentos e os dias meus Meu respirar e meu viver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sejam todos, pra Ti, oh Deus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OH OH OH JE SUIS À TOI, TU ES À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OH OH OH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
12-  JE TE DONNE MA VIE, À TOI MON ROI JE M’ABANDONNE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 vida dou a Ti, Senhor Rendido a Ti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pra sempre cantarei Faz em mim o Teu querer   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: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 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 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 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Pont : 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97545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rendido estou Aos pés da cruz me encontrei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tenho Te entrego, oh Deus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 limpar as minhas mãos Purificar meu coração
4-  POUR QUE JE VIVE  CE QUE TU AS POUR MOI 
Que eu ande em tudo que Tu tens pra mim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OH OH OH JE SUIS À TOI, TU ES À MOI,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meu, Jesus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7-  CHAQUE MOMENT, MES JOURS ET NUITS CE SOUFFLE EN MOI, TOUTE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momentos e os dias meus Meu respirar e meu viver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sejam todos, pra Ti, oh Deus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OH OH OH JE SUIS À TOI, TU ES À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OH OH OH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
12-  JE TE DONNE MA VIE, À TOI MON ROI JE M’ABANDONNE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 vida dou a Ti, Senhor Rendido a Ti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pra sempre cantarei Faz em mim o Teu querer   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: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 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 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 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Pont : 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355456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rendido estou Aos pés da cruz me encontrei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tenho Te entrego, oh Deus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 limpar as minhas mãos Purificar meu coração
4-  POUR QUE JE VIVE  CE QUE TU AS POUR MOI 
Que eu ande em tudo que Tu tens pra mim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OH OH OH JE SUIS À TOI, TU ES À MOI,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meu, Jesus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7-  CHAQUE MOMENT, MES JOURS ET NUITS CE SOUFFLE EN MOI, TOUTE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momentos e os dias meus Meu respirar e meu viver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sejam todos, pra Ti, oh Deus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OH OH OH JE SUIS À TOI, TU ES À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OH OH OH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
12-  JE TE DONNE MA VIE, À TOI MON ROI JE M’ABANDONNE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 vida dou a Ti, Senhor Rendido a Ti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pra sempre cantarei Faz em mim o Teu querer   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: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 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 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 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Pont : 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0693533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rendido estou Aos pés da cruz me encontrei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tenho Te entrego, oh Deus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 limpar as minhas mãos Purificar meu coração
4-  POUR QUE JE VIVE  CE QUE TU AS POUR MOI 
Que eu ande em tudo que Tu tens pra mim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OH OH OH JE SUIS À TOI, TU ES À MOI,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meu, Jesus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7-  CHAQUE MOMENT, MES JOURS ET NUITS CE SOUFFLE EN MOI, TOUTE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momentos e os dias meus Meu respirar e meu viver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sejam todos, pra Ti, oh Deus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OH OH OH JE SUIS À TOI, TU ES À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OH OH OH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
12-  JE TE DONNE MA VIE, À TOI MON ROI JE M’ABANDONNE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 vida dou a Ti, Senhor Rendido a Ti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pra sempre cantarei Faz em mim o Teu querer   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: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 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 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 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Pont : 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2970762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rendido estou Aos pés da cruz me encontrei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tenho Te entrego, oh Deus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 limpar as minhas mãos Purificar meu coração
4-  POUR QUE JE VIVE  CE QUE TU AS POUR MOI 
Que eu ande em tudo que Tu tens pra mim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OH OH OH JE SUIS À TOI, TU ES À MOI,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meu, Jesus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7-  CHAQUE MOMENT, MES JOURS ET NUITS CE SOUFFLE EN MOI, TOUTE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momentos e os dias meus Meu respirar e meu viver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sejam todos, pra Ti, oh Deus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OH OH OH JE SUIS À TOI, TU ES À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OH OH OH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
12-  JE TE DONNE MA VIE, À TOI MON ROI JE M’ABANDONNE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 vida dou a Ti, Senhor Rendido a Ti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pra sempre cantarei Faz em mim o Teu querer   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: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 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 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 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Pont : 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19385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rendido estou Aos pés da cruz me encontrei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tenho Te entrego, oh Deus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 limpar as minhas mãos Purificar meu coração
4-  POUR QUE JE VIVE  CE QUE TU AS POUR MOI 
Que eu ande em tudo que Tu tens pra mim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OH OH OH JE SUIS À TOI, TU ES À MOI,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meu, Jesus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7-  CHAQUE MOMENT, MES JOURS ET NUITS CE SOUFFLE EN MOI, TOUTE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momentos e os dias meus Meu respirar e meu viver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sejam todos, pra Ti, oh Deus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OH OH OH JE SUIS À TOI, TU ES À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OH OH OH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
12-  JE TE DONNE MA VIE, À TOI MON ROI JE M’ABANDONNE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 vida dou a Ti, Senhor Rendido a Ti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pra sempre cantarei Faz em mim o Teu querer   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: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 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 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 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Pont : 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29448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rendido estou Aos pés da cruz me encontrei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tenho Te entrego, oh Deus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 limpar as minhas mãos Purificar meu coração
4-  POUR QUE JE VIVE  CE QUE TU AS POUR MOI 
Que eu ande em tudo que Tu tens pra mim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OH OH OH JE SUIS À TOI, TU ES À MOI,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meu, Jesus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7-  CHAQUE MOMENT, MES JOURS ET NUITS CE SOUFFLE EN MOI, TOUTE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momentos e os dias meus Meu respirar e meu viver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sejam todos, pra Ti, oh Deus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OH OH OH JE SUIS À TOI, TU ES À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OH OH OH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
12-  JE TE DONNE MA VIE, À TOI MON ROI JE M’ABANDONNE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 vida dou a Ti, Senhor Rendido a Ti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pra sempre cantarei Faz em mim o Teu querer   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: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 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 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 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Pont : 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653324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ME VOICI, JE SUIS À TOI JE ME TIENS AU PIED DE LA CROIX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Toma-me, rendido estou Aos pés da cruz me encontrei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TOUT CE QUE J’AI JE TE LE DONNE OH DIEU 
O que tenho Te entrego, oh Deus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VIENS LAVER MES MAINS SEIGNEUR ET VIENS PURIFIER MON COEUR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Vem limpar as minhas mãos Purificar meu coração
4-  POUR QUE JE VIVE  CE QUE TU AS POUR MOI 
Que eu ande em tudo que Tu tens pra mim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5-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OH OH OH OH JE SUIS À TOI, TU ES À MOI,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meu, Jesus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7-  CHAQUE MOMENT, MES JOURS ET NUITS CE SOUFFLE EN MOI, TOUTE MA VIE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Meus momentos e os dias meus Meu respirar e meu viver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QUE TOUT SOIT À TOI, À TOI Ô DIEU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sejam todos, pra Ti, oh Deus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OH OH OH OH  ME VOICI, JE SUIS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Eis me aqui, rendido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10-  OH OH OH OH JE SUIS À TOI, TU ES À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Oh, oh, oh, oh Eu sou Teu, e Tu és meu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OH OH OH OH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
12-  JE TE DONNE MA VIE, À TOI MON ROI JE M’ABANDONNE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 vida dou a Ti, Senhor Rendido a Ti estou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 A JAMAIS JE CHANTERAI FAIS EN MOI TA VOLONTÉ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pra sempre cantarei Faz em mim o Teu querer    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Refrain : x2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 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ME VOICI, JE SUIS À TOI JE ME TIENS AU PIED DE LA CROIX </a:t>
            </a:r>
          </a:p>
          <a:p>
            <a:r>
              <a:rPr lang="fr-FR" smtClean="0"/>
              <a:t>Toma-me, rendido estou Aos pés da cruz me encontrei</a:t>
            </a:r>
          </a:p>
          <a:p>
            <a:r>
              <a:rPr lang="fr-FR" smtClean="0"/>
              <a:t>2-  TOUT CE QUE J’AI JE TE LE DONNE OH DIEU 
O que tenho Te entrego, oh Deus</a:t>
            </a:r>
          </a:p>
          <a:p>
            <a:endParaRPr lang="fr-FR" smtClean="0"/>
          </a:p>
          <a:p>
            <a:r>
              <a:rPr lang="fr-FR" smtClean="0"/>
              <a:t>3-  VIENS LAVER MES MAINS SEIGNEUR ET VIENS PURIFIER MON COEUR </a:t>
            </a:r>
          </a:p>
          <a:p>
            <a:r>
              <a:rPr lang="fr-FR" smtClean="0"/>
              <a:t>Vem limpar as minhas mãos Purificar meu coração
4-  POUR QUE JE VIVE  CE QUE TU AS POUR MOI 
Que eu ande em tudo que Tu tens pra mim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6-  OH OH OH OH JE SUIS À TOI, TU ES À MOI, JÉSUS </a:t>
            </a:r>
          </a:p>
          <a:p>
            <a:r>
              <a:rPr lang="fr-FR" smtClean="0"/>
              <a:t>	Oh, oh, oh, oh Eu sou Teu, e Tu és meu, Jesus</a:t>
            </a:r>
          </a:p>
          <a:p>
            <a:endParaRPr lang="fr-FR" smtClean="0"/>
          </a:p>
          <a:p>
            <a:r>
              <a:rPr lang="fr-FR" smtClean="0"/>
              <a:t>Couplet 2 :
7-  CHAQUE MOMENT, MES JOURS ET NUITS CE SOUFFLE EN MOI, TOUTE MA VIE </a:t>
            </a:r>
          </a:p>
          <a:p>
            <a:r>
              <a:rPr lang="fr-FR" smtClean="0"/>
              <a:t>Meus momentos e os dias meus Meu respirar e meu viver</a:t>
            </a:r>
          </a:p>
          <a:p>
            <a:r>
              <a:rPr lang="fr-FR" smtClean="0"/>
              <a:t>8-  QUE TOUT SOIT À TOI, À TOI Ô DIEU </a:t>
            </a:r>
          </a:p>
          <a:p>
            <a:r>
              <a:rPr lang="fr-FR" smtClean="0"/>
              <a:t>Que sejam todos, pra Ti, oh Deus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 : </a:t>
            </a:r>
          </a:p>
          <a:p>
            <a:r>
              <a:rPr lang="fr-FR" smtClean="0"/>
              <a:t>	9-  OH OH OH OH  ME VOICI, JE SUIS À TOI </a:t>
            </a:r>
          </a:p>
          <a:p>
            <a:r>
              <a:rPr lang="fr-FR" smtClean="0"/>
              <a:t>	Oh, oh, oh, oh Eis me aqui, rendido estou</a:t>
            </a:r>
          </a:p>
          <a:p>
            <a:r>
              <a:rPr lang="fr-FR" smtClean="0"/>
              <a:t>	10-  OH OH OH OH JE SUIS À TOI, TU ES À MOI</a:t>
            </a:r>
          </a:p>
          <a:p>
            <a:r>
              <a:rPr lang="fr-FR" smtClean="0"/>
              <a:t>	Oh, oh, oh, oh Eu sou Teu, e Tu és meu                     x2</a:t>
            </a:r>
          </a:p>
          <a:p>
            <a:endParaRPr lang="fr-FR" smtClean="0"/>
          </a:p>
          <a:p>
            <a:r>
              <a:rPr lang="fr-FR" smtClean="0"/>
              <a:t>	11- OH OH OH OH </a:t>
            </a:r>
          </a:p>
          <a:p>
            <a:endParaRPr lang="fr-FR" smtClean="0"/>
          </a:p>
          <a:p>
            <a:r>
              <a:rPr lang="fr-FR" smtClean="0"/>
              <a:t>Pont : 
12-  JE TE DONNE MA VIE, À TOI MON ROI JE M’ABANDONNE À TOI </a:t>
            </a:r>
          </a:p>
          <a:p>
            <a:r>
              <a:rPr lang="fr-FR" smtClean="0"/>
              <a:t>Minha vida dou a Ti, Senhor Rendido a Ti estou</a:t>
            </a:r>
          </a:p>
          <a:p>
            <a:r>
              <a:rPr lang="fr-FR" smtClean="0"/>
              <a:t>13-  A JAMAIS JE CHANTERAI FAIS EN MOI TA VOLONTÉ </a:t>
            </a:r>
          </a:p>
          <a:p>
            <a:r>
              <a:rPr lang="fr-FR" smtClean="0"/>
              <a:t>E pra sempre cantarei Faz em mim o Teu querer                                 x2</a:t>
            </a:r>
          </a:p>
          <a:p>
            <a:endParaRPr lang="fr-FR" smtClean="0"/>
          </a:p>
          <a:p>
            <a:r>
              <a:rPr lang="fr-FR" smtClean="0"/>
              <a:t>Refrain : x2</a:t>
            </a:r>
          </a:p>
          <a:p>
            <a:endParaRPr lang="fr-FR" smtClean="0"/>
          </a:p>
          <a:p>
            <a:r>
              <a:rPr lang="fr-FR" smtClean="0"/>
              <a:t>Pont : 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613757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9D9194-CCA6-45D6-BC10-8F7178C7194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597FC9-774C-46DC-B81C-2B5ABB91E85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27390B-4CF6-429E-B397-DBFE978B1B3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879D26-7B2C-4DF0-8D83-2121237DD45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865D6-7C97-4DD8-9468-0953D4F6A0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89E93F-2ED3-431C-B005-6AD6D6F557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6DCC0F-BDC0-4D24-8747-66031F8FD22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781989-1340-41E2-884F-D851243D91B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6EFB87-A4EC-4BC4-990A-29DBB8ACBA3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A31BC8-86A8-49C7-BEDB-3D2D797F4F4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95550B-1A38-4874-A8AD-5E2603F8FF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D91AD491-7335-43D5-803C-FB7D5A710BC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VOICI, JE SUIS À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TIENS AU PIED DE LA CROIX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CE QUE J’AI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LE DONNE, Ô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612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LAVER MES MAINS,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VIENS PURIFIER MON 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29314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QUE JE VIVE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TU AS POUR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14002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OH, OH, OH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VOICI, JE SUIS À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9958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OH, OH, OH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À TOI, TU ES À MOI,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56374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MOMENT, MES JOURS ET NUITS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SOUFFLE EN MOI, TOUTE MA 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1228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TOUT SOIT À TOI, À TOI, Ô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30522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OH, OH, OH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VOICI, JE SUIS À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98990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OH, OH, OH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À TOI, TU 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MOI, JÉSUS</a:t>
            </a:r>
          </a:p>
        </p:txBody>
      </p:sp>
    </p:spTree>
    <p:extLst>
      <p:ext uri="{BB962C8B-B14F-4D97-AF65-F5344CB8AC3E}">
        <p14:creationId xmlns:p14="http://schemas.microsoft.com/office/powerpoint/2010/main" val="2426943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OH, OH, OH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1345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DONNE MA VIE, À TOI, MON ROI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M’ABANDONNE À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39777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JAMAIS JE CHANTERAI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FAIS EN MOI TA VOLONTÉ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28242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874</TotalTime>
  <Words>1208</Words>
  <Application>Microsoft Office PowerPoint</Application>
  <PresentationFormat>Affichage à l'écran (4:3)</PresentationFormat>
  <Paragraphs>934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79</cp:revision>
  <dcterms:created xsi:type="dcterms:W3CDTF">2002-08-17T10:50:50Z</dcterms:created>
  <dcterms:modified xsi:type="dcterms:W3CDTF">2022-09-24T20:59:50Z</dcterms:modified>
</cp:coreProperties>
</file>