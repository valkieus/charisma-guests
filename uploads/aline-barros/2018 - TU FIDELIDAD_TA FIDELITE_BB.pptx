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2" r:id="rId2"/>
    <p:sldId id="274" r:id="rId3"/>
    <p:sldId id="273" r:id="rId4"/>
    <p:sldId id="275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8698" autoAdjust="0"/>
  </p:normalViewPr>
  <p:slideViewPr>
    <p:cSldViewPr>
      <p:cViewPr varScale="1">
        <p:scale>
          <a:sx n="39" d="100"/>
          <a:sy n="39" d="100"/>
        </p:scale>
        <p:origin x="-1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08/07/2018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TA FIDÉLITÉ EST GRANDE </a:t>
            </a:r>
          </a:p>
          <a:p>
            <a:pPr>
              <a:defRPr/>
            </a:pPr>
            <a:r>
              <a:rPr lang="fr-FR" dirty="0" smtClean="0"/>
              <a:t>tu </a:t>
            </a:r>
            <a:r>
              <a:rPr lang="fr-FR" dirty="0" err="1" smtClean="0"/>
              <a:t>fedelidad</a:t>
            </a:r>
            <a:r>
              <a:rPr lang="fr-FR" dirty="0" smtClean="0"/>
              <a:t> es grande
2-  TA FIDÉLITÉ  EST INCOMPARABLE </a:t>
            </a:r>
          </a:p>
          <a:p>
            <a:pPr>
              <a:defRPr/>
            </a:pPr>
            <a:r>
              <a:rPr lang="fr-FR" dirty="0" smtClean="0"/>
              <a:t>tu </a:t>
            </a:r>
            <a:r>
              <a:rPr lang="fr-FR" dirty="0" err="1" smtClean="0"/>
              <a:t>fedelidad</a:t>
            </a:r>
            <a:r>
              <a:rPr lang="fr-FR" dirty="0" smtClean="0"/>
              <a:t> incomparable es
3-  NUL N’EST COMME TOI MON SEIGNEUR </a:t>
            </a:r>
          </a:p>
          <a:p>
            <a:pPr>
              <a:defRPr/>
            </a:pPr>
            <a:r>
              <a:rPr lang="fr-FR" dirty="0" err="1" smtClean="0"/>
              <a:t>nadie</a:t>
            </a:r>
            <a:r>
              <a:rPr lang="fr-FR" dirty="0" smtClean="0"/>
              <a:t> </a:t>
            </a:r>
            <a:r>
              <a:rPr lang="fr-FR" dirty="0" err="1" smtClean="0"/>
              <a:t>como</a:t>
            </a:r>
            <a:r>
              <a:rPr lang="fr-FR" dirty="0" smtClean="0"/>
              <a:t> tu </a:t>
            </a:r>
            <a:r>
              <a:rPr lang="fr-FR" dirty="0" err="1" smtClean="0"/>
              <a:t>bendito</a:t>
            </a:r>
            <a:r>
              <a:rPr lang="fr-FR" dirty="0" smtClean="0"/>
              <a:t> </a:t>
            </a:r>
            <a:r>
              <a:rPr lang="fr-FR" dirty="0" err="1" smtClean="0"/>
              <a:t>dios</a:t>
            </a:r>
            <a:r>
              <a:rPr lang="fr-FR" dirty="0" smtClean="0"/>
              <a:t>
4-  GRANDE EST TA FIDÉLITÉ 
grande es tu </a:t>
            </a:r>
            <a:r>
              <a:rPr lang="fr-FR" dirty="0" err="1" smtClean="0"/>
              <a:t>fedelidad</a:t>
            </a:r>
            <a:endParaRPr lang="fr-FR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FIDÉLITÉ EST GRANDE </a:t>
            </a:r>
          </a:p>
          <a:p>
            <a:r>
              <a:rPr lang="fr-FR" smtClean="0"/>
              <a:t>tu fedelidad es grande
2-  TA FIDÉLITÉ  EST INCOMPARABLE </a:t>
            </a:r>
          </a:p>
          <a:p>
            <a:r>
              <a:rPr lang="fr-FR" smtClean="0"/>
              <a:t>tu fedelidad incomparable es
3-  NUL N’EST COMME TOI MON SEIGNEUR </a:t>
            </a:r>
          </a:p>
          <a:p>
            <a:r>
              <a:rPr lang="fr-FR" smtClean="0"/>
              <a:t>nadie como tu bendito dios
4-  GRANDE EST TA FIDÉLITÉ 
grande es tu fedelidad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TA FIDÉLITÉ EST GRANDE </a:t>
            </a:r>
          </a:p>
          <a:p>
            <a:pPr>
              <a:defRPr/>
            </a:pPr>
            <a:r>
              <a:rPr lang="fr-FR" smtClean="0"/>
              <a:t>tu fedelidad es grande
2-  TA FIDÉLITÉ  EST INCOMPARABLE </a:t>
            </a:r>
          </a:p>
          <a:p>
            <a:pPr>
              <a:defRPr/>
            </a:pPr>
            <a:r>
              <a:rPr lang="fr-FR" smtClean="0"/>
              <a:t>tu fedelidad incomparable es
3-  NUL N’EST COMME TOI MON SEIGNEUR </a:t>
            </a:r>
          </a:p>
          <a:p>
            <a:pPr>
              <a:defRPr/>
            </a:pPr>
            <a:r>
              <a:rPr lang="fr-FR" smtClean="0"/>
              <a:t>nadie como tu bendito dios
4-  GRANDE EST TA FIDÉLITÉ 
grande es tu fedelidad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FIDÉLITÉ EST GRANDE </a:t>
            </a:r>
          </a:p>
          <a:p>
            <a:r>
              <a:rPr lang="fr-FR" smtClean="0"/>
              <a:t>tu fedelidad es grande
2-  TA FIDÉLITÉ  EST INCOMPARABLE </a:t>
            </a:r>
          </a:p>
          <a:p>
            <a:r>
              <a:rPr lang="fr-FR" smtClean="0"/>
              <a:t>tu fedelidad incomparable es
3-  NUL N’EST COMME TOI MON SEIGNEUR </a:t>
            </a:r>
          </a:p>
          <a:p>
            <a:r>
              <a:rPr lang="fr-FR" smtClean="0"/>
              <a:t>nadie como tu bendito dios
4-  GRANDE EST TA FIDÉLITÉ 
grande es tu fedelidad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TA FIDÉLITÉ EST GRANDE </a:t>
            </a:r>
          </a:p>
          <a:p>
            <a:pPr>
              <a:defRPr/>
            </a:pPr>
            <a:r>
              <a:rPr lang="fr-FR" smtClean="0"/>
              <a:t>tu fedelidad es grande
2-  TA FIDÉLITÉ  EST INCOMPARABLE </a:t>
            </a:r>
          </a:p>
          <a:p>
            <a:pPr>
              <a:defRPr/>
            </a:pPr>
            <a:r>
              <a:rPr lang="fr-FR" smtClean="0"/>
              <a:t>tu fedelidad incomparable es
3-  NUL N’EST COMME TOI MON SEIGNEUR </a:t>
            </a:r>
          </a:p>
          <a:p>
            <a:pPr>
              <a:defRPr/>
            </a:pPr>
            <a:r>
              <a:rPr lang="fr-FR" smtClean="0"/>
              <a:t>nadie como tu bendito dios
4-  GRANDE EST TA FIDÉLITÉ 
grande es tu fedelidad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FIDÉLITÉ EST GRANDE </a:t>
            </a:r>
          </a:p>
          <a:p>
            <a:r>
              <a:rPr lang="fr-FR" smtClean="0"/>
              <a:t>tu fedelidad es grande
2-  TA FIDÉLITÉ  EST INCOMPARABLE </a:t>
            </a:r>
          </a:p>
          <a:p>
            <a:r>
              <a:rPr lang="fr-FR" smtClean="0"/>
              <a:t>tu fedelidad incomparable es
3-  NUL N’EST COMME TOI MON SEIGNEUR </a:t>
            </a:r>
          </a:p>
          <a:p>
            <a:r>
              <a:rPr lang="fr-FR" smtClean="0"/>
              <a:t>nadie como tu bendito dios
4-  GRANDE EST TA FIDÉLITÉ 
grande es tu fedelidad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TA FIDÉLITÉ EST GRANDE </a:t>
            </a:r>
          </a:p>
          <a:p>
            <a:pPr>
              <a:defRPr/>
            </a:pPr>
            <a:r>
              <a:rPr lang="fr-FR" smtClean="0"/>
              <a:t>tu fedelidad es grande
2-  TA FIDÉLITÉ  EST INCOMPARABLE </a:t>
            </a:r>
          </a:p>
          <a:p>
            <a:pPr>
              <a:defRPr/>
            </a:pPr>
            <a:r>
              <a:rPr lang="fr-FR" smtClean="0"/>
              <a:t>tu fedelidad incomparable es
3-  NUL N’EST COMME TOI MON SEIGNEUR </a:t>
            </a:r>
          </a:p>
          <a:p>
            <a:pPr>
              <a:defRPr/>
            </a:pPr>
            <a:r>
              <a:rPr lang="fr-FR" smtClean="0"/>
              <a:t>nadie como tu bendito dios
4-  GRANDE EST TA FIDÉLITÉ 
grande es tu fedelidad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TA FIDÉLITÉ EST GRANDE </a:t>
            </a:r>
          </a:p>
          <a:p>
            <a:r>
              <a:rPr lang="fr-FR" smtClean="0"/>
              <a:t>tu fedelidad es grande
2-  TA FIDÉLITÉ  EST INCOMPARABLE </a:t>
            </a:r>
          </a:p>
          <a:p>
            <a:r>
              <a:rPr lang="fr-FR" smtClean="0"/>
              <a:t>tu fedelidad incomparable es
3-  NUL N’EST COMME TOI MON SEIGNEUR </a:t>
            </a:r>
          </a:p>
          <a:p>
            <a:r>
              <a:rPr lang="fr-FR" smtClean="0"/>
              <a:t>nadie como tu bendito dios
4-  GRANDE EST TA FIDÉLITÉ 
grande es tu fedelidad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FIDÉLITÉ EST GRANDE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FIDÉLITÉ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INCOMPARABLE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NUL N’EST COMME TOI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GRANDE EST TA FIDÉLITÉ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90</Words>
  <Application>Microsoft Office PowerPoint</Application>
  <PresentationFormat>Affichage à l'écran (4:3)</PresentationFormat>
  <Paragraphs>38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165</cp:revision>
  <dcterms:created xsi:type="dcterms:W3CDTF">2002-08-17T10:50:50Z</dcterms:created>
  <dcterms:modified xsi:type="dcterms:W3CDTF">2018-07-08T08:07:43Z</dcterms:modified>
</cp:coreProperties>
</file>