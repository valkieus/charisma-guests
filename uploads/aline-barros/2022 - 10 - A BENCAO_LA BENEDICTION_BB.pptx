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27023" autoAdjust="0"/>
  </p:normalViewPr>
  <p:slideViewPr>
    <p:cSldViewPr>
      <p:cViewPr varScale="1">
        <p:scale>
          <a:sx n="18" d="100"/>
          <a:sy n="18" d="100"/>
        </p:scale>
        <p:origin x="248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28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671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627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276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725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704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827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854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657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18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770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871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DIEU TE BÉNIT ET TE GARDE</a:t>
            </a:r>
          </a:p>
          <a:p>
            <a:pPr>
              <a:defRPr/>
            </a:pPr>
            <a:r>
              <a:rPr lang="fr-FR" smtClean="0"/>
              <a:t>que o senhor te abençoe</a:t>
            </a:r>
          </a:p>
          <a:p>
            <a:pPr>
              <a:defRPr/>
            </a:pPr>
            <a:r>
              <a:rPr lang="fr-FR" smtClean="0"/>
              <a:t> 2-  IL FAIT BRILLER SA FACE ET TE DONNE SA GRÂCE </a:t>
            </a:r>
          </a:p>
          <a:p>
            <a:pPr>
              <a:defRPr/>
            </a:pPr>
            <a:r>
              <a:rPr lang="fr-FR" smtClean="0"/>
              <a:t>e faça brilhar seu rosto em ti</a:t>
            </a:r>
          </a:p>
          <a:p>
            <a:pPr>
              <a:defRPr/>
            </a:pPr>
            <a:r>
              <a:rPr lang="fr-FR" smtClean="0"/>
              <a:t>3-  LE SEIGNEUR  TOURNE SA FACE VERS TOI </a:t>
            </a:r>
          </a:p>
          <a:p>
            <a:pPr>
              <a:defRPr/>
            </a:pPr>
            <a:r>
              <a:rPr lang="fr-FR" smtClean="0"/>
              <a:t>e conceda sua graça</a:t>
            </a:r>
          </a:p>
          <a:p>
            <a:pPr>
              <a:defRPr/>
            </a:pPr>
            <a:r>
              <a:rPr lang="fr-FR" smtClean="0"/>
              <a:t>4-  ET TE DONNE SA PAIX </a:t>
            </a:r>
          </a:p>
          <a:p>
            <a:pPr>
              <a:defRPr/>
            </a:pPr>
            <a:r>
              <a:rPr lang="fr-FR" smtClean="0"/>
              <a:t>e te de paz</a:t>
            </a:r>
          </a:p>
          <a:p>
            <a:pPr>
              <a:defRPr/>
            </a:pPr>
            <a:r>
              <a:rPr lang="fr-FR" smtClean="0"/>
              <a:t>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5-  AMEN, AMEN, AMEN </a:t>
            </a:r>
          </a:p>
          <a:p>
            <a:pPr>
              <a:defRPr/>
            </a:pPr>
            <a:r>
              <a:rPr lang="fr-FR" smtClean="0"/>
              <a:t>	amen amen amen</a:t>
            </a:r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6-  QUE SA FAVEUR DEMEURE SUR TOI QU’ELLE SOIT SUR MILLE GÉNÉRATIONS</a:t>
            </a:r>
          </a:p>
          <a:p>
            <a:pPr>
              <a:defRPr/>
            </a:pPr>
            <a:r>
              <a:rPr lang="fr-FR" smtClean="0"/>
              <a:t>que a benção se derrame ate mil gerações</a:t>
            </a:r>
          </a:p>
          <a:p>
            <a:pPr>
              <a:defRPr/>
            </a:pPr>
            <a:r>
              <a:rPr lang="fr-FR" smtClean="0"/>
              <a:t> 7-  SUR TA FAMILLE ET TES ENFANTS ET LES ENFANTS DE LEURS ENFANTS	  x4</a:t>
            </a:r>
          </a:p>
          <a:p>
            <a:pPr>
              <a:defRPr/>
            </a:pPr>
            <a:r>
              <a:rPr lang="fr-FR" smtClean="0"/>
              <a:t>tua familia e teus filhos e os filhos de teus filhos		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8-  QUE SA PRÉSENCE SOIT DEVANT TOI ET DERRIÈRE TOI, AUPRÈS DE TOI </a:t>
            </a:r>
          </a:p>
          <a:p>
            <a:pPr>
              <a:defRPr/>
            </a:pPr>
            <a:r>
              <a:rPr lang="fr-FR" smtClean="0"/>
              <a:t>sua presença te acompanhe por detras, por diante</a:t>
            </a:r>
          </a:p>
          <a:p>
            <a:pPr>
              <a:defRPr/>
            </a:pPr>
            <a:r>
              <a:rPr lang="fr-FR" smtClean="0"/>
              <a:t>9-  AUTOUR DE TOI, AU FOND DE TOI IL EST POUR TOI, IL EST POUR TOI</a:t>
            </a:r>
          </a:p>
          <a:p>
            <a:pPr>
              <a:defRPr/>
            </a:pPr>
            <a:r>
              <a:rPr lang="fr-FR" smtClean="0"/>
              <a:t>do teu lado e em ti é contigo, e por ti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
10-  À TON RÉVEIL, À TON COUCHER À TON DÉPART, TON ARRIVÉE</a:t>
            </a:r>
          </a:p>
          <a:p>
            <a:pPr>
              <a:defRPr/>
            </a:pPr>
            <a:r>
              <a:rPr lang="fr-FR" smtClean="0"/>
              <a:t>e de noite e de dia tua entrada e saida</a:t>
            </a:r>
          </a:p>
          <a:p>
            <a:pPr>
              <a:defRPr/>
            </a:pPr>
            <a:r>
              <a:rPr lang="fr-FR" smtClean="0"/>
              <a:t> 11-  ET DANS LES LARMES  COMME DANS LA JOIE</a:t>
            </a:r>
          </a:p>
          <a:p>
            <a:pPr>
              <a:defRPr/>
            </a:pPr>
            <a:r>
              <a:rPr lang="fr-FR" smtClean="0"/>
              <a:t>em teu riso, em teu choro</a:t>
            </a:r>
          </a:p>
          <a:p>
            <a:pPr>
              <a:defRPr/>
            </a:pPr>
            <a:r>
              <a:rPr lang="fr-FR" smtClean="0"/>
              <a:t> 12-  IL EST POUR TOI   x2</a:t>
            </a:r>
          </a:p>
          <a:p>
            <a:pPr>
              <a:defRPr/>
            </a:pPr>
            <a:r>
              <a:rPr lang="fr-FR" smtClean="0"/>
              <a:t>é contigo, e por ti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13-  AMEN, AMEN, AMEN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TE BÉNIT ET TE GARDE</a:t>
            </a:r>
          </a:p>
          <a:p>
            <a:r>
              <a:rPr lang="fr-FR" smtClean="0"/>
              <a:t>que o senhor te abençoe</a:t>
            </a:r>
          </a:p>
          <a:p>
            <a:r>
              <a:rPr lang="fr-FR" smtClean="0"/>
              <a:t> 2-  IL FAIT BRILLER SA FACE ET TE DONNE SA GRÂCE </a:t>
            </a:r>
          </a:p>
          <a:p>
            <a:r>
              <a:rPr lang="fr-FR" smtClean="0"/>
              <a:t>e faça brilhar seu rosto em ti</a:t>
            </a:r>
          </a:p>
          <a:p>
            <a:r>
              <a:rPr lang="fr-FR" smtClean="0"/>
              <a:t>3-  LE SEIGNEUR  TOURNE SA FACE VERS TOI </a:t>
            </a:r>
          </a:p>
          <a:p>
            <a:r>
              <a:rPr lang="fr-FR" smtClean="0"/>
              <a:t>e conceda sua graça</a:t>
            </a:r>
          </a:p>
          <a:p>
            <a:r>
              <a:rPr lang="fr-FR" smtClean="0"/>
              <a:t>4-  ET TE DONNE SA PAIX </a:t>
            </a:r>
          </a:p>
          <a:p>
            <a:r>
              <a:rPr lang="fr-FR" smtClean="0"/>
              <a:t>e te de paz</a:t>
            </a:r>
          </a:p>
          <a:p>
            <a:r>
              <a:rPr lang="fr-FR" smtClean="0"/>
              <a:t>x2</a:t>
            </a:r>
          </a:p>
          <a:p>
            <a:endParaRPr lang="fr-FR" smtClean="0"/>
          </a:p>
          <a:p>
            <a:r>
              <a:rPr lang="fr-FR" smtClean="0"/>
              <a:t>	Refrain :
	5-  AMEN, AMEN, AMEN </a:t>
            </a:r>
          </a:p>
          <a:p>
            <a:r>
              <a:rPr lang="fr-FR" smtClean="0"/>
              <a:t>	amen amen amen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6-  QUE SA FAVEUR DEMEURE SUR TOI QU’ELLE SOIT SUR MILLE GÉNÉRATIONS</a:t>
            </a:r>
          </a:p>
          <a:p>
            <a:r>
              <a:rPr lang="fr-FR" smtClean="0"/>
              <a:t>que a benção se derrame ate mil gerações</a:t>
            </a:r>
          </a:p>
          <a:p>
            <a:r>
              <a:rPr lang="fr-FR" smtClean="0"/>
              <a:t> 7-  SUR TA FAMILLE ET TES ENFANTS ET LES ENFANTS DE LEURS ENFANTS	  x4</a:t>
            </a:r>
          </a:p>
          <a:p>
            <a:r>
              <a:rPr lang="fr-FR" smtClean="0"/>
              <a:t>tua familia e teus filhos e os filhos de teus filhos			</a:t>
            </a:r>
          </a:p>
          <a:p>
            <a:endParaRPr lang="fr-FR" smtClean="0"/>
          </a:p>
          <a:p>
            <a:r>
              <a:rPr lang="fr-FR" smtClean="0"/>
              <a:t> 8-  QUE SA PRÉSENCE SOIT DEVANT TOI ET DERRIÈRE TOI, AUPRÈS DE TOI </a:t>
            </a:r>
          </a:p>
          <a:p>
            <a:r>
              <a:rPr lang="fr-FR" smtClean="0"/>
              <a:t>sua presença te acompanhe por detras, por diante</a:t>
            </a:r>
          </a:p>
          <a:p>
            <a:r>
              <a:rPr lang="fr-FR" smtClean="0"/>
              <a:t>9-  AUTOUR DE TOI, AU FOND DE TOI IL EST POUR TOI, IL EST POUR TOI</a:t>
            </a:r>
          </a:p>
          <a:p>
            <a:r>
              <a:rPr lang="fr-FR" smtClean="0"/>
              <a:t>do teu lado e em ti é contigo, e por ti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
10-  À TON RÉVEIL, À TON COUCHER À TON DÉPART, TON ARRIVÉE</a:t>
            </a:r>
          </a:p>
          <a:p>
            <a:r>
              <a:rPr lang="fr-FR" smtClean="0"/>
              <a:t>e de noite e de dia tua entrada e saida</a:t>
            </a:r>
          </a:p>
          <a:p>
            <a:r>
              <a:rPr lang="fr-FR" smtClean="0"/>
              <a:t> 11-  ET DANS LES LARMES  COMME DANS LA JOIE</a:t>
            </a:r>
          </a:p>
          <a:p>
            <a:r>
              <a:rPr lang="fr-FR" smtClean="0"/>
              <a:t>em teu riso, em teu choro</a:t>
            </a:r>
          </a:p>
          <a:p>
            <a:r>
              <a:rPr lang="fr-FR" smtClean="0"/>
              <a:t> 12-  IL EST POUR TOI   x2</a:t>
            </a:r>
          </a:p>
          <a:p>
            <a:r>
              <a:rPr lang="fr-FR" smtClean="0"/>
              <a:t>é contigo, e por ti</a:t>
            </a:r>
          </a:p>
          <a:p>
            <a:endParaRPr lang="fr-FR" smtClean="0"/>
          </a:p>
          <a:p>
            <a:r>
              <a:rPr lang="fr-FR" smtClean="0"/>
              <a:t>	13-  AMEN, AMEN, AMEN </a:t>
            </a:r>
          </a:p>
          <a:p>
            <a:endParaRPr lang="fr-FR" smtClean="0"/>
          </a:p>
          <a:p>
            <a:r>
              <a:rPr lang="fr-FR" smtClean="0"/>
              <a:t>Pont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3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TE BÉNIT ET TE GARDE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FAIT BRILLER SA FACE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TE DONNE SA GRÂCE</a:t>
            </a:r>
          </a:p>
        </p:txBody>
      </p:sp>
    </p:spTree>
    <p:extLst>
      <p:ext uri="{BB962C8B-B14F-4D97-AF65-F5344CB8AC3E}">
        <p14:creationId xmlns:p14="http://schemas.microsoft.com/office/powerpoint/2010/main" val="71597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TOURNE SA FACE VERS TOI</a:t>
            </a:r>
          </a:p>
        </p:txBody>
      </p:sp>
    </p:spTree>
    <p:extLst>
      <p:ext uri="{BB962C8B-B14F-4D97-AF65-F5344CB8AC3E}">
        <p14:creationId xmlns:p14="http://schemas.microsoft.com/office/powerpoint/2010/main" val="405159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TE DONNE SA PAIX</a:t>
            </a:r>
          </a:p>
        </p:txBody>
      </p:sp>
    </p:spTree>
    <p:extLst>
      <p:ext uri="{BB962C8B-B14F-4D97-AF65-F5344CB8AC3E}">
        <p14:creationId xmlns:p14="http://schemas.microsoft.com/office/powerpoint/2010/main" val="246013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AMEN, AMEN, AMEN</a:t>
            </a:r>
          </a:p>
        </p:txBody>
      </p:sp>
    </p:spTree>
    <p:extLst>
      <p:ext uri="{BB962C8B-B14F-4D97-AF65-F5344CB8AC3E}">
        <p14:creationId xmlns:p14="http://schemas.microsoft.com/office/powerpoint/2010/main" val="265909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SA FAVEUR DEMEURE SUR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QU’ELLE SOIT SUR MILLE GÉNÉRATIONS</a:t>
            </a:r>
          </a:p>
        </p:txBody>
      </p:sp>
    </p:spTree>
    <p:extLst>
      <p:ext uri="{BB962C8B-B14F-4D97-AF65-F5344CB8AC3E}">
        <p14:creationId xmlns:p14="http://schemas.microsoft.com/office/powerpoint/2010/main" val="384761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TA FAMILLE ET TES ENFANTS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LES ENFANTS DE LEURS ENFANTS</a:t>
            </a:r>
          </a:p>
        </p:txBody>
      </p:sp>
    </p:spTree>
    <p:extLst>
      <p:ext uri="{BB962C8B-B14F-4D97-AF65-F5344CB8AC3E}">
        <p14:creationId xmlns:p14="http://schemas.microsoft.com/office/powerpoint/2010/main" val="343321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SA PRÉSENCE SOIT DEVANT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DERRIÈRE TOI, AUPRÈS DE TOI</a:t>
            </a:r>
          </a:p>
        </p:txBody>
      </p:sp>
    </p:spTree>
    <p:extLst>
      <p:ext uri="{BB962C8B-B14F-4D97-AF65-F5344CB8AC3E}">
        <p14:creationId xmlns:p14="http://schemas.microsoft.com/office/powerpoint/2010/main" val="50431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AUTOUR DE TOI, AU FOND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POUR TOI, IL EST POUR TOI</a:t>
            </a:r>
          </a:p>
        </p:txBody>
      </p:sp>
    </p:spTree>
    <p:extLst>
      <p:ext uri="{BB962C8B-B14F-4D97-AF65-F5344CB8AC3E}">
        <p14:creationId xmlns:p14="http://schemas.microsoft.com/office/powerpoint/2010/main" val="419908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TON RÉVEIL, À TON COUCHER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TON DÉPART, TON ARRIVÉE</a:t>
            </a:r>
          </a:p>
        </p:txBody>
      </p:sp>
    </p:spTree>
    <p:extLst>
      <p:ext uri="{BB962C8B-B14F-4D97-AF65-F5344CB8AC3E}">
        <p14:creationId xmlns:p14="http://schemas.microsoft.com/office/powerpoint/2010/main" val="70715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DANS LES LARMES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DANS LA JOIE</a:t>
            </a:r>
          </a:p>
        </p:txBody>
      </p:sp>
    </p:spTree>
    <p:extLst>
      <p:ext uri="{BB962C8B-B14F-4D97-AF65-F5344CB8AC3E}">
        <p14:creationId xmlns:p14="http://schemas.microsoft.com/office/powerpoint/2010/main" val="320832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POUR TOI</a:t>
            </a:r>
          </a:p>
        </p:txBody>
      </p:sp>
    </p:spTree>
    <p:extLst>
      <p:ext uri="{BB962C8B-B14F-4D97-AF65-F5344CB8AC3E}">
        <p14:creationId xmlns:p14="http://schemas.microsoft.com/office/powerpoint/2010/main" val="1047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AMEN, AMEN, AMEN</a:t>
            </a:r>
          </a:p>
        </p:txBody>
      </p:sp>
    </p:spTree>
    <p:extLst>
      <p:ext uri="{BB962C8B-B14F-4D97-AF65-F5344CB8AC3E}">
        <p14:creationId xmlns:p14="http://schemas.microsoft.com/office/powerpoint/2010/main" val="12527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1572</Words>
  <Application>Microsoft Office PowerPoint</Application>
  <PresentationFormat>Affichage à l'écran (4:3)</PresentationFormat>
  <Paragraphs>983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112</cp:revision>
  <dcterms:created xsi:type="dcterms:W3CDTF">2002-08-17T13:12:10Z</dcterms:created>
  <dcterms:modified xsi:type="dcterms:W3CDTF">2022-09-24T16:59:51Z</dcterms:modified>
</cp:coreProperties>
</file>