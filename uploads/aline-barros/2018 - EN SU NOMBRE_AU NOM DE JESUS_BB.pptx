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288" r:id="rId20"/>
    <p:sldId id="289" r:id="rId21"/>
    <p:sldId id="290" r:id="rId22"/>
    <p:sldId id="292" r:id="rId23"/>
    <p:sldId id="307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4913"/>
    <a:srgbClr val="4B731F"/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27287" autoAdjust="0"/>
  </p:normalViewPr>
  <p:slideViewPr>
    <p:cSldViewPr>
      <p:cViewPr varScale="1">
        <p:scale>
          <a:sx n="18" d="100"/>
          <a:sy n="18" d="100"/>
        </p:scale>
        <p:origin x="888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1DF3834-AB73-4F69-8B97-1F6B7AC820C0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2340E7D-7E62-4147-A232-8DBAAB16C2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0029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Lucha porno </a:t>
            </a:r>
            <a:r>
              <a:rPr lang="fr-FR" dirty="0" err="1" smtClean="0"/>
              <a:t>sotros</a:t>
            </a:r>
            <a:r>
              <a:rPr lang="fr-FR" dirty="0" smtClean="0"/>
              <a:t> a </a:t>
            </a:r>
            <a:r>
              <a:rPr lang="fr-FR" dirty="0" err="1" smtClean="0"/>
              <a:t>nuestro</a:t>
            </a:r>
            <a:r>
              <a:rPr lang="fr-FR" dirty="0" smtClean="0"/>
              <a:t> la </a:t>
            </a:r>
            <a:r>
              <a:rPr lang="fr-FR" dirty="0" err="1" smtClean="0"/>
              <a:t>doesta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Suya</a:t>
            </a:r>
            <a:r>
              <a:rPr lang="fr-FR" dirty="0" smtClean="0"/>
              <a:t> es la victoria ha </a:t>
            </a:r>
            <a:r>
              <a:rPr lang="fr-FR" dirty="0" err="1" smtClean="0"/>
              <a:t>venci</a:t>
            </a:r>
            <a:r>
              <a:rPr lang="fr-FR" dirty="0" smtClean="0"/>
              <a:t> </a:t>
            </a:r>
            <a:r>
              <a:rPr lang="fr-FR" dirty="0" err="1" smtClean="0"/>
              <a:t>doya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 nos </a:t>
            </a:r>
            <a:r>
              <a:rPr lang="fr-FR" dirty="0" err="1" smtClean="0"/>
              <a:t>deten</a:t>
            </a:r>
            <a:r>
              <a:rPr lang="fr-FR" dirty="0" smtClean="0"/>
              <a:t> </a:t>
            </a:r>
            <a:r>
              <a:rPr lang="fr-FR" dirty="0" err="1" smtClean="0"/>
              <a:t>dremos</a:t>
            </a:r>
            <a:r>
              <a:rPr lang="fr-FR" dirty="0" smtClean="0"/>
              <a:t> no nos </a:t>
            </a:r>
            <a:r>
              <a:rPr lang="fr-FR" dirty="0" err="1" smtClean="0"/>
              <a:t>moverán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Cristo </a:t>
            </a:r>
            <a:r>
              <a:rPr lang="fr-FR" dirty="0" err="1" smtClean="0"/>
              <a:t>estas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Lleva</a:t>
            </a:r>
            <a:r>
              <a:rPr lang="fr-FR" dirty="0" smtClean="0"/>
              <a:t> </a:t>
            </a:r>
            <a:r>
              <a:rPr lang="fr-FR" dirty="0" err="1" smtClean="0"/>
              <a:t>nuestra</a:t>
            </a:r>
            <a:r>
              <a:rPr lang="fr-FR" dirty="0" smtClean="0"/>
              <a:t> </a:t>
            </a:r>
            <a:r>
              <a:rPr lang="fr-FR" dirty="0" err="1" smtClean="0"/>
              <a:t>scargas</a:t>
            </a:r>
            <a:r>
              <a:rPr lang="fr-FR" dirty="0" smtClean="0"/>
              <a:t> nos </a:t>
            </a:r>
            <a:r>
              <a:rPr lang="fr-FR" dirty="0" err="1" smtClean="0"/>
              <a:t>libra</a:t>
            </a:r>
            <a:r>
              <a:rPr lang="fr-FR" dirty="0" smtClean="0"/>
              <a:t>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Suya</a:t>
            </a:r>
            <a:r>
              <a:rPr lang="fr-FR" dirty="0" smtClean="0"/>
              <a:t> es la victoria ha </a:t>
            </a:r>
            <a:r>
              <a:rPr lang="fr-FR" dirty="0" err="1" smtClean="0"/>
              <a:t>venci</a:t>
            </a:r>
            <a:r>
              <a:rPr lang="fr-FR" dirty="0" smtClean="0"/>
              <a:t> </a:t>
            </a:r>
            <a:r>
              <a:rPr lang="fr-FR" dirty="0" err="1" smtClean="0"/>
              <a:t>doya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 nos </a:t>
            </a:r>
            <a:r>
              <a:rPr lang="fr-FR" dirty="0" err="1" smtClean="0"/>
              <a:t>deten</a:t>
            </a:r>
            <a:r>
              <a:rPr lang="fr-FR" dirty="0" smtClean="0"/>
              <a:t> </a:t>
            </a:r>
            <a:r>
              <a:rPr lang="fr-FR" dirty="0" err="1" smtClean="0"/>
              <a:t>dremos</a:t>
            </a:r>
            <a:r>
              <a:rPr lang="fr-FR" dirty="0" smtClean="0"/>
              <a:t> no nos </a:t>
            </a:r>
            <a:r>
              <a:rPr lang="fr-FR" dirty="0" err="1" smtClean="0"/>
              <a:t>moverán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Cristo </a:t>
            </a:r>
            <a:r>
              <a:rPr lang="fr-FR" dirty="0" err="1" smtClean="0"/>
              <a:t>estas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Viviré</a:t>
            </a:r>
            <a:r>
              <a:rPr lang="fr-FR" dirty="0" smtClean="0"/>
              <a:t> no </a:t>
            </a:r>
            <a:r>
              <a:rPr lang="fr-FR" dirty="0" err="1" smtClean="0"/>
              <a:t>moriré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el </a:t>
            </a:r>
            <a:r>
              <a:rPr lang="fr-FR" dirty="0" err="1" smtClean="0"/>
              <a:t>poder</a:t>
            </a:r>
            <a:r>
              <a:rPr lang="fr-FR" dirty="0" smtClean="0"/>
              <a:t>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Él</a:t>
            </a:r>
            <a:r>
              <a:rPr lang="fr-FR" dirty="0" smtClean="0"/>
              <a:t> vive en mi </a:t>
            </a:r>
            <a:r>
              <a:rPr lang="fr-FR" dirty="0" err="1" smtClean="0"/>
              <a:t>soy</a:t>
            </a:r>
            <a:r>
              <a:rPr lang="fr-FR" dirty="0" smtClean="0"/>
              <a:t> libre al fin Solo en </a:t>
            </a:r>
            <a:r>
              <a:rPr lang="fr-FR" dirty="0" err="1" smtClean="0"/>
              <a:t>jesús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Lleva</a:t>
            </a:r>
            <a:r>
              <a:rPr lang="fr-FR" dirty="0" smtClean="0"/>
              <a:t> </a:t>
            </a:r>
            <a:r>
              <a:rPr lang="fr-FR" dirty="0" err="1" smtClean="0"/>
              <a:t>nuestra</a:t>
            </a:r>
            <a:r>
              <a:rPr lang="fr-FR" dirty="0" smtClean="0"/>
              <a:t> </a:t>
            </a:r>
            <a:r>
              <a:rPr lang="fr-FR" dirty="0" err="1" smtClean="0"/>
              <a:t>scargas</a:t>
            </a:r>
            <a:r>
              <a:rPr lang="fr-FR" dirty="0" smtClean="0"/>
              <a:t> nos </a:t>
            </a:r>
            <a:r>
              <a:rPr lang="fr-FR" dirty="0" err="1" smtClean="0"/>
              <a:t>libra</a:t>
            </a:r>
            <a:r>
              <a:rPr lang="fr-FR" dirty="0" smtClean="0"/>
              <a:t>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Suya</a:t>
            </a:r>
            <a:r>
              <a:rPr lang="fr-FR" dirty="0" smtClean="0"/>
              <a:t> es la victoria ha </a:t>
            </a:r>
            <a:r>
              <a:rPr lang="fr-FR" dirty="0" err="1" smtClean="0"/>
              <a:t>venci</a:t>
            </a:r>
            <a:r>
              <a:rPr lang="fr-FR" dirty="0" smtClean="0"/>
              <a:t> </a:t>
            </a:r>
            <a:r>
              <a:rPr lang="fr-FR" dirty="0" err="1" smtClean="0"/>
              <a:t>doya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No nos </a:t>
            </a:r>
            <a:r>
              <a:rPr lang="fr-FR" dirty="0" err="1" smtClean="0"/>
              <a:t>deten</a:t>
            </a:r>
            <a:r>
              <a:rPr lang="fr-FR" dirty="0" smtClean="0"/>
              <a:t> </a:t>
            </a:r>
            <a:r>
              <a:rPr lang="fr-FR" dirty="0" err="1" smtClean="0"/>
              <a:t>dremos</a:t>
            </a:r>
            <a:r>
              <a:rPr lang="fr-FR" dirty="0" smtClean="0"/>
              <a:t> no nos </a:t>
            </a:r>
            <a:r>
              <a:rPr lang="fr-FR" dirty="0" err="1" smtClean="0"/>
              <a:t>moverán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Cristo </a:t>
            </a:r>
            <a:r>
              <a:rPr lang="fr-FR" dirty="0" err="1" smtClean="0"/>
              <a:t>estas</a:t>
            </a:r>
            <a:r>
              <a:rPr lang="fr-FR" dirty="0" smtClean="0"/>
              <a:t> </a:t>
            </a:r>
            <a:r>
              <a:rPr lang="fr-FR" dirty="0" err="1" smtClean="0"/>
              <a:t>aquí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Viviré</a:t>
            </a:r>
            <a:r>
              <a:rPr lang="fr-FR" dirty="0" smtClean="0"/>
              <a:t> no </a:t>
            </a:r>
            <a:r>
              <a:rPr lang="fr-FR" dirty="0" err="1" smtClean="0"/>
              <a:t>moriré</a:t>
            </a:r>
            <a:r>
              <a:rPr lang="fr-FR" dirty="0" smtClean="0"/>
              <a:t> </a:t>
            </a:r>
            <a:r>
              <a:rPr lang="fr-FR" dirty="0" err="1" smtClean="0"/>
              <a:t>Por</a:t>
            </a:r>
            <a:r>
              <a:rPr lang="fr-FR" dirty="0" smtClean="0"/>
              <a:t> el </a:t>
            </a:r>
            <a:r>
              <a:rPr lang="fr-FR" dirty="0" err="1" smtClean="0"/>
              <a:t>poder</a:t>
            </a:r>
            <a:r>
              <a:rPr lang="fr-FR" dirty="0" smtClean="0"/>
              <a:t>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Él</a:t>
            </a:r>
            <a:r>
              <a:rPr lang="fr-FR" dirty="0" smtClean="0"/>
              <a:t> vive en mi </a:t>
            </a:r>
            <a:r>
              <a:rPr lang="fr-FR" dirty="0" err="1" smtClean="0"/>
              <a:t>soy</a:t>
            </a:r>
            <a:r>
              <a:rPr lang="fr-FR" dirty="0" smtClean="0"/>
              <a:t> libre al fin Solo en </a:t>
            </a:r>
            <a:r>
              <a:rPr lang="fr-FR" dirty="0" err="1" smtClean="0"/>
              <a:t>Jesús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Viviré</a:t>
            </a:r>
            <a:r>
              <a:rPr lang="fr-FR" dirty="0" smtClean="0"/>
              <a:t> no </a:t>
            </a:r>
            <a:r>
              <a:rPr lang="fr-FR" dirty="0" err="1" smtClean="0"/>
              <a:t>moriré</a:t>
            </a:r>
            <a:r>
              <a:rPr lang="fr-FR" dirty="0" smtClean="0"/>
              <a:t> Su nombre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levantaré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Declaro</a:t>
            </a:r>
            <a:r>
              <a:rPr lang="fr-FR" dirty="0" smtClean="0"/>
              <a:t> </a:t>
            </a:r>
            <a:r>
              <a:rPr lang="fr-FR" dirty="0" err="1" smtClean="0"/>
              <a:t>hoy</a:t>
            </a:r>
            <a:r>
              <a:rPr lang="fr-FR" dirty="0" smtClean="0"/>
              <a:t> que </a:t>
            </a:r>
            <a:r>
              <a:rPr lang="fr-FR" dirty="0" err="1" smtClean="0"/>
              <a:t>sano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r>
              <a:rPr lang="fr-FR" dirty="0" smtClean="0"/>
              <a:t> </a:t>
            </a:r>
            <a:r>
              <a:rPr lang="fr-FR" dirty="0" err="1" smtClean="0"/>
              <a:t>Sólo</a:t>
            </a:r>
            <a:r>
              <a:rPr lang="fr-FR" dirty="0" smtClean="0"/>
              <a:t> en </a:t>
            </a:r>
            <a:r>
              <a:rPr lang="fr-FR" dirty="0" err="1" smtClean="0"/>
              <a:t>Jesús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Dios</a:t>
            </a:r>
            <a:r>
              <a:rPr lang="fr-FR" dirty="0" smtClean="0"/>
              <a:t> es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nosotro</a:t>
            </a:r>
            <a:r>
              <a:rPr lang="fr-FR" dirty="0" smtClean="0"/>
              <a:t> </a:t>
            </a:r>
            <a:r>
              <a:rPr lang="fr-FR" dirty="0" err="1" smtClean="0"/>
              <a:t>svence</a:t>
            </a:r>
            <a:r>
              <a:rPr lang="fr-FR" dirty="0" smtClean="0"/>
              <a:t> las </a:t>
            </a:r>
            <a:r>
              <a:rPr lang="fr-FR" dirty="0" err="1" smtClean="0"/>
              <a:t>tinieblas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Su </a:t>
            </a:r>
            <a:r>
              <a:rPr lang="fr-FR" dirty="0" err="1" smtClean="0"/>
              <a:t>reino</a:t>
            </a:r>
            <a:r>
              <a:rPr lang="fr-FR" dirty="0" smtClean="0"/>
              <a:t> </a:t>
            </a:r>
            <a:r>
              <a:rPr lang="fr-FR" dirty="0" err="1" smtClean="0"/>
              <a:t>esta</a:t>
            </a:r>
            <a:r>
              <a:rPr lang="fr-FR" dirty="0" smtClean="0"/>
              <a:t> </a:t>
            </a:r>
            <a:r>
              <a:rPr lang="fr-FR" dirty="0" err="1" smtClean="0"/>
              <a:t>blece</a:t>
            </a:r>
            <a:r>
              <a:rPr lang="fr-FR" dirty="0" smtClean="0"/>
              <a:t> no </a:t>
            </a:r>
            <a:r>
              <a:rPr lang="fr-FR" dirty="0" err="1" smtClean="0"/>
              <a:t>será</a:t>
            </a:r>
            <a:r>
              <a:rPr lang="fr-FR" dirty="0" smtClean="0"/>
              <a:t> </a:t>
            </a:r>
            <a:r>
              <a:rPr lang="fr-FR" dirty="0" err="1" smtClean="0"/>
              <a:t>movido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En tu nombre </a:t>
            </a:r>
            <a:r>
              <a:rPr lang="fr-FR" dirty="0" err="1" smtClean="0"/>
              <a:t>cristo</a:t>
            </a:r>
            <a:r>
              <a:rPr lang="fr-FR" dirty="0" smtClean="0"/>
              <a:t> </a:t>
            </a:r>
            <a:r>
              <a:rPr lang="fr-FR" dirty="0" err="1" smtClean="0"/>
              <a:t>cae</a:t>
            </a:r>
            <a:r>
              <a:rPr lang="fr-FR" dirty="0" smtClean="0"/>
              <a:t> el </a:t>
            </a:r>
            <a:r>
              <a:rPr lang="fr-FR" dirty="0" err="1" smtClean="0"/>
              <a:t>enemigo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gritaré</a:t>
            </a:r>
            <a:r>
              <a:rPr lang="fr-FR" dirty="0" smtClean="0"/>
              <a:t>, </a:t>
            </a:r>
            <a:r>
              <a:rPr lang="fr-FR" dirty="0" err="1" smtClean="0"/>
              <a:t>gritaré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Sólo</a:t>
            </a:r>
            <a:r>
              <a:rPr lang="fr-FR" dirty="0" smtClean="0"/>
              <a:t> en </a:t>
            </a:r>
            <a:r>
              <a:rPr lang="fr-FR" dirty="0" err="1" smtClean="0"/>
              <a:t>jesús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DIEU COMBAT POUR NOUS DIEU EST AVEC NOUS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Lucha porno sotros a nuestro la doesta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PLUS QUE VAINQUEUR  OUI, PLUS QUE VAINQUEUR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QUI PEUT NOUS ÉBRANLER  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JÉSUS, TU ES LÀ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1: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PORTANT TOUS NOS FARDEAUX  COUVRANT NOS PÉCHÉS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Lleva nuestra scargas nos libra en mal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IL EST PLUS QUE VAINQUEUR  OUI, PLUS QUE VAINQUEUR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Suya es la victoria ha venci doya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QUI PEUT NOUS ÉBRANLER OU NOUS FAIRE TOMBER ?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No nos deten dremos no nos moverán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JÉSUS, TU ES LÀ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Cristo estas aquí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JE VIVRAI, JE NE MOURRAI PAS  PAR LA PUISSANCE DE CHRIST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Por el poder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EN LUI, JE VIS ET JE SUIS LIBRE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Él vive en mi soy libre al fin Solo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JE VIVRAI, JE NE MOURRAI PAS  JE LE CRIERAI SUR TOUS LES TOITS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Viviré no moriré Su nombre yo levantaré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JE VIS POUR LUI JE SUIS GUÉRI 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Declaro hoy que sano soy 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DIEU REMPORTE NOS GUERRES FAIT RECULER L'ENFER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Dios es por nosotro svence las tinieblas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RÉVÉLANT LA LUMIÈRE  DE SON RÈGNE SUR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Su reino esta blece no será movido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21-  DANS LE NOM DE JÉSUS L’ENNEMI EST VAINCU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En tu nombre cristo cae el enemigo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NOUS AVONS LA VICTOIRE LA VICTOIRE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 yo lo gritaré, gritaré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23-AU NOM DE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Sólo en jesús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 2: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MON DIEU COMBAT POUR NOUS DIEU EST AVEC NOUS </a:t>
            </a:r>
          </a:p>
          <a:p>
            <a:r>
              <a:rPr lang="fr-FR" altLang="fr-FR" smtClean="0"/>
              <a:t>Lucha porno sotros a nuestro la doesta</a:t>
            </a:r>
          </a:p>
          <a:p>
            <a:r>
              <a:rPr lang="fr-FR" altLang="fr-FR" smtClean="0"/>
              <a:t>2-  IL EST PLUS QUE VAINQUEUR  OUI, PLUS QUE VAINQUEUR 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3-  QUI PEUT NOUS ÉBRANLER  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4-  JÉSUS, TU ES LÀ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5-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6-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7-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8-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1:</a:t>
            </a:r>
          </a:p>
          <a:p>
            <a:r>
              <a:rPr lang="fr-FR" altLang="fr-FR" smtClean="0"/>
              <a:t>	9-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10-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11-  PORTANT TOUS NOS FARDEAUX  COUVRANT NOS PÉCHÉS </a:t>
            </a:r>
          </a:p>
          <a:p>
            <a:r>
              <a:rPr lang="fr-FR" altLang="fr-FR" smtClean="0"/>
              <a:t>Lleva nuestra scargas nos libra en mal</a:t>
            </a:r>
          </a:p>
          <a:p>
            <a:r>
              <a:rPr lang="fr-FR" altLang="fr-FR" smtClean="0"/>
              <a:t>12-  IL EST PLUS QUE VAINQUEUR  OUI, PLUS QUE VAINQUEUR </a:t>
            </a:r>
          </a:p>
          <a:p>
            <a:r>
              <a:rPr lang="fr-FR" altLang="fr-FR" smtClean="0"/>
              <a:t>Suya es la victoria ha venci doya</a:t>
            </a:r>
          </a:p>
          <a:p>
            <a:r>
              <a:rPr lang="fr-FR" altLang="fr-FR" smtClean="0"/>
              <a:t>13-  QUI PEUT NOUS ÉBRANLER OU NOUS FAIRE TOMBER ? </a:t>
            </a:r>
          </a:p>
          <a:p>
            <a:r>
              <a:rPr lang="fr-FR" altLang="fr-FR" smtClean="0"/>
              <a:t>No nos deten dremos no nos moverán</a:t>
            </a:r>
          </a:p>
          <a:p>
            <a:r>
              <a:rPr lang="fr-FR" altLang="fr-FR" smtClean="0"/>
              <a:t>14-  JÉSUS, TU ES LÀ  </a:t>
            </a:r>
          </a:p>
          <a:p>
            <a:r>
              <a:rPr lang="fr-FR" altLang="fr-FR" smtClean="0"/>
              <a:t>Cristo estas aquí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r>
              <a:rPr lang="fr-FR" altLang="fr-FR" smtClean="0"/>
              <a:t>	15-  JE VIVRAI, JE NE MOURRAI PAS  PAR LA PUISSANCE DE CHRIST EN MOI </a:t>
            </a:r>
          </a:p>
          <a:p>
            <a:r>
              <a:rPr lang="fr-FR" altLang="fr-FR" smtClean="0"/>
              <a:t>	Viviré no moriré Por el poder de su nombre</a:t>
            </a:r>
          </a:p>
          <a:p>
            <a:r>
              <a:rPr lang="fr-FR" altLang="fr-FR" smtClean="0"/>
              <a:t>	16-  EN LUI, JE VIS ET JE SUIS LIBRE AU NOM DE JÉSUS</a:t>
            </a:r>
          </a:p>
          <a:p>
            <a:r>
              <a:rPr lang="fr-FR" altLang="fr-FR" smtClean="0"/>
              <a:t>	Él vive en mi soy libre al fin Solo en Jesús</a:t>
            </a:r>
          </a:p>
          <a:p>
            <a:endParaRPr lang="fr-FR" altLang="fr-FR" smtClean="0"/>
          </a:p>
          <a:p>
            <a:r>
              <a:rPr lang="fr-FR" altLang="fr-FR" smtClean="0"/>
              <a:t>	17- JE VIVRAI, JE NE MOURRAI PAS  JE LE CRIERAI SUR TOUS LES TOITS</a:t>
            </a:r>
          </a:p>
          <a:p>
            <a:r>
              <a:rPr lang="fr-FR" altLang="fr-FR" smtClean="0"/>
              <a:t>	Viviré no moriré Su nombre yo levantaré</a:t>
            </a:r>
          </a:p>
          <a:p>
            <a:r>
              <a:rPr lang="fr-FR" altLang="fr-FR" smtClean="0"/>
              <a:t>	18- JE VIS POUR LUI JE SUIS GUÉRI AU NOM DE JÉSUS</a:t>
            </a:r>
          </a:p>
          <a:p>
            <a:r>
              <a:rPr lang="fr-FR" altLang="fr-FR" smtClean="0"/>
              <a:t>	Declaro hoy que sano soy Sólo en Jesús</a:t>
            </a:r>
          </a:p>
          <a:p>
            <a:endParaRPr lang="fr-FR" altLang="fr-FR" smtClean="0"/>
          </a:p>
          <a:p>
            <a:r>
              <a:rPr lang="fr-FR" altLang="fr-FR" smtClean="0"/>
              <a:t>PONT </a:t>
            </a:r>
          </a:p>
          <a:p>
            <a:r>
              <a:rPr lang="fr-FR" altLang="fr-FR" smtClean="0"/>
              <a:t>19-  DIEU REMPORTE NOS GUERRES FAIT RECULER L'ENFER </a:t>
            </a:r>
          </a:p>
          <a:p>
            <a:r>
              <a:rPr lang="fr-FR" altLang="fr-FR" smtClean="0"/>
              <a:t>Dios es por nosotro svence las tinieblas</a:t>
            </a:r>
          </a:p>
          <a:p>
            <a:r>
              <a:rPr lang="fr-FR" altLang="fr-FR" smtClean="0"/>
              <a:t>20-  RÉVÉLANT LA LUMIÈRE  DE SON RÈGNE SUR TERRE</a:t>
            </a:r>
          </a:p>
          <a:p>
            <a:r>
              <a:rPr lang="fr-FR" altLang="fr-FR" smtClean="0"/>
              <a:t>Su reino esta blece no será movido</a:t>
            </a:r>
          </a:p>
          <a:p>
            <a:r>
              <a:rPr lang="fr-FR" altLang="fr-FR" smtClean="0"/>
              <a:t> 21-  DANS LE NOM DE JÉSUS L’ENNEMI EST VAINCU  </a:t>
            </a:r>
          </a:p>
          <a:p>
            <a:r>
              <a:rPr lang="fr-FR" altLang="fr-FR" smtClean="0"/>
              <a:t>En tu nombre cristo cae el enemigo</a:t>
            </a:r>
          </a:p>
          <a:p>
            <a:r>
              <a:rPr lang="fr-FR" altLang="fr-FR" smtClean="0"/>
              <a:t>22-  NOUS AVONS LA VICTOIRE LA VICTOIRE            x2</a:t>
            </a:r>
          </a:p>
          <a:p>
            <a:r>
              <a:rPr lang="fr-FR" altLang="fr-FR" smtClean="0"/>
              <a:t>Y yo lo gritaré, gritaré</a:t>
            </a:r>
          </a:p>
          <a:p>
            <a:endParaRPr lang="fr-FR" altLang="fr-FR" smtClean="0"/>
          </a:p>
          <a:p>
            <a:r>
              <a:rPr lang="fr-FR" altLang="fr-FR" smtClean="0"/>
              <a:t>23-AU NOM DE JÉSUS</a:t>
            </a:r>
          </a:p>
          <a:p>
            <a:r>
              <a:rPr lang="fr-FR" altLang="fr-FR" smtClean="0"/>
              <a:t>Sólo en jesús</a:t>
            </a:r>
          </a:p>
          <a:p>
            <a:endParaRPr lang="fr-FR" altLang="fr-FR" smtClean="0"/>
          </a:p>
          <a:p>
            <a:r>
              <a:rPr lang="fr-FR" altLang="fr-FR" smtClean="0"/>
              <a:t>	Refrain 2: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347728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4569A-C899-4002-A2CC-CCFFF6BF562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02F25-C4DB-4095-B3AF-293F34D3078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2B39F-DCC7-43EA-8BC7-08DD39DA0F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BA5AB-8364-4240-AC75-A07F676559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611576-018A-485D-AE7F-95F2E58BAE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CECFB-9413-4BCD-B000-96BB8402009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ADB04-DD66-4547-A212-DF21478EFAD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17A532-9132-41C4-8885-A5D5F9E331B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930054-C26F-4765-8229-5AE096E14B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0145B-1074-42AA-8505-4F581BA5C59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EFBAAA-C53E-4B81-A58A-8D1B6A1A828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96E3918-811C-4DEB-9AD4-8423FD6C048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DIEU COMBAT POUR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EST AVEC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QUE VAINQUEUR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PLUS QUE VAINQUEUR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NOUS ÉBRANLER 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NOUS FAIRE TOMBER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TU ES LÀ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PORTANT TOUS NOS FARDEAUX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COUVRANT NOS PÉCHÉS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OUI, PLUS QUE VAINQUEUR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NOUS ÉBRANLER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NOUS FAIRE TOMBER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TU ES LÀ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PUISSANCE DE CHRIST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LIBRE AU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PORTANT TOUS NOS FARDEAUX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COUVRANT NOS PÉCHÉS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73094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EST PLUS QUE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OUI, PLUS QUE VAINQUEUR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60387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PEUT NOUS ÉBRANLER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NOUS FAIRE TOMBER ?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6840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-1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JÉSUS, TU ES LÀ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5587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PUISSANCE DE CHRIST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1548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LUI, JE VIS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LIBRE AU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4956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VIVRAI, JE NE MOURRAI PAS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LE CRIERAI SUR TOUS LES TOITS</a:t>
            </a:r>
          </a:p>
        </p:txBody>
      </p:sp>
    </p:spTree>
    <p:extLst>
      <p:ext uri="{BB962C8B-B14F-4D97-AF65-F5344CB8AC3E}">
        <p14:creationId xmlns:p14="http://schemas.microsoft.com/office/powerpoint/2010/main" val="261548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VIS POUR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GUÉRI AU NOM DE JÉSUS</a:t>
            </a:r>
          </a:p>
        </p:txBody>
      </p:sp>
    </p:spTree>
    <p:extLst>
      <p:ext uri="{BB962C8B-B14F-4D97-AF65-F5344CB8AC3E}">
        <p14:creationId xmlns:p14="http://schemas.microsoft.com/office/powerpoint/2010/main" val="224956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REMPORTE NOS GUERRES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FAIT RECULER L'ENFER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RÉVÉLANT LA LUMIÈRE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SON RÈGNE SUR TERRE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DE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L’ENNEMI EST VAINCU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AVONS LA VICTOIRE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VICTOIRE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NOM DE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5310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</TotalTime>
  <Words>5729</Words>
  <Application>Microsoft Office PowerPoint</Application>
  <PresentationFormat>Affichage à l'écran (4:3)</PresentationFormat>
  <Paragraphs>2756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156</cp:revision>
  <dcterms:created xsi:type="dcterms:W3CDTF">2002-08-17T10:50:50Z</dcterms:created>
  <dcterms:modified xsi:type="dcterms:W3CDTF">2018-07-06T10:56:20Z</dcterms:modified>
</cp:coreProperties>
</file>