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8" r:id="rId2"/>
    <p:sldId id="264" r:id="rId3"/>
    <p:sldId id="265" r:id="rId4"/>
    <p:sldId id="266" r:id="rId5"/>
    <p:sldId id="267" r:id="rId6"/>
    <p:sldId id="278" r:id="rId7"/>
    <p:sldId id="268" r:id="rId8"/>
    <p:sldId id="279" r:id="rId9"/>
    <p:sldId id="269" r:id="rId10"/>
    <p:sldId id="280" r:id="rId11"/>
    <p:sldId id="270" r:id="rId12"/>
    <p:sldId id="271" r:id="rId13"/>
    <p:sldId id="282" r:id="rId14"/>
    <p:sldId id="272" r:id="rId15"/>
    <p:sldId id="273" r:id="rId16"/>
    <p:sldId id="281" r:id="rId17"/>
    <p:sldId id="274" r:id="rId18"/>
    <p:sldId id="275" r:id="rId19"/>
    <p:sldId id="276" r:id="rId20"/>
    <p:sldId id="277" r:id="rId21"/>
    <p:sldId id="283" r:id="rId2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22593" autoAdjust="0"/>
    <p:restoredTop sz="46280" autoAdjust="0"/>
  </p:normalViewPr>
  <p:slideViewPr>
    <p:cSldViewPr>
      <p:cViewPr varScale="1">
        <p:scale>
          <a:sx n="24" d="100"/>
          <a:sy n="24" d="100"/>
        </p:scale>
        <p:origin x="-13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216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9C4BDC7-DE6E-4391-935D-5AA4383A8E40}" type="datetimeFigureOut">
              <a:rPr lang="fr-FR"/>
              <a:pPr>
                <a:defRPr/>
              </a:pPr>
              <a:t>28/09/2018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199C844-06BA-4774-97FA-7741219FFAD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31729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JE N’AI PAS HONTE DE DIRE AU MONDE SANS TOI JE NE SUIS RIEN,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I'm</a:t>
            </a:r>
            <a:r>
              <a:rPr lang="fr-FR" dirty="0" smtClean="0"/>
              <a:t> not </a:t>
            </a:r>
            <a:r>
              <a:rPr lang="fr-FR" dirty="0" err="1" smtClean="0"/>
              <a:t>ashamed</a:t>
            </a:r>
            <a:r>
              <a:rPr lang="fr-FR" dirty="0" smtClean="0"/>
              <a:t> to tell the </a:t>
            </a:r>
            <a:r>
              <a:rPr lang="fr-FR" dirty="0" err="1" smtClean="0"/>
              <a:t>whole</a:t>
            </a:r>
            <a:r>
              <a:rPr lang="fr-FR" dirty="0" smtClean="0"/>
              <a:t> world, oh. </a:t>
            </a:r>
            <a:r>
              <a:rPr lang="fr-FR" dirty="0" err="1" smtClean="0"/>
              <a:t>Without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nothing</a:t>
            </a:r>
            <a:r>
              <a:rPr lang="fr-FR" dirty="0" smtClean="0"/>
              <a:t> </a:t>
            </a:r>
            <a:r>
              <a:rPr lang="fr-FR" dirty="0" err="1" smtClean="0"/>
              <a:t>at</a:t>
            </a:r>
            <a:r>
              <a:rPr lang="fr-FR" dirty="0" smtClean="0"/>
              <a:t>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J’AI BESOIN D’ÊTRE RÉPARÉ PARFOIS JE SUIS TROP DÉPHASÉ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That I have strings in </a:t>
            </a:r>
            <a:r>
              <a:rPr lang="fr-FR" dirty="0" err="1" smtClean="0"/>
              <a:t>need</a:t>
            </a:r>
            <a:r>
              <a:rPr lang="fr-FR" dirty="0" smtClean="0"/>
              <a:t> of </a:t>
            </a:r>
            <a:r>
              <a:rPr lang="fr-FR" dirty="0" err="1" smtClean="0"/>
              <a:t>mending</a:t>
            </a:r>
            <a:r>
              <a:rPr lang="fr-FR" dirty="0" smtClean="0"/>
              <a:t> - </a:t>
            </a:r>
            <a:r>
              <a:rPr lang="fr-FR" dirty="0" err="1" smtClean="0"/>
              <a:t>I'm</a:t>
            </a:r>
            <a:r>
              <a:rPr lang="fr-FR" dirty="0" smtClean="0"/>
              <a:t> OUT OF tune in certain parts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so</a:t>
            </a:r>
            <a:r>
              <a:rPr lang="fr-FR" dirty="0" smtClean="0"/>
              <a:t> </a:t>
            </a:r>
            <a:r>
              <a:rPr lang="fr-FR" dirty="0" err="1" smtClean="0"/>
              <a:t>strum</a:t>
            </a:r>
            <a:r>
              <a:rPr lang="fr-FR" dirty="0" smtClean="0"/>
              <a:t>, the </a:t>
            </a:r>
            <a:r>
              <a:rPr lang="fr-FR" dirty="0" err="1" smtClean="0"/>
              <a:t>chords</a:t>
            </a:r>
            <a:r>
              <a:rPr lang="fr-FR" dirty="0" smtClean="0"/>
              <a:t> of </a:t>
            </a:r>
            <a:r>
              <a:rPr lang="fr-FR" dirty="0" err="1" smtClean="0"/>
              <a:t>mercy</a:t>
            </a:r>
            <a:r>
              <a:rPr lang="fr-FR" dirty="0" smtClean="0"/>
              <a:t> - restore </a:t>
            </a:r>
            <a:r>
              <a:rPr lang="fr-FR" dirty="0" err="1" smtClean="0"/>
              <a:t>my</a:t>
            </a:r>
            <a:r>
              <a:rPr lang="fr-FR" dirty="0" smtClean="0"/>
              <a:t> soul </a:t>
            </a:r>
            <a:r>
              <a:rPr lang="fr-FR" dirty="0" err="1" smtClean="0"/>
              <a:t>completely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Lay </a:t>
            </a:r>
            <a:r>
              <a:rPr lang="fr-FR" dirty="0" err="1" smtClean="0"/>
              <a:t>your</a:t>
            </a:r>
            <a:r>
              <a:rPr lang="fr-FR" dirty="0" smtClean="0"/>
              <a:t> hand </a:t>
            </a:r>
            <a:r>
              <a:rPr lang="fr-FR" dirty="0" err="1" smtClean="0"/>
              <a:t>upon</a:t>
            </a:r>
            <a:r>
              <a:rPr lang="fr-FR" dirty="0" smtClean="0"/>
              <a:t> me And </a:t>
            </a:r>
            <a:r>
              <a:rPr lang="fr-FR" dirty="0" err="1" smtClean="0"/>
              <a:t>this</a:t>
            </a:r>
            <a:r>
              <a:rPr lang="fr-FR" dirty="0" smtClean="0"/>
              <a:t> instrument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breathe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TU ES LA MUSIQUE DE MON CŒUR,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Cause </a:t>
            </a:r>
            <a:r>
              <a:rPr lang="fr-FR" dirty="0" err="1" smtClean="0"/>
              <a:t>you're</a:t>
            </a:r>
            <a:r>
              <a:rPr lang="fr-FR" dirty="0" smtClean="0"/>
              <a:t> the music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</a:t>
            </a:r>
            <a:r>
              <a:rPr lang="fr-FR" dirty="0" err="1" smtClean="0"/>
              <a:t>oooh</a:t>
            </a:r>
            <a:r>
              <a:rPr lang="fr-FR" dirty="0" smtClean="0"/>
              <a:t>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6-  LA MÉLODIE DE MON ÂME,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The </a:t>
            </a:r>
            <a:r>
              <a:rPr lang="fr-FR" dirty="0" err="1" smtClean="0"/>
              <a:t>melody</a:t>
            </a:r>
            <a:r>
              <a:rPr lang="fr-FR" dirty="0" smtClean="0"/>
              <a:t> </a:t>
            </a:r>
            <a:r>
              <a:rPr lang="fr-FR" dirty="0" err="1" smtClean="0"/>
              <a:t>within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soul </a:t>
            </a:r>
            <a:r>
              <a:rPr lang="fr-FR" dirty="0" err="1" smtClean="0"/>
              <a:t>oooh</a:t>
            </a:r>
            <a:r>
              <a:rPr lang="fr-FR" dirty="0" smtClean="0"/>
              <a:t>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LA CHANSON QUI ESSUIE MES PLEURS,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the </a:t>
            </a:r>
            <a:r>
              <a:rPr lang="fr-FR" dirty="0" err="1" smtClean="0"/>
              <a:t>song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holds</a:t>
            </a:r>
            <a:r>
              <a:rPr lang="fr-FR" dirty="0" smtClean="0"/>
              <a:t> me in the </a:t>
            </a:r>
            <a:r>
              <a:rPr lang="fr-FR" dirty="0" err="1" smtClean="0"/>
              <a:t>dark</a:t>
            </a:r>
            <a:r>
              <a:rPr lang="fr-FR" dirty="0" smtClean="0"/>
              <a:t> </a:t>
            </a:r>
            <a:r>
              <a:rPr lang="fr-FR" dirty="0" err="1" smtClean="0"/>
              <a:t>oooh</a:t>
            </a:r>
            <a:r>
              <a:rPr lang="fr-FR" dirty="0" smtClean="0"/>
              <a:t>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8-  L’ÉTINCELLE QUI INCENDIE MA FLAMME,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The </a:t>
            </a:r>
            <a:r>
              <a:rPr lang="fr-FR" dirty="0" err="1" smtClean="0"/>
              <a:t>fire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warms</a:t>
            </a:r>
            <a:r>
              <a:rPr lang="fr-FR" dirty="0" smtClean="0"/>
              <a:t> me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cold </a:t>
            </a:r>
            <a:r>
              <a:rPr lang="fr-FR" dirty="0" err="1" smtClean="0"/>
              <a:t>oooh</a:t>
            </a:r>
            <a:r>
              <a:rPr lang="fr-FR" dirty="0" smtClean="0"/>
              <a:t>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9-  LA SYMPHONIE QUI FEND LA CRAINTE,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The </a:t>
            </a:r>
            <a:r>
              <a:rPr lang="fr-FR" dirty="0" err="1" smtClean="0"/>
              <a:t>symphony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calms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fear</a:t>
            </a:r>
            <a:r>
              <a:rPr lang="fr-FR" dirty="0" smtClean="0"/>
              <a:t> </a:t>
            </a:r>
            <a:r>
              <a:rPr lang="fr-FR" dirty="0" err="1" smtClean="0"/>
              <a:t>oooh</a:t>
            </a:r>
            <a:r>
              <a:rPr lang="fr-FR" dirty="0" smtClean="0"/>
              <a:t>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10-  LES PAROLES QUI ME FONT REPRENDRE,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The lyric </a:t>
            </a:r>
            <a:r>
              <a:rPr lang="fr-FR" dirty="0" err="1" smtClean="0"/>
              <a:t>that</a:t>
            </a:r>
            <a:r>
              <a:rPr lang="fr-FR" dirty="0" smtClean="0"/>
              <a:t> I long to </a:t>
            </a:r>
            <a:r>
              <a:rPr lang="fr-FR" dirty="0" err="1" smtClean="0"/>
              <a:t>hear</a:t>
            </a:r>
            <a:r>
              <a:rPr lang="fr-FR" dirty="0" smtClean="0"/>
              <a:t> </a:t>
            </a:r>
            <a:r>
              <a:rPr lang="fr-FR" dirty="0" err="1" smtClean="0"/>
              <a:t>oooh</a:t>
            </a:r>
            <a:r>
              <a:rPr lang="fr-FR" dirty="0" smtClean="0"/>
              <a:t>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11-  LE CHEF-D’ŒUVRE LA PIÈCE DE VALEUR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The </a:t>
            </a:r>
            <a:r>
              <a:rPr lang="fr-FR" dirty="0" err="1" smtClean="0"/>
              <a:t>masterpiece</a:t>
            </a:r>
            <a:r>
              <a:rPr lang="fr-FR" dirty="0" smtClean="0"/>
              <a:t>, the </a:t>
            </a:r>
            <a:r>
              <a:rPr lang="fr-FR" dirty="0" err="1" smtClean="0"/>
              <a:t>work</a:t>
            </a:r>
            <a:r>
              <a:rPr lang="fr-FR" dirty="0" smtClean="0"/>
              <a:t> of art </a:t>
            </a:r>
            <a:r>
              <a:rPr lang="fr-FR" dirty="0" err="1" smtClean="0"/>
              <a:t>oooh</a:t>
            </a:r>
            <a:r>
              <a:rPr lang="fr-FR" dirty="0" smtClean="0"/>
              <a:t>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12-  QUI EST FINIE AVANT L’HEURE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Complete </a:t>
            </a:r>
            <a:r>
              <a:rPr lang="fr-FR" dirty="0" err="1" smtClean="0"/>
              <a:t>before</a:t>
            </a:r>
            <a:r>
              <a:rPr lang="fr-FR" dirty="0" smtClean="0"/>
              <a:t> I </a:t>
            </a:r>
            <a:r>
              <a:rPr lang="fr-FR" dirty="0" err="1" smtClean="0"/>
              <a:t>start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13-  LA MUSIQUE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The music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CRÉATEUR DE TOUT CE QUI EST BEAU ÉCRIS UNE MUSIQUE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Creator</a:t>
            </a:r>
            <a:r>
              <a:rPr lang="fr-FR" dirty="0" smtClean="0"/>
              <a:t> of all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lovely</a:t>
            </a:r>
            <a:r>
              <a:rPr lang="fr-FR" dirty="0" smtClean="0"/>
              <a:t>, oh - </a:t>
            </a:r>
            <a:r>
              <a:rPr lang="fr-FR" dirty="0" err="1" smtClean="0"/>
              <a:t>Write</a:t>
            </a:r>
            <a:r>
              <a:rPr lang="fr-FR" dirty="0" smtClean="0"/>
              <a:t> a tune </a:t>
            </a:r>
            <a:r>
              <a:rPr lang="fr-FR" dirty="0" err="1" smtClean="0"/>
              <a:t>upon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QUAND ELLE SERA PRÊTE, JOUE-LA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finish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play</a:t>
            </a:r>
            <a:r>
              <a:rPr lang="fr-FR" dirty="0" smtClean="0"/>
              <a:t>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QU’ELLE SOIT UN HYMNE EN TON 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Like</a:t>
            </a:r>
            <a:r>
              <a:rPr lang="fr-FR" dirty="0" smtClean="0"/>
              <a:t> a </a:t>
            </a:r>
            <a:r>
              <a:rPr lang="fr-FR" dirty="0" err="1" smtClean="0"/>
              <a:t>beautiful</a:t>
            </a:r>
            <a:r>
              <a:rPr lang="fr-FR" dirty="0" smtClean="0"/>
              <a:t> </a:t>
            </a:r>
            <a:r>
              <a:rPr lang="fr-FR" dirty="0" err="1" smtClean="0"/>
              <a:t>guitar</a:t>
            </a:r>
            <a:r>
              <a:rPr lang="fr-FR" dirty="0" smtClean="0"/>
              <a:t>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STRUM, the </a:t>
            </a:r>
            <a:r>
              <a:rPr lang="fr-FR" dirty="0" err="1" smtClean="0"/>
              <a:t>chords</a:t>
            </a:r>
            <a:r>
              <a:rPr lang="fr-FR" dirty="0" smtClean="0"/>
              <a:t> of </a:t>
            </a:r>
            <a:r>
              <a:rPr lang="fr-FR" dirty="0" err="1" smtClean="0"/>
              <a:t>mercy</a:t>
            </a:r>
            <a:r>
              <a:rPr lang="fr-FR" dirty="0" smtClean="0"/>
              <a:t> Restore </a:t>
            </a:r>
            <a:r>
              <a:rPr lang="fr-FR" dirty="0" err="1" smtClean="0"/>
              <a:t>my</a:t>
            </a:r>
            <a:r>
              <a:rPr lang="fr-FR" dirty="0" smtClean="0"/>
              <a:t> soul </a:t>
            </a:r>
            <a:r>
              <a:rPr lang="fr-FR" dirty="0" err="1" smtClean="0"/>
              <a:t>completely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breathe</a:t>
            </a:r>
            <a:r>
              <a:rPr lang="fr-FR" dirty="0" smtClean="0"/>
              <a:t> life </a:t>
            </a:r>
            <a:r>
              <a:rPr lang="fr-FR" dirty="0" err="1" smtClean="0"/>
              <a:t>unto</a:t>
            </a:r>
            <a:r>
              <a:rPr lang="fr-FR" dirty="0" smtClean="0"/>
              <a:t> me And </a:t>
            </a:r>
            <a:r>
              <a:rPr lang="fr-FR" dirty="0" err="1" smtClean="0"/>
              <a:t>this</a:t>
            </a:r>
            <a:r>
              <a:rPr lang="fr-FR" dirty="0" smtClean="0"/>
              <a:t> instrument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Ha-Ha-Ha-Ha-</a:t>
            </a:r>
            <a:r>
              <a:rPr lang="fr-FR" dirty="0" err="1" smtClean="0"/>
              <a:t>Heart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CHAQUE BRIN DE TA LUMIÈRE FAIT BRILLER MON 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every</a:t>
            </a:r>
            <a:r>
              <a:rPr lang="fr-FR" dirty="0" smtClean="0"/>
              <a:t> single </a:t>
            </a:r>
            <a:r>
              <a:rPr lang="fr-FR" dirty="0" err="1" smtClean="0"/>
              <a:t>line's</a:t>
            </a:r>
            <a:r>
              <a:rPr lang="fr-FR" dirty="0" smtClean="0"/>
              <a:t> full of love divine </a:t>
            </a:r>
            <a:r>
              <a:rPr lang="fr-FR" dirty="0" err="1" smtClean="0"/>
              <a:t>write</a:t>
            </a:r>
            <a:r>
              <a:rPr lang="fr-FR" dirty="0" smtClean="0"/>
              <a:t> me </a:t>
            </a:r>
            <a:r>
              <a:rPr lang="fr-FR" dirty="0" err="1" smtClean="0"/>
              <a:t>like</a:t>
            </a:r>
            <a:r>
              <a:rPr lang="fr-FR" dirty="0" smtClean="0"/>
              <a:t> a </a:t>
            </a:r>
            <a:r>
              <a:rPr lang="fr-FR" dirty="0" err="1" smtClean="0"/>
              <a:t>valentine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Ha-Ha-Ha-Ha-</a:t>
            </a:r>
            <a:r>
              <a:rPr lang="fr-FR" dirty="0" err="1" smtClean="0"/>
              <a:t>Heart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JE N’AI PAS HONTE DE DIRE AU MONDE SANS TOI JE NE SUIS RIEN, RIEN</a:t>
            </a:r>
          </a:p>
          <a:p>
            <a:pPr eaLnBrk="1" hangingPunct="1"/>
            <a:r>
              <a:rPr lang="fr-FR" altLang="fr-FR" sz="1200" smtClean="0"/>
              <a:t>I'm not ashamed to tell the whole world, oh. Without you, I'm nothing at all</a:t>
            </a:r>
          </a:p>
          <a:p>
            <a:pPr eaLnBrk="1" hangingPunct="1"/>
            <a:r>
              <a:rPr lang="fr-FR" altLang="fr-FR" sz="1200" smtClean="0"/>
              <a:t>2-  J’AI BESOIN D’ÊTRE RÉPARÉ PARFOIS JE SUIS TROP DÉPHASÉ</a:t>
            </a:r>
          </a:p>
          <a:p>
            <a:pPr eaLnBrk="1" hangingPunct="1"/>
            <a:r>
              <a:rPr lang="fr-FR" altLang="fr-FR" sz="1200" smtClean="0"/>
              <a:t>That I have strings in need of mending - I'm OUT OF tune in certain parts</a:t>
            </a:r>
          </a:p>
          <a:p>
            <a:pPr eaLnBrk="1" hangingPunct="1"/>
            <a:r>
              <a:rPr lang="fr-FR" altLang="fr-FR" sz="1200" smtClean="0"/>
              <a:t>3-  L’ACCORD DE LA COMPASSION RESTAURE TOUTE MON ÂME</a:t>
            </a:r>
          </a:p>
          <a:p>
            <a:pPr eaLnBrk="1" hangingPunct="1"/>
            <a:r>
              <a:rPr lang="fr-FR" altLang="fr-FR" sz="1200" smtClean="0"/>
              <a:t>so strum, the chords of mercy - restore my soul completely</a:t>
            </a:r>
          </a:p>
          <a:p>
            <a:pPr eaLnBrk="1" hangingPunct="1"/>
            <a:r>
              <a:rPr lang="fr-FR" altLang="fr-FR" sz="1200" smtClean="0"/>
              <a:t>4-  TOUCHE-MOI PAR TON ONCTION ET MON ÊTRE REVIVRA</a:t>
            </a:r>
          </a:p>
          <a:p>
            <a:pPr eaLnBrk="1" hangingPunct="1"/>
            <a:r>
              <a:rPr lang="fr-FR" altLang="fr-FR" sz="1200" smtClean="0"/>
              <a:t>Lay your hand upon me And this instrument will breathe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TU ES LA MUSIQUE DE MON CŒUR, OOOH</a:t>
            </a:r>
          </a:p>
          <a:p>
            <a:pPr eaLnBrk="1" hangingPunct="1"/>
            <a:r>
              <a:rPr lang="fr-FR" altLang="fr-FR" sz="1200" smtClean="0"/>
              <a:t>	Cause you're the music of my heart oooh….</a:t>
            </a:r>
          </a:p>
          <a:p>
            <a:pPr eaLnBrk="1" hangingPunct="1"/>
            <a:r>
              <a:rPr lang="fr-FR" altLang="fr-FR" sz="1200" smtClean="0"/>
              <a:t>     	6-  LA MÉLODIE DE MON ÂME, OOOH</a:t>
            </a:r>
          </a:p>
          <a:p>
            <a:pPr eaLnBrk="1" hangingPunct="1"/>
            <a:r>
              <a:rPr lang="fr-FR" altLang="fr-FR" sz="1200" smtClean="0"/>
              <a:t>	The melody within my soul oooh…</a:t>
            </a:r>
          </a:p>
          <a:p>
            <a:pPr eaLnBrk="1" hangingPunct="1"/>
            <a:r>
              <a:rPr lang="fr-FR" altLang="fr-FR" sz="1200" smtClean="0"/>
              <a:t>	7-  LA CHANSON QUI ESSUIE MES PLEURS, OOOH</a:t>
            </a:r>
          </a:p>
          <a:p>
            <a:pPr eaLnBrk="1" hangingPunct="1"/>
            <a:r>
              <a:rPr lang="fr-FR" altLang="fr-FR" sz="1200" smtClean="0"/>
              <a:t>	the song that holds me in the dark oooh…..</a:t>
            </a:r>
          </a:p>
          <a:p>
            <a:pPr eaLnBrk="1" hangingPunct="1"/>
            <a:r>
              <a:rPr lang="fr-FR" altLang="fr-FR" sz="1200" smtClean="0"/>
              <a:t>     	8-  L’ÉTINCELLE QUI INCENDIE MA FLAMME, OOOH</a:t>
            </a:r>
          </a:p>
          <a:p>
            <a:pPr eaLnBrk="1" hangingPunct="1"/>
            <a:r>
              <a:rPr lang="fr-FR" altLang="fr-FR" sz="1200" smtClean="0"/>
              <a:t>	The fire that warms me when I'm cold oooh….</a:t>
            </a:r>
          </a:p>
          <a:p>
            <a:pPr eaLnBrk="1" hangingPunct="1"/>
            <a:r>
              <a:rPr lang="fr-FR" altLang="fr-FR" sz="1200" smtClean="0"/>
              <a:t>     	9-  LA SYMPHONIE QUI FEND LA CRAINTE, OOOH</a:t>
            </a:r>
          </a:p>
          <a:p>
            <a:pPr eaLnBrk="1" hangingPunct="1"/>
            <a:r>
              <a:rPr lang="fr-FR" altLang="fr-FR" sz="1200" smtClean="0"/>
              <a:t>	The symphony that calms my fear oooh….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  	10-  LES PAROLES QUI ME FONT REPRENDRE, OOOH</a:t>
            </a:r>
          </a:p>
          <a:p>
            <a:pPr eaLnBrk="1" hangingPunct="1"/>
            <a:r>
              <a:rPr lang="fr-FR" altLang="fr-FR" sz="1200" smtClean="0"/>
              <a:t>	The lyric that I long to hear oooh …</a:t>
            </a:r>
          </a:p>
          <a:p>
            <a:pPr eaLnBrk="1" hangingPunct="1"/>
            <a:r>
              <a:rPr lang="fr-FR" altLang="fr-FR" sz="1200" smtClean="0"/>
              <a:t>	11-  LE CHEF-D’ŒUVRE LA PIÈCE DE VALEUR</a:t>
            </a:r>
          </a:p>
          <a:p>
            <a:pPr eaLnBrk="1" hangingPunct="1"/>
            <a:r>
              <a:rPr lang="fr-FR" altLang="fr-FR" sz="1200" smtClean="0"/>
              <a:t>	The masterpiece, the work of art oooh…</a:t>
            </a:r>
          </a:p>
          <a:p>
            <a:pPr eaLnBrk="1" hangingPunct="1"/>
            <a:r>
              <a:rPr lang="fr-FR" altLang="fr-FR" sz="1200" smtClean="0"/>
              <a:t>	12-  QUI EST FINIE AVANT L’HEURE</a:t>
            </a:r>
          </a:p>
          <a:p>
            <a:pPr eaLnBrk="1" hangingPunct="1"/>
            <a:r>
              <a:rPr lang="fr-FR" altLang="fr-FR" sz="1200" smtClean="0"/>
              <a:t>	Complete before I start</a:t>
            </a:r>
          </a:p>
          <a:p>
            <a:pPr eaLnBrk="1" hangingPunct="1"/>
            <a:r>
              <a:rPr lang="fr-FR" altLang="fr-FR" sz="1200" smtClean="0"/>
              <a:t>	13-  LA MUSIQUE DE MON CŒUR</a:t>
            </a:r>
          </a:p>
          <a:p>
            <a:pPr eaLnBrk="1" hangingPunct="1"/>
            <a:r>
              <a:rPr lang="fr-FR" altLang="fr-FR" sz="1200" smtClean="0"/>
              <a:t>	The music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14-  CRÉATEUR DE TOUT CE QUI EST BEAU ÉCRIS UNE MUSIQUE SUR MON CŒUR</a:t>
            </a:r>
          </a:p>
          <a:p>
            <a:pPr eaLnBrk="1" hangingPunct="1"/>
            <a:r>
              <a:rPr lang="fr-FR" altLang="fr-FR" sz="1200" smtClean="0"/>
              <a:t>Creator of all that is lovely, oh - Write a tune upon my heart</a:t>
            </a:r>
          </a:p>
          <a:p>
            <a:pPr eaLnBrk="1" hangingPunct="1"/>
            <a:r>
              <a:rPr lang="fr-FR" altLang="fr-FR" sz="1200" smtClean="0"/>
              <a:t>15-  QUAND ELLE SERA PRÊTE, JOUE-LA</a:t>
            </a:r>
          </a:p>
          <a:p>
            <a:pPr eaLnBrk="1" hangingPunct="1"/>
            <a:r>
              <a:rPr lang="fr-FR" altLang="fr-FR" sz="1200" smtClean="0"/>
              <a:t>And when you finish will you play me</a:t>
            </a:r>
          </a:p>
          <a:p>
            <a:pPr eaLnBrk="1" hangingPunct="1"/>
            <a:r>
              <a:rPr lang="fr-FR" altLang="fr-FR" sz="1200" smtClean="0"/>
              <a:t>16-  QU’ELLE SOIT UN HYMNE EN TON HONNEUR</a:t>
            </a:r>
          </a:p>
          <a:p>
            <a:pPr eaLnBrk="1" hangingPunct="1"/>
            <a:r>
              <a:rPr lang="fr-FR" altLang="fr-FR" sz="1200" smtClean="0"/>
              <a:t>Like a beautiful guitar?</a:t>
            </a:r>
          </a:p>
          <a:p>
            <a:pPr eaLnBrk="1" hangingPunct="1"/>
            <a:r>
              <a:rPr lang="fr-FR" altLang="fr-FR" sz="1200" smtClean="0"/>
              <a:t>17-  L’ACCORD DE LA COMPASSION RESTAURE TOUTE MON ÂME</a:t>
            </a:r>
          </a:p>
          <a:p>
            <a:pPr eaLnBrk="1" hangingPunct="1"/>
            <a:r>
              <a:rPr lang="fr-FR" altLang="fr-FR" sz="1200" smtClean="0"/>
              <a:t>STRUM, the chords of mercy Restore my soul completely</a:t>
            </a:r>
          </a:p>
          <a:p>
            <a:pPr eaLnBrk="1" hangingPunct="1"/>
            <a:r>
              <a:rPr lang="fr-FR" altLang="fr-FR" sz="1200" smtClean="0"/>
              <a:t>18-  TOUCHE-MOI PAR TON ONCTION ET MON ÊTRE REVIVRA</a:t>
            </a:r>
          </a:p>
          <a:p>
            <a:pPr eaLnBrk="1" hangingPunct="1"/>
            <a:r>
              <a:rPr lang="fr-FR" altLang="fr-FR" sz="1200" smtClean="0"/>
              <a:t>breathe life unto me And this instrument will sing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 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 :</a:t>
            </a:r>
          </a:p>
          <a:p>
            <a:pPr eaLnBrk="1" hangingPunct="1"/>
            <a:r>
              <a:rPr lang="fr-FR" altLang="fr-FR" sz="1200" smtClean="0"/>
              <a:t>19-  EUH, EUH, EUH, EUH, EUH DE MON CŒUR  X2</a:t>
            </a:r>
          </a:p>
          <a:p>
            <a:pPr eaLnBrk="1" hangingPunct="1"/>
            <a:r>
              <a:rPr lang="fr-FR" altLang="fr-FR" sz="1200" smtClean="0"/>
              <a:t>Ha-Ha-Ha-Ha-Heart Of my heart</a:t>
            </a:r>
          </a:p>
          <a:p>
            <a:pPr eaLnBrk="1" hangingPunct="1"/>
            <a:r>
              <a:rPr lang="fr-FR" altLang="fr-FR" sz="1200" smtClean="0"/>
              <a:t>20-  CHAQUE BRIN DE TA LUMIÈRE FAIT BRILLER MON UNIVERS</a:t>
            </a:r>
          </a:p>
          <a:p>
            <a:pPr eaLnBrk="1" hangingPunct="1"/>
            <a:r>
              <a:rPr lang="fr-FR" altLang="fr-FR" sz="1200" smtClean="0"/>
              <a:t>every single line's full of love divine write me like a valentine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EUH, EUH, EUH, EUH, EUH DE MON CŒUR  X2</a:t>
            </a:r>
          </a:p>
          <a:p>
            <a:pPr eaLnBrk="1" hangingPunct="1"/>
            <a:r>
              <a:rPr lang="fr-FR" altLang="fr-FR" sz="1200" smtClean="0"/>
              <a:t>      Ha-Ha-Ha-Ha-Heart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JE N’AI PAS HONTE DE DIRE AU MONDE SANS TOI JE NE SUIS RIEN,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I'm</a:t>
            </a:r>
            <a:r>
              <a:rPr lang="fr-FR" dirty="0" smtClean="0"/>
              <a:t> not </a:t>
            </a:r>
            <a:r>
              <a:rPr lang="fr-FR" dirty="0" err="1" smtClean="0"/>
              <a:t>ashamed</a:t>
            </a:r>
            <a:r>
              <a:rPr lang="fr-FR" dirty="0" smtClean="0"/>
              <a:t> to tell the </a:t>
            </a:r>
            <a:r>
              <a:rPr lang="fr-FR" dirty="0" err="1" smtClean="0"/>
              <a:t>whole</a:t>
            </a:r>
            <a:r>
              <a:rPr lang="fr-FR" dirty="0" smtClean="0"/>
              <a:t> world, oh. </a:t>
            </a:r>
            <a:r>
              <a:rPr lang="fr-FR" dirty="0" err="1" smtClean="0"/>
              <a:t>Without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nothing</a:t>
            </a:r>
            <a:r>
              <a:rPr lang="fr-FR" dirty="0" smtClean="0"/>
              <a:t>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J’AI BESOIN D’ÊTRE RÉPARÉ PARFOIS JE SUIS TROP DÉPHASÉ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That I have strings in </a:t>
            </a:r>
            <a:r>
              <a:rPr lang="fr-FR" dirty="0" err="1" smtClean="0"/>
              <a:t>need</a:t>
            </a:r>
            <a:r>
              <a:rPr lang="fr-FR" dirty="0" smtClean="0"/>
              <a:t> of </a:t>
            </a:r>
            <a:r>
              <a:rPr lang="fr-FR" dirty="0" err="1" smtClean="0"/>
              <a:t>mending</a:t>
            </a:r>
            <a:r>
              <a:rPr lang="fr-FR" dirty="0" smtClean="0"/>
              <a:t> - </a:t>
            </a:r>
            <a:r>
              <a:rPr lang="fr-FR" dirty="0" err="1" smtClean="0"/>
              <a:t>I'm</a:t>
            </a:r>
            <a:r>
              <a:rPr lang="fr-FR" dirty="0" smtClean="0"/>
              <a:t> OUT OF tune in certain parts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so</a:t>
            </a:r>
            <a:r>
              <a:rPr lang="fr-FR" dirty="0" smtClean="0"/>
              <a:t> </a:t>
            </a:r>
            <a:r>
              <a:rPr lang="fr-FR" dirty="0" err="1" smtClean="0"/>
              <a:t>strum</a:t>
            </a:r>
            <a:r>
              <a:rPr lang="fr-FR" dirty="0" smtClean="0"/>
              <a:t>, the </a:t>
            </a:r>
            <a:r>
              <a:rPr lang="fr-FR" dirty="0" err="1" smtClean="0"/>
              <a:t>chords</a:t>
            </a:r>
            <a:r>
              <a:rPr lang="fr-FR" dirty="0" smtClean="0"/>
              <a:t> of </a:t>
            </a:r>
            <a:r>
              <a:rPr lang="fr-FR" dirty="0" err="1" smtClean="0"/>
              <a:t>mercy</a:t>
            </a:r>
            <a:r>
              <a:rPr lang="fr-FR" dirty="0" smtClean="0"/>
              <a:t> - restore </a:t>
            </a:r>
            <a:r>
              <a:rPr lang="fr-FR" dirty="0" err="1" smtClean="0"/>
              <a:t>my</a:t>
            </a:r>
            <a:r>
              <a:rPr lang="fr-FR" dirty="0" smtClean="0"/>
              <a:t> soul </a:t>
            </a:r>
            <a:r>
              <a:rPr lang="fr-FR" dirty="0" err="1" smtClean="0"/>
              <a:t>completely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Lay </a:t>
            </a:r>
            <a:r>
              <a:rPr lang="fr-FR" dirty="0" err="1" smtClean="0"/>
              <a:t>your</a:t>
            </a:r>
            <a:r>
              <a:rPr lang="fr-FR" dirty="0" smtClean="0"/>
              <a:t> hand </a:t>
            </a:r>
            <a:r>
              <a:rPr lang="fr-FR" dirty="0" err="1" smtClean="0"/>
              <a:t>upon</a:t>
            </a:r>
            <a:r>
              <a:rPr lang="fr-FR" dirty="0" smtClean="0"/>
              <a:t> me And </a:t>
            </a:r>
            <a:r>
              <a:rPr lang="fr-FR" dirty="0" err="1" smtClean="0"/>
              <a:t>this</a:t>
            </a:r>
            <a:r>
              <a:rPr lang="fr-FR" dirty="0" smtClean="0"/>
              <a:t> instrument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breathe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TU ES LA MUSIQUE DE MON CŒUR,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Cause </a:t>
            </a:r>
            <a:r>
              <a:rPr lang="fr-FR" dirty="0" err="1" smtClean="0"/>
              <a:t>you're</a:t>
            </a:r>
            <a:r>
              <a:rPr lang="fr-FR" dirty="0" smtClean="0"/>
              <a:t> the music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</a:t>
            </a:r>
            <a:r>
              <a:rPr lang="fr-FR" dirty="0" err="1" smtClean="0"/>
              <a:t>oooh</a:t>
            </a:r>
            <a:r>
              <a:rPr lang="fr-FR" dirty="0" smtClean="0"/>
              <a:t>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6-  LA MÉLODIE DE MON ÂME,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The </a:t>
            </a:r>
            <a:r>
              <a:rPr lang="fr-FR" dirty="0" err="1" smtClean="0"/>
              <a:t>melody</a:t>
            </a:r>
            <a:r>
              <a:rPr lang="fr-FR" dirty="0" smtClean="0"/>
              <a:t> </a:t>
            </a:r>
            <a:r>
              <a:rPr lang="fr-FR" dirty="0" err="1" smtClean="0"/>
              <a:t>within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soul </a:t>
            </a:r>
            <a:r>
              <a:rPr lang="fr-FR" dirty="0" err="1" smtClean="0"/>
              <a:t>oooh</a:t>
            </a:r>
            <a:r>
              <a:rPr lang="fr-FR" dirty="0" smtClean="0"/>
              <a:t>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LA CHANSON QUI ESSUIE MES PLEURS,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the </a:t>
            </a:r>
            <a:r>
              <a:rPr lang="fr-FR" dirty="0" err="1" smtClean="0"/>
              <a:t>song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holds</a:t>
            </a:r>
            <a:r>
              <a:rPr lang="fr-FR" dirty="0" smtClean="0"/>
              <a:t> me in the </a:t>
            </a:r>
            <a:r>
              <a:rPr lang="fr-FR" dirty="0" err="1" smtClean="0"/>
              <a:t>dark</a:t>
            </a:r>
            <a:r>
              <a:rPr lang="fr-FR" dirty="0" smtClean="0"/>
              <a:t> </a:t>
            </a:r>
            <a:r>
              <a:rPr lang="fr-FR" dirty="0" err="1" smtClean="0"/>
              <a:t>oooh</a:t>
            </a:r>
            <a:r>
              <a:rPr lang="fr-FR" dirty="0" smtClean="0"/>
              <a:t>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8-  L’ÉTINCELLE QUI INCENDIE MA FLAMME,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The </a:t>
            </a:r>
            <a:r>
              <a:rPr lang="fr-FR" dirty="0" err="1" smtClean="0"/>
              <a:t>fire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warms</a:t>
            </a:r>
            <a:r>
              <a:rPr lang="fr-FR" dirty="0" smtClean="0"/>
              <a:t> me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cold </a:t>
            </a:r>
            <a:r>
              <a:rPr lang="fr-FR" dirty="0" err="1" smtClean="0"/>
              <a:t>oooh</a:t>
            </a:r>
            <a:r>
              <a:rPr lang="fr-FR" dirty="0" smtClean="0"/>
              <a:t>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9-  LA SYMPHONIE QUI FEND LA CRAINTE,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The </a:t>
            </a:r>
            <a:r>
              <a:rPr lang="fr-FR" dirty="0" err="1" smtClean="0"/>
              <a:t>symphony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calms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fear</a:t>
            </a:r>
            <a:r>
              <a:rPr lang="fr-FR" dirty="0" smtClean="0"/>
              <a:t> </a:t>
            </a:r>
            <a:r>
              <a:rPr lang="fr-FR" dirty="0" err="1" smtClean="0"/>
              <a:t>oooh</a:t>
            </a:r>
            <a:r>
              <a:rPr lang="fr-FR" dirty="0" smtClean="0"/>
              <a:t>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10-  LES PAROLES QUI ME FONT REPRENDRE,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The lyric </a:t>
            </a:r>
            <a:r>
              <a:rPr lang="fr-FR" dirty="0" err="1" smtClean="0"/>
              <a:t>that</a:t>
            </a:r>
            <a:r>
              <a:rPr lang="fr-FR" dirty="0" smtClean="0"/>
              <a:t> I long to </a:t>
            </a:r>
            <a:r>
              <a:rPr lang="fr-FR" dirty="0" err="1" smtClean="0"/>
              <a:t>hear</a:t>
            </a:r>
            <a:r>
              <a:rPr lang="fr-FR" dirty="0" smtClean="0"/>
              <a:t> </a:t>
            </a:r>
            <a:r>
              <a:rPr lang="fr-FR" dirty="0" err="1" smtClean="0"/>
              <a:t>oooh</a:t>
            </a:r>
            <a:r>
              <a:rPr lang="fr-FR" dirty="0" smtClean="0"/>
              <a:t>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11-  LE CHEF-D’ŒUVRE LA PIÈCE DE VALEUR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The </a:t>
            </a:r>
            <a:r>
              <a:rPr lang="fr-FR" dirty="0" err="1" smtClean="0"/>
              <a:t>masterpiece</a:t>
            </a:r>
            <a:r>
              <a:rPr lang="fr-FR" dirty="0" smtClean="0"/>
              <a:t>, the </a:t>
            </a:r>
            <a:r>
              <a:rPr lang="fr-FR" dirty="0" err="1" smtClean="0"/>
              <a:t>work</a:t>
            </a:r>
            <a:r>
              <a:rPr lang="fr-FR" dirty="0" smtClean="0"/>
              <a:t> of art </a:t>
            </a:r>
            <a:r>
              <a:rPr lang="fr-FR" dirty="0" err="1" smtClean="0"/>
              <a:t>oooh</a:t>
            </a:r>
            <a:r>
              <a:rPr lang="fr-FR" dirty="0" smtClean="0"/>
              <a:t>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12-  QUI EST FINIE AVANT L’HEURE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Complete </a:t>
            </a:r>
            <a:r>
              <a:rPr lang="fr-FR" dirty="0" err="1" smtClean="0"/>
              <a:t>before</a:t>
            </a:r>
            <a:r>
              <a:rPr lang="fr-FR" dirty="0" smtClean="0"/>
              <a:t> I </a:t>
            </a:r>
            <a:r>
              <a:rPr lang="fr-FR" dirty="0" err="1" smtClean="0"/>
              <a:t>start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13-  LA MUSIQUE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The music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CRÉATEUR DE TOUT CE QUI EST BEAU ÉCRIS UNE MUSIQUE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Creator of all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lovely</a:t>
            </a:r>
            <a:r>
              <a:rPr lang="fr-FR" dirty="0" smtClean="0"/>
              <a:t>, oh - Write a tune </a:t>
            </a:r>
            <a:r>
              <a:rPr lang="fr-FR" dirty="0" err="1" smtClean="0"/>
              <a:t>upon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QUAND ELLE SERA PRÊTE, JOUE-LA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finish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play</a:t>
            </a:r>
            <a:r>
              <a:rPr lang="fr-FR" dirty="0" smtClean="0"/>
              <a:t>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QU’ELLE SOIT UN HYMNE EN TON 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Like</a:t>
            </a:r>
            <a:r>
              <a:rPr lang="fr-FR" dirty="0" smtClean="0"/>
              <a:t> a </a:t>
            </a:r>
            <a:r>
              <a:rPr lang="fr-FR" dirty="0" err="1" smtClean="0"/>
              <a:t>beautiful</a:t>
            </a:r>
            <a:r>
              <a:rPr lang="fr-FR" dirty="0" smtClean="0"/>
              <a:t> </a:t>
            </a:r>
            <a:r>
              <a:rPr lang="fr-FR" dirty="0" err="1" smtClean="0"/>
              <a:t>guitar</a:t>
            </a:r>
            <a:r>
              <a:rPr lang="fr-FR" dirty="0" smtClean="0"/>
              <a:t>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STRUM, the </a:t>
            </a:r>
            <a:r>
              <a:rPr lang="fr-FR" dirty="0" err="1" smtClean="0"/>
              <a:t>chords</a:t>
            </a:r>
            <a:r>
              <a:rPr lang="fr-FR" dirty="0" smtClean="0"/>
              <a:t> of </a:t>
            </a:r>
            <a:r>
              <a:rPr lang="fr-FR" dirty="0" err="1" smtClean="0"/>
              <a:t>mercy</a:t>
            </a:r>
            <a:r>
              <a:rPr lang="fr-FR" dirty="0" smtClean="0"/>
              <a:t> Restore </a:t>
            </a:r>
            <a:r>
              <a:rPr lang="fr-FR" dirty="0" err="1" smtClean="0"/>
              <a:t>my</a:t>
            </a:r>
            <a:r>
              <a:rPr lang="fr-FR" dirty="0" smtClean="0"/>
              <a:t> soul </a:t>
            </a:r>
            <a:r>
              <a:rPr lang="fr-FR" dirty="0" err="1" smtClean="0"/>
              <a:t>completely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breathe</a:t>
            </a:r>
            <a:r>
              <a:rPr lang="fr-FR" dirty="0" smtClean="0"/>
              <a:t> life </a:t>
            </a:r>
            <a:r>
              <a:rPr lang="fr-FR" dirty="0" err="1" smtClean="0"/>
              <a:t>unto</a:t>
            </a:r>
            <a:r>
              <a:rPr lang="fr-FR" dirty="0" smtClean="0"/>
              <a:t> me And </a:t>
            </a:r>
            <a:r>
              <a:rPr lang="fr-FR" dirty="0" err="1" smtClean="0"/>
              <a:t>this</a:t>
            </a:r>
            <a:r>
              <a:rPr lang="fr-FR" dirty="0" smtClean="0"/>
              <a:t> instrument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Ha-Ha-Ha-Ha-</a:t>
            </a:r>
            <a:r>
              <a:rPr lang="fr-FR" dirty="0" err="1" smtClean="0"/>
              <a:t>Heart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CHAQUE BRIN DE TA LUMIÈRE FAIT BRILLER MON 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every</a:t>
            </a:r>
            <a:r>
              <a:rPr lang="fr-FR" dirty="0" smtClean="0"/>
              <a:t> single </a:t>
            </a:r>
            <a:r>
              <a:rPr lang="fr-FR" dirty="0" err="1" smtClean="0"/>
              <a:t>line's</a:t>
            </a:r>
            <a:r>
              <a:rPr lang="fr-FR" dirty="0" smtClean="0"/>
              <a:t> full of love divine </a:t>
            </a:r>
            <a:r>
              <a:rPr lang="fr-FR" dirty="0" err="1" smtClean="0"/>
              <a:t>write</a:t>
            </a:r>
            <a:r>
              <a:rPr lang="fr-FR" dirty="0" smtClean="0"/>
              <a:t> me </a:t>
            </a:r>
            <a:r>
              <a:rPr lang="fr-FR" dirty="0" err="1" smtClean="0"/>
              <a:t>like</a:t>
            </a:r>
            <a:r>
              <a:rPr lang="fr-FR" dirty="0" smtClean="0"/>
              <a:t> a </a:t>
            </a:r>
            <a:r>
              <a:rPr lang="fr-FR" dirty="0" err="1" smtClean="0"/>
              <a:t>valentine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Ha-Ha-Ha-Ha-</a:t>
            </a:r>
            <a:r>
              <a:rPr lang="fr-FR" dirty="0" err="1" smtClean="0"/>
              <a:t>Heart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JE N’AI PAS HONTE DE DIRE AU MONDE SANS TOI JE NE SUIS RIEN, RIEN</a:t>
            </a:r>
          </a:p>
          <a:p>
            <a:pPr eaLnBrk="1" hangingPunct="1"/>
            <a:r>
              <a:rPr lang="fr-FR" altLang="fr-FR" sz="1200" smtClean="0"/>
              <a:t>I'm not ashamed to tell the whole world, oh. Without you, I'm nothing at all</a:t>
            </a:r>
          </a:p>
          <a:p>
            <a:pPr eaLnBrk="1" hangingPunct="1"/>
            <a:r>
              <a:rPr lang="fr-FR" altLang="fr-FR" sz="1200" smtClean="0"/>
              <a:t>2-  J’AI BESOIN D’ÊTRE RÉPARÉ PARFOIS JE SUIS TROP DÉPHASÉ</a:t>
            </a:r>
          </a:p>
          <a:p>
            <a:pPr eaLnBrk="1" hangingPunct="1"/>
            <a:r>
              <a:rPr lang="fr-FR" altLang="fr-FR" sz="1200" smtClean="0"/>
              <a:t>That I have strings in need of mending - I'm OUT OF tune in certain parts</a:t>
            </a:r>
          </a:p>
          <a:p>
            <a:pPr eaLnBrk="1" hangingPunct="1"/>
            <a:r>
              <a:rPr lang="fr-FR" altLang="fr-FR" sz="1200" smtClean="0"/>
              <a:t>3-  L’ACCORD DE LA COMPASSION RESTAURE TOUTE MON ÂME</a:t>
            </a:r>
          </a:p>
          <a:p>
            <a:pPr eaLnBrk="1" hangingPunct="1"/>
            <a:r>
              <a:rPr lang="fr-FR" altLang="fr-FR" sz="1200" smtClean="0"/>
              <a:t>so strum, the chords of mercy - restore my soul completely</a:t>
            </a:r>
          </a:p>
          <a:p>
            <a:pPr eaLnBrk="1" hangingPunct="1"/>
            <a:r>
              <a:rPr lang="fr-FR" altLang="fr-FR" sz="1200" smtClean="0"/>
              <a:t>4-  TOUCHE-MOI PAR TON ONCTION ET MON ÊTRE REVIVRA</a:t>
            </a:r>
          </a:p>
          <a:p>
            <a:pPr eaLnBrk="1" hangingPunct="1"/>
            <a:r>
              <a:rPr lang="fr-FR" altLang="fr-FR" sz="1200" smtClean="0"/>
              <a:t>Lay your hand upon me And this instrument will breathe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TU ES LA MUSIQUE DE MON CŒUR, OOOH</a:t>
            </a:r>
          </a:p>
          <a:p>
            <a:pPr eaLnBrk="1" hangingPunct="1"/>
            <a:r>
              <a:rPr lang="fr-FR" altLang="fr-FR" sz="1200" smtClean="0"/>
              <a:t>	Cause you're the music of my heart oooh….</a:t>
            </a:r>
          </a:p>
          <a:p>
            <a:pPr eaLnBrk="1" hangingPunct="1"/>
            <a:r>
              <a:rPr lang="fr-FR" altLang="fr-FR" sz="1200" smtClean="0"/>
              <a:t>     	6-  LA MÉLODIE DE MON ÂME, OOOH</a:t>
            </a:r>
          </a:p>
          <a:p>
            <a:pPr eaLnBrk="1" hangingPunct="1"/>
            <a:r>
              <a:rPr lang="fr-FR" altLang="fr-FR" sz="1200" smtClean="0"/>
              <a:t>	The melody within my soul oooh…</a:t>
            </a:r>
          </a:p>
          <a:p>
            <a:pPr eaLnBrk="1" hangingPunct="1"/>
            <a:r>
              <a:rPr lang="fr-FR" altLang="fr-FR" sz="1200" smtClean="0"/>
              <a:t>	7-  LA CHANSON QUI ESSUIE MES PLEURS, OOOH</a:t>
            </a:r>
          </a:p>
          <a:p>
            <a:pPr eaLnBrk="1" hangingPunct="1"/>
            <a:r>
              <a:rPr lang="fr-FR" altLang="fr-FR" sz="1200" smtClean="0"/>
              <a:t>	the song that holds me in the dark oooh…..</a:t>
            </a:r>
          </a:p>
          <a:p>
            <a:pPr eaLnBrk="1" hangingPunct="1"/>
            <a:r>
              <a:rPr lang="fr-FR" altLang="fr-FR" sz="1200" smtClean="0"/>
              <a:t>     	8-  L’ÉTINCELLE QUI INCENDIE MA FLAMME, OOOH</a:t>
            </a:r>
          </a:p>
          <a:p>
            <a:pPr eaLnBrk="1" hangingPunct="1"/>
            <a:r>
              <a:rPr lang="fr-FR" altLang="fr-FR" sz="1200" smtClean="0"/>
              <a:t>	The fire that warms me when I'm cold oooh….</a:t>
            </a:r>
          </a:p>
          <a:p>
            <a:pPr eaLnBrk="1" hangingPunct="1"/>
            <a:r>
              <a:rPr lang="fr-FR" altLang="fr-FR" sz="1200" smtClean="0"/>
              <a:t>     	9-  LA SYMPHONIE QUI FEND LA CRAINTE, OOOH</a:t>
            </a:r>
          </a:p>
          <a:p>
            <a:pPr eaLnBrk="1" hangingPunct="1"/>
            <a:r>
              <a:rPr lang="fr-FR" altLang="fr-FR" sz="1200" smtClean="0"/>
              <a:t>	The symphony that calms my fear oooh….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  	10-  LES PAROLES QUI ME FONT REPRENDRE, OOOH</a:t>
            </a:r>
          </a:p>
          <a:p>
            <a:pPr eaLnBrk="1" hangingPunct="1"/>
            <a:r>
              <a:rPr lang="fr-FR" altLang="fr-FR" sz="1200" smtClean="0"/>
              <a:t>	The lyric that I long to hear oooh …</a:t>
            </a:r>
          </a:p>
          <a:p>
            <a:pPr eaLnBrk="1" hangingPunct="1"/>
            <a:r>
              <a:rPr lang="fr-FR" altLang="fr-FR" sz="1200" smtClean="0"/>
              <a:t>	11-  LE CHEF-D’ŒUVRE LA PIÈCE DE VALEUR</a:t>
            </a:r>
          </a:p>
          <a:p>
            <a:pPr eaLnBrk="1" hangingPunct="1"/>
            <a:r>
              <a:rPr lang="fr-FR" altLang="fr-FR" sz="1200" smtClean="0"/>
              <a:t>	The masterpiece, the work of art oooh…</a:t>
            </a:r>
          </a:p>
          <a:p>
            <a:pPr eaLnBrk="1" hangingPunct="1"/>
            <a:r>
              <a:rPr lang="fr-FR" altLang="fr-FR" sz="1200" smtClean="0"/>
              <a:t>	12-  QUI EST FINIE AVANT L’HEURE</a:t>
            </a:r>
          </a:p>
          <a:p>
            <a:pPr eaLnBrk="1" hangingPunct="1"/>
            <a:r>
              <a:rPr lang="fr-FR" altLang="fr-FR" sz="1200" smtClean="0"/>
              <a:t>	Complete before I start</a:t>
            </a:r>
          </a:p>
          <a:p>
            <a:pPr eaLnBrk="1" hangingPunct="1"/>
            <a:r>
              <a:rPr lang="fr-FR" altLang="fr-FR" sz="1200" smtClean="0"/>
              <a:t>	13-  LA MUSIQUE DE MON CŒUR</a:t>
            </a:r>
          </a:p>
          <a:p>
            <a:pPr eaLnBrk="1" hangingPunct="1"/>
            <a:r>
              <a:rPr lang="fr-FR" altLang="fr-FR" sz="1200" smtClean="0"/>
              <a:t>	The music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14-  CRÉATEUR DE TOUT CE QUI EST BEAU ÉCRIS UNE MUSIQUE SUR MON CŒUR</a:t>
            </a:r>
          </a:p>
          <a:p>
            <a:pPr eaLnBrk="1" hangingPunct="1"/>
            <a:r>
              <a:rPr lang="fr-FR" altLang="fr-FR" sz="1200" smtClean="0"/>
              <a:t>Creator of all that is lovely, oh - Write a tune upon my heart</a:t>
            </a:r>
          </a:p>
          <a:p>
            <a:pPr eaLnBrk="1" hangingPunct="1"/>
            <a:r>
              <a:rPr lang="fr-FR" altLang="fr-FR" sz="1200" smtClean="0"/>
              <a:t>15-  QUAND ELLE SERA PRÊTE, JOUE-LA</a:t>
            </a:r>
          </a:p>
          <a:p>
            <a:pPr eaLnBrk="1" hangingPunct="1"/>
            <a:r>
              <a:rPr lang="fr-FR" altLang="fr-FR" sz="1200" smtClean="0"/>
              <a:t>And when you finish will you play me</a:t>
            </a:r>
          </a:p>
          <a:p>
            <a:pPr eaLnBrk="1" hangingPunct="1"/>
            <a:r>
              <a:rPr lang="fr-FR" altLang="fr-FR" sz="1200" smtClean="0"/>
              <a:t>16-  QU’ELLE SOIT UN HYMNE EN TON HONNEUR</a:t>
            </a:r>
          </a:p>
          <a:p>
            <a:pPr eaLnBrk="1" hangingPunct="1"/>
            <a:r>
              <a:rPr lang="fr-FR" altLang="fr-FR" sz="1200" smtClean="0"/>
              <a:t>Like a beautiful guitar?</a:t>
            </a:r>
          </a:p>
          <a:p>
            <a:pPr eaLnBrk="1" hangingPunct="1"/>
            <a:r>
              <a:rPr lang="fr-FR" altLang="fr-FR" sz="1200" smtClean="0"/>
              <a:t>17-  L’ACCORD DE LA COMPASSION RESTAURE TOUTE MON ÂME</a:t>
            </a:r>
          </a:p>
          <a:p>
            <a:pPr eaLnBrk="1" hangingPunct="1"/>
            <a:r>
              <a:rPr lang="fr-FR" altLang="fr-FR" sz="1200" smtClean="0"/>
              <a:t>STRUM, the chords of mercy Restore my soul completely</a:t>
            </a:r>
          </a:p>
          <a:p>
            <a:pPr eaLnBrk="1" hangingPunct="1"/>
            <a:r>
              <a:rPr lang="fr-FR" altLang="fr-FR" sz="1200" smtClean="0"/>
              <a:t>18-  TOUCHE-MOI PAR TON ONCTION ET MON ÊTRE REVIVRA</a:t>
            </a:r>
          </a:p>
          <a:p>
            <a:pPr eaLnBrk="1" hangingPunct="1"/>
            <a:r>
              <a:rPr lang="fr-FR" altLang="fr-FR" sz="1200" smtClean="0"/>
              <a:t>breathe life unto me And this instrument will sing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 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 :</a:t>
            </a:r>
          </a:p>
          <a:p>
            <a:pPr eaLnBrk="1" hangingPunct="1"/>
            <a:r>
              <a:rPr lang="fr-FR" altLang="fr-FR" sz="1200" smtClean="0"/>
              <a:t>19-  EUH, EUH, EUH, EUH, EUH DE MON CŒUR  X2</a:t>
            </a:r>
          </a:p>
          <a:p>
            <a:pPr eaLnBrk="1" hangingPunct="1"/>
            <a:r>
              <a:rPr lang="fr-FR" altLang="fr-FR" sz="1200" smtClean="0"/>
              <a:t>Ha-Ha-Ha-Ha-Heart Of my heart</a:t>
            </a:r>
          </a:p>
          <a:p>
            <a:pPr eaLnBrk="1" hangingPunct="1"/>
            <a:r>
              <a:rPr lang="fr-FR" altLang="fr-FR" sz="1200" smtClean="0"/>
              <a:t>20-  CHAQUE BRIN DE TA LUMIÈRE FAIT BRILLER MON UNIVERS</a:t>
            </a:r>
          </a:p>
          <a:p>
            <a:pPr eaLnBrk="1" hangingPunct="1"/>
            <a:r>
              <a:rPr lang="fr-FR" altLang="fr-FR" sz="1200" smtClean="0"/>
              <a:t>every single line's full of love divine write me like a valentine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EUH, EUH, EUH, EUH, EUH DE MON CŒUR  X2</a:t>
            </a:r>
          </a:p>
          <a:p>
            <a:pPr eaLnBrk="1" hangingPunct="1"/>
            <a:r>
              <a:rPr lang="fr-FR" altLang="fr-FR" sz="1200" smtClean="0"/>
              <a:t>      Ha-Ha-Ha-Ha-Heart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N’AI PAS HONTE DE DIRE AU MONDE SANS TOI JE NE SUIS RIEN,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not ashamed to tell the whole world, oh. Without you, I'm nothing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BESOIN D’ÊTRE RÉPARÉ PARFOIS JE SUIS TROP DÉPHASÉ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I have strings in need of mending - I'm OUT OF tune in certain parts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strum, the chords of mercy -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Lay your hand upon me And this instrument will breathe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LA MUSIQUE DE MON CŒUR,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you're the music of my heart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LA MÉLODIE DE MON ÂME,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melody within my soul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LA CHANSON QUI ESSUIE MES PLEURS,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song that holds me in the dark oooh…..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L’ÉTINCELLE QUI INCENDIE MA FLAMME,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fire that warms me when I'm cold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LA SYMPHONIE QUI FEND LA CRAINTE,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symphony that calms my fear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LES PAROLES QUI ME FONT REPRENDRE,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lyric that I long to hear oooh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LE CHEF-D’ŒUVRE LA PIÈCE DE VALEUR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masterpiece, the work of art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QUI EST FINIE AVANT L’HEURE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Complete before I start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LA MUSIQUE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music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CRÉATEUR DE TOUT CE QUI EST BEAU ÉCRIS UNE MUSIQUE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Creator of all that is lovely, oh - Write a tune upon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ELLE SERA PRÊTE, JOUE-LA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you finish will you play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QU’ELLE SOIT UN HYMNE EN TON 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Like a beautiful guitar?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STRUM, the chords of mercy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breathe life unto me And this instrument will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CHAQUE BRIN DE TA LUMIÈRE FAIT BRILLER MON 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single line's full of love divine write me like a valentine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JE N’AI PAS HONTE DE DIRE AU MONDE SANS TOI JE NE SUIS RIEN, RIEN</a:t>
            </a:r>
          </a:p>
          <a:p>
            <a:pPr eaLnBrk="1" hangingPunct="1"/>
            <a:r>
              <a:rPr lang="fr-FR" altLang="fr-FR" sz="1200" smtClean="0"/>
              <a:t>I'm not ashamed to tell the whole world, oh. Without you, I'm nothing at all</a:t>
            </a:r>
          </a:p>
          <a:p>
            <a:pPr eaLnBrk="1" hangingPunct="1"/>
            <a:r>
              <a:rPr lang="fr-FR" altLang="fr-FR" sz="1200" smtClean="0"/>
              <a:t>2-  J’AI BESOIN D’ÊTRE RÉPARÉ PARFOIS JE SUIS TROP DÉPHASÉ</a:t>
            </a:r>
          </a:p>
          <a:p>
            <a:pPr eaLnBrk="1" hangingPunct="1"/>
            <a:r>
              <a:rPr lang="fr-FR" altLang="fr-FR" sz="1200" smtClean="0"/>
              <a:t>That I have strings in need of mending - I'm OUT OF tune in certain parts</a:t>
            </a:r>
          </a:p>
          <a:p>
            <a:pPr eaLnBrk="1" hangingPunct="1"/>
            <a:r>
              <a:rPr lang="fr-FR" altLang="fr-FR" sz="1200" smtClean="0"/>
              <a:t>3-  L’ACCORD DE LA COMPASSION RESTAURE TOUTE MON ÂME</a:t>
            </a:r>
          </a:p>
          <a:p>
            <a:pPr eaLnBrk="1" hangingPunct="1"/>
            <a:r>
              <a:rPr lang="fr-FR" altLang="fr-FR" sz="1200" smtClean="0"/>
              <a:t>so strum, the chords of mercy - restore my soul completely</a:t>
            </a:r>
          </a:p>
          <a:p>
            <a:pPr eaLnBrk="1" hangingPunct="1"/>
            <a:r>
              <a:rPr lang="fr-FR" altLang="fr-FR" sz="1200" smtClean="0"/>
              <a:t>4-  TOUCHE-MOI PAR TON ONCTION ET MON ÊTRE REVIVRA</a:t>
            </a:r>
          </a:p>
          <a:p>
            <a:pPr eaLnBrk="1" hangingPunct="1"/>
            <a:r>
              <a:rPr lang="fr-FR" altLang="fr-FR" sz="1200" smtClean="0"/>
              <a:t>Lay your hand upon me And this instrument will breathe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TU ES LA MUSIQUE DE MON CŒUR, OOOH</a:t>
            </a:r>
          </a:p>
          <a:p>
            <a:pPr eaLnBrk="1" hangingPunct="1"/>
            <a:r>
              <a:rPr lang="fr-FR" altLang="fr-FR" sz="1200" smtClean="0"/>
              <a:t>	Cause you're the music of my heart oooh….</a:t>
            </a:r>
          </a:p>
          <a:p>
            <a:pPr eaLnBrk="1" hangingPunct="1"/>
            <a:r>
              <a:rPr lang="fr-FR" altLang="fr-FR" sz="1200" smtClean="0"/>
              <a:t>     	6-  LA MÉLODIE DE MON ÂME, OOOH</a:t>
            </a:r>
          </a:p>
          <a:p>
            <a:pPr eaLnBrk="1" hangingPunct="1"/>
            <a:r>
              <a:rPr lang="fr-FR" altLang="fr-FR" sz="1200" smtClean="0"/>
              <a:t>	The melody within my soul oooh…</a:t>
            </a:r>
          </a:p>
          <a:p>
            <a:pPr eaLnBrk="1" hangingPunct="1"/>
            <a:r>
              <a:rPr lang="fr-FR" altLang="fr-FR" sz="1200" smtClean="0"/>
              <a:t>	7-  LA CHANSON QUI ESSUIE MES PLEURS, OOOH</a:t>
            </a:r>
          </a:p>
          <a:p>
            <a:pPr eaLnBrk="1" hangingPunct="1"/>
            <a:r>
              <a:rPr lang="fr-FR" altLang="fr-FR" sz="1200" smtClean="0"/>
              <a:t>	the song that holds me in the dark oooh…..</a:t>
            </a:r>
          </a:p>
          <a:p>
            <a:pPr eaLnBrk="1" hangingPunct="1"/>
            <a:r>
              <a:rPr lang="fr-FR" altLang="fr-FR" sz="1200" smtClean="0"/>
              <a:t>     	8-  L’ÉTINCELLE QUI INCENDIE MA FLAMME, OOOH</a:t>
            </a:r>
          </a:p>
          <a:p>
            <a:pPr eaLnBrk="1" hangingPunct="1"/>
            <a:r>
              <a:rPr lang="fr-FR" altLang="fr-FR" sz="1200" smtClean="0"/>
              <a:t>	The fire that warms me when I'm cold oooh….</a:t>
            </a:r>
          </a:p>
          <a:p>
            <a:pPr eaLnBrk="1" hangingPunct="1"/>
            <a:r>
              <a:rPr lang="fr-FR" altLang="fr-FR" sz="1200" smtClean="0"/>
              <a:t>     	9-  LA SYMPHONIE QUI FEND LA CRAINTE, OOOH</a:t>
            </a:r>
          </a:p>
          <a:p>
            <a:pPr eaLnBrk="1" hangingPunct="1"/>
            <a:r>
              <a:rPr lang="fr-FR" altLang="fr-FR" sz="1200" smtClean="0"/>
              <a:t>	The symphony that calms my fear oooh….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  	10-  LES PAROLES QUI ME FONT REPRENDRE, OOOH</a:t>
            </a:r>
          </a:p>
          <a:p>
            <a:pPr eaLnBrk="1" hangingPunct="1"/>
            <a:r>
              <a:rPr lang="fr-FR" altLang="fr-FR" sz="1200" smtClean="0"/>
              <a:t>	The lyric that I long to hear oooh …</a:t>
            </a:r>
          </a:p>
          <a:p>
            <a:pPr eaLnBrk="1" hangingPunct="1"/>
            <a:r>
              <a:rPr lang="fr-FR" altLang="fr-FR" sz="1200" smtClean="0"/>
              <a:t>	11-  LE CHEF-D’ŒUVRE LA PIÈCE DE VALEUR</a:t>
            </a:r>
          </a:p>
          <a:p>
            <a:pPr eaLnBrk="1" hangingPunct="1"/>
            <a:r>
              <a:rPr lang="fr-FR" altLang="fr-FR" sz="1200" smtClean="0"/>
              <a:t>	The masterpiece, the work of art oooh…</a:t>
            </a:r>
          </a:p>
          <a:p>
            <a:pPr eaLnBrk="1" hangingPunct="1"/>
            <a:r>
              <a:rPr lang="fr-FR" altLang="fr-FR" sz="1200" smtClean="0"/>
              <a:t>	12-  QUI EST FINIE AVANT L’HEURE</a:t>
            </a:r>
          </a:p>
          <a:p>
            <a:pPr eaLnBrk="1" hangingPunct="1"/>
            <a:r>
              <a:rPr lang="fr-FR" altLang="fr-FR" sz="1200" smtClean="0"/>
              <a:t>	Complete before I start</a:t>
            </a:r>
          </a:p>
          <a:p>
            <a:pPr eaLnBrk="1" hangingPunct="1"/>
            <a:r>
              <a:rPr lang="fr-FR" altLang="fr-FR" sz="1200" smtClean="0"/>
              <a:t>	13-  LA MUSIQUE DE MON CŒUR</a:t>
            </a:r>
          </a:p>
          <a:p>
            <a:pPr eaLnBrk="1" hangingPunct="1"/>
            <a:r>
              <a:rPr lang="fr-FR" altLang="fr-FR" sz="1200" smtClean="0"/>
              <a:t>	The music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14-  CRÉATEUR DE TOUT CE QUI EST BEAU ÉCRIS UNE MUSIQUE SUR MON CŒUR</a:t>
            </a:r>
          </a:p>
          <a:p>
            <a:pPr eaLnBrk="1" hangingPunct="1"/>
            <a:r>
              <a:rPr lang="fr-FR" altLang="fr-FR" sz="1200" smtClean="0"/>
              <a:t>Creator of all that is lovely, oh - Write a tune upon my heart</a:t>
            </a:r>
          </a:p>
          <a:p>
            <a:pPr eaLnBrk="1" hangingPunct="1"/>
            <a:r>
              <a:rPr lang="fr-FR" altLang="fr-FR" sz="1200" smtClean="0"/>
              <a:t>15-  QUAND ELLE SERA PRÊTE, JOUE-LA</a:t>
            </a:r>
          </a:p>
          <a:p>
            <a:pPr eaLnBrk="1" hangingPunct="1"/>
            <a:r>
              <a:rPr lang="fr-FR" altLang="fr-FR" sz="1200" smtClean="0"/>
              <a:t>And when you finish will you play me</a:t>
            </a:r>
          </a:p>
          <a:p>
            <a:pPr eaLnBrk="1" hangingPunct="1"/>
            <a:r>
              <a:rPr lang="fr-FR" altLang="fr-FR" sz="1200" smtClean="0"/>
              <a:t>16-  QU’ELLE SOIT UN HYMNE EN TON HONNEUR</a:t>
            </a:r>
          </a:p>
          <a:p>
            <a:pPr eaLnBrk="1" hangingPunct="1"/>
            <a:r>
              <a:rPr lang="fr-FR" altLang="fr-FR" sz="1200" smtClean="0"/>
              <a:t>Like a beautiful guitar?</a:t>
            </a:r>
          </a:p>
          <a:p>
            <a:pPr eaLnBrk="1" hangingPunct="1"/>
            <a:r>
              <a:rPr lang="fr-FR" altLang="fr-FR" sz="1200" smtClean="0"/>
              <a:t>17-  L’ACCORD DE LA COMPASSION RESTAURE TOUTE MON ÂME</a:t>
            </a:r>
          </a:p>
          <a:p>
            <a:pPr eaLnBrk="1" hangingPunct="1"/>
            <a:r>
              <a:rPr lang="fr-FR" altLang="fr-FR" sz="1200" smtClean="0"/>
              <a:t>STRUM, the chords of mercy Restore my soul completely</a:t>
            </a:r>
          </a:p>
          <a:p>
            <a:pPr eaLnBrk="1" hangingPunct="1"/>
            <a:r>
              <a:rPr lang="fr-FR" altLang="fr-FR" sz="1200" smtClean="0"/>
              <a:t>18-  TOUCHE-MOI PAR TON ONCTION ET MON ÊTRE REVIVRA</a:t>
            </a:r>
          </a:p>
          <a:p>
            <a:pPr eaLnBrk="1" hangingPunct="1"/>
            <a:r>
              <a:rPr lang="fr-FR" altLang="fr-FR" sz="1200" smtClean="0"/>
              <a:t>breathe life unto me And this instrument will sing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 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 :</a:t>
            </a:r>
          </a:p>
          <a:p>
            <a:pPr eaLnBrk="1" hangingPunct="1"/>
            <a:r>
              <a:rPr lang="fr-FR" altLang="fr-FR" sz="1200" smtClean="0"/>
              <a:t>19-  EUH, EUH, EUH, EUH, EUH DE MON CŒUR  X2</a:t>
            </a:r>
          </a:p>
          <a:p>
            <a:pPr eaLnBrk="1" hangingPunct="1"/>
            <a:r>
              <a:rPr lang="fr-FR" altLang="fr-FR" sz="1200" smtClean="0"/>
              <a:t>Ha-Ha-Ha-Ha-Heart Of my heart</a:t>
            </a:r>
          </a:p>
          <a:p>
            <a:pPr eaLnBrk="1" hangingPunct="1"/>
            <a:r>
              <a:rPr lang="fr-FR" altLang="fr-FR" sz="1200" smtClean="0"/>
              <a:t>20-  CHAQUE BRIN DE TA LUMIÈRE FAIT BRILLER MON UNIVERS</a:t>
            </a:r>
          </a:p>
          <a:p>
            <a:pPr eaLnBrk="1" hangingPunct="1"/>
            <a:r>
              <a:rPr lang="fr-FR" altLang="fr-FR" sz="1200" smtClean="0"/>
              <a:t>every single line's full of love divine write me like a valentine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EUH, EUH, EUH, EUH, EUH DE MON CŒUR  X2</a:t>
            </a:r>
          </a:p>
          <a:p>
            <a:pPr eaLnBrk="1" hangingPunct="1"/>
            <a:r>
              <a:rPr lang="fr-FR" altLang="fr-FR" sz="1200" smtClean="0"/>
              <a:t>      Ha-Ha-Ha-Ha-Heart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N’AI PAS HONTE DE DIRE AU MONDE SANS TOI JE NE SUIS RIEN,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not ashamed to tell the whole world, oh. Without you, I'm nothing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BESOIN D’ÊTRE RÉPARÉ PARFOIS JE SUIS TROP DÉPHASÉ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I have strings in need of mending - I'm OUT OF tune in certain parts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strum, the chords of mercy -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Lay your hand upon me And this instrument will breathe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LA MUSIQUE DE MON CŒUR,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you're the music of my heart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LA MÉLODIE DE MON ÂME,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melody within my soul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LA CHANSON QUI ESSUIE MES PLEURS,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song that holds me in the dark oooh…..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L’ÉTINCELLE QUI INCENDIE MA FLAMME,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fire that warms me when I'm cold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LA SYMPHONIE QUI FEND LA CRAINTE,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symphony that calms my fear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LES PAROLES QUI ME FONT REPRENDRE,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lyric that I long to hear oooh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LE CHEF-D’ŒUVRE LA PIÈCE DE VALEUR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masterpiece, the work of art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QUI EST FINIE AVANT L’HEURE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Complete before I start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LA MUSIQUE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music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CRÉATEUR DE TOUT CE QUI EST BEAU ÉCRIS UNE MUSIQUE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Creator of all that is lovely, oh - Write a tune upon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ELLE SERA PRÊTE, JOUE-LA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you finish will you play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QU’ELLE SOIT UN HYMNE EN TON 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Like a beautiful guitar?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STRUM, the chords of mercy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breathe life unto me And this instrument will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CHAQUE BRIN DE TA LUMIÈRE FAIT BRILLER MON 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single line's full of love divine write me like a valentine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JE N’AI PAS HONTE DE DIRE AU MONDE SANS TOI JE NE SUIS RIEN, RIEN</a:t>
            </a:r>
          </a:p>
          <a:p>
            <a:pPr eaLnBrk="1" hangingPunct="1"/>
            <a:r>
              <a:rPr lang="fr-FR" altLang="fr-FR" sz="1200" smtClean="0"/>
              <a:t>I'm not ashamed to tell the whole world, oh. Without you, I'm nothing at all</a:t>
            </a:r>
          </a:p>
          <a:p>
            <a:pPr eaLnBrk="1" hangingPunct="1"/>
            <a:r>
              <a:rPr lang="fr-FR" altLang="fr-FR" sz="1200" smtClean="0"/>
              <a:t>2-  J’AI BESOIN D’ÊTRE RÉPARÉ PARFOIS JE SUIS TROP DÉPHASÉ</a:t>
            </a:r>
          </a:p>
          <a:p>
            <a:pPr eaLnBrk="1" hangingPunct="1"/>
            <a:r>
              <a:rPr lang="fr-FR" altLang="fr-FR" sz="1200" smtClean="0"/>
              <a:t>That I have strings in need of mending - I'm OUT OF tune in certain parts</a:t>
            </a:r>
          </a:p>
          <a:p>
            <a:pPr eaLnBrk="1" hangingPunct="1"/>
            <a:r>
              <a:rPr lang="fr-FR" altLang="fr-FR" sz="1200" smtClean="0"/>
              <a:t>3-  L’ACCORD DE LA COMPASSION RESTAURE TOUTE MON ÂME</a:t>
            </a:r>
          </a:p>
          <a:p>
            <a:pPr eaLnBrk="1" hangingPunct="1"/>
            <a:r>
              <a:rPr lang="fr-FR" altLang="fr-FR" sz="1200" smtClean="0"/>
              <a:t>so strum, the chords of mercy - restore my soul completely</a:t>
            </a:r>
          </a:p>
          <a:p>
            <a:pPr eaLnBrk="1" hangingPunct="1"/>
            <a:r>
              <a:rPr lang="fr-FR" altLang="fr-FR" sz="1200" smtClean="0"/>
              <a:t>4-  TOUCHE-MOI PAR TON ONCTION ET MON ÊTRE REVIVRA</a:t>
            </a:r>
          </a:p>
          <a:p>
            <a:pPr eaLnBrk="1" hangingPunct="1"/>
            <a:r>
              <a:rPr lang="fr-FR" altLang="fr-FR" sz="1200" smtClean="0"/>
              <a:t>Lay your hand upon me And this instrument will breathe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TU ES LA MUSIQUE DE MON CŒUR, OOOH</a:t>
            </a:r>
          </a:p>
          <a:p>
            <a:pPr eaLnBrk="1" hangingPunct="1"/>
            <a:r>
              <a:rPr lang="fr-FR" altLang="fr-FR" sz="1200" smtClean="0"/>
              <a:t>	Cause you're the music of my heart oooh….</a:t>
            </a:r>
          </a:p>
          <a:p>
            <a:pPr eaLnBrk="1" hangingPunct="1"/>
            <a:r>
              <a:rPr lang="fr-FR" altLang="fr-FR" sz="1200" smtClean="0"/>
              <a:t>     	6-  LA MÉLODIE DE MON ÂME, OOOH</a:t>
            </a:r>
          </a:p>
          <a:p>
            <a:pPr eaLnBrk="1" hangingPunct="1"/>
            <a:r>
              <a:rPr lang="fr-FR" altLang="fr-FR" sz="1200" smtClean="0"/>
              <a:t>	The melody within my soul oooh…</a:t>
            </a:r>
          </a:p>
          <a:p>
            <a:pPr eaLnBrk="1" hangingPunct="1"/>
            <a:r>
              <a:rPr lang="fr-FR" altLang="fr-FR" sz="1200" smtClean="0"/>
              <a:t>	7-  LA CHANSON QUI ESSUIE MES PLEURS, OOOH</a:t>
            </a:r>
          </a:p>
          <a:p>
            <a:pPr eaLnBrk="1" hangingPunct="1"/>
            <a:r>
              <a:rPr lang="fr-FR" altLang="fr-FR" sz="1200" smtClean="0"/>
              <a:t>	the song that holds me in the dark oooh…..</a:t>
            </a:r>
          </a:p>
          <a:p>
            <a:pPr eaLnBrk="1" hangingPunct="1"/>
            <a:r>
              <a:rPr lang="fr-FR" altLang="fr-FR" sz="1200" smtClean="0"/>
              <a:t>     	8-  L’ÉTINCELLE QUI INCENDIE MA FLAMME, OOOH</a:t>
            </a:r>
          </a:p>
          <a:p>
            <a:pPr eaLnBrk="1" hangingPunct="1"/>
            <a:r>
              <a:rPr lang="fr-FR" altLang="fr-FR" sz="1200" smtClean="0"/>
              <a:t>	The fire that warms me when I'm cold oooh….</a:t>
            </a:r>
          </a:p>
          <a:p>
            <a:pPr eaLnBrk="1" hangingPunct="1"/>
            <a:r>
              <a:rPr lang="fr-FR" altLang="fr-FR" sz="1200" smtClean="0"/>
              <a:t>     	9-  LA SYMPHONIE QUI FEND LA CRAINTE, OOOH</a:t>
            </a:r>
          </a:p>
          <a:p>
            <a:pPr eaLnBrk="1" hangingPunct="1"/>
            <a:r>
              <a:rPr lang="fr-FR" altLang="fr-FR" sz="1200" smtClean="0"/>
              <a:t>	The symphony that calms my fear oooh….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  	10-  LES PAROLES QUI ME FONT REPRENDRE, OOOH</a:t>
            </a:r>
          </a:p>
          <a:p>
            <a:pPr eaLnBrk="1" hangingPunct="1"/>
            <a:r>
              <a:rPr lang="fr-FR" altLang="fr-FR" sz="1200" smtClean="0"/>
              <a:t>	The lyric that I long to hear oooh …</a:t>
            </a:r>
          </a:p>
          <a:p>
            <a:pPr eaLnBrk="1" hangingPunct="1"/>
            <a:r>
              <a:rPr lang="fr-FR" altLang="fr-FR" sz="1200" smtClean="0"/>
              <a:t>	11-  LE CHEF-D’ŒUVRE LA PIÈCE DE VALEUR</a:t>
            </a:r>
          </a:p>
          <a:p>
            <a:pPr eaLnBrk="1" hangingPunct="1"/>
            <a:r>
              <a:rPr lang="fr-FR" altLang="fr-FR" sz="1200" smtClean="0"/>
              <a:t>	The masterpiece, the work of art oooh…</a:t>
            </a:r>
          </a:p>
          <a:p>
            <a:pPr eaLnBrk="1" hangingPunct="1"/>
            <a:r>
              <a:rPr lang="fr-FR" altLang="fr-FR" sz="1200" smtClean="0"/>
              <a:t>	12-  QUI EST FINIE AVANT L’HEURE</a:t>
            </a:r>
          </a:p>
          <a:p>
            <a:pPr eaLnBrk="1" hangingPunct="1"/>
            <a:r>
              <a:rPr lang="fr-FR" altLang="fr-FR" sz="1200" smtClean="0"/>
              <a:t>	Complete before I start</a:t>
            </a:r>
          </a:p>
          <a:p>
            <a:pPr eaLnBrk="1" hangingPunct="1"/>
            <a:r>
              <a:rPr lang="fr-FR" altLang="fr-FR" sz="1200" smtClean="0"/>
              <a:t>	13-  LA MUSIQUE DE MON CŒUR</a:t>
            </a:r>
          </a:p>
          <a:p>
            <a:pPr eaLnBrk="1" hangingPunct="1"/>
            <a:r>
              <a:rPr lang="fr-FR" altLang="fr-FR" sz="1200" smtClean="0"/>
              <a:t>	The music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14-  CRÉATEUR DE TOUT CE QUI EST BEAU ÉCRIS UNE MUSIQUE SUR MON CŒUR</a:t>
            </a:r>
          </a:p>
          <a:p>
            <a:pPr eaLnBrk="1" hangingPunct="1"/>
            <a:r>
              <a:rPr lang="fr-FR" altLang="fr-FR" sz="1200" smtClean="0"/>
              <a:t>Creator of all that is lovely, oh - Write a tune upon my heart</a:t>
            </a:r>
          </a:p>
          <a:p>
            <a:pPr eaLnBrk="1" hangingPunct="1"/>
            <a:r>
              <a:rPr lang="fr-FR" altLang="fr-FR" sz="1200" smtClean="0"/>
              <a:t>15-  QUAND ELLE SERA PRÊTE, JOUE-LA</a:t>
            </a:r>
          </a:p>
          <a:p>
            <a:pPr eaLnBrk="1" hangingPunct="1"/>
            <a:r>
              <a:rPr lang="fr-FR" altLang="fr-FR" sz="1200" smtClean="0"/>
              <a:t>And when you finish will you play me</a:t>
            </a:r>
          </a:p>
          <a:p>
            <a:pPr eaLnBrk="1" hangingPunct="1"/>
            <a:r>
              <a:rPr lang="fr-FR" altLang="fr-FR" sz="1200" smtClean="0"/>
              <a:t>16-  QU’ELLE SOIT UN HYMNE EN TON HONNEUR</a:t>
            </a:r>
          </a:p>
          <a:p>
            <a:pPr eaLnBrk="1" hangingPunct="1"/>
            <a:r>
              <a:rPr lang="fr-FR" altLang="fr-FR" sz="1200" smtClean="0"/>
              <a:t>Like a beautiful guitar?</a:t>
            </a:r>
          </a:p>
          <a:p>
            <a:pPr eaLnBrk="1" hangingPunct="1"/>
            <a:r>
              <a:rPr lang="fr-FR" altLang="fr-FR" sz="1200" smtClean="0"/>
              <a:t>17-  L’ACCORD DE LA COMPASSION RESTAURE TOUTE MON ÂME</a:t>
            </a:r>
          </a:p>
          <a:p>
            <a:pPr eaLnBrk="1" hangingPunct="1"/>
            <a:r>
              <a:rPr lang="fr-FR" altLang="fr-FR" sz="1200" smtClean="0"/>
              <a:t>STRUM, the chords of mercy Restore my soul completely</a:t>
            </a:r>
          </a:p>
          <a:p>
            <a:pPr eaLnBrk="1" hangingPunct="1"/>
            <a:r>
              <a:rPr lang="fr-FR" altLang="fr-FR" sz="1200" smtClean="0"/>
              <a:t>18-  TOUCHE-MOI PAR TON ONCTION ET MON ÊTRE REVIVRA</a:t>
            </a:r>
          </a:p>
          <a:p>
            <a:pPr eaLnBrk="1" hangingPunct="1"/>
            <a:r>
              <a:rPr lang="fr-FR" altLang="fr-FR" sz="1200" smtClean="0"/>
              <a:t>breathe life unto me And this instrument will sing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 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 :</a:t>
            </a:r>
          </a:p>
          <a:p>
            <a:pPr eaLnBrk="1" hangingPunct="1"/>
            <a:r>
              <a:rPr lang="fr-FR" altLang="fr-FR" sz="1200" smtClean="0"/>
              <a:t>19-  EUH, EUH, EUH, EUH, EUH DE MON CŒUR  X2</a:t>
            </a:r>
          </a:p>
          <a:p>
            <a:pPr eaLnBrk="1" hangingPunct="1"/>
            <a:r>
              <a:rPr lang="fr-FR" altLang="fr-FR" sz="1200" smtClean="0"/>
              <a:t>Ha-Ha-Ha-Ha-Heart Of my heart</a:t>
            </a:r>
          </a:p>
          <a:p>
            <a:pPr eaLnBrk="1" hangingPunct="1"/>
            <a:r>
              <a:rPr lang="fr-FR" altLang="fr-FR" sz="1200" smtClean="0"/>
              <a:t>20-  CHAQUE BRIN DE TA LUMIÈRE FAIT BRILLER MON UNIVERS</a:t>
            </a:r>
          </a:p>
          <a:p>
            <a:pPr eaLnBrk="1" hangingPunct="1"/>
            <a:r>
              <a:rPr lang="fr-FR" altLang="fr-FR" sz="1200" smtClean="0"/>
              <a:t>every single line's full of love divine write me like a valentine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EUH, EUH, EUH, EUH, EUH DE MON CŒUR  X2</a:t>
            </a:r>
          </a:p>
          <a:p>
            <a:pPr eaLnBrk="1" hangingPunct="1"/>
            <a:r>
              <a:rPr lang="fr-FR" altLang="fr-FR" sz="1200" smtClean="0"/>
              <a:t>      Ha-Ha-Ha-Ha-Heart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N’AI PAS HONTE DE DIRE AU MONDE SANS TOI JE NE SUIS RIEN,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not ashamed to tell the whole world, oh. Without you, I'm nothing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BESOIN D’ÊTRE RÉPARÉ PARFOIS JE SUIS TROP DÉPHASÉ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I have strings in need of mending - I'm OUT OF tune in certain parts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strum, the chords of mercy -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Lay your hand upon me And this instrument will breathe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LA MUSIQUE DE MON CŒUR,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you're the music of my heart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LA MÉLODIE DE MON ÂME,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melody within my soul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LA CHANSON QUI ESSUIE MES PLEURS,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song that holds me in the dark oooh…..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L’ÉTINCELLE QUI INCENDIE MA FLAMME,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fire that warms me when I'm cold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LA SYMPHONIE QUI FEND LA CRAINTE,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symphony that calms my fear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LES PAROLES QUI ME FONT REPRENDRE,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lyric that I long to hear oooh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LE CHEF-D’ŒUVRE LA PIÈCE DE VALEUR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masterpiece, the work of art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QUI EST FINIE AVANT L’HEURE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Complete before I start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LA MUSIQUE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music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CRÉATEUR DE TOUT CE QUI EST BEAU ÉCRIS UNE MUSIQUE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Creator of all that is lovely, oh - Write a tune upon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ELLE SERA PRÊTE, JOUE-LA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you finish will you play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QU’ELLE SOIT UN HYMNE EN TON 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Like a beautiful guitar?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STRUM, the chords of mercy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breathe life unto me And this instrument will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CHAQUE BRIN DE TA LUMIÈRE FAIT BRILLER MON 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single line's full of love divine write me like a valentine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JE N’AI PAS HONTE DE DIRE AU MONDE SANS TOI JE NE SUIS RIEN, RIEN</a:t>
            </a:r>
          </a:p>
          <a:p>
            <a:pPr eaLnBrk="1" hangingPunct="1"/>
            <a:r>
              <a:rPr lang="fr-FR" altLang="fr-FR" sz="1200" smtClean="0"/>
              <a:t>I'm not ashamed to tell the whole world, oh. Without you, I'm nothing at all</a:t>
            </a:r>
          </a:p>
          <a:p>
            <a:pPr eaLnBrk="1" hangingPunct="1"/>
            <a:r>
              <a:rPr lang="fr-FR" altLang="fr-FR" sz="1200" smtClean="0"/>
              <a:t>2-  J’AI BESOIN D’ÊTRE RÉPARÉ PARFOIS JE SUIS TROP DÉPHASÉ</a:t>
            </a:r>
          </a:p>
          <a:p>
            <a:pPr eaLnBrk="1" hangingPunct="1"/>
            <a:r>
              <a:rPr lang="fr-FR" altLang="fr-FR" sz="1200" smtClean="0"/>
              <a:t>That I have strings in need of mending - I'm OUT OF tune in certain parts</a:t>
            </a:r>
          </a:p>
          <a:p>
            <a:pPr eaLnBrk="1" hangingPunct="1"/>
            <a:r>
              <a:rPr lang="fr-FR" altLang="fr-FR" sz="1200" smtClean="0"/>
              <a:t>3-  L’ACCORD DE LA COMPASSION RESTAURE TOUTE MON ÂME</a:t>
            </a:r>
          </a:p>
          <a:p>
            <a:pPr eaLnBrk="1" hangingPunct="1"/>
            <a:r>
              <a:rPr lang="fr-FR" altLang="fr-FR" sz="1200" smtClean="0"/>
              <a:t>so strum, the chords of mercy - restore my soul completely</a:t>
            </a:r>
          </a:p>
          <a:p>
            <a:pPr eaLnBrk="1" hangingPunct="1"/>
            <a:r>
              <a:rPr lang="fr-FR" altLang="fr-FR" sz="1200" smtClean="0"/>
              <a:t>4-  TOUCHE-MOI PAR TON ONCTION ET MON ÊTRE REVIVRA</a:t>
            </a:r>
          </a:p>
          <a:p>
            <a:pPr eaLnBrk="1" hangingPunct="1"/>
            <a:r>
              <a:rPr lang="fr-FR" altLang="fr-FR" sz="1200" smtClean="0"/>
              <a:t>Lay your hand upon me And this instrument will breathe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TU ES LA MUSIQUE DE MON CŒUR, OOOH</a:t>
            </a:r>
          </a:p>
          <a:p>
            <a:pPr eaLnBrk="1" hangingPunct="1"/>
            <a:r>
              <a:rPr lang="fr-FR" altLang="fr-FR" sz="1200" smtClean="0"/>
              <a:t>	Cause you're the music of my heart oooh….</a:t>
            </a:r>
          </a:p>
          <a:p>
            <a:pPr eaLnBrk="1" hangingPunct="1"/>
            <a:r>
              <a:rPr lang="fr-FR" altLang="fr-FR" sz="1200" smtClean="0"/>
              <a:t>     	6-  LA MÉLODIE DE MON ÂME, OOOH</a:t>
            </a:r>
          </a:p>
          <a:p>
            <a:pPr eaLnBrk="1" hangingPunct="1"/>
            <a:r>
              <a:rPr lang="fr-FR" altLang="fr-FR" sz="1200" smtClean="0"/>
              <a:t>	The melody within my soul oooh…</a:t>
            </a:r>
          </a:p>
          <a:p>
            <a:pPr eaLnBrk="1" hangingPunct="1"/>
            <a:r>
              <a:rPr lang="fr-FR" altLang="fr-FR" sz="1200" smtClean="0"/>
              <a:t>	7-  LA CHANSON QUI ESSUIE MES PLEURS, OOOH</a:t>
            </a:r>
          </a:p>
          <a:p>
            <a:pPr eaLnBrk="1" hangingPunct="1"/>
            <a:r>
              <a:rPr lang="fr-FR" altLang="fr-FR" sz="1200" smtClean="0"/>
              <a:t>	the song that holds me in the dark oooh…..</a:t>
            </a:r>
          </a:p>
          <a:p>
            <a:pPr eaLnBrk="1" hangingPunct="1"/>
            <a:r>
              <a:rPr lang="fr-FR" altLang="fr-FR" sz="1200" smtClean="0"/>
              <a:t>     	8-  L’ÉTINCELLE QUI INCENDIE MA FLAMME, OOOH</a:t>
            </a:r>
          </a:p>
          <a:p>
            <a:pPr eaLnBrk="1" hangingPunct="1"/>
            <a:r>
              <a:rPr lang="fr-FR" altLang="fr-FR" sz="1200" smtClean="0"/>
              <a:t>	The fire that warms me when I'm cold oooh….</a:t>
            </a:r>
          </a:p>
          <a:p>
            <a:pPr eaLnBrk="1" hangingPunct="1"/>
            <a:r>
              <a:rPr lang="fr-FR" altLang="fr-FR" sz="1200" smtClean="0"/>
              <a:t>     	9-  LA SYMPHONIE QUI FEND LA CRAINTE, OOOH</a:t>
            </a:r>
          </a:p>
          <a:p>
            <a:pPr eaLnBrk="1" hangingPunct="1"/>
            <a:r>
              <a:rPr lang="fr-FR" altLang="fr-FR" sz="1200" smtClean="0"/>
              <a:t>	The symphony that calms my fear oooh….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  	10-  LES PAROLES QUI ME FONT REPRENDRE, OOOH</a:t>
            </a:r>
          </a:p>
          <a:p>
            <a:pPr eaLnBrk="1" hangingPunct="1"/>
            <a:r>
              <a:rPr lang="fr-FR" altLang="fr-FR" sz="1200" smtClean="0"/>
              <a:t>	The lyric that I long to hear oooh …</a:t>
            </a:r>
          </a:p>
          <a:p>
            <a:pPr eaLnBrk="1" hangingPunct="1"/>
            <a:r>
              <a:rPr lang="fr-FR" altLang="fr-FR" sz="1200" smtClean="0"/>
              <a:t>	11-  LE CHEF-D’ŒUVRE LA PIÈCE DE VALEUR</a:t>
            </a:r>
          </a:p>
          <a:p>
            <a:pPr eaLnBrk="1" hangingPunct="1"/>
            <a:r>
              <a:rPr lang="fr-FR" altLang="fr-FR" sz="1200" smtClean="0"/>
              <a:t>	The masterpiece, the work of art oooh…</a:t>
            </a:r>
          </a:p>
          <a:p>
            <a:pPr eaLnBrk="1" hangingPunct="1"/>
            <a:r>
              <a:rPr lang="fr-FR" altLang="fr-FR" sz="1200" smtClean="0"/>
              <a:t>	12-  QUI EST FINIE AVANT L’HEURE</a:t>
            </a:r>
          </a:p>
          <a:p>
            <a:pPr eaLnBrk="1" hangingPunct="1"/>
            <a:r>
              <a:rPr lang="fr-FR" altLang="fr-FR" sz="1200" smtClean="0"/>
              <a:t>	Complete before I start</a:t>
            </a:r>
          </a:p>
          <a:p>
            <a:pPr eaLnBrk="1" hangingPunct="1"/>
            <a:r>
              <a:rPr lang="fr-FR" altLang="fr-FR" sz="1200" smtClean="0"/>
              <a:t>	13-  LA MUSIQUE DE MON CŒUR</a:t>
            </a:r>
          </a:p>
          <a:p>
            <a:pPr eaLnBrk="1" hangingPunct="1"/>
            <a:r>
              <a:rPr lang="fr-FR" altLang="fr-FR" sz="1200" smtClean="0"/>
              <a:t>	The music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14-  CRÉATEUR DE TOUT CE QUI EST BEAU ÉCRIS UNE MUSIQUE SUR MON CŒUR</a:t>
            </a:r>
          </a:p>
          <a:p>
            <a:pPr eaLnBrk="1" hangingPunct="1"/>
            <a:r>
              <a:rPr lang="fr-FR" altLang="fr-FR" sz="1200" smtClean="0"/>
              <a:t>Creator of all that is lovely, oh - Write a tune upon my heart</a:t>
            </a:r>
          </a:p>
          <a:p>
            <a:pPr eaLnBrk="1" hangingPunct="1"/>
            <a:r>
              <a:rPr lang="fr-FR" altLang="fr-FR" sz="1200" smtClean="0"/>
              <a:t>15-  QUAND ELLE SERA PRÊTE, JOUE-LA</a:t>
            </a:r>
          </a:p>
          <a:p>
            <a:pPr eaLnBrk="1" hangingPunct="1"/>
            <a:r>
              <a:rPr lang="fr-FR" altLang="fr-FR" sz="1200" smtClean="0"/>
              <a:t>And when you finish will you play me</a:t>
            </a:r>
          </a:p>
          <a:p>
            <a:pPr eaLnBrk="1" hangingPunct="1"/>
            <a:r>
              <a:rPr lang="fr-FR" altLang="fr-FR" sz="1200" smtClean="0"/>
              <a:t>16-  QU’ELLE SOIT UN HYMNE EN TON HONNEUR</a:t>
            </a:r>
          </a:p>
          <a:p>
            <a:pPr eaLnBrk="1" hangingPunct="1"/>
            <a:r>
              <a:rPr lang="fr-FR" altLang="fr-FR" sz="1200" smtClean="0"/>
              <a:t>Like a beautiful guitar?</a:t>
            </a:r>
          </a:p>
          <a:p>
            <a:pPr eaLnBrk="1" hangingPunct="1"/>
            <a:r>
              <a:rPr lang="fr-FR" altLang="fr-FR" sz="1200" smtClean="0"/>
              <a:t>17-  L’ACCORD DE LA COMPASSION RESTAURE TOUTE MON ÂME</a:t>
            </a:r>
          </a:p>
          <a:p>
            <a:pPr eaLnBrk="1" hangingPunct="1"/>
            <a:r>
              <a:rPr lang="fr-FR" altLang="fr-FR" sz="1200" smtClean="0"/>
              <a:t>STRUM, the chords of mercy Restore my soul completely</a:t>
            </a:r>
          </a:p>
          <a:p>
            <a:pPr eaLnBrk="1" hangingPunct="1"/>
            <a:r>
              <a:rPr lang="fr-FR" altLang="fr-FR" sz="1200" smtClean="0"/>
              <a:t>18-  TOUCHE-MOI PAR TON ONCTION ET MON ÊTRE REVIVRA</a:t>
            </a:r>
          </a:p>
          <a:p>
            <a:pPr eaLnBrk="1" hangingPunct="1"/>
            <a:r>
              <a:rPr lang="fr-FR" altLang="fr-FR" sz="1200" smtClean="0"/>
              <a:t>breathe life unto me And this instrument will sing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 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 :</a:t>
            </a:r>
          </a:p>
          <a:p>
            <a:pPr eaLnBrk="1" hangingPunct="1"/>
            <a:r>
              <a:rPr lang="fr-FR" altLang="fr-FR" sz="1200" smtClean="0"/>
              <a:t>19-  EUH, EUH, EUH, EUH, EUH DE MON CŒUR  X2</a:t>
            </a:r>
          </a:p>
          <a:p>
            <a:pPr eaLnBrk="1" hangingPunct="1"/>
            <a:r>
              <a:rPr lang="fr-FR" altLang="fr-FR" sz="1200" smtClean="0"/>
              <a:t>Ha-Ha-Ha-Ha-Heart Of my heart</a:t>
            </a:r>
          </a:p>
          <a:p>
            <a:pPr eaLnBrk="1" hangingPunct="1"/>
            <a:r>
              <a:rPr lang="fr-FR" altLang="fr-FR" sz="1200" smtClean="0"/>
              <a:t>20-  CHAQUE BRIN DE TA LUMIÈRE FAIT BRILLER MON UNIVERS</a:t>
            </a:r>
          </a:p>
          <a:p>
            <a:pPr eaLnBrk="1" hangingPunct="1"/>
            <a:r>
              <a:rPr lang="fr-FR" altLang="fr-FR" sz="1200" smtClean="0"/>
              <a:t>every single line's full of love divine write me like a valentine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EUH, EUH, EUH, EUH, EUH DE MON CŒUR  X2</a:t>
            </a:r>
          </a:p>
          <a:p>
            <a:pPr eaLnBrk="1" hangingPunct="1"/>
            <a:r>
              <a:rPr lang="fr-FR" altLang="fr-FR" sz="1200" smtClean="0"/>
              <a:t>      Ha-Ha-Ha-Ha-Heart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N’AI PAS HONTE DE DIRE AU MONDE SANS TOI JE NE SUIS RIEN,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not ashamed to tell the whole world, oh. Without you, I'm nothing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BESOIN D’ÊTRE RÉPARÉ PARFOIS JE SUIS TROP DÉPHASÉ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I have strings in need of mending - I'm OUT OF tune in certain parts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strum, the chords of mercy -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Lay your hand upon me And this instrument will breathe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LA MUSIQUE DE MON CŒUR,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you're the music of my heart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LA MÉLODIE DE MON ÂME,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melody within my soul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LA CHANSON QUI ESSUIE MES PLEURS,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song that holds me in the dark oooh…..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L’ÉTINCELLE QUI INCENDIE MA FLAMME,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fire that warms me when I'm cold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LA SYMPHONIE QUI FEND LA CRAINTE,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symphony that calms my fear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LES PAROLES QUI ME FONT REPRENDRE,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lyric that I long to hear oooh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LE CHEF-D’ŒUVRE LA PIÈCE DE VALEUR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masterpiece, the work of art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QUI EST FINIE AVANT L’HEURE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Complete before I start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LA MUSIQUE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music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CRÉATEUR DE TOUT CE QUI EST BEAU ÉCRIS UNE MUSIQUE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Creator of all that is lovely, oh - Write a tune upon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ELLE SERA PRÊTE, JOUE-LA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you finish will you play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QU’ELLE SOIT UN HYMNE EN TON 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Like a beautiful guitar?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STRUM, the chords of mercy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breathe life unto me And this instrument will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CHAQUE BRIN DE TA LUMIÈRE FAIT BRILLER MON 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single line's full of love divine write me like a valentine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JE N’AI PAS HONTE DE DIRE AU MONDE SANS TOI JE NE SUIS RIEN, RIEN</a:t>
            </a:r>
          </a:p>
          <a:p>
            <a:pPr eaLnBrk="1" hangingPunct="1"/>
            <a:r>
              <a:rPr lang="fr-FR" altLang="fr-FR" sz="1200" smtClean="0"/>
              <a:t>I'm not ashamed to tell the whole world, oh. Without you, I'm nothing at all</a:t>
            </a:r>
          </a:p>
          <a:p>
            <a:pPr eaLnBrk="1" hangingPunct="1"/>
            <a:r>
              <a:rPr lang="fr-FR" altLang="fr-FR" sz="1200" smtClean="0"/>
              <a:t>2-  J’AI BESOIN D’ÊTRE RÉPARÉ PARFOIS JE SUIS TROP DÉPHASÉ</a:t>
            </a:r>
          </a:p>
          <a:p>
            <a:pPr eaLnBrk="1" hangingPunct="1"/>
            <a:r>
              <a:rPr lang="fr-FR" altLang="fr-FR" sz="1200" smtClean="0"/>
              <a:t>That I have strings in need of mending - I'm OUT OF tune in certain parts</a:t>
            </a:r>
          </a:p>
          <a:p>
            <a:pPr eaLnBrk="1" hangingPunct="1"/>
            <a:r>
              <a:rPr lang="fr-FR" altLang="fr-FR" sz="1200" smtClean="0"/>
              <a:t>3-  L’ACCORD DE LA COMPASSION RESTAURE TOUTE MON ÂME</a:t>
            </a:r>
          </a:p>
          <a:p>
            <a:pPr eaLnBrk="1" hangingPunct="1"/>
            <a:r>
              <a:rPr lang="fr-FR" altLang="fr-FR" sz="1200" smtClean="0"/>
              <a:t>so strum, the chords of mercy - restore my soul completely</a:t>
            </a:r>
          </a:p>
          <a:p>
            <a:pPr eaLnBrk="1" hangingPunct="1"/>
            <a:r>
              <a:rPr lang="fr-FR" altLang="fr-FR" sz="1200" smtClean="0"/>
              <a:t>4-  TOUCHE-MOI PAR TON ONCTION ET MON ÊTRE REVIVRA</a:t>
            </a:r>
          </a:p>
          <a:p>
            <a:pPr eaLnBrk="1" hangingPunct="1"/>
            <a:r>
              <a:rPr lang="fr-FR" altLang="fr-FR" sz="1200" smtClean="0"/>
              <a:t>Lay your hand upon me And this instrument will breathe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TU ES LA MUSIQUE DE MON CŒUR, OOOH</a:t>
            </a:r>
          </a:p>
          <a:p>
            <a:pPr eaLnBrk="1" hangingPunct="1"/>
            <a:r>
              <a:rPr lang="fr-FR" altLang="fr-FR" sz="1200" smtClean="0"/>
              <a:t>	Cause you're the music of my heart oooh….</a:t>
            </a:r>
          </a:p>
          <a:p>
            <a:pPr eaLnBrk="1" hangingPunct="1"/>
            <a:r>
              <a:rPr lang="fr-FR" altLang="fr-FR" sz="1200" smtClean="0"/>
              <a:t>     	6-  LA MÉLODIE DE MON ÂME, OOOH</a:t>
            </a:r>
          </a:p>
          <a:p>
            <a:pPr eaLnBrk="1" hangingPunct="1"/>
            <a:r>
              <a:rPr lang="fr-FR" altLang="fr-FR" sz="1200" smtClean="0"/>
              <a:t>	The melody within my soul oooh…</a:t>
            </a:r>
          </a:p>
          <a:p>
            <a:pPr eaLnBrk="1" hangingPunct="1"/>
            <a:r>
              <a:rPr lang="fr-FR" altLang="fr-FR" sz="1200" smtClean="0"/>
              <a:t>	7-  LA CHANSON QUI ESSUIE MES PLEURS, OOOH</a:t>
            </a:r>
          </a:p>
          <a:p>
            <a:pPr eaLnBrk="1" hangingPunct="1"/>
            <a:r>
              <a:rPr lang="fr-FR" altLang="fr-FR" sz="1200" smtClean="0"/>
              <a:t>	the song that holds me in the dark oooh…..</a:t>
            </a:r>
          </a:p>
          <a:p>
            <a:pPr eaLnBrk="1" hangingPunct="1"/>
            <a:r>
              <a:rPr lang="fr-FR" altLang="fr-FR" sz="1200" smtClean="0"/>
              <a:t>     	8-  L’ÉTINCELLE QUI INCENDIE MA FLAMME, OOOH</a:t>
            </a:r>
          </a:p>
          <a:p>
            <a:pPr eaLnBrk="1" hangingPunct="1"/>
            <a:r>
              <a:rPr lang="fr-FR" altLang="fr-FR" sz="1200" smtClean="0"/>
              <a:t>	The fire that warms me when I'm cold oooh….</a:t>
            </a:r>
          </a:p>
          <a:p>
            <a:pPr eaLnBrk="1" hangingPunct="1"/>
            <a:r>
              <a:rPr lang="fr-FR" altLang="fr-FR" sz="1200" smtClean="0"/>
              <a:t>     	9-  LA SYMPHONIE QUI FEND LA CRAINTE, OOOH</a:t>
            </a:r>
          </a:p>
          <a:p>
            <a:pPr eaLnBrk="1" hangingPunct="1"/>
            <a:r>
              <a:rPr lang="fr-FR" altLang="fr-FR" sz="1200" smtClean="0"/>
              <a:t>	The symphony that calms my fear oooh….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  	10-  LES PAROLES QUI ME FONT REPRENDRE, OOOH</a:t>
            </a:r>
          </a:p>
          <a:p>
            <a:pPr eaLnBrk="1" hangingPunct="1"/>
            <a:r>
              <a:rPr lang="fr-FR" altLang="fr-FR" sz="1200" smtClean="0"/>
              <a:t>	The lyric that I long to hear oooh …</a:t>
            </a:r>
          </a:p>
          <a:p>
            <a:pPr eaLnBrk="1" hangingPunct="1"/>
            <a:r>
              <a:rPr lang="fr-FR" altLang="fr-FR" sz="1200" smtClean="0"/>
              <a:t>	11-  LE CHEF-D’ŒUVRE LA PIÈCE DE VALEUR</a:t>
            </a:r>
          </a:p>
          <a:p>
            <a:pPr eaLnBrk="1" hangingPunct="1"/>
            <a:r>
              <a:rPr lang="fr-FR" altLang="fr-FR" sz="1200" smtClean="0"/>
              <a:t>	The masterpiece, the work of art oooh…</a:t>
            </a:r>
          </a:p>
          <a:p>
            <a:pPr eaLnBrk="1" hangingPunct="1"/>
            <a:r>
              <a:rPr lang="fr-FR" altLang="fr-FR" sz="1200" smtClean="0"/>
              <a:t>	12-  QUI EST FINIE AVANT L’HEURE</a:t>
            </a:r>
          </a:p>
          <a:p>
            <a:pPr eaLnBrk="1" hangingPunct="1"/>
            <a:r>
              <a:rPr lang="fr-FR" altLang="fr-FR" sz="1200" smtClean="0"/>
              <a:t>	Complete before I start</a:t>
            </a:r>
          </a:p>
          <a:p>
            <a:pPr eaLnBrk="1" hangingPunct="1"/>
            <a:r>
              <a:rPr lang="fr-FR" altLang="fr-FR" sz="1200" smtClean="0"/>
              <a:t>	13-  LA MUSIQUE DE MON CŒUR</a:t>
            </a:r>
          </a:p>
          <a:p>
            <a:pPr eaLnBrk="1" hangingPunct="1"/>
            <a:r>
              <a:rPr lang="fr-FR" altLang="fr-FR" sz="1200" smtClean="0"/>
              <a:t>	The music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14-  CRÉATEUR DE TOUT CE QUI EST BEAU ÉCRIS UNE MUSIQUE SUR MON CŒUR</a:t>
            </a:r>
          </a:p>
          <a:p>
            <a:pPr eaLnBrk="1" hangingPunct="1"/>
            <a:r>
              <a:rPr lang="fr-FR" altLang="fr-FR" sz="1200" smtClean="0"/>
              <a:t>Creator of all that is lovely, oh - Write a tune upon my heart</a:t>
            </a:r>
          </a:p>
          <a:p>
            <a:pPr eaLnBrk="1" hangingPunct="1"/>
            <a:r>
              <a:rPr lang="fr-FR" altLang="fr-FR" sz="1200" smtClean="0"/>
              <a:t>15-  QUAND ELLE SERA PRÊTE, JOUE-LA</a:t>
            </a:r>
          </a:p>
          <a:p>
            <a:pPr eaLnBrk="1" hangingPunct="1"/>
            <a:r>
              <a:rPr lang="fr-FR" altLang="fr-FR" sz="1200" smtClean="0"/>
              <a:t>And when you finish will you play me</a:t>
            </a:r>
          </a:p>
          <a:p>
            <a:pPr eaLnBrk="1" hangingPunct="1"/>
            <a:r>
              <a:rPr lang="fr-FR" altLang="fr-FR" sz="1200" smtClean="0"/>
              <a:t>16-  QU’ELLE SOIT UN HYMNE EN TON HONNEUR</a:t>
            </a:r>
          </a:p>
          <a:p>
            <a:pPr eaLnBrk="1" hangingPunct="1"/>
            <a:r>
              <a:rPr lang="fr-FR" altLang="fr-FR" sz="1200" smtClean="0"/>
              <a:t>Like a beautiful guitar?</a:t>
            </a:r>
          </a:p>
          <a:p>
            <a:pPr eaLnBrk="1" hangingPunct="1"/>
            <a:r>
              <a:rPr lang="fr-FR" altLang="fr-FR" sz="1200" smtClean="0"/>
              <a:t>17-  L’ACCORD DE LA COMPASSION RESTAURE TOUTE MON ÂME</a:t>
            </a:r>
          </a:p>
          <a:p>
            <a:pPr eaLnBrk="1" hangingPunct="1"/>
            <a:r>
              <a:rPr lang="fr-FR" altLang="fr-FR" sz="1200" smtClean="0"/>
              <a:t>STRUM, the chords of mercy Restore my soul completely</a:t>
            </a:r>
          </a:p>
          <a:p>
            <a:pPr eaLnBrk="1" hangingPunct="1"/>
            <a:r>
              <a:rPr lang="fr-FR" altLang="fr-FR" sz="1200" smtClean="0"/>
              <a:t>18-  TOUCHE-MOI PAR TON ONCTION ET MON ÊTRE REVIVRA</a:t>
            </a:r>
          </a:p>
          <a:p>
            <a:pPr eaLnBrk="1" hangingPunct="1"/>
            <a:r>
              <a:rPr lang="fr-FR" altLang="fr-FR" sz="1200" smtClean="0"/>
              <a:t>breathe life unto me And this instrument will sing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 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 :</a:t>
            </a:r>
          </a:p>
          <a:p>
            <a:pPr eaLnBrk="1" hangingPunct="1"/>
            <a:r>
              <a:rPr lang="fr-FR" altLang="fr-FR" sz="1200" smtClean="0"/>
              <a:t>19-  EUH, EUH, EUH, EUH, EUH DE MON CŒUR  X2</a:t>
            </a:r>
          </a:p>
          <a:p>
            <a:pPr eaLnBrk="1" hangingPunct="1"/>
            <a:r>
              <a:rPr lang="fr-FR" altLang="fr-FR" sz="1200" smtClean="0"/>
              <a:t>Ha-Ha-Ha-Ha-Heart Of my heart</a:t>
            </a:r>
          </a:p>
          <a:p>
            <a:pPr eaLnBrk="1" hangingPunct="1"/>
            <a:r>
              <a:rPr lang="fr-FR" altLang="fr-FR" sz="1200" smtClean="0"/>
              <a:t>20-  CHAQUE BRIN DE TA LUMIÈRE FAIT BRILLER MON UNIVERS</a:t>
            </a:r>
          </a:p>
          <a:p>
            <a:pPr eaLnBrk="1" hangingPunct="1"/>
            <a:r>
              <a:rPr lang="fr-FR" altLang="fr-FR" sz="1200" smtClean="0"/>
              <a:t>every single line's full of love divine write me like a valentine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EUH, EUH, EUH, EUH, EUH DE MON CŒUR  X2</a:t>
            </a:r>
          </a:p>
          <a:p>
            <a:pPr eaLnBrk="1" hangingPunct="1"/>
            <a:r>
              <a:rPr lang="fr-FR" altLang="fr-FR" sz="1200" smtClean="0"/>
              <a:t>      Ha-Ha-Ha-Ha-Heart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N’AI PAS HONTE DE DIRE AU MONDE SANS TOI JE NE SUIS RIEN,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not ashamed to tell the whole world, oh. Without you, I'm nothing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BESOIN D’ÊTRE RÉPARÉ PARFOIS JE SUIS TROP DÉPHASÉ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I have strings in need of mending - I'm OUT OF tune in certain parts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strum, the chords of mercy -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Lay your hand upon me And this instrument will breathe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LA MUSIQUE DE MON CŒUR,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you're the music of my heart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LA MÉLODIE DE MON ÂME,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melody within my soul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LA CHANSON QUI ESSUIE MES PLEURS,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song that holds me in the dark oooh…..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L’ÉTINCELLE QUI INCENDIE MA FLAMME,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fire that warms me when I'm cold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LA SYMPHONIE QUI FEND LA CRAINTE,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symphony that calms my fear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LES PAROLES QUI ME FONT REPRENDRE,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lyric that I long to hear oooh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LE CHEF-D’ŒUVRE LA PIÈCE DE VALEUR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masterpiece, the work of art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QUI EST FINIE AVANT L’HEURE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Complete before I start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LA MUSIQUE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music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CRÉATEUR DE TOUT CE QUI EST BEAU ÉCRIS UNE MUSIQUE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Creator of all that is lovely, oh - Write a tune upon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ELLE SERA PRÊTE, JOUE-LA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you finish will you play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QU’ELLE SOIT UN HYMNE EN TON 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Like a beautiful guitar?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STRUM, the chords of mercy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breathe life unto me And this instrument will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CHAQUE BRIN DE TA LUMIÈRE FAIT BRILLER MON 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single line's full of love divine write me like a valentine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JE N’AI PAS HONTE DE DIRE AU MONDE SANS TOI JE NE SUIS RIEN, RIEN</a:t>
            </a:r>
          </a:p>
          <a:p>
            <a:pPr eaLnBrk="1" hangingPunct="1"/>
            <a:r>
              <a:rPr lang="fr-FR" altLang="fr-FR" sz="1200" smtClean="0"/>
              <a:t>I'm not ashamed to tell the whole world, oh. Without you, I'm nothing at all</a:t>
            </a:r>
          </a:p>
          <a:p>
            <a:pPr eaLnBrk="1" hangingPunct="1"/>
            <a:r>
              <a:rPr lang="fr-FR" altLang="fr-FR" sz="1200" smtClean="0"/>
              <a:t>2-  J’AI BESOIN D’ÊTRE RÉPARÉ PARFOIS JE SUIS TROP DÉPHASÉ</a:t>
            </a:r>
          </a:p>
          <a:p>
            <a:pPr eaLnBrk="1" hangingPunct="1"/>
            <a:r>
              <a:rPr lang="fr-FR" altLang="fr-FR" sz="1200" smtClean="0"/>
              <a:t>That I have strings in need of mending - I'm OUT OF tune in certain parts</a:t>
            </a:r>
          </a:p>
          <a:p>
            <a:pPr eaLnBrk="1" hangingPunct="1"/>
            <a:r>
              <a:rPr lang="fr-FR" altLang="fr-FR" sz="1200" smtClean="0"/>
              <a:t>3-  L’ACCORD DE LA COMPASSION RESTAURE TOUTE MON ÂME</a:t>
            </a:r>
          </a:p>
          <a:p>
            <a:pPr eaLnBrk="1" hangingPunct="1"/>
            <a:r>
              <a:rPr lang="fr-FR" altLang="fr-FR" sz="1200" smtClean="0"/>
              <a:t>so strum, the chords of mercy - restore my soul completely</a:t>
            </a:r>
          </a:p>
          <a:p>
            <a:pPr eaLnBrk="1" hangingPunct="1"/>
            <a:r>
              <a:rPr lang="fr-FR" altLang="fr-FR" sz="1200" smtClean="0"/>
              <a:t>4-  TOUCHE-MOI PAR TON ONCTION ET MON ÊTRE REVIVRA</a:t>
            </a:r>
          </a:p>
          <a:p>
            <a:pPr eaLnBrk="1" hangingPunct="1"/>
            <a:r>
              <a:rPr lang="fr-FR" altLang="fr-FR" sz="1200" smtClean="0"/>
              <a:t>Lay your hand upon me And this instrument will breathe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TU ES LA MUSIQUE DE MON CŒUR, OOOH</a:t>
            </a:r>
          </a:p>
          <a:p>
            <a:pPr eaLnBrk="1" hangingPunct="1"/>
            <a:r>
              <a:rPr lang="fr-FR" altLang="fr-FR" sz="1200" smtClean="0"/>
              <a:t>	Cause you're the music of my heart oooh….</a:t>
            </a:r>
          </a:p>
          <a:p>
            <a:pPr eaLnBrk="1" hangingPunct="1"/>
            <a:r>
              <a:rPr lang="fr-FR" altLang="fr-FR" sz="1200" smtClean="0"/>
              <a:t>     	6-  LA MÉLODIE DE MON ÂME, OOOH</a:t>
            </a:r>
          </a:p>
          <a:p>
            <a:pPr eaLnBrk="1" hangingPunct="1"/>
            <a:r>
              <a:rPr lang="fr-FR" altLang="fr-FR" sz="1200" smtClean="0"/>
              <a:t>	The melody within my soul oooh…</a:t>
            </a:r>
          </a:p>
          <a:p>
            <a:pPr eaLnBrk="1" hangingPunct="1"/>
            <a:r>
              <a:rPr lang="fr-FR" altLang="fr-FR" sz="1200" smtClean="0"/>
              <a:t>	7-  LA CHANSON QUI ESSUIE MES PLEURS, OOOH</a:t>
            </a:r>
          </a:p>
          <a:p>
            <a:pPr eaLnBrk="1" hangingPunct="1"/>
            <a:r>
              <a:rPr lang="fr-FR" altLang="fr-FR" sz="1200" smtClean="0"/>
              <a:t>	the song that holds me in the dark oooh…..</a:t>
            </a:r>
          </a:p>
          <a:p>
            <a:pPr eaLnBrk="1" hangingPunct="1"/>
            <a:r>
              <a:rPr lang="fr-FR" altLang="fr-FR" sz="1200" smtClean="0"/>
              <a:t>     	8-  L’ÉTINCELLE QUI INCENDIE MA FLAMME, OOOH</a:t>
            </a:r>
          </a:p>
          <a:p>
            <a:pPr eaLnBrk="1" hangingPunct="1"/>
            <a:r>
              <a:rPr lang="fr-FR" altLang="fr-FR" sz="1200" smtClean="0"/>
              <a:t>	The fire that warms me when I'm cold oooh….</a:t>
            </a:r>
          </a:p>
          <a:p>
            <a:pPr eaLnBrk="1" hangingPunct="1"/>
            <a:r>
              <a:rPr lang="fr-FR" altLang="fr-FR" sz="1200" smtClean="0"/>
              <a:t>     	9-  LA SYMPHONIE QUI FEND LA CRAINTE, OOOH</a:t>
            </a:r>
          </a:p>
          <a:p>
            <a:pPr eaLnBrk="1" hangingPunct="1"/>
            <a:r>
              <a:rPr lang="fr-FR" altLang="fr-FR" sz="1200" smtClean="0"/>
              <a:t>	The symphony that calms my fear oooh….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  	10-  LES PAROLES QUI ME FONT REPRENDRE, OOOH</a:t>
            </a:r>
          </a:p>
          <a:p>
            <a:pPr eaLnBrk="1" hangingPunct="1"/>
            <a:r>
              <a:rPr lang="fr-FR" altLang="fr-FR" sz="1200" smtClean="0"/>
              <a:t>	The lyric that I long to hear oooh …</a:t>
            </a:r>
          </a:p>
          <a:p>
            <a:pPr eaLnBrk="1" hangingPunct="1"/>
            <a:r>
              <a:rPr lang="fr-FR" altLang="fr-FR" sz="1200" smtClean="0"/>
              <a:t>	11-  LE CHEF-D’ŒUVRE LA PIÈCE DE VALEUR</a:t>
            </a:r>
          </a:p>
          <a:p>
            <a:pPr eaLnBrk="1" hangingPunct="1"/>
            <a:r>
              <a:rPr lang="fr-FR" altLang="fr-FR" sz="1200" smtClean="0"/>
              <a:t>	The masterpiece, the work of art oooh…</a:t>
            </a:r>
          </a:p>
          <a:p>
            <a:pPr eaLnBrk="1" hangingPunct="1"/>
            <a:r>
              <a:rPr lang="fr-FR" altLang="fr-FR" sz="1200" smtClean="0"/>
              <a:t>	12-  QUI EST FINIE AVANT L’HEURE</a:t>
            </a:r>
          </a:p>
          <a:p>
            <a:pPr eaLnBrk="1" hangingPunct="1"/>
            <a:r>
              <a:rPr lang="fr-FR" altLang="fr-FR" sz="1200" smtClean="0"/>
              <a:t>	Complete before I start</a:t>
            </a:r>
          </a:p>
          <a:p>
            <a:pPr eaLnBrk="1" hangingPunct="1"/>
            <a:r>
              <a:rPr lang="fr-FR" altLang="fr-FR" sz="1200" smtClean="0"/>
              <a:t>	13-  LA MUSIQUE DE MON CŒUR</a:t>
            </a:r>
          </a:p>
          <a:p>
            <a:pPr eaLnBrk="1" hangingPunct="1"/>
            <a:r>
              <a:rPr lang="fr-FR" altLang="fr-FR" sz="1200" smtClean="0"/>
              <a:t>	The music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14-  CRÉATEUR DE TOUT CE QUI EST BEAU ÉCRIS UNE MUSIQUE SUR MON CŒUR</a:t>
            </a:r>
          </a:p>
          <a:p>
            <a:pPr eaLnBrk="1" hangingPunct="1"/>
            <a:r>
              <a:rPr lang="fr-FR" altLang="fr-FR" sz="1200" smtClean="0"/>
              <a:t>Creator of all that is lovely, oh - Write a tune upon my heart</a:t>
            </a:r>
          </a:p>
          <a:p>
            <a:pPr eaLnBrk="1" hangingPunct="1"/>
            <a:r>
              <a:rPr lang="fr-FR" altLang="fr-FR" sz="1200" smtClean="0"/>
              <a:t>15-  QUAND ELLE SERA PRÊTE, JOUE-LA</a:t>
            </a:r>
          </a:p>
          <a:p>
            <a:pPr eaLnBrk="1" hangingPunct="1"/>
            <a:r>
              <a:rPr lang="fr-FR" altLang="fr-FR" sz="1200" smtClean="0"/>
              <a:t>And when you finish will you play me</a:t>
            </a:r>
          </a:p>
          <a:p>
            <a:pPr eaLnBrk="1" hangingPunct="1"/>
            <a:r>
              <a:rPr lang="fr-FR" altLang="fr-FR" sz="1200" smtClean="0"/>
              <a:t>16-  QU’ELLE SOIT UN HYMNE EN TON HONNEUR</a:t>
            </a:r>
          </a:p>
          <a:p>
            <a:pPr eaLnBrk="1" hangingPunct="1"/>
            <a:r>
              <a:rPr lang="fr-FR" altLang="fr-FR" sz="1200" smtClean="0"/>
              <a:t>Like a beautiful guitar?</a:t>
            </a:r>
          </a:p>
          <a:p>
            <a:pPr eaLnBrk="1" hangingPunct="1"/>
            <a:r>
              <a:rPr lang="fr-FR" altLang="fr-FR" sz="1200" smtClean="0"/>
              <a:t>17-  L’ACCORD DE LA COMPASSION RESTAURE TOUTE MON ÂME</a:t>
            </a:r>
          </a:p>
          <a:p>
            <a:pPr eaLnBrk="1" hangingPunct="1"/>
            <a:r>
              <a:rPr lang="fr-FR" altLang="fr-FR" sz="1200" smtClean="0"/>
              <a:t>STRUM, the chords of mercy Restore my soul completely</a:t>
            </a:r>
          </a:p>
          <a:p>
            <a:pPr eaLnBrk="1" hangingPunct="1"/>
            <a:r>
              <a:rPr lang="fr-FR" altLang="fr-FR" sz="1200" smtClean="0"/>
              <a:t>18-  TOUCHE-MOI PAR TON ONCTION ET MON ÊTRE REVIVRA</a:t>
            </a:r>
          </a:p>
          <a:p>
            <a:pPr eaLnBrk="1" hangingPunct="1"/>
            <a:r>
              <a:rPr lang="fr-FR" altLang="fr-FR" sz="1200" smtClean="0"/>
              <a:t>breathe life unto me And this instrument will sing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 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 :</a:t>
            </a:r>
          </a:p>
          <a:p>
            <a:pPr eaLnBrk="1" hangingPunct="1"/>
            <a:r>
              <a:rPr lang="fr-FR" altLang="fr-FR" sz="1200" smtClean="0"/>
              <a:t>19-  EUH, EUH, EUH, EUH, EUH DE MON CŒUR  X2</a:t>
            </a:r>
          </a:p>
          <a:p>
            <a:pPr eaLnBrk="1" hangingPunct="1"/>
            <a:r>
              <a:rPr lang="fr-FR" altLang="fr-FR" sz="1200" smtClean="0"/>
              <a:t>Ha-Ha-Ha-Ha-Heart Of my heart</a:t>
            </a:r>
          </a:p>
          <a:p>
            <a:pPr eaLnBrk="1" hangingPunct="1"/>
            <a:r>
              <a:rPr lang="fr-FR" altLang="fr-FR" sz="1200" smtClean="0"/>
              <a:t>20-  CHAQUE BRIN DE TA LUMIÈRE FAIT BRILLER MON UNIVERS</a:t>
            </a:r>
          </a:p>
          <a:p>
            <a:pPr eaLnBrk="1" hangingPunct="1"/>
            <a:r>
              <a:rPr lang="fr-FR" altLang="fr-FR" sz="1200" smtClean="0"/>
              <a:t>every single line's full of love divine write me like a valentine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EUH, EUH, EUH, EUH, EUH DE MON CŒUR  X2</a:t>
            </a:r>
          </a:p>
          <a:p>
            <a:pPr eaLnBrk="1" hangingPunct="1"/>
            <a:r>
              <a:rPr lang="fr-FR" altLang="fr-FR" sz="1200" smtClean="0"/>
              <a:t>      Ha-Ha-Ha-Ha-Heart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N’AI PAS HONTE DE DIRE AU MONDE SANS TOI JE NE SUIS RIEN,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not ashamed to tell the whole world, oh. Without you, I'm nothing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BESOIN D’ÊTRE RÉPARÉ PARFOIS JE SUIS TROP DÉPHASÉ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I have strings in need of mending - I'm OUT OF tune in certain parts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strum, the chords of mercy -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Lay your hand upon me And this instrument will breathe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LA MUSIQUE DE MON CŒUR,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you're the music of my heart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LA MÉLODIE DE MON ÂME,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melody within my soul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LA CHANSON QUI ESSUIE MES PLEURS,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song that holds me in the dark oooh…..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L’ÉTINCELLE QUI INCENDIE MA FLAMME,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fire that warms me when I'm cold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LA SYMPHONIE QUI FEND LA CRAINTE,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symphony that calms my fear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LES PAROLES QUI ME FONT REPRENDRE,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lyric that I long to hear oooh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LE CHEF-D’ŒUVRE LA PIÈCE DE VALEUR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masterpiece, the work of art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QUI EST FINIE AVANT L’HEURE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Complete before I start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LA MUSIQUE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music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CRÉATEUR DE TOUT CE QUI EST BEAU ÉCRIS UNE MUSIQUE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Creator of all that is lovely, oh - Write a tune upon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ELLE SERA PRÊTE, JOUE-LA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you finish will you play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QU’ELLE SOIT UN HYMNE EN TON 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Like a beautiful guitar?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STRUM, the chords of mercy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breathe life unto me And this instrument will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CHAQUE BRIN DE TA LUMIÈRE FAIT BRILLER MON 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single line's full of love divine write me like a valentine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JE N’AI PAS HONTE DE DIRE AU MONDE SANS TOI JE NE SUIS RIEN, RIEN</a:t>
            </a:r>
          </a:p>
          <a:p>
            <a:pPr eaLnBrk="1" hangingPunct="1"/>
            <a:r>
              <a:rPr lang="fr-FR" altLang="fr-FR" sz="1200" smtClean="0"/>
              <a:t>I'm not ashamed to tell the whole world, oh. Without you, I'm nothing at all</a:t>
            </a:r>
          </a:p>
          <a:p>
            <a:pPr eaLnBrk="1" hangingPunct="1"/>
            <a:r>
              <a:rPr lang="fr-FR" altLang="fr-FR" sz="1200" smtClean="0"/>
              <a:t>2-  J’AI BESOIN D’ÊTRE RÉPARÉ PARFOIS JE SUIS TROP DÉPHASÉ</a:t>
            </a:r>
          </a:p>
          <a:p>
            <a:pPr eaLnBrk="1" hangingPunct="1"/>
            <a:r>
              <a:rPr lang="fr-FR" altLang="fr-FR" sz="1200" smtClean="0"/>
              <a:t>That I have strings in need of mending - I'm OUT OF tune in certain parts</a:t>
            </a:r>
          </a:p>
          <a:p>
            <a:pPr eaLnBrk="1" hangingPunct="1"/>
            <a:r>
              <a:rPr lang="fr-FR" altLang="fr-FR" sz="1200" smtClean="0"/>
              <a:t>3-  L’ACCORD DE LA COMPASSION RESTAURE TOUTE MON ÂME</a:t>
            </a:r>
          </a:p>
          <a:p>
            <a:pPr eaLnBrk="1" hangingPunct="1"/>
            <a:r>
              <a:rPr lang="fr-FR" altLang="fr-FR" sz="1200" smtClean="0"/>
              <a:t>so strum, the chords of mercy - restore my soul completely</a:t>
            </a:r>
          </a:p>
          <a:p>
            <a:pPr eaLnBrk="1" hangingPunct="1"/>
            <a:r>
              <a:rPr lang="fr-FR" altLang="fr-FR" sz="1200" smtClean="0"/>
              <a:t>4-  TOUCHE-MOI PAR TON ONCTION ET MON ÊTRE REVIVRA</a:t>
            </a:r>
          </a:p>
          <a:p>
            <a:pPr eaLnBrk="1" hangingPunct="1"/>
            <a:r>
              <a:rPr lang="fr-FR" altLang="fr-FR" sz="1200" smtClean="0"/>
              <a:t>Lay your hand upon me And this instrument will breathe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TU ES LA MUSIQUE DE MON CŒUR, OOOH</a:t>
            </a:r>
          </a:p>
          <a:p>
            <a:pPr eaLnBrk="1" hangingPunct="1"/>
            <a:r>
              <a:rPr lang="fr-FR" altLang="fr-FR" sz="1200" smtClean="0"/>
              <a:t>	Cause you're the music of my heart oooh….</a:t>
            </a:r>
          </a:p>
          <a:p>
            <a:pPr eaLnBrk="1" hangingPunct="1"/>
            <a:r>
              <a:rPr lang="fr-FR" altLang="fr-FR" sz="1200" smtClean="0"/>
              <a:t>     	6-  LA MÉLODIE DE MON ÂME, OOOH</a:t>
            </a:r>
          </a:p>
          <a:p>
            <a:pPr eaLnBrk="1" hangingPunct="1"/>
            <a:r>
              <a:rPr lang="fr-FR" altLang="fr-FR" sz="1200" smtClean="0"/>
              <a:t>	The melody within my soul oooh…</a:t>
            </a:r>
          </a:p>
          <a:p>
            <a:pPr eaLnBrk="1" hangingPunct="1"/>
            <a:r>
              <a:rPr lang="fr-FR" altLang="fr-FR" sz="1200" smtClean="0"/>
              <a:t>	7-  LA CHANSON QUI ESSUIE MES PLEURS, OOOH</a:t>
            </a:r>
          </a:p>
          <a:p>
            <a:pPr eaLnBrk="1" hangingPunct="1"/>
            <a:r>
              <a:rPr lang="fr-FR" altLang="fr-FR" sz="1200" smtClean="0"/>
              <a:t>	the song that holds me in the dark oooh…..</a:t>
            </a:r>
          </a:p>
          <a:p>
            <a:pPr eaLnBrk="1" hangingPunct="1"/>
            <a:r>
              <a:rPr lang="fr-FR" altLang="fr-FR" sz="1200" smtClean="0"/>
              <a:t>     	8-  L’ÉTINCELLE QUI INCENDIE MA FLAMME, OOOH</a:t>
            </a:r>
          </a:p>
          <a:p>
            <a:pPr eaLnBrk="1" hangingPunct="1"/>
            <a:r>
              <a:rPr lang="fr-FR" altLang="fr-FR" sz="1200" smtClean="0"/>
              <a:t>	The fire that warms me when I'm cold oooh….</a:t>
            </a:r>
          </a:p>
          <a:p>
            <a:pPr eaLnBrk="1" hangingPunct="1"/>
            <a:r>
              <a:rPr lang="fr-FR" altLang="fr-FR" sz="1200" smtClean="0"/>
              <a:t>     	9-  LA SYMPHONIE QUI FEND LA CRAINTE, OOOH</a:t>
            </a:r>
          </a:p>
          <a:p>
            <a:pPr eaLnBrk="1" hangingPunct="1"/>
            <a:r>
              <a:rPr lang="fr-FR" altLang="fr-FR" sz="1200" smtClean="0"/>
              <a:t>	The symphony that calms my fear oooh….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  	10-  LES PAROLES QUI ME FONT REPRENDRE, OOOH</a:t>
            </a:r>
          </a:p>
          <a:p>
            <a:pPr eaLnBrk="1" hangingPunct="1"/>
            <a:r>
              <a:rPr lang="fr-FR" altLang="fr-FR" sz="1200" smtClean="0"/>
              <a:t>	The lyric that I long to hear oooh …</a:t>
            </a:r>
          </a:p>
          <a:p>
            <a:pPr eaLnBrk="1" hangingPunct="1"/>
            <a:r>
              <a:rPr lang="fr-FR" altLang="fr-FR" sz="1200" smtClean="0"/>
              <a:t>	11-  LE CHEF-D’ŒUVRE LA PIÈCE DE VALEUR</a:t>
            </a:r>
          </a:p>
          <a:p>
            <a:pPr eaLnBrk="1" hangingPunct="1"/>
            <a:r>
              <a:rPr lang="fr-FR" altLang="fr-FR" sz="1200" smtClean="0"/>
              <a:t>	The masterpiece, the work of art oooh…</a:t>
            </a:r>
          </a:p>
          <a:p>
            <a:pPr eaLnBrk="1" hangingPunct="1"/>
            <a:r>
              <a:rPr lang="fr-FR" altLang="fr-FR" sz="1200" smtClean="0"/>
              <a:t>	12-  QUI EST FINIE AVANT L’HEURE</a:t>
            </a:r>
          </a:p>
          <a:p>
            <a:pPr eaLnBrk="1" hangingPunct="1"/>
            <a:r>
              <a:rPr lang="fr-FR" altLang="fr-FR" sz="1200" smtClean="0"/>
              <a:t>	Complete before I start</a:t>
            </a:r>
          </a:p>
          <a:p>
            <a:pPr eaLnBrk="1" hangingPunct="1"/>
            <a:r>
              <a:rPr lang="fr-FR" altLang="fr-FR" sz="1200" smtClean="0"/>
              <a:t>	13-  LA MUSIQUE DE MON CŒUR</a:t>
            </a:r>
          </a:p>
          <a:p>
            <a:pPr eaLnBrk="1" hangingPunct="1"/>
            <a:r>
              <a:rPr lang="fr-FR" altLang="fr-FR" sz="1200" smtClean="0"/>
              <a:t>	The music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14-  CRÉATEUR DE TOUT CE QUI EST BEAU ÉCRIS UNE MUSIQUE SUR MON CŒUR</a:t>
            </a:r>
          </a:p>
          <a:p>
            <a:pPr eaLnBrk="1" hangingPunct="1"/>
            <a:r>
              <a:rPr lang="fr-FR" altLang="fr-FR" sz="1200" smtClean="0"/>
              <a:t>Creator of all that is lovely, oh - Write a tune upon my heart</a:t>
            </a:r>
          </a:p>
          <a:p>
            <a:pPr eaLnBrk="1" hangingPunct="1"/>
            <a:r>
              <a:rPr lang="fr-FR" altLang="fr-FR" sz="1200" smtClean="0"/>
              <a:t>15-  QUAND ELLE SERA PRÊTE, JOUE-LA</a:t>
            </a:r>
          </a:p>
          <a:p>
            <a:pPr eaLnBrk="1" hangingPunct="1"/>
            <a:r>
              <a:rPr lang="fr-FR" altLang="fr-FR" sz="1200" smtClean="0"/>
              <a:t>And when you finish will you play me</a:t>
            </a:r>
          </a:p>
          <a:p>
            <a:pPr eaLnBrk="1" hangingPunct="1"/>
            <a:r>
              <a:rPr lang="fr-FR" altLang="fr-FR" sz="1200" smtClean="0"/>
              <a:t>16-  QU’ELLE SOIT UN HYMNE EN TON HONNEUR</a:t>
            </a:r>
          </a:p>
          <a:p>
            <a:pPr eaLnBrk="1" hangingPunct="1"/>
            <a:r>
              <a:rPr lang="fr-FR" altLang="fr-FR" sz="1200" smtClean="0"/>
              <a:t>Like a beautiful guitar?</a:t>
            </a:r>
          </a:p>
          <a:p>
            <a:pPr eaLnBrk="1" hangingPunct="1"/>
            <a:r>
              <a:rPr lang="fr-FR" altLang="fr-FR" sz="1200" smtClean="0"/>
              <a:t>17-  L’ACCORD DE LA COMPASSION RESTAURE TOUTE MON ÂME</a:t>
            </a:r>
          </a:p>
          <a:p>
            <a:pPr eaLnBrk="1" hangingPunct="1"/>
            <a:r>
              <a:rPr lang="fr-FR" altLang="fr-FR" sz="1200" smtClean="0"/>
              <a:t>STRUM, the chords of mercy Restore my soul completely</a:t>
            </a:r>
          </a:p>
          <a:p>
            <a:pPr eaLnBrk="1" hangingPunct="1"/>
            <a:r>
              <a:rPr lang="fr-FR" altLang="fr-FR" sz="1200" smtClean="0"/>
              <a:t>18-  TOUCHE-MOI PAR TON ONCTION ET MON ÊTRE REVIVRA</a:t>
            </a:r>
          </a:p>
          <a:p>
            <a:pPr eaLnBrk="1" hangingPunct="1"/>
            <a:r>
              <a:rPr lang="fr-FR" altLang="fr-FR" sz="1200" smtClean="0"/>
              <a:t>breathe life unto me And this instrument will sing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 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 :</a:t>
            </a:r>
          </a:p>
          <a:p>
            <a:pPr eaLnBrk="1" hangingPunct="1"/>
            <a:r>
              <a:rPr lang="fr-FR" altLang="fr-FR" sz="1200" smtClean="0"/>
              <a:t>19-  EUH, EUH, EUH, EUH, EUH DE MON CŒUR  X2</a:t>
            </a:r>
          </a:p>
          <a:p>
            <a:pPr eaLnBrk="1" hangingPunct="1"/>
            <a:r>
              <a:rPr lang="fr-FR" altLang="fr-FR" sz="1200" smtClean="0"/>
              <a:t>Ha-Ha-Ha-Ha-Heart Of my heart</a:t>
            </a:r>
          </a:p>
          <a:p>
            <a:pPr eaLnBrk="1" hangingPunct="1"/>
            <a:r>
              <a:rPr lang="fr-FR" altLang="fr-FR" sz="1200" smtClean="0"/>
              <a:t>20-  CHAQUE BRIN DE TA LUMIÈRE FAIT BRILLER MON UNIVERS</a:t>
            </a:r>
          </a:p>
          <a:p>
            <a:pPr eaLnBrk="1" hangingPunct="1"/>
            <a:r>
              <a:rPr lang="fr-FR" altLang="fr-FR" sz="1200" smtClean="0"/>
              <a:t>every single line's full of love divine write me like a valentine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EUH, EUH, EUH, EUH, EUH DE MON CŒUR  X2</a:t>
            </a:r>
          </a:p>
          <a:p>
            <a:pPr eaLnBrk="1" hangingPunct="1"/>
            <a:r>
              <a:rPr lang="fr-FR" altLang="fr-FR" sz="1200" smtClean="0"/>
              <a:t>      Ha-Ha-Ha-Ha-Heart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N’AI PAS HONTE DE DIRE AU MONDE SANS TOI JE NE SUIS RIEN,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not ashamed to tell the whole world, oh. Without you, I'm nothing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BESOIN D’ÊTRE RÉPARÉ PARFOIS JE SUIS TROP DÉPHASÉ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I have strings in need of mending - I'm OUT OF tune in certain parts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strum, the chords of mercy -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Lay your hand upon me And this instrument will breathe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LA MUSIQUE DE MON CŒUR,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you're the music of my heart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LA MÉLODIE DE MON ÂME,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melody within my soul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LA CHANSON QUI ESSUIE MES PLEURS,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song that holds me in the dark oooh…..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L’ÉTINCELLE QUI INCENDIE MA FLAMME,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fire that warms me when I'm cold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LA SYMPHONIE QUI FEND LA CRAINTE,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symphony that calms my fear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LES PAROLES QUI ME FONT REPRENDRE,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lyric that I long to hear oooh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LE CHEF-D’ŒUVRE LA PIÈCE DE VALEUR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masterpiece, the work of art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QUI EST FINIE AVANT L’HEURE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Complete before I start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LA MUSIQUE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music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CRÉATEUR DE TOUT CE QUI EST BEAU ÉCRIS UNE MUSIQUE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Creator of all that is lovely, oh - Write a tune upon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ELLE SERA PRÊTE, JOUE-LA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you finish will you play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QU’ELLE SOIT UN HYMNE EN TON 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Like a beautiful guitar?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STRUM, the chords of mercy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breathe life unto me And this instrument will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CHAQUE BRIN DE TA LUMIÈRE FAIT BRILLER MON 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single line's full of love divine write me like a valentine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JE N’AI PAS HONTE DE DIRE AU MONDE SANS TOI JE NE SUIS RIEN, RIEN</a:t>
            </a:r>
          </a:p>
          <a:p>
            <a:pPr eaLnBrk="1" hangingPunct="1"/>
            <a:r>
              <a:rPr lang="fr-FR" altLang="fr-FR" sz="1200" smtClean="0"/>
              <a:t>I'm not ashamed to tell the whole world, oh. Without you, I'm nothing at all</a:t>
            </a:r>
          </a:p>
          <a:p>
            <a:pPr eaLnBrk="1" hangingPunct="1"/>
            <a:r>
              <a:rPr lang="fr-FR" altLang="fr-FR" sz="1200" smtClean="0"/>
              <a:t>2-  J’AI BESOIN D’ÊTRE RÉPARÉ PARFOIS JE SUIS TROP DÉPHASÉ</a:t>
            </a:r>
          </a:p>
          <a:p>
            <a:pPr eaLnBrk="1" hangingPunct="1"/>
            <a:r>
              <a:rPr lang="fr-FR" altLang="fr-FR" sz="1200" smtClean="0"/>
              <a:t>That I have strings in need of mending - I'm OUT OF tune in certain parts</a:t>
            </a:r>
          </a:p>
          <a:p>
            <a:pPr eaLnBrk="1" hangingPunct="1"/>
            <a:r>
              <a:rPr lang="fr-FR" altLang="fr-FR" sz="1200" smtClean="0"/>
              <a:t>3-  L’ACCORD DE LA COMPASSION RESTAURE TOUTE MON ÂME</a:t>
            </a:r>
          </a:p>
          <a:p>
            <a:pPr eaLnBrk="1" hangingPunct="1"/>
            <a:r>
              <a:rPr lang="fr-FR" altLang="fr-FR" sz="1200" smtClean="0"/>
              <a:t>so strum, the chords of mercy - restore my soul completely</a:t>
            </a:r>
          </a:p>
          <a:p>
            <a:pPr eaLnBrk="1" hangingPunct="1"/>
            <a:r>
              <a:rPr lang="fr-FR" altLang="fr-FR" sz="1200" smtClean="0"/>
              <a:t>4-  TOUCHE-MOI PAR TON ONCTION ET MON ÊTRE REVIVRA</a:t>
            </a:r>
          </a:p>
          <a:p>
            <a:pPr eaLnBrk="1" hangingPunct="1"/>
            <a:r>
              <a:rPr lang="fr-FR" altLang="fr-FR" sz="1200" smtClean="0"/>
              <a:t>Lay your hand upon me And this instrument will breathe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TU ES LA MUSIQUE DE MON CŒUR, OOOH</a:t>
            </a:r>
          </a:p>
          <a:p>
            <a:pPr eaLnBrk="1" hangingPunct="1"/>
            <a:r>
              <a:rPr lang="fr-FR" altLang="fr-FR" sz="1200" smtClean="0"/>
              <a:t>	Cause you're the music of my heart oooh….</a:t>
            </a:r>
          </a:p>
          <a:p>
            <a:pPr eaLnBrk="1" hangingPunct="1"/>
            <a:r>
              <a:rPr lang="fr-FR" altLang="fr-FR" sz="1200" smtClean="0"/>
              <a:t>     	6-  LA MÉLODIE DE MON ÂME, OOOH</a:t>
            </a:r>
          </a:p>
          <a:p>
            <a:pPr eaLnBrk="1" hangingPunct="1"/>
            <a:r>
              <a:rPr lang="fr-FR" altLang="fr-FR" sz="1200" smtClean="0"/>
              <a:t>	The melody within my soul oooh…</a:t>
            </a:r>
          </a:p>
          <a:p>
            <a:pPr eaLnBrk="1" hangingPunct="1"/>
            <a:r>
              <a:rPr lang="fr-FR" altLang="fr-FR" sz="1200" smtClean="0"/>
              <a:t>	7-  LA CHANSON QUI ESSUIE MES PLEURS, OOOH</a:t>
            </a:r>
          </a:p>
          <a:p>
            <a:pPr eaLnBrk="1" hangingPunct="1"/>
            <a:r>
              <a:rPr lang="fr-FR" altLang="fr-FR" sz="1200" smtClean="0"/>
              <a:t>	the song that holds me in the dark oooh…..</a:t>
            </a:r>
          </a:p>
          <a:p>
            <a:pPr eaLnBrk="1" hangingPunct="1"/>
            <a:r>
              <a:rPr lang="fr-FR" altLang="fr-FR" sz="1200" smtClean="0"/>
              <a:t>     	8-  L’ÉTINCELLE QUI INCENDIE MA FLAMME, OOOH</a:t>
            </a:r>
          </a:p>
          <a:p>
            <a:pPr eaLnBrk="1" hangingPunct="1"/>
            <a:r>
              <a:rPr lang="fr-FR" altLang="fr-FR" sz="1200" smtClean="0"/>
              <a:t>	The fire that warms me when I'm cold oooh….</a:t>
            </a:r>
          </a:p>
          <a:p>
            <a:pPr eaLnBrk="1" hangingPunct="1"/>
            <a:r>
              <a:rPr lang="fr-FR" altLang="fr-FR" sz="1200" smtClean="0"/>
              <a:t>     	9-  LA SYMPHONIE QUI FEND LA CRAINTE, OOOH</a:t>
            </a:r>
          </a:p>
          <a:p>
            <a:pPr eaLnBrk="1" hangingPunct="1"/>
            <a:r>
              <a:rPr lang="fr-FR" altLang="fr-FR" sz="1200" smtClean="0"/>
              <a:t>	The symphony that calms my fear oooh….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  	10-  LES PAROLES QUI ME FONT REPRENDRE, OOOH</a:t>
            </a:r>
          </a:p>
          <a:p>
            <a:pPr eaLnBrk="1" hangingPunct="1"/>
            <a:r>
              <a:rPr lang="fr-FR" altLang="fr-FR" sz="1200" smtClean="0"/>
              <a:t>	The lyric that I long to hear oooh …</a:t>
            </a:r>
          </a:p>
          <a:p>
            <a:pPr eaLnBrk="1" hangingPunct="1"/>
            <a:r>
              <a:rPr lang="fr-FR" altLang="fr-FR" sz="1200" smtClean="0"/>
              <a:t>	11-  LE CHEF-D’ŒUVRE LA PIÈCE DE VALEUR</a:t>
            </a:r>
          </a:p>
          <a:p>
            <a:pPr eaLnBrk="1" hangingPunct="1"/>
            <a:r>
              <a:rPr lang="fr-FR" altLang="fr-FR" sz="1200" smtClean="0"/>
              <a:t>	The masterpiece, the work of art oooh…</a:t>
            </a:r>
          </a:p>
          <a:p>
            <a:pPr eaLnBrk="1" hangingPunct="1"/>
            <a:r>
              <a:rPr lang="fr-FR" altLang="fr-FR" sz="1200" smtClean="0"/>
              <a:t>	12-  QUI EST FINIE AVANT L’HEURE</a:t>
            </a:r>
          </a:p>
          <a:p>
            <a:pPr eaLnBrk="1" hangingPunct="1"/>
            <a:r>
              <a:rPr lang="fr-FR" altLang="fr-FR" sz="1200" smtClean="0"/>
              <a:t>	Complete before I start</a:t>
            </a:r>
          </a:p>
          <a:p>
            <a:pPr eaLnBrk="1" hangingPunct="1"/>
            <a:r>
              <a:rPr lang="fr-FR" altLang="fr-FR" sz="1200" smtClean="0"/>
              <a:t>	13-  LA MUSIQUE DE MON CŒUR</a:t>
            </a:r>
          </a:p>
          <a:p>
            <a:pPr eaLnBrk="1" hangingPunct="1"/>
            <a:r>
              <a:rPr lang="fr-FR" altLang="fr-FR" sz="1200" smtClean="0"/>
              <a:t>	The music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14-  CRÉATEUR DE TOUT CE QUI EST BEAU ÉCRIS UNE MUSIQUE SUR MON CŒUR</a:t>
            </a:r>
          </a:p>
          <a:p>
            <a:pPr eaLnBrk="1" hangingPunct="1"/>
            <a:r>
              <a:rPr lang="fr-FR" altLang="fr-FR" sz="1200" smtClean="0"/>
              <a:t>Creator of all that is lovely, oh - Write a tune upon my heart</a:t>
            </a:r>
          </a:p>
          <a:p>
            <a:pPr eaLnBrk="1" hangingPunct="1"/>
            <a:r>
              <a:rPr lang="fr-FR" altLang="fr-FR" sz="1200" smtClean="0"/>
              <a:t>15-  QUAND ELLE SERA PRÊTE, JOUE-LA</a:t>
            </a:r>
          </a:p>
          <a:p>
            <a:pPr eaLnBrk="1" hangingPunct="1"/>
            <a:r>
              <a:rPr lang="fr-FR" altLang="fr-FR" sz="1200" smtClean="0"/>
              <a:t>And when you finish will you play me</a:t>
            </a:r>
          </a:p>
          <a:p>
            <a:pPr eaLnBrk="1" hangingPunct="1"/>
            <a:r>
              <a:rPr lang="fr-FR" altLang="fr-FR" sz="1200" smtClean="0"/>
              <a:t>16-  QU’ELLE SOIT UN HYMNE EN TON HONNEUR</a:t>
            </a:r>
          </a:p>
          <a:p>
            <a:pPr eaLnBrk="1" hangingPunct="1"/>
            <a:r>
              <a:rPr lang="fr-FR" altLang="fr-FR" sz="1200" smtClean="0"/>
              <a:t>Like a beautiful guitar?</a:t>
            </a:r>
          </a:p>
          <a:p>
            <a:pPr eaLnBrk="1" hangingPunct="1"/>
            <a:r>
              <a:rPr lang="fr-FR" altLang="fr-FR" sz="1200" smtClean="0"/>
              <a:t>17-  L’ACCORD DE LA COMPASSION RESTAURE TOUTE MON ÂME</a:t>
            </a:r>
          </a:p>
          <a:p>
            <a:pPr eaLnBrk="1" hangingPunct="1"/>
            <a:r>
              <a:rPr lang="fr-FR" altLang="fr-FR" sz="1200" smtClean="0"/>
              <a:t>STRUM, the chords of mercy Restore my soul completely</a:t>
            </a:r>
          </a:p>
          <a:p>
            <a:pPr eaLnBrk="1" hangingPunct="1"/>
            <a:r>
              <a:rPr lang="fr-FR" altLang="fr-FR" sz="1200" smtClean="0"/>
              <a:t>18-  TOUCHE-MOI PAR TON ONCTION ET MON ÊTRE REVIVRA</a:t>
            </a:r>
          </a:p>
          <a:p>
            <a:pPr eaLnBrk="1" hangingPunct="1"/>
            <a:r>
              <a:rPr lang="fr-FR" altLang="fr-FR" sz="1200" smtClean="0"/>
              <a:t>breathe life unto me And this instrument will sing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 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 :</a:t>
            </a:r>
          </a:p>
          <a:p>
            <a:pPr eaLnBrk="1" hangingPunct="1"/>
            <a:r>
              <a:rPr lang="fr-FR" altLang="fr-FR" sz="1200" smtClean="0"/>
              <a:t>19-  EUH, EUH, EUH, EUH, EUH DE MON CŒUR  X2</a:t>
            </a:r>
          </a:p>
          <a:p>
            <a:pPr eaLnBrk="1" hangingPunct="1"/>
            <a:r>
              <a:rPr lang="fr-FR" altLang="fr-FR" sz="1200" smtClean="0"/>
              <a:t>Ha-Ha-Ha-Ha-Heart Of my heart</a:t>
            </a:r>
          </a:p>
          <a:p>
            <a:pPr eaLnBrk="1" hangingPunct="1"/>
            <a:r>
              <a:rPr lang="fr-FR" altLang="fr-FR" sz="1200" smtClean="0"/>
              <a:t>20-  CHAQUE BRIN DE TA LUMIÈRE FAIT BRILLER MON UNIVERS</a:t>
            </a:r>
          </a:p>
          <a:p>
            <a:pPr eaLnBrk="1" hangingPunct="1"/>
            <a:r>
              <a:rPr lang="fr-FR" altLang="fr-FR" sz="1200" smtClean="0"/>
              <a:t>every single line's full of love divine write me like a valentine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EUH, EUH, EUH, EUH, EUH DE MON CŒUR  X2</a:t>
            </a:r>
          </a:p>
          <a:p>
            <a:pPr eaLnBrk="1" hangingPunct="1"/>
            <a:r>
              <a:rPr lang="fr-FR" altLang="fr-FR" sz="1200" smtClean="0"/>
              <a:t>      Ha-Ha-Ha-Ha-Heart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N’AI PAS HONTE DE DIRE AU MONDE SANS TOI JE NE SUIS RIEN,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not ashamed to tell the whole world, oh. Without you, I'm nothing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BESOIN D’ÊTRE RÉPARÉ PARFOIS JE SUIS TROP DÉPHASÉ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I have strings in need of mending - I'm OUT OF tune in certain parts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strum, the chords of mercy -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Lay your hand upon me And this instrument will breathe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LA MUSIQUE DE MON CŒUR,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you're the music of my heart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LA MÉLODIE DE MON ÂME,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melody within my soul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LA CHANSON QUI ESSUIE MES PLEURS,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song that holds me in the dark oooh…..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L’ÉTINCELLE QUI INCENDIE MA FLAMME,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fire that warms me when I'm cold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LA SYMPHONIE QUI FEND LA CRAINTE,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symphony that calms my fear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LES PAROLES QUI ME FONT REPRENDRE,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lyric that I long to hear oooh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LE CHEF-D’ŒUVRE LA PIÈCE DE VALEUR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masterpiece, the work of art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QUI EST FINIE AVANT L’HEURE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Complete before I start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LA MUSIQUE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music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CRÉATEUR DE TOUT CE QUI EST BEAU ÉCRIS UNE MUSIQUE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Creator of all that is lovely, oh - Write a tune upon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ELLE SERA PRÊTE, JOUE-LA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you finish will you play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QU’ELLE SOIT UN HYMNE EN TON 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Like a beautiful guitar?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STRUM, the chords of mercy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breathe life unto me And this instrument will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CHAQUE BRIN DE TA LUMIÈRE FAIT BRILLER MON 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single line's full of love divine write me like a valentine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JE N’AI PAS HONTE DE DIRE AU MONDE SANS TOI JE NE SUIS RIEN, RIEN</a:t>
            </a:r>
          </a:p>
          <a:p>
            <a:pPr eaLnBrk="1" hangingPunct="1"/>
            <a:r>
              <a:rPr lang="fr-FR" altLang="fr-FR" sz="1200" smtClean="0"/>
              <a:t>I'm not ashamed to tell the whole world, oh. Without you, I'm nothing at all</a:t>
            </a:r>
          </a:p>
          <a:p>
            <a:pPr eaLnBrk="1" hangingPunct="1"/>
            <a:r>
              <a:rPr lang="fr-FR" altLang="fr-FR" sz="1200" smtClean="0"/>
              <a:t>2-  J’AI BESOIN D’ÊTRE RÉPARÉ PARFOIS JE SUIS TROP DÉPHASÉ</a:t>
            </a:r>
          </a:p>
          <a:p>
            <a:pPr eaLnBrk="1" hangingPunct="1"/>
            <a:r>
              <a:rPr lang="fr-FR" altLang="fr-FR" sz="1200" smtClean="0"/>
              <a:t>That I have strings in need of mending - I'm OUT OF tune in certain parts</a:t>
            </a:r>
          </a:p>
          <a:p>
            <a:pPr eaLnBrk="1" hangingPunct="1"/>
            <a:r>
              <a:rPr lang="fr-FR" altLang="fr-FR" sz="1200" smtClean="0"/>
              <a:t>3-  L’ACCORD DE LA COMPASSION RESTAURE TOUTE MON ÂME</a:t>
            </a:r>
          </a:p>
          <a:p>
            <a:pPr eaLnBrk="1" hangingPunct="1"/>
            <a:r>
              <a:rPr lang="fr-FR" altLang="fr-FR" sz="1200" smtClean="0"/>
              <a:t>so strum, the chords of mercy - restore my soul completely</a:t>
            </a:r>
          </a:p>
          <a:p>
            <a:pPr eaLnBrk="1" hangingPunct="1"/>
            <a:r>
              <a:rPr lang="fr-FR" altLang="fr-FR" sz="1200" smtClean="0"/>
              <a:t>4-  TOUCHE-MOI PAR TON ONCTION ET MON ÊTRE REVIVRA</a:t>
            </a:r>
          </a:p>
          <a:p>
            <a:pPr eaLnBrk="1" hangingPunct="1"/>
            <a:r>
              <a:rPr lang="fr-FR" altLang="fr-FR" sz="1200" smtClean="0"/>
              <a:t>Lay your hand upon me And this instrument will breathe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TU ES LA MUSIQUE DE MON CŒUR, OOOH</a:t>
            </a:r>
          </a:p>
          <a:p>
            <a:pPr eaLnBrk="1" hangingPunct="1"/>
            <a:r>
              <a:rPr lang="fr-FR" altLang="fr-FR" sz="1200" smtClean="0"/>
              <a:t>	Cause you're the music of my heart oooh….</a:t>
            </a:r>
          </a:p>
          <a:p>
            <a:pPr eaLnBrk="1" hangingPunct="1"/>
            <a:r>
              <a:rPr lang="fr-FR" altLang="fr-FR" sz="1200" smtClean="0"/>
              <a:t>     	6-  LA MÉLODIE DE MON ÂME, OOOH</a:t>
            </a:r>
          </a:p>
          <a:p>
            <a:pPr eaLnBrk="1" hangingPunct="1"/>
            <a:r>
              <a:rPr lang="fr-FR" altLang="fr-FR" sz="1200" smtClean="0"/>
              <a:t>	The melody within my soul oooh…</a:t>
            </a:r>
          </a:p>
          <a:p>
            <a:pPr eaLnBrk="1" hangingPunct="1"/>
            <a:r>
              <a:rPr lang="fr-FR" altLang="fr-FR" sz="1200" smtClean="0"/>
              <a:t>	7-  LA CHANSON QUI ESSUIE MES PLEURS, OOOH</a:t>
            </a:r>
          </a:p>
          <a:p>
            <a:pPr eaLnBrk="1" hangingPunct="1"/>
            <a:r>
              <a:rPr lang="fr-FR" altLang="fr-FR" sz="1200" smtClean="0"/>
              <a:t>	the song that holds me in the dark oooh…..</a:t>
            </a:r>
          </a:p>
          <a:p>
            <a:pPr eaLnBrk="1" hangingPunct="1"/>
            <a:r>
              <a:rPr lang="fr-FR" altLang="fr-FR" sz="1200" smtClean="0"/>
              <a:t>     	8-  L’ÉTINCELLE QUI INCENDIE MA FLAMME, OOOH</a:t>
            </a:r>
          </a:p>
          <a:p>
            <a:pPr eaLnBrk="1" hangingPunct="1"/>
            <a:r>
              <a:rPr lang="fr-FR" altLang="fr-FR" sz="1200" smtClean="0"/>
              <a:t>	The fire that warms me when I'm cold oooh….</a:t>
            </a:r>
          </a:p>
          <a:p>
            <a:pPr eaLnBrk="1" hangingPunct="1"/>
            <a:r>
              <a:rPr lang="fr-FR" altLang="fr-FR" sz="1200" smtClean="0"/>
              <a:t>     	9-  LA SYMPHONIE QUI FEND LA CRAINTE, OOOH</a:t>
            </a:r>
          </a:p>
          <a:p>
            <a:pPr eaLnBrk="1" hangingPunct="1"/>
            <a:r>
              <a:rPr lang="fr-FR" altLang="fr-FR" sz="1200" smtClean="0"/>
              <a:t>	The symphony that calms my fear oooh….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  	10-  LES PAROLES QUI ME FONT REPRENDRE, OOOH</a:t>
            </a:r>
          </a:p>
          <a:p>
            <a:pPr eaLnBrk="1" hangingPunct="1"/>
            <a:r>
              <a:rPr lang="fr-FR" altLang="fr-FR" sz="1200" smtClean="0"/>
              <a:t>	The lyric that I long to hear oooh …</a:t>
            </a:r>
          </a:p>
          <a:p>
            <a:pPr eaLnBrk="1" hangingPunct="1"/>
            <a:r>
              <a:rPr lang="fr-FR" altLang="fr-FR" sz="1200" smtClean="0"/>
              <a:t>	11-  LE CHEF-D’ŒUVRE LA PIÈCE DE VALEUR</a:t>
            </a:r>
          </a:p>
          <a:p>
            <a:pPr eaLnBrk="1" hangingPunct="1"/>
            <a:r>
              <a:rPr lang="fr-FR" altLang="fr-FR" sz="1200" smtClean="0"/>
              <a:t>	The masterpiece, the work of art oooh…</a:t>
            </a:r>
          </a:p>
          <a:p>
            <a:pPr eaLnBrk="1" hangingPunct="1"/>
            <a:r>
              <a:rPr lang="fr-FR" altLang="fr-FR" sz="1200" smtClean="0"/>
              <a:t>	12-  QUI EST FINIE AVANT L’HEURE</a:t>
            </a:r>
          </a:p>
          <a:p>
            <a:pPr eaLnBrk="1" hangingPunct="1"/>
            <a:r>
              <a:rPr lang="fr-FR" altLang="fr-FR" sz="1200" smtClean="0"/>
              <a:t>	Complete before I start</a:t>
            </a:r>
          </a:p>
          <a:p>
            <a:pPr eaLnBrk="1" hangingPunct="1"/>
            <a:r>
              <a:rPr lang="fr-FR" altLang="fr-FR" sz="1200" smtClean="0"/>
              <a:t>	13-  LA MUSIQUE DE MON CŒUR</a:t>
            </a:r>
          </a:p>
          <a:p>
            <a:pPr eaLnBrk="1" hangingPunct="1"/>
            <a:r>
              <a:rPr lang="fr-FR" altLang="fr-FR" sz="1200" smtClean="0"/>
              <a:t>	The music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14-  CRÉATEUR DE TOUT CE QUI EST BEAU ÉCRIS UNE MUSIQUE SUR MON CŒUR</a:t>
            </a:r>
          </a:p>
          <a:p>
            <a:pPr eaLnBrk="1" hangingPunct="1"/>
            <a:r>
              <a:rPr lang="fr-FR" altLang="fr-FR" sz="1200" smtClean="0"/>
              <a:t>Creator of all that is lovely, oh - Write a tune upon my heart</a:t>
            </a:r>
          </a:p>
          <a:p>
            <a:pPr eaLnBrk="1" hangingPunct="1"/>
            <a:r>
              <a:rPr lang="fr-FR" altLang="fr-FR" sz="1200" smtClean="0"/>
              <a:t>15-  QUAND ELLE SERA PRÊTE, JOUE-LA</a:t>
            </a:r>
          </a:p>
          <a:p>
            <a:pPr eaLnBrk="1" hangingPunct="1"/>
            <a:r>
              <a:rPr lang="fr-FR" altLang="fr-FR" sz="1200" smtClean="0"/>
              <a:t>And when you finish will you play me</a:t>
            </a:r>
          </a:p>
          <a:p>
            <a:pPr eaLnBrk="1" hangingPunct="1"/>
            <a:r>
              <a:rPr lang="fr-FR" altLang="fr-FR" sz="1200" smtClean="0"/>
              <a:t>16-  QU’ELLE SOIT UN HYMNE EN TON HONNEUR</a:t>
            </a:r>
          </a:p>
          <a:p>
            <a:pPr eaLnBrk="1" hangingPunct="1"/>
            <a:r>
              <a:rPr lang="fr-FR" altLang="fr-FR" sz="1200" smtClean="0"/>
              <a:t>Like a beautiful guitar?</a:t>
            </a:r>
          </a:p>
          <a:p>
            <a:pPr eaLnBrk="1" hangingPunct="1"/>
            <a:r>
              <a:rPr lang="fr-FR" altLang="fr-FR" sz="1200" smtClean="0"/>
              <a:t>17-  L’ACCORD DE LA COMPASSION RESTAURE TOUTE MON ÂME</a:t>
            </a:r>
          </a:p>
          <a:p>
            <a:pPr eaLnBrk="1" hangingPunct="1"/>
            <a:r>
              <a:rPr lang="fr-FR" altLang="fr-FR" sz="1200" smtClean="0"/>
              <a:t>STRUM, the chords of mercy Restore my soul completely</a:t>
            </a:r>
          </a:p>
          <a:p>
            <a:pPr eaLnBrk="1" hangingPunct="1"/>
            <a:r>
              <a:rPr lang="fr-FR" altLang="fr-FR" sz="1200" smtClean="0"/>
              <a:t>18-  TOUCHE-MOI PAR TON ONCTION ET MON ÊTRE REVIVRA</a:t>
            </a:r>
          </a:p>
          <a:p>
            <a:pPr eaLnBrk="1" hangingPunct="1"/>
            <a:r>
              <a:rPr lang="fr-FR" altLang="fr-FR" sz="1200" smtClean="0"/>
              <a:t>breathe life unto me And this instrument will sing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 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 :</a:t>
            </a:r>
          </a:p>
          <a:p>
            <a:pPr eaLnBrk="1" hangingPunct="1"/>
            <a:r>
              <a:rPr lang="fr-FR" altLang="fr-FR" sz="1200" smtClean="0"/>
              <a:t>19-  EUH, EUH, EUH, EUH, EUH DE MON CŒUR  X2</a:t>
            </a:r>
          </a:p>
          <a:p>
            <a:pPr eaLnBrk="1" hangingPunct="1"/>
            <a:r>
              <a:rPr lang="fr-FR" altLang="fr-FR" sz="1200" smtClean="0"/>
              <a:t>Ha-Ha-Ha-Ha-Heart Of my heart</a:t>
            </a:r>
          </a:p>
          <a:p>
            <a:pPr eaLnBrk="1" hangingPunct="1"/>
            <a:r>
              <a:rPr lang="fr-FR" altLang="fr-FR" sz="1200" smtClean="0"/>
              <a:t>20-  CHAQUE BRIN DE TA LUMIÈRE FAIT BRILLER MON UNIVERS</a:t>
            </a:r>
          </a:p>
          <a:p>
            <a:pPr eaLnBrk="1" hangingPunct="1"/>
            <a:r>
              <a:rPr lang="fr-FR" altLang="fr-FR" sz="1200" smtClean="0"/>
              <a:t>every single line's full of love divine write me like a valentine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EUH, EUH, EUH, EUH, EUH DE MON CŒUR  X2</a:t>
            </a:r>
          </a:p>
          <a:p>
            <a:pPr eaLnBrk="1" hangingPunct="1"/>
            <a:r>
              <a:rPr lang="fr-FR" altLang="fr-FR" sz="1200" smtClean="0"/>
              <a:t>      Ha-Ha-Ha-Ha-Heart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N’AI PAS HONTE DE DIRE AU MONDE SANS TOI JE NE SUIS RIEN,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not ashamed to tell the whole world, oh. Without you, I'm nothing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BESOIN D’ÊTRE RÉPARÉ PARFOIS JE SUIS TROP DÉPHASÉ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I have strings in need of mending - I'm OUT OF tune in certain parts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strum, the chords of mercy -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Lay your hand upon me And this instrument will breathe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LA MUSIQUE DE MON CŒUR,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you're the music of my heart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LA MÉLODIE DE MON ÂME,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melody within my soul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LA CHANSON QUI ESSUIE MES PLEURS,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song that holds me in the dark oooh…..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L’ÉTINCELLE QUI INCENDIE MA FLAMME,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fire that warms me when I'm cold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LA SYMPHONIE QUI FEND LA CRAINTE,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symphony that calms my fear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LES PAROLES QUI ME FONT REPRENDRE,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lyric that I long to hear oooh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LE CHEF-D’ŒUVRE LA PIÈCE DE VALEUR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masterpiece, the work of art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QUI EST FINIE AVANT L’HEURE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Complete before I start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LA MUSIQUE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music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CRÉATEUR DE TOUT CE QUI EST BEAU ÉCRIS UNE MUSIQUE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Creator of all that is lovely, oh - Write a tune upon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ELLE SERA PRÊTE, JOUE-LA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you finish will you play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QU’ELLE SOIT UN HYMNE EN TON 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Like a beautiful guitar?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STRUM, the chords of mercy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breathe life unto me And this instrument will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CHAQUE BRIN DE TA LUMIÈRE FAIT BRILLER MON 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single line's full of love divine write me like a valentine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JE N’AI PAS HONTE DE DIRE AU MONDE SANS TOI JE NE SUIS RIEN, RIEN</a:t>
            </a:r>
          </a:p>
          <a:p>
            <a:pPr eaLnBrk="1" hangingPunct="1"/>
            <a:r>
              <a:rPr lang="fr-FR" altLang="fr-FR" sz="1200" smtClean="0"/>
              <a:t>I'm not ashamed to tell the whole world, oh. Without you, I'm nothing at all</a:t>
            </a:r>
          </a:p>
          <a:p>
            <a:pPr eaLnBrk="1" hangingPunct="1"/>
            <a:r>
              <a:rPr lang="fr-FR" altLang="fr-FR" sz="1200" smtClean="0"/>
              <a:t>2-  J’AI BESOIN D’ÊTRE RÉPARÉ PARFOIS JE SUIS TROP DÉPHASÉ</a:t>
            </a:r>
          </a:p>
          <a:p>
            <a:pPr eaLnBrk="1" hangingPunct="1"/>
            <a:r>
              <a:rPr lang="fr-FR" altLang="fr-FR" sz="1200" smtClean="0"/>
              <a:t>That I have strings in need of mending - I'm OUT OF tune in certain parts</a:t>
            </a:r>
          </a:p>
          <a:p>
            <a:pPr eaLnBrk="1" hangingPunct="1"/>
            <a:r>
              <a:rPr lang="fr-FR" altLang="fr-FR" sz="1200" smtClean="0"/>
              <a:t>3-  L’ACCORD DE LA COMPASSION RESTAURE TOUTE MON ÂME</a:t>
            </a:r>
          </a:p>
          <a:p>
            <a:pPr eaLnBrk="1" hangingPunct="1"/>
            <a:r>
              <a:rPr lang="fr-FR" altLang="fr-FR" sz="1200" smtClean="0"/>
              <a:t>so strum, the chords of mercy - restore my soul completely</a:t>
            </a:r>
          </a:p>
          <a:p>
            <a:pPr eaLnBrk="1" hangingPunct="1"/>
            <a:r>
              <a:rPr lang="fr-FR" altLang="fr-FR" sz="1200" smtClean="0"/>
              <a:t>4-  TOUCHE-MOI PAR TON ONCTION ET MON ÊTRE REVIVRA</a:t>
            </a:r>
          </a:p>
          <a:p>
            <a:pPr eaLnBrk="1" hangingPunct="1"/>
            <a:r>
              <a:rPr lang="fr-FR" altLang="fr-FR" sz="1200" smtClean="0"/>
              <a:t>Lay your hand upon me And this instrument will breathe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TU ES LA MUSIQUE DE MON CŒUR, OOOH</a:t>
            </a:r>
          </a:p>
          <a:p>
            <a:pPr eaLnBrk="1" hangingPunct="1"/>
            <a:r>
              <a:rPr lang="fr-FR" altLang="fr-FR" sz="1200" smtClean="0"/>
              <a:t>	Cause you're the music of my heart oooh….</a:t>
            </a:r>
          </a:p>
          <a:p>
            <a:pPr eaLnBrk="1" hangingPunct="1"/>
            <a:r>
              <a:rPr lang="fr-FR" altLang="fr-FR" sz="1200" smtClean="0"/>
              <a:t>     	6-  LA MÉLODIE DE MON ÂME, OOOH</a:t>
            </a:r>
          </a:p>
          <a:p>
            <a:pPr eaLnBrk="1" hangingPunct="1"/>
            <a:r>
              <a:rPr lang="fr-FR" altLang="fr-FR" sz="1200" smtClean="0"/>
              <a:t>	The melody within my soul oooh…</a:t>
            </a:r>
          </a:p>
          <a:p>
            <a:pPr eaLnBrk="1" hangingPunct="1"/>
            <a:r>
              <a:rPr lang="fr-FR" altLang="fr-FR" sz="1200" smtClean="0"/>
              <a:t>	7-  LA CHANSON QUI ESSUIE MES PLEURS, OOOH</a:t>
            </a:r>
          </a:p>
          <a:p>
            <a:pPr eaLnBrk="1" hangingPunct="1"/>
            <a:r>
              <a:rPr lang="fr-FR" altLang="fr-FR" sz="1200" smtClean="0"/>
              <a:t>	the song that holds me in the dark oooh…..</a:t>
            </a:r>
          </a:p>
          <a:p>
            <a:pPr eaLnBrk="1" hangingPunct="1"/>
            <a:r>
              <a:rPr lang="fr-FR" altLang="fr-FR" sz="1200" smtClean="0"/>
              <a:t>     	8-  L’ÉTINCELLE QUI INCENDIE MA FLAMME, OOOH</a:t>
            </a:r>
          </a:p>
          <a:p>
            <a:pPr eaLnBrk="1" hangingPunct="1"/>
            <a:r>
              <a:rPr lang="fr-FR" altLang="fr-FR" sz="1200" smtClean="0"/>
              <a:t>	The fire that warms me when I'm cold oooh….</a:t>
            </a:r>
          </a:p>
          <a:p>
            <a:pPr eaLnBrk="1" hangingPunct="1"/>
            <a:r>
              <a:rPr lang="fr-FR" altLang="fr-FR" sz="1200" smtClean="0"/>
              <a:t>     	9-  LA SYMPHONIE QUI FEND LA CRAINTE, OOOH</a:t>
            </a:r>
          </a:p>
          <a:p>
            <a:pPr eaLnBrk="1" hangingPunct="1"/>
            <a:r>
              <a:rPr lang="fr-FR" altLang="fr-FR" sz="1200" smtClean="0"/>
              <a:t>	The symphony that calms my fear oooh….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  	10-  LES PAROLES QUI ME FONT REPRENDRE, OOOH</a:t>
            </a:r>
          </a:p>
          <a:p>
            <a:pPr eaLnBrk="1" hangingPunct="1"/>
            <a:r>
              <a:rPr lang="fr-FR" altLang="fr-FR" sz="1200" smtClean="0"/>
              <a:t>	The lyric that I long to hear oooh …</a:t>
            </a:r>
          </a:p>
          <a:p>
            <a:pPr eaLnBrk="1" hangingPunct="1"/>
            <a:r>
              <a:rPr lang="fr-FR" altLang="fr-FR" sz="1200" smtClean="0"/>
              <a:t>	11-  LE CHEF-D’ŒUVRE LA PIÈCE DE VALEUR</a:t>
            </a:r>
          </a:p>
          <a:p>
            <a:pPr eaLnBrk="1" hangingPunct="1"/>
            <a:r>
              <a:rPr lang="fr-FR" altLang="fr-FR" sz="1200" smtClean="0"/>
              <a:t>	The masterpiece, the work of art oooh…</a:t>
            </a:r>
          </a:p>
          <a:p>
            <a:pPr eaLnBrk="1" hangingPunct="1"/>
            <a:r>
              <a:rPr lang="fr-FR" altLang="fr-FR" sz="1200" smtClean="0"/>
              <a:t>	12-  QUI EST FINIE AVANT L’HEURE</a:t>
            </a:r>
          </a:p>
          <a:p>
            <a:pPr eaLnBrk="1" hangingPunct="1"/>
            <a:r>
              <a:rPr lang="fr-FR" altLang="fr-FR" sz="1200" smtClean="0"/>
              <a:t>	Complete before I start</a:t>
            </a:r>
          </a:p>
          <a:p>
            <a:pPr eaLnBrk="1" hangingPunct="1"/>
            <a:r>
              <a:rPr lang="fr-FR" altLang="fr-FR" sz="1200" smtClean="0"/>
              <a:t>	13-  LA MUSIQUE DE MON CŒUR</a:t>
            </a:r>
          </a:p>
          <a:p>
            <a:pPr eaLnBrk="1" hangingPunct="1"/>
            <a:r>
              <a:rPr lang="fr-FR" altLang="fr-FR" sz="1200" smtClean="0"/>
              <a:t>	The music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14-  CRÉATEUR DE TOUT CE QUI EST BEAU ÉCRIS UNE MUSIQUE SUR MON CŒUR</a:t>
            </a:r>
          </a:p>
          <a:p>
            <a:pPr eaLnBrk="1" hangingPunct="1"/>
            <a:r>
              <a:rPr lang="fr-FR" altLang="fr-FR" sz="1200" smtClean="0"/>
              <a:t>Creator of all that is lovely, oh - Write a tune upon my heart</a:t>
            </a:r>
          </a:p>
          <a:p>
            <a:pPr eaLnBrk="1" hangingPunct="1"/>
            <a:r>
              <a:rPr lang="fr-FR" altLang="fr-FR" sz="1200" smtClean="0"/>
              <a:t>15-  QUAND ELLE SERA PRÊTE, JOUE-LA</a:t>
            </a:r>
          </a:p>
          <a:p>
            <a:pPr eaLnBrk="1" hangingPunct="1"/>
            <a:r>
              <a:rPr lang="fr-FR" altLang="fr-FR" sz="1200" smtClean="0"/>
              <a:t>And when you finish will you play me</a:t>
            </a:r>
          </a:p>
          <a:p>
            <a:pPr eaLnBrk="1" hangingPunct="1"/>
            <a:r>
              <a:rPr lang="fr-FR" altLang="fr-FR" sz="1200" smtClean="0"/>
              <a:t>16-  QU’ELLE SOIT UN HYMNE EN TON HONNEUR</a:t>
            </a:r>
          </a:p>
          <a:p>
            <a:pPr eaLnBrk="1" hangingPunct="1"/>
            <a:r>
              <a:rPr lang="fr-FR" altLang="fr-FR" sz="1200" smtClean="0"/>
              <a:t>Like a beautiful guitar?</a:t>
            </a:r>
          </a:p>
          <a:p>
            <a:pPr eaLnBrk="1" hangingPunct="1"/>
            <a:r>
              <a:rPr lang="fr-FR" altLang="fr-FR" sz="1200" smtClean="0"/>
              <a:t>17-  L’ACCORD DE LA COMPASSION RESTAURE TOUTE MON ÂME</a:t>
            </a:r>
          </a:p>
          <a:p>
            <a:pPr eaLnBrk="1" hangingPunct="1"/>
            <a:r>
              <a:rPr lang="fr-FR" altLang="fr-FR" sz="1200" smtClean="0"/>
              <a:t>STRUM, the chords of mercy Restore my soul completely</a:t>
            </a:r>
          </a:p>
          <a:p>
            <a:pPr eaLnBrk="1" hangingPunct="1"/>
            <a:r>
              <a:rPr lang="fr-FR" altLang="fr-FR" sz="1200" smtClean="0"/>
              <a:t>18-  TOUCHE-MOI PAR TON ONCTION ET MON ÊTRE REVIVRA</a:t>
            </a:r>
          </a:p>
          <a:p>
            <a:pPr eaLnBrk="1" hangingPunct="1"/>
            <a:r>
              <a:rPr lang="fr-FR" altLang="fr-FR" sz="1200" smtClean="0"/>
              <a:t>breathe life unto me And this instrument will sing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 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 :</a:t>
            </a:r>
          </a:p>
          <a:p>
            <a:pPr eaLnBrk="1" hangingPunct="1"/>
            <a:r>
              <a:rPr lang="fr-FR" altLang="fr-FR" sz="1200" smtClean="0"/>
              <a:t>19-  EUH, EUH, EUH, EUH, EUH DE MON CŒUR  X2</a:t>
            </a:r>
          </a:p>
          <a:p>
            <a:pPr eaLnBrk="1" hangingPunct="1"/>
            <a:r>
              <a:rPr lang="fr-FR" altLang="fr-FR" sz="1200" smtClean="0"/>
              <a:t>Ha-Ha-Ha-Ha-Heart Of my heart</a:t>
            </a:r>
          </a:p>
          <a:p>
            <a:pPr eaLnBrk="1" hangingPunct="1"/>
            <a:r>
              <a:rPr lang="fr-FR" altLang="fr-FR" sz="1200" smtClean="0"/>
              <a:t>20-  CHAQUE BRIN DE TA LUMIÈRE FAIT BRILLER MON UNIVERS</a:t>
            </a:r>
          </a:p>
          <a:p>
            <a:pPr eaLnBrk="1" hangingPunct="1"/>
            <a:r>
              <a:rPr lang="fr-FR" altLang="fr-FR" sz="1200" smtClean="0"/>
              <a:t>every single line's full of love divine write me like a valentine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EUH, EUH, EUH, EUH, EUH DE MON CŒUR  X2</a:t>
            </a:r>
          </a:p>
          <a:p>
            <a:pPr eaLnBrk="1" hangingPunct="1"/>
            <a:r>
              <a:rPr lang="fr-FR" altLang="fr-FR" sz="1200" smtClean="0"/>
              <a:t>      Ha-Ha-Ha-Ha-Heart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N’AI PAS HONTE DE DIRE AU MONDE SANS TOI JE NE SUIS RIEN,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not ashamed to tell the whole world, oh. Without you, I'm nothing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BESOIN D’ÊTRE RÉPARÉ PARFOIS JE SUIS TROP DÉPHASÉ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I have strings in need of mending - I'm OUT OF tune in certain parts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strum, the chords of mercy -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Lay your hand upon me And this instrument will breathe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LA MUSIQUE DE MON CŒUR,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you're the music of my heart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LA MÉLODIE DE MON ÂME,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melody within my soul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LA CHANSON QUI ESSUIE MES PLEURS,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song that holds me in the dark oooh…..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L’ÉTINCELLE QUI INCENDIE MA FLAMME,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fire that warms me when I'm cold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LA SYMPHONIE QUI FEND LA CRAINTE,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symphony that calms my fear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LES PAROLES QUI ME FONT REPRENDRE,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lyric that I long to hear oooh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LE CHEF-D’ŒUVRE LA PIÈCE DE VALEUR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masterpiece, the work of art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QUI EST FINIE AVANT L’HEURE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Complete before I start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LA MUSIQUE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music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CRÉATEUR DE TOUT CE QUI EST BEAU ÉCRIS UNE MUSIQUE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Creator of all that is lovely, oh - Write a tune upon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ELLE SERA PRÊTE, JOUE-LA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you finish will you play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QU’ELLE SOIT UN HYMNE EN TON 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Like a beautiful guitar?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STRUM, the chords of mercy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breathe life unto me And this instrument will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CHAQUE BRIN DE TA LUMIÈRE FAIT BRILLER MON 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single line's full of love divine write me like a valentine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JE N’AI PAS HONTE DE DIRE AU MONDE SANS TOI JE NE SUIS RIEN, RIEN</a:t>
            </a:r>
          </a:p>
          <a:p>
            <a:pPr eaLnBrk="1" hangingPunct="1"/>
            <a:r>
              <a:rPr lang="fr-FR" altLang="fr-FR" sz="1200" smtClean="0"/>
              <a:t>I'm not ashamed to tell the whole world, oh. Without you, I'm nothing at all</a:t>
            </a:r>
          </a:p>
          <a:p>
            <a:pPr eaLnBrk="1" hangingPunct="1"/>
            <a:r>
              <a:rPr lang="fr-FR" altLang="fr-FR" sz="1200" smtClean="0"/>
              <a:t>2-  J’AI BESOIN D’ÊTRE RÉPARÉ PARFOIS JE SUIS TROP DÉPHASÉ</a:t>
            </a:r>
          </a:p>
          <a:p>
            <a:pPr eaLnBrk="1" hangingPunct="1"/>
            <a:r>
              <a:rPr lang="fr-FR" altLang="fr-FR" sz="1200" smtClean="0"/>
              <a:t>That I have strings in need of mending - I'm OUT OF tune in certain parts</a:t>
            </a:r>
          </a:p>
          <a:p>
            <a:pPr eaLnBrk="1" hangingPunct="1"/>
            <a:r>
              <a:rPr lang="fr-FR" altLang="fr-FR" sz="1200" smtClean="0"/>
              <a:t>3-  L’ACCORD DE LA COMPASSION RESTAURE TOUTE MON ÂME</a:t>
            </a:r>
          </a:p>
          <a:p>
            <a:pPr eaLnBrk="1" hangingPunct="1"/>
            <a:r>
              <a:rPr lang="fr-FR" altLang="fr-FR" sz="1200" smtClean="0"/>
              <a:t>so strum, the chords of mercy - restore my soul completely</a:t>
            </a:r>
          </a:p>
          <a:p>
            <a:pPr eaLnBrk="1" hangingPunct="1"/>
            <a:r>
              <a:rPr lang="fr-FR" altLang="fr-FR" sz="1200" smtClean="0"/>
              <a:t>4-  TOUCHE-MOI PAR TON ONCTION ET MON ÊTRE REVIVRA</a:t>
            </a:r>
          </a:p>
          <a:p>
            <a:pPr eaLnBrk="1" hangingPunct="1"/>
            <a:r>
              <a:rPr lang="fr-FR" altLang="fr-FR" sz="1200" smtClean="0"/>
              <a:t>Lay your hand upon me And this instrument will breathe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TU ES LA MUSIQUE DE MON CŒUR, OOOH</a:t>
            </a:r>
          </a:p>
          <a:p>
            <a:pPr eaLnBrk="1" hangingPunct="1"/>
            <a:r>
              <a:rPr lang="fr-FR" altLang="fr-FR" sz="1200" smtClean="0"/>
              <a:t>	Cause you're the music of my heart oooh….</a:t>
            </a:r>
          </a:p>
          <a:p>
            <a:pPr eaLnBrk="1" hangingPunct="1"/>
            <a:r>
              <a:rPr lang="fr-FR" altLang="fr-FR" sz="1200" smtClean="0"/>
              <a:t>     	6-  LA MÉLODIE DE MON ÂME, OOOH</a:t>
            </a:r>
          </a:p>
          <a:p>
            <a:pPr eaLnBrk="1" hangingPunct="1"/>
            <a:r>
              <a:rPr lang="fr-FR" altLang="fr-FR" sz="1200" smtClean="0"/>
              <a:t>	The melody within my soul oooh…</a:t>
            </a:r>
          </a:p>
          <a:p>
            <a:pPr eaLnBrk="1" hangingPunct="1"/>
            <a:r>
              <a:rPr lang="fr-FR" altLang="fr-FR" sz="1200" smtClean="0"/>
              <a:t>	7-  LA CHANSON QUI ESSUIE MES PLEURS, OOOH</a:t>
            </a:r>
          </a:p>
          <a:p>
            <a:pPr eaLnBrk="1" hangingPunct="1"/>
            <a:r>
              <a:rPr lang="fr-FR" altLang="fr-FR" sz="1200" smtClean="0"/>
              <a:t>	the song that holds me in the dark oooh…..</a:t>
            </a:r>
          </a:p>
          <a:p>
            <a:pPr eaLnBrk="1" hangingPunct="1"/>
            <a:r>
              <a:rPr lang="fr-FR" altLang="fr-FR" sz="1200" smtClean="0"/>
              <a:t>     	8-  L’ÉTINCELLE QUI INCENDIE MA FLAMME, OOOH</a:t>
            </a:r>
          </a:p>
          <a:p>
            <a:pPr eaLnBrk="1" hangingPunct="1"/>
            <a:r>
              <a:rPr lang="fr-FR" altLang="fr-FR" sz="1200" smtClean="0"/>
              <a:t>	The fire that warms me when I'm cold oooh….</a:t>
            </a:r>
          </a:p>
          <a:p>
            <a:pPr eaLnBrk="1" hangingPunct="1"/>
            <a:r>
              <a:rPr lang="fr-FR" altLang="fr-FR" sz="1200" smtClean="0"/>
              <a:t>     	9-  LA SYMPHONIE QUI FEND LA CRAINTE, OOOH</a:t>
            </a:r>
          </a:p>
          <a:p>
            <a:pPr eaLnBrk="1" hangingPunct="1"/>
            <a:r>
              <a:rPr lang="fr-FR" altLang="fr-FR" sz="1200" smtClean="0"/>
              <a:t>	The symphony that calms my fear oooh….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  	10-  LES PAROLES QUI ME FONT REPRENDRE, OOOH</a:t>
            </a:r>
          </a:p>
          <a:p>
            <a:pPr eaLnBrk="1" hangingPunct="1"/>
            <a:r>
              <a:rPr lang="fr-FR" altLang="fr-FR" sz="1200" smtClean="0"/>
              <a:t>	The lyric that I long to hear oooh …</a:t>
            </a:r>
          </a:p>
          <a:p>
            <a:pPr eaLnBrk="1" hangingPunct="1"/>
            <a:r>
              <a:rPr lang="fr-FR" altLang="fr-FR" sz="1200" smtClean="0"/>
              <a:t>	11-  LE CHEF-D’ŒUVRE LA PIÈCE DE VALEUR</a:t>
            </a:r>
          </a:p>
          <a:p>
            <a:pPr eaLnBrk="1" hangingPunct="1"/>
            <a:r>
              <a:rPr lang="fr-FR" altLang="fr-FR" sz="1200" smtClean="0"/>
              <a:t>	The masterpiece, the work of art oooh…</a:t>
            </a:r>
          </a:p>
          <a:p>
            <a:pPr eaLnBrk="1" hangingPunct="1"/>
            <a:r>
              <a:rPr lang="fr-FR" altLang="fr-FR" sz="1200" smtClean="0"/>
              <a:t>	12-  QUI EST FINIE AVANT L’HEURE</a:t>
            </a:r>
          </a:p>
          <a:p>
            <a:pPr eaLnBrk="1" hangingPunct="1"/>
            <a:r>
              <a:rPr lang="fr-FR" altLang="fr-FR" sz="1200" smtClean="0"/>
              <a:t>	Complete before I start</a:t>
            </a:r>
          </a:p>
          <a:p>
            <a:pPr eaLnBrk="1" hangingPunct="1"/>
            <a:r>
              <a:rPr lang="fr-FR" altLang="fr-FR" sz="1200" smtClean="0"/>
              <a:t>	13-  LA MUSIQUE DE MON CŒUR</a:t>
            </a:r>
          </a:p>
          <a:p>
            <a:pPr eaLnBrk="1" hangingPunct="1"/>
            <a:r>
              <a:rPr lang="fr-FR" altLang="fr-FR" sz="1200" smtClean="0"/>
              <a:t>	The music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14-  CRÉATEUR DE TOUT CE QUI EST BEAU ÉCRIS UNE MUSIQUE SUR MON CŒUR</a:t>
            </a:r>
          </a:p>
          <a:p>
            <a:pPr eaLnBrk="1" hangingPunct="1"/>
            <a:r>
              <a:rPr lang="fr-FR" altLang="fr-FR" sz="1200" smtClean="0"/>
              <a:t>Creator of all that is lovely, oh - Write a tune upon my heart</a:t>
            </a:r>
          </a:p>
          <a:p>
            <a:pPr eaLnBrk="1" hangingPunct="1"/>
            <a:r>
              <a:rPr lang="fr-FR" altLang="fr-FR" sz="1200" smtClean="0"/>
              <a:t>15-  QUAND ELLE SERA PRÊTE, JOUE-LA</a:t>
            </a:r>
          </a:p>
          <a:p>
            <a:pPr eaLnBrk="1" hangingPunct="1"/>
            <a:r>
              <a:rPr lang="fr-FR" altLang="fr-FR" sz="1200" smtClean="0"/>
              <a:t>And when you finish will you play me</a:t>
            </a:r>
          </a:p>
          <a:p>
            <a:pPr eaLnBrk="1" hangingPunct="1"/>
            <a:r>
              <a:rPr lang="fr-FR" altLang="fr-FR" sz="1200" smtClean="0"/>
              <a:t>16-  QU’ELLE SOIT UN HYMNE EN TON HONNEUR</a:t>
            </a:r>
          </a:p>
          <a:p>
            <a:pPr eaLnBrk="1" hangingPunct="1"/>
            <a:r>
              <a:rPr lang="fr-FR" altLang="fr-FR" sz="1200" smtClean="0"/>
              <a:t>Like a beautiful guitar?</a:t>
            </a:r>
          </a:p>
          <a:p>
            <a:pPr eaLnBrk="1" hangingPunct="1"/>
            <a:r>
              <a:rPr lang="fr-FR" altLang="fr-FR" sz="1200" smtClean="0"/>
              <a:t>17-  L’ACCORD DE LA COMPASSION RESTAURE TOUTE MON ÂME</a:t>
            </a:r>
          </a:p>
          <a:p>
            <a:pPr eaLnBrk="1" hangingPunct="1"/>
            <a:r>
              <a:rPr lang="fr-FR" altLang="fr-FR" sz="1200" smtClean="0"/>
              <a:t>STRUM, the chords of mercy Restore my soul completely</a:t>
            </a:r>
          </a:p>
          <a:p>
            <a:pPr eaLnBrk="1" hangingPunct="1"/>
            <a:r>
              <a:rPr lang="fr-FR" altLang="fr-FR" sz="1200" smtClean="0"/>
              <a:t>18-  TOUCHE-MOI PAR TON ONCTION ET MON ÊTRE REVIVRA</a:t>
            </a:r>
          </a:p>
          <a:p>
            <a:pPr eaLnBrk="1" hangingPunct="1"/>
            <a:r>
              <a:rPr lang="fr-FR" altLang="fr-FR" sz="1200" smtClean="0"/>
              <a:t>breathe life unto me And this instrument will sing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 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 :</a:t>
            </a:r>
          </a:p>
          <a:p>
            <a:pPr eaLnBrk="1" hangingPunct="1"/>
            <a:r>
              <a:rPr lang="fr-FR" altLang="fr-FR" sz="1200" smtClean="0"/>
              <a:t>19-  EUH, EUH, EUH, EUH, EUH DE MON CŒUR  X2</a:t>
            </a:r>
          </a:p>
          <a:p>
            <a:pPr eaLnBrk="1" hangingPunct="1"/>
            <a:r>
              <a:rPr lang="fr-FR" altLang="fr-FR" sz="1200" smtClean="0"/>
              <a:t>Ha-Ha-Ha-Ha-Heart Of my heart</a:t>
            </a:r>
          </a:p>
          <a:p>
            <a:pPr eaLnBrk="1" hangingPunct="1"/>
            <a:r>
              <a:rPr lang="fr-FR" altLang="fr-FR" sz="1200" smtClean="0"/>
              <a:t>20-  CHAQUE BRIN DE TA LUMIÈRE FAIT BRILLER MON UNIVERS</a:t>
            </a:r>
          </a:p>
          <a:p>
            <a:pPr eaLnBrk="1" hangingPunct="1"/>
            <a:r>
              <a:rPr lang="fr-FR" altLang="fr-FR" sz="1200" smtClean="0"/>
              <a:t>every single line's full of love divine write me like a valentine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EUH, EUH, EUH, EUH, EUH DE MON CŒUR  X2</a:t>
            </a:r>
          </a:p>
          <a:p>
            <a:pPr eaLnBrk="1" hangingPunct="1"/>
            <a:r>
              <a:rPr lang="fr-FR" altLang="fr-FR" sz="1200" smtClean="0"/>
              <a:t>      Ha-Ha-Ha-Ha-Heart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N’AI PAS HONTE DE DIRE AU MONDE SANS TOI JE NE SUIS RIEN,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not ashamed to tell the whole world, oh. Without you, I'm nothing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BESOIN D’ÊTRE RÉPARÉ PARFOIS JE SUIS TROP DÉPHASÉ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I have strings in need of mending - I'm OUT OF tune in certain parts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strum, the chords of mercy -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Lay your hand upon me And this instrument will breathe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LA MUSIQUE DE MON CŒUR,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you're the music of my heart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LA MÉLODIE DE MON ÂME,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melody within my soul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LA CHANSON QUI ESSUIE MES PLEURS,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song that holds me in the dark oooh…..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L’ÉTINCELLE QUI INCENDIE MA FLAMME,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fire that warms me when I'm cold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LA SYMPHONIE QUI FEND LA CRAINTE,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symphony that calms my fear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LES PAROLES QUI ME FONT REPRENDRE,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lyric that I long to hear oooh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LE CHEF-D’ŒUVRE LA PIÈCE DE VALEUR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masterpiece, the work of art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QUI EST FINIE AVANT L’HEURE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Complete before I start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LA MUSIQUE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music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CRÉATEUR DE TOUT CE QUI EST BEAU ÉCRIS UNE MUSIQUE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Creator of all that is lovely, oh - Write a tune upon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ELLE SERA PRÊTE, JOUE-LA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you finish will you play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QU’ELLE SOIT UN HYMNE EN TON 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Like a beautiful guitar?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STRUM, the chords of mercy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breathe life unto me And this instrument will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CHAQUE BRIN DE TA LUMIÈRE FAIT BRILLER MON 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single line's full of love divine write me like a valentine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JE N’AI PAS HONTE DE DIRE AU MONDE SANS TOI JE NE SUIS RIEN, RIEN</a:t>
            </a:r>
          </a:p>
          <a:p>
            <a:pPr eaLnBrk="1" hangingPunct="1"/>
            <a:r>
              <a:rPr lang="fr-FR" altLang="fr-FR" sz="1200" smtClean="0"/>
              <a:t>I'm not ashamed to tell the whole world, oh. Without you, I'm nothing at all</a:t>
            </a:r>
          </a:p>
          <a:p>
            <a:pPr eaLnBrk="1" hangingPunct="1"/>
            <a:r>
              <a:rPr lang="fr-FR" altLang="fr-FR" sz="1200" smtClean="0"/>
              <a:t>2-  J’AI BESOIN D’ÊTRE RÉPARÉ PARFOIS JE SUIS TROP DÉPHASÉ</a:t>
            </a:r>
          </a:p>
          <a:p>
            <a:pPr eaLnBrk="1" hangingPunct="1"/>
            <a:r>
              <a:rPr lang="fr-FR" altLang="fr-FR" sz="1200" smtClean="0"/>
              <a:t>That I have strings in need of mending - I'm OUT OF tune in certain parts</a:t>
            </a:r>
          </a:p>
          <a:p>
            <a:pPr eaLnBrk="1" hangingPunct="1"/>
            <a:r>
              <a:rPr lang="fr-FR" altLang="fr-FR" sz="1200" smtClean="0"/>
              <a:t>3-  L’ACCORD DE LA COMPASSION RESTAURE TOUTE MON ÂME</a:t>
            </a:r>
          </a:p>
          <a:p>
            <a:pPr eaLnBrk="1" hangingPunct="1"/>
            <a:r>
              <a:rPr lang="fr-FR" altLang="fr-FR" sz="1200" smtClean="0"/>
              <a:t>so strum, the chords of mercy - restore my soul completely</a:t>
            </a:r>
          </a:p>
          <a:p>
            <a:pPr eaLnBrk="1" hangingPunct="1"/>
            <a:r>
              <a:rPr lang="fr-FR" altLang="fr-FR" sz="1200" smtClean="0"/>
              <a:t>4-  TOUCHE-MOI PAR TON ONCTION ET MON ÊTRE REVIVRA</a:t>
            </a:r>
          </a:p>
          <a:p>
            <a:pPr eaLnBrk="1" hangingPunct="1"/>
            <a:r>
              <a:rPr lang="fr-FR" altLang="fr-FR" sz="1200" smtClean="0"/>
              <a:t>Lay your hand upon me And this instrument will breathe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TU ES LA MUSIQUE DE MON CŒUR, OOOH</a:t>
            </a:r>
          </a:p>
          <a:p>
            <a:pPr eaLnBrk="1" hangingPunct="1"/>
            <a:r>
              <a:rPr lang="fr-FR" altLang="fr-FR" sz="1200" smtClean="0"/>
              <a:t>	Cause you're the music of my heart oooh….</a:t>
            </a:r>
          </a:p>
          <a:p>
            <a:pPr eaLnBrk="1" hangingPunct="1"/>
            <a:r>
              <a:rPr lang="fr-FR" altLang="fr-FR" sz="1200" smtClean="0"/>
              <a:t>     	6-  LA MÉLODIE DE MON ÂME, OOOH</a:t>
            </a:r>
          </a:p>
          <a:p>
            <a:pPr eaLnBrk="1" hangingPunct="1"/>
            <a:r>
              <a:rPr lang="fr-FR" altLang="fr-FR" sz="1200" smtClean="0"/>
              <a:t>	The melody within my soul oooh…</a:t>
            </a:r>
          </a:p>
          <a:p>
            <a:pPr eaLnBrk="1" hangingPunct="1"/>
            <a:r>
              <a:rPr lang="fr-FR" altLang="fr-FR" sz="1200" smtClean="0"/>
              <a:t>	7-  LA CHANSON QUI ESSUIE MES PLEURS, OOOH</a:t>
            </a:r>
          </a:p>
          <a:p>
            <a:pPr eaLnBrk="1" hangingPunct="1"/>
            <a:r>
              <a:rPr lang="fr-FR" altLang="fr-FR" sz="1200" smtClean="0"/>
              <a:t>	the song that holds me in the dark oooh…..</a:t>
            </a:r>
          </a:p>
          <a:p>
            <a:pPr eaLnBrk="1" hangingPunct="1"/>
            <a:r>
              <a:rPr lang="fr-FR" altLang="fr-FR" sz="1200" smtClean="0"/>
              <a:t>     	8-  L’ÉTINCELLE QUI INCENDIE MA FLAMME, OOOH</a:t>
            </a:r>
          </a:p>
          <a:p>
            <a:pPr eaLnBrk="1" hangingPunct="1"/>
            <a:r>
              <a:rPr lang="fr-FR" altLang="fr-FR" sz="1200" smtClean="0"/>
              <a:t>	The fire that warms me when I'm cold oooh….</a:t>
            </a:r>
          </a:p>
          <a:p>
            <a:pPr eaLnBrk="1" hangingPunct="1"/>
            <a:r>
              <a:rPr lang="fr-FR" altLang="fr-FR" sz="1200" smtClean="0"/>
              <a:t>     	9-  LA SYMPHONIE QUI FEND LA CRAINTE, OOOH</a:t>
            </a:r>
          </a:p>
          <a:p>
            <a:pPr eaLnBrk="1" hangingPunct="1"/>
            <a:r>
              <a:rPr lang="fr-FR" altLang="fr-FR" sz="1200" smtClean="0"/>
              <a:t>	The symphony that calms my fear oooh….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  	10-  LES PAROLES QUI ME FONT REPRENDRE, OOOH</a:t>
            </a:r>
          </a:p>
          <a:p>
            <a:pPr eaLnBrk="1" hangingPunct="1"/>
            <a:r>
              <a:rPr lang="fr-FR" altLang="fr-FR" sz="1200" smtClean="0"/>
              <a:t>	The lyric that I long to hear oooh …</a:t>
            </a:r>
          </a:p>
          <a:p>
            <a:pPr eaLnBrk="1" hangingPunct="1"/>
            <a:r>
              <a:rPr lang="fr-FR" altLang="fr-FR" sz="1200" smtClean="0"/>
              <a:t>	11-  LE CHEF-D’ŒUVRE LA PIÈCE DE VALEUR</a:t>
            </a:r>
          </a:p>
          <a:p>
            <a:pPr eaLnBrk="1" hangingPunct="1"/>
            <a:r>
              <a:rPr lang="fr-FR" altLang="fr-FR" sz="1200" smtClean="0"/>
              <a:t>	The masterpiece, the work of art oooh…</a:t>
            </a:r>
          </a:p>
          <a:p>
            <a:pPr eaLnBrk="1" hangingPunct="1"/>
            <a:r>
              <a:rPr lang="fr-FR" altLang="fr-FR" sz="1200" smtClean="0"/>
              <a:t>	12-  QUI EST FINIE AVANT L’HEURE</a:t>
            </a:r>
          </a:p>
          <a:p>
            <a:pPr eaLnBrk="1" hangingPunct="1"/>
            <a:r>
              <a:rPr lang="fr-FR" altLang="fr-FR" sz="1200" smtClean="0"/>
              <a:t>	Complete before I start</a:t>
            </a:r>
          </a:p>
          <a:p>
            <a:pPr eaLnBrk="1" hangingPunct="1"/>
            <a:r>
              <a:rPr lang="fr-FR" altLang="fr-FR" sz="1200" smtClean="0"/>
              <a:t>	13-  LA MUSIQUE DE MON CŒUR</a:t>
            </a:r>
          </a:p>
          <a:p>
            <a:pPr eaLnBrk="1" hangingPunct="1"/>
            <a:r>
              <a:rPr lang="fr-FR" altLang="fr-FR" sz="1200" smtClean="0"/>
              <a:t>	The music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14-  CRÉATEUR DE TOUT CE QUI EST BEAU ÉCRIS UNE MUSIQUE SUR MON CŒUR</a:t>
            </a:r>
          </a:p>
          <a:p>
            <a:pPr eaLnBrk="1" hangingPunct="1"/>
            <a:r>
              <a:rPr lang="fr-FR" altLang="fr-FR" sz="1200" smtClean="0"/>
              <a:t>Creator of all that is lovely, oh - Write a tune upon my heart</a:t>
            </a:r>
          </a:p>
          <a:p>
            <a:pPr eaLnBrk="1" hangingPunct="1"/>
            <a:r>
              <a:rPr lang="fr-FR" altLang="fr-FR" sz="1200" smtClean="0"/>
              <a:t>15-  QUAND ELLE SERA PRÊTE, JOUE-LA</a:t>
            </a:r>
          </a:p>
          <a:p>
            <a:pPr eaLnBrk="1" hangingPunct="1"/>
            <a:r>
              <a:rPr lang="fr-FR" altLang="fr-FR" sz="1200" smtClean="0"/>
              <a:t>And when you finish will you play me</a:t>
            </a:r>
          </a:p>
          <a:p>
            <a:pPr eaLnBrk="1" hangingPunct="1"/>
            <a:r>
              <a:rPr lang="fr-FR" altLang="fr-FR" sz="1200" smtClean="0"/>
              <a:t>16-  QU’ELLE SOIT UN HYMNE EN TON HONNEUR</a:t>
            </a:r>
          </a:p>
          <a:p>
            <a:pPr eaLnBrk="1" hangingPunct="1"/>
            <a:r>
              <a:rPr lang="fr-FR" altLang="fr-FR" sz="1200" smtClean="0"/>
              <a:t>Like a beautiful guitar?</a:t>
            </a:r>
          </a:p>
          <a:p>
            <a:pPr eaLnBrk="1" hangingPunct="1"/>
            <a:r>
              <a:rPr lang="fr-FR" altLang="fr-FR" sz="1200" smtClean="0"/>
              <a:t>17-  L’ACCORD DE LA COMPASSION RESTAURE TOUTE MON ÂME</a:t>
            </a:r>
          </a:p>
          <a:p>
            <a:pPr eaLnBrk="1" hangingPunct="1"/>
            <a:r>
              <a:rPr lang="fr-FR" altLang="fr-FR" sz="1200" smtClean="0"/>
              <a:t>STRUM, the chords of mercy Restore my soul completely</a:t>
            </a:r>
          </a:p>
          <a:p>
            <a:pPr eaLnBrk="1" hangingPunct="1"/>
            <a:r>
              <a:rPr lang="fr-FR" altLang="fr-FR" sz="1200" smtClean="0"/>
              <a:t>18-  TOUCHE-MOI PAR TON ONCTION ET MON ÊTRE REVIVRA</a:t>
            </a:r>
          </a:p>
          <a:p>
            <a:pPr eaLnBrk="1" hangingPunct="1"/>
            <a:r>
              <a:rPr lang="fr-FR" altLang="fr-FR" sz="1200" smtClean="0"/>
              <a:t>breathe life unto me And this instrument will sing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 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 :</a:t>
            </a:r>
          </a:p>
          <a:p>
            <a:pPr eaLnBrk="1" hangingPunct="1"/>
            <a:r>
              <a:rPr lang="fr-FR" altLang="fr-FR" sz="1200" smtClean="0"/>
              <a:t>19-  EUH, EUH, EUH, EUH, EUH DE MON CŒUR  X2</a:t>
            </a:r>
          </a:p>
          <a:p>
            <a:pPr eaLnBrk="1" hangingPunct="1"/>
            <a:r>
              <a:rPr lang="fr-FR" altLang="fr-FR" sz="1200" smtClean="0"/>
              <a:t>Ha-Ha-Ha-Ha-Heart Of my heart</a:t>
            </a:r>
          </a:p>
          <a:p>
            <a:pPr eaLnBrk="1" hangingPunct="1"/>
            <a:r>
              <a:rPr lang="fr-FR" altLang="fr-FR" sz="1200" smtClean="0"/>
              <a:t>20-  CHAQUE BRIN DE TA LUMIÈRE FAIT BRILLER MON UNIVERS</a:t>
            </a:r>
          </a:p>
          <a:p>
            <a:pPr eaLnBrk="1" hangingPunct="1"/>
            <a:r>
              <a:rPr lang="fr-FR" altLang="fr-FR" sz="1200" smtClean="0"/>
              <a:t>every single line's full of love divine write me like a valentine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EUH, EUH, EUH, EUH, EUH DE MON CŒUR  X2</a:t>
            </a:r>
          </a:p>
          <a:p>
            <a:pPr eaLnBrk="1" hangingPunct="1"/>
            <a:r>
              <a:rPr lang="fr-FR" altLang="fr-FR" sz="1200" smtClean="0"/>
              <a:t>      Ha-Ha-Ha-Ha-Heart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N’AI PAS HONTE DE DIRE AU MONDE SANS TOI JE NE SUIS RIEN,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not ashamed to tell the whole world, oh. Without you, I'm nothing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BESOIN D’ÊTRE RÉPARÉ PARFOIS JE SUIS TROP DÉPHASÉ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I have strings in need of mending - I'm OUT OF tune in certain parts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strum, the chords of mercy -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Lay your hand upon me And this instrument will breathe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LA MUSIQUE DE MON CŒUR,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you're the music of my heart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LA MÉLODIE DE MON ÂME,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melody within my soul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LA CHANSON QUI ESSUIE MES PLEURS,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song that holds me in the dark oooh…..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L’ÉTINCELLE QUI INCENDIE MA FLAMME,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fire that warms me when I'm cold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LA SYMPHONIE QUI FEND LA CRAINTE,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symphony that calms my fear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LES PAROLES QUI ME FONT REPRENDRE,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lyric that I long to hear oooh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LE CHEF-D’ŒUVRE LA PIÈCE DE VALEUR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masterpiece, the work of art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QUI EST FINIE AVANT L’HEURE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Complete before I start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LA MUSIQUE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music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CRÉATEUR DE TOUT CE QUI EST BEAU ÉCRIS UNE MUSIQUE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Creator of all that is lovely, oh - Write a tune upon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ELLE SERA PRÊTE, JOUE-LA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you finish will you play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QU’ELLE SOIT UN HYMNE EN TON 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Like a beautiful guitar?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STRUM, the chords of mercy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breathe life unto me And this instrument will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CHAQUE BRIN DE TA LUMIÈRE FAIT BRILLER MON 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single line's full of love divine write me like a valentine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JE N’AI PAS HONTE DE DIRE AU MONDE SANS TOI JE NE SUIS RIEN, RIEN</a:t>
            </a:r>
          </a:p>
          <a:p>
            <a:pPr eaLnBrk="1" hangingPunct="1"/>
            <a:r>
              <a:rPr lang="fr-FR" altLang="fr-FR" sz="1200" smtClean="0"/>
              <a:t>I'm not ashamed to tell the whole world, oh. Without you, I'm nothing at all</a:t>
            </a:r>
          </a:p>
          <a:p>
            <a:pPr eaLnBrk="1" hangingPunct="1"/>
            <a:r>
              <a:rPr lang="fr-FR" altLang="fr-FR" sz="1200" smtClean="0"/>
              <a:t>2-  J’AI BESOIN D’ÊTRE RÉPARÉ PARFOIS JE SUIS TROP DÉPHASÉ</a:t>
            </a:r>
          </a:p>
          <a:p>
            <a:pPr eaLnBrk="1" hangingPunct="1"/>
            <a:r>
              <a:rPr lang="fr-FR" altLang="fr-FR" sz="1200" smtClean="0"/>
              <a:t>That I have strings in need of mending - I'm OUT OF tune in certain parts</a:t>
            </a:r>
          </a:p>
          <a:p>
            <a:pPr eaLnBrk="1" hangingPunct="1"/>
            <a:r>
              <a:rPr lang="fr-FR" altLang="fr-FR" sz="1200" smtClean="0"/>
              <a:t>3-  L’ACCORD DE LA COMPASSION RESTAURE TOUTE MON ÂME</a:t>
            </a:r>
          </a:p>
          <a:p>
            <a:pPr eaLnBrk="1" hangingPunct="1"/>
            <a:r>
              <a:rPr lang="fr-FR" altLang="fr-FR" sz="1200" smtClean="0"/>
              <a:t>so strum, the chords of mercy - restore my soul completely</a:t>
            </a:r>
          </a:p>
          <a:p>
            <a:pPr eaLnBrk="1" hangingPunct="1"/>
            <a:r>
              <a:rPr lang="fr-FR" altLang="fr-FR" sz="1200" smtClean="0"/>
              <a:t>4-  TOUCHE-MOI PAR TON ONCTION ET MON ÊTRE REVIVRA</a:t>
            </a:r>
          </a:p>
          <a:p>
            <a:pPr eaLnBrk="1" hangingPunct="1"/>
            <a:r>
              <a:rPr lang="fr-FR" altLang="fr-FR" sz="1200" smtClean="0"/>
              <a:t>Lay your hand upon me And this instrument will breathe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TU ES LA MUSIQUE DE MON CŒUR, OOOH</a:t>
            </a:r>
          </a:p>
          <a:p>
            <a:pPr eaLnBrk="1" hangingPunct="1"/>
            <a:r>
              <a:rPr lang="fr-FR" altLang="fr-FR" sz="1200" smtClean="0"/>
              <a:t>	Cause you're the music of my heart oooh….</a:t>
            </a:r>
          </a:p>
          <a:p>
            <a:pPr eaLnBrk="1" hangingPunct="1"/>
            <a:r>
              <a:rPr lang="fr-FR" altLang="fr-FR" sz="1200" smtClean="0"/>
              <a:t>     	6-  LA MÉLODIE DE MON ÂME, OOOH</a:t>
            </a:r>
          </a:p>
          <a:p>
            <a:pPr eaLnBrk="1" hangingPunct="1"/>
            <a:r>
              <a:rPr lang="fr-FR" altLang="fr-FR" sz="1200" smtClean="0"/>
              <a:t>	The melody within my soul oooh…</a:t>
            </a:r>
          </a:p>
          <a:p>
            <a:pPr eaLnBrk="1" hangingPunct="1"/>
            <a:r>
              <a:rPr lang="fr-FR" altLang="fr-FR" sz="1200" smtClean="0"/>
              <a:t>	7-  LA CHANSON QUI ESSUIE MES PLEURS, OOOH</a:t>
            </a:r>
          </a:p>
          <a:p>
            <a:pPr eaLnBrk="1" hangingPunct="1"/>
            <a:r>
              <a:rPr lang="fr-FR" altLang="fr-FR" sz="1200" smtClean="0"/>
              <a:t>	the song that holds me in the dark oooh…..</a:t>
            </a:r>
          </a:p>
          <a:p>
            <a:pPr eaLnBrk="1" hangingPunct="1"/>
            <a:r>
              <a:rPr lang="fr-FR" altLang="fr-FR" sz="1200" smtClean="0"/>
              <a:t>     	8-  L’ÉTINCELLE QUI INCENDIE MA FLAMME, OOOH</a:t>
            </a:r>
          </a:p>
          <a:p>
            <a:pPr eaLnBrk="1" hangingPunct="1"/>
            <a:r>
              <a:rPr lang="fr-FR" altLang="fr-FR" sz="1200" smtClean="0"/>
              <a:t>	The fire that warms me when I'm cold oooh….</a:t>
            </a:r>
          </a:p>
          <a:p>
            <a:pPr eaLnBrk="1" hangingPunct="1"/>
            <a:r>
              <a:rPr lang="fr-FR" altLang="fr-FR" sz="1200" smtClean="0"/>
              <a:t>     	9-  LA SYMPHONIE QUI FEND LA CRAINTE, OOOH</a:t>
            </a:r>
          </a:p>
          <a:p>
            <a:pPr eaLnBrk="1" hangingPunct="1"/>
            <a:r>
              <a:rPr lang="fr-FR" altLang="fr-FR" sz="1200" smtClean="0"/>
              <a:t>	The symphony that calms my fear oooh….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  	10-  LES PAROLES QUI ME FONT REPRENDRE, OOOH</a:t>
            </a:r>
          </a:p>
          <a:p>
            <a:pPr eaLnBrk="1" hangingPunct="1"/>
            <a:r>
              <a:rPr lang="fr-FR" altLang="fr-FR" sz="1200" smtClean="0"/>
              <a:t>	The lyric that I long to hear oooh …</a:t>
            </a:r>
          </a:p>
          <a:p>
            <a:pPr eaLnBrk="1" hangingPunct="1"/>
            <a:r>
              <a:rPr lang="fr-FR" altLang="fr-FR" sz="1200" smtClean="0"/>
              <a:t>	11-  LE CHEF-D’ŒUVRE LA PIÈCE DE VALEUR</a:t>
            </a:r>
          </a:p>
          <a:p>
            <a:pPr eaLnBrk="1" hangingPunct="1"/>
            <a:r>
              <a:rPr lang="fr-FR" altLang="fr-FR" sz="1200" smtClean="0"/>
              <a:t>	The masterpiece, the work of art oooh…</a:t>
            </a:r>
          </a:p>
          <a:p>
            <a:pPr eaLnBrk="1" hangingPunct="1"/>
            <a:r>
              <a:rPr lang="fr-FR" altLang="fr-FR" sz="1200" smtClean="0"/>
              <a:t>	12-  QUI EST FINIE AVANT L’HEURE</a:t>
            </a:r>
          </a:p>
          <a:p>
            <a:pPr eaLnBrk="1" hangingPunct="1"/>
            <a:r>
              <a:rPr lang="fr-FR" altLang="fr-FR" sz="1200" smtClean="0"/>
              <a:t>	Complete before I start</a:t>
            </a:r>
          </a:p>
          <a:p>
            <a:pPr eaLnBrk="1" hangingPunct="1"/>
            <a:r>
              <a:rPr lang="fr-FR" altLang="fr-FR" sz="1200" smtClean="0"/>
              <a:t>	13-  LA MUSIQUE DE MON CŒUR</a:t>
            </a:r>
          </a:p>
          <a:p>
            <a:pPr eaLnBrk="1" hangingPunct="1"/>
            <a:r>
              <a:rPr lang="fr-FR" altLang="fr-FR" sz="1200" smtClean="0"/>
              <a:t>	The music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14-  CRÉATEUR DE TOUT CE QUI EST BEAU ÉCRIS UNE MUSIQUE SUR MON CŒUR</a:t>
            </a:r>
          </a:p>
          <a:p>
            <a:pPr eaLnBrk="1" hangingPunct="1"/>
            <a:r>
              <a:rPr lang="fr-FR" altLang="fr-FR" sz="1200" smtClean="0"/>
              <a:t>Creator of all that is lovely, oh - Write a tune upon my heart</a:t>
            </a:r>
          </a:p>
          <a:p>
            <a:pPr eaLnBrk="1" hangingPunct="1"/>
            <a:r>
              <a:rPr lang="fr-FR" altLang="fr-FR" sz="1200" smtClean="0"/>
              <a:t>15-  QUAND ELLE SERA PRÊTE, JOUE-LA</a:t>
            </a:r>
          </a:p>
          <a:p>
            <a:pPr eaLnBrk="1" hangingPunct="1"/>
            <a:r>
              <a:rPr lang="fr-FR" altLang="fr-FR" sz="1200" smtClean="0"/>
              <a:t>And when you finish will you play me</a:t>
            </a:r>
          </a:p>
          <a:p>
            <a:pPr eaLnBrk="1" hangingPunct="1"/>
            <a:r>
              <a:rPr lang="fr-FR" altLang="fr-FR" sz="1200" smtClean="0"/>
              <a:t>16-  QU’ELLE SOIT UN HYMNE EN TON HONNEUR</a:t>
            </a:r>
          </a:p>
          <a:p>
            <a:pPr eaLnBrk="1" hangingPunct="1"/>
            <a:r>
              <a:rPr lang="fr-FR" altLang="fr-FR" sz="1200" smtClean="0"/>
              <a:t>Like a beautiful guitar?</a:t>
            </a:r>
          </a:p>
          <a:p>
            <a:pPr eaLnBrk="1" hangingPunct="1"/>
            <a:r>
              <a:rPr lang="fr-FR" altLang="fr-FR" sz="1200" smtClean="0"/>
              <a:t>17-  L’ACCORD DE LA COMPASSION RESTAURE TOUTE MON ÂME</a:t>
            </a:r>
          </a:p>
          <a:p>
            <a:pPr eaLnBrk="1" hangingPunct="1"/>
            <a:r>
              <a:rPr lang="fr-FR" altLang="fr-FR" sz="1200" smtClean="0"/>
              <a:t>STRUM, the chords of mercy Restore my soul completely</a:t>
            </a:r>
          </a:p>
          <a:p>
            <a:pPr eaLnBrk="1" hangingPunct="1"/>
            <a:r>
              <a:rPr lang="fr-FR" altLang="fr-FR" sz="1200" smtClean="0"/>
              <a:t>18-  TOUCHE-MOI PAR TON ONCTION ET MON ÊTRE REVIVRA</a:t>
            </a:r>
          </a:p>
          <a:p>
            <a:pPr eaLnBrk="1" hangingPunct="1"/>
            <a:r>
              <a:rPr lang="fr-FR" altLang="fr-FR" sz="1200" smtClean="0"/>
              <a:t>breathe life unto me And this instrument will sing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 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 :</a:t>
            </a:r>
          </a:p>
          <a:p>
            <a:pPr eaLnBrk="1" hangingPunct="1"/>
            <a:r>
              <a:rPr lang="fr-FR" altLang="fr-FR" sz="1200" smtClean="0"/>
              <a:t>19-  EUH, EUH, EUH, EUH, EUH DE MON CŒUR  X2</a:t>
            </a:r>
          </a:p>
          <a:p>
            <a:pPr eaLnBrk="1" hangingPunct="1"/>
            <a:r>
              <a:rPr lang="fr-FR" altLang="fr-FR" sz="1200" smtClean="0"/>
              <a:t>Ha-Ha-Ha-Ha-Heart Of my heart</a:t>
            </a:r>
          </a:p>
          <a:p>
            <a:pPr eaLnBrk="1" hangingPunct="1"/>
            <a:r>
              <a:rPr lang="fr-FR" altLang="fr-FR" sz="1200" smtClean="0"/>
              <a:t>20-  CHAQUE BRIN DE TA LUMIÈRE FAIT BRILLER MON UNIVERS</a:t>
            </a:r>
          </a:p>
          <a:p>
            <a:pPr eaLnBrk="1" hangingPunct="1"/>
            <a:r>
              <a:rPr lang="fr-FR" altLang="fr-FR" sz="1200" smtClean="0"/>
              <a:t>every single line's full of love divine write me like a valentine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EUH, EUH, EUH, EUH, EUH DE MON CŒUR  X2</a:t>
            </a:r>
          </a:p>
          <a:p>
            <a:pPr eaLnBrk="1" hangingPunct="1"/>
            <a:r>
              <a:rPr lang="fr-FR" altLang="fr-FR" sz="1200" smtClean="0"/>
              <a:t>      Ha-Ha-Ha-Ha-Heart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N’AI PAS HONTE DE DIRE AU MONDE SANS TOI JE NE SUIS RIEN,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not ashamed to tell the whole world, oh. Without you, I'm nothing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BESOIN D’ÊTRE RÉPARÉ PARFOIS JE SUIS TROP DÉPHASÉ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I have strings in need of mending - I'm OUT OF tune in certain parts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strum, the chords of mercy -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Lay your hand upon me And this instrument will breathe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LA MUSIQUE DE MON CŒUR,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you're the music of my heart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LA MÉLODIE DE MON ÂME,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melody within my soul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LA CHANSON QUI ESSUIE MES PLEURS,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song that holds me in the dark oooh…..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L’ÉTINCELLE QUI INCENDIE MA FLAMME,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fire that warms me when I'm cold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LA SYMPHONIE QUI FEND LA CRAINTE,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symphony that calms my fear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LES PAROLES QUI ME FONT REPRENDRE,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lyric that I long to hear oooh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LE CHEF-D’ŒUVRE LA PIÈCE DE VALEUR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masterpiece, the work of art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QUI EST FINIE AVANT L’HEURE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Complete before I start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LA MUSIQUE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music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CRÉATEUR DE TOUT CE QUI EST BEAU ÉCRIS UNE MUSIQUE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Creator of all that is lovely, oh - Write a tune upon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ELLE SERA PRÊTE, JOUE-LA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you finish will you play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QU’ELLE SOIT UN HYMNE EN TON 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Like a beautiful guitar?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STRUM, the chords of mercy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breathe life unto me And this instrument will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CHAQUE BRIN DE TA LUMIÈRE FAIT BRILLER MON 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single line's full of love divine write me like a valentine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JE N’AI PAS HONTE DE DIRE AU MONDE SANS TOI JE NE SUIS RIEN, RIEN</a:t>
            </a:r>
          </a:p>
          <a:p>
            <a:pPr eaLnBrk="1" hangingPunct="1"/>
            <a:r>
              <a:rPr lang="fr-FR" altLang="fr-FR" sz="1200" smtClean="0"/>
              <a:t>I'm not ashamed to tell the whole world, oh. Without you, I'm nothing at all</a:t>
            </a:r>
          </a:p>
          <a:p>
            <a:pPr eaLnBrk="1" hangingPunct="1"/>
            <a:r>
              <a:rPr lang="fr-FR" altLang="fr-FR" sz="1200" smtClean="0"/>
              <a:t>2-  J’AI BESOIN D’ÊTRE RÉPARÉ PARFOIS JE SUIS TROP DÉPHASÉ</a:t>
            </a:r>
          </a:p>
          <a:p>
            <a:pPr eaLnBrk="1" hangingPunct="1"/>
            <a:r>
              <a:rPr lang="fr-FR" altLang="fr-FR" sz="1200" smtClean="0"/>
              <a:t>That I have strings in need of mending - I'm OUT OF tune in certain parts</a:t>
            </a:r>
          </a:p>
          <a:p>
            <a:pPr eaLnBrk="1" hangingPunct="1"/>
            <a:r>
              <a:rPr lang="fr-FR" altLang="fr-FR" sz="1200" smtClean="0"/>
              <a:t>3-  L’ACCORD DE LA COMPASSION RESTAURE TOUTE MON ÂME</a:t>
            </a:r>
          </a:p>
          <a:p>
            <a:pPr eaLnBrk="1" hangingPunct="1"/>
            <a:r>
              <a:rPr lang="fr-FR" altLang="fr-FR" sz="1200" smtClean="0"/>
              <a:t>so strum, the chords of mercy - restore my soul completely</a:t>
            </a:r>
          </a:p>
          <a:p>
            <a:pPr eaLnBrk="1" hangingPunct="1"/>
            <a:r>
              <a:rPr lang="fr-FR" altLang="fr-FR" sz="1200" smtClean="0"/>
              <a:t>4-  TOUCHE-MOI PAR TON ONCTION ET MON ÊTRE REVIVRA</a:t>
            </a:r>
          </a:p>
          <a:p>
            <a:pPr eaLnBrk="1" hangingPunct="1"/>
            <a:r>
              <a:rPr lang="fr-FR" altLang="fr-FR" sz="1200" smtClean="0"/>
              <a:t>Lay your hand upon me And this instrument will breathe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TU ES LA MUSIQUE DE MON CŒUR, OOOH</a:t>
            </a:r>
          </a:p>
          <a:p>
            <a:pPr eaLnBrk="1" hangingPunct="1"/>
            <a:r>
              <a:rPr lang="fr-FR" altLang="fr-FR" sz="1200" smtClean="0"/>
              <a:t>	Cause you're the music of my heart oooh….</a:t>
            </a:r>
          </a:p>
          <a:p>
            <a:pPr eaLnBrk="1" hangingPunct="1"/>
            <a:r>
              <a:rPr lang="fr-FR" altLang="fr-FR" sz="1200" smtClean="0"/>
              <a:t>     	6-  LA MÉLODIE DE MON ÂME, OOOH</a:t>
            </a:r>
          </a:p>
          <a:p>
            <a:pPr eaLnBrk="1" hangingPunct="1"/>
            <a:r>
              <a:rPr lang="fr-FR" altLang="fr-FR" sz="1200" smtClean="0"/>
              <a:t>	The melody within my soul oooh…</a:t>
            </a:r>
          </a:p>
          <a:p>
            <a:pPr eaLnBrk="1" hangingPunct="1"/>
            <a:r>
              <a:rPr lang="fr-FR" altLang="fr-FR" sz="1200" smtClean="0"/>
              <a:t>	7-  LA CHANSON QUI ESSUIE MES PLEURS, OOOH</a:t>
            </a:r>
          </a:p>
          <a:p>
            <a:pPr eaLnBrk="1" hangingPunct="1"/>
            <a:r>
              <a:rPr lang="fr-FR" altLang="fr-FR" sz="1200" smtClean="0"/>
              <a:t>	the song that holds me in the dark oooh…..</a:t>
            </a:r>
          </a:p>
          <a:p>
            <a:pPr eaLnBrk="1" hangingPunct="1"/>
            <a:r>
              <a:rPr lang="fr-FR" altLang="fr-FR" sz="1200" smtClean="0"/>
              <a:t>     	8-  L’ÉTINCELLE QUI INCENDIE MA FLAMME, OOOH</a:t>
            </a:r>
          </a:p>
          <a:p>
            <a:pPr eaLnBrk="1" hangingPunct="1"/>
            <a:r>
              <a:rPr lang="fr-FR" altLang="fr-FR" sz="1200" smtClean="0"/>
              <a:t>	The fire that warms me when I'm cold oooh….</a:t>
            </a:r>
          </a:p>
          <a:p>
            <a:pPr eaLnBrk="1" hangingPunct="1"/>
            <a:r>
              <a:rPr lang="fr-FR" altLang="fr-FR" sz="1200" smtClean="0"/>
              <a:t>     	9-  LA SYMPHONIE QUI FEND LA CRAINTE, OOOH</a:t>
            </a:r>
          </a:p>
          <a:p>
            <a:pPr eaLnBrk="1" hangingPunct="1"/>
            <a:r>
              <a:rPr lang="fr-FR" altLang="fr-FR" sz="1200" smtClean="0"/>
              <a:t>	The symphony that calms my fear oooh….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  	10-  LES PAROLES QUI ME FONT REPRENDRE, OOOH</a:t>
            </a:r>
          </a:p>
          <a:p>
            <a:pPr eaLnBrk="1" hangingPunct="1"/>
            <a:r>
              <a:rPr lang="fr-FR" altLang="fr-FR" sz="1200" smtClean="0"/>
              <a:t>	The lyric that I long to hear oooh …</a:t>
            </a:r>
          </a:p>
          <a:p>
            <a:pPr eaLnBrk="1" hangingPunct="1"/>
            <a:r>
              <a:rPr lang="fr-FR" altLang="fr-FR" sz="1200" smtClean="0"/>
              <a:t>	11-  LE CHEF-D’ŒUVRE LA PIÈCE DE VALEUR</a:t>
            </a:r>
          </a:p>
          <a:p>
            <a:pPr eaLnBrk="1" hangingPunct="1"/>
            <a:r>
              <a:rPr lang="fr-FR" altLang="fr-FR" sz="1200" smtClean="0"/>
              <a:t>	The masterpiece, the work of art oooh…</a:t>
            </a:r>
          </a:p>
          <a:p>
            <a:pPr eaLnBrk="1" hangingPunct="1"/>
            <a:r>
              <a:rPr lang="fr-FR" altLang="fr-FR" sz="1200" smtClean="0"/>
              <a:t>	12-  QUI EST FINIE AVANT L’HEURE</a:t>
            </a:r>
          </a:p>
          <a:p>
            <a:pPr eaLnBrk="1" hangingPunct="1"/>
            <a:r>
              <a:rPr lang="fr-FR" altLang="fr-FR" sz="1200" smtClean="0"/>
              <a:t>	Complete before I start</a:t>
            </a:r>
          </a:p>
          <a:p>
            <a:pPr eaLnBrk="1" hangingPunct="1"/>
            <a:r>
              <a:rPr lang="fr-FR" altLang="fr-FR" sz="1200" smtClean="0"/>
              <a:t>	13-  LA MUSIQUE DE MON CŒUR</a:t>
            </a:r>
          </a:p>
          <a:p>
            <a:pPr eaLnBrk="1" hangingPunct="1"/>
            <a:r>
              <a:rPr lang="fr-FR" altLang="fr-FR" sz="1200" smtClean="0"/>
              <a:t>	The music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14-  CRÉATEUR DE TOUT CE QUI EST BEAU ÉCRIS UNE MUSIQUE SUR MON CŒUR</a:t>
            </a:r>
          </a:p>
          <a:p>
            <a:pPr eaLnBrk="1" hangingPunct="1"/>
            <a:r>
              <a:rPr lang="fr-FR" altLang="fr-FR" sz="1200" smtClean="0"/>
              <a:t>Creator of all that is lovely, oh - Write a tune upon my heart</a:t>
            </a:r>
          </a:p>
          <a:p>
            <a:pPr eaLnBrk="1" hangingPunct="1"/>
            <a:r>
              <a:rPr lang="fr-FR" altLang="fr-FR" sz="1200" smtClean="0"/>
              <a:t>15-  QUAND ELLE SERA PRÊTE, JOUE-LA</a:t>
            </a:r>
          </a:p>
          <a:p>
            <a:pPr eaLnBrk="1" hangingPunct="1"/>
            <a:r>
              <a:rPr lang="fr-FR" altLang="fr-FR" sz="1200" smtClean="0"/>
              <a:t>And when you finish will you play me</a:t>
            </a:r>
          </a:p>
          <a:p>
            <a:pPr eaLnBrk="1" hangingPunct="1"/>
            <a:r>
              <a:rPr lang="fr-FR" altLang="fr-FR" sz="1200" smtClean="0"/>
              <a:t>16-  QU’ELLE SOIT UN HYMNE EN TON HONNEUR</a:t>
            </a:r>
          </a:p>
          <a:p>
            <a:pPr eaLnBrk="1" hangingPunct="1"/>
            <a:r>
              <a:rPr lang="fr-FR" altLang="fr-FR" sz="1200" smtClean="0"/>
              <a:t>Like a beautiful guitar?</a:t>
            </a:r>
          </a:p>
          <a:p>
            <a:pPr eaLnBrk="1" hangingPunct="1"/>
            <a:r>
              <a:rPr lang="fr-FR" altLang="fr-FR" sz="1200" smtClean="0"/>
              <a:t>17-  L’ACCORD DE LA COMPASSION RESTAURE TOUTE MON ÂME</a:t>
            </a:r>
          </a:p>
          <a:p>
            <a:pPr eaLnBrk="1" hangingPunct="1"/>
            <a:r>
              <a:rPr lang="fr-FR" altLang="fr-FR" sz="1200" smtClean="0"/>
              <a:t>STRUM, the chords of mercy Restore my soul completely</a:t>
            </a:r>
          </a:p>
          <a:p>
            <a:pPr eaLnBrk="1" hangingPunct="1"/>
            <a:r>
              <a:rPr lang="fr-FR" altLang="fr-FR" sz="1200" smtClean="0"/>
              <a:t>18-  TOUCHE-MOI PAR TON ONCTION ET MON ÊTRE REVIVRA</a:t>
            </a:r>
          </a:p>
          <a:p>
            <a:pPr eaLnBrk="1" hangingPunct="1"/>
            <a:r>
              <a:rPr lang="fr-FR" altLang="fr-FR" sz="1200" smtClean="0"/>
              <a:t>breathe life unto me And this instrument will sing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 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 :</a:t>
            </a:r>
          </a:p>
          <a:p>
            <a:pPr eaLnBrk="1" hangingPunct="1"/>
            <a:r>
              <a:rPr lang="fr-FR" altLang="fr-FR" sz="1200" smtClean="0"/>
              <a:t>19-  EUH, EUH, EUH, EUH, EUH DE MON CŒUR  X2</a:t>
            </a:r>
          </a:p>
          <a:p>
            <a:pPr eaLnBrk="1" hangingPunct="1"/>
            <a:r>
              <a:rPr lang="fr-FR" altLang="fr-FR" sz="1200" smtClean="0"/>
              <a:t>Ha-Ha-Ha-Ha-Heart Of my heart</a:t>
            </a:r>
          </a:p>
          <a:p>
            <a:pPr eaLnBrk="1" hangingPunct="1"/>
            <a:r>
              <a:rPr lang="fr-FR" altLang="fr-FR" sz="1200" smtClean="0"/>
              <a:t>20-  CHAQUE BRIN DE TA LUMIÈRE FAIT BRILLER MON UNIVERS</a:t>
            </a:r>
          </a:p>
          <a:p>
            <a:pPr eaLnBrk="1" hangingPunct="1"/>
            <a:r>
              <a:rPr lang="fr-FR" altLang="fr-FR" sz="1200" smtClean="0"/>
              <a:t>every single line's full of love divine write me like a valentine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EUH, EUH, EUH, EUH, EUH DE MON CŒUR  X2</a:t>
            </a:r>
          </a:p>
          <a:p>
            <a:pPr eaLnBrk="1" hangingPunct="1"/>
            <a:r>
              <a:rPr lang="fr-FR" altLang="fr-FR" sz="1200" smtClean="0"/>
              <a:t>      Ha-Ha-Ha-Ha-Heart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N’AI PAS HONTE DE DIRE AU MONDE SANS TOI JE NE SUIS RIEN,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not ashamed to tell the whole world, oh. Without you, I'm nothing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BESOIN D’ÊTRE RÉPARÉ PARFOIS JE SUIS TROP DÉPHASÉ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I have strings in need of mending - I'm OUT OF tune in certain parts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strum, the chords of mercy -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Lay your hand upon me And this instrument will breathe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LA MUSIQUE DE MON CŒUR,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you're the music of my heart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LA MÉLODIE DE MON ÂME,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melody within my soul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LA CHANSON QUI ESSUIE MES PLEURS,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song that holds me in the dark oooh…..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L’ÉTINCELLE QUI INCENDIE MA FLAMME,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fire that warms me when I'm cold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LA SYMPHONIE QUI FEND LA CRAINTE,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symphony that calms my fear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LES PAROLES QUI ME FONT REPRENDRE,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lyric that I long to hear oooh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LE CHEF-D’ŒUVRE LA PIÈCE DE VALEUR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masterpiece, the work of art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QUI EST FINIE AVANT L’HEURE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Complete before I start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LA MUSIQUE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music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CRÉATEUR DE TOUT CE QUI EST BEAU ÉCRIS UNE MUSIQUE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Creator of all that is lovely, oh - Write a tune upon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ELLE SERA PRÊTE, JOUE-LA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you finish will you play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QU’ELLE SOIT UN HYMNE EN TON 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Like a beautiful guitar?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STRUM, the chords of mercy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breathe life unto me And this instrument will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CHAQUE BRIN DE TA LUMIÈRE FAIT BRILLER MON 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single line's full of love divine write me like a valentine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JE N’AI PAS HONTE DE DIRE AU MONDE SANS TOI JE NE SUIS RIEN, RIEN</a:t>
            </a:r>
          </a:p>
          <a:p>
            <a:pPr eaLnBrk="1" hangingPunct="1"/>
            <a:r>
              <a:rPr lang="fr-FR" altLang="fr-FR" sz="1200" smtClean="0"/>
              <a:t>I'm not ashamed to tell the whole world, oh. Without you, I'm nothing at all</a:t>
            </a:r>
          </a:p>
          <a:p>
            <a:pPr eaLnBrk="1" hangingPunct="1"/>
            <a:r>
              <a:rPr lang="fr-FR" altLang="fr-FR" sz="1200" smtClean="0"/>
              <a:t>2-  J’AI BESOIN D’ÊTRE RÉPARÉ PARFOIS JE SUIS TROP DÉPHASÉ</a:t>
            </a:r>
          </a:p>
          <a:p>
            <a:pPr eaLnBrk="1" hangingPunct="1"/>
            <a:r>
              <a:rPr lang="fr-FR" altLang="fr-FR" sz="1200" smtClean="0"/>
              <a:t>That I have strings in need of mending - I'm OUT OF tune in certain parts</a:t>
            </a:r>
          </a:p>
          <a:p>
            <a:pPr eaLnBrk="1" hangingPunct="1"/>
            <a:r>
              <a:rPr lang="fr-FR" altLang="fr-FR" sz="1200" smtClean="0"/>
              <a:t>3-  L’ACCORD DE LA COMPASSION RESTAURE TOUTE MON ÂME</a:t>
            </a:r>
          </a:p>
          <a:p>
            <a:pPr eaLnBrk="1" hangingPunct="1"/>
            <a:r>
              <a:rPr lang="fr-FR" altLang="fr-FR" sz="1200" smtClean="0"/>
              <a:t>so strum, the chords of mercy - restore my soul completely</a:t>
            </a:r>
          </a:p>
          <a:p>
            <a:pPr eaLnBrk="1" hangingPunct="1"/>
            <a:r>
              <a:rPr lang="fr-FR" altLang="fr-FR" sz="1200" smtClean="0"/>
              <a:t>4-  TOUCHE-MOI PAR TON ONCTION ET MON ÊTRE REVIVRA</a:t>
            </a:r>
          </a:p>
          <a:p>
            <a:pPr eaLnBrk="1" hangingPunct="1"/>
            <a:r>
              <a:rPr lang="fr-FR" altLang="fr-FR" sz="1200" smtClean="0"/>
              <a:t>Lay your hand upon me And this instrument will breathe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TU ES LA MUSIQUE DE MON CŒUR, OOOH</a:t>
            </a:r>
          </a:p>
          <a:p>
            <a:pPr eaLnBrk="1" hangingPunct="1"/>
            <a:r>
              <a:rPr lang="fr-FR" altLang="fr-FR" sz="1200" smtClean="0"/>
              <a:t>	Cause you're the music of my heart oooh….</a:t>
            </a:r>
          </a:p>
          <a:p>
            <a:pPr eaLnBrk="1" hangingPunct="1"/>
            <a:r>
              <a:rPr lang="fr-FR" altLang="fr-FR" sz="1200" smtClean="0"/>
              <a:t>     	6-  LA MÉLODIE DE MON ÂME, OOOH</a:t>
            </a:r>
          </a:p>
          <a:p>
            <a:pPr eaLnBrk="1" hangingPunct="1"/>
            <a:r>
              <a:rPr lang="fr-FR" altLang="fr-FR" sz="1200" smtClean="0"/>
              <a:t>	The melody within my soul oooh…</a:t>
            </a:r>
          </a:p>
          <a:p>
            <a:pPr eaLnBrk="1" hangingPunct="1"/>
            <a:r>
              <a:rPr lang="fr-FR" altLang="fr-FR" sz="1200" smtClean="0"/>
              <a:t>	7-  LA CHANSON QUI ESSUIE MES PLEURS, OOOH</a:t>
            </a:r>
          </a:p>
          <a:p>
            <a:pPr eaLnBrk="1" hangingPunct="1"/>
            <a:r>
              <a:rPr lang="fr-FR" altLang="fr-FR" sz="1200" smtClean="0"/>
              <a:t>	the song that holds me in the dark oooh…..</a:t>
            </a:r>
          </a:p>
          <a:p>
            <a:pPr eaLnBrk="1" hangingPunct="1"/>
            <a:r>
              <a:rPr lang="fr-FR" altLang="fr-FR" sz="1200" smtClean="0"/>
              <a:t>     	8-  L’ÉTINCELLE QUI INCENDIE MA FLAMME, OOOH</a:t>
            </a:r>
          </a:p>
          <a:p>
            <a:pPr eaLnBrk="1" hangingPunct="1"/>
            <a:r>
              <a:rPr lang="fr-FR" altLang="fr-FR" sz="1200" smtClean="0"/>
              <a:t>	The fire that warms me when I'm cold oooh….</a:t>
            </a:r>
          </a:p>
          <a:p>
            <a:pPr eaLnBrk="1" hangingPunct="1"/>
            <a:r>
              <a:rPr lang="fr-FR" altLang="fr-FR" sz="1200" smtClean="0"/>
              <a:t>     	9-  LA SYMPHONIE QUI FEND LA CRAINTE, OOOH</a:t>
            </a:r>
          </a:p>
          <a:p>
            <a:pPr eaLnBrk="1" hangingPunct="1"/>
            <a:r>
              <a:rPr lang="fr-FR" altLang="fr-FR" sz="1200" smtClean="0"/>
              <a:t>	The symphony that calms my fear oooh….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  	10-  LES PAROLES QUI ME FONT REPRENDRE, OOOH</a:t>
            </a:r>
          </a:p>
          <a:p>
            <a:pPr eaLnBrk="1" hangingPunct="1"/>
            <a:r>
              <a:rPr lang="fr-FR" altLang="fr-FR" sz="1200" smtClean="0"/>
              <a:t>	The lyric that I long to hear oooh …</a:t>
            </a:r>
          </a:p>
          <a:p>
            <a:pPr eaLnBrk="1" hangingPunct="1"/>
            <a:r>
              <a:rPr lang="fr-FR" altLang="fr-FR" sz="1200" smtClean="0"/>
              <a:t>	11-  LE CHEF-D’ŒUVRE LA PIÈCE DE VALEUR</a:t>
            </a:r>
          </a:p>
          <a:p>
            <a:pPr eaLnBrk="1" hangingPunct="1"/>
            <a:r>
              <a:rPr lang="fr-FR" altLang="fr-FR" sz="1200" smtClean="0"/>
              <a:t>	The masterpiece, the work of art oooh…</a:t>
            </a:r>
          </a:p>
          <a:p>
            <a:pPr eaLnBrk="1" hangingPunct="1"/>
            <a:r>
              <a:rPr lang="fr-FR" altLang="fr-FR" sz="1200" smtClean="0"/>
              <a:t>	12-  QUI EST FINIE AVANT L’HEURE</a:t>
            </a:r>
          </a:p>
          <a:p>
            <a:pPr eaLnBrk="1" hangingPunct="1"/>
            <a:r>
              <a:rPr lang="fr-FR" altLang="fr-FR" sz="1200" smtClean="0"/>
              <a:t>	Complete before I start</a:t>
            </a:r>
          </a:p>
          <a:p>
            <a:pPr eaLnBrk="1" hangingPunct="1"/>
            <a:r>
              <a:rPr lang="fr-FR" altLang="fr-FR" sz="1200" smtClean="0"/>
              <a:t>	13-  LA MUSIQUE DE MON CŒUR</a:t>
            </a:r>
          </a:p>
          <a:p>
            <a:pPr eaLnBrk="1" hangingPunct="1"/>
            <a:r>
              <a:rPr lang="fr-FR" altLang="fr-FR" sz="1200" smtClean="0"/>
              <a:t>	The music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14-  CRÉATEUR DE TOUT CE QUI EST BEAU ÉCRIS UNE MUSIQUE SUR MON CŒUR</a:t>
            </a:r>
          </a:p>
          <a:p>
            <a:pPr eaLnBrk="1" hangingPunct="1"/>
            <a:r>
              <a:rPr lang="fr-FR" altLang="fr-FR" sz="1200" smtClean="0"/>
              <a:t>Creator of all that is lovely, oh - Write a tune upon my heart</a:t>
            </a:r>
          </a:p>
          <a:p>
            <a:pPr eaLnBrk="1" hangingPunct="1"/>
            <a:r>
              <a:rPr lang="fr-FR" altLang="fr-FR" sz="1200" smtClean="0"/>
              <a:t>15-  QUAND ELLE SERA PRÊTE, JOUE-LA</a:t>
            </a:r>
          </a:p>
          <a:p>
            <a:pPr eaLnBrk="1" hangingPunct="1"/>
            <a:r>
              <a:rPr lang="fr-FR" altLang="fr-FR" sz="1200" smtClean="0"/>
              <a:t>And when you finish will you play me</a:t>
            </a:r>
          </a:p>
          <a:p>
            <a:pPr eaLnBrk="1" hangingPunct="1"/>
            <a:r>
              <a:rPr lang="fr-FR" altLang="fr-FR" sz="1200" smtClean="0"/>
              <a:t>16-  QU’ELLE SOIT UN HYMNE EN TON HONNEUR</a:t>
            </a:r>
          </a:p>
          <a:p>
            <a:pPr eaLnBrk="1" hangingPunct="1"/>
            <a:r>
              <a:rPr lang="fr-FR" altLang="fr-FR" sz="1200" smtClean="0"/>
              <a:t>Like a beautiful guitar?</a:t>
            </a:r>
          </a:p>
          <a:p>
            <a:pPr eaLnBrk="1" hangingPunct="1"/>
            <a:r>
              <a:rPr lang="fr-FR" altLang="fr-FR" sz="1200" smtClean="0"/>
              <a:t>17-  L’ACCORD DE LA COMPASSION RESTAURE TOUTE MON ÂME</a:t>
            </a:r>
          </a:p>
          <a:p>
            <a:pPr eaLnBrk="1" hangingPunct="1"/>
            <a:r>
              <a:rPr lang="fr-FR" altLang="fr-FR" sz="1200" smtClean="0"/>
              <a:t>STRUM, the chords of mercy Restore my soul completely</a:t>
            </a:r>
          </a:p>
          <a:p>
            <a:pPr eaLnBrk="1" hangingPunct="1"/>
            <a:r>
              <a:rPr lang="fr-FR" altLang="fr-FR" sz="1200" smtClean="0"/>
              <a:t>18-  TOUCHE-MOI PAR TON ONCTION ET MON ÊTRE REVIVRA</a:t>
            </a:r>
          </a:p>
          <a:p>
            <a:pPr eaLnBrk="1" hangingPunct="1"/>
            <a:r>
              <a:rPr lang="fr-FR" altLang="fr-FR" sz="1200" smtClean="0"/>
              <a:t>breathe life unto me And this instrument will sing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 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 :</a:t>
            </a:r>
          </a:p>
          <a:p>
            <a:pPr eaLnBrk="1" hangingPunct="1"/>
            <a:r>
              <a:rPr lang="fr-FR" altLang="fr-FR" sz="1200" smtClean="0"/>
              <a:t>19-  EUH, EUH, EUH, EUH, EUH DE MON CŒUR  X2</a:t>
            </a:r>
          </a:p>
          <a:p>
            <a:pPr eaLnBrk="1" hangingPunct="1"/>
            <a:r>
              <a:rPr lang="fr-FR" altLang="fr-FR" sz="1200" smtClean="0"/>
              <a:t>Ha-Ha-Ha-Ha-Heart Of my heart</a:t>
            </a:r>
          </a:p>
          <a:p>
            <a:pPr eaLnBrk="1" hangingPunct="1"/>
            <a:r>
              <a:rPr lang="fr-FR" altLang="fr-FR" sz="1200" smtClean="0"/>
              <a:t>20-  CHAQUE BRIN DE TA LUMIÈRE FAIT BRILLER MON UNIVERS</a:t>
            </a:r>
          </a:p>
          <a:p>
            <a:pPr eaLnBrk="1" hangingPunct="1"/>
            <a:r>
              <a:rPr lang="fr-FR" altLang="fr-FR" sz="1200" smtClean="0"/>
              <a:t>every single line's full of love divine write me like a valentine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EUH, EUH, EUH, EUH, EUH DE MON CŒUR  X2</a:t>
            </a:r>
          </a:p>
          <a:p>
            <a:pPr eaLnBrk="1" hangingPunct="1"/>
            <a:r>
              <a:rPr lang="fr-FR" altLang="fr-FR" sz="1200" smtClean="0"/>
              <a:t>      Ha-Ha-Ha-Ha-Heart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N’AI PAS HONTE DE DIRE AU MONDE SANS TOI JE NE SUIS RIEN,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not ashamed to tell the whole world, oh. Without you, I'm nothing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BESOIN D’ÊTRE RÉPARÉ PARFOIS JE SUIS TROP DÉPHASÉ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I have strings in need of mending - I'm OUT OF tune in certain parts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strum, the chords of mercy -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Lay your hand upon me And this instrument will breathe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LA MUSIQUE DE MON CŒUR,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you're the music of my heart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LA MÉLODIE DE MON ÂME,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melody within my soul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LA CHANSON QUI ESSUIE MES PLEURS,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song that holds me in the dark oooh…..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L’ÉTINCELLE QUI INCENDIE MA FLAMME,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fire that warms me when I'm cold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LA SYMPHONIE QUI FEND LA CRAINTE,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symphony that calms my fear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LES PAROLES QUI ME FONT REPRENDRE,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lyric that I long to hear oooh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LE CHEF-D’ŒUVRE LA PIÈCE DE VALEUR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masterpiece, the work of art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QUI EST FINIE AVANT L’HEURE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Complete before I start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LA MUSIQUE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music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CRÉATEUR DE TOUT CE QUI EST BEAU ÉCRIS UNE MUSIQUE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Creator of all that is lovely, oh - Write a tune upon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ELLE SERA PRÊTE, JOUE-LA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you finish will you play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QU’ELLE SOIT UN HYMNE EN TON 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Like a beautiful guitar?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STRUM, the chords of mercy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breathe life unto me And this instrument will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CHAQUE BRIN DE TA LUMIÈRE FAIT BRILLER MON 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single line's full of love divine write me like a valentine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JE N’AI PAS HONTE DE DIRE AU MONDE SANS TOI JE NE SUIS RIEN, RIEN</a:t>
            </a:r>
          </a:p>
          <a:p>
            <a:pPr eaLnBrk="1" hangingPunct="1"/>
            <a:r>
              <a:rPr lang="fr-FR" altLang="fr-FR" sz="1200" smtClean="0"/>
              <a:t>I'm not ashamed to tell the whole world, oh. Without you, I'm nothing at all</a:t>
            </a:r>
          </a:p>
          <a:p>
            <a:pPr eaLnBrk="1" hangingPunct="1"/>
            <a:r>
              <a:rPr lang="fr-FR" altLang="fr-FR" sz="1200" smtClean="0"/>
              <a:t>2-  J’AI BESOIN D’ÊTRE RÉPARÉ PARFOIS JE SUIS TROP DÉPHASÉ</a:t>
            </a:r>
          </a:p>
          <a:p>
            <a:pPr eaLnBrk="1" hangingPunct="1"/>
            <a:r>
              <a:rPr lang="fr-FR" altLang="fr-FR" sz="1200" smtClean="0"/>
              <a:t>That I have strings in need of mending - I'm OUT OF tune in certain parts</a:t>
            </a:r>
          </a:p>
          <a:p>
            <a:pPr eaLnBrk="1" hangingPunct="1"/>
            <a:r>
              <a:rPr lang="fr-FR" altLang="fr-FR" sz="1200" smtClean="0"/>
              <a:t>3-  L’ACCORD DE LA COMPASSION RESTAURE TOUTE MON ÂME</a:t>
            </a:r>
          </a:p>
          <a:p>
            <a:pPr eaLnBrk="1" hangingPunct="1"/>
            <a:r>
              <a:rPr lang="fr-FR" altLang="fr-FR" sz="1200" smtClean="0"/>
              <a:t>so strum, the chords of mercy - restore my soul completely</a:t>
            </a:r>
          </a:p>
          <a:p>
            <a:pPr eaLnBrk="1" hangingPunct="1"/>
            <a:r>
              <a:rPr lang="fr-FR" altLang="fr-FR" sz="1200" smtClean="0"/>
              <a:t>4-  TOUCHE-MOI PAR TON ONCTION ET MON ÊTRE REVIVRA</a:t>
            </a:r>
          </a:p>
          <a:p>
            <a:pPr eaLnBrk="1" hangingPunct="1"/>
            <a:r>
              <a:rPr lang="fr-FR" altLang="fr-FR" sz="1200" smtClean="0"/>
              <a:t>Lay your hand upon me And this instrument will breathe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TU ES LA MUSIQUE DE MON CŒUR, OOOH</a:t>
            </a:r>
          </a:p>
          <a:p>
            <a:pPr eaLnBrk="1" hangingPunct="1"/>
            <a:r>
              <a:rPr lang="fr-FR" altLang="fr-FR" sz="1200" smtClean="0"/>
              <a:t>	Cause you're the music of my heart oooh….</a:t>
            </a:r>
          </a:p>
          <a:p>
            <a:pPr eaLnBrk="1" hangingPunct="1"/>
            <a:r>
              <a:rPr lang="fr-FR" altLang="fr-FR" sz="1200" smtClean="0"/>
              <a:t>     	6-  LA MÉLODIE DE MON ÂME, OOOH</a:t>
            </a:r>
          </a:p>
          <a:p>
            <a:pPr eaLnBrk="1" hangingPunct="1"/>
            <a:r>
              <a:rPr lang="fr-FR" altLang="fr-FR" sz="1200" smtClean="0"/>
              <a:t>	The melody within my soul oooh…</a:t>
            </a:r>
          </a:p>
          <a:p>
            <a:pPr eaLnBrk="1" hangingPunct="1"/>
            <a:r>
              <a:rPr lang="fr-FR" altLang="fr-FR" sz="1200" smtClean="0"/>
              <a:t>	7-  LA CHANSON QUI ESSUIE MES PLEURS, OOOH</a:t>
            </a:r>
          </a:p>
          <a:p>
            <a:pPr eaLnBrk="1" hangingPunct="1"/>
            <a:r>
              <a:rPr lang="fr-FR" altLang="fr-FR" sz="1200" smtClean="0"/>
              <a:t>	the song that holds me in the dark oooh…..</a:t>
            </a:r>
          </a:p>
          <a:p>
            <a:pPr eaLnBrk="1" hangingPunct="1"/>
            <a:r>
              <a:rPr lang="fr-FR" altLang="fr-FR" sz="1200" smtClean="0"/>
              <a:t>     	8-  L’ÉTINCELLE QUI INCENDIE MA FLAMME, OOOH</a:t>
            </a:r>
          </a:p>
          <a:p>
            <a:pPr eaLnBrk="1" hangingPunct="1"/>
            <a:r>
              <a:rPr lang="fr-FR" altLang="fr-FR" sz="1200" smtClean="0"/>
              <a:t>	The fire that warms me when I'm cold oooh….</a:t>
            </a:r>
          </a:p>
          <a:p>
            <a:pPr eaLnBrk="1" hangingPunct="1"/>
            <a:r>
              <a:rPr lang="fr-FR" altLang="fr-FR" sz="1200" smtClean="0"/>
              <a:t>     	9-  LA SYMPHONIE QUI FEND LA CRAINTE, OOOH</a:t>
            </a:r>
          </a:p>
          <a:p>
            <a:pPr eaLnBrk="1" hangingPunct="1"/>
            <a:r>
              <a:rPr lang="fr-FR" altLang="fr-FR" sz="1200" smtClean="0"/>
              <a:t>	The symphony that calms my fear oooh….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  	10-  LES PAROLES QUI ME FONT REPRENDRE, OOOH</a:t>
            </a:r>
          </a:p>
          <a:p>
            <a:pPr eaLnBrk="1" hangingPunct="1"/>
            <a:r>
              <a:rPr lang="fr-FR" altLang="fr-FR" sz="1200" smtClean="0"/>
              <a:t>	The lyric that I long to hear oooh …</a:t>
            </a:r>
          </a:p>
          <a:p>
            <a:pPr eaLnBrk="1" hangingPunct="1"/>
            <a:r>
              <a:rPr lang="fr-FR" altLang="fr-FR" sz="1200" smtClean="0"/>
              <a:t>	11-  LE CHEF-D’ŒUVRE LA PIÈCE DE VALEUR</a:t>
            </a:r>
          </a:p>
          <a:p>
            <a:pPr eaLnBrk="1" hangingPunct="1"/>
            <a:r>
              <a:rPr lang="fr-FR" altLang="fr-FR" sz="1200" smtClean="0"/>
              <a:t>	The masterpiece, the work of art oooh…</a:t>
            </a:r>
          </a:p>
          <a:p>
            <a:pPr eaLnBrk="1" hangingPunct="1"/>
            <a:r>
              <a:rPr lang="fr-FR" altLang="fr-FR" sz="1200" smtClean="0"/>
              <a:t>	12-  QUI EST FINIE AVANT L’HEURE</a:t>
            </a:r>
          </a:p>
          <a:p>
            <a:pPr eaLnBrk="1" hangingPunct="1"/>
            <a:r>
              <a:rPr lang="fr-FR" altLang="fr-FR" sz="1200" smtClean="0"/>
              <a:t>	Complete before I start</a:t>
            </a:r>
          </a:p>
          <a:p>
            <a:pPr eaLnBrk="1" hangingPunct="1"/>
            <a:r>
              <a:rPr lang="fr-FR" altLang="fr-FR" sz="1200" smtClean="0"/>
              <a:t>	13-  LA MUSIQUE DE MON CŒUR</a:t>
            </a:r>
          </a:p>
          <a:p>
            <a:pPr eaLnBrk="1" hangingPunct="1"/>
            <a:r>
              <a:rPr lang="fr-FR" altLang="fr-FR" sz="1200" smtClean="0"/>
              <a:t>	The music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14-  CRÉATEUR DE TOUT CE QUI EST BEAU ÉCRIS UNE MUSIQUE SUR MON CŒUR</a:t>
            </a:r>
          </a:p>
          <a:p>
            <a:pPr eaLnBrk="1" hangingPunct="1"/>
            <a:r>
              <a:rPr lang="fr-FR" altLang="fr-FR" sz="1200" smtClean="0"/>
              <a:t>Creator of all that is lovely, oh - Write a tune upon my heart</a:t>
            </a:r>
          </a:p>
          <a:p>
            <a:pPr eaLnBrk="1" hangingPunct="1"/>
            <a:r>
              <a:rPr lang="fr-FR" altLang="fr-FR" sz="1200" smtClean="0"/>
              <a:t>15-  QUAND ELLE SERA PRÊTE, JOUE-LA</a:t>
            </a:r>
          </a:p>
          <a:p>
            <a:pPr eaLnBrk="1" hangingPunct="1"/>
            <a:r>
              <a:rPr lang="fr-FR" altLang="fr-FR" sz="1200" smtClean="0"/>
              <a:t>And when you finish will you play me</a:t>
            </a:r>
          </a:p>
          <a:p>
            <a:pPr eaLnBrk="1" hangingPunct="1"/>
            <a:r>
              <a:rPr lang="fr-FR" altLang="fr-FR" sz="1200" smtClean="0"/>
              <a:t>16-  QU’ELLE SOIT UN HYMNE EN TON HONNEUR</a:t>
            </a:r>
          </a:p>
          <a:p>
            <a:pPr eaLnBrk="1" hangingPunct="1"/>
            <a:r>
              <a:rPr lang="fr-FR" altLang="fr-FR" sz="1200" smtClean="0"/>
              <a:t>Like a beautiful guitar?</a:t>
            </a:r>
          </a:p>
          <a:p>
            <a:pPr eaLnBrk="1" hangingPunct="1"/>
            <a:r>
              <a:rPr lang="fr-FR" altLang="fr-FR" sz="1200" smtClean="0"/>
              <a:t>17-  L’ACCORD DE LA COMPASSION RESTAURE TOUTE MON ÂME</a:t>
            </a:r>
          </a:p>
          <a:p>
            <a:pPr eaLnBrk="1" hangingPunct="1"/>
            <a:r>
              <a:rPr lang="fr-FR" altLang="fr-FR" sz="1200" smtClean="0"/>
              <a:t>STRUM, the chords of mercy Restore my soul completely</a:t>
            </a:r>
          </a:p>
          <a:p>
            <a:pPr eaLnBrk="1" hangingPunct="1"/>
            <a:r>
              <a:rPr lang="fr-FR" altLang="fr-FR" sz="1200" smtClean="0"/>
              <a:t>18-  TOUCHE-MOI PAR TON ONCTION ET MON ÊTRE REVIVRA</a:t>
            </a:r>
          </a:p>
          <a:p>
            <a:pPr eaLnBrk="1" hangingPunct="1"/>
            <a:r>
              <a:rPr lang="fr-FR" altLang="fr-FR" sz="1200" smtClean="0"/>
              <a:t>breathe life unto me And this instrument will sing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 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 :</a:t>
            </a:r>
          </a:p>
          <a:p>
            <a:pPr eaLnBrk="1" hangingPunct="1"/>
            <a:r>
              <a:rPr lang="fr-FR" altLang="fr-FR" sz="1200" smtClean="0"/>
              <a:t>19-  EUH, EUH, EUH, EUH, EUH DE MON CŒUR  X2</a:t>
            </a:r>
          </a:p>
          <a:p>
            <a:pPr eaLnBrk="1" hangingPunct="1"/>
            <a:r>
              <a:rPr lang="fr-FR" altLang="fr-FR" sz="1200" smtClean="0"/>
              <a:t>Ha-Ha-Ha-Ha-Heart Of my heart</a:t>
            </a:r>
          </a:p>
          <a:p>
            <a:pPr eaLnBrk="1" hangingPunct="1"/>
            <a:r>
              <a:rPr lang="fr-FR" altLang="fr-FR" sz="1200" smtClean="0"/>
              <a:t>20-  CHAQUE BRIN DE TA LUMIÈRE FAIT BRILLER MON UNIVERS</a:t>
            </a:r>
          </a:p>
          <a:p>
            <a:pPr eaLnBrk="1" hangingPunct="1"/>
            <a:r>
              <a:rPr lang="fr-FR" altLang="fr-FR" sz="1200" smtClean="0"/>
              <a:t>every single line's full of love divine write me like a valentine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EUH, EUH, EUH, EUH, EUH DE MON CŒUR  X2</a:t>
            </a:r>
          </a:p>
          <a:p>
            <a:pPr eaLnBrk="1" hangingPunct="1"/>
            <a:r>
              <a:rPr lang="fr-FR" altLang="fr-FR" sz="1200" smtClean="0"/>
              <a:t>      Ha-Ha-Ha-Ha-Heart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N’AI PAS HONTE DE DIRE AU MONDE SANS TOI JE NE SUIS RIEN,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not ashamed to tell the whole world, oh. Without you, I'm nothing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BESOIN D’ÊTRE RÉPARÉ PARFOIS JE SUIS TROP DÉPHASÉ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I have strings in need of mending - I'm OUT OF tune in certain parts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strum, the chords of mercy -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Lay your hand upon me And this instrument will breathe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LA MUSIQUE DE MON CŒUR,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you're the music of my heart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LA MÉLODIE DE MON ÂME,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melody within my soul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LA CHANSON QUI ESSUIE MES PLEURS,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song that holds me in the dark oooh…..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L’ÉTINCELLE QUI INCENDIE MA FLAMME,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fire that warms me when I'm cold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LA SYMPHONIE QUI FEND LA CRAINTE,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symphony that calms my fear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LES PAROLES QUI ME FONT REPRENDRE,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lyric that I long to hear oooh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LE CHEF-D’ŒUVRE LA PIÈCE DE VALEUR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masterpiece, the work of art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QUI EST FINIE AVANT L’HEURE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Complete before I start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LA MUSIQUE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music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CRÉATEUR DE TOUT CE QUI EST BEAU ÉCRIS UNE MUSIQUE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Creator of all that is lovely, oh - Write a tune upon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ELLE SERA PRÊTE, JOUE-LA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you finish will you play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QU’ELLE SOIT UN HYMNE EN TON 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Like a beautiful guitar?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STRUM, the chords of mercy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breathe life unto me And this instrument will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CHAQUE BRIN DE TA LUMIÈRE FAIT BRILLER MON 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single line's full of love divine write me like a valentine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JE N’AI PAS HONTE DE DIRE AU MONDE SANS TOI JE NE SUIS RIEN, RIEN</a:t>
            </a:r>
          </a:p>
          <a:p>
            <a:pPr eaLnBrk="1" hangingPunct="1"/>
            <a:r>
              <a:rPr lang="fr-FR" altLang="fr-FR" sz="1200" smtClean="0"/>
              <a:t>I'm not ashamed to tell the whole world, oh. Without you, I'm nothing at all</a:t>
            </a:r>
          </a:p>
          <a:p>
            <a:pPr eaLnBrk="1" hangingPunct="1"/>
            <a:r>
              <a:rPr lang="fr-FR" altLang="fr-FR" sz="1200" smtClean="0"/>
              <a:t>2-  J’AI BESOIN D’ÊTRE RÉPARÉ PARFOIS JE SUIS TROP DÉPHASÉ</a:t>
            </a:r>
          </a:p>
          <a:p>
            <a:pPr eaLnBrk="1" hangingPunct="1"/>
            <a:r>
              <a:rPr lang="fr-FR" altLang="fr-FR" sz="1200" smtClean="0"/>
              <a:t>That I have strings in need of mending - I'm OUT OF tune in certain parts</a:t>
            </a:r>
          </a:p>
          <a:p>
            <a:pPr eaLnBrk="1" hangingPunct="1"/>
            <a:r>
              <a:rPr lang="fr-FR" altLang="fr-FR" sz="1200" smtClean="0"/>
              <a:t>3-  L’ACCORD DE LA COMPASSION RESTAURE TOUTE MON ÂME</a:t>
            </a:r>
          </a:p>
          <a:p>
            <a:pPr eaLnBrk="1" hangingPunct="1"/>
            <a:r>
              <a:rPr lang="fr-FR" altLang="fr-FR" sz="1200" smtClean="0"/>
              <a:t>so strum, the chords of mercy - restore my soul completely</a:t>
            </a:r>
          </a:p>
          <a:p>
            <a:pPr eaLnBrk="1" hangingPunct="1"/>
            <a:r>
              <a:rPr lang="fr-FR" altLang="fr-FR" sz="1200" smtClean="0"/>
              <a:t>4-  TOUCHE-MOI PAR TON ONCTION ET MON ÊTRE REVIVRA</a:t>
            </a:r>
          </a:p>
          <a:p>
            <a:pPr eaLnBrk="1" hangingPunct="1"/>
            <a:r>
              <a:rPr lang="fr-FR" altLang="fr-FR" sz="1200" smtClean="0"/>
              <a:t>Lay your hand upon me And this instrument will breathe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TU ES LA MUSIQUE DE MON CŒUR, OOOH</a:t>
            </a:r>
          </a:p>
          <a:p>
            <a:pPr eaLnBrk="1" hangingPunct="1"/>
            <a:r>
              <a:rPr lang="fr-FR" altLang="fr-FR" sz="1200" smtClean="0"/>
              <a:t>	Cause you're the music of my heart oooh….</a:t>
            </a:r>
          </a:p>
          <a:p>
            <a:pPr eaLnBrk="1" hangingPunct="1"/>
            <a:r>
              <a:rPr lang="fr-FR" altLang="fr-FR" sz="1200" smtClean="0"/>
              <a:t>     	6-  LA MÉLODIE DE MON ÂME, OOOH</a:t>
            </a:r>
          </a:p>
          <a:p>
            <a:pPr eaLnBrk="1" hangingPunct="1"/>
            <a:r>
              <a:rPr lang="fr-FR" altLang="fr-FR" sz="1200" smtClean="0"/>
              <a:t>	The melody within my soul oooh…</a:t>
            </a:r>
          </a:p>
          <a:p>
            <a:pPr eaLnBrk="1" hangingPunct="1"/>
            <a:r>
              <a:rPr lang="fr-FR" altLang="fr-FR" sz="1200" smtClean="0"/>
              <a:t>	7-  LA CHANSON QUI ESSUIE MES PLEURS, OOOH</a:t>
            </a:r>
          </a:p>
          <a:p>
            <a:pPr eaLnBrk="1" hangingPunct="1"/>
            <a:r>
              <a:rPr lang="fr-FR" altLang="fr-FR" sz="1200" smtClean="0"/>
              <a:t>	the song that holds me in the dark oooh…..</a:t>
            </a:r>
          </a:p>
          <a:p>
            <a:pPr eaLnBrk="1" hangingPunct="1"/>
            <a:r>
              <a:rPr lang="fr-FR" altLang="fr-FR" sz="1200" smtClean="0"/>
              <a:t>     	8-  L’ÉTINCELLE QUI INCENDIE MA FLAMME, OOOH</a:t>
            </a:r>
          </a:p>
          <a:p>
            <a:pPr eaLnBrk="1" hangingPunct="1"/>
            <a:r>
              <a:rPr lang="fr-FR" altLang="fr-FR" sz="1200" smtClean="0"/>
              <a:t>	The fire that warms me when I'm cold oooh….</a:t>
            </a:r>
          </a:p>
          <a:p>
            <a:pPr eaLnBrk="1" hangingPunct="1"/>
            <a:r>
              <a:rPr lang="fr-FR" altLang="fr-FR" sz="1200" smtClean="0"/>
              <a:t>     	9-  LA SYMPHONIE QUI FEND LA CRAINTE, OOOH</a:t>
            </a:r>
          </a:p>
          <a:p>
            <a:pPr eaLnBrk="1" hangingPunct="1"/>
            <a:r>
              <a:rPr lang="fr-FR" altLang="fr-FR" sz="1200" smtClean="0"/>
              <a:t>	The symphony that calms my fear oooh….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  	10-  LES PAROLES QUI ME FONT REPRENDRE, OOOH</a:t>
            </a:r>
          </a:p>
          <a:p>
            <a:pPr eaLnBrk="1" hangingPunct="1"/>
            <a:r>
              <a:rPr lang="fr-FR" altLang="fr-FR" sz="1200" smtClean="0"/>
              <a:t>	The lyric that I long to hear oooh …</a:t>
            </a:r>
          </a:p>
          <a:p>
            <a:pPr eaLnBrk="1" hangingPunct="1"/>
            <a:r>
              <a:rPr lang="fr-FR" altLang="fr-FR" sz="1200" smtClean="0"/>
              <a:t>	11-  LE CHEF-D’ŒUVRE LA PIÈCE DE VALEUR</a:t>
            </a:r>
          </a:p>
          <a:p>
            <a:pPr eaLnBrk="1" hangingPunct="1"/>
            <a:r>
              <a:rPr lang="fr-FR" altLang="fr-FR" sz="1200" smtClean="0"/>
              <a:t>	The masterpiece, the work of art oooh…</a:t>
            </a:r>
          </a:p>
          <a:p>
            <a:pPr eaLnBrk="1" hangingPunct="1"/>
            <a:r>
              <a:rPr lang="fr-FR" altLang="fr-FR" sz="1200" smtClean="0"/>
              <a:t>	12-  QUI EST FINIE AVANT L’HEURE</a:t>
            </a:r>
          </a:p>
          <a:p>
            <a:pPr eaLnBrk="1" hangingPunct="1"/>
            <a:r>
              <a:rPr lang="fr-FR" altLang="fr-FR" sz="1200" smtClean="0"/>
              <a:t>	Complete before I start</a:t>
            </a:r>
          </a:p>
          <a:p>
            <a:pPr eaLnBrk="1" hangingPunct="1"/>
            <a:r>
              <a:rPr lang="fr-FR" altLang="fr-FR" sz="1200" smtClean="0"/>
              <a:t>	13-  LA MUSIQUE DE MON CŒUR</a:t>
            </a:r>
          </a:p>
          <a:p>
            <a:pPr eaLnBrk="1" hangingPunct="1"/>
            <a:r>
              <a:rPr lang="fr-FR" altLang="fr-FR" sz="1200" smtClean="0"/>
              <a:t>	The music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14-  CRÉATEUR DE TOUT CE QUI EST BEAU ÉCRIS UNE MUSIQUE SUR MON CŒUR</a:t>
            </a:r>
          </a:p>
          <a:p>
            <a:pPr eaLnBrk="1" hangingPunct="1"/>
            <a:r>
              <a:rPr lang="fr-FR" altLang="fr-FR" sz="1200" smtClean="0"/>
              <a:t>Creator of all that is lovely, oh - Write a tune upon my heart</a:t>
            </a:r>
          </a:p>
          <a:p>
            <a:pPr eaLnBrk="1" hangingPunct="1"/>
            <a:r>
              <a:rPr lang="fr-FR" altLang="fr-FR" sz="1200" smtClean="0"/>
              <a:t>15-  QUAND ELLE SERA PRÊTE, JOUE-LA</a:t>
            </a:r>
          </a:p>
          <a:p>
            <a:pPr eaLnBrk="1" hangingPunct="1"/>
            <a:r>
              <a:rPr lang="fr-FR" altLang="fr-FR" sz="1200" smtClean="0"/>
              <a:t>And when you finish will you play me</a:t>
            </a:r>
          </a:p>
          <a:p>
            <a:pPr eaLnBrk="1" hangingPunct="1"/>
            <a:r>
              <a:rPr lang="fr-FR" altLang="fr-FR" sz="1200" smtClean="0"/>
              <a:t>16-  QU’ELLE SOIT UN HYMNE EN TON HONNEUR</a:t>
            </a:r>
          </a:p>
          <a:p>
            <a:pPr eaLnBrk="1" hangingPunct="1"/>
            <a:r>
              <a:rPr lang="fr-FR" altLang="fr-FR" sz="1200" smtClean="0"/>
              <a:t>Like a beautiful guitar?</a:t>
            </a:r>
          </a:p>
          <a:p>
            <a:pPr eaLnBrk="1" hangingPunct="1"/>
            <a:r>
              <a:rPr lang="fr-FR" altLang="fr-FR" sz="1200" smtClean="0"/>
              <a:t>17-  L’ACCORD DE LA COMPASSION RESTAURE TOUTE MON ÂME</a:t>
            </a:r>
          </a:p>
          <a:p>
            <a:pPr eaLnBrk="1" hangingPunct="1"/>
            <a:r>
              <a:rPr lang="fr-FR" altLang="fr-FR" sz="1200" smtClean="0"/>
              <a:t>STRUM, the chords of mercy Restore my soul completely</a:t>
            </a:r>
          </a:p>
          <a:p>
            <a:pPr eaLnBrk="1" hangingPunct="1"/>
            <a:r>
              <a:rPr lang="fr-FR" altLang="fr-FR" sz="1200" smtClean="0"/>
              <a:t>18-  TOUCHE-MOI PAR TON ONCTION ET MON ÊTRE REVIVRA</a:t>
            </a:r>
          </a:p>
          <a:p>
            <a:pPr eaLnBrk="1" hangingPunct="1"/>
            <a:r>
              <a:rPr lang="fr-FR" altLang="fr-FR" sz="1200" smtClean="0"/>
              <a:t>breathe life unto me And this instrument will sing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 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 :</a:t>
            </a:r>
          </a:p>
          <a:p>
            <a:pPr eaLnBrk="1" hangingPunct="1"/>
            <a:r>
              <a:rPr lang="fr-FR" altLang="fr-FR" sz="1200" smtClean="0"/>
              <a:t>19-  EUH, EUH, EUH, EUH, EUH DE MON CŒUR  X2</a:t>
            </a:r>
          </a:p>
          <a:p>
            <a:pPr eaLnBrk="1" hangingPunct="1"/>
            <a:r>
              <a:rPr lang="fr-FR" altLang="fr-FR" sz="1200" smtClean="0"/>
              <a:t>Ha-Ha-Ha-Ha-Heart Of my heart</a:t>
            </a:r>
          </a:p>
          <a:p>
            <a:pPr eaLnBrk="1" hangingPunct="1"/>
            <a:r>
              <a:rPr lang="fr-FR" altLang="fr-FR" sz="1200" smtClean="0"/>
              <a:t>20-  CHAQUE BRIN DE TA LUMIÈRE FAIT BRILLER MON UNIVERS</a:t>
            </a:r>
          </a:p>
          <a:p>
            <a:pPr eaLnBrk="1" hangingPunct="1"/>
            <a:r>
              <a:rPr lang="fr-FR" altLang="fr-FR" sz="1200" smtClean="0"/>
              <a:t>every single line's full of love divine write me like a valentine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EUH, EUH, EUH, EUH, EUH DE MON CŒUR  X2</a:t>
            </a:r>
          </a:p>
          <a:p>
            <a:pPr eaLnBrk="1" hangingPunct="1"/>
            <a:r>
              <a:rPr lang="fr-FR" altLang="fr-FR" sz="1200" smtClean="0"/>
              <a:t>      Ha-Ha-Ha-Ha-Heart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N’AI PAS HONTE DE DIRE AU MONDE SANS TOI JE NE SUIS RIEN,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not ashamed to tell the whole world, oh. Without you, I'm nothing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BESOIN D’ÊTRE RÉPARÉ PARFOIS JE SUIS TROP DÉPHASÉ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I have strings in need of mending - I'm OUT OF tune in certain parts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strum, the chords of mercy -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Lay your hand upon me And this instrument will breathe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LA MUSIQUE DE MON CŒUR,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you're the music of my heart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LA MÉLODIE DE MON ÂME,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melody within my soul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LA CHANSON QUI ESSUIE MES PLEURS,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song that holds me in the dark oooh…..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L’ÉTINCELLE QUI INCENDIE MA FLAMME,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fire that warms me when I'm cold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LA SYMPHONIE QUI FEND LA CRAINTE,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symphony that calms my fear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LES PAROLES QUI ME FONT REPRENDRE,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lyric that I long to hear oooh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LE CHEF-D’ŒUVRE LA PIÈCE DE VALEUR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masterpiece, the work of art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QUI EST FINIE AVANT L’HEURE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Complete before I start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LA MUSIQUE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music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CRÉATEUR DE TOUT CE QUI EST BEAU ÉCRIS UNE MUSIQUE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Creator of all that is lovely, oh - Write a tune upon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ELLE SERA PRÊTE, JOUE-LA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you finish will you play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QU’ELLE SOIT UN HYMNE EN TON 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Like a beautiful guitar?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STRUM, the chords of mercy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breathe life unto me And this instrument will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CHAQUE BRIN DE TA LUMIÈRE FAIT BRILLER MON 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single line's full of love divine write me like a valentine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JE N’AI PAS HONTE DE DIRE AU MONDE SANS TOI JE NE SUIS RIEN, RIEN</a:t>
            </a:r>
          </a:p>
          <a:p>
            <a:pPr eaLnBrk="1" hangingPunct="1"/>
            <a:r>
              <a:rPr lang="fr-FR" altLang="fr-FR" sz="1200" smtClean="0"/>
              <a:t>I'm not ashamed to tell the whole world, oh. Without you, I'm nothing at all</a:t>
            </a:r>
          </a:p>
          <a:p>
            <a:pPr eaLnBrk="1" hangingPunct="1"/>
            <a:r>
              <a:rPr lang="fr-FR" altLang="fr-FR" sz="1200" smtClean="0"/>
              <a:t>2-  J’AI BESOIN D’ÊTRE RÉPARÉ PARFOIS JE SUIS TROP DÉPHASÉ</a:t>
            </a:r>
          </a:p>
          <a:p>
            <a:pPr eaLnBrk="1" hangingPunct="1"/>
            <a:r>
              <a:rPr lang="fr-FR" altLang="fr-FR" sz="1200" smtClean="0"/>
              <a:t>That I have strings in need of mending - I'm OUT OF tune in certain parts</a:t>
            </a:r>
          </a:p>
          <a:p>
            <a:pPr eaLnBrk="1" hangingPunct="1"/>
            <a:r>
              <a:rPr lang="fr-FR" altLang="fr-FR" sz="1200" smtClean="0"/>
              <a:t>3-  L’ACCORD DE LA COMPASSION RESTAURE TOUTE MON ÂME</a:t>
            </a:r>
          </a:p>
          <a:p>
            <a:pPr eaLnBrk="1" hangingPunct="1"/>
            <a:r>
              <a:rPr lang="fr-FR" altLang="fr-FR" sz="1200" smtClean="0"/>
              <a:t>so strum, the chords of mercy - restore my soul completely</a:t>
            </a:r>
          </a:p>
          <a:p>
            <a:pPr eaLnBrk="1" hangingPunct="1"/>
            <a:r>
              <a:rPr lang="fr-FR" altLang="fr-FR" sz="1200" smtClean="0"/>
              <a:t>4-  TOUCHE-MOI PAR TON ONCTION ET MON ÊTRE REVIVRA</a:t>
            </a:r>
          </a:p>
          <a:p>
            <a:pPr eaLnBrk="1" hangingPunct="1"/>
            <a:r>
              <a:rPr lang="fr-FR" altLang="fr-FR" sz="1200" smtClean="0"/>
              <a:t>Lay your hand upon me And this instrument will breathe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TU ES LA MUSIQUE DE MON CŒUR, OOOH</a:t>
            </a:r>
          </a:p>
          <a:p>
            <a:pPr eaLnBrk="1" hangingPunct="1"/>
            <a:r>
              <a:rPr lang="fr-FR" altLang="fr-FR" sz="1200" smtClean="0"/>
              <a:t>	Cause you're the music of my heart oooh….</a:t>
            </a:r>
          </a:p>
          <a:p>
            <a:pPr eaLnBrk="1" hangingPunct="1"/>
            <a:r>
              <a:rPr lang="fr-FR" altLang="fr-FR" sz="1200" smtClean="0"/>
              <a:t>     	6-  LA MÉLODIE DE MON ÂME, OOOH</a:t>
            </a:r>
          </a:p>
          <a:p>
            <a:pPr eaLnBrk="1" hangingPunct="1"/>
            <a:r>
              <a:rPr lang="fr-FR" altLang="fr-FR" sz="1200" smtClean="0"/>
              <a:t>	The melody within my soul oooh…</a:t>
            </a:r>
          </a:p>
          <a:p>
            <a:pPr eaLnBrk="1" hangingPunct="1"/>
            <a:r>
              <a:rPr lang="fr-FR" altLang="fr-FR" sz="1200" smtClean="0"/>
              <a:t>	7-  LA CHANSON QUI ESSUIE MES PLEURS, OOOH</a:t>
            </a:r>
          </a:p>
          <a:p>
            <a:pPr eaLnBrk="1" hangingPunct="1"/>
            <a:r>
              <a:rPr lang="fr-FR" altLang="fr-FR" sz="1200" smtClean="0"/>
              <a:t>	the song that holds me in the dark oooh…..</a:t>
            </a:r>
          </a:p>
          <a:p>
            <a:pPr eaLnBrk="1" hangingPunct="1"/>
            <a:r>
              <a:rPr lang="fr-FR" altLang="fr-FR" sz="1200" smtClean="0"/>
              <a:t>     	8-  L’ÉTINCELLE QUI INCENDIE MA FLAMME, OOOH</a:t>
            </a:r>
          </a:p>
          <a:p>
            <a:pPr eaLnBrk="1" hangingPunct="1"/>
            <a:r>
              <a:rPr lang="fr-FR" altLang="fr-FR" sz="1200" smtClean="0"/>
              <a:t>	The fire that warms me when I'm cold oooh….</a:t>
            </a:r>
          </a:p>
          <a:p>
            <a:pPr eaLnBrk="1" hangingPunct="1"/>
            <a:r>
              <a:rPr lang="fr-FR" altLang="fr-FR" sz="1200" smtClean="0"/>
              <a:t>     	9-  LA SYMPHONIE QUI FEND LA CRAINTE, OOOH</a:t>
            </a:r>
          </a:p>
          <a:p>
            <a:pPr eaLnBrk="1" hangingPunct="1"/>
            <a:r>
              <a:rPr lang="fr-FR" altLang="fr-FR" sz="1200" smtClean="0"/>
              <a:t>	The symphony that calms my fear oooh….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  	10-  LES PAROLES QUI ME FONT REPRENDRE, OOOH</a:t>
            </a:r>
          </a:p>
          <a:p>
            <a:pPr eaLnBrk="1" hangingPunct="1"/>
            <a:r>
              <a:rPr lang="fr-FR" altLang="fr-FR" sz="1200" smtClean="0"/>
              <a:t>	The lyric that I long to hear oooh …</a:t>
            </a:r>
          </a:p>
          <a:p>
            <a:pPr eaLnBrk="1" hangingPunct="1"/>
            <a:r>
              <a:rPr lang="fr-FR" altLang="fr-FR" sz="1200" smtClean="0"/>
              <a:t>	11-  LE CHEF-D’ŒUVRE LA PIÈCE DE VALEUR</a:t>
            </a:r>
          </a:p>
          <a:p>
            <a:pPr eaLnBrk="1" hangingPunct="1"/>
            <a:r>
              <a:rPr lang="fr-FR" altLang="fr-FR" sz="1200" smtClean="0"/>
              <a:t>	The masterpiece, the work of art oooh…</a:t>
            </a:r>
          </a:p>
          <a:p>
            <a:pPr eaLnBrk="1" hangingPunct="1"/>
            <a:r>
              <a:rPr lang="fr-FR" altLang="fr-FR" sz="1200" smtClean="0"/>
              <a:t>	12-  QUI EST FINIE AVANT L’HEURE</a:t>
            </a:r>
          </a:p>
          <a:p>
            <a:pPr eaLnBrk="1" hangingPunct="1"/>
            <a:r>
              <a:rPr lang="fr-FR" altLang="fr-FR" sz="1200" smtClean="0"/>
              <a:t>	Complete before I start</a:t>
            </a:r>
          </a:p>
          <a:p>
            <a:pPr eaLnBrk="1" hangingPunct="1"/>
            <a:r>
              <a:rPr lang="fr-FR" altLang="fr-FR" sz="1200" smtClean="0"/>
              <a:t>	13-  LA MUSIQUE DE MON CŒUR</a:t>
            </a:r>
          </a:p>
          <a:p>
            <a:pPr eaLnBrk="1" hangingPunct="1"/>
            <a:r>
              <a:rPr lang="fr-FR" altLang="fr-FR" sz="1200" smtClean="0"/>
              <a:t>	The music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14-  CRÉATEUR DE TOUT CE QUI EST BEAU ÉCRIS UNE MUSIQUE SUR MON CŒUR</a:t>
            </a:r>
          </a:p>
          <a:p>
            <a:pPr eaLnBrk="1" hangingPunct="1"/>
            <a:r>
              <a:rPr lang="fr-FR" altLang="fr-FR" sz="1200" smtClean="0"/>
              <a:t>Creator of all that is lovely, oh - Write a tune upon my heart</a:t>
            </a:r>
          </a:p>
          <a:p>
            <a:pPr eaLnBrk="1" hangingPunct="1"/>
            <a:r>
              <a:rPr lang="fr-FR" altLang="fr-FR" sz="1200" smtClean="0"/>
              <a:t>15-  QUAND ELLE SERA PRÊTE, JOUE-LA</a:t>
            </a:r>
          </a:p>
          <a:p>
            <a:pPr eaLnBrk="1" hangingPunct="1"/>
            <a:r>
              <a:rPr lang="fr-FR" altLang="fr-FR" sz="1200" smtClean="0"/>
              <a:t>And when you finish will you play me</a:t>
            </a:r>
          </a:p>
          <a:p>
            <a:pPr eaLnBrk="1" hangingPunct="1"/>
            <a:r>
              <a:rPr lang="fr-FR" altLang="fr-FR" sz="1200" smtClean="0"/>
              <a:t>16-  QU’ELLE SOIT UN HYMNE EN TON HONNEUR</a:t>
            </a:r>
          </a:p>
          <a:p>
            <a:pPr eaLnBrk="1" hangingPunct="1"/>
            <a:r>
              <a:rPr lang="fr-FR" altLang="fr-FR" sz="1200" smtClean="0"/>
              <a:t>Like a beautiful guitar?</a:t>
            </a:r>
          </a:p>
          <a:p>
            <a:pPr eaLnBrk="1" hangingPunct="1"/>
            <a:r>
              <a:rPr lang="fr-FR" altLang="fr-FR" sz="1200" smtClean="0"/>
              <a:t>17-  L’ACCORD DE LA COMPASSION RESTAURE TOUTE MON ÂME</a:t>
            </a:r>
          </a:p>
          <a:p>
            <a:pPr eaLnBrk="1" hangingPunct="1"/>
            <a:r>
              <a:rPr lang="fr-FR" altLang="fr-FR" sz="1200" smtClean="0"/>
              <a:t>STRUM, the chords of mercy Restore my soul completely</a:t>
            </a:r>
          </a:p>
          <a:p>
            <a:pPr eaLnBrk="1" hangingPunct="1"/>
            <a:r>
              <a:rPr lang="fr-FR" altLang="fr-FR" sz="1200" smtClean="0"/>
              <a:t>18-  TOUCHE-MOI PAR TON ONCTION ET MON ÊTRE REVIVRA</a:t>
            </a:r>
          </a:p>
          <a:p>
            <a:pPr eaLnBrk="1" hangingPunct="1"/>
            <a:r>
              <a:rPr lang="fr-FR" altLang="fr-FR" sz="1200" smtClean="0"/>
              <a:t>breathe life unto me And this instrument will sing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 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 :</a:t>
            </a:r>
          </a:p>
          <a:p>
            <a:pPr eaLnBrk="1" hangingPunct="1"/>
            <a:r>
              <a:rPr lang="fr-FR" altLang="fr-FR" sz="1200" smtClean="0"/>
              <a:t>19-  EUH, EUH, EUH, EUH, EUH DE MON CŒUR  X2</a:t>
            </a:r>
          </a:p>
          <a:p>
            <a:pPr eaLnBrk="1" hangingPunct="1"/>
            <a:r>
              <a:rPr lang="fr-FR" altLang="fr-FR" sz="1200" smtClean="0"/>
              <a:t>Ha-Ha-Ha-Ha-Heart Of my heart</a:t>
            </a:r>
          </a:p>
          <a:p>
            <a:pPr eaLnBrk="1" hangingPunct="1"/>
            <a:r>
              <a:rPr lang="fr-FR" altLang="fr-FR" sz="1200" smtClean="0"/>
              <a:t>20-  CHAQUE BRIN DE TA LUMIÈRE FAIT BRILLER MON UNIVERS</a:t>
            </a:r>
          </a:p>
          <a:p>
            <a:pPr eaLnBrk="1" hangingPunct="1"/>
            <a:r>
              <a:rPr lang="fr-FR" altLang="fr-FR" sz="1200" smtClean="0"/>
              <a:t>every single line's full of love divine write me like a valentine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EUH, EUH, EUH, EUH, EUH DE MON CŒUR  X2</a:t>
            </a:r>
          </a:p>
          <a:p>
            <a:pPr eaLnBrk="1" hangingPunct="1"/>
            <a:r>
              <a:rPr lang="fr-FR" altLang="fr-FR" sz="1200" smtClean="0"/>
              <a:t>      Ha-Ha-Ha-Ha-Heart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N’AI PAS HONTE DE DIRE AU MONDE SANS TOI JE NE SUIS RIEN,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not ashamed to tell the whole world, oh. Without you, I'm nothing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BESOIN D’ÊTRE RÉPARÉ PARFOIS JE SUIS TROP DÉPHASÉ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I have strings in need of mending - I'm OUT OF tune in certain parts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strum, the chords of mercy -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Lay your hand upon me And this instrument will breathe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LA MUSIQUE DE MON CŒUR,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you're the music of my heart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LA MÉLODIE DE MON ÂME,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melody within my soul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LA CHANSON QUI ESSUIE MES PLEURS,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song that holds me in the dark oooh…..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L’ÉTINCELLE QUI INCENDIE MA FLAMME,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fire that warms me when I'm cold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LA SYMPHONIE QUI FEND LA CRAINTE,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symphony that calms my fear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LES PAROLES QUI ME FONT REPRENDRE,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lyric that I long to hear oooh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LE CHEF-D’ŒUVRE LA PIÈCE DE VALEUR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masterpiece, the work of art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QUI EST FINIE AVANT L’HEURE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Complete before I start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LA MUSIQUE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music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CRÉATEUR DE TOUT CE QUI EST BEAU ÉCRIS UNE MUSIQUE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Creator of all that is lovely, oh - Write a tune upon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ELLE SERA PRÊTE, JOUE-LA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you finish will you play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QU’ELLE SOIT UN HYMNE EN TON 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Like a beautiful guitar?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STRUM, the chords of mercy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breathe life unto me And this instrument will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CHAQUE BRIN DE TA LUMIÈRE FAIT BRILLER MON 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single line's full of love divine write me like a valentine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JE N’AI PAS HONTE DE DIRE AU MONDE SANS TOI JE NE SUIS RIEN, RIEN</a:t>
            </a:r>
          </a:p>
          <a:p>
            <a:pPr eaLnBrk="1" hangingPunct="1"/>
            <a:r>
              <a:rPr lang="fr-FR" altLang="fr-FR" sz="1200" smtClean="0"/>
              <a:t>I'm not ashamed to tell the whole world, oh. Without you, I'm nothing at all</a:t>
            </a:r>
          </a:p>
          <a:p>
            <a:pPr eaLnBrk="1" hangingPunct="1"/>
            <a:r>
              <a:rPr lang="fr-FR" altLang="fr-FR" sz="1200" smtClean="0"/>
              <a:t>2-  J’AI BESOIN D’ÊTRE RÉPARÉ PARFOIS JE SUIS TROP DÉPHASÉ</a:t>
            </a:r>
          </a:p>
          <a:p>
            <a:pPr eaLnBrk="1" hangingPunct="1"/>
            <a:r>
              <a:rPr lang="fr-FR" altLang="fr-FR" sz="1200" smtClean="0"/>
              <a:t>That I have strings in need of mending - I'm OUT OF tune in certain parts</a:t>
            </a:r>
          </a:p>
          <a:p>
            <a:pPr eaLnBrk="1" hangingPunct="1"/>
            <a:r>
              <a:rPr lang="fr-FR" altLang="fr-FR" sz="1200" smtClean="0"/>
              <a:t>3-  L’ACCORD DE LA COMPASSION RESTAURE TOUTE MON ÂME</a:t>
            </a:r>
          </a:p>
          <a:p>
            <a:pPr eaLnBrk="1" hangingPunct="1"/>
            <a:r>
              <a:rPr lang="fr-FR" altLang="fr-FR" sz="1200" smtClean="0"/>
              <a:t>so strum, the chords of mercy - restore my soul completely</a:t>
            </a:r>
          </a:p>
          <a:p>
            <a:pPr eaLnBrk="1" hangingPunct="1"/>
            <a:r>
              <a:rPr lang="fr-FR" altLang="fr-FR" sz="1200" smtClean="0"/>
              <a:t>4-  TOUCHE-MOI PAR TON ONCTION ET MON ÊTRE REVIVRA</a:t>
            </a:r>
          </a:p>
          <a:p>
            <a:pPr eaLnBrk="1" hangingPunct="1"/>
            <a:r>
              <a:rPr lang="fr-FR" altLang="fr-FR" sz="1200" smtClean="0"/>
              <a:t>Lay your hand upon me And this instrument will breathe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TU ES LA MUSIQUE DE MON CŒUR, OOOH</a:t>
            </a:r>
          </a:p>
          <a:p>
            <a:pPr eaLnBrk="1" hangingPunct="1"/>
            <a:r>
              <a:rPr lang="fr-FR" altLang="fr-FR" sz="1200" smtClean="0"/>
              <a:t>	Cause you're the music of my heart oooh….</a:t>
            </a:r>
          </a:p>
          <a:p>
            <a:pPr eaLnBrk="1" hangingPunct="1"/>
            <a:r>
              <a:rPr lang="fr-FR" altLang="fr-FR" sz="1200" smtClean="0"/>
              <a:t>     	6-  LA MÉLODIE DE MON ÂME, OOOH</a:t>
            </a:r>
          </a:p>
          <a:p>
            <a:pPr eaLnBrk="1" hangingPunct="1"/>
            <a:r>
              <a:rPr lang="fr-FR" altLang="fr-FR" sz="1200" smtClean="0"/>
              <a:t>	The melody within my soul oooh…</a:t>
            </a:r>
          </a:p>
          <a:p>
            <a:pPr eaLnBrk="1" hangingPunct="1"/>
            <a:r>
              <a:rPr lang="fr-FR" altLang="fr-FR" sz="1200" smtClean="0"/>
              <a:t>	7-  LA CHANSON QUI ESSUIE MES PLEURS, OOOH</a:t>
            </a:r>
          </a:p>
          <a:p>
            <a:pPr eaLnBrk="1" hangingPunct="1"/>
            <a:r>
              <a:rPr lang="fr-FR" altLang="fr-FR" sz="1200" smtClean="0"/>
              <a:t>	the song that holds me in the dark oooh…..</a:t>
            </a:r>
          </a:p>
          <a:p>
            <a:pPr eaLnBrk="1" hangingPunct="1"/>
            <a:r>
              <a:rPr lang="fr-FR" altLang="fr-FR" sz="1200" smtClean="0"/>
              <a:t>     	8-  L’ÉTINCELLE QUI INCENDIE MA FLAMME, OOOH</a:t>
            </a:r>
          </a:p>
          <a:p>
            <a:pPr eaLnBrk="1" hangingPunct="1"/>
            <a:r>
              <a:rPr lang="fr-FR" altLang="fr-FR" sz="1200" smtClean="0"/>
              <a:t>	The fire that warms me when I'm cold oooh….</a:t>
            </a:r>
          </a:p>
          <a:p>
            <a:pPr eaLnBrk="1" hangingPunct="1"/>
            <a:r>
              <a:rPr lang="fr-FR" altLang="fr-FR" sz="1200" smtClean="0"/>
              <a:t>     	9-  LA SYMPHONIE QUI FEND LA CRAINTE, OOOH</a:t>
            </a:r>
          </a:p>
          <a:p>
            <a:pPr eaLnBrk="1" hangingPunct="1"/>
            <a:r>
              <a:rPr lang="fr-FR" altLang="fr-FR" sz="1200" smtClean="0"/>
              <a:t>	The symphony that calms my fear oooh….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  	10-  LES PAROLES QUI ME FONT REPRENDRE, OOOH</a:t>
            </a:r>
          </a:p>
          <a:p>
            <a:pPr eaLnBrk="1" hangingPunct="1"/>
            <a:r>
              <a:rPr lang="fr-FR" altLang="fr-FR" sz="1200" smtClean="0"/>
              <a:t>	The lyric that I long to hear oooh …</a:t>
            </a:r>
          </a:p>
          <a:p>
            <a:pPr eaLnBrk="1" hangingPunct="1"/>
            <a:r>
              <a:rPr lang="fr-FR" altLang="fr-FR" sz="1200" smtClean="0"/>
              <a:t>	11-  LE CHEF-D’ŒUVRE LA PIÈCE DE VALEUR</a:t>
            </a:r>
          </a:p>
          <a:p>
            <a:pPr eaLnBrk="1" hangingPunct="1"/>
            <a:r>
              <a:rPr lang="fr-FR" altLang="fr-FR" sz="1200" smtClean="0"/>
              <a:t>	The masterpiece, the work of art oooh…</a:t>
            </a:r>
          </a:p>
          <a:p>
            <a:pPr eaLnBrk="1" hangingPunct="1"/>
            <a:r>
              <a:rPr lang="fr-FR" altLang="fr-FR" sz="1200" smtClean="0"/>
              <a:t>	12-  QUI EST FINIE AVANT L’HEURE</a:t>
            </a:r>
          </a:p>
          <a:p>
            <a:pPr eaLnBrk="1" hangingPunct="1"/>
            <a:r>
              <a:rPr lang="fr-FR" altLang="fr-FR" sz="1200" smtClean="0"/>
              <a:t>	Complete before I start</a:t>
            </a:r>
          </a:p>
          <a:p>
            <a:pPr eaLnBrk="1" hangingPunct="1"/>
            <a:r>
              <a:rPr lang="fr-FR" altLang="fr-FR" sz="1200" smtClean="0"/>
              <a:t>	13-  LA MUSIQUE DE MON CŒUR</a:t>
            </a:r>
          </a:p>
          <a:p>
            <a:pPr eaLnBrk="1" hangingPunct="1"/>
            <a:r>
              <a:rPr lang="fr-FR" altLang="fr-FR" sz="1200" smtClean="0"/>
              <a:t>	The music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14-  CRÉATEUR DE TOUT CE QUI EST BEAU ÉCRIS UNE MUSIQUE SUR MON CŒUR</a:t>
            </a:r>
          </a:p>
          <a:p>
            <a:pPr eaLnBrk="1" hangingPunct="1"/>
            <a:r>
              <a:rPr lang="fr-FR" altLang="fr-FR" sz="1200" smtClean="0"/>
              <a:t>Creator of all that is lovely, oh - Write a tune upon my heart</a:t>
            </a:r>
          </a:p>
          <a:p>
            <a:pPr eaLnBrk="1" hangingPunct="1"/>
            <a:r>
              <a:rPr lang="fr-FR" altLang="fr-FR" sz="1200" smtClean="0"/>
              <a:t>15-  QUAND ELLE SERA PRÊTE, JOUE-LA</a:t>
            </a:r>
          </a:p>
          <a:p>
            <a:pPr eaLnBrk="1" hangingPunct="1"/>
            <a:r>
              <a:rPr lang="fr-FR" altLang="fr-FR" sz="1200" smtClean="0"/>
              <a:t>And when you finish will you play me</a:t>
            </a:r>
          </a:p>
          <a:p>
            <a:pPr eaLnBrk="1" hangingPunct="1"/>
            <a:r>
              <a:rPr lang="fr-FR" altLang="fr-FR" sz="1200" smtClean="0"/>
              <a:t>16-  QU’ELLE SOIT UN HYMNE EN TON HONNEUR</a:t>
            </a:r>
          </a:p>
          <a:p>
            <a:pPr eaLnBrk="1" hangingPunct="1"/>
            <a:r>
              <a:rPr lang="fr-FR" altLang="fr-FR" sz="1200" smtClean="0"/>
              <a:t>Like a beautiful guitar?</a:t>
            </a:r>
          </a:p>
          <a:p>
            <a:pPr eaLnBrk="1" hangingPunct="1"/>
            <a:r>
              <a:rPr lang="fr-FR" altLang="fr-FR" sz="1200" smtClean="0"/>
              <a:t>17-  L’ACCORD DE LA COMPASSION RESTAURE TOUTE MON ÂME</a:t>
            </a:r>
          </a:p>
          <a:p>
            <a:pPr eaLnBrk="1" hangingPunct="1"/>
            <a:r>
              <a:rPr lang="fr-FR" altLang="fr-FR" sz="1200" smtClean="0"/>
              <a:t>STRUM, the chords of mercy Restore my soul completely</a:t>
            </a:r>
          </a:p>
          <a:p>
            <a:pPr eaLnBrk="1" hangingPunct="1"/>
            <a:r>
              <a:rPr lang="fr-FR" altLang="fr-FR" sz="1200" smtClean="0"/>
              <a:t>18-  TOUCHE-MOI PAR TON ONCTION ET MON ÊTRE REVIVRA</a:t>
            </a:r>
          </a:p>
          <a:p>
            <a:pPr eaLnBrk="1" hangingPunct="1"/>
            <a:r>
              <a:rPr lang="fr-FR" altLang="fr-FR" sz="1200" smtClean="0"/>
              <a:t>breathe life unto me And this instrument will sing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 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 :</a:t>
            </a:r>
          </a:p>
          <a:p>
            <a:pPr eaLnBrk="1" hangingPunct="1"/>
            <a:r>
              <a:rPr lang="fr-FR" altLang="fr-FR" sz="1200" smtClean="0"/>
              <a:t>19-  EUH, EUH, EUH, EUH, EUH DE MON CŒUR  X2</a:t>
            </a:r>
          </a:p>
          <a:p>
            <a:pPr eaLnBrk="1" hangingPunct="1"/>
            <a:r>
              <a:rPr lang="fr-FR" altLang="fr-FR" sz="1200" smtClean="0"/>
              <a:t>Ha-Ha-Ha-Ha-Heart Of my heart</a:t>
            </a:r>
          </a:p>
          <a:p>
            <a:pPr eaLnBrk="1" hangingPunct="1"/>
            <a:r>
              <a:rPr lang="fr-FR" altLang="fr-FR" sz="1200" smtClean="0"/>
              <a:t>20-  CHAQUE BRIN DE TA LUMIÈRE FAIT BRILLER MON UNIVERS</a:t>
            </a:r>
          </a:p>
          <a:p>
            <a:pPr eaLnBrk="1" hangingPunct="1"/>
            <a:r>
              <a:rPr lang="fr-FR" altLang="fr-FR" sz="1200" smtClean="0"/>
              <a:t>every single line's full of love divine write me like a valentine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EUH, EUH, EUH, EUH, EUH DE MON CŒUR  X2</a:t>
            </a:r>
          </a:p>
          <a:p>
            <a:pPr eaLnBrk="1" hangingPunct="1"/>
            <a:r>
              <a:rPr lang="fr-FR" altLang="fr-FR" sz="1200" smtClean="0"/>
              <a:t>      Ha-Ha-Ha-Ha-Heart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N’AI PAS HONTE DE DIRE AU MONDE SANS TOI JE NE SUIS RIEN,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not ashamed to tell the whole world, oh. Without you, I'm nothing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BESOIN D’ÊTRE RÉPARÉ PARFOIS JE SUIS TROP DÉPHASÉ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I have strings in need of mending - I'm OUT OF tune in certain parts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strum, the chords of mercy -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Lay your hand upon me And this instrument will breathe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LA MUSIQUE DE MON CŒUR,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you're the music of my heart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LA MÉLODIE DE MON ÂME,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melody within my soul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LA CHANSON QUI ESSUIE MES PLEURS,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song that holds me in the dark oooh…..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L’ÉTINCELLE QUI INCENDIE MA FLAMME,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fire that warms me when I'm cold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LA SYMPHONIE QUI FEND LA CRAINTE,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symphony that calms my fear oooh….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LES PAROLES QUI ME FONT REPRENDRE, OOOH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lyric that I long to hear oooh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LE CHEF-D’ŒUVRE LA PIÈCE DE VALEUR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masterpiece, the work of art oooh…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QUI EST FINIE AVANT L’HEURE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Complete before I start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LA MUSIQUE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music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CRÉATEUR DE TOUT CE QUI EST BEAU ÉCRIS UNE MUSIQUE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Creator of all that is lovely, oh - Write a tune upon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ELLE SERA PRÊTE, JOUE-LA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you finish will you play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QU’ELLE SOIT UN HYMNE EN TON 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Like a beautiful guitar?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L’ACCORD DE LA COMPASSION RESTAURE TOUTE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STRUM, the chords of mercy Restore my soul completely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TOUCHE-MOI PAR TON ONCTION ET MON ÊTRE REVIVRA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breathe life unto me And this instrument will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CHAQUE BRIN DE TA LUMIÈRE FAIT BRILLER MON 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single line's full of love divine write me like a valentine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EUH, EUH, EUH, EUH, EUH DE MON CŒUR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Ha-Ha-Ha-Ha-Heart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JE N’AI PAS HONTE DE DIRE AU MONDE SANS TOI JE NE SUIS RIEN, RIEN</a:t>
            </a:r>
          </a:p>
          <a:p>
            <a:pPr eaLnBrk="1" hangingPunct="1"/>
            <a:r>
              <a:rPr lang="fr-FR" altLang="fr-FR" sz="1200" smtClean="0"/>
              <a:t>I'm not ashamed to tell the whole world, oh. Without you, I'm nothing at all</a:t>
            </a:r>
          </a:p>
          <a:p>
            <a:pPr eaLnBrk="1" hangingPunct="1"/>
            <a:r>
              <a:rPr lang="fr-FR" altLang="fr-FR" sz="1200" smtClean="0"/>
              <a:t>2-  J’AI BESOIN D’ÊTRE RÉPARÉ PARFOIS JE SUIS TROP DÉPHASÉ</a:t>
            </a:r>
          </a:p>
          <a:p>
            <a:pPr eaLnBrk="1" hangingPunct="1"/>
            <a:r>
              <a:rPr lang="fr-FR" altLang="fr-FR" sz="1200" smtClean="0"/>
              <a:t>That I have strings in need of mending - I'm OUT OF tune in certain parts</a:t>
            </a:r>
          </a:p>
          <a:p>
            <a:pPr eaLnBrk="1" hangingPunct="1"/>
            <a:r>
              <a:rPr lang="fr-FR" altLang="fr-FR" sz="1200" smtClean="0"/>
              <a:t>3-  L’ACCORD DE LA COMPASSION RESTAURE TOUTE MON ÂME</a:t>
            </a:r>
          </a:p>
          <a:p>
            <a:pPr eaLnBrk="1" hangingPunct="1"/>
            <a:r>
              <a:rPr lang="fr-FR" altLang="fr-FR" sz="1200" smtClean="0"/>
              <a:t>so strum, the chords of mercy - restore my soul completely</a:t>
            </a:r>
          </a:p>
          <a:p>
            <a:pPr eaLnBrk="1" hangingPunct="1"/>
            <a:r>
              <a:rPr lang="fr-FR" altLang="fr-FR" sz="1200" smtClean="0"/>
              <a:t>4-  TOUCHE-MOI PAR TON ONCTION ET MON ÊTRE REVIVRA</a:t>
            </a:r>
          </a:p>
          <a:p>
            <a:pPr eaLnBrk="1" hangingPunct="1"/>
            <a:r>
              <a:rPr lang="fr-FR" altLang="fr-FR" sz="1200" smtClean="0"/>
              <a:t>Lay your hand upon me And this instrument will breathe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TU ES LA MUSIQUE DE MON CŒUR, OOOH</a:t>
            </a:r>
          </a:p>
          <a:p>
            <a:pPr eaLnBrk="1" hangingPunct="1"/>
            <a:r>
              <a:rPr lang="fr-FR" altLang="fr-FR" sz="1200" smtClean="0"/>
              <a:t>	Cause you're the music of my heart oooh….</a:t>
            </a:r>
          </a:p>
          <a:p>
            <a:pPr eaLnBrk="1" hangingPunct="1"/>
            <a:r>
              <a:rPr lang="fr-FR" altLang="fr-FR" sz="1200" smtClean="0"/>
              <a:t>     	6-  LA MÉLODIE DE MON ÂME, OOOH</a:t>
            </a:r>
          </a:p>
          <a:p>
            <a:pPr eaLnBrk="1" hangingPunct="1"/>
            <a:r>
              <a:rPr lang="fr-FR" altLang="fr-FR" sz="1200" smtClean="0"/>
              <a:t>	The melody within my soul oooh…</a:t>
            </a:r>
          </a:p>
          <a:p>
            <a:pPr eaLnBrk="1" hangingPunct="1"/>
            <a:r>
              <a:rPr lang="fr-FR" altLang="fr-FR" sz="1200" smtClean="0"/>
              <a:t>	7-  LA CHANSON QUI ESSUIE MES PLEURS, OOOH</a:t>
            </a:r>
          </a:p>
          <a:p>
            <a:pPr eaLnBrk="1" hangingPunct="1"/>
            <a:r>
              <a:rPr lang="fr-FR" altLang="fr-FR" sz="1200" smtClean="0"/>
              <a:t>	the song that holds me in the dark oooh…..</a:t>
            </a:r>
          </a:p>
          <a:p>
            <a:pPr eaLnBrk="1" hangingPunct="1"/>
            <a:r>
              <a:rPr lang="fr-FR" altLang="fr-FR" sz="1200" smtClean="0"/>
              <a:t>     	8-  L’ÉTINCELLE QUI INCENDIE MA FLAMME, OOOH</a:t>
            </a:r>
          </a:p>
          <a:p>
            <a:pPr eaLnBrk="1" hangingPunct="1"/>
            <a:r>
              <a:rPr lang="fr-FR" altLang="fr-FR" sz="1200" smtClean="0"/>
              <a:t>	The fire that warms me when I'm cold oooh….</a:t>
            </a:r>
          </a:p>
          <a:p>
            <a:pPr eaLnBrk="1" hangingPunct="1"/>
            <a:r>
              <a:rPr lang="fr-FR" altLang="fr-FR" sz="1200" smtClean="0"/>
              <a:t>     	9-  LA SYMPHONIE QUI FEND LA CRAINTE, OOOH</a:t>
            </a:r>
          </a:p>
          <a:p>
            <a:pPr eaLnBrk="1" hangingPunct="1"/>
            <a:r>
              <a:rPr lang="fr-FR" altLang="fr-FR" sz="1200" smtClean="0"/>
              <a:t>	The symphony that calms my fear oooh….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  	10-  LES PAROLES QUI ME FONT REPRENDRE, OOOH</a:t>
            </a:r>
          </a:p>
          <a:p>
            <a:pPr eaLnBrk="1" hangingPunct="1"/>
            <a:r>
              <a:rPr lang="fr-FR" altLang="fr-FR" sz="1200" smtClean="0"/>
              <a:t>	The lyric that I long to hear oooh …</a:t>
            </a:r>
          </a:p>
          <a:p>
            <a:pPr eaLnBrk="1" hangingPunct="1"/>
            <a:r>
              <a:rPr lang="fr-FR" altLang="fr-FR" sz="1200" smtClean="0"/>
              <a:t>	11-  LE CHEF-D’ŒUVRE LA PIÈCE DE VALEUR</a:t>
            </a:r>
          </a:p>
          <a:p>
            <a:pPr eaLnBrk="1" hangingPunct="1"/>
            <a:r>
              <a:rPr lang="fr-FR" altLang="fr-FR" sz="1200" smtClean="0"/>
              <a:t>	The masterpiece, the work of art oooh…</a:t>
            </a:r>
          </a:p>
          <a:p>
            <a:pPr eaLnBrk="1" hangingPunct="1"/>
            <a:r>
              <a:rPr lang="fr-FR" altLang="fr-FR" sz="1200" smtClean="0"/>
              <a:t>	12-  QUI EST FINIE AVANT L’HEURE</a:t>
            </a:r>
          </a:p>
          <a:p>
            <a:pPr eaLnBrk="1" hangingPunct="1"/>
            <a:r>
              <a:rPr lang="fr-FR" altLang="fr-FR" sz="1200" smtClean="0"/>
              <a:t>	Complete before I start</a:t>
            </a:r>
          </a:p>
          <a:p>
            <a:pPr eaLnBrk="1" hangingPunct="1"/>
            <a:r>
              <a:rPr lang="fr-FR" altLang="fr-FR" sz="1200" smtClean="0"/>
              <a:t>	13-  LA MUSIQUE DE MON CŒUR</a:t>
            </a:r>
          </a:p>
          <a:p>
            <a:pPr eaLnBrk="1" hangingPunct="1"/>
            <a:r>
              <a:rPr lang="fr-FR" altLang="fr-FR" sz="1200" smtClean="0"/>
              <a:t>	The music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14-  CRÉATEUR DE TOUT CE QUI EST BEAU ÉCRIS UNE MUSIQUE SUR MON CŒUR</a:t>
            </a:r>
          </a:p>
          <a:p>
            <a:pPr eaLnBrk="1" hangingPunct="1"/>
            <a:r>
              <a:rPr lang="fr-FR" altLang="fr-FR" sz="1200" smtClean="0"/>
              <a:t>Creator of all that is lovely, oh - Write a tune upon my heart</a:t>
            </a:r>
          </a:p>
          <a:p>
            <a:pPr eaLnBrk="1" hangingPunct="1"/>
            <a:r>
              <a:rPr lang="fr-FR" altLang="fr-FR" sz="1200" smtClean="0"/>
              <a:t>15-  QUAND ELLE SERA PRÊTE, JOUE-LA</a:t>
            </a:r>
          </a:p>
          <a:p>
            <a:pPr eaLnBrk="1" hangingPunct="1"/>
            <a:r>
              <a:rPr lang="fr-FR" altLang="fr-FR" sz="1200" smtClean="0"/>
              <a:t>And when you finish will you play me</a:t>
            </a:r>
          </a:p>
          <a:p>
            <a:pPr eaLnBrk="1" hangingPunct="1"/>
            <a:r>
              <a:rPr lang="fr-FR" altLang="fr-FR" sz="1200" smtClean="0"/>
              <a:t>16-  QU’ELLE SOIT UN HYMNE EN TON HONNEUR</a:t>
            </a:r>
          </a:p>
          <a:p>
            <a:pPr eaLnBrk="1" hangingPunct="1"/>
            <a:r>
              <a:rPr lang="fr-FR" altLang="fr-FR" sz="1200" smtClean="0"/>
              <a:t>Like a beautiful guitar?</a:t>
            </a:r>
          </a:p>
          <a:p>
            <a:pPr eaLnBrk="1" hangingPunct="1"/>
            <a:r>
              <a:rPr lang="fr-FR" altLang="fr-FR" sz="1200" smtClean="0"/>
              <a:t>17-  L’ACCORD DE LA COMPASSION RESTAURE TOUTE MON ÂME</a:t>
            </a:r>
          </a:p>
          <a:p>
            <a:pPr eaLnBrk="1" hangingPunct="1"/>
            <a:r>
              <a:rPr lang="fr-FR" altLang="fr-FR" sz="1200" smtClean="0"/>
              <a:t>STRUM, the chords of mercy Restore my soul completely</a:t>
            </a:r>
          </a:p>
          <a:p>
            <a:pPr eaLnBrk="1" hangingPunct="1"/>
            <a:r>
              <a:rPr lang="fr-FR" altLang="fr-FR" sz="1200" smtClean="0"/>
              <a:t>18-  TOUCHE-MOI PAR TON ONCTION ET MON ÊTRE REVIVRA</a:t>
            </a:r>
          </a:p>
          <a:p>
            <a:pPr eaLnBrk="1" hangingPunct="1"/>
            <a:r>
              <a:rPr lang="fr-FR" altLang="fr-FR" sz="1200" smtClean="0"/>
              <a:t>breathe life unto me And this instrument will sing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 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 :</a:t>
            </a:r>
          </a:p>
          <a:p>
            <a:pPr eaLnBrk="1" hangingPunct="1"/>
            <a:r>
              <a:rPr lang="fr-FR" altLang="fr-FR" sz="1200" smtClean="0"/>
              <a:t>19-  EUH, EUH, EUH, EUH, EUH DE MON CŒUR  X2</a:t>
            </a:r>
          </a:p>
          <a:p>
            <a:pPr eaLnBrk="1" hangingPunct="1"/>
            <a:r>
              <a:rPr lang="fr-FR" altLang="fr-FR" sz="1200" smtClean="0"/>
              <a:t>Ha-Ha-Ha-Ha-Heart Of my heart</a:t>
            </a:r>
          </a:p>
          <a:p>
            <a:pPr eaLnBrk="1" hangingPunct="1"/>
            <a:r>
              <a:rPr lang="fr-FR" altLang="fr-FR" sz="1200" smtClean="0"/>
              <a:t>20-  CHAQUE BRIN DE TA LUMIÈRE FAIT BRILLER MON UNIVERS</a:t>
            </a:r>
          </a:p>
          <a:p>
            <a:pPr eaLnBrk="1" hangingPunct="1"/>
            <a:r>
              <a:rPr lang="fr-FR" altLang="fr-FR" sz="1200" smtClean="0"/>
              <a:t>every single line's full of love divine write me like a valentine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EUH, EUH, EUH, EUH, EUH DE MON CŒUR  X2</a:t>
            </a:r>
          </a:p>
          <a:p>
            <a:pPr eaLnBrk="1" hangingPunct="1"/>
            <a:r>
              <a:rPr lang="fr-FR" altLang="fr-FR" sz="1200" smtClean="0"/>
              <a:t>      Ha-Ha-Ha-Ha-Heart Of my heart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C22DB9-D950-4178-A630-EE2C0903240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179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C5E3A2-7A41-4D4C-A001-3AD58D87B73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5314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1575A8-097B-42DF-9AB4-A968EDDAA1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2948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5418DB-58EE-4A1C-93D8-0FB6452D5BB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1159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B7E98D-12DD-4D90-BE82-50E971820EE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0488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BF9C44-EEDE-4774-8178-BB413FCDA92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7573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8C5908-A2A3-45F8-A456-1A4D001694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0011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D1F91-8927-4ED6-B161-3BC7F5C6BEA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3006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AD30AF-99F2-49CB-AD03-988BAB6F6D6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40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49D7B7-4F39-43C6-97DB-28169B02FB0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0627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6A07B3-DFD5-4955-89F5-7E108DBB579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8651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65229B3-93AB-44AA-B26E-B5F6EB7D0D6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N’AI PAS HONTE DE DIRE AU MONDE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SANS TOI JE NE SUIS RIEN, RIEN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BESOIN D’ÊTRE RÉPARÉ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PARFOIS JE SUIS TROP DÉPHASÉ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L’ACCORD DE LA COMPASSION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RESTAURE TOUTE MON ÂME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TOUCHE-MOI PAR TON ONCTION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MON ÊTRE REVIVRA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LA MUSIQUE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MON CŒUR, OOOH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MÉLODIE DE MON ÂME, OOOH</a:t>
            </a:r>
            <a:endParaRPr lang="fr-FR" sz="4000" b="1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CHANSON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ESSUIE MES PLEURS, OOOH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L’ÉTINCELLE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INCENDIE MA FLAMME, OOOH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SYMPHONIE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FEND LA CRAINTE, OOOH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PAROLES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ME FONT REPRENDRE, OOOH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CHEF-D’ŒUVRE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PIÈCE DE VALEUR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EST FINIE AVANT L’HEURE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MUSIQUE DE MON CŒUR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CRÉATEUR DE TOUT CE QUI EST BEAU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ÉCRIS UNE MUSIQUE SUR MON CŒUR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ELLE SERA PRÊTE, JOUE-LA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QU’ELLE SOIT UN HYMNE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TON HONNEUR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L’ACCORD DE LA COMPASSION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RESTAURE TOUTE MON ÂME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TOUCHE-MOI PAR TON ONCTION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MON ÊTRE REVIVRA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EUH, EUH, EUH, EUH, EUH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MON CŒUR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CHAQUE BRIN DE TA LUMIÈRE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FAIT BRILLER MON UNIVERS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EUH, EUH, EUH, EUH, EUH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MON CŒUR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4421</Words>
  <Application>Microsoft Office PowerPoint</Application>
  <PresentationFormat>Affichage à l'écran (4:3)</PresentationFormat>
  <Paragraphs>2222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Franklin Gothic Medium</vt:lpstr>
      <vt:lpstr>Arial</vt:lpstr>
      <vt:lpstr>Calibri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Richman</cp:lastModifiedBy>
  <cp:revision>57</cp:revision>
  <dcterms:created xsi:type="dcterms:W3CDTF">2002-08-17T10:50:50Z</dcterms:created>
  <dcterms:modified xsi:type="dcterms:W3CDTF">2018-09-28T08:39:24Z</dcterms:modified>
</cp:coreProperties>
</file>