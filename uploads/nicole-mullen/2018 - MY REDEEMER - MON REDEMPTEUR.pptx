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350" r:id="rId2"/>
    <p:sldId id="369" r:id="rId3"/>
    <p:sldId id="368" r:id="rId4"/>
    <p:sldId id="370" r:id="rId5"/>
    <p:sldId id="367" r:id="rId6"/>
    <p:sldId id="366" r:id="rId7"/>
    <p:sldId id="365" r:id="rId8"/>
    <p:sldId id="364" r:id="rId9"/>
    <p:sldId id="371" r:id="rId10"/>
    <p:sldId id="363" r:id="rId11"/>
    <p:sldId id="372" r:id="rId12"/>
    <p:sldId id="362" r:id="rId13"/>
    <p:sldId id="361" r:id="rId14"/>
    <p:sldId id="360" r:id="rId15"/>
    <p:sldId id="359" r:id="rId16"/>
    <p:sldId id="358" r:id="rId17"/>
    <p:sldId id="357" r:id="rId18"/>
    <p:sldId id="356" r:id="rId19"/>
    <p:sldId id="355" r:id="rId20"/>
    <p:sldId id="373" r:id="rId21"/>
    <p:sldId id="354" r:id="rId22"/>
    <p:sldId id="352" r:id="rId23"/>
    <p:sldId id="351" r:id="rId2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27" autoAdjust="0"/>
    <p:restoredTop sz="48234" autoAdjust="0"/>
  </p:normalViewPr>
  <p:slideViewPr>
    <p:cSldViewPr>
      <p:cViewPr>
        <p:scale>
          <a:sx n="50" d="100"/>
          <a:sy n="50" d="100"/>
        </p:scale>
        <p:origin x="-780" y="-1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04795D09-CE55-47F6-AC18-FA452BE8F4B8}" type="datetimeFigureOut">
              <a:rPr lang="fr-FR"/>
              <a:pPr>
                <a:defRPr/>
              </a:pPr>
              <a:t>28/09/2018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49F2FCAD-775C-4103-8863-FDA7B24943D0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233284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dirty="0" smtClean="0"/>
              <a:t>1-  QUI A DIT AU SOLEIL OÙ SE PLACER LE MATIN ?</a:t>
            </a:r>
          </a:p>
          <a:p>
            <a:pPr>
              <a:defRPr/>
            </a:pPr>
            <a:r>
              <a:rPr lang="fr-FR" dirty="0" smtClean="0"/>
              <a:t>   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taught</a:t>
            </a:r>
            <a:r>
              <a:rPr lang="fr-FR" dirty="0" smtClean="0"/>
              <a:t> the </a:t>
            </a:r>
            <a:r>
              <a:rPr lang="fr-FR" dirty="0" err="1" smtClean="0"/>
              <a:t>sun</a:t>
            </a:r>
            <a:r>
              <a:rPr lang="fr-FR" dirty="0" smtClean="0"/>
              <a:t> </a:t>
            </a:r>
            <a:r>
              <a:rPr lang="fr-FR" dirty="0" err="1" smtClean="0"/>
              <a:t>Where</a:t>
            </a:r>
            <a:r>
              <a:rPr lang="fr-FR" dirty="0" smtClean="0"/>
              <a:t> to stand in the </a:t>
            </a:r>
            <a:r>
              <a:rPr lang="fr-FR" dirty="0" err="1" smtClean="0"/>
              <a:t>morning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2-  ET QUI A DIT AUX MERS : VOUS N’AVANCEREZ PAS PLUS LOIN ? </a:t>
            </a:r>
          </a:p>
          <a:p>
            <a:pPr>
              <a:defRPr/>
            </a:pPr>
            <a:r>
              <a:rPr lang="fr-FR" dirty="0" smtClean="0"/>
              <a:t>    And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told</a:t>
            </a:r>
            <a:r>
              <a:rPr lang="fr-FR" dirty="0" smtClean="0"/>
              <a:t> the </a:t>
            </a:r>
            <a:r>
              <a:rPr lang="fr-FR" dirty="0" err="1" smtClean="0"/>
              <a:t>ocean</a:t>
            </a:r>
            <a:r>
              <a:rPr lang="fr-FR" dirty="0" smtClean="0"/>
              <a:t> You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only</a:t>
            </a:r>
            <a:r>
              <a:rPr lang="fr-FR" dirty="0" smtClean="0"/>
              <a:t> come </a:t>
            </a:r>
            <a:r>
              <a:rPr lang="fr-FR" dirty="0" err="1" smtClean="0"/>
              <a:t>this</a:t>
            </a:r>
            <a:r>
              <a:rPr lang="fr-FR" dirty="0" smtClean="0"/>
              <a:t> far</a:t>
            </a:r>
          </a:p>
          <a:p>
            <a:pPr>
              <a:defRPr/>
            </a:pPr>
            <a:r>
              <a:rPr lang="fr-FR" dirty="0" smtClean="0"/>
              <a:t>3-  QUI A MONTRÉ À LA LUNE OÙ SE CACHER JUSQU’AU SOIR ?</a:t>
            </a:r>
          </a:p>
          <a:p>
            <a:pPr>
              <a:defRPr/>
            </a:pPr>
            <a:r>
              <a:rPr lang="fr-FR" dirty="0" smtClean="0"/>
              <a:t>     And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showed</a:t>
            </a:r>
            <a:r>
              <a:rPr lang="fr-FR" dirty="0" smtClean="0"/>
              <a:t> the </a:t>
            </a:r>
            <a:r>
              <a:rPr lang="fr-FR" dirty="0" err="1" smtClean="0"/>
              <a:t>moon</a:t>
            </a:r>
            <a:r>
              <a:rPr lang="fr-FR" dirty="0" smtClean="0"/>
              <a:t> </a:t>
            </a:r>
            <a:r>
              <a:rPr lang="fr-FR" dirty="0" err="1" smtClean="0"/>
              <a:t>Where</a:t>
            </a:r>
            <a:r>
              <a:rPr lang="fr-FR" dirty="0" smtClean="0"/>
              <a:t> to </a:t>
            </a:r>
            <a:r>
              <a:rPr lang="fr-FR" dirty="0" err="1" smtClean="0"/>
              <a:t>hide</a:t>
            </a:r>
            <a:r>
              <a:rPr lang="fr-FR" dirty="0" smtClean="0"/>
              <a:t> till </a:t>
            </a:r>
            <a:r>
              <a:rPr lang="fr-FR" dirty="0" err="1" smtClean="0"/>
              <a:t>evening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4-  ET QUI PAR SA PAROLE PEUT SAISIR LES ÉTOILES ?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Whose</a:t>
            </a:r>
            <a:r>
              <a:rPr lang="fr-FR" dirty="0" smtClean="0"/>
              <a:t> </a:t>
            </a:r>
            <a:r>
              <a:rPr lang="fr-FR" dirty="0" err="1" smtClean="0"/>
              <a:t>words</a:t>
            </a:r>
            <a:r>
              <a:rPr lang="fr-FR" dirty="0" smtClean="0"/>
              <a:t> </a:t>
            </a:r>
            <a:r>
              <a:rPr lang="fr-FR" dirty="0" err="1" smtClean="0"/>
              <a:t>alone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Catch a </a:t>
            </a:r>
            <a:r>
              <a:rPr lang="fr-FR" dirty="0" err="1" smtClean="0"/>
              <a:t>falling</a:t>
            </a:r>
            <a:r>
              <a:rPr lang="fr-FR" dirty="0" smtClean="0"/>
              <a:t> star</a:t>
            </a:r>
          </a:p>
          <a:p>
            <a:pPr>
              <a:defRPr/>
            </a:pPr>
            <a:r>
              <a:rPr lang="fr-FR" dirty="0" smtClean="0"/>
              <a:t> 
	5-  JE LE SAIS, MON RÉDEMPTEUR VIT JE LE SAIS, MON RÉDEMPTEUR VIT </a:t>
            </a:r>
          </a:p>
          <a:p>
            <a:pPr>
              <a:defRPr/>
            </a:pPr>
            <a:r>
              <a:rPr lang="fr-FR" dirty="0" smtClean="0"/>
              <a:t>      	</a:t>
            </a:r>
            <a:r>
              <a:rPr lang="fr-FR" dirty="0" err="1" smtClean="0"/>
              <a:t>Well</a:t>
            </a:r>
            <a:r>
              <a:rPr lang="fr-FR" dirty="0" smtClean="0"/>
              <a:t> I know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Redeemer</a:t>
            </a:r>
            <a:r>
              <a:rPr lang="fr-FR" dirty="0" smtClean="0"/>
              <a:t> </a:t>
            </a:r>
            <a:r>
              <a:rPr lang="fr-FR" dirty="0" err="1" smtClean="0"/>
              <a:t>lives</a:t>
            </a:r>
            <a:r>
              <a:rPr lang="fr-FR" dirty="0" smtClean="0"/>
              <a:t> I know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Redeemer</a:t>
            </a:r>
            <a:r>
              <a:rPr lang="fr-FR" dirty="0" smtClean="0"/>
              <a:t> </a:t>
            </a:r>
            <a:r>
              <a:rPr lang="fr-FR" dirty="0" err="1" smtClean="0"/>
              <a:t>lives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	6-  TOUTE LA TERRE EN TÉMOIGNE SA VIE EN MOI LE PROCLAME</a:t>
            </a:r>
          </a:p>
          <a:p>
            <a:pPr>
              <a:defRPr/>
            </a:pPr>
            <a:r>
              <a:rPr lang="fr-FR" dirty="0" smtClean="0"/>
              <a:t>  	All of </a:t>
            </a:r>
            <a:r>
              <a:rPr lang="fr-FR" dirty="0" err="1" smtClean="0"/>
              <a:t>creation</a:t>
            </a:r>
            <a:r>
              <a:rPr lang="fr-FR" dirty="0" smtClean="0"/>
              <a:t> </a:t>
            </a:r>
            <a:r>
              <a:rPr lang="fr-FR" dirty="0" err="1" smtClean="0"/>
              <a:t>testifies</a:t>
            </a:r>
            <a:r>
              <a:rPr lang="fr-FR" dirty="0" smtClean="0"/>
              <a:t> This life </a:t>
            </a:r>
            <a:r>
              <a:rPr lang="fr-FR" dirty="0" err="1" smtClean="0"/>
              <a:t>within</a:t>
            </a:r>
            <a:r>
              <a:rPr lang="fr-FR" dirty="0" smtClean="0"/>
              <a:t> me cries</a:t>
            </a:r>
          </a:p>
          <a:p>
            <a:pPr>
              <a:defRPr/>
            </a:pPr>
            <a:r>
              <a:rPr lang="fr-FR" dirty="0" smtClean="0"/>
              <a:t> 	7-  JE LE SAIS, MON RÉDEMPTEUR VIT</a:t>
            </a:r>
          </a:p>
          <a:p>
            <a:pPr>
              <a:defRPr/>
            </a:pPr>
            <a:r>
              <a:rPr lang="fr-FR" dirty="0" smtClean="0"/>
              <a:t>     	I know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Redeemer</a:t>
            </a:r>
            <a:r>
              <a:rPr lang="fr-FR" dirty="0" smtClean="0"/>
              <a:t> </a:t>
            </a:r>
            <a:r>
              <a:rPr lang="fr-FR" dirty="0" err="1" smtClean="0"/>
              <a:t>lives</a:t>
            </a:r>
            <a:r>
              <a:rPr lang="fr-FR" dirty="0" smtClean="0"/>
              <a:t>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8-  LE MÊME DIEU QUI A MIS LES ASTRES DANS LES CIEUX</a:t>
            </a:r>
          </a:p>
          <a:p>
            <a:pPr>
              <a:defRPr/>
            </a:pPr>
            <a:r>
              <a:rPr lang="fr-FR" dirty="0" smtClean="0"/>
              <a:t>     The </a:t>
            </a:r>
            <a:r>
              <a:rPr lang="fr-FR" dirty="0" err="1" smtClean="0"/>
              <a:t>very</a:t>
            </a:r>
            <a:r>
              <a:rPr lang="fr-FR" dirty="0" smtClean="0"/>
              <a:t> </a:t>
            </a:r>
            <a:r>
              <a:rPr lang="fr-FR" dirty="0" err="1" smtClean="0"/>
              <a:t>same</a:t>
            </a:r>
            <a:r>
              <a:rPr lang="fr-FR" dirty="0" smtClean="0"/>
              <a:t> </a:t>
            </a:r>
            <a:r>
              <a:rPr lang="fr-FR" dirty="0" err="1" smtClean="0"/>
              <a:t>God</a:t>
            </a:r>
            <a:r>
              <a:rPr lang="fr-FR" dirty="0" smtClean="0"/>
              <a:t> That spins </a:t>
            </a:r>
            <a:r>
              <a:rPr lang="fr-FR" dirty="0" err="1" smtClean="0"/>
              <a:t>things</a:t>
            </a:r>
            <a:r>
              <a:rPr lang="fr-FR" dirty="0" smtClean="0"/>
              <a:t> in </a:t>
            </a:r>
            <a:r>
              <a:rPr lang="fr-FR" dirty="0" err="1" smtClean="0"/>
              <a:t>orbit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9-  VOLE AU SECOURS DE CEUX QUI EN ONT BESOIN 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Runs</a:t>
            </a:r>
            <a:r>
              <a:rPr lang="fr-FR" dirty="0" smtClean="0"/>
              <a:t> to the </a:t>
            </a:r>
            <a:r>
              <a:rPr lang="fr-FR" dirty="0" err="1" smtClean="0"/>
              <a:t>weary</a:t>
            </a:r>
            <a:r>
              <a:rPr lang="fr-FR" dirty="0" smtClean="0"/>
              <a:t> The </a:t>
            </a:r>
            <a:r>
              <a:rPr lang="fr-FR" dirty="0" err="1" smtClean="0"/>
              <a:t>worn</a:t>
            </a:r>
            <a:r>
              <a:rPr lang="fr-FR" dirty="0" smtClean="0"/>
              <a:t> and the </a:t>
            </a:r>
            <a:r>
              <a:rPr lang="fr-FR" dirty="0" err="1" smtClean="0"/>
              <a:t>weak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10-  ET LA MÊME DOUCE MAIN QUI ME PORTE ET ME SOUTIENT</a:t>
            </a:r>
            <a:br>
              <a:rPr lang="fr-FR" dirty="0" smtClean="0"/>
            </a:br>
            <a:r>
              <a:rPr lang="fr-FR" dirty="0" smtClean="0"/>
              <a:t>      And the </a:t>
            </a:r>
            <a:r>
              <a:rPr lang="fr-FR" dirty="0" err="1" smtClean="0"/>
              <a:t>same</a:t>
            </a:r>
            <a:r>
              <a:rPr lang="fr-FR" dirty="0" smtClean="0"/>
              <a:t> </a:t>
            </a:r>
            <a:r>
              <a:rPr lang="fr-FR" dirty="0" err="1" smtClean="0"/>
              <a:t>gentle</a:t>
            </a:r>
            <a:r>
              <a:rPr lang="fr-FR" dirty="0" smtClean="0"/>
              <a:t> hand </a:t>
            </a:r>
            <a:r>
              <a:rPr lang="fr-FR" dirty="0" err="1" smtClean="0"/>
              <a:t>sThat</a:t>
            </a:r>
            <a:r>
              <a:rPr lang="fr-FR" dirty="0" smtClean="0"/>
              <a:t> </a:t>
            </a:r>
            <a:r>
              <a:rPr lang="fr-FR" dirty="0" err="1" smtClean="0"/>
              <a:t>hold</a:t>
            </a:r>
            <a:r>
              <a:rPr lang="fr-FR" dirty="0" smtClean="0"/>
              <a:t> me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broken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11-  A VAINCU LA MORT ET BÉNI MES LENDEMAINS</a:t>
            </a:r>
          </a:p>
          <a:p>
            <a:pPr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They</a:t>
            </a:r>
            <a:r>
              <a:rPr lang="fr-FR" dirty="0" smtClean="0"/>
              <a:t> </a:t>
            </a:r>
            <a:r>
              <a:rPr lang="fr-FR" dirty="0" err="1" smtClean="0"/>
              <a:t>conquer</a:t>
            </a:r>
            <a:r>
              <a:rPr lang="fr-FR" dirty="0" smtClean="0"/>
              <a:t> </a:t>
            </a:r>
            <a:r>
              <a:rPr lang="fr-FR" dirty="0" err="1" smtClean="0"/>
              <a:t>death</a:t>
            </a:r>
            <a:r>
              <a:rPr lang="fr-FR" dirty="0" smtClean="0"/>
              <a:t> to </a:t>
            </a:r>
            <a:r>
              <a:rPr lang="fr-FR" dirty="0" err="1" smtClean="0"/>
              <a:t>bring</a:t>
            </a:r>
            <a:r>
              <a:rPr lang="fr-FR" dirty="0" smtClean="0"/>
              <a:t> me </a:t>
            </a:r>
            <a:r>
              <a:rPr lang="fr-FR" dirty="0" err="1" smtClean="0"/>
              <a:t>victory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12-  ET JE LE SAIS, MON RÉDEMPTEUR VIT JE LE SAIS, MON RÉDEMPTEUR VIT </a:t>
            </a:r>
          </a:p>
          <a:p>
            <a:pPr>
              <a:defRPr/>
            </a:pPr>
            <a:r>
              <a:rPr lang="fr-FR" dirty="0" smtClean="0"/>
              <a:t>      	 </a:t>
            </a:r>
            <a:r>
              <a:rPr lang="fr-FR" dirty="0" err="1" smtClean="0"/>
              <a:t>Now</a:t>
            </a:r>
            <a:r>
              <a:rPr lang="fr-FR" dirty="0" smtClean="0"/>
              <a:t> I know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Redeemer</a:t>
            </a:r>
            <a:r>
              <a:rPr lang="fr-FR" dirty="0" smtClean="0"/>
              <a:t> </a:t>
            </a:r>
            <a:r>
              <a:rPr lang="fr-FR" dirty="0" err="1" smtClean="0"/>
              <a:t>lives</a:t>
            </a:r>
            <a:r>
              <a:rPr lang="fr-FR" dirty="0" smtClean="0"/>
              <a:t> I know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Redeemer</a:t>
            </a:r>
            <a:r>
              <a:rPr lang="fr-FR" dirty="0" smtClean="0"/>
              <a:t> </a:t>
            </a:r>
            <a:r>
              <a:rPr lang="fr-FR" dirty="0" err="1" smtClean="0"/>
              <a:t>lives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	13-  QUE TOUTE LA TERRE EN TÉMOIGNE QUE SA VIE EN MOI PROCLAME </a:t>
            </a:r>
          </a:p>
          <a:p>
            <a:pPr>
              <a:defRPr/>
            </a:pPr>
            <a:r>
              <a:rPr lang="fr-FR" dirty="0" smtClean="0"/>
              <a:t>  	Let all </a:t>
            </a:r>
            <a:r>
              <a:rPr lang="fr-FR" dirty="0" err="1" smtClean="0"/>
              <a:t>creation</a:t>
            </a:r>
            <a:r>
              <a:rPr lang="fr-FR" dirty="0" smtClean="0"/>
              <a:t> </a:t>
            </a:r>
            <a:r>
              <a:rPr lang="fr-FR" dirty="0" err="1" smtClean="0"/>
              <a:t>testify</a:t>
            </a:r>
            <a:r>
              <a:rPr lang="fr-FR" dirty="0" smtClean="0"/>
              <a:t> Let </a:t>
            </a:r>
            <a:r>
              <a:rPr lang="fr-FR" dirty="0" err="1" smtClean="0"/>
              <a:t>this</a:t>
            </a:r>
            <a:r>
              <a:rPr lang="fr-FR" dirty="0" smtClean="0"/>
              <a:t> life </a:t>
            </a:r>
            <a:r>
              <a:rPr lang="fr-FR" dirty="0" err="1" smtClean="0"/>
              <a:t>within</a:t>
            </a:r>
            <a:r>
              <a:rPr lang="fr-FR" dirty="0" smtClean="0"/>
              <a:t> me </a:t>
            </a:r>
            <a:r>
              <a:rPr lang="fr-FR" dirty="0" err="1" smtClean="0"/>
              <a:t>cry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	14-  JE LE SAIS, MON RÉDEMPTEUR </a:t>
            </a:r>
          </a:p>
          <a:p>
            <a:pPr>
              <a:defRPr/>
            </a:pPr>
            <a:r>
              <a:rPr lang="fr-FR" dirty="0" smtClean="0"/>
              <a:t>      	 I know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Redeemer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15-  IL VIT POUR ÔTER MES FARDEAUX IL VIT, JE LE PROCLAMERAI </a:t>
            </a:r>
          </a:p>
          <a:p>
            <a:pPr>
              <a:defRPr/>
            </a:pPr>
            <a:r>
              <a:rPr lang="fr-FR" dirty="0" smtClean="0"/>
              <a:t>      He </a:t>
            </a:r>
            <a:r>
              <a:rPr lang="fr-FR" dirty="0" err="1" smtClean="0"/>
              <a:t>lives</a:t>
            </a:r>
            <a:r>
              <a:rPr lang="fr-FR" dirty="0" smtClean="0"/>
              <a:t> to </a:t>
            </a:r>
            <a:r>
              <a:rPr lang="fr-FR" dirty="0" err="1" smtClean="0"/>
              <a:t>take</a:t>
            </a:r>
            <a:r>
              <a:rPr lang="fr-FR" dirty="0" smtClean="0"/>
              <a:t> </a:t>
            </a:r>
            <a:r>
              <a:rPr lang="fr-FR" dirty="0" err="1" smtClean="0"/>
              <a:t>away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shame</a:t>
            </a:r>
            <a:r>
              <a:rPr lang="fr-FR" dirty="0" smtClean="0"/>
              <a:t> And He </a:t>
            </a:r>
            <a:r>
              <a:rPr lang="fr-FR" dirty="0" err="1" smtClean="0"/>
              <a:t>lives</a:t>
            </a:r>
            <a:r>
              <a:rPr lang="fr-FR" dirty="0" smtClean="0"/>
              <a:t> </a:t>
            </a:r>
            <a:r>
              <a:rPr lang="fr-FR" dirty="0" err="1" smtClean="0"/>
              <a:t>forever</a:t>
            </a:r>
            <a:r>
              <a:rPr lang="fr-FR" dirty="0" smtClean="0"/>
              <a:t> </a:t>
            </a:r>
            <a:r>
              <a:rPr lang="fr-FR" dirty="0" err="1" smtClean="0"/>
              <a:t>I'll</a:t>
            </a:r>
            <a:r>
              <a:rPr lang="fr-FR" dirty="0" smtClean="0"/>
              <a:t> </a:t>
            </a:r>
            <a:r>
              <a:rPr lang="fr-FR" dirty="0" err="1" smtClean="0"/>
              <a:t>proclaim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16-  IL VIT </a:t>
            </a:r>
          </a:p>
          <a:p>
            <a:pPr>
              <a:defRPr/>
            </a:pPr>
            <a:r>
              <a:rPr lang="fr-FR" dirty="0" smtClean="0"/>
              <a:t>       He </a:t>
            </a:r>
            <a:r>
              <a:rPr lang="fr-FR" dirty="0" err="1" smtClean="0"/>
              <a:t>lives</a:t>
            </a:r>
            <a:r>
              <a:rPr lang="fr-FR" dirty="0" smtClean="0"/>
              <a:t>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Pont :</a:t>
            </a:r>
          </a:p>
          <a:p>
            <a:pPr>
              <a:defRPr/>
            </a:pPr>
            <a:r>
              <a:rPr lang="fr-FR" dirty="0" smtClean="0"/>
              <a:t>17-  LE PRIX DE MON PÉCHÉ DE SA VIE, IL L’A PAYÉ </a:t>
            </a:r>
          </a:p>
          <a:p>
            <a:pPr>
              <a:defRPr/>
            </a:pPr>
            <a:r>
              <a:rPr lang="fr-FR" dirty="0" smtClean="0"/>
              <a:t>       That the </a:t>
            </a:r>
            <a:r>
              <a:rPr lang="fr-FR" dirty="0" err="1" smtClean="0"/>
              <a:t>payment</a:t>
            </a:r>
            <a:r>
              <a:rPr lang="fr-FR" dirty="0" smtClean="0"/>
              <a:t> for </a:t>
            </a:r>
            <a:r>
              <a:rPr lang="fr-FR" dirty="0" err="1" smtClean="0"/>
              <a:t>my</a:t>
            </a:r>
            <a:r>
              <a:rPr lang="fr-FR" dirty="0" smtClean="0"/>
              <a:t> sin </a:t>
            </a:r>
            <a:r>
              <a:rPr lang="fr-FR" dirty="0" err="1" smtClean="0"/>
              <a:t>Was</a:t>
            </a:r>
            <a:r>
              <a:rPr lang="fr-FR" dirty="0" smtClean="0"/>
              <a:t> the </a:t>
            </a:r>
            <a:r>
              <a:rPr lang="fr-FR" dirty="0" err="1" smtClean="0"/>
              <a:t>precious</a:t>
            </a:r>
            <a:r>
              <a:rPr lang="fr-FR" dirty="0" smtClean="0"/>
              <a:t> life He gave</a:t>
            </a:r>
          </a:p>
          <a:p>
            <a:pPr>
              <a:defRPr/>
            </a:pPr>
            <a:r>
              <a:rPr lang="fr-FR" dirty="0" smtClean="0"/>
              <a:t>18-  MAIS AUJOURD’HUI IL VIT, IL EST RESSUSCITÉ</a:t>
            </a:r>
          </a:p>
          <a:p>
            <a:pPr>
              <a:defRPr/>
            </a:pPr>
            <a:r>
              <a:rPr lang="fr-FR" dirty="0" smtClean="0"/>
              <a:t>       But </a:t>
            </a:r>
            <a:r>
              <a:rPr lang="fr-FR" dirty="0" err="1" smtClean="0"/>
              <a:t>now</a:t>
            </a:r>
            <a:r>
              <a:rPr lang="fr-FR" dirty="0" smtClean="0"/>
              <a:t> </a:t>
            </a:r>
            <a:r>
              <a:rPr lang="fr-FR" dirty="0" err="1" smtClean="0"/>
              <a:t>He's</a:t>
            </a:r>
            <a:r>
              <a:rPr lang="fr-FR" dirty="0" smtClean="0"/>
              <a:t> </a:t>
            </a:r>
            <a:r>
              <a:rPr lang="fr-FR" dirty="0" err="1" smtClean="0"/>
              <a:t>alive</a:t>
            </a:r>
            <a:r>
              <a:rPr lang="fr-FR" dirty="0" smtClean="0"/>
              <a:t> and </a:t>
            </a:r>
            <a:r>
              <a:rPr lang="fr-FR" dirty="0" err="1" smtClean="0"/>
              <a:t>there's</a:t>
            </a:r>
            <a:r>
              <a:rPr lang="fr-FR" dirty="0" smtClean="0"/>
              <a:t> an </a:t>
            </a:r>
            <a:r>
              <a:rPr lang="fr-FR" dirty="0" err="1" smtClean="0"/>
              <a:t>empty</a:t>
            </a:r>
            <a:r>
              <a:rPr lang="fr-FR" dirty="0" smtClean="0"/>
              <a:t> grave</a:t>
            </a:r>
          </a:p>
          <a:p>
            <a:pPr>
              <a:defRPr/>
            </a:pPr>
            <a:r>
              <a:rPr lang="fr-FR" dirty="0" smtClean="0"/>
              <a:t>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Fin :
19-  JE SAIS QUE JE SAIS QUE JE SAIS QUE JE SAIS… </a:t>
            </a:r>
          </a:p>
          <a:p>
            <a:pPr>
              <a:defRPr/>
            </a:pPr>
            <a:r>
              <a:rPr lang="fr-FR" dirty="0" smtClean="0"/>
              <a:t>       And I know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Redeemer</a:t>
            </a:r>
            <a:r>
              <a:rPr lang="fr-FR" dirty="0" smtClean="0"/>
              <a:t>, He </a:t>
            </a:r>
            <a:r>
              <a:rPr lang="fr-FR" dirty="0" err="1" smtClean="0"/>
              <a:t>lives</a:t>
            </a:r>
            <a:r>
              <a:rPr lang="fr-FR" dirty="0" smtClean="0"/>
              <a:t> I know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Redeemer</a:t>
            </a:r>
            <a:r>
              <a:rPr lang="fr-FR" dirty="0" smtClean="0"/>
              <a:t> </a:t>
            </a:r>
            <a:r>
              <a:rPr lang="fr-FR" dirty="0" err="1" smtClean="0"/>
              <a:t>lives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20-  ET PARCE QU’IL VIT JE PEUX FAIRE FACE À DEMAIN </a:t>
            </a:r>
          </a:p>
          <a:p>
            <a:pPr>
              <a:defRPr/>
            </a:pPr>
            <a:r>
              <a:rPr lang="fr-FR" dirty="0" smtClean="0"/>
              <a:t>      Let all </a:t>
            </a:r>
            <a:r>
              <a:rPr lang="fr-FR" dirty="0" err="1" smtClean="0"/>
              <a:t>creation</a:t>
            </a:r>
            <a:r>
              <a:rPr lang="fr-FR" dirty="0" smtClean="0"/>
              <a:t> </a:t>
            </a:r>
            <a:r>
              <a:rPr lang="fr-FR" dirty="0" err="1" smtClean="0"/>
              <a:t>testify</a:t>
            </a:r>
            <a:r>
              <a:rPr lang="fr-FR" dirty="0" smtClean="0"/>
              <a:t> Let </a:t>
            </a:r>
            <a:r>
              <a:rPr lang="fr-FR" dirty="0" err="1" smtClean="0"/>
              <a:t>this</a:t>
            </a:r>
            <a:r>
              <a:rPr lang="fr-FR" dirty="0" smtClean="0"/>
              <a:t> life </a:t>
            </a:r>
            <a:r>
              <a:rPr lang="fr-FR" dirty="0" err="1" smtClean="0"/>
              <a:t>within</a:t>
            </a:r>
            <a:r>
              <a:rPr lang="fr-FR" dirty="0" smtClean="0"/>
              <a:t> me </a:t>
            </a:r>
            <a:r>
              <a:rPr lang="fr-FR" dirty="0" err="1" smtClean="0"/>
              <a:t>cry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21-  IL VIT, IL VIT ET LE TOMBEAU EST VIDE </a:t>
            </a:r>
          </a:p>
          <a:p>
            <a:pPr>
              <a:defRPr/>
            </a:pPr>
            <a:r>
              <a:rPr lang="fr-FR" dirty="0" smtClean="0"/>
              <a:t>      He </a:t>
            </a:r>
            <a:r>
              <a:rPr lang="fr-FR" dirty="0" err="1" smtClean="0"/>
              <a:t>lives</a:t>
            </a:r>
            <a:r>
              <a:rPr lang="fr-FR" dirty="0" smtClean="0"/>
              <a:t> The </a:t>
            </a:r>
            <a:r>
              <a:rPr lang="fr-FR" dirty="0" err="1" smtClean="0"/>
              <a:t>tomb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empty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22-  JE LE SAIS, MON RÉDEMPTEUR VIT JE LE SAIS, MON RÉDEMPTEUR VIT </a:t>
            </a:r>
          </a:p>
          <a:p>
            <a:pPr>
              <a:defRPr/>
            </a:pPr>
            <a:r>
              <a:rPr lang="fr-FR" dirty="0" smtClean="0"/>
              <a:t>       I know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Redeemer</a:t>
            </a:r>
            <a:r>
              <a:rPr lang="fr-FR" dirty="0" smtClean="0"/>
              <a:t> I know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Redeemer</a:t>
            </a:r>
            <a:r>
              <a:rPr lang="fr-FR" dirty="0" smtClean="0"/>
              <a:t> </a:t>
            </a:r>
            <a:r>
              <a:rPr lang="fr-FR" dirty="0" err="1" smtClean="0"/>
              <a:t>lives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23-  JE LE SAIS, MON RÉDEMPTEUR VIT </a:t>
            </a:r>
          </a:p>
          <a:p>
            <a:pPr>
              <a:defRPr/>
            </a:pPr>
            <a:r>
              <a:rPr lang="fr-FR" dirty="0" smtClean="0"/>
              <a:t>      I know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Redeemer</a:t>
            </a:r>
            <a:r>
              <a:rPr lang="fr-FR" dirty="0" smtClean="0"/>
              <a:t> </a:t>
            </a:r>
            <a:r>
              <a:rPr lang="fr-FR" dirty="0" err="1" smtClean="0"/>
              <a:t>lives</a:t>
            </a:r>
            <a:endParaRPr lang="fr-FR" dirty="0" smtClean="0"/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QUI A DIT AU SOLEIL OÙ SE PLACER LE MATIN ?</a:t>
            </a:r>
          </a:p>
          <a:p>
            <a:pPr>
              <a:defRPr/>
            </a:pPr>
            <a:r>
              <a:rPr lang="fr-FR" smtClean="0"/>
              <a:t>    Who taught the sun Where to stand in the morning</a:t>
            </a:r>
          </a:p>
          <a:p>
            <a:pPr>
              <a:defRPr/>
            </a:pPr>
            <a:r>
              <a:rPr lang="fr-FR" smtClean="0"/>
              <a:t>2-  ET QUI A DIT AUX MERS : VOUS N’AVANCEREZ PAS PLUS LOIN ? </a:t>
            </a:r>
          </a:p>
          <a:p>
            <a:pPr>
              <a:defRPr/>
            </a:pPr>
            <a:r>
              <a:rPr lang="fr-FR" smtClean="0"/>
              <a:t>    And who told the ocean You can only come this far</a:t>
            </a:r>
          </a:p>
          <a:p>
            <a:pPr>
              <a:defRPr/>
            </a:pPr>
            <a:r>
              <a:rPr lang="fr-FR" smtClean="0"/>
              <a:t>3-  QUI A MONTRÉ À LA LUNE OÙ SE CACHER JUSQU’AU SOIR ?</a:t>
            </a:r>
          </a:p>
          <a:p>
            <a:pPr>
              <a:defRPr/>
            </a:pPr>
            <a:r>
              <a:rPr lang="fr-FR" smtClean="0"/>
              <a:t>     And who showed the moon Where to hide till evening</a:t>
            </a:r>
          </a:p>
          <a:p>
            <a:pPr>
              <a:defRPr/>
            </a:pPr>
            <a:r>
              <a:rPr lang="fr-FR" smtClean="0"/>
              <a:t>4-  ET QUI PAR SA PAROLE PEUT SAISIR LES ÉTOILES ?</a:t>
            </a:r>
          </a:p>
          <a:p>
            <a:pPr>
              <a:defRPr/>
            </a:pPr>
            <a:r>
              <a:rPr lang="fr-FR" smtClean="0"/>
              <a:t>     Whose words alone can Catch a falling star</a:t>
            </a:r>
          </a:p>
          <a:p>
            <a:pPr>
              <a:defRPr/>
            </a:pPr>
            <a:r>
              <a:rPr lang="fr-FR" smtClean="0"/>
              <a:t> 
	5-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Well I know my Redeemer lives I know my Redeemer lives</a:t>
            </a:r>
          </a:p>
          <a:p>
            <a:pPr>
              <a:defRPr/>
            </a:pPr>
            <a:r>
              <a:rPr lang="fr-FR" smtClean="0"/>
              <a:t>	6-  TOUTE LA TERRE EN TÉMOIGNE SA VIE EN MOI LE PROCLAME</a:t>
            </a:r>
          </a:p>
          <a:p>
            <a:pPr>
              <a:defRPr/>
            </a:pPr>
            <a:r>
              <a:rPr lang="fr-FR" smtClean="0"/>
              <a:t>  	All of creation testifies This life within me cries</a:t>
            </a:r>
          </a:p>
          <a:p>
            <a:pPr>
              <a:defRPr/>
            </a:pPr>
            <a:r>
              <a:rPr lang="fr-FR" smtClean="0"/>
              <a:t> 	7-  JE LE SAIS, MON RÉDEMPTEUR VIT</a:t>
            </a:r>
          </a:p>
          <a:p>
            <a:pPr>
              <a:defRPr/>
            </a:pPr>
            <a:r>
              <a:rPr lang="fr-FR" smtClean="0"/>
              <a:t>     	I know my Redeemer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LE MÊME DIEU QUI A MIS LES ASTRES DANS LES CIEUX</a:t>
            </a:r>
          </a:p>
          <a:p>
            <a:pPr>
              <a:defRPr/>
            </a:pPr>
            <a:r>
              <a:rPr lang="fr-FR" smtClean="0"/>
              <a:t>     The very same God That spins things in orbit</a:t>
            </a:r>
          </a:p>
          <a:p>
            <a:pPr>
              <a:defRPr/>
            </a:pPr>
            <a:r>
              <a:rPr lang="fr-FR" smtClean="0"/>
              <a:t>9-  VOLE AU SECOURS DE CEUX QUI EN ONT BESOIN </a:t>
            </a:r>
          </a:p>
          <a:p>
            <a:pPr>
              <a:defRPr/>
            </a:pPr>
            <a:r>
              <a:rPr lang="fr-FR" smtClean="0"/>
              <a:t>      Runs to the weary The worn and the weak</a:t>
            </a:r>
          </a:p>
          <a:p>
            <a:pPr>
              <a:defRPr/>
            </a:pPr>
            <a:r>
              <a:rPr lang="fr-FR" smtClean="0"/>
              <a:t>10-  ET LA MÊME DOUCE MAIN QUI ME PORTE ET ME SOUTIENT</a:t>
            </a:r>
            <a:br>
              <a:rPr lang="fr-FR" smtClean="0"/>
            </a:br>
            <a:r>
              <a:rPr lang="fr-FR" smtClean="0"/>
              <a:t>      And the same gentle hand sThat hold me when I'm broken</a:t>
            </a:r>
          </a:p>
          <a:p>
            <a:pPr>
              <a:defRPr/>
            </a:pPr>
            <a:r>
              <a:rPr lang="fr-FR" smtClean="0"/>
              <a:t>11-  A VAINCU LA MORT ET BÉNI MES LENDEMAINS</a:t>
            </a:r>
          </a:p>
          <a:p>
            <a:pPr>
              <a:defRPr/>
            </a:pPr>
            <a:r>
              <a:rPr lang="fr-FR" smtClean="0"/>
              <a:t>       They conquer death to bring me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12-  ET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 Now I know my Redeemer lives I know my Redeemer lives</a:t>
            </a:r>
          </a:p>
          <a:p>
            <a:pPr>
              <a:defRPr/>
            </a:pPr>
            <a:r>
              <a:rPr lang="fr-FR" smtClean="0"/>
              <a:t>	13-  QUE TOUTE LA TERRE EN TÉMOIGNE QUE SA VIE EN MOI PROCLAME </a:t>
            </a:r>
          </a:p>
          <a:p>
            <a:pPr>
              <a:defRPr/>
            </a:pPr>
            <a:r>
              <a:rPr lang="fr-FR" smtClean="0"/>
              <a:t>  	Let all creation testify Let this life within me cry</a:t>
            </a:r>
          </a:p>
          <a:p>
            <a:pPr>
              <a:defRPr/>
            </a:pPr>
            <a:r>
              <a:rPr lang="fr-FR" smtClean="0"/>
              <a:t>	14-  JE LE SAIS, MON RÉDEMPTEUR </a:t>
            </a:r>
          </a:p>
          <a:p>
            <a:pPr>
              <a:defRPr/>
            </a:pPr>
            <a:r>
              <a:rPr lang="fr-FR" smtClean="0"/>
              <a:t>      	 I know my Redeemer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IL VIT POUR ÔTER MES FARDEAUX IL VIT, JE LE PROCLAMERAI </a:t>
            </a:r>
          </a:p>
          <a:p>
            <a:pPr>
              <a:defRPr/>
            </a:pPr>
            <a:r>
              <a:rPr lang="fr-FR" smtClean="0"/>
              <a:t>      He lives to take away my shame And He lives forever I'll proclaim</a:t>
            </a:r>
          </a:p>
          <a:p>
            <a:pPr>
              <a:defRPr/>
            </a:pPr>
            <a:r>
              <a:rPr lang="fr-FR" smtClean="0"/>
              <a:t>16-  IL VIT </a:t>
            </a:r>
          </a:p>
          <a:p>
            <a:pPr>
              <a:defRPr/>
            </a:pPr>
            <a:r>
              <a:rPr lang="fr-FR" smtClean="0"/>
              <a:t>       He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17-  LE PRIX DE MON PÉCHÉ DE SA VIE, IL L’A PAYÉ </a:t>
            </a:r>
          </a:p>
          <a:p>
            <a:pPr>
              <a:defRPr/>
            </a:pPr>
            <a:r>
              <a:rPr lang="fr-FR" smtClean="0"/>
              <a:t>       That the payment for my sin Was the precious life He gave</a:t>
            </a:r>
          </a:p>
          <a:p>
            <a:pPr>
              <a:defRPr/>
            </a:pPr>
            <a:r>
              <a:rPr lang="fr-FR" smtClean="0"/>
              <a:t>18-  MAIS AUJOURD’HUI IL VIT, IL EST RESSUSCITÉ</a:t>
            </a:r>
          </a:p>
          <a:p>
            <a:pPr>
              <a:defRPr/>
            </a:pPr>
            <a:r>
              <a:rPr lang="fr-FR" smtClean="0"/>
              <a:t>       But now He's alive and there's an empty grave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Fin :
19-  JE SAIS QUE JE SAIS QUE JE SAIS QUE JE SAIS… </a:t>
            </a:r>
          </a:p>
          <a:p>
            <a:pPr>
              <a:defRPr/>
            </a:pPr>
            <a:r>
              <a:rPr lang="fr-FR" smtClean="0"/>
              <a:t>       And I know my Redeemer, He lives I know my Redeemer lives</a:t>
            </a:r>
          </a:p>
          <a:p>
            <a:pPr>
              <a:defRPr/>
            </a:pPr>
            <a:r>
              <a:rPr lang="fr-FR" smtClean="0"/>
              <a:t>20-  ET PARCE QU’IL VIT JE PEUX FAIRE FACE À DEMAIN </a:t>
            </a:r>
          </a:p>
          <a:p>
            <a:pPr>
              <a:defRPr/>
            </a:pPr>
            <a:r>
              <a:rPr lang="fr-FR" smtClean="0"/>
              <a:t>      Let all creation testify Let this life within me cry</a:t>
            </a:r>
          </a:p>
          <a:p>
            <a:pPr>
              <a:defRPr/>
            </a:pPr>
            <a:r>
              <a:rPr lang="fr-FR" smtClean="0"/>
              <a:t>21-  IL VIT, IL VIT ET LE TOMBEAU EST VIDE </a:t>
            </a:r>
          </a:p>
          <a:p>
            <a:pPr>
              <a:defRPr/>
            </a:pPr>
            <a:r>
              <a:rPr lang="fr-FR" smtClean="0"/>
              <a:t>      He lives The tomb is empty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22-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 I know my Redeemer I know my Redeemer lives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JE LE SAIS, MON RÉDEMPTEUR VIT </a:t>
            </a:r>
          </a:p>
          <a:p>
            <a:pPr>
              <a:defRPr/>
            </a:pPr>
            <a:r>
              <a:rPr lang="fr-FR" smtClean="0"/>
              <a:t>      I know my Redeemer lives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QUI A DIT AU SOLEIL OÙ SE PLACER LE MATIN ?</a:t>
            </a:r>
          </a:p>
          <a:p>
            <a:pPr>
              <a:defRPr/>
            </a:pPr>
            <a:r>
              <a:rPr lang="fr-FR" smtClean="0"/>
              <a:t>    Who taught the sun Where to stand in the morning</a:t>
            </a:r>
          </a:p>
          <a:p>
            <a:pPr>
              <a:defRPr/>
            </a:pPr>
            <a:r>
              <a:rPr lang="fr-FR" smtClean="0"/>
              <a:t>2-  ET QUI A DIT AUX MERS : VOUS N’AVANCEREZ PAS PLUS LOIN ? </a:t>
            </a:r>
          </a:p>
          <a:p>
            <a:pPr>
              <a:defRPr/>
            </a:pPr>
            <a:r>
              <a:rPr lang="fr-FR" smtClean="0"/>
              <a:t>    And who told the ocean You can only come this far</a:t>
            </a:r>
          </a:p>
          <a:p>
            <a:pPr>
              <a:defRPr/>
            </a:pPr>
            <a:r>
              <a:rPr lang="fr-FR" smtClean="0"/>
              <a:t>3-  QUI A MONTRÉ À LA LUNE OÙ SE CACHER JUSQU’AU SOIR ?</a:t>
            </a:r>
          </a:p>
          <a:p>
            <a:pPr>
              <a:defRPr/>
            </a:pPr>
            <a:r>
              <a:rPr lang="fr-FR" smtClean="0"/>
              <a:t>     And who showed the moon Where to hide till evening</a:t>
            </a:r>
          </a:p>
          <a:p>
            <a:pPr>
              <a:defRPr/>
            </a:pPr>
            <a:r>
              <a:rPr lang="fr-FR" smtClean="0"/>
              <a:t>4-  ET QUI PAR SA PAROLE PEUT SAISIR LES ÉTOILES ?</a:t>
            </a:r>
          </a:p>
          <a:p>
            <a:pPr>
              <a:defRPr/>
            </a:pPr>
            <a:r>
              <a:rPr lang="fr-FR" smtClean="0"/>
              <a:t>     Whose words alone can Catch a falling star</a:t>
            </a:r>
          </a:p>
          <a:p>
            <a:pPr>
              <a:defRPr/>
            </a:pPr>
            <a:r>
              <a:rPr lang="fr-FR" smtClean="0"/>
              <a:t> 
	5-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Well I know my Redeemer lives I know my Redeemer lives</a:t>
            </a:r>
          </a:p>
          <a:p>
            <a:pPr>
              <a:defRPr/>
            </a:pPr>
            <a:r>
              <a:rPr lang="fr-FR" smtClean="0"/>
              <a:t>	6-  TOUTE LA TERRE EN TÉMOIGNE SA VIE EN MOI LE PROCLAME</a:t>
            </a:r>
          </a:p>
          <a:p>
            <a:pPr>
              <a:defRPr/>
            </a:pPr>
            <a:r>
              <a:rPr lang="fr-FR" smtClean="0"/>
              <a:t>  	All of creation testifies This life within me cries</a:t>
            </a:r>
          </a:p>
          <a:p>
            <a:pPr>
              <a:defRPr/>
            </a:pPr>
            <a:r>
              <a:rPr lang="fr-FR" smtClean="0"/>
              <a:t> 	7-  JE LE SAIS, MON RÉDEMPTEUR VIT</a:t>
            </a:r>
          </a:p>
          <a:p>
            <a:pPr>
              <a:defRPr/>
            </a:pPr>
            <a:r>
              <a:rPr lang="fr-FR" smtClean="0"/>
              <a:t>     	I know my Redeemer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LE MÊME DIEU QUI A MIS LES ASTRES DANS LES CIEUX</a:t>
            </a:r>
          </a:p>
          <a:p>
            <a:pPr>
              <a:defRPr/>
            </a:pPr>
            <a:r>
              <a:rPr lang="fr-FR" smtClean="0"/>
              <a:t>     The very same God That spins things in orbit</a:t>
            </a:r>
          </a:p>
          <a:p>
            <a:pPr>
              <a:defRPr/>
            </a:pPr>
            <a:r>
              <a:rPr lang="fr-FR" smtClean="0"/>
              <a:t>9-  VOLE AU SECOURS DE CEUX QUI EN ONT BESOIN </a:t>
            </a:r>
          </a:p>
          <a:p>
            <a:pPr>
              <a:defRPr/>
            </a:pPr>
            <a:r>
              <a:rPr lang="fr-FR" smtClean="0"/>
              <a:t>      Runs to the weary The worn and the weak</a:t>
            </a:r>
          </a:p>
          <a:p>
            <a:pPr>
              <a:defRPr/>
            </a:pPr>
            <a:r>
              <a:rPr lang="fr-FR" smtClean="0"/>
              <a:t>10-  ET LA MÊME DOUCE MAIN QUI ME PORTE ET ME SOUTIENT</a:t>
            </a:r>
            <a:br>
              <a:rPr lang="fr-FR" smtClean="0"/>
            </a:br>
            <a:r>
              <a:rPr lang="fr-FR" smtClean="0"/>
              <a:t>      And the same gentle hand sThat hold me when I'm broken</a:t>
            </a:r>
          </a:p>
          <a:p>
            <a:pPr>
              <a:defRPr/>
            </a:pPr>
            <a:r>
              <a:rPr lang="fr-FR" smtClean="0"/>
              <a:t>11-  A VAINCU LA MORT ET BÉNI MES LENDEMAINS</a:t>
            </a:r>
          </a:p>
          <a:p>
            <a:pPr>
              <a:defRPr/>
            </a:pPr>
            <a:r>
              <a:rPr lang="fr-FR" smtClean="0"/>
              <a:t>       They conquer death to bring me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12-  ET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 Now I know my Redeemer lives I know my Redeemer lives</a:t>
            </a:r>
          </a:p>
          <a:p>
            <a:pPr>
              <a:defRPr/>
            </a:pPr>
            <a:r>
              <a:rPr lang="fr-FR" smtClean="0"/>
              <a:t>	13-  QUE TOUTE LA TERRE EN TÉMOIGNE QUE SA VIE EN MOI PROCLAME </a:t>
            </a:r>
          </a:p>
          <a:p>
            <a:pPr>
              <a:defRPr/>
            </a:pPr>
            <a:r>
              <a:rPr lang="fr-FR" smtClean="0"/>
              <a:t>  	Let all creation testify Let this life within me cry</a:t>
            </a:r>
          </a:p>
          <a:p>
            <a:pPr>
              <a:defRPr/>
            </a:pPr>
            <a:r>
              <a:rPr lang="fr-FR" smtClean="0"/>
              <a:t>	14-  JE LE SAIS, MON RÉDEMPTEUR </a:t>
            </a:r>
          </a:p>
          <a:p>
            <a:pPr>
              <a:defRPr/>
            </a:pPr>
            <a:r>
              <a:rPr lang="fr-FR" smtClean="0"/>
              <a:t>      	 I know my Redeemer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IL VIT POUR ÔTER MES FARDEAUX IL VIT, JE LE PROCLAMERAI </a:t>
            </a:r>
          </a:p>
          <a:p>
            <a:pPr>
              <a:defRPr/>
            </a:pPr>
            <a:r>
              <a:rPr lang="fr-FR" smtClean="0"/>
              <a:t>      He lives to take away my shame And He lives forever I'll proclaim</a:t>
            </a:r>
          </a:p>
          <a:p>
            <a:pPr>
              <a:defRPr/>
            </a:pPr>
            <a:r>
              <a:rPr lang="fr-FR" smtClean="0"/>
              <a:t>16-  IL VIT </a:t>
            </a:r>
          </a:p>
          <a:p>
            <a:pPr>
              <a:defRPr/>
            </a:pPr>
            <a:r>
              <a:rPr lang="fr-FR" smtClean="0"/>
              <a:t>       He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17-  LE PRIX DE MON PÉCHÉ DE SA VIE, IL L’A PAYÉ </a:t>
            </a:r>
          </a:p>
          <a:p>
            <a:pPr>
              <a:defRPr/>
            </a:pPr>
            <a:r>
              <a:rPr lang="fr-FR" smtClean="0"/>
              <a:t>       That the payment for my sin Was the precious life He gave</a:t>
            </a:r>
          </a:p>
          <a:p>
            <a:pPr>
              <a:defRPr/>
            </a:pPr>
            <a:r>
              <a:rPr lang="fr-FR" smtClean="0"/>
              <a:t>18-  MAIS AUJOURD’HUI IL VIT, IL EST RESSUSCITÉ</a:t>
            </a:r>
          </a:p>
          <a:p>
            <a:pPr>
              <a:defRPr/>
            </a:pPr>
            <a:r>
              <a:rPr lang="fr-FR" smtClean="0"/>
              <a:t>       But now He's alive and there's an empty grave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Fin :
19-  JE SAIS QUE JE SAIS QUE JE SAIS QUE JE SAIS… </a:t>
            </a:r>
          </a:p>
          <a:p>
            <a:pPr>
              <a:defRPr/>
            </a:pPr>
            <a:r>
              <a:rPr lang="fr-FR" smtClean="0"/>
              <a:t>       And I know my Redeemer, He lives I know my Redeemer lives</a:t>
            </a:r>
          </a:p>
          <a:p>
            <a:pPr>
              <a:defRPr/>
            </a:pPr>
            <a:r>
              <a:rPr lang="fr-FR" smtClean="0"/>
              <a:t>20-  ET PARCE QU’IL VIT JE PEUX FAIRE FACE À DEMAIN </a:t>
            </a:r>
          </a:p>
          <a:p>
            <a:pPr>
              <a:defRPr/>
            </a:pPr>
            <a:r>
              <a:rPr lang="fr-FR" smtClean="0"/>
              <a:t>      Let all creation testify Let this life within me cry</a:t>
            </a:r>
          </a:p>
          <a:p>
            <a:pPr>
              <a:defRPr/>
            </a:pPr>
            <a:r>
              <a:rPr lang="fr-FR" smtClean="0"/>
              <a:t>21-  IL VIT, IL VIT ET LE TOMBEAU EST VIDE </a:t>
            </a:r>
          </a:p>
          <a:p>
            <a:pPr>
              <a:defRPr/>
            </a:pPr>
            <a:r>
              <a:rPr lang="fr-FR" smtClean="0"/>
              <a:t>      He lives The tomb is empty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22-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 I know my Redeemer I know my Redeemer lives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JE LE SAIS, MON RÉDEMPTEUR VIT </a:t>
            </a:r>
          </a:p>
          <a:p>
            <a:pPr>
              <a:defRPr/>
            </a:pPr>
            <a:r>
              <a:rPr lang="fr-FR" smtClean="0"/>
              <a:t>      I know my Redeemer lives</a:t>
            </a:r>
          </a:p>
          <a:p>
            <a:pPr>
              <a:defRPr/>
            </a:pPr>
            <a:endParaRPr lang="fr-FR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QUI A DIT AU SOLEIL OÙ SE PLACER LE MATIN ?</a:t>
            </a:r>
          </a:p>
          <a:p>
            <a:pPr>
              <a:defRPr/>
            </a:pPr>
            <a:r>
              <a:rPr lang="fr-FR" smtClean="0"/>
              <a:t>    Who taught the sun Where to stand in the morning</a:t>
            </a:r>
          </a:p>
          <a:p>
            <a:pPr>
              <a:defRPr/>
            </a:pPr>
            <a:r>
              <a:rPr lang="fr-FR" smtClean="0"/>
              <a:t>2-  ET QUI A DIT AUX MERS : VOUS N’AVANCEREZ PAS PLUS LOIN ? </a:t>
            </a:r>
          </a:p>
          <a:p>
            <a:pPr>
              <a:defRPr/>
            </a:pPr>
            <a:r>
              <a:rPr lang="fr-FR" smtClean="0"/>
              <a:t>    And who told the ocean You can only come this far</a:t>
            </a:r>
          </a:p>
          <a:p>
            <a:pPr>
              <a:defRPr/>
            </a:pPr>
            <a:r>
              <a:rPr lang="fr-FR" smtClean="0"/>
              <a:t>3-  QUI A MONTRÉ À LA LUNE OÙ SE CACHER JUSQU’AU SOIR ?</a:t>
            </a:r>
          </a:p>
          <a:p>
            <a:pPr>
              <a:defRPr/>
            </a:pPr>
            <a:r>
              <a:rPr lang="fr-FR" smtClean="0"/>
              <a:t>     And who showed the moon Where to hide till evening</a:t>
            </a:r>
          </a:p>
          <a:p>
            <a:pPr>
              <a:defRPr/>
            </a:pPr>
            <a:r>
              <a:rPr lang="fr-FR" smtClean="0"/>
              <a:t>4-  ET QUI PAR SA PAROLE PEUT SAISIR LES ÉTOILES ?</a:t>
            </a:r>
          </a:p>
          <a:p>
            <a:pPr>
              <a:defRPr/>
            </a:pPr>
            <a:r>
              <a:rPr lang="fr-FR" smtClean="0"/>
              <a:t>     Whose words alone can Catch a falling star</a:t>
            </a:r>
          </a:p>
          <a:p>
            <a:pPr>
              <a:defRPr/>
            </a:pPr>
            <a:r>
              <a:rPr lang="fr-FR" smtClean="0"/>
              <a:t> 
	5-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Well I know my Redeemer lives I know my Redeemer lives</a:t>
            </a:r>
          </a:p>
          <a:p>
            <a:pPr>
              <a:defRPr/>
            </a:pPr>
            <a:r>
              <a:rPr lang="fr-FR" smtClean="0"/>
              <a:t>	6-  TOUTE LA TERRE EN TÉMOIGNE SA VIE EN MOI LE PROCLAME</a:t>
            </a:r>
          </a:p>
          <a:p>
            <a:pPr>
              <a:defRPr/>
            </a:pPr>
            <a:r>
              <a:rPr lang="fr-FR" smtClean="0"/>
              <a:t>  	All of creation testifies This life within me cries</a:t>
            </a:r>
          </a:p>
          <a:p>
            <a:pPr>
              <a:defRPr/>
            </a:pPr>
            <a:r>
              <a:rPr lang="fr-FR" smtClean="0"/>
              <a:t> 	7-  JE LE SAIS, MON RÉDEMPTEUR VIT</a:t>
            </a:r>
          </a:p>
          <a:p>
            <a:pPr>
              <a:defRPr/>
            </a:pPr>
            <a:r>
              <a:rPr lang="fr-FR" smtClean="0"/>
              <a:t>     	I know my Redeemer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LE MÊME DIEU QUI A MIS LES ASTRES DANS LES CIEUX</a:t>
            </a:r>
          </a:p>
          <a:p>
            <a:pPr>
              <a:defRPr/>
            </a:pPr>
            <a:r>
              <a:rPr lang="fr-FR" smtClean="0"/>
              <a:t>     The very same God That spins things in orbit</a:t>
            </a:r>
          </a:p>
          <a:p>
            <a:pPr>
              <a:defRPr/>
            </a:pPr>
            <a:r>
              <a:rPr lang="fr-FR" smtClean="0"/>
              <a:t>9-  VOLE AU SECOURS DE CEUX QUI EN ONT BESOIN </a:t>
            </a:r>
          </a:p>
          <a:p>
            <a:pPr>
              <a:defRPr/>
            </a:pPr>
            <a:r>
              <a:rPr lang="fr-FR" smtClean="0"/>
              <a:t>      Runs to the weary The worn and the weak</a:t>
            </a:r>
          </a:p>
          <a:p>
            <a:pPr>
              <a:defRPr/>
            </a:pPr>
            <a:r>
              <a:rPr lang="fr-FR" smtClean="0"/>
              <a:t>10-  ET LA MÊME DOUCE MAIN QUI ME PORTE ET ME SOUTIENT</a:t>
            </a:r>
            <a:br>
              <a:rPr lang="fr-FR" smtClean="0"/>
            </a:br>
            <a:r>
              <a:rPr lang="fr-FR" smtClean="0"/>
              <a:t>      And the same gentle hand sThat hold me when I'm broken</a:t>
            </a:r>
          </a:p>
          <a:p>
            <a:pPr>
              <a:defRPr/>
            </a:pPr>
            <a:r>
              <a:rPr lang="fr-FR" smtClean="0"/>
              <a:t>11-  A VAINCU LA MORT ET BÉNI MES LENDEMAINS</a:t>
            </a:r>
          </a:p>
          <a:p>
            <a:pPr>
              <a:defRPr/>
            </a:pPr>
            <a:r>
              <a:rPr lang="fr-FR" smtClean="0"/>
              <a:t>       They conquer death to bring me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12-  ET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 Now I know my Redeemer lives I know my Redeemer lives</a:t>
            </a:r>
          </a:p>
          <a:p>
            <a:pPr>
              <a:defRPr/>
            </a:pPr>
            <a:r>
              <a:rPr lang="fr-FR" smtClean="0"/>
              <a:t>	13-  QUE TOUTE LA TERRE EN TÉMOIGNE QUE SA VIE EN MOI PROCLAME </a:t>
            </a:r>
          </a:p>
          <a:p>
            <a:pPr>
              <a:defRPr/>
            </a:pPr>
            <a:r>
              <a:rPr lang="fr-FR" smtClean="0"/>
              <a:t>  	Let all creation testify Let this life within me cry</a:t>
            </a:r>
          </a:p>
          <a:p>
            <a:pPr>
              <a:defRPr/>
            </a:pPr>
            <a:r>
              <a:rPr lang="fr-FR" smtClean="0"/>
              <a:t>	14-  JE LE SAIS, MON RÉDEMPTEUR </a:t>
            </a:r>
          </a:p>
          <a:p>
            <a:pPr>
              <a:defRPr/>
            </a:pPr>
            <a:r>
              <a:rPr lang="fr-FR" smtClean="0"/>
              <a:t>      	 I know my Redeemer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IL VIT POUR ÔTER MES FARDEAUX IL VIT, JE LE PROCLAMERAI </a:t>
            </a:r>
          </a:p>
          <a:p>
            <a:pPr>
              <a:defRPr/>
            </a:pPr>
            <a:r>
              <a:rPr lang="fr-FR" smtClean="0"/>
              <a:t>      He lives to take away my shame And He lives forever I'll proclaim</a:t>
            </a:r>
          </a:p>
          <a:p>
            <a:pPr>
              <a:defRPr/>
            </a:pPr>
            <a:r>
              <a:rPr lang="fr-FR" smtClean="0"/>
              <a:t>16-  IL VIT </a:t>
            </a:r>
          </a:p>
          <a:p>
            <a:pPr>
              <a:defRPr/>
            </a:pPr>
            <a:r>
              <a:rPr lang="fr-FR" smtClean="0"/>
              <a:t>       He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17-  LE PRIX DE MON PÉCHÉ DE SA VIE, IL L’A PAYÉ </a:t>
            </a:r>
          </a:p>
          <a:p>
            <a:pPr>
              <a:defRPr/>
            </a:pPr>
            <a:r>
              <a:rPr lang="fr-FR" smtClean="0"/>
              <a:t>       That the payment for my sin Was the precious life He gave</a:t>
            </a:r>
          </a:p>
          <a:p>
            <a:pPr>
              <a:defRPr/>
            </a:pPr>
            <a:r>
              <a:rPr lang="fr-FR" smtClean="0"/>
              <a:t>18-  MAIS AUJOURD’HUI IL VIT, IL EST RESSUSCITÉ</a:t>
            </a:r>
          </a:p>
          <a:p>
            <a:pPr>
              <a:defRPr/>
            </a:pPr>
            <a:r>
              <a:rPr lang="fr-FR" smtClean="0"/>
              <a:t>       But now He's alive and there's an empty grave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Fin :
19-  JE SAIS QUE JE SAIS QUE JE SAIS QUE JE SAIS… </a:t>
            </a:r>
          </a:p>
          <a:p>
            <a:pPr>
              <a:defRPr/>
            </a:pPr>
            <a:r>
              <a:rPr lang="fr-FR" smtClean="0"/>
              <a:t>       And I know my Redeemer, He lives I know my Redeemer lives</a:t>
            </a:r>
          </a:p>
          <a:p>
            <a:pPr>
              <a:defRPr/>
            </a:pPr>
            <a:r>
              <a:rPr lang="fr-FR" smtClean="0"/>
              <a:t>20-  ET PARCE QU’IL VIT JE PEUX FAIRE FACE À DEMAIN </a:t>
            </a:r>
          </a:p>
          <a:p>
            <a:pPr>
              <a:defRPr/>
            </a:pPr>
            <a:r>
              <a:rPr lang="fr-FR" smtClean="0"/>
              <a:t>      Let all creation testify Let this life within me cry</a:t>
            </a:r>
          </a:p>
          <a:p>
            <a:pPr>
              <a:defRPr/>
            </a:pPr>
            <a:r>
              <a:rPr lang="fr-FR" smtClean="0"/>
              <a:t>21-  IL VIT, IL VIT ET LE TOMBEAU EST VIDE </a:t>
            </a:r>
          </a:p>
          <a:p>
            <a:pPr>
              <a:defRPr/>
            </a:pPr>
            <a:r>
              <a:rPr lang="fr-FR" smtClean="0"/>
              <a:t>      He lives The tomb is empty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22-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 I know my Redeemer I know my Redeemer lives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JE LE SAIS, MON RÉDEMPTEUR VIT </a:t>
            </a:r>
          </a:p>
          <a:p>
            <a:pPr>
              <a:defRPr/>
            </a:pPr>
            <a:r>
              <a:rPr lang="fr-FR" smtClean="0"/>
              <a:t>      I know my Redeemer lives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QUI A DIT AU SOLEIL OÙ SE PLACER LE MATIN ?</a:t>
            </a:r>
          </a:p>
          <a:p>
            <a:pPr>
              <a:defRPr/>
            </a:pPr>
            <a:r>
              <a:rPr lang="fr-FR" smtClean="0"/>
              <a:t>    Who taught the sun Where to stand in the morning</a:t>
            </a:r>
          </a:p>
          <a:p>
            <a:pPr>
              <a:defRPr/>
            </a:pPr>
            <a:r>
              <a:rPr lang="fr-FR" smtClean="0"/>
              <a:t>2-  ET QUI A DIT AUX MERS : VOUS N’AVANCEREZ PAS PLUS LOIN ? </a:t>
            </a:r>
          </a:p>
          <a:p>
            <a:pPr>
              <a:defRPr/>
            </a:pPr>
            <a:r>
              <a:rPr lang="fr-FR" smtClean="0"/>
              <a:t>    And who told the ocean You can only come this far</a:t>
            </a:r>
          </a:p>
          <a:p>
            <a:pPr>
              <a:defRPr/>
            </a:pPr>
            <a:r>
              <a:rPr lang="fr-FR" smtClean="0"/>
              <a:t>3-  QUI A MONTRÉ À LA LUNE OÙ SE CACHER JUSQU’AU SOIR ?</a:t>
            </a:r>
          </a:p>
          <a:p>
            <a:pPr>
              <a:defRPr/>
            </a:pPr>
            <a:r>
              <a:rPr lang="fr-FR" smtClean="0"/>
              <a:t>     And who showed the moon Where to hide till evening</a:t>
            </a:r>
          </a:p>
          <a:p>
            <a:pPr>
              <a:defRPr/>
            </a:pPr>
            <a:r>
              <a:rPr lang="fr-FR" smtClean="0"/>
              <a:t>4-  ET QUI PAR SA PAROLE PEUT SAISIR LES ÉTOILES ?</a:t>
            </a:r>
          </a:p>
          <a:p>
            <a:pPr>
              <a:defRPr/>
            </a:pPr>
            <a:r>
              <a:rPr lang="fr-FR" smtClean="0"/>
              <a:t>     Whose words alone can Catch a falling star</a:t>
            </a:r>
          </a:p>
          <a:p>
            <a:pPr>
              <a:defRPr/>
            </a:pPr>
            <a:r>
              <a:rPr lang="fr-FR" smtClean="0"/>
              <a:t> 
	5-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Well I know my Redeemer lives I know my Redeemer lives</a:t>
            </a:r>
          </a:p>
          <a:p>
            <a:pPr>
              <a:defRPr/>
            </a:pPr>
            <a:r>
              <a:rPr lang="fr-FR" smtClean="0"/>
              <a:t>	6-  TOUTE LA TERRE EN TÉMOIGNE SA VIE EN MOI LE PROCLAME</a:t>
            </a:r>
          </a:p>
          <a:p>
            <a:pPr>
              <a:defRPr/>
            </a:pPr>
            <a:r>
              <a:rPr lang="fr-FR" smtClean="0"/>
              <a:t>  	All of creation testifies This life within me cries</a:t>
            </a:r>
          </a:p>
          <a:p>
            <a:pPr>
              <a:defRPr/>
            </a:pPr>
            <a:r>
              <a:rPr lang="fr-FR" smtClean="0"/>
              <a:t> 	7-  JE LE SAIS, MON RÉDEMPTEUR VIT</a:t>
            </a:r>
          </a:p>
          <a:p>
            <a:pPr>
              <a:defRPr/>
            </a:pPr>
            <a:r>
              <a:rPr lang="fr-FR" smtClean="0"/>
              <a:t>     	I know my Redeemer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LE MÊME DIEU QUI A MIS LES ASTRES DANS LES CIEUX</a:t>
            </a:r>
          </a:p>
          <a:p>
            <a:pPr>
              <a:defRPr/>
            </a:pPr>
            <a:r>
              <a:rPr lang="fr-FR" smtClean="0"/>
              <a:t>     The very same God That spins things in orbit</a:t>
            </a:r>
          </a:p>
          <a:p>
            <a:pPr>
              <a:defRPr/>
            </a:pPr>
            <a:r>
              <a:rPr lang="fr-FR" smtClean="0"/>
              <a:t>9-  VOLE AU SECOURS DE CEUX QUI EN ONT BESOIN </a:t>
            </a:r>
          </a:p>
          <a:p>
            <a:pPr>
              <a:defRPr/>
            </a:pPr>
            <a:r>
              <a:rPr lang="fr-FR" smtClean="0"/>
              <a:t>      Runs to the weary The worn and the weak</a:t>
            </a:r>
          </a:p>
          <a:p>
            <a:pPr>
              <a:defRPr/>
            </a:pPr>
            <a:r>
              <a:rPr lang="fr-FR" smtClean="0"/>
              <a:t>10-  ET LA MÊME DOUCE MAIN QUI ME PORTE ET ME SOUTIENT</a:t>
            </a:r>
            <a:br>
              <a:rPr lang="fr-FR" smtClean="0"/>
            </a:br>
            <a:r>
              <a:rPr lang="fr-FR" smtClean="0"/>
              <a:t>      And the same gentle hand sThat hold me when I'm broken</a:t>
            </a:r>
          </a:p>
          <a:p>
            <a:pPr>
              <a:defRPr/>
            </a:pPr>
            <a:r>
              <a:rPr lang="fr-FR" smtClean="0"/>
              <a:t>11-  A VAINCU LA MORT ET BÉNI MES LENDEMAINS</a:t>
            </a:r>
          </a:p>
          <a:p>
            <a:pPr>
              <a:defRPr/>
            </a:pPr>
            <a:r>
              <a:rPr lang="fr-FR" smtClean="0"/>
              <a:t>       They conquer death to bring me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12-  ET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 Now I know my Redeemer lives I know my Redeemer lives</a:t>
            </a:r>
          </a:p>
          <a:p>
            <a:pPr>
              <a:defRPr/>
            </a:pPr>
            <a:r>
              <a:rPr lang="fr-FR" smtClean="0"/>
              <a:t>	13-  QUE TOUTE LA TERRE EN TÉMOIGNE QUE SA VIE EN MOI PROCLAME </a:t>
            </a:r>
          </a:p>
          <a:p>
            <a:pPr>
              <a:defRPr/>
            </a:pPr>
            <a:r>
              <a:rPr lang="fr-FR" smtClean="0"/>
              <a:t>  	Let all creation testify Let this life within me cry</a:t>
            </a:r>
          </a:p>
          <a:p>
            <a:pPr>
              <a:defRPr/>
            </a:pPr>
            <a:r>
              <a:rPr lang="fr-FR" smtClean="0"/>
              <a:t>	14-  JE LE SAIS, MON RÉDEMPTEUR </a:t>
            </a:r>
          </a:p>
          <a:p>
            <a:pPr>
              <a:defRPr/>
            </a:pPr>
            <a:r>
              <a:rPr lang="fr-FR" smtClean="0"/>
              <a:t>      	 I know my Redeemer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IL VIT POUR ÔTER MES FARDEAUX IL VIT, JE LE PROCLAMERAI </a:t>
            </a:r>
          </a:p>
          <a:p>
            <a:pPr>
              <a:defRPr/>
            </a:pPr>
            <a:r>
              <a:rPr lang="fr-FR" smtClean="0"/>
              <a:t>      He lives to take away my shame And He lives forever I'll proclaim</a:t>
            </a:r>
          </a:p>
          <a:p>
            <a:pPr>
              <a:defRPr/>
            </a:pPr>
            <a:r>
              <a:rPr lang="fr-FR" smtClean="0"/>
              <a:t>16-  IL VIT </a:t>
            </a:r>
          </a:p>
          <a:p>
            <a:pPr>
              <a:defRPr/>
            </a:pPr>
            <a:r>
              <a:rPr lang="fr-FR" smtClean="0"/>
              <a:t>       He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17-  LE PRIX DE MON PÉCHÉ DE SA VIE, IL L’A PAYÉ </a:t>
            </a:r>
          </a:p>
          <a:p>
            <a:pPr>
              <a:defRPr/>
            </a:pPr>
            <a:r>
              <a:rPr lang="fr-FR" smtClean="0"/>
              <a:t>       That the payment for my sin Was the precious life He gave</a:t>
            </a:r>
          </a:p>
          <a:p>
            <a:pPr>
              <a:defRPr/>
            </a:pPr>
            <a:r>
              <a:rPr lang="fr-FR" smtClean="0"/>
              <a:t>18-  MAIS AUJOURD’HUI IL VIT, IL EST RESSUSCITÉ</a:t>
            </a:r>
          </a:p>
          <a:p>
            <a:pPr>
              <a:defRPr/>
            </a:pPr>
            <a:r>
              <a:rPr lang="fr-FR" smtClean="0"/>
              <a:t>       But now He's alive and there's an empty grave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Fin :
19-  JE SAIS QUE JE SAIS QUE JE SAIS QUE JE SAIS… </a:t>
            </a:r>
          </a:p>
          <a:p>
            <a:pPr>
              <a:defRPr/>
            </a:pPr>
            <a:r>
              <a:rPr lang="fr-FR" smtClean="0"/>
              <a:t>       And I know my Redeemer, He lives I know my Redeemer lives</a:t>
            </a:r>
          </a:p>
          <a:p>
            <a:pPr>
              <a:defRPr/>
            </a:pPr>
            <a:r>
              <a:rPr lang="fr-FR" smtClean="0"/>
              <a:t>20-  ET PARCE QU’IL VIT JE PEUX FAIRE FACE À DEMAIN </a:t>
            </a:r>
          </a:p>
          <a:p>
            <a:pPr>
              <a:defRPr/>
            </a:pPr>
            <a:r>
              <a:rPr lang="fr-FR" smtClean="0"/>
              <a:t>      Let all creation testify Let this life within me cry</a:t>
            </a:r>
          </a:p>
          <a:p>
            <a:pPr>
              <a:defRPr/>
            </a:pPr>
            <a:r>
              <a:rPr lang="fr-FR" smtClean="0"/>
              <a:t>21-  IL VIT, IL VIT ET LE TOMBEAU EST VIDE </a:t>
            </a:r>
          </a:p>
          <a:p>
            <a:pPr>
              <a:defRPr/>
            </a:pPr>
            <a:r>
              <a:rPr lang="fr-FR" smtClean="0"/>
              <a:t>      He lives The tomb is empty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22-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 I know my Redeemer I know my Redeemer lives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JE LE SAIS, MON RÉDEMPTEUR VIT </a:t>
            </a:r>
          </a:p>
          <a:p>
            <a:pPr>
              <a:defRPr/>
            </a:pPr>
            <a:r>
              <a:rPr lang="fr-FR" smtClean="0"/>
              <a:t>      I know my Redeemer lives</a:t>
            </a:r>
          </a:p>
          <a:p>
            <a:pPr>
              <a:defRPr/>
            </a:pPr>
            <a:endParaRPr lang="fr-FR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QUI A DIT AU SOLEIL OÙ SE PLACER LE MATIN ?</a:t>
            </a:r>
          </a:p>
          <a:p>
            <a:pPr>
              <a:defRPr/>
            </a:pPr>
            <a:r>
              <a:rPr lang="fr-FR" smtClean="0"/>
              <a:t>    Who taught the sun Where to stand in the morning</a:t>
            </a:r>
          </a:p>
          <a:p>
            <a:pPr>
              <a:defRPr/>
            </a:pPr>
            <a:r>
              <a:rPr lang="fr-FR" smtClean="0"/>
              <a:t>2-  ET QUI A DIT AUX MERS : VOUS N’AVANCEREZ PAS PLUS LOIN ? </a:t>
            </a:r>
          </a:p>
          <a:p>
            <a:pPr>
              <a:defRPr/>
            </a:pPr>
            <a:r>
              <a:rPr lang="fr-FR" smtClean="0"/>
              <a:t>    And who told the ocean You can only come this far</a:t>
            </a:r>
          </a:p>
          <a:p>
            <a:pPr>
              <a:defRPr/>
            </a:pPr>
            <a:r>
              <a:rPr lang="fr-FR" smtClean="0"/>
              <a:t>3-  QUI A MONTRÉ À LA LUNE OÙ SE CACHER JUSQU’AU SOIR ?</a:t>
            </a:r>
          </a:p>
          <a:p>
            <a:pPr>
              <a:defRPr/>
            </a:pPr>
            <a:r>
              <a:rPr lang="fr-FR" smtClean="0"/>
              <a:t>     And who showed the moon Where to hide till evening</a:t>
            </a:r>
          </a:p>
          <a:p>
            <a:pPr>
              <a:defRPr/>
            </a:pPr>
            <a:r>
              <a:rPr lang="fr-FR" smtClean="0"/>
              <a:t>4-  ET QUI PAR SA PAROLE PEUT SAISIR LES ÉTOILES ?</a:t>
            </a:r>
          </a:p>
          <a:p>
            <a:pPr>
              <a:defRPr/>
            </a:pPr>
            <a:r>
              <a:rPr lang="fr-FR" smtClean="0"/>
              <a:t>     Whose words alone can Catch a falling star</a:t>
            </a:r>
          </a:p>
          <a:p>
            <a:pPr>
              <a:defRPr/>
            </a:pPr>
            <a:r>
              <a:rPr lang="fr-FR" smtClean="0"/>
              <a:t> 
	5-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Well I know my Redeemer lives I know my Redeemer lives</a:t>
            </a:r>
          </a:p>
          <a:p>
            <a:pPr>
              <a:defRPr/>
            </a:pPr>
            <a:r>
              <a:rPr lang="fr-FR" smtClean="0"/>
              <a:t>	6-  TOUTE LA TERRE EN TÉMOIGNE SA VIE EN MOI LE PROCLAME</a:t>
            </a:r>
          </a:p>
          <a:p>
            <a:pPr>
              <a:defRPr/>
            </a:pPr>
            <a:r>
              <a:rPr lang="fr-FR" smtClean="0"/>
              <a:t>  	All of creation testifies This life within me cries</a:t>
            </a:r>
          </a:p>
          <a:p>
            <a:pPr>
              <a:defRPr/>
            </a:pPr>
            <a:r>
              <a:rPr lang="fr-FR" smtClean="0"/>
              <a:t> 	7-  JE LE SAIS, MON RÉDEMPTEUR VIT</a:t>
            </a:r>
          </a:p>
          <a:p>
            <a:pPr>
              <a:defRPr/>
            </a:pPr>
            <a:r>
              <a:rPr lang="fr-FR" smtClean="0"/>
              <a:t>     	I know my Redeemer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LE MÊME DIEU QUI A MIS LES ASTRES DANS LES CIEUX</a:t>
            </a:r>
          </a:p>
          <a:p>
            <a:pPr>
              <a:defRPr/>
            </a:pPr>
            <a:r>
              <a:rPr lang="fr-FR" smtClean="0"/>
              <a:t>     The very same God That spins things in orbit</a:t>
            </a:r>
          </a:p>
          <a:p>
            <a:pPr>
              <a:defRPr/>
            </a:pPr>
            <a:r>
              <a:rPr lang="fr-FR" smtClean="0"/>
              <a:t>9-  VOLE AU SECOURS DE CEUX QUI EN ONT BESOIN </a:t>
            </a:r>
          </a:p>
          <a:p>
            <a:pPr>
              <a:defRPr/>
            </a:pPr>
            <a:r>
              <a:rPr lang="fr-FR" smtClean="0"/>
              <a:t>      Runs to the weary The worn and the weak</a:t>
            </a:r>
          </a:p>
          <a:p>
            <a:pPr>
              <a:defRPr/>
            </a:pPr>
            <a:r>
              <a:rPr lang="fr-FR" smtClean="0"/>
              <a:t>10-  ET LA MÊME DOUCE MAIN QUI ME PORTE ET ME SOUTIENT</a:t>
            </a:r>
            <a:br>
              <a:rPr lang="fr-FR" smtClean="0"/>
            </a:br>
            <a:r>
              <a:rPr lang="fr-FR" smtClean="0"/>
              <a:t>      And the same gentle hand sThat hold me when I'm broken</a:t>
            </a:r>
          </a:p>
          <a:p>
            <a:pPr>
              <a:defRPr/>
            </a:pPr>
            <a:r>
              <a:rPr lang="fr-FR" smtClean="0"/>
              <a:t>11-  A VAINCU LA MORT ET BÉNI MES LENDEMAINS</a:t>
            </a:r>
          </a:p>
          <a:p>
            <a:pPr>
              <a:defRPr/>
            </a:pPr>
            <a:r>
              <a:rPr lang="fr-FR" smtClean="0"/>
              <a:t>       They conquer death to bring me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12-  ET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 Now I know my Redeemer lives I know my Redeemer lives</a:t>
            </a:r>
          </a:p>
          <a:p>
            <a:pPr>
              <a:defRPr/>
            </a:pPr>
            <a:r>
              <a:rPr lang="fr-FR" smtClean="0"/>
              <a:t>	13-  QUE TOUTE LA TERRE EN TÉMOIGNE QUE SA VIE EN MOI PROCLAME </a:t>
            </a:r>
          </a:p>
          <a:p>
            <a:pPr>
              <a:defRPr/>
            </a:pPr>
            <a:r>
              <a:rPr lang="fr-FR" smtClean="0"/>
              <a:t>  	Let all creation testify Let this life within me cry</a:t>
            </a:r>
          </a:p>
          <a:p>
            <a:pPr>
              <a:defRPr/>
            </a:pPr>
            <a:r>
              <a:rPr lang="fr-FR" smtClean="0"/>
              <a:t>	14-  JE LE SAIS, MON RÉDEMPTEUR </a:t>
            </a:r>
          </a:p>
          <a:p>
            <a:pPr>
              <a:defRPr/>
            </a:pPr>
            <a:r>
              <a:rPr lang="fr-FR" smtClean="0"/>
              <a:t>      	 I know my Redeemer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IL VIT POUR ÔTER MES FARDEAUX IL VIT, JE LE PROCLAMERAI </a:t>
            </a:r>
          </a:p>
          <a:p>
            <a:pPr>
              <a:defRPr/>
            </a:pPr>
            <a:r>
              <a:rPr lang="fr-FR" smtClean="0"/>
              <a:t>      He lives to take away my shame And He lives forever I'll proclaim</a:t>
            </a:r>
          </a:p>
          <a:p>
            <a:pPr>
              <a:defRPr/>
            </a:pPr>
            <a:r>
              <a:rPr lang="fr-FR" smtClean="0"/>
              <a:t>16-  IL VIT </a:t>
            </a:r>
          </a:p>
          <a:p>
            <a:pPr>
              <a:defRPr/>
            </a:pPr>
            <a:r>
              <a:rPr lang="fr-FR" smtClean="0"/>
              <a:t>       He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17-  LE PRIX DE MON PÉCHÉ DE SA VIE, IL L’A PAYÉ </a:t>
            </a:r>
          </a:p>
          <a:p>
            <a:pPr>
              <a:defRPr/>
            </a:pPr>
            <a:r>
              <a:rPr lang="fr-FR" smtClean="0"/>
              <a:t>       That the payment for my sin Was the precious life He gave</a:t>
            </a:r>
          </a:p>
          <a:p>
            <a:pPr>
              <a:defRPr/>
            </a:pPr>
            <a:r>
              <a:rPr lang="fr-FR" smtClean="0"/>
              <a:t>18-  MAIS AUJOURD’HUI IL VIT, IL EST RESSUSCITÉ</a:t>
            </a:r>
          </a:p>
          <a:p>
            <a:pPr>
              <a:defRPr/>
            </a:pPr>
            <a:r>
              <a:rPr lang="fr-FR" smtClean="0"/>
              <a:t>       But now He's alive and there's an empty grave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Fin :
19-  JE SAIS QUE JE SAIS QUE JE SAIS QUE JE SAIS… </a:t>
            </a:r>
          </a:p>
          <a:p>
            <a:pPr>
              <a:defRPr/>
            </a:pPr>
            <a:r>
              <a:rPr lang="fr-FR" smtClean="0"/>
              <a:t>       And I know my Redeemer, He lives I know my Redeemer lives</a:t>
            </a:r>
          </a:p>
          <a:p>
            <a:pPr>
              <a:defRPr/>
            </a:pPr>
            <a:r>
              <a:rPr lang="fr-FR" smtClean="0"/>
              <a:t>20-  ET PARCE QU’IL VIT JE PEUX FAIRE FACE À DEMAIN </a:t>
            </a:r>
          </a:p>
          <a:p>
            <a:pPr>
              <a:defRPr/>
            </a:pPr>
            <a:r>
              <a:rPr lang="fr-FR" smtClean="0"/>
              <a:t>      Let all creation testify Let this life within me cry</a:t>
            </a:r>
          </a:p>
          <a:p>
            <a:pPr>
              <a:defRPr/>
            </a:pPr>
            <a:r>
              <a:rPr lang="fr-FR" smtClean="0"/>
              <a:t>21-  IL VIT, IL VIT ET LE TOMBEAU EST VIDE </a:t>
            </a:r>
          </a:p>
          <a:p>
            <a:pPr>
              <a:defRPr/>
            </a:pPr>
            <a:r>
              <a:rPr lang="fr-FR" smtClean="0"/>
              <a:t>      He lives The tomb is empty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22-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 I know my Redeemer I know my Redeemer lives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JE LE SAIS, MON RÉDEMPTEUR VIT </a:t>
            </a:r>
          </a:p>
          <a:p>
            <a:pPr>
              <a:defRPr/>
            </a:pPr>
            <a:r>
              <a:rPr lang="fr-FR" smtClean="0"/>
              <a:t>      I know my Redeemer lives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QUI A DIT AU SOLEIL OÙ SE PLACER LE MATIN ?</a:t>
            </a:r>
          </a:p>
          <a:p>
            <a:pPr>
              <a:defRPr/>
            </a:pPr>
            <a:r>
              <a:rPr lang="fr-FR" smtClean="0"/>
              <a:t>    Who taught the sun Where to stand in the morning</a:t>
            </a:r>
          </a:p>
          <a:p>
            <a:pPr>
              <a:defRPr/>
            </a:pPr>
            <a:r>
              <a:rPr lang="fr-FR" smtClean="0"/>
              <a:t>2-  ET QUI A DIT AUX MERS : VOUS N’AVANCEREZ PAS PLUS LOIN ? </a:t>
            </a:r>
          </a:p>
          <a:p>
            <a:pPr>
              <a:defRPr/>
            </a:pPr>
            <a:r>
              <a:rPr lang="fr-FR" smtClean="0"/>
              <a:t>    And who told the ocean You can only come this far</a:t>
            </a:r>
          </a:p>
          <a:p>
            <a:pPr>
              <a:defRPr/>
            </a:pPr>
            <a:r>
              <a:rPr lang="fr-FR" smtClean="0"/>
              <a:t>3-  QUI A MONTRÉ À LA LUNE OÙ SE CACHER JUSQU’AU SOIR ?</a:t>
            </a:r>
          </a:p>
          <a:p>
            <a:pPr>
              <a:defRPr/>
            </a:pPr>
            <a:r>
              <a:rPr lang="fr-FR" smtClean="0"/>
              <a:t>     And who showed the moon Where to hide till evening</a:t>
            </a:r>
          </a:p>
          <a:p>
            <a:pPr>
              <a:defRPr/>
            </a:pPr>
            <a:r>
              <a:rPr lang="fr-FR" smtClean="0"/>
              <a:t>4-  ET QUI PAR SA PAROLE PEUT SAISIR LES ÉTOILES ?</a:t>
            </a:r>
          </a:p>
          <a:p>
            <a:pPr>
              <a:defRPr/>
            </a:pPr>
            <a:r>
              <a:rPr lang="fr-FR" smtClean="0"/>
              <a:t>     Whose words alone can Catch a falling star</a:t>
            </a:r>
          </a:p>
          <a:p>
            <a:pPr>
              <a:defRPr/>
            </a:pPr>
            <a:r>
              <a:rPr lang="fr-FR" smtClean="0"/>
              <a:t> 
	5-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Well I know my Redeemer lives I know my Redeemer lives</a:t>
            </a:r>
          </a:p>
          <a:p>
            <a:pPr>
              <a:defRPr/>
            </a:pPr>
            <a:r>
              <a:rPr lang="fr-FR" smtClean="0"/>
              <a:t>	6-  TOUTE LA TERRE EN TÉMOIGNE SA VIE EN MOI LE PROCLAME</a:t>
            </a:r>
          </a:p>
          <a:p>
            <a:pPr>
              <a:defRPr/>
            </a:pPr>
            <a:r>
              <a:rPr lang="fr-FR" smtClean="0"/>
              <a:t>  	All of creation testifies This life within me cries</a:t>
            </a:r>
          </a:p>
          <a:p>
            <a:pPr>
              <a:defRPr/>
            </a:pPr>
            <a:r>
              <a:rPr lang="fr-FR" smtClean="0"/>
              <a:t> 	7-  JE LE SAIS, MON RÉDEMPTEUR VIT</a:t>
            </a:r>
          </a:p>
          <a:p>
            <a:pPr>
              <a:defRPr/>
            </a:pPr>
            <a:r>
              <a:rPr lang="fr-FR" smtClean="0"/>
              <a:t>     	I know my Redeemer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LE MÊME DIEU QUI A MIS LES ASTRES DANS LES CIEUX</a:t>
            </a:r>
          </a:p>
          <a:p>
            <a:pPr>
              <a:defRPr/>
            </a:pPr>
            <a:r>
              <a:rPr lang="fr-FR" smtClean="0"/>
              <a:t>     The very same God That spins things in orbit</a:t>
            </a:r>
          </a:p>
          <a:p>
            <a:pPr>
              <a:defRPr/>
            </a:pPr>
            <a:r>
              <a:rPr lang="fr-FR" smtClean="0"/>
              <a:t>9-  VOLE AU SECOURS DE CEUX QUI EN ONT BESOIN </a:t>
            </a:r>
          </a:p>
          <a:p>
            <a:pPr>
              <a:defRPr/>
            </a:pPr>
            <a:r>
              <a:rPr lang="fr-FR" smtClean="0"/>
              <a:t>      Runs to the weary The worn and the weak</a:t>
            </a:r>
          </a:p>
          <a:p>
            <a:pPr>
              <a:defRPr/>
            </a:pPr>
            <a:r>
              <a:rPr lang="fr-FR" smtClean="0"/>
              <a:t>10-  ET LA MÊME DOUCE MAIN QUI ME PORTE ET ME SOUTIENT</a:t>
            </a:r>
            <a:br>
              <a:rPr lang="fr-FR" smtClean="0"/>
            </a:br>
            <a:r>
              <a:rPr lang="fr-FR" smtClean="0"/>
              <a:t>      And the same gentle hand sThat hold me when I'm broken</a:t>
            </a:r>
          </a:p>
          <a:p>
            <a:pPr>
              <a:defRPr/>
            </a:pPr>
            <a:r>
              <a:rPr lang="fr-FR" smtClean="0"/>
              <a:t>11-  A VAINCU LA MORT ET BÉNI MES LENDEMAINS</a:t>
            </a:r>
          </a:p>
          <a:p>
            <a:pPr>
              <a:defRPr/>
            </a:pPr>
            <a:r>
              <a:rPr lang="fr-FR" smtClean="0"/>
              <a:t>       They conquer death to bring me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12-  ET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 Now I know my Redeemer lives I know my Redeemer lives</a:t>
            </a:r>
          </a:p>
          <a:p>
            <a:pPr>
              <a:defRPr/>
            </a:pPr>
            <a:r>
              <a:rPr lang="fr-FR" smtClean="0"/>
              <a:t>	13-  QUE TOUTE LA TERRE EN TÉMOIGNE QUE SA VIE EN MOI PROCLAME </a:t>
            </a:r>
          </a:p>
          <a:p>
            <a:pPr>
              <a:defRPr/>
            </a:pPr>
            <a:r>
              <a:rPr lang="fr-FR" smtClean="0"/>
              <a:t>  	Let all creation testify Let this life within me cry</a:t>
            </a:r>
          </a:p>
          <a:p>
            <a:pPr>
              <a:defRPr/>
            </a:pPr>
            <a:r>
              <a:rPr lang="fr-FR" smtClean="0"/>
              <a:t>	14-  JE LE SAIS, MON RÉDEMPTEUR </a:t>
            </a:r>
          </a:p>
          <a:p>
            <a:pPr>
              <a:defRPr/>
            </a:pPr>
            <a:r>
              <a:rPr lang="fr-FR" smtClean="0"/>
              <a:t>      	 I know my Redeemer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IL VIT POUR ÔTER MES FARDEAUX IL VIT, JE LE PROCLAMERAI </a:t>
            </a:r>
          </a:p>
          <a:p>
            <a:pPr>
              <a:defRPr/>
            </a:pPr>
            <a:r>
              <a:rPr lang="fr-FR" smtClean="0"/>
              <a:t>      He lives to take away my shame And He lives forever I'll proclaim</a:t>
            </a:r>
          </a:p>
          <a:p>
            <a:pPr>
              <a:defRPr/>
            </a:pPr>
            <a:r>
              <a:rPr lang="fr-FR" smtClean="0"/>
              <a:t>16-  IL VIT </a:t>
            </a:r>
          </a:p>
          <a:p>
            <a:pPr>
              <a:defRPr/>
            </a:pPr>
            <a:r>
              <a:rPr lang="fr-FR" smtClean="0"/>
              <a:t>       He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17-  LE PRIX DE MON PÉCHÉ DE SA VIE, IL L’A PAYÉ </a:t>
            </a:r>
          </a:p>
          <a:p>
            <a:pPr>
              <a:defRPr/>
            </a:pPr>
            <a:r>
              <a:rPr lang="fr-FR" smtClean="0"/>
              <a:t>       That the payment for my sin Was the precious life He gave</a:t>
            </a:r>
          </a:p>
          <a:p>
            <a:pPr>
              <a:defRPr/>
            </a:pPr>
            <a:r>
              <a:rPr lang="fr-FR" smtClean="0"/>
              <a:t>18-  MAIS AUJOURD’HUI IL VIT, IL EST RESSUSCITÉ</a:t>
            </a:r>
          </a:p>
          <a:p>
            <a:pPr>
              <a:defRPr/>
            </a:pPr>
            <a:r>
              <a:rPr lang="fr-FR" smtClean="0"/>
              <a:t>       But now He's alive and there's an empty grave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Fin :
19-  JE SAIS QUE JE SAIS QUE JE SAIS QUE JE SAIS… </a:t>
            </a:r>
          </a:p>
          <a:p>
            <a:pPr>
              <a:defRPr/>
            </a:pPr>
            <a:r>
              <a:rPr lang="fr-FR" smtClean="0"/>
              <a:t>       And I know my Redeemer, He lives I know my Redeemer lives</a:t>
            </a:r>
          </a:p>
          <a:p>
            <a:pPr>
              <a:defRPr/>
            </a:pPr>
            <a:r>
              <a:rPr lang="fr-FR" smtClean="0"/>
              <a:t>20-  ET PARCE QU’IL VIT JE PEUX FAIRE FACE À DEMAIN </a:t>
            </a:r>
          </a:p>
          <a:p>
            <a:pPr>
              <a:defRPr/>
            </a:pPr>
            <a:r>
              <a:rPr lang="fr-FR" smtClean="0"/>
              <a:t>      Let all creation testify Let this life within me cry</a:t>
            </a:r>
          </a:p>
          <a:p>
            <a:pPr>
              <a:defRPr/>
            </a:pPr>
            <a:r>
              <a:rPr lang="fr-FR" smtClean="0"/>
              <a:t>21-  IL VIT, IL VIT ET LE TOMBEAU EST VIDE </a:t>
            </a:r>
          </a:p>
          <a:p>
            <a:pPr>
              <a:defRPr/>
            </a:pPr>
            <a:r>
              <a:rPr lang="fr-FR" smtClean="0"/>
              <a:t>      He lives The tomb is empty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22-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 I know my Redeemer I know my Redeemer lives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JE LE SAIS, MON RÉDEMPTEUR VIT </a:t>
            </a:r>
          </a:p>
          <a:p>
            <a:pPr>
              <a:defRPr/>
            </a:pPr>
            <a:r>
              <a:rPr lang="fr-FR" smtClean="0"/>
              <a:t>      I know my Redeemer lives</a:t>
            </a:r>
          </a:p>
          <a:p>
            <a:pPr>
              <a:defRPr/>
            </a:pPr>
            <a:endParaRPr lang="fr-FR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QUI A DIT AU SOLEIL OÙ SE PLACER LE MATIN ?</a:t>
            </a:r>
          </a:p>
          <a:p>
            <a:pPr>
              <a:defRPr/>
            </a:pPr>
            <a:r>
              <a:rPr lang="fr-FR" smtClean="0"/>
              <a:t>    Who taught the sun Where to stand in the morning</a:t>
            </a:r>
          </a:p>
          <a:p>
            <a:pPr>
              <a:defRPr/>
            </a:pPr>
            <a:r>
              <a:rPr lang="fr-FR" smtClean="0"/>
              <a:t>2-  ET QUI A DIT AUX MERS : VOUS N’AVANCEREZ PAS PLUS LOIN ? </a:t>
            </a:r>
          </a:p>
          <a:p>
            <a:pPr>
              <a:defRPr/>
            </a:pPr>
            <a:r>
              <a:rPr lang="fr-FR" smtClean="0"/>
              <a:t>    And who told the ocean You can only come this far</a:t>
            </a:r>
          </a:p>
          <a:p>
            <a:pPr>
              <a:defRPr/>
            </a:pPr>
            <a:r>
              <a:rPr lang="fr-FR" smtClean="0"/>
              <a:t>3-  QUI A MONTRÉ À LA LUNE OÙ SE CACHER JUSQU’AU SOIR ?</a:t>
            </a:r>
          </a:p>
          <a:p>
            <a:pPr>
              <a:defRPr/>
            </a:pPr>
            <a:r>
              <a:rPr lang="fr-FR" smtClean="0"/>
              <a:t>     And who showed the moon Where to hide till evening</a:t>
            </a:r>
          </a:p>
          <a:p>
            <a:pPr>
              <a:defRPr/>
            </a:pPr>
            <a:r>
              <a:rPr lang="fr-FR" smtClean="0"/>
              <a:t>4-  ET QUI PAR SA PAROLE PEUT SAISIR LES ÉTOILES ?</a:t>
            </a:r>
          </a:p>
          <a:p>
            <a:pPr>
              <a:defRPr/>
            </a:pPr>
            <a:r>
              <a:rPr lang="fr-FR" smtClean="0"/>
              <a:t>     Whose words alone can Catch a falling star</a:t>
            </a:r>
          </a:p>
          <a:p>
            <a:pPr>
              <a:defRPr/>
            </a:pPr>
            <a:r>
              <a:rPr lang="fr-FR" smtClean="0"/>
              <a:t> 
	5-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Well I know my Redeemer lives I know my Redeemer lives</a:t>
            </a:r>
          </a:p>
          <a:p>
            <a:pPr>
              <a:defRPr/>
            </a:pPr>
            <a:r>
              <a:rPr lang="fr-FR" smtClean="0"/>
              <a:t>	6-  TOUTE LA TERRE EN TÉMOIGNE SA VIE EN MOI LE PROCLAME</a:t>
            </a:r>
          </a:p>
          <a:p>
            <a:pPr>
              <a:defRPr/>
            </a:pPr>
            <a:r>
              <a:rPr lang="fr-FR" smtClean="0"/>
              <a:t>  	All of creation testifies This life within me cries</a:t>
            </a:r>
          </a:p>
          <a:p>
            <a:pPr>
              <a:defRPr/>
            </a:pPr>
            <a:r>
              <a:rPr lang="fr-FR" smtClean="0"/>
              <a:t> 	7-  JE LE SAIS, MON RÉDEMPTEUR VIT</a:t>
            </a:r>
          </a:p>
          <a:p>
            <a:pPr>
              <a:defRPr/>
            </a:pPr>
            <a:r>
              <a:rPr lang="fr-FR" smtClean="0"/>
              <a:t>     	I know my Redeemer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LE MÊME DIEU QUI A MIS LES ASTRES DANS LES CIEUX</a:t>
            </a:r>
          </a:p>
          <a:p>
            <a:pPr>
              <a:defRPr/>
            </a:pPr>
            <a:r>
              <a:rPr lang="fr-FR" smtClean="0"/>
              <a:t>     The very same God That spins things in orbit</a:t>
            </a:r>
          </a:p>
          <a:p>
            <a:pPr>
              <a:defRPr/>
            </a:pPr>
            <a:r>
              <a:rPr lang="fr-FR" smtClean="0"/>
              <a:t>9-  VOLE AU SECOURS DE CEUX QUI EN ONT BESOIN </a:t>
            </a:r>
          </a:p>
          <a:p>
            <a:pPr>
              <a:defRPr/>
            </a:pPr>
            <a:r>
              <a:rPr lang="fr-FR" smtClean="0"/>
              <a:t>      Runs to the weary The worn and the weak</a:t>
            </a:r>
          </a:p>
          <a:p>
            <a:pPr>
              <a:defRPr/>
            </a:pPr>
            <a:r>
              <a:rPr lang="fr-FR" smtClean="0"/>
              <a:t>10-  ET LA MÊME DOUCE MAIN QUI ME PORTE ET ME SOUTIENT</a:t>
            </a:r>
            <a:br>
              <a:rPr lang="fr-FR" smtClean="0"/>
            </a:br>
            <a:r>
              <a:rPr lang="fr-FR" smtClean="0"/>
              <a:t>      And the same gentle hand sThat hold me when I'm broken</a:t>
            </a:r>
          </a:p>
          <a:p>
            <a:pPr>
              <a:defRPr/>
            </a:pPr>
            <a:r>
              <a:rPr lang="fr-FR" smtClean="0"/>
              <a:t>11-  A VAINCU LA MORT ET BÉNI MES LENDEMAINS</a:t>
            </a:r>
          </a:p>
          <a:p>
            <a:pPr>
              <a:defRPr/>
            </a:pPr>
            <a:r>
              <a:rPr lang="fr-FR" smtClean="0"/>
              <a:t>       They conquer death to bring me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12-  ET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 Now I know my Redeemer lives I know my Redeemer lives</a:t>
            </a:r>
          </a:p>
          <a:p>
            <a:pPr>
              <a:defRPr/>
            </a:pPr>
            <a:r>
              <a:rPr lang="fr-FR" smtClean="0"/>
              <a:t>	13-  QUE TOUTE LA TERRE EN TÉMOIGNE QUE SA VIE EN MOI PROCLAME </a:t>
            </a:r>
          </a:p>
          <a:p>
            <a:pPr>
              <a:defRPr/>
            </a:pPr>
            <a:r>
              <a:rPr lang="fr-FR" smtClean="0"/>
              <a:t>  	Let all creation testify Let this life within me cry</a:t>
            </a:r>
          </a:p>
          <a:p>
            <a:pPr>
              <a:defRPr/>
            </a:pPr>
            <a:r>
              <a:rPr lang="fr-FR" smtClean="0"/>
              <a:t>	14-  JE LE SAIS, MON RÉDEMPTEUR </a:t>
            </a:r>
          </a:p>
          <a:p>
            <a:pPr>
              <a:defRPr/>
            </a:pPr>
            <a:r>
              <a:rPr lang="fr-FR" smtClean="0"/>
              <a:t>      	 I know my Redeemer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IL VIT POUR ÔTER MES FARDEAUX IL VIT, JE LE PROCLAMERAI </a:t>
            </a:r>
          </a:p>
          <a:p>
            <a:pPr>
              <a:defRPr/>
            </a:pPr>
            <a:r>
              <a:rPr lang="fr-FR" smtClean="0"/>
              <a:t>      He lives to take away my shame And He lives forever I'll proclaim</a:t>
            </a:r>
          </a:p>
          <a:p>
            <a:pPr>
              <a:defRPr/>
            </a:pPr>
            <a:r>
              <a:rPr lang="fr-FR" smtClean="0"/>
              <a:t>16-  IL VIT </a:t>
            </a:r>
          </a:p>
          <a:p>
            <a:pPr>
              <a:defRPr/>
            </a:pPr>
            <a:r>
              <a:rPr lang="fr-FR" smtClean="0"/>
              <a:t>       He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17-  LE PRIX DE MON PÉCHÉ DE SA VIE, IL L’A PAYÉ </a:t>
            </a:r>
          </a:p>
          <a:p>
            <a:pPr>
              <a:defRPr/>
            </a:pPr>
            <a:r>
              <a:rPr lang="fr-FR" smtClean="0"/>
              <a:t>       That the payment for my sin Was the precious life He gave</a:t>
            </a:r>
          </a:p>
          <a:p>
            <a:pPr>
              <a:defRPr/>
            </a:pPr>
            <a:r>
              <a:rPr lang="fr-FR" smtClean="0"/>
              <a:t>18-  MAIS AUJOURD’HUI IL VIT, IL EST RESSUSCITÉ</a:t>
            </a:r>
          </a:p>
          <a:p>
            <a:pPr>
              <a:defRPr/>
            </a:pPr>
            <a:r>
              <a:rPr lang="fr-FR" smtClean="0"/>
              <a:t>       But now He's alive and there's an empty grave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Fin :
19-  JE SAIS QUE JE SAIS QUE JE SAIS QUE JE SAIS… </a:t>
            </a:r>
          </a:p>
          <a:p>
            <a:pPr>
              <a:defRPr/>
            </a:pPr>
            <a:r>
              <a:rPr lang="fr-FR" smtClean="0"/>
              <a:t>       And I know my Redeemer, He lives I know my Redeemer lives</a:t>
            </a:r>
          </a:p>
          <a:p>
            <a:pPr>
              <a:defRPr/>
            </a:pPr>
            <a:r>
              <a:rPr lang="fr-FR" smtClean="0"/>
              <a:t>20-  ET PARCE QU’IL VIT JE PEUX FAIRE FACE À DEMAIN </a:t>
            </a:r>
          </a:p>
          <a:p>
            <a:pPr>
              <a:defRPr/>
            </a:pPr>
            <a:r>
              <a:rPr lang="fr-FR" smtClean="0"/>
              <a:t>      Let all creation testify Let this life within me cry</a:t>
            </a:r>
          </a:p>
          <a:p>
            <a:pPr>
              <a:defRPr/>
            </a:pPr>
            <a:r>
              <a:rPr lang="fr-FR" smtClean="0"/>
              <a:t>21-  IL VIT, IL VIT ET LE TOMBEAU EST VIDE </a:t>
            </a:r>
          </a:p>
          <a:p>
            <a:pPr>
              <a:defRPr/>
            </a:pPr>
            <a:r>
              <a:rPr lang="fr-FR" smtClean="0"/>
              <a:t>      He lives The tomb is empty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22-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 I know my Redeemer I know my Redeemer lives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JE LE SAIS, MON RÉDEMPTEUR VIT </a:t>
            </a:r>
          </a:p>
          <a:p>
            <a:pPr>
              <a:defRPr/>
            </a:pPr>
            <a:r>
              <a:rPr lang="fr-FR" smtClean="0"/>
              <a:t>      I know my Redeemer lives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QUI A DIT AU SOLEIL OÙ SE PLACER LE MATIN ?</a:t>
            </a:r>
          </a:p>
          <a:p>
            <a:pPr>
              <a:defRPr/>
            </a:pPr>
            <a:r>
              <a:rPr lang="fr-FR" smtClean="0"/>
              <a:t>    Who taught the sun Where to stand in the morning</a:t>
            </a:r>
          </a:p>
          <a:p>
            <a:pPr>
              <a:defRPr/>
            </a:pPr>
            <a:r>
              <a:rPr lang="fr-FR" smtClean="0"/>
              <a:t>2-  ET QUI A DIT AUX MERS : VOUS N’AVANCEREZ PAS PLUS LOIN ? </a:t>
            </a:r>
          </a:p>
          <a:p>
            <a:pPr>
              <a:defRPr/>
            </a:pPr>
            <a:r>
              <a:rPr lang="fr-FR" smtClean="0"/>
              <a:t>    And who told the ocean You can only come this far</a:t>
            </a:r>
          </a:p>
          <a:p>
            <a:pPr>
              <a:defRPr/>
            </a:pPr>
            <a:r>
              <a:rPr lang="fr-FR" smtClean="0"/>
              <a:t>3-  QUI A MONTRÉ À LA LUNE OÙ SE CACHER JUSQU’AU SOIR ?</a:t>
            </a:r>
          </a:p>
          <a:p>
            <a:pPr>
              <a:defRPr/>
            </a:pPr>
            <a:r>
              <a:rPr lang="fr-FR" smtClean="0"/>
              <a:t>     And who showed the moon Where to hide till evening</a:t>
            </a:r>
          </a:p>
          <a:p>
            <a:pPr>
              <a:defRPr/>
            </a:pPr>
            <a:r>
              <a:rPr lang="fr-FR" smtClean="0"/>
              <a:t>4-  ET QUI PAR SA PAROLE PEUT SAISIR LES ÉTOILES ?</a:t>
            </a:r>
          </a:p>
          <a:p>
            <a:pPr>
              <a:defRPr/>
            </a:pPr>
            <a:r>
              <a:rPr lang="fr-FR" smtClean="0"/>
              <a:t>     Whose words alone can Catch a falling star</a:t>
            </a:r>
          </a:p>
          <a:p>
            <a:pPr>
              <a:defRPr/>
            </a:pPr>
            <a:r>
              <a:rPr lang="fr-FR" smtClean="0"/>
              <a:t> 
	5-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Well I know my Redeemer lives I know my Redeemer lives</a:t>
            </a:r>
          </a:p>
          <a:p>
            <a:pPr>
              <a:defRPr/>
            </a:pPr>
            <a:r>
              <a:rPr lang="fr-FR" smtClean="0"/>
              <a:t>	6-  TOUTE LA TERRE EN TÉMOIGNE SA VIE EN MOI LE PROCLAME</a:t>
            </a:r>
          </a:p>
          <a:p>
            <a:pPr>
              <a:defRPr/>
            </a:pPr>
            <a:r>
              <a:rPr lang="fr-FR" smtClean="0"/>
              <a:t>  	All of creation testifies This life within me cries</a:t>
            </a:r>
          </a:p>
          <a:p>
            <a:pPr>
              <a:defRPr/>
            </a:pPr>
            <a:r>
              <a:rPr lang="fr-FR" smtClean="0"/>
              <a:t> 	7-  JE LE SAIS, MON RÉDEMPTEUR VIT</a:t>
            </a:r>
          </a:p>
          <a:p>
            <a:pPr>
              <a:defRPr/>
            </a:pPr>
            <a:r>
              <a:rPr lang="fr-FR" smtClean="0"/>
              <a:t>     	I know my Redeemer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LE MÊME DIEU QUI A MIS LES ASTRES DANS LES CIEUX</a:t>
            </a:r>
          </a:p>
          <a:p>
            <a:pPr>
              <a:defRPr/>
            </a:pPr>
            <a:r>
              <a:rPr lang="fr-FR" smtClean="0"/>
              <a:t>     The very same God That spins things in orbit</a:t>
            </a:r>
          </a:p>
          <a:p>
            <a:pPr>
              <a:defRPr/>
            </a:pPr>
            <a:r>
              <a:rPr lang="fr-FR" smtClean="0"/>
              <a:t>9-  VOLE AU SECOURS DE CEUX QUI EN ONT BESOIN </a:t>
            </a:r>
          </a:p>
          <a:p>
            <a:pPr>
              <a:defRPr/>
            </a:pPr>
            <a:r>
              <a:rPr lang="fr-FR" smtClean="0"/>
              <a:t>      Runs to the weary The worn and the weak</a:t>
            </a:r>
          </a:p>
          <a:p>
            <a:pPr>
              <a:defRPr/>
            </a:pPr>
            <a:r>
              <a:rPr lang="fr-FR" smtClean="0"/>
              <a:t>10-  ET LA MÊME DOUCE MAIN QUI ME PORTE ET ME SOUTIENT</a:t>
            </a:r>
            <a:br>
              <a:rPr lang="fr-FR" smtClean="0"/>
            </a:br>
            <a:r>
              <a:rPr lang="fr-FR" smtClean="0"/>
              <a:t>      And the same gentle hand sThat hold me when I'm broken</a:t>
            </a:r>
          </a:p>
          <a:p>
            <a:pPr>
              <a:defRPr/>
            </a:pPr>
            <a:r>
              <a:rPr lang="fr-FR" smtClean="0"/>
              <a:t>11-  A VAINCU LA MORT ET BÉNI MES LENDEMAINS</a:t>
            </a:r>
          </a:p>
          <a:p>
            <a:pPr>
              <a:defRPr/>
            </a:pPr>
            <a:r>
              <a:rPr lang="fr-FR" smtClean="0"/>
              <a:t>       They conquer death to bring me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12-  ET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 Now I know my Redeemer lives I know my Redeemer lives</a:t>
            </a:r>
          </a:p>
          <a:p>
            <a:pPr>
              <a:defRPr/>
            </a:pPr>
            <a:r>
              <a:rPr lang="fr-FR" smtClean="0"/>
              <a:t>	13-  QUE TOUTE LA TERRE EN TÉMOIGNE QUE SA VIE EN MOI PROCLAME </a:t>
            </a:r>
          </a:p>
          <a:p>
            <a:pPr>
              <a:defRPr/>
            </a:pPr>
            <a:r>
              <a:rPr lang="fr-FR" smtClean="0"/>
              <a:t>  	Let all creation testify Let this life within me cry</a:t>
            </a:r>
          </a:p>
          <a:p>
            <a:pPr>
              <a:defRPr/>
            </a:pPr>
            <a:r>
              <a:rPr lang="fr-FR" smtClean="0"/>
              <a:t>	14-  JE LE SAIS, MON RÉDEMPTEUR </a:t>
            </a:r>
          </a:p>
          <a:p>
            <a:pPr>
              <a:defRPr/>
            </a:pPr>
            <a:r>
              <a:rPr lang="fr-FR" smtClean="0"/>
              <a:t>      	 I know my Redeemer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IL VIT POUR ÔTER MES FARDEAUX IL VIT, JE LE PROCLAMERAI </a:t>
            </a:r>
          </a:p>
          <a:p>
            <a:pPr>
              <a:defRPr/>
            </a:pPr>
            <a:r>
              <a:rPr lang="fr-FR" smtClean="0"/>
              <a:t>      He lives to take away my shame And He lives forever I'll proclaim</a:t>
            </a:r>
          </a:p>
          <a:p>
            <a:pPr>
              <a:defRPr/>
            </a:pPr>
            <a:r>
              <a:rPr lang="fr-FR" smtClean="0"/>
              <a:t>16-  IL VIT </a:t>
            </a:r>
          </a:p>
          <a:p>
            <a:pPr>
              <a:defRPr/>
            </a:pPr>
            <a:r>
              <a:rPr lang="fr-FR" smtClean="0"/>
              <a:t>       He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17-  LE PRIX DE MON PÉCHÉ DE SA VIE, IL L’A PAYÉ </a:t>
            </a:r>
          </a:p>
          <a:p>
            <a:pPr>
              <a:defRPr/>
            </a:pPr>
            <a:r>
              <a:rPr lang="fr-FR" smtClean="0"/>
              <a:t>       That the payment for my sin Was the precious life He gave</a:t>
            </a:r>
          </a:p>
          <a:p>
            <a:pPr>
              <a:defRPr/>
            </a:pPr>
            <a:r>
              <a:rPr lang="fr-FR" smtClean="0"/>
              <a:t>18-  MAIS AUJOURD’HUI IL VIT, IL EST RESSUSCITÉ</a:t>
            </a:r>
          </a:p>
          <a:p>
            <a:pPr>
              <a:defRPr/>
            </a:pPr>
            <a:r>
              <a:rPr lang="fr-FR" smtClean="0"/>
              <a:t>       But now He's alive and there's an empty grave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Fin :
19-  JE SAIS QUE JE SAIS QUE JE SAIS QUE JE SAIS… </a:t>
            </a:r>
          </a:p>
          <a:p>
            <a:pPr>
              <a:defRPr/>
            </a:pPr>
            <a:r>
              <a:rPr lang="fr-FR" smtClean="0"/>
              <a:t>       And I know my Redeemer, He lives I know my Redeemer lives</a:t>
            </a:r>
          </a:p>
          <a:p>
            <a:pPr>
              <a:defRPr/>
            </a:pPr>
            <a:r>
              <a:rPr lang="fr-FR" smtClean="0"/>
              <a:t>20-  ET PARCE QU’IL VIT JE PEUX FAIRE FACE À DEMAIN </a:t>
            </a:r>
          </a:p>
          <a:p>
            <a:pPr>
              <a:defRPr/>
            </a:pPr>
            <a:r>
              <a:rPr lang="fr-FR" smtClean="0"/>
              <a:t>      Let all creation testify Let this life within me cry</a:t>
            </a:r>
          </a:p>
          <a:p>
            <a:pPr>
              <a:defRPr/>
            </a:pPr>
            <a:r>
              <a:rPr lang="fr-FR" smtClean="0"/>
              <a:t>21-  IL VIT, IL VIT ET LE TOMBEAU EST VIDE </a:t>
            </a:r>
          </a:p>
          <a:p>
            <a:pPr>
              <a:defRPr/>
            </a:pPr>
            <a:r>
              <a:rPr lang="fr-FR" smtClean="0"/>
              <a:t>      He lives The tomb is empty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22-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 I know my Redeemer I know my Redeemer lives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JE LE SAIS, MON RÉDEMPTEUR VIT </a:t>
            </a:r>
          </a:p>
          <a:p>
            <a:pPr>
              <a:defRPr/>
            </a:pPr>
            <a:r>
              <a:rPr lang="fr-FR" smtClean="0"/>
              <a:t>      I know my Redeemer lives</a:t>
            </a:r>
          </a:p>
          <a:p>
            <a:pPr>
              <a:defRPr/>
            </a:pPr>
            <a:endParaRPr lang="fr-FR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QUI A DIT AU SOLEIL OÙ SE PLACER LE MATIN ?</a:t>
            </a:r>
          </a:p>
          <a:p>
            <a:pPr>
              <a:defRPr/>
            </a:pPr>
            <a:r>
              <a:rPr lang="fr-FR" smtClean="0"/>
              <a:t>    Who taught the sun Where to stand in the morning</a:t>
            </a:r>
          </a:p>
          <a:p>
            <a:pPr>
              <a:defRPr/>
            </a:pPr>
            <a:r>
              <a:rPr lang="fr-FR" smtClean="0"/>
              <a:t>2-  ET QUI A DIT AUX MERS : VOUS N’AVANCEREZ PAS PLUS LOIN ? </a:t>
            </a:r>
          </a:p>
          <a:p>
            <a:pPr>
              <a:defRPr/>
            </a:pPr>
            <a:r>
              <a:rPr lang="fr-FR" smtClean="0"/>
              <a:t>    And who told the ocean You can only come this far</a:t>
            </a:r>
          </a:p>
          <a:p>
            <a:pPr>
              <a:defRPr/>
            </a:pPr>
            <a:r>
              <a:rPr lang="fr-FR" smtClean="0"/>
              <a:t>3-  QUI A MONTRÉ À LA LUNE OÙ SE CACHER JUSQU’AU SOIR ?</a:t>
            </a:r>
          </a:p>
          <a:p>
            <a:pPr>
              <a:defRPr/>
            </a:pPr>
            <a:r>
              <a:rPr lang="fr-FR" smtClean="0"/>
              <a:t>     And who showed the moon Where to hide till evening</a:t>
            </a:r>
          </a:p>
          <a:p>
            <a:pPr>
              <a:defRPr/>
            </a:pPr>
            <a:r>
              <a:rPr lang="fr-FR" smtClean="0"/>
              <a:t>4-  ET QUI PAR SA PAROLE PEUT SAISIR LES ÉTOILES ?</a:t>
            </a:r>
          </a:p>
          <a:p>
            <a:pPr>
              <a:defRPr/>
            </a:pPr>
            <a:r>
              <a:rPr lang="fr-FR" smtClean="0"/>
              <a:t>     Whose words alone can Catch a falling star</a:t>
            </a:r>
          </a:p>
          <a:p>
            <a:pPr>
              <a:defRPr/>
            </a:pPr>
            <a:r>
              <a:rPr lang="fr-FR" smtClean="0"/>
              <a:t> 
	5-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Well I know my Redeemer lives I know my Redeemer lives</a:t>
            </a:r>
          </a:p>
          <a:p>
            <a:pPr>
              <a:defRPr/>
            </a:pPr>
            <a:r>
              <a:rPr lang="fr-FR" smtClean="0"/>
              <a:t>	6-  TOUTE LA TERRE EN TÉMOIGNE SA VIE EN MOI LE PROCLAME</a:t>
            </a:r>
          </a:p>
          <a:p>
            <a:pPr>
              <a:defRPr/>
            </a:pPr>
            <a:r>
              <a:rPr lang="fr-FR" smtClean="0"/>
              <a:t>  	All of creation testifies This life within me cries</a:t>
            </a:r>
          </a:p>
          <a:p>
            <a:pPr>
              <a:defRPr/>
            </a:pPr>
            <a:r>
              <a:rPr lang="fr-FR" smtClean="0"/>
              <a:t> 	7-  JE LE SAIS, MON RÉDEMPTEUR VIT</a:t>
            </a:r>
          </a:p>
          <a:p>
            <a:pPr>
              <a:defRPr/>
            </a:pPr>
            <a:r>
              <a:rPr lang="fr-FR" smtClean="0"/>
              <a:t>     	I know my Redeemer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LE MÊME DIEU QUI A MIS LES ASTRES DANS LES CIEUX</a:t>
            </a:r>
          </a:p>
          <a:p>
            <a:pPr>
              <a:defRPr/>
            </a:pPr>
            <a:r>
              <a:rPr lang="fr-FR" smtClean="0"/>
              <a:t>     The very same God That spins things in orbit</a:t>
            </a:r>
          </a:p>
          <a:p>
            <a:pPr>
              <a:defRPr/>
            </a:pPr>
            <a:r>
              <a:rPr lang="fr-FR" smtClean="0"/>
              <a:t>9-  VOLE AU SECOURS DE CEUX QUI EN ONT BESOIN </a:t>
            </a:r>
          </a:p>
          <a:p>
            <a:pPr>
              <a:defRPr/>
            </a:pPr>
            <a:r>
              <a:rPr lang="fr-FR" smtClean="0"/>
              <a:t>      Runs to the weary The worn and the weak</a:t>
            </a:r>
          </a:p>
          <a:p>
            <a:pPr>
              <a:defRPr/>
            </a:pPr>
            <a:r>
              <a:rPr lang="fr-FR" smtClean="0"/>
              <a:t>10-  ET LA MÊME DOUCE MAIN QUI ME PORTE ET ME SOUTIENT</a:t>
            </a:r>
            <a:br>
              <a:rPr lang="fr-FR" smtClean="0"/>
            </a:br>
            <a:r>
              <a:rPr lang="fr-FR" smtClean="0"/>
              <a:t>      And the same gentle hand sThat hold me when I'm broken</a:t>
            </a:r>
          </a:p>
          <a:p>
            <a:pPr>
              <a:defRPr/>
            </a:pPr>
            <a:r>
              <a:rPr lang="fr-FR" smtClean="0"/>
              <a:t>11-  A VAINCU LA MORT ET BÉNI MES LENDEMAINS</a:t>
            </a:r>
          </a:p>
          <a:p>
            <a:pPr>
              <a:defRPr/>
            </a:pPr>
            <a:r>
              <a:rPr lang="fr-FR" smtClean="0"/>
              <a:t>       They conquer death to bring me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12-  ET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 Now I know my Redeemer lives I know my Redeemer lives</a:t>
            </a:r>
          </a:p>
          <a:p>
            <a:pPr>
              <a:defRPr/>
            </a:pPr>
            <a:r>
              <a:rPr lang="fr-FR" smtClean="0"/>
              <a:t>	13-  QUE TOUTE LA TERRE EN TÉMOIGNE QUE SA VIE EN MOI PROCLAME </a:t>
            </a:r>
          </a:p>
          <a:p>
            <a:pPr>
              <a:defRPr/>
            </a:pPr>
            <a:r>
              <a:rPr lang="fr-FR" smtClean="0"/>
              <a:t>  	Let all creation testify Let this life within me cry</a:t>
            </a:r>
          </a:p>
          <a:p>
            <a:pPr>
              <a:defRPr/>
            </a:pPr>
            <a:r>
              <a:rPr lang="fr-FR" smtClean="0"/>
              <a:t>	14-  JE LE SAIS, MON RÉDEMPTEUR </a:t>
            </a:r>
          </a:p>
          <a:p>
            <a:pPr>
              <a:defRPr/>
            </a:pPr>
            <a:r>
              <a:rPr lang="fr-FR" smtClean="0"/>
              <a:t>      	 I know my Redeemer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IL VIT POUR ÔTER MES FARDEAUX IL VIT, JE LE PROCLAMERAI </a:t>
            </a:r>
          </a:p>
          <a:p>
            <a:pPr>
              <a:defRPr/>
            </a:pPr>
            <a:r>
              <a:rPr lang="fr-FR" smtClean="0"/>
              <a:t>      He lives to take away my shame And He lives forever I'll proclaim</a:t>
            </a:r>
          </a:p>
          <a:p>
            <a:pPr>
              <a:defRPr/>
            </a:pPr>
            <a:r>
              <a:rPr lang="fr-FR" smtClean="0"/>
              <a:t>16-  IL VIT </a:t>
            </a:r>
          </a:p>
          <a:p>
            <a:pPr>
              <a:defRPr/>
            </a:pPr>
            <a:r>
              <a:rPr lang="fr-FR" smtClean="0"/>
              <a:t>       He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17-  LE PRIX DE MON PÉCHÉ DE SA VIE, IL L’A PAYÉ </a:t>
            </a:r>
          </a:p>
          <a:p>
            <a:pPr>
              <a:defRPr/>
            </a:pPr>
            <a:r>
              <a:rPr lang="fr-FR" smtClean="0"/>
              <a:t>       That the payment for my sin Was the precious life He gave</a:t>
            </a:r>
          </a:p>
          <a:p>
            <a:pPr>
              <a:defRPr/>
            </a:pPr>
            <a:r>
              <a:rPr lang="fr-FR" smtClean="0"/>
              <a:t>18-  MAIS AUJOURD’HUI IL VIT, IL EST RESSUSCITÉ</a:t>
            </a:r>
          </a:p>
          <a:p>
            <a:pPr>
              <a:defRPr/>
            </a:pPr>
            <a:r>
              <a:rPr lang="fr-FR" smtClean="0"/>
              <a:t>       But now He's alive and there's an empty grave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Fin :
19-  JE SAIS QUE JE SAIS QUE JE SAIS QUE JE SAIS… </a:t>
            </a:r>
          </a:p>
          <a:p>
            <a:pPr>
              <a:defRPr/>
            </a:pPr>
            <a:r>
              <a:rPr lang="fr-FR" smtClean="0"/>
              <a:t>       And I know my Redeemer, He lives I know my Redeemer lives</a:t>
            </a:r>
          </a:p>
          <a:p>
            <a:pPr>
              <a:defRPr/>
            </a:pPr>
            <a:r>
              <a:rPr lang="fr-FR" smtClean="0"/>
              <a:t>20-  ET PARCE QU’IL VIT JE PEUX FAIRE FACE À DEMAIN </a:t>
            </a:r>
          </a:p>
          <a:p>
            <a:pPr>
              <a:defRPr/>
            </a:pPr>
            <a:r>
              <a:rPr lang="fr-FR" smtClean="0"/>
              <a:t>      Let all creation testify Let this life within me cry</a:t>
            </a:r>
          </a:p>
          <a:p>
            <a:pPr>
              <a:defRPr/>
            </a:pPr>
            <a:r>
              <a:rPr lang="fr-FR" smtClean="0"/>
              <a:t>21-  IL VIT, IL VIT ET LE TOMBEAU EST VIDE </a:t>
            </a:r>
          </a:p>
          <a:p>
            <a:pPr>
              <a:defRPr/>
            </a:pPr>
            <a:r>
              <a:rPr lang="fr-FR" smtClean="0"/>
              <a:t>      He lives The tomb is empty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22-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 I know my Redeemer I know my Redeemer lives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JE LE SAIS, MON RÉDEMPTEUR VIT </a:t>
            </a:r>
          </a:p>
          <a:p>
            <a:pPr>
              <a:defRPr/>
            </a:pPr>
            <a:r>
              <a:rPr lang="fr-FR" smtClean="0"/>
              <a:t>      I know my Redeemer lives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QUI A DIT AU SOLEIL OÙ SE PLACER LE MATIN ?</a:t>
            </a:r>
          </a:p>
          <a:p>
            <a:pPr>
              <a:defRPr/>
            </a:pPr>
            <a:r>
              <a:rPr lang="fr-FR" smtClean="0"/>
              <a:t>    Who taught the sun Where to stand in the morning</a:t>
            </a:r>
          </a:p>
          <a:p>
            <a:pPr>
              <a:defRPr/>
            </a:pPr>
            <a:r>
              <a:rPr lang="fr-FR" smtClean="0"/>
              <a:t>2-  ET QUI A DIT AUX MERS : VOUS N’AVANCEREZ PAS PLUS LOIN ? </a:t>
            </a:r>
          </a:p>
          <a:p>
            <a:pPr>
              <a:defRPr/>
            </a:pPr>
            <a:r>
              <a:rPr lang="fr-FR" smtClean="0"/>
              <a:t>    And who told the ocean You can only come this far</a:t>
            </a:r>
          </a:p>
          <a:p>
            <a:pPr>
              <a:defRPr/>
            </a:pPr>
            <a:r>
              <a:rPr lang="fr-FR" smtClean="0"/>
              <a:t>3-  QUI A MONTRÉ À LA LUNE OÙ SE CACHER JUSQU’AU SOIR ?</a:t>
            </a:r>
          </a:p>
          <a:p>
            <a:pPr>
              <a:defRPr/>
            </a:pPr>
            <a:r>
              <a:rPr lang="fr-FR" smtClean="0"/>
              <a:t>     And who showed the moon Where to hide till evening</a:t>
            </a:r>
          </a:p>
          <a:p>
            <a:pPr>
              <a:defRPr/>
            </a:pPr>
            <a:r>
              <a:rPr lang="fr-FR" smtClean="0"/>
              <a:t>4-  ET QUI PAR SA PAROLE PEUT SAISIR LES ÉTOILES ?</a:t>
            </a:r>
          </a:p>
          <a:p>
            <a:pPr>
              <a:defRPr/>
            </a:pPr>
            <a:r>
              <a:rPr lang="fr-FR" smtClean="0"/>
              <a:t>     Whose words alone can Catch a falling star</a:t>
            </a:r>
          </a:p>
          <a:p>
            <a:pPr>
              <a:defRPr/>
            </a:pPr>
            <a:r>
              <a:rPr lang="fr-FR" smtClean="0"/>
              <a:t> 
	5-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Well I know my Redeemer lives I know my Redeemer lives</a:t>
            </a:r>
          </a:p>
          <a:p>
            <a:pPr>
              <a:defRPr/>
            </a:pPr>
            <a:r>
              <a:rPr lang="fr-FR" smtClean="0"/>
              <a:t>	6-  TOUTE LA TERRE EN TÉMOIGNE SA VIE EN MOI LE PROCLAME</a:t>
            </a:r>
          </a:p>
          <a:p>
            <a:pPr>
              <a:defRPr/>
            </a:pPr>
            <a:r>
              <a:rPr lang="fr-FR" smtClean="0"/>
              <a:t>  	All of creation testifies This life within me cries</a:t>
            </a:r>
          </a:p>
          <a:p>
            <a:pPr>
              <a:defRPr/>
            </a:pPr>
            <a:r>
              <a:rPr lang="fr-FR" smtClean="0"/>
              <a:t> 	7-  JE LE SAIS, MON RÉDEMPTEUR VIT</a:t>
            </a:r>
          </a:p>
          <a:p>
            <a:pPr>
              <a:defRPr/>
            </a:pPr>
            <a:r>
              <a:rPr lang="fr-FR" smtClean="0"/>
              <a:t>     	I know my Redeemer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LE MÊME DIEU QUI A MIS LES ASTRES DANS LES CIEUX</a:t>
            </a:r>
          </a:p>
          <a:p>
            <a:pPr>
              <a:defRPr/>
            </a:pPr>
            <a:r>
              <a:rPr lang="fr-FR" smtClean="0"/>
              <a:t>     The very same God That spins things in orbit</a:t>
            </a:r>
          </a:p>
          <a:p>
            <a:pPr>
              <a:defRPr/>
            </a:pPr>
            <a:r>
              <a:rPr lang="fr-FR" smtClean="0"/>
              <a:t>9-  VOLE AU SECOURS DE CEUX QUI EN ONT BESOIN </a:t>
            </a:r>
          </a:p>
          <a:p>
            <a:pPr>
              <a:defRPr/>
            </a:pPr>
            <a:r>
              <a:rPr lang="fr-FR" smtClean="0"/>
              <a:t>      Runs to the weary The worn and the weak</a:t>
            </a:r>
          </a:p>
          <a:p>
            <a:pPr>
              <a:defRPr/>
            </a:pPr>
            <a:r>
              <a:rPr lang="fr-FR" smtClean="0"/>
              <a:t>10-  ET LA MÊME DOUCE MAIN QUI ME PORTE ET ME SOUTIENT</a:t>
            </a:r>
            <a:br>
              <a:rPr lang="fr-FR" smtClean="0"/>
            </a:br>
            <a:r>
              <a:rPr lang="fr-FR" smtClean="0"/>
              <a:t>      And the same gentle hand sThat hold me when I'm broken</a:t>
            </a:r>
          </a:p>
          <a:p>
            <a:pPr>
              <a:defRPr/>
            </a:pPr>
            <a:r>
              <a:rPr lang="fr-FR" smtClean="0"/>
              <a:t>11-  A VAINCU LA MORT ET BÉNI MES LENDEMAINS</a:t>
            </a:r>
          </a:p>
          <a:p>
            <a:pPr>
              <a:defRPr/>
            </a:pPr>
            <a:r>
              <a:rPr lang="fr-FR" smtClean="0"/>
              <a:t>       They conquer death to bring me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12-  ET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 Now I know my Redeemer lives I know my Redeemer lives</a:t>
            </a:r>
          </a:p>
          <a:p>
            <a:pPr>
              <a:defRPr/>
            </a:pPr>
            <a:r>
              <a:rPr lang="fr-FR" smtClean="0"/>
              <a:t>	13-  QUE TOUTE LA TERRE EN TÉMOIGNE QUE SA VIE EN MOI PROCLAME </a:t>
            </a:r>
          </a:p>
          <a:p>
            <a:pPr>
              <a:defRPr/>
            </a:pPr>
            <a:r>
              <a:rPr lang="fr-FR" smtClean="0"/>
              <a:t>  	Let all creation testify Let this life within me cry</a:t>
            </a:r>
          </a:p>
          <a:p>
            <a:pPr>
              <a:defRPr/>
            </a:pPr>
            <a:r>
              <a:rPr lang="fr-FR" smtClean="0"/>
              <a:t>	14-  JE LE SAIS, MON RÉDEMPTEUR </a:t>
            </a:r>
          </a:p>
          <a:p>
            <a:pPr>
              <a:defRPr/>
            </a:pPr>
            <a:r>
              <a:rPr lang="fr-FR" smtClean="0"/>
              <a:t>      	 I know my Redeemer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IL VIT POUR ÔTER MES FARDEAUX IL VIT, JE LE PROCLAMERAI </a:t>
            </a:r>
          </a:p>
          <a:p>
            <a:pPr>
              <a:defRPr/>
            </a:pPr>
            <a:r>
              <a:rPr lang="fr-FR" smtClean="0"/>
              <a:t>      He lives to take away my shame And He lives forever I'll proclaim</a:t>
            </a:r>
          </a:p>
          <a:p>
            <a:pPr>
              <a:defRPr/>
            </a:pPr>
            <a:r>
              <a:rPr lang="fr-FR" smtClean="0"/>
              <a:t>16-  IL VIT </a:t>
            </a:r>
          </a:p>
          <a:p>
            <a:pPr>
              <a:defRPr/>
            </a:pPr>
            <a:r>
              <a:rPr lang="fr-FR" smtClean="0"/>
              <a:t>       He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17-  LE PRIX DE MON PÉCHÉ DE SA VIE, IL L’A PAYÉ </a:t>
            </a:r>
          </a:p>
          <a:p>
            <a:pPr>
              <a:defRPr/>
            </a:pPr>
            <a:r>
              <a:rPr lang="fr-FR" smtClean="0"/>
              <a:t>       That the payment for my sin Was the precious life He gave</a:t>
            </a:r>
          </a:p>
          <a:p>
            <a:pPr>
              <a:defRPr/>
            </a:pPr>
            <a:r>
              <a:rPr lang="fr-FR" smtClean="0"/>
              <a:t>18-  MAIS AUJOURD’HUI IL VIT, IL EST RESSUSCITÉ</a:t>
            </a:r>
          </a:p>
          <a:p>
            <a:pPr>
              <a:defRPr/>
            </a:pPr>
            <a:r>
              <a:rPr lang="fr-FR" smtClean="0"/>
              <a:t>       But now He's alive and there's an empty grave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Fin :
19-  JE SAIS QUE JE SAIS QUE JE SAIS QUE JE SAIS… </a:t>
            </a:r>
          </a:p>
          <a:p>
            <a:pPr>
              <a:defRPr/>
            </a:pPr>
            <a:r>
              <a:rPr lang="fr-FR" smtClean="0"/>
              <a:t>       And I know my Redeemer, He lives I know my Redeemer lives</a:t>
            </a:r>
          </a:p>
          <a:p>
            <a:pPr>
              <a:defRPr/>
            </a:pPr>
            <a:r>
              <a:rPr lang="fr-FR" smtClean="0"/>
              <a:t>20-  ET PARCE QU’IL VIT JE PEUX FAIRE FACE À DEMAIN </a:t>
            </a:r>
          </a:p>
          <a:p>
            <a:pPr>
              <a:defRPr/>
            </a:pPr>
            <a:r>
              <a:rPr lang="fr-FR" smtClean="0"/>
              <a:t>      Let all creation testify Let this life within me cry</a:t>
            </a:r>
          </a:p>
          <a:p>
            <a:pPr>
              <a:defRPr/>
            </a:pPr>
            <a:r>
              <a:rPr lang="fr-FR" smtClean="0"/>
              <a:t>21-  IL VIT, IL VIT ET LE TOMBEAU EST VIDE </a:t>
            </a:r>
          </a:p>
          <a:p>
            <a:pPr>
              <a:defRPr/>
            </a:pPr>
            <a:r>
              <a:rPr lang="fr-FR" smtClean="0"/>
              <a:t>      He lives The tomb is empty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22-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 I know my Redeemer I know my Redeemer lives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JE LE SAIS, MON RÉDEMPTEUR VIT </a:t>
            </a:r>
          </a:p>
          <a:p>
            <a:pPr>
              <a:defRPr/>
            </a:pPr>
            <a:r>
              <a:rPr lang="fr-FR" smtClean="0"/>
              <a:t>      I know my Redeemer lives</a:t>
            </a:r>
          </a:p>
          <a:p>
            <a:pPr>
              <a:defRPr/>
            </a:pPr>
            <a:endParaRPr lang="fr-FR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QUI A DIT AU SOLEIL OÙ SE PLACER LE MATIN ?</a:t>
            </a:r>
          </a:p>
          <a:p>
            <a:pPr>
              <a:defRPr/>
            </a:pPr>
            <a:r>
              <a:rPr lang="fr-FR" smtClean="0"/>
              <a:t>    Who taught the sun Where to stand in the morning</a:t>
            </a:r>
          </a:p>
          <a:p>
            <a:pPr>
              <a:defRPr/>
            </a:pPr>
            <a:r>
              <a:rPr lang="fr-FR" smtClean="0"/>
              <a:t>2-  ET QUI A DIT AUX MERS : VOUS N’AVANCEREZ PAS PLUS LOIN ? </a:t>
            </a:r>
          </a:p>
          <a:p>
            <a:pPr>
              <a:defRPr/>
            </a:pPr>
            <a:r>
              <a:rPr lang="fr-FR" smtClean="0"/>
              <a:t>    And who told the ocean You can only come this far</a:t>
            </a:r>
          </a:p>
          <a:p>
            <a:pPr>
              <a:defRPr/>
            </a:pPr>
            <a:r>
              <a:rPr lang="fr-FR" smtClean="0"/>
              <a:t>3-  QUI A MONTRÉ À LA LUNE OÙ SE CACHER JUSQU’AU SOIR ?</a:t>
            </a:r>
          </a:p>
          <a:p>
            <a:pPr>
              <a:defRPr/>
            </a:pPr>
            <a:r>
              <a:rPr lang="fr-FR" smtClean="0"/>
              <a:t>     And who showed the moon Where to hide till evening</a:t>
            </a:r>
          </a:p>
          <a:p>
            <a:pPr>
              <a:defRPr/>
            </a:pPr>
            <a:r>
              <a:rPr lang="fr-FR" smtClean="0"/>
              <a:t>4-  ET QUI PAR SA PAROLE PEUT SAISIR LES ÉTOILES ?</a:t>
            </a:r>
          </a:p>
          <a:p>
            <a:pPr>
              <a:defRPr/>
            </a:pPr>
            <a:r>
              <a:rPr lang="fr-FR" smtClean="0"/>
              <a:t>     Whose words alone can Catch a falling star</a:t>
            </a:r>
          </a:p>
          <a:p>
            <a:pPr>
              <a:defRPr/>
            </a:pPr>
            <a:r>
              <a:rPr lang="fr-FR" smtClean="0"/>
              <a:t> 
	5-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Well I know my Redeemer lives I know my Redeemer lives</a:t>
            </a:r>
          </a:p>
          <a:p>
            <a:pPr>
              <a:defRPr/>
            </a:pPr>
            <a:r>
              <a:rPr lang="fr-FR" smtClean="0"/>
              <a:t>	6-  TOUTE LA TERRE EN TÉMOIGNE SA VIE EN MOI LE PROCLAME</a:t>
            </a:r>
          </a:p>
          <a:p>
            <a:pPr>
              <a:defRPr/>
            </a:pPr>
            <a:r>
              <a:rPr lang="fr-FR" smtClean="0"/>
              <a:t>  	All of creation testifies This life within me cries</a:t>
            </a:r>
          </a:p>
          <a:p>
            <a:pPr>
              <a:defRPr/>
            </a:pPr>
            <a:r>
              <a:rPr lang="fr-FR" smtClean="0"/>
              <a:t> 	7-  JE LE SAIS, MON RÉDEMPTEUR VIT</a:t>
            </a:r>
          </a:p>
          <a:p>
            <a:pPr>
              <a:defRPr/>
            </a:pPr>
            <a:r>
              <a:rPr lang="fr-FR" smtClean="0"/>
              <a:t>     	I know my Redeemer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LE MÊME DIEU QUI A MIS LES ASTRES DANS LES CIEUX</a:t>
            </a:r>
          </a:p>
          <a:p>
            <a:pPr>
              <a:defRPr/>
            </a:pPr>
            <a:r>
              <a:rPr lang="fr-FR" smtClean="0"/>
              <a:t>     The very same God That spins things in orbit</a:t>
            </a:r>
          </a:p>
          <a:p>
            <a:pPr>
              <a:defRPr/>
            </a:pPr>
            <a:r>
              <a:rPr lang="fr-FR" smtClean="0"/>
              <a:t>9-  VOLE AU SECOURS DE CEUX QUI EN ONT BESOIN </a:t>
            </a:r>
          </a:p>
          <a:p>
            <a:pPr>
              <a:defRPr/>
            </a:pPr>
            <a:r>
              <a:rPr lang="fr-FR" smtClean="0"/>
              <a:t>      Runs to the weary The worn and the weak</a:t>
            </a:r>
          </a:p>
          <a:p>
            <a:pPr>
              <a:defRPr/>
            </a:pPr>
            <a:r>
              <a:rPr lang="fr-FR" smtClean="0"/>
              <a:t>10-  ET LA MÊME DOUCE MAIN QUI ME PORTE ET ME SOUTIENT</a:t>
            </a:r>
            <a:br>
              <a:rPr lang="fr-FR" smtClean="0"/>
            </a:br>
            <a:r>
              <a:rPr lang="fr-FR" smtClean="0"/>
              <a:t>      And the same gentle hand sThat hold me when I'm broken</a:t>
            </a:r>
          </a:p>
          <a:p>
            <a:pPr>
              <a:defRPr/>
            </a:pPr>
            <a:r>
              <a:rPr lang="fr-FR" smtClean="0"/>
              <a:t>11-  A VAINCU LA MORT ET BÉNI MES LENDEMAINS</a:t>
            </a:r>
          </a:p>
          <a:p>
            <a:pPr>
              <a:defRPr/>
            </a:pPr>
            <a:r>
              <a:rPr lang="fr-FR" smtClean="0"/>
              <a:t>       They conquer death to bring me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12-  ET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 Now I know my Redeemer lives I know my Redeemer lives</a:t>
            </a:r>
          </a:p>
          <a:p>
            <a:pPr>
              <a:defRPr/>
            </a:pPr>
            <a:r>
              <a:rPr lang="fr-FR" smtClean="0"/>
              <a:t>	13-  QUE TOUTE LA TERRE EN TÉMOIGNE QUE SA VIE EN MOI PROCLAME </a:t>
            </a:r>
          </a:p>
          <a:p>
            <a:pPr>
              <a:defRPr/>
            </a:pPr>
            <a:r>
              <a:rPr lang="fr-FR" smtClean="0"/>
              <a:t>  	Let all creation testify Let this life within me cry</a:t>
            </a:r>
          </a:p>
          <a:p>
            <a:pPr>
              <a:defRPr/>
            </a:pPr>
            <a:r>
              <a:rPr lang="fr-FR" smtClean="0"/>
              <a:t>	14-  JE LE SAIS, MON RÉDEMPTEUR </a:t>
            </a:r>
          </a:p>
          <a:p>
            <a:pPr>
              <a:defRPr/>
            </a:pPr>
            <a:r>
              <a:rPr lang="fr-FR" smtClean="0"/>
              <a:t>      	 I know my Redeemer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IL VIT POUR ÔTER MES FARDEAUX IL VIT, JE LE PROCLAMERAI </a:t>
            </a:r>
          </a:p>
          <a:p>
            <a:pPr>
              <a:defRPr/>
            </a:pPr>
            <a:r>
              <a:rPr lang="fr-FR" smtClean="0"/>
              <a:t>      He lives to take away my shame And He lives forever I'll proclaim</a:t>
            </a:r>
          </a:p>
          <a:p>
            <a:pPr>
              <a:defRPr/>
            </a:pPr>
            <a:r>
              <a:rPr lang="fr-FR" smtClean="0"/>
              <a:t>16-  IL VIT </a:t>
            </a:r>
          </a:p>
          <a:p>
            <a:pPr>
              <a:defRPr/>
            </a:pPr>
            <a:r>
              <a:rPr lang="fr-FR" smtClean="0"/>
              <a:t>       He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17-  LE PRIX DE MON PÉCHÉ DE SA VIE, IL L’A PAYÉ </a:t>
            </a:r>
          </a:p>
          <a:p>
            <a:pPr>
              <a:defRPr/>
            </a:pPr>
            <a:r>
              <a:rPr lang="fr-FR" smtClean="0"/>
              <a:t>       That the payment for my sin Was the precious life He gave</a:t>
            </a:r>
          </a:p>
          <a:p>
            <a:pPr>
              <a:defRPr/>
            </a:pPr>
            <a:r>
              <a:rPr lang="fr-FR" smtClean="0"/>
              <a:t>18-  MAIS AUJOURD’HUI IL VIT, IL EST RESSUSCITÉ</a:t>
            </a:r>
          </a:p>
          <a:p>
            <a:pPr>
              <a:defRPr/>
            </a:pPr>
            <a:r>
              <a:rPr lang="fr-FR" smtClean="0"/>
              <a:t>       But now He's alive and there's an empty grave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Fin :
19-  JE SAIS QUE JE SAIS QUE JE SAIS QUE JE SAIS… </a:t>
            </a:r>
          </a:p>
          <a:p>
            <a:pPr>
              <a:defRPr/>
            </a:pPr>
            <a:r>
              <a:rPr lang="fr-FR" smtClean="0"/>
              <a:t>       And I know my Redeemer, He lives I know my Redeemer lives</a:t>
            </a:r>
          </a:p>
          <a:p>
            <a:pPr>
              <a:defRPr/>
            </a:pPr>
            <a:r>
              <a:rPr lang="fr-FR" smtClean="0"/>
              <a:t>20-  ET PARCE QU’IL VIT JE PEUX FAIRE FACE À DEMAIN </a:t>
            </a:r>
          </a:p>
          <a:p>
            <a:pPr>
              <a:defRPr/>
            </a:pPr>
            <a:r>
              <a:rPr lang="fr-FR" smtClean="0"/>
              <a:t>      Let all creation testify Let this life within me cry</a:t>
            </a:r>
          </a:p>
          <a:p>
            <a:pPr>
              <a:defRPr/>
            </a:pPr>
            <a:r>
              <a:rPr lang="fr-FR" smtClean="0"/>
              <a:t>21-  IL VIT, IL VIT ET LE TOMBEAU EST VIDE </a:t>
            </a:r>
          </a:p>
          <a:p>
            <a:pPr>
              <a:defRPr/>
            </a:pPr>
            <a:r>
              <a:rPr lang="fr-FR" smtClean="0"/>
              <a:t>      He lives The tomb is empty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22-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 I know my Redeemer I know my Redeemer lives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JE LE SAIS, MON RÉDEMPTEUR VIT </a:t>
            </a:r>
          </a:p>
          <a:p>
            <a:pPr>
              <a:defRPr/>
            </a:pPr>
            <a:r>
              <a:rPr lang="fr-FR" smtClean="0"/>
              <a:t>      I know my Redeemer lives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QUI A DIT AU SOLEIL OÙ SE PLACER LE MATIN ?</a:t>
            </a:r>
          </a:p>
          <a:p>
            <a:pPr>
              <a:defRPr/>
            </a:pPr>
            <a:r>
              <a:rPr lang="fr-FR" smtClean="0"/>
              <a:t>    Who taught the sun Where to stand in the morning</a:t>
            </a:r>
          </a:p>
          <a:p>
            <a:pPr>
              <a:defRPr/>
            </a:pPr>
            <a:r>
              <a:rPr lang="fr-FR" smtClean="0"/>
              <a:t>2-  ET QUI A DIT AUX MERS : VOUS N’AVANCEREZ PAS PLUS LOIN ? </a:t>
            </a:r>
          </a:p>
          <a:p>
            <a:pPr>
              <a:defRPr/>
            </a:pPr>
            <a:r>
              <a:rPr lang="fr-FR" smtClean="0"/>
              <a:t>    And who told the ocean You can only come this far</a:t>
            </a:r>
          </a:p>
          <a:p>
            <a:pPr>
              <a:defRPr/>
            </a:pPr>
            <a:r>
              <a:rPr lang="fr-FR" smtClean="0"/>
              <a:t>3-  QUI A MONTRÉ À LA LUNE OÙ SE CACHER JUSQU’AU SOIR ?</a:t>
            </a:r>
          </a:p>
          <a:p>
            <a:pPr>
              <a:defRPr/>
            </a:pPr>
            <a:r>
              <a:rPr lang="fr-FR" smtClean="0"/>
              <a:t>     And who showed the moon Where to hide till evening</a:t>
            </a:r>
          </a:p>
          <a:p>
            <a:pPr>
              <a:defRPr/>
            </a:pPr>
            <a:r>
              <a:rPr lang="fr-FR" smtClean="0"/>
              <a:t>4-  ET QUI PAR SA PAROLE PEUT SAISIR LES ÉTOILES ?</a:t>
            </a:r>
          </a:p>
          <a:p>
            <a:pPr>
              <a:defRPr/>
            </a:pPr>
            <a:r>
              <a:rPr lang="fr-FR" smtClean="0"/>
              <a:t>     Whose words alone can Catch a falling star</a:t>
            </a:r>
          </a:p>
          <a:p>
            <a:pPr>
              <a:defRPr/>
            </a:pPr>
            <a:r>
              <a:rPr lang="fr-FR" smtClean="0"/>
              <a:t> 
	5-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Well I know my Redeemer lives I know my Redeemer lives</a:t>
            </a:r>
          </a:p>
          <a:p>
            <a:pPr>
              <a:defRPr/>
            </a:pPr>
            <a:r>
              <a:rPr lang="fr-FR" smtClean="0"/>
              <a:t>	6-  TOUTE LA TERRE EN TÉMOIGNE SA VIE EN MOI LE PROCLAME</a:t>
            </a:r>
          </a:p>
          <a:p>
            <a:pPr>
              <a:defRPr/>
            </a:pPr>
            <a:r>
              <a:rPr lang="fr-FR" smtClean="0"/>
              <a:t>  	All of creation testifies This life within me cries</a:t>
            </a:r>
          </a:p>
          <a:p>
            <a:pPr>
              <a:defRPr/>
            </a:pPr>
            <a:r>
              <a:rPr lang="fr-FR" smtClean="0"/>
              <a:t> 	7-  JE LE SAIS, MON RÉDEMPTEUR VIT</a:t>
            </a:r>
          </a:p>
          <a:p>
            <a:pPr>
              <a:defRPr/>
            </a:pPr>
            <a:r>
              <a:rPr lang="fr-FR" smtClean="0"/>
              <a:t>     	I know my Redeemer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LE MÊME DIEU QUI A MIS LES ASTRES DANS LES CIEUX</a:t>
            </a:r>
          </a:p>
          <a:p>
            <a:pPr>
              <a:defRPr/>
            </a:pPr>
            <a:r>
              <a:rPr lang="fr-FR" smtClean="0"/>
              <a:t>     The very same God That spins things in orbit</a:t>
            </a:r>
          </a:p>
          <a:p>
            <a:pPr>
              <a:defRPr/>
            </a:pPr>
            <a:r>
              <a:rPr lang="fr-FR" smtClean="0"/>
              <a:t>9-  VOLE AU SECOURS DE CEUX QUI EN ONT BESOIN </a:t>
            </a:r>
          </a:p>
          <a:p>
            <a:pPr>
              <a:defRPr/>
            </a:pPr>
            <a:r>
              <a:rPr lang="fr-FR" smtClean="0"/>
              <a:t>      Runs to the weary The worn and the weak</a:t>
            </a:r>
          </a:p>
          <a:p>
            <a:pPr>
              <a:defRPr/>
            </a:pPr>
            <a:r>
              <a:rPr lang="fr-FR" smtClean="0"/>
              <a:t>10-  ET LA MÊME DOUCE MAIN QUI ME PORTE ET ME SOUTIENT</a:t>
            </a:r>
            <a:br>
              <a:rPr lang="fr-FR" smtClean="0"/>
            </a:br>
            <a:r>
              <a:rPr lang="fr-FR" smtClean="0"/>
              <a:t>      And the same gentle hand sThat hold me when I'm broken</a:t>
            </a:r>
          </a:p>
          <a:p>
            <a:pPr>
              <a:defRPr/>
            </a:pPr>
            <a:r>
              <a:rPr lang="fr-FR" smtClean="0"/>
              <a:t>11-  A VAINCU LA MORT ET BÉNI MES LENDEMAINS</a:t>
            </a:r>
          </a:p>
          <a:p>
            <a:pPr>
              <a:defRPr/>
            </a:pPr>
            <a:r>
              <a:rPr lang="fr-FR" smtClean="0"/>
              <a:t>       They conquer death to bring me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12-  ET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 Now I know my Redeemer lives I know my Redeemer lives</a:t>
            </a:r>
          </a:p>
          <a:p>
            <a:pPr>
              <a:defRPr/>
            </a:pPr>
            <a:r>
              <a:rPr lang="fr-FR" smtClean="0"/>
              <a:t>	13-  QUE TOUTE LA TERRE EN TÉMOIGNE QUE SA VIE EN MOI PROCLAME </a:t>
            </a:r>
          </a:p>
          <a:p>
            <a:pPr>
              <a:defRPr/>
            </a:pPr>
            <a:r>
              <a:rPr lang="fr-FR" smtClean="0"/>
              <a:t>  	Let all creation testify Let this life within me cry</a:t>
            </a:r>
          </a:p>
          <a:p>
            <a:pPr>
              <a:defRPr/>
            </a:pPr>
            <a:r>
              <a:rPr lang="fr-FR" smtClean="0"/>
              <a:t>	14-  JE LE SAIS, MON RÉDEMPTEUR </a:t>
            </a:r>
          </a:p>
          <a:p>
            <a:pPr>
              <a:defRPr/>
            </a:pPr>
            <a:r>
              <a:rPr lang="fr-FR" smtClean="0"/>
              <a:t>      	 I know my Redeemer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IL VIT POUR ÔTER MES FARDEAUX IL VIT, JE LE PROCLAMERAI </a:t>
            </a:r>
          </a:p>
          <a:p>
            <a:pPr>
              <a:defRPr/>
            </a:pPr>
            <a:r>
              <a:rPr lang="fr-FR" smtClean="0"/>
              <a:t>      He lives to take away my shame And He lives forever I'll proclaim</a:t>
            </a:r>
          </a:p>
          <a:p>
            <a:pPr>
              <a:defRPr/>
            </a:pPr>
            <a:r>
              <a:rPr lang="fr-FR" smtClean="0"/>
              <a:t>16-  IL VIT </a:t>
            </a:r>
          </a:p>
          <a:p>
            <a:pPr>
              <a:defRPr/>
            </a:pPr>
            <a:r>
              <a:rPr lang="fr-FR" smtClean="0"/>
              <a:t>       He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17-  LE PRIX DE MON PÉCHÉ DE SA VIE, IL L’A PAYÉ </a:t>
            </a:r>
          </a:p>
          <a:p>
            <a:pPr>
              <a:defRPr/>
            </a:pPr>
            <a:r>
              <a:rPr lang="fr-FR" smtClean="0"/>
              <a:t>       That the payment for my sin Was the precious life He gave</a:t>
            </a:r>
          </a:p>
          <a:p>
            <a:pPr>
              <a:defRPr/>
            </a:pPr>
            <a:r>
              <a:rPr lang="fr-FR" smtClean="0"/>
              <a:t>18-  MAIS AUJOURD’HUI IL VIT, IL EST RESSUSCITÉ</a:t>
            </a:r>
          </a:p>
          <a:p>
            <a:pPr>
              <a:defRPr/>
            </a:pPr>
            <a:r>
              <a:rPr lang="fr-FR" smtClean="0"/>
              <a:t>       But now He's alive and there's an empty grave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Fin :
19-  JE SAIS QUE JE SAIS QUE JE SAIS QUE JE SAIS… </a:t>
            </a:r>
          </a:p>
          <a:p>
            <a:pPr>
              <a:defRPr/>
            </a:pPr>
            <a:r>
              <a:rPr lang="fr-FR" smtClean="0"/>
              <a:t>       And I know my Redeemer, He lives I know my Redeemer lives</a:t>
            </a:r>
          </a:p>
          <a:p>
            <a:pPr>
              <a:defRPr/>
            </a:pPr>
            <a:r>
              <a:rPr lang="fr-FR" smtClean="0"/>
              <a:t>20-  ET PARCE QU’IL VIT JE PEUX FAIRE FACE À DEMAIN </a:t>
            </a:r>
          </a:p>
          <a:p>
            <a:pPr>
              <a:defRPr/>
            </a:pPr>
            <a:r>
              <a:rPr lang="fr-FR" smtClean="0"/>
              <a:t>      Let all creation testify Let this life within me cry</a:t>
            </a:r>
          </a:p>
          <a:p>
            <a:pPr>
              <a:defRPr/>
            </a:pPr>
            <a:r>
              <a:rPr lang="fr-FR" smtClean="0"/>
              <a:t>21-  IL VIT, IL VIT ET LE TOMBEAU EST VIDE </a:t>
            </a:r>
          </a:p>
          <a:p>
            <a:pPr>
              <a:defRPr/>
            </a:pPr>
            <a:r>
              <a:rPr lang="fr-FR" smtClean="0"/>
              <a:t>      He lives The tomb is empty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22-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 I know my Redeemer I know my Redeemer lives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JE LE SAIS, MON RÉDEMPTEUR VIT </a:t>
            </a:r>
          </a:p>
          <a:p>
            <a:pPr>
              <a:defRPr/>
            </a:pPr>
            <a:r>
              <a:rPr lang="fr-FR" smtClean="0"/>
              <a:t>      I know my Redeemer lives</a:t>
            </a:r>
          </a:p>
          <a:p>
            <a:pPr>
              <a:defRPr/>
            </a:pPr>
            <a:endParaRPr lang="fr-FR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QUI A DIT AU SOLEIL OÙ SE PLACER LE MATIN ?</a:t>
            </a:r>
          </a:p>
          <a:p>
            <a:pPr>
              <a:defRPr/>
            </a:pPr>
            <a:r>
              <a:rPr lang="fr-FR" smtClean="0"/>
              <a:t>    Who taught the sun Where to stand in the morning</a:t>
            </a:r>
          </a:p>
          <a:p>
            <a:pPr>
              <a:defRPr/>
            </a:pPr>
            <a:r>
              <a:rPr lang="fr-FR" smtClean="0"/>
              <a:t>2-  ET QUI A DIT AUX MERS : VOUS N’AVANCEREZ PAS PLUS LOIN ? </a:t>
            </a:r>
          </a:p>
          <a:p>
            <a:pPr>
              <a:defRPr/>
            </a:pPr>
            <a:r>
              <a:rPr lang="fr-FR" smtClean="0"/>
              <a:t>    And who told the ocean You can only come this far</a:t>
            </a:r>
          </a:p>
          <a:p>
            <a:pPr>
              <a:defRPr/>
            </a:pPr>
            <a:r>
              <a:rPr lang="fr-FR" smtClean="0"/>
              <a:t>3-  QUI A MONTRÉ À LA LUNE OÙ SE CACHER JUSQU’AU SOIR ?</a:t>
            </a:r>
          </a:p>
          <a:p>
            <a:pPr>
              <a:defRPr/>
            </a:pPr>
            <a:r>
              <a:rPr lang="fr-FR" smtClean="0"/>
              <a:t>     And who showed the moon Where to hide till evening</a:t>
            </a:r>
          </a:p>
          <a:p>
            <a:pPr>
              <a:defRPr/>
            </a:pPr>
            <a:r>
              <a:rPr lang="fr-FR" smtClean="0"/>
              <a:t>4-  ET QUI PAR SA PAROLE PEUT SAISIR LES ÉTOILES ?</a:t>
            </a:r>
          </a:p>
          <a:p>
            <a:pPr>
              <a:defRPr/>
            </a:pPr>
            <a:r>
              <a:rPr lang="fr-FR" smtClean="0"/>
              <a:t>     Whose words alone can Catch a falling star</a:t>
            </a:r>
          </a:p>
          <a:p>
            <a:pPr>
              <a:defRPr/>
            </a:pPr>
            <a:r>
              <a:rPr lang="fr-FR" smtClean="0"/>
              <a:t> 
	5-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Well I know my Redeemer lives I know my Redeemer lives</a:t>
            </a:r>
          </a:p>
          <a:p>
            <a:pPr>
              <a:defRPr/>
            </a:pPr>
            <a:r>
              <a:rPr lang="fr-FR" smtClean="0"/>
              <a:t>	6-  TOUTE LA TERRE EN TÉMOIGNE SA VIE EN MOI LE PROCLAME</a:t>
            </a:r>
          </a:p>
          <a:p>
            <a:pPr>
              <a:defRPr/>
            </a:pPr>
            <a:r>
              <a:rPr lang="fr-FR" smtClean="0"/>
              <a:t>  	All of creation testifies This life within me cries</a:t>
            </a:r>
          </a:p>
          <a:p>
            <a:pPr>
              <a:defRPr/>
            </a:pPr>
            <a:r>
              <a:rPr lang="fr-FR" smtClean="0"/>
              <a:t> 	7-  JE LE SAIS, MON RÉDEMPTEUR VIT</a:t>
            </a:r>
          </a:p>
          <a:p>
            <a:pPr>
              <a:defRPr/>
            </a:pPr>
            <a:r>
              <a:rPr lang="fr-FR" smtClean="0"/>
              <a:t>     	I know my Redeemer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LE MÊME DIEU QUI A MIS LES ASTRES DANS LES CIEUX</a:t>
            </a:r>
          </a:p>
          <a:p>
            <a:pPr>
              <a:defRPr/>
            </a:pPr>
            <a:r>
              <a:rPr lang="fr-FR" smtClean="0"/>
              <a:t>     The very same God That spins things in orbit</a:t>
            </a:r>
          </a:p>
          <a:p>
            <a:pPr>
              <a:defRPr/>
            </a:pPr>
            <a:r>
              <a:rPr lang="fr-FR" smtClean="0"/>
              <a:t>9-  VOLE AU SECOURS DE CEUX QUI EN ONT BESOIN </a:t>
            </a:r>
          </a:p>
          <a:p>
            <a:pPr>
              <a:defRPr/>
            </a:pPr>
            <a:r>
              <a:rPr lang="fr-FR" smtClean="0"/>
              <a:t>      Runs to the weary The worn and the weak</a:t>
            </a:r>
          </a:p>
          <a:p>
            <a:pPr>
              <a:defRPr/>
            </a:pPr>
            <a:r>
              <a:rPr lang="fr-FR" smtClean="0"/>
              <a:t>10-  ET LA MÊME DOUCE MAIN QUI ME PORTE ET ME SOUTIENT</a:t>
            </a:r>
            <a:br>
              <a:rPr lang="fr-FR" smtClean="0"/>
            </a:br>
            <a:r>
              <a:rPr lang="fr-FR" smtClean="0"/>
              <a:t>      And the same gentle hand sThat hold me when I'm broken</a:t>
            </a:r>
          </a:p>
          <a:p>
            <a:pPr>
              <a:defRPr/>
            </a:pPr>
            <a:r>
              <a:rPr lang="fr-FR" smtClean="0"/>
              <a:t>11-  A VAINCU LA MORT ET BÉNI MES LENDEMAINS</a:t>
            </a:r>
          </a:p>
          <a:p>
            <a:pPr>
              <a:defRPr/>
            </a:pPr>
            <a:r>
              <a:rPr lang="fr-FR" smtClean="0"/>
              <a:t>       They conquer death to bring me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12-  ET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 Now I know my Redeemer lives I know my Redeemer lives</a:t>
            </a:r>
          </a:p>
          <a:p>
            <a:pPr>
              <a:defRPr/>
            </a:pPr>
            <a:r>
              <a:rPr lang="fr-FR" smtClean="0"/>
              <a:t>	13-  QUE TOUTE LA TERRE EN TÉMOIGNE QUE SA VIE EN MOI PROCLAME </a:t>
            </a:r>
          </a:p>
          <a:p>
            <a:pPr>
              <a:defRPr/>
            </a:pPr>
            <a:r>
              <a:rPr lang="fr-FR" smtClean="0"/>
              <a:t>  	Let all creation testify Let this life within me cry</a:t>
            </a:r>
          </a:p>
          <a:p>
            <a:pPr>
              <a:defRPr/>
            </a:pPr>
            <a:r>
              <a:rPr lang="fr-FR" smtClean="0"/>
              <a:t>	14-  JE LE SAIS, MON RÉDEMPTEUR </a:t>
            </a:r>
          </a:p>
          <a:p>
            <a:pPr>
              <a:defRPr/>
            </a:pPr>
            <a:r>
              <a:rPr lang="fr-FR" smtClean="0"/>
              <a:t>      	 I know my Redeemer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IL VIT POUR ÔTER MES FARDEAUX IL VIT, JE LE PROCLAMERAI </a:t>
            </a:r>
          </a:p>
          <a:p>
            <a:pPr>
              <a:defRPr/>
            </a:pPr>
            <a:r>
              <a:rPr lang="fr-FR" smtClean="0"/>
              <a:t>      He lives to take away my shame And He lives forever I'll proclaim</a:t>
            </a:r>
          </a:p>
          <a:p>
            <a:pPr>
              <a:defRPr/>
            </a:pPr>
            <a:r>
              <a:rPr lang="fr-FR" smtClean="0"/>
              <a:t>16-  IL VIT </a:t>
            </a:r>
          </a:p>
          <a:p>
            <a:pPr>
              <a:defRPr/>
            </a:pPr>
            <a:r>
              <a:rPr lang="fr-FR" smtClean="0"/>
              <a:t>       He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17-  LE PRIX DE MON PÉCHÉ DE SA VIE, IL L’A PAYÉ </a:t>
            </a:r>
          </a:p>
          <a:p>
            <a:pPr>
              <a:defRPr/>
            </a:pPr>
            <a:r>
              <a:rPr lang="fr-FR" smtClean="0"/>
              <a:t>       That the payment for my sin Was the precious life He gave</a:t>
            </a:r>
          </a:p>
          <a:p>
            <a:pPr>
              <a:defRPr/>
            </a:pPr>
            <a:r>
              <a:rPr lang="fr-FR" smtClean="0"/>
              <a:t>18-  MAIS AUJOURD’HUI IL VIT, IL EST RESSUSCITÉ</a:t>
            </a:r>
          </a:p>
          <a:p>
            <a:pPr>
              <a:defRPr/>
            </a:pPr>
            <a:r>
              <a:rPr lang="fr-FR" smtClean="0"/>
              <a:t>       But now He's alive and there's an empty grave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Fin :
19-  JE SAIS QUE JE SAIS QUE JE SAIS QUE JE SAIS… </a:t>
            </a:r>
          </a:p>
          <a:p>
            <a:pPr>
              <a:defRPr/>
            </a:pPr>
            <a:r>
              <a:rPr lang="fr-FR" smtClean="0"/>
              <a:t>       And I know my Redeemer, He lives I know my Redeemer lives</a:t>
            </a:r>
          </a:p>
          <a:p>
            <a:pPr>
              <a:defRPr/>
            </a:pPr>
            <a:r>
              <a:rPr lang="fr-FR" smtClean="0"/>
              <a:t>20-  ET PARCE QU’IL VIT JE PEUX FAIRE FACE À DEMAIN </a:t>
            </a:r>
          </a:p>
          <a:p>
            <a:pPr>
              <a:defRPr/>
            </a:pPr>
            <a:r>
              <a:rPr lang="fr-FR" smtClean="0"/>
              <a:t>      Let all creation testify Let this life within me cry</a:t>
            </a:r>
          </a:p>
          <a:p>
            <a:pPr>
              <a:defRPr/>
            </a:pPr>
            <a:r>
              <a:rPr lang="fr-FR" smtClean="0"/>
              <a:t>21-  IL VIT, IL VIT ET LE TOMBEAU EST VIDE </a:t>
            </a:r>
          </a:p>
          <a:p>
            <a:pPr>
              <a:defRPr/>
            </a:pPr>
            <a:r>
              <a:rPr lang="fr-FR" smtClean="0"/>
              <a:t>      He lives The tomb is empty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22-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 I know my Redeemer I know my Redeemer lives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JE LE SAIS, MON RÉDEMPTEUR VIT </a:t>
            </a:r>
          </a:p>
          <a:p>
            <a:pPr>
              <a:defRPr/>
            </a:pPr>
            <a:r>
              <a:rPr lang="fr-FR" smtClean="0"/>
              <a:t>      I know my Redeemer lives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QUI A DIT AU SOLEIL OÙ SE PLACER LE MATIN ?</a:t>
            </a:r>
          </a:p>
          <a:p>
            <a:pPr>
              <a:defRPr/>
            </a:pPr>
            <a:r>
              <a:rPr lang="fr-FR" smtClean="0"/>
              <a:t>    Who taught the sun Where to stand in the morning</a:t>
            </a:r>
          </a:p>
          <a:p>
            <a:pPr>
              <a:defRPr/>
            </a:pPr>
            <a:r>
              <a:rPr lang="fr-FR" smtClean="0"/>
              <a:t>2-  ET QUI A DIT AUX MERS : VOUS N’AVANCEREZ PAS PLUS LOIN ? </a:t>
            </a:r>
          </a:p>
          <a:p>
            <a:pPr>
              <a:defRPr/>
            </a:pPr>
            <a:r>
              <a:rPr lang="fr-FR" smtClean="0"/>
              <a:t>    And who told the ocean You can only come this far</a:t>
            </a:r>
          </a:p>
          <a:p>
            <a:pPr>
              <a:defRPr/>
            </a:pPr>
            <a:r>
              <a:rPr lang="fr-FR" smtClean="0"/>
              <a:t>3-  QUI A MONTRÉ À LA LUNE OÙ SE CACHER JUSQU’AU SOIR ?</a:t>
            </a:r>
          </a:p>
          <a:p>
            <a:pPr>
              <a:defRPr/>
            </a:pPr>
            <a:r>
              <a:rPr lang="fr-FR" smtClean="0"/>
              <a:t>     And who showed the moon Where to hide till evening</a:t>
            </a:r>
          </a:p>
          <a:p>
            <a:pPr>
              <a:defRPr/>
            </a:pPr>
            <a:r>
              <a:rPr lang="fr-FR" smtClean="0"/>
              <a:t>4-  ET QUI PAR SA PAROLE PEUT SAISIR LES ÉTOILES ?</a:t>
            </a:r>
          </a:p>
          <a:p>
            <a:pPr>
              <a:defRPr/>
            </a:pPr>
            <a:r>
              <a:rPr lang="fr-FR" smtClean="0"/>
              <a:t>     Whose words alone can Catch a falling star</a:t>
            </a:r>
          </a:p>
          <a:p>
            <a:pPr>
              <a:defRPr/>
            </a:pPr>
            <a:r>
              <a:rPr lang="fr-FR" smtClean="0"/>
              <a:t> 
	5-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Well I know my Redeemer lives I know my Redeemer lives</a:t>
            </a:r>
          </a:p>
          <a:p>
            <a:pPr>
              <a:defRPr/>
            </a:pPr>
            <a:r>
              <a:rPr lang="fr-FR" smtClean="0"/>
              <a:t>	6-  TOUTE LA TERRE EN TÉMOIGNE SA VIE EN MOI LE PROCLAME</a:t>
            </a:r>
          </a:p>
          <a:p>
            <a:pPr>
              <a:defRPr/>
            </a:pPr>
            <a:r>
              <a:rPr lang="fr-FR" smtClean="0"/>
              <a:t>  	All of creation testifies This life within me cries</a:t>
            </a:r>
          </a:p>
          <a:p>
            <a:pPr>
              <a:defRPr/>
            </a:pPr>
            <a:r>
              <a:rPr lang="fr-FR" smtClean="0"/>
              <a:t> 	7-  JE LE SAIS, MON RÉDEMPTEUR VIT</a:t>
            </a:r>
          </a:p>
          <a:p>
            <a:pPr>
              <a:defRPr/>
            </a:pPr>
            <a:r>
              <a:rPr lang="fr-FR" smtClean="0"/>
              <a:t>     	I know my Redeemer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LE MÊME DIEU QUI A MIS LES ASTRES DANS LES CIEUX</a:t>
            </a:r>
          </a:p>
          <a:p>
            <a:pPr>
              <a:defRPr/>
            </a:pPr>
            <a:r>
              <a:rPr lang="fr-FR" smtClean="0"/>
              <a:t>     The very same God That spins things in orbit</a:t>
            </a:r>
          </a:p>
          <a:p>
            <a:pPr>
              <a:defRPr/>
            </a:pPr>
            <a:r>
              <a:rPr lang="fr-FR" smtClean="0"/>
              <a:t>9-  VOLE AU SECOURS DE CEUX QUI EN ONT BESOIN </a:t>
            </a:r>
          </a:p>
          <a:p>
            <a:pPr>
              <a:defRPr/>
            </a:pPr>
            <a:r>
              <a:rPr lang="fr-FR" smtClean="0"/>
              <a:t>      Runs to the weary The worn and the weak</a:t>
            </a:r>
          </a:p>
          <a:p>
            <a:pPr>
              <a:defRPr/>
            </a:pPr>
            <a:r>
              <a:rPr lang="fr-FR" smtClean="0"/>
              <a:t>10-  ET LA MÊME DOUCE MAIN QUI ME PORTE ET ME SOUTIENT</a:t>
            </a:r>
            <a:br>
              <a:rPr lang="fr-FR" smtClean="0"/>
            </a:br>
            <a:r>
              <a:rPr lang="fr-FR" smtClean="0"/>
              <a:t>      And the same gentle hand sThat hold me when I'm broken</a:t>
            </a:r>
          </a:p>
          <a:p>
            <a:pPr>
              <a:defRPr/>
            </a:pPr>
            <a:r>
              <a:rPr lang="fr-FR" smtClean="0"/>
              <a:t>11-  A VAINCU LA MORT ET BÉNI MES LENDEMAINS</a:t>
            </a:r>
          </a:p>
          <a:p>
            <a:pPr>
              <a:defRPr/>
            </a:pPr>
            <a:r>
              <a:rPr lang="fr-FR" smtClean="0"/>
              <a:t>       They conquer death to bring me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12-  ET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 Now I know my Redeemer lives I know my Redeemer lives</a:t>
            </a:r>
          </a:p>
          <a:p>
            <a:pPr>
              <a:defRPr/>
            </a:pPr>
            <a:r>
              <a:rPr lang="fr-FR" smtClean="0"/>
              <a:t>	13-  QUE TOUTE LA TERRE EN TÉMOIGNE QUE SA VIE EN MOI PROCLAME </a:t>
            </a:r>
          </a:p>
          <a:p>
            <a:pPr>
              <a:defRPr/>
            </a:pPr>
            <a:r>
              <a:rPr lang="fr-FR" smtClean="0"/>
              <a:t>  	Let all creation testify Let this life within me cry</a:t>
            </a:r>
          </a:p>
          <a:p>
            <a:pPr>
              <a:defRPr/>
            </a:pPr>
            <a:r>
              <a:rPr lang="fr-FR" smtClean="0"/>
              <a:t>	14-  JE LE SAIS, MON RÉDEMPTEUR </a:t>
            </a:r>
          </a:p>
          <a:p>
            <a:pPr>
              <a:defRPr/>
            </a:pPr>
            <a:r>
              <a:rPr lang="fr-FR" smtClean="0"/>
              <a:t>      	 I know my Redeemer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IL VIT POUR ÔTER MES FARDEAUX IL VIT, JE LE PROCLAMERAI </a:t>
            </a:r>
          </a:p>
          <a:p>
            <a:pPr>
              <a:defRPr/>
            </a:pPr>
            <a:r>
              <a:rPr lang="fr-FR" smtClean="0"/>
              <a:t>      He lives to take away my shame And He lives forever I'll proclaim</a:t>
            </a:r>
          </a:p>
          <a:p>
            <a:pPr>
              <a:defRPr/>
            </a:pPr>
            <a:r>
              <a:rPr lang="fr-FR" smtClean="0"/>
              <a:t>16-  IL VIT </a:t>
            </a:r>
          </a:p>
          <a:p>
            <a:pPr>
              <a:defRPr/>
            </a:pPr>
            <a:r>
              <a:rPr lang="fr-FR" smtClean="0"/>
              <a:t>       He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17-  LE PRIX DE MON PÉCHÉ DE SA VIE, IL L’A PAYÉ </a:t>
            </a:r>
          </a:p>
          <a:p>
            <a:pPr>
              <a:defRPr/>
            </a:pPr>
            <a:r>
              <a:rPr lang="fr-FR" smtClean="0"/>
              <a:t>       That the payment for my sin Was the precious life He gave</a:t>
            </a:r>
          </a:p>
          <a:p>
            <a:pPr>
              <a:defRPr/>
            </a:pPr>
            <a:r>
              <a:rPr lang="fr-FR" smtClean="0"/>
              <a:t>18-  MAIS AUJOURD’HUI IL VIT, IL EST RESSUSCITÉ</a:t>
            </a:r>
          </a:p>
          <a:p>
            <a:pPr>
              <a:defRPr/>
            </a:pPr>
            <a:r>
              <a:rPr lang="fr-FR" smtClean="0"/>
              <a:t>       But now He's alive and there's an empty grave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Fin :
19-  JE SAIS QUE JE SAIS QUE JE SAIS QUE JE SAIS… </a:t>
            </a:r>
          </a:p>
          <a:p>
            <a:pPr>
              <a:defRPr/>
            </a:pPr>
            <a:r>
              <a:rPr lang="fr-FR" smtClean="0"/>
              <a:t>       And I know my Redeemer, He lives I know my Redeemer lives</a:t>
            </a:r>
          </a:p>
          <a:p>
            <a:pPr>
              <a:defRPr/>
            </a:pPr>
            <a:r>
              <a:rPr lang="fr-FR" smtClean="0"/>
              <a:t>20-  ET PARCE QU’IL VIT JE PEUX FAIRE FACE À DEMAIN </a:t>
            </a:r>
          </a:p>
          <a:p>
            <a:pPr>
              <a:defRPr/>
            </a:pPr>
            <a:r>
              <a:rPr lang="fr-FR" smtClean="0"/>
              <a:t>      Let all creation testify Let this life within me cry</a:t>
            </a:r>
          </a:p>
          <a:p>
            <a:pPr>
              <a:defRPr/>
            </a:pPr>
            <a:r>
              <a:rPr lang="fr-FR" smtClean="0"/>
              <a:t>21-  IL VIT, IL VIT ET LE TOMBEAU EST VIDE </a:t>
            </a:r>
          </a:p>
          <a:p>
            <a:pPr>
              <a:defRPr/>
            </a:pPr>
            <a:r>
              <a:rPr lang="fr-FR" smtClean="0"/>
              <a:t>      He lives The tomb is empty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22-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 I know my Redeemer I know my Redeemer lives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JE LE SAIS, MON RÉDEMPTEUR VIT </a:t>
            </a:r>
          </a:p>
          <a:p>
            <a:pPr>
              <a:defRPr/>
            </a:pPr>
            <a:r>
              <a:rPr lang="fr-FR" smtClean="0"/>
              <a:t>      I know my Redeemer lives</a:t>
            </a:r>
          </a:p>
          <a:p>
            <a:pPr>
              <a:defRPr/>
            </a:pPr>
            <a:endParaRPr lang="fr-FR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QUI A DIT AU SOLEIL OÙ SE PLACER LE MATIN ?</a:t>
            </a:r>
          </a:p>
          <a:p>
            <a:pPr>
              <a:defRPr/>
            </a:pPr>
            <a:r>
              <a:rPr lang="fr-FR" smtClean="0"/>
              <a:t>    Who taught the sun Where to stand in the morning</a:t>
            </a:r>
          </a:p>
          <a:p>
            <a:pPr>
              <a:defRPr/>
            </a:pPr>
            <a:r>
              <a:rPr lang="fr-FR" smtClean="0"/>
              <a:t>2-  ET QUI A DIT AUX MERS : VOUS N’AVANCEREZ PAS PLUS LOIN ? </a:t>
            </a:r>
          </a:p>
          <a:p>
            <a:pPr>
              <a:defRPr/>
            </a:pPr>
            <a:r>
              <a:rPr lang="fr-FR" smtClean="0"/>
              <a:t>    And who told the ocean You can only come this far</a:t>
            </a:r>
          </a:p>
          <a:p>
            <a:pPr>
              <a:defRPr/>
            </a:pPr>
            <a:r>
              <a:rPr lang="fr-FR" smtClean="0"/>
              <a:t>3-  QUI A MONTRÉ À LA LUNE OÙ SE CACHER JUSQU’AU SOIR ?</a:t>
            </a:r>
          </a:p>
          <a:p>
            <a:pPr>
              <a:defRPr/>
            </a:pPr>
            <a:r>
              <a:rPr lang="fr-FR" smtClean="0"/>
              <a:t>     And who showed the moon Where to hide till evening</a:t>
            </a:r>
          </a:p>
          <a:p>
            <a:pPr>
              <a:defRPr/>
            </a:pPr>
            <a:r>
              <a:rPr lang="fr-FR" smtClean="0"/>
              <a:t>4-  ET QUI PAR SA PAROLE PEUT SAISIR LES ÉTOILES ?</a:t>
            </a:r>
          </a:p>
          <a:p>
            <a:pPr>
              <a:defRPr/>
            </a:pPr>
            <a:r>
              <a:rPr lang="fr-FR" smtClean="0"/>
              <a:t>     Whose words alone can Catch a falling star</a:t>
            </a:r>
          </a:p>
          <a:p>
            <a:pPr>
              <a:defRPr/>
            </a:pPr>
            <a:r>
              <a:rPr lang="fr-FR" smtClean="0"/>
              <a:t> 
	5-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Well I know my Redeemer lives I know my Redeemer lives</a:t>
            </a:r>
          </a:p>
          <a:p>
            <a:pPr>
              <a:defRPr/>
            </a:pPr>
            <a:r>
              <a:rPr lang="fr-FR" smtClean="0"/>
              <a:t>	6-  TOUTE LA TERRE EN TÉMOIGNE SA VIE EN MOI LE PROCLAME</a:t>
            </a:r>
          </a:p>
          <a:p>
            <a:pPr>
              <a:defRPr/>
            </a:pPr>
            <a:r>
              <a:rPr lang="fr-FR" smtClean="0"/>
              <a:t>  	All of creation testifies This life within me cries</a:t>
            </a:r>
          </a:p>
          <a:p>
            <a:pPr>
              <a:defRPr/>
            </a:pPr>
            <a:r>
              <a:rPr lang="fr-FR" smtClean="0"/>
              <a:t> 	7-  JE LE SAIS, MON RÉDEMPTEUR VIT</a:t>
            </a:r>
          </a:p>
          <a:p>
            <a:pPr>
              <a:defRPr/>
            </a:pPr>
            <a:r>
              <a:rPr lang="fr-FR" smtClean="0"/>
              <a:t>     	I know my Redeemer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LE MÊME DIEU QUI A MIS LES ASTRES DANS LES CIEUX</a:t>
            </a:r>
          </a:p>
          <a:p>
            <a:pPr>
              <a:defRPr/>
            </a:pPr>
            <a:r>
              <a:rPr lang="fr-FR" smtClean="0"/>
              <a:t>     The very same God That spins things in orbit</a:t>
            </a:r>
          </a:p>
          <a:p>
            <a:pPr>
              <a:defRPr/>
            </a:pPr>
            <a:r>
              <a:rPr lang="fr-FR" smtClean="0"/>
              <a:t>9-  VOLE AU SECOURS DE CEUX QUI EN ONT BESOIN </a:t>
            </a:r>
          </a:p>
          <a:p>
            <a:pPr>
              <a:defRPr/>
            </a:pPr>
            <a:r>
              <a:rPr lang="fr-FR" smtClean="0"/>
              <a:t>      Runs to the weary The worn and the weak</a:t>
            </a:r>
          </a:p>
          <a:p>
            <a:pPr>
              <a:defRPr/>
            </a:pPr>
            <a:r>
              <a:rPr lang="fr-FR" smtClean="0"/>
              <a:t>10-  ET LA MÊME DOUCE MAIN QUI ME PORTE ET ME SOUTIENT</a:t>
            </a:r>
            <a:br>
              <a:rPr lang="fr-FR" smtClean="0"/>
            </a:br>
            <a:r>
              <a:rPr lang="fr-FR" smtClean="0"/>
              <a:t>      And the same gentle hand sThat hold me when I'm broken</a:t>
            </a:r>
          </a:p>
          <a:p>
            <a:pPr>
              <a:defRPr/>
            </a:pPr>
            <a:r>
              <a:rPr lang="fr-FR" smtClean="0"/>
              <a:t>11-  A VAINCU LA MORT ET BÉNI MES LENDEMAINS</a:t>
            </a:r>
          </a:p>
          <a:p>
            <a:pPr>
              <a:defRPr/>
            </a:pPr>
            <a:r>
              <a:rPr lang="fr-FR" smtClean="0"/>
              <a:t>       They conquer death to bring me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12-  ET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 Now I know my Redeemer lives I know my Redeemer lives</a:t>
            </a:r>
          </a:p>
          <a:p>
            <a:pPr>
              <a:defRPr/>
            </a:pPr>
            <a:r>
              <a:rPr lang="fr-FR" smtClean="0"/>
              <a:t>	13-  QUE TOUTE LA TERRE EN TÉMOIGNE QUE SA VIE EN MOI PROCLAME </a:t>
            </a:r>
          </a:p>
          <a:p>
            <a:pPr>
              <a:defRPr/>
            </a:pPr>
            <a:r>
              <a:rPr lang="fr-FR" smtClean="0"/>
              <a:t>  	Let all creation testify Let this life within me cry</a:t>
            </a:r>
          </a:p>
          <a:p>
            <a:pPr>
              <a:defRPr/>
            </a:pPr>
            <a:r>
              <a:rPr lang="fr-FR" smtClean="0"/>
              <a:t>	14-  JE LE SAIS, MON RÉDEMPTEUR </a:t>
            </a:r>
          </a:p>
          <a:p>
            <a:pPr>
              <a:defRPr/>
            </a:pPr>
            <a:r>
              <a:rPr lang="fr-FR" smtClean="0"/>
              <a:t>      	 I know my Redeemer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IL VIT POUR ÔTER MES FARDEAUX IL VIT, JE LE PROCLAMERAI </a:t>
            </a:r>
          </a:p>
          <a:p>
            <a:pPr>
              <a:defRPr/>
            </a:pPr>
            <a:r>
              <a:rPr lang="fr-FR" smtClean="0"/>
              <a:t>      He lives to take away my shame And He lives forever I'll proclaim</a:t>
            </a:r>
          </a:p>
          <a:p>
            <a:pPr>
              <a:defRPr/>
            </a:pPr>
            <a:r>
              <a:rPr lang="fr-FR" smtClean="0"/>
              <a:t>16-  IL VIT </a:t>
            </a:r>
          </a:p>
          <a:p>
            <a:pPr>
              <a:defRPr/>
            </a:pPr>
            <a:r>
              <a:rPr lang="fr-FR" smtClean="0"/>
              <a:t>       He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17-  LE PRIX DE MON PÉCHÉ DE SA VIE, IL L’A PAYÉ </a:t>
            </a:r>
          </a:p>
          <a:p>
            <a:pPr>
              <a:defRPr/>
            </a:pPr>
            <a:r>
              <a:rPr lang="fr-FR" smtClean="0"/>
              <a:t>       That the payment for my sin Was the precious life He gave</a:t>
            </a:r>
          </a:p>
          <a:p>
            <a:pPr>
              <a:defRPr/>
            </a:pPr>
            <a:r>
              <a:rPr lang="fr-FR" smtClean="0"/>
              <a:t>18-  MAIS AUJOURD’HUI IL VIT, IL EST RESSUSCITÉ</a:t>
            </a:r>
          </a:p>
          <a:p>
            <a:pPr>
              <a:defRPr/>
            </a:pPr>
            <a:r>
              <a:rPr lang="fr-FR" smtClean="0"/>
              <a:t>       But now He's alive and there's an empty grave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Fin :
19-  JE SAIS QUE JE SAIS QUE JE SAIS QUE JE SAIS… </a:t>
            </a:r>
          </a:p>
          <a:p>
            <a:pPr>
              <a:defRPr/>
            </a:pPr>
            <a:r>
              <a:rPr lang="fr-FR" smtClean="0"/>
              <a:t>       And I know my Redeemer, He lives I know my Redeemer lives</a:t>
            </a:r>
          </a:p>
          <a:p>
            <a:pPr>
              <a:defRPr/>
            </a:pPr>
            <a:r>
              <a:rPr lang="fr-FR" smtClean="0"/>
              <a:t>20-  ET PARCE QU’IL VIT JE PEUX FAIRE FACE À DEMAIN </a:t>
            </a:r>
          </a:p>
          <a:p>
            <a:pPr>
              <a:defRPr/>
            </a:pPr>
            <a:r>
              <a:rPr lang="fr-FR" smtClean="0"/>
              <a:t>      Let all creation testify Let this life within me cry</a:t>
            </a:r>
          </a:p>
          <a:p>
            <a:pPr>
              <a:defRPr/>
            </a:pPr>
            <a:r>
              <a:rPr lang="fr-FR" smtClean="0"/>
              <a:t>21-  IL VIT, IL VIT ET LE TOMBEAU EST VIDE </a:t>
            </a:r>
          </a:p>
          <a:p>
            <a:pPr>
              <a:defRPr/>
            </a:pPr>
            <a:r>
              <a:rPr lang="fr-FR" smtClean="0"/>
              <a:t>      He lives The tomb is empty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22-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 I know my Redeemer I know my Redeemer lives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JE LE SAIS, MON RÉDEMPTEUR VIT </a:t>
            </a:r>
          </a:p>
          <a:p>
            <a:pPr>
              <a:defRPr/>
            </a:pPr>
            <a:r>
              <a:rPr lang="fr-FR" smtClean="0"/>
              <a:t>      I know my Redeemer lives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QUI A DIT AU SOLEIL OÙ SE PLACER LE MATIN ?</a:t>
            </a:r>
          </a:p>
          <a:p>
            <a:pPr>
              <a:defRPr/>
            </a:pPr>
            <a:r>
              <a:rPr lang="fr-FR" smtClean="0"/>
              <a:t>    Who taught the sun Where to stand in the morning</a:t>
            </a:r>
          </a:p>
          <a:p>
            <a:pPr>
              <a:defRPr/>
            </a:pPr>
            <a:r>
              <a:rPr lang="fr-FR" smtClean="0"/>
              <a:t>2-  ET QUI A DIT AUX MERS : VOUS N’AVANCEREZ PAS PLUS LOIN ? </a:t>
            </a:r>
          </a:p>
          <a:p>
            <a:pPr>
              <a:defRPr/>
            </a:pPr>
            <a:r>
              <a:rPr lang="fr-FR" smtClean="0"/>
              <a:t>    And who told the ocean You can only come this far</a:t>
            </a:r>
          </a:p>
          <a:p>
            <a:pPr>
              <a:defRPr/>
            </a:pPr>
            <a:r>
              <a:rPr lang="fr-FR" smtClean="0"/>
              <a:t>3-  QUI A MONTRÉ À LA LUNE OÙ SE CACHER JUSQU’AU SOIR ?</a:t>
            </a:r>
          </a:p>
          <a:p>
            <a:pPr>
              <a:defRPr/>
            </a:pPr>
            <a:r>
              <a:rPr lang="fr-FR" smtClean="0"/>
              <a:t>     And who showed the moon Where to hide till evening</a:t>
            </a:r>
          </a:p>
          <a:p>
            <a:pPr>
              <a:defRPr/>
            </a:pPr>
            <a:r>
              <a:rPr lang="fr-FR" smtClean="0"/>
              <a:t>4-  ET QUI PAR SA PAROLE PEUT SAISIR LES ÉTOILES ?</a:t>
            </a:r>
          </a:p>
          <a:p>
            <a:pPr>
              <a:defRPr/>
            </a:pPr>
            <a:r>
              <a:rPr lang="fr-FR" smtClean="0"/>
              <a:t>     Whose words alone can Catch a falling star</a:t>
            </a:r>
          </a:p>
          <a:p>
            <a:pPr>
              <a:defRPr/>
            </a:pPr>
            <a:r>
              <a:rPr lang="fr-FR" smtClean="0"/>
              <a:t> 
	5-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Well I know my Redeemer lives I know my Redeemer lives</a:t>
            </a:r>
          </a:p>
          <a:p>
            <a:pPr>
              <a:defRPr/>
            </a:pPr>
            <a:r>
              <a:rPr lang="fr-FR" smtClean="0"/>
              <a:t>	6-  TOUTE LA TERRE EN TÉMOIGNE SA VIE EN MOI LE PROCLAME</a:t>
            </a:r>
          </a:p>
          <a:p>
            <a:pPr>
              <a:defRPr/>
            </a:pPr>
            <a:r>
              <a:rPr lang="fr-FR" smtClean="0"/>
              <a:t>  	All of creation testifies This life within me cries</a:t>
            </a:r>
          </a:p>
          <a:p>
            <a:pPr>
              <a:defRPr/>
            </a:pPr>
            <a:r>
              <a:rPr lang="fr-FR" smtClean="0"/>
              <a:t> 	7-  JE LE SAIS, MON RÉDEMPTEUR VIT</a:t>
            </a:r>
          </a:p>
          <a:p>
            <a:pPr>
              <a:defRPr/>
            </a:pPr>
            <a:r>
              <a:rPr lang="fr-FR" smtClean="0"/>
              <a:t>     	I know my Redeemer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LE MÊME DIEU QUI A MIS LES ASTRES DANS LES CIEUX</a:t>
            </a:r>
          </a:p>
          <a:p>
            <a:pPr>
              <a:defRPr/>
            </a:pPr>
            <a:r>
              <a:rPr lang="fr-FR" smtClean="0"/>
              <a:t>     The very same God That spins things in orbit</a:t>
            </a:r>
          </a:p>
          <a:p>
            <a:pPr>
              <a:defRPr/>
            </a:pPr>
            <a:r>
              <a:rPr lang="fr-FR" smtClean="0"/>
              <a:t>9-  VOLE AU SECOURS DE CEUX QUI EN ONT BESOIN </a:t>
            </a:r>
          </a:p>
          <a:p>
            <a:pPr>
              <a:defRPr/>
            </a:pPr>
            <a:r>
              <a:rPr lang="fr-FR" smtClean="0"/>
              <a:t>      Runs to the weary The worn and the weak</a:t>
            </a:r>
          </a:p>
          <a:p>
            <a:pPr>
              <a:defRPr/>
            </a:pPr>
            <a:r>
              <a:rPr lang="fr-FR" smtClean="0"/>
              <a:t>10-  ET LA MÊME DOUCE MAIN QUI ME PORTE ET ME SOUTIENT</a:t>
            </a:r>
            <a:br>
              <a:rPr lang="fr-FR" smtClean="0"/>
            </a:br>
            <a:r>
              <a:rPr lang="fr-FR" smtClean="0"/>
              <a:t>      And the same gentle hand sThat hold me when I'm broken</a:t>
            </a:r>
          </a:p>
          <a:p>
            <a:pPr>
              <a:defRPr/>
            </a:pPr>
            <a:r>
              <a:rPr lang="fr-FR" smtClean="0"/>
              <a:t>11-  A VAINCU LA MORT ET BÉNI MES LENDEMAINS</a:t>
            </a:r>
          </a:p>
          <a:p>
            <a:pPr>
              <a:defRPr/>
            </a:pPr>
            <a:r>
              <a:rPr lang="fr-FR" smtClean="0"/>
              <a:t>       They conquer death to bring me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12-  ET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 Now I know my Redeemer lives I know my Redeemer lives</a:t>
            </a:r>
          </a:p>
          <a:p>
            <a:pPr>
              <a:defRPr/>
            </a:pPr>
            <a:r>
              <a:rPr lang="fr-FR" smtClean="0"/>
              <a:t>	13-  QUE TOUTE LA TERRE EN TÉMOIGNE QUE SA VIE EN MOI PROCLAME </a:t>
            </a:r>
          </a:p>
          <a:p>
            <a:pPr>
              <a:defRPr/>
            </a:pPr>
            <a:r>
              <a:rPr lang="fr-FR" smtClean="0"/>
              <a:t>  	Let all creation testify Let this life within me cry</a:t>
            </a:r>
          </a:p>
          <a:p>
            <a:pPr>
              <a:defRPr/>
            </a:pPr>
            <a:r>
              <a:rPr lang="fr-FR" smtClean="0"/>
              <a:t>	14-  JE LE SAIS, MON RÉDEMPTEUR </a:t>
            </a:r>
          </a:p>
          <a:p>
            <a:pPr>
              <a:defRPr/>
            </a:pPr>
            <a:r>
              <a:rPr lang="fr-FR" smtClean="0"/>
              <a:t>      	 I know my Redeemer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IL VIT POUR ÔTER MES FARDEAUX IL VIT, JE LE PROCLAMERAI </a:t>
            </a:r>
          </a:p>
          <a:p>
            <a:pPr>
              <a:defRPr/>
            </a:pPr>
            <a:r>
              <a:rPr lang="fr-FR" smtClean="0"/>
              <a:t>      He lives to take away my shame And He lives forever I'll proclaim</a:t>
            </a:r>
          </a:p>
          <a:p>
            <a:pPr>
              <a:defRPr/>
            </a:pPr>
            <a:r>
              <a:rPr lang="fr-FR" smtClean="0"/>
              <a:t>16-  IL VIT </a:t>
            </a:r>
          </a:p>
          <a:p>
            <a:pPr>
              <a:defRPr/>
            </a:pPr>
            <a:r>
              <a:rPr lang="fr-FR" smtClean="0"/>
              <a:t>       He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17-  LE PRIX DE MON PÉCHÉ DE SA VIE, IL L’A PAYÉ </a:t>
            </a:r>
          </a:p>
          <a:p>
            <a:pPr>
              <a:defRPr/>
            </a:pPr>
            <a:r>
              <a:rPr lang="fr-FR" smtClean="0"/>
              <a:t>       That the payment for my sin Was the precious life He gave</a:t>
            </a:r>
          </a:p>
          <a:p>
            <a:pPr>
              <a:defRPr/>
            </a:pPr>
            <a:r>
              <a:rPr lang="fr-FR" smtClean="0"/>
              <a:t>18-  MAIS AUJOURD’HUI IL VIT, IL EST RESSUSCITÉ</a:t>
            </a:r>
          </a:p>
          <a:p>
            <a:pPr>
              <a:defRPr/>
            </a:pPr>
            <a:r>
              <a:rPr lang="fr-FR" smtClean="0"/>
              <a:t>       But now He's alive and there's an empty grave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Fin :
19-  JE SAIS QUE JE SAIS QUE JE SAIS QUE JE SAIS… </a:t>
            </a:r>
          </a:p>
          <a:p>
            <a:pPr>
              <a:defRPr/>
            </a:pPr>
            <a:r>
              <a:rPr lang="fr-FR" smtClean="0"/>
              <a:t>       And I know my Redeemer, He lives I know my Redeemer lives</a:t>
            </a:r>
          </a:p>
          <a:p>
            <a:pPr>
              <a:defRPr/>
            </a:pPr>
            <a:r>
              <a:rPr lang="fr-FR" smtClean="0"/>
              <a:t>20-  ET PARCE QU’IL VIT JE PEUX FAIRE FACE À DEMAIN </a:t>
            </a:r>
          </a:p>
          <a:p>
            <a:pPr>
              <a:defRPr/>
            </a:pPr>
            <a:r>
              <a:rPr lang="fr-FR" smtClean="0"/>
              <a:t>      Let all creation testify Let this life within me cry</a:t>
            </a:r>
          </a:p>
          <a:p>
            <a:pPr>
              <a:defRPr/>
            </a:pPr>
            <a:r>
              <a:rPr lang="fr-FR" smtClean="0"/>
              <a:t>21-  IL VIT, IL VIT ET LE TOMBEAU EST VIDE </a:t>
            </a:r>
          </a:p>
          <a:p>
            <a:pPr>
              <a:defRPr/>
            </a:pPr>
            <a:r>
              <a:rPr lang="fr-FR" smtClean="0"/>
              <a:t>      He lives The tomb is empty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22-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 I know my Redeemer I know my Redeemer lives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JE LE SAIS, MON RÉDEMPTEUR VIT </a:t>
            </a:r>
          </a:p>
          <a:p>
            <a:pPr>
              <a:defRPr/>
            </a:pPr>
            <a:r>
              <a:rPr lang="fr-FR" smtClean="0"/>
              <a:t>      I know my Redeemer lives</a:t>
            </a:r>
          </a:p>
          <a:p>
            <a:pPr>
              <a:defRPr/>
            </a:pPr>
            <a:endParaRPr lang="fr-FR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QUI A DIT AU SOLEIL OÙ SE PLACER LE MATIN ?</a:t>
            </a:r>
          </a:p>
          <a:p>
            <a:pPr>
              <a:defRPr/>
            </a:pPr>
            <a:r>
              <a:rPr lang="fr-FR" smtClean="0"/>
              <a:t>    Who taught the sun Where to stand in the morning</a:t>
            </a:r>
          </a:p>
          <a:p>
            <a:pPr>
              <a:defRPr/>
            </a:pPr>
            <a:r>
              <a:rPr lang="fr-FR" smtClean="0"/>
              <a:t>2-  ET QUI A DIT AUX MERS : VOUS N’AVANCEREZ PAS PLUS LOIN ? </a:t>
            </a:r>
          </a:p>
          <a:p>
            <a:pPr>
              <a:defRPr/>
            </a:pPr>
            <a:r>
              <a:rPr lang="fr-FR" smtClean="0"/>
              <a:t>    And who told the ocean You can only come this far</a:t>
            </a:r>
          </a:p>
          <a:p>
            <a:pPr>
              <a:defRPr/>
            </a:pPr>
            <a:r>
              <a:rPr lang="fr-FR" smtClean="0"/>
              <a:t>3-  QUI A MONTRÉ À LA LUNE OÙ SE CACHER JUSQU’AU SOIR ?</a:t>
            </a:r>
          </a:p>
          <a:p>
            <a:pPr>
              <a:defRPr/>
            </a:pPr>
            <a:r>
              <a:rPr lang="fr-FR" smtClean="0"/>
              <a:t>     And who showed the moon Where to hide till evening</a:t>
            </a:r>
          </a:p>
          <a:p>
            <a:pPr>
              <a:defRPr/>
            </a:pPr>
            <a:r>
              <a:rPr lang="fr-FR" smtClean="0"/>
              <a:t>4-  ET QUI PAR SA PAROLE PEUT SAISIR LES ÉTOILES ?</a:t>
            </a:r>
          </a:p>
          <a:p>
            <a:pPr>
              <a:defRPr/>
            </a:pPr>
            <a:r>
              <a:rPr lang="fr-FR" smtClean="0"/>
              <a:t>     Whose words alone can Catch a falling star</a:t>
            </a:r>
          </a:p>
          <a:p>
            <a:pPr>
              <a:defRPr/>
            </a:pPr>
            <a:r>
              <a:rPr lang="fr-FR" smtClean="0"/>
              <a:t> 
	5-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Well I know my Redeemer lives I know my Redeemer lives</a:t>
            </a:r>
          </a:p>
          <a:p>
            <a:pPr>
              <a:defRPr/>
            </a:pPr>
            <a:r>
              <a:rPr lang="fr-FR" smtClean="0"/>
              <a:t>	6-  TOUTE LA TERRE EN TÉMOIGNE SA VIE EN MOI LE PROCLAME</a:t>
            </a:r>
          </a:p>
          <a:p>
            <a:pPr>
              <a:defRPr/>
            </a:pPr>
            <a:r>
              <a:rPr lang="fr-FR" smtClean="0"/>
              <a:t>  	All of creation testifies This life within me cries</a:t>
            </a:r>
          </a:p>
          <a:p>
            <a:pPr>
              <a:defRPr/>
            </a:pPr>
            <a:r>
              <a:rPr lang="fr-FR" smtClean="0"/>
              <a:t> 	7-  JE LE SAIS, MON RÉDEMPTEUR VIT</a:t>
            </a:r>
          </a:p>
          <a:p>
            <a:pPr>
              <a:defRPr/>
            </a:pPr>
            <a:r>
              <a:rPr lang="fr-FR" smtClean="0"/>
              <a:t>     	I know my Redeemer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LE MÊME DIEU QUI A MIS LES ASTRES DANS LES CIEUX</a:t>
            </a:r>
          </a:p>
          <a:p>
            <a:pPr>
              <a:defRPr/>
            </a:pPr>
            <a:r>
              <a:rPr lang="fr-FR" smtClean="0"/>
              <a:t>     The very same God That spins things in orbit</a:t>
            </a:r>
          </a:p>
          <a:p>
            <a:pPr>
              <a:defRPr/>
            </a:pPr>
            <a:r>
              <a:rPr lang="fr-FR" smtClean="0"/>
              <a:t>9-  VOLE AU SECOURS DE CEUX QUI EN ONT BESOIN </a:t>
            </a:r>
          </a:p>
          <a:p>
            <a:pPr>
              <a:defRPr/>
            </a:pPr>
            <a:r>
              <a:rPr lang="fr-FR" smtClean="0"/>
              <a:t>      Runs to the weary The worn and the weak</a:t>
            </a:r>
          </a:p>
          <a:p>
            <a:pPr>
              <a:defRPr/>
            </a:pPr>
            <a:r>
              <a:rPr lang="fr-FR" smtClean="0"/>
              <a:t>10-  ET LA MÊME DOUCE MAIN QUI ME PORTE ET ME SOUTIENT</a:t>
            </a:r>
            <a:br>
              <a:rPr lang="fr-FR" smtClean="0"/>
            </a:br>
            <a:r>
              <a:rPr lang="fr-FR" smtClean="0"/>
              <a:t>      And the same gentle hand sThat hold me when I'm broken</a:t>
            </a:r>
          </a:p>
          <a:p>
            <a:pPr>
              <a:defRPr/>
            </a:pPr>
            <a:r>
              <a:rPr lang="fr-FR" smtClean="0"/>
              <a:t>11-  A VAINCU LA MORT ET BÉNI MES LENDEMAINS</a:t>
            </a:r>
          </a:p>
          <a:p>
            <a:pPr>
              <a:defRPr/>
            </a:pPr>
            <a:r>
              <a:rPr lang="fr-FR" smtClean="0"/>
              <a:t>       They conquer death to bring me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12-  ET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 Now I know my Redeemer lives I know my Redeemer lives</a:t>
            </a:r>
          </a:p>
          <a:p>
            <a:pPr>
              <a:defRPr/>
            </a:pPr>
            <a:r>
              <a:rPr lang="fr-FR" smtClean="0"/>
              <a:t>	13-  QUE TOUTE LA TERRE EN TÉMOIGNE QUE SA VIE EN MOI PROCLAME </a:t>
            </a:r>
          </a:p>
          <a:p>
            <a:pPr>
              <a:defRPr/>
            </a:pPr>
            <a:r>
              <a:rPr lang="fr-FR" smtClean="0"/>
              <a:t>  	Let all creation testify Let this life within me cry</a:t>
            </a:r>
          </a:p>
          <a:p>
            <a:pPr>
              <a:defRPr/>
            </a:pPr>
            <a:r>
              <a:rPr lang="fr-FR" smtClean="0"/>
              <a:t>	14-  JE LE SAIS, MON RÉDEMPTEUR </a:t>
            </a:r>
          </a:p>
          <a:p>
            <a:pPr>
              <a:defRPr/>
            </a:pPr>
            <a:r>
              <a:rPr lang="fr-FR" smtClean="0"/>
              <a:t>      	 I know my Redeemer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IL VIT POUR ÔTER MES FARDEAUX IL VIT, JE LE PROCLAMERAI </a:t>
            </a:r>
          </a:p>
          <a:p>
            <a:pPr>
              <a:defRPr/>
            </a:pPr>
            <a:r>
              <a:rPr lang="fr-FR" smtClean="0"/>
              <a:t>      He lives to take away my shame And He lives forever I'll proclaim</a:t>
            </a:r>
          </a:p>
          <a:p>
            <a:pPr>
              <a:defRPr/>
            </a:pPr>
            <a:r>
              <a:rPr lang="fr-FR" smtClean="0"/>
              <a:t>16-  IL VIT </a:t>
            </a:r>
          </a:p>
          <a:p>
            <a:pPr>
              <a:defRPr/>
            </a:pPr>
            <a:r>
              <a:rPr lang="fr-FR" smtClean="0"/>
              <a:t>       He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17-  LE PRIX DE MON PÉCHÉ DE SA VIE, IL L’A PAYÉ </a:t>
            </a:r>
          </a:p>
          <a:p>
            <a:pPr>
              <a:defRPr/>
            </a:pPr>
            <a:r>
              <a:rPr lang="fr-FR" smtClean="0"/>
              <a:t>       That the payment for my sin Was the precious life He gave</a:t>
            </a:r>
          </a:p>
          <a:p>
            <a:pPr>
              <a:defRPr/>
            </a:pPr>
            <a:r>
              <a:rPr lang="fr-FR" smtClean="0"/>
              <a:t>18-  MAIS AUJOURD’HUI IL VIT, IL EST RESSUSCITÉ</a:t>
            </a:r>
          </a:p>
          <a:p>
            <a:pPr>
              <a:defRPr/>
            </a:pPr>
            <a:r>
              <a:rPr lang="fr-FR" smtClean="0"/>
              <a:t>       But now He's alive and there's an empty grave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Fin :
19-  JE SAIS QUE JE SAIS QUE JE SAIS QUE JE SAIS… </a:t>
            </a:r>
          </a:p>
          <a:p>
            <a:pPr>
              <a:defRPr/>
            </a:pPr>
            <a:r>
              <a:rPr lang="fr-FR" smtClean="0"/>
              <a:t>       And I know my Redeemer, He lives I know my Redeemer lives</a:t>
            </a:r>
          </a:p>
          <a:p>
            <a:pPr>
              <a:defRPr/>
            </a:pPr>
            <a:r>
              <a:rPr lang="fr-FR" smtClean="0"/>
              <a:t>20-  ET PARCE QU’IL VIT JE PEUX FAIRE FACE À DEMAIN </a:t>
            </a:r>
          </a:p>
          <a:p>
            <a:pPr>
              <a:defRPr/>
            </a:pPr>
            <a:r>
              <a:rPr lang="fr-FR" smtClean="0"/>
              <a:t>      Let all creation testify Let this life within me cry</a:t>
            </a:r>
          </a:p>
          <a:p>
            <a:pPr>
              <a:defRPr/>
            </a:pPr>
            <a:r>
              <a:rPr lang="fr-FR" smtClean="0"/>
              <a:t>21-  IL VIT, IL VIT ET LE TOMBEAU EST VIDE </a:t>
            </a:r>
          </a:p>
          <a:p>
            <a:pPr>
              <a:defRPr/>
            </a:pPr>
            <a:r>
              <a:rPr lang="fr-FR" smtClean="0"/>
              <a:t>      He lives The tomb is empty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22-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 I know my Redeemer I know my Redeemer lives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JE LE SAIS, MON RÉDEMPTEUR VIT </a:t>
            </a:r>
          </a:p>
          <a:p>
            <a:pPr>
              <a:defRPr/>
            </a:pPr>
            <a:r>
              <a:rPr lang="fr-FR" smtClean="0"/>
              <a:t>      I know my Redeemer lives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QUI A DIT AU SOLEIL OÙ SE PLACER LE MATIN ?</a:t>
            </a:r>
          </a:p>
          <a:p>
            <a:pPr>
              <a:defRPr/>
            </a:pPr>
            <a:r>
              <a:rPr lang="fr-FR" smtClean="0"/>
              <a:t>    Who taught the sun Where to stand in the morning</a:t>
            </a:r>
          </a:p>
          <a:p>
            <a:pPr>
              <a:defRPr/>
            </a:pPr>
            <a:r>
              <a:rPr lang="fr-FR" smtClean="0"/>
              <a:t>2-  ET QUI A DIT AUX MERS : VOUS N’AVANCEREZ PAS PLUS LOIN ? </a:t>
            </a:r>
          </a:p>
          <a:p>
            <a:pPr>
              <a:defRPr/>
            </a:pPr>
            <a:r>
              <a:rPr lang="fr-FR" smtClean="0"/>
              <a:t>    And who told the ocean You can only come this far</a:t>
            </a:r>
          </a:p>
          <a:p>
            <a:pPr>
              <a:defRPr/>
            </a:pPr>
            <a:r>
              <a:rPr lang="fr-FR" smtClean="0"/>
              <a:t>3-  QUI A MONTRÉ À LA LUNE OÙ SE CACHER JUSQU’AU SOIR ?</a:t>
            </a:r>
          </a:p>
          <a:p>
            <a:pPr>
              <a:defRPr/>
            </a:pPr>
            <a:r>
              <a:rPr lang="fr-FR" smtClean="0"/>
              <a:t>     And who showed the moon Where to hide till evening</a:t>
            </a:r>
          </a:p>
          <a:p>
            <a:pPr>
              <a:defRPr/>
            </a:pPr>
            <a:r>
              <a:rPr lang="fr-FR" smtClean="0"/>
              <a:t>4-  ET QUI PAR SA PAROLE PEUT SAISIR LES ÉTOILES ?</a:t>
            </a:r>
          </a:p>
          <a:p>
            <a:pPr>
              <a:defRPr/>
            </a:pPr>
            <a:r>
              <a:rPr lang="fr-FR" smtClean="0"/>
              <a:t>     Whose words alone can Catch a falling star</a:t>
            </a:r>
          </a:p>
          <a:p>
            <a:pPr>
              <a:defRPr/>
            </a:pPr>
            <a:r>
              <a:rPr lang="fr-FR" smtClean="0"/>
              <a:t> 
	5-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Well I know my Redeemer lives I know my Redeemer lives</a:t>
            </a:r>
          </a:p>
          <a:p>
            <a:pPr>
              <a:defRPr/>
            </a:pPr>
            <a:r>
              <a:rPr lang="fr-FR" smtClean="0"/>
              <a:t>	6-  TOUTE LA TERRE EN TÉMOIGNE SA VIE EN MOI LE PROCLAME</a:t>
            </a:r>
          </a:p>
          <a:p>
            <a:pPr>
              <a:defRPr/>
            </a:pPr>
            <a:r>
              <a:rPr lang="fr-FR" smtClean="0"/>
              <a:t>  	All of creation testifies This life within me cries</a:t>
            </a:r>
          </a:p>
          <a:p>
            <a:pPr>
              <a:defRPr/>
            </a:pPr>
            <a:r>
              <a:rPr lang="fr-FR" smtClean="0"/>
              <a:t> 	7-  JE LE SAIS, MON RÉDEMPTEUR VIT</a:t>
            </a:r>
          </a:p>
          <a:p>
            <a:pPr>
              <a:defRPr/>
            </a:pPr>
            <a:r>
              <a:rPr lang="fr-FR" smtClean="0"/>
              <a:t>     	I know my Redeemer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LE MÊME DIEU QUI A MIS LES ASTRES DANS LES CIEUX</a:t>
            </a:r>
          </a:p>
          <a:p>
            <a:pPr>
              <a:defRPr/>
            </a:pPr>
            <a:r>
              <a:rPr lang="fr-FR" smtClean="0"/>
              <a:t>     The very same God That spins things in orbit</a:t>
            </a:r>
          </a:p>
          <a:p>
            <a:pPr>
              <a:defRPr/>
            </a:pPr>
            <a:r>
              <a:rPr lang="fr-FR" smtClean="0"/>
              <a:t>9-  VOLE AU SECOURS DE CEUX QUI EN ONT BESOIN </a:t>
            </a:r>
          </a:p>
          <a:p>
            <a:pPr>
              <a:defRPr/>
            </a:pPr>
            <a:r>
              <a:rPr lang="fr-FR" smtClean="0"/>
              <a:t>      Runs to the weary The worn and the weak</a:t>
            </a:r>
          </a:p>
          <a:p>
            <a:pPr>
              <a:defRPr/>
            </a:pPr>
            <a:r>
              <a:rPr lang="fr-FR" smtClean="0"/>
              <a:t>10-  ET LA MÊME DOUCE MAIN QUI ME PORTE ET ME SOUTIENT</a:t>
            </a:r>
            <a:br>
              <a:rPr lang="fr-FR" smtClean="0"/>
            </a:br>
            <a:r>
              <a:rPr lang="fr-FR" smtClean="0"/>
              <a:t>      And the same gentle hand sThat hold me when I'm broken</a:t>
            </a:r>
          </a:p>
          <a:p>
            <a:pPr>
              <a:defRPr/>
            </a:pPr>
            <a:r>
              <a:rPr lang="fr-FR" smtClean="0"/>
              <a:t>11-  A VAINCU LA MORT ET BÉNI MES LENDEMAINS</a:t>
            </a:r>
          </a:p>
          <a:p>
            <a:pPr>
              <a:defRPr/>
            </a:pPr>
            <a:r>
              <a:rPr lang="fr-FR" smtClean="0"/>
              <a:t>       They conquer death to bring me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12-  ET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 Now I know my Redeemer lives I know my Redeemer lives</a:t>
            </a:r>
          </a:p>
          <a:p>
            <a:pPr>
              <a:defRPr/>
            </a:pPr>
            <a:r>
              <a:rPr lang="fr-FR" smtClean="0"/>
              <a:t>	13-  QUE TOUTE LA TERRE EN TÉMOIGNE QUE SA VIE EN MOI PROCLAME </a:t>
            </a:r>
          </a:p>
          <a:p>
            <a:pPr>
              <a:defRPr/>
            </a:pPr>
            <a:r>
              <a:rPr lang="fr-FR" smtClean="0"/>
              <a:t>  	Let all creation testify Let this life within me cry</a:t>
            </a:r>
          </a:p>
          <a:p>
            <a:pPr>
              <a:defRPr/>
            </a:pPr>
            <a:r>
              <a:rPr lang="fr-FR" smtClean="0"/>
              <a:t>	14-  JE LE SAIS, MON RÉDEMPTEUR </a:t>
            </a:r>
          </a:p>
          <a:p>
            <a:pPr>
              <a:defRPr/>
            </a:pPr>
            <a:r>
              <a:rPr lang="fr-FR" smtClean="0"/>
              <a:t>      	 I know my Redeemer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IL VIT POUR ÔTER MES FARDEAUX IL VIT, JE LE PROCLAMERAI </a:t>
            </a:r>
          </a:p>
          <a:p>
            <a:pPr>
              <a:defRPr/>
            </a:pPr>
            <a:r>
              <a:rPr lang="fr-FR" smtClean="0"/>
              <a:t>      He lives to take away my shame And He lives forever I'll proclaim</a:t>
            </a:r>
          </a:p>
          <a:p>
            <a:pPr>
              <a:defRPr/>
            </a:pPr>
            <a:r>
              <a:rPr lang="fr-FR" smtClean="0"/>
              <a:t>16-  IL VIT </a:t>
            </a:r>
          </a:p>
          <a:p>
            <a:pPr>
              <a:defRPr/>
            </a:pPr>
            <a:r>
              <a:rPr lang="fr-FR" smtClean="0"/>
              <a:t>       He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17-  LE PRIX DE MON PÉCHÉ DE SA VIE, IL L’A PAYÉ </a:t>
            </a:r>
          </a:p>
          <a:p>
            <a:pPr>
              <a:defRPr/>
            </a:pPr>
            <a:r>
              <a:rPr lang="fr-FR" smtClean="0"/>
              <a:t>       That the payment for my sin Was the precious life He gave</a:t>
            </a:r>
          </a:p>
          <a:p>
            <a:pPr>
              <a:defRPr/>
            </a:pPr>
            <a:r>
              <a:rPr lang="fr-FR" smtClean="0"/>
              <a:t>18-  MAIS AUJOURD’HUI IL VIT, IL EST RESSUSCITÉ</a:t>
            </a:r>
          </a:p>
          <a:p>
            <a:pPr>
              <a:defRPr/>
            </a:pPr>
            <a:r>
              <a:rPr lang="fr-FR" smtClean="0"/>
              <a:t>       But now He's alive and there's an empty grave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Fin :
19-  JE SAIS QUE JE SAIS QUE JE SAIS QUE JE SAIS… </a:t>
            </a:r>
          </a:p>
          <a:p>
            <a:pPr>
              <a:defRPr/>
            </a:pPr>
            <a:r>
              <a:rPr lang="fr-FR" smtClean="0"/>
              <a:t>       And I know my Redeemer, He lives I know my Redeemer lives</a:t>
            </a:r>
          </a:p>
          <a:p>
            <a:pPr>
              <a:defRPr/>
            </a:pPr>
            <a:r>
              <a:rPr lang="fr-FR" smtClean="0"/>
              <a:t>20-  ET PARCE QU’IL VIT JE PEUX FAIRE FACE À DEMAIN </a:t>
            </a:r>
          </a:p>
          <a:p>
            <a:pPr>
              <a:defRPr/>
            </a:pPr>
            <a:r>
              <a:rPr lang="fr-FR" smtClean="0"/>
              <a:t>      Let all creation testify Let this life within me cry</a:t>
            </a:r>
          </a:p>
          <a:p>
            <a:pPr>
              <a:defRPr/>
            </a:pPr>
            <a:r>
              <a:rPr lang="fr-FR" smtClean="0"/>
              <a:t>21-  IL VIT, IL VIT ET LE TOMBEAU EST VIDE </a:t>
            </a:r>
          </a:p>
          <a:p>
            <a:pPr>
              <a:defRPr/>
            </a:pPr>
            <a:r>
              <a:rPr lang="fr-FR" smtClean="0"/>
              <a:t>      He lives The tomb is empty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22-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 I know my Redeemer I know my Redeemer lives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JE LE SAIS, MON RÉDEMPTEUR VIT </a:t>
            </a:r>
          </a:p>
          <a:p>
            <a:pPr>
              <a:defRPr/>
            </a:pPr>
            <a:r>
              <a:rPr lang="fr-FR" smtClean="0"/>
              <a:t>      I know my Redeemer lives</a:t>
            </a:r>
          </a:p>
          <a:p>
            <a:pPr>
              <a:defRPr/>
            </a:pPr>
            <a:endParaRPr lang="fr-FR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QUI A DIT AU SOLEIL OÙ SE PLACER LE MATIN ?</a:t>
            </a:r>
          </a:p>
          <a:p>
            <a:pPr>
              <a:defRPr/>
            </a:pPr>
            <a:r>
              <a:rPr lang="fr-FR" smtClean="0"/>
              <a:t>    Who taught the sun Where to stand in the morning</a:t>
            </a:r>
          </a:p>
          <a:p>
            <a:pPr>
              <a:defRPr/>
            </a:pPr>
            <a:r>
              <a:rPr lang="fr-FR" smtClean="0"/>
              <a:t>2-  ET QUI A DIT AUX MERS : VOUS N’AVANCEREZ PAS PLUS LOIN ? </a:t>
            </a:r>
          </a:p>
          <a:p>
            <a:pPr>
              <a:defRPr/>
            </a:pPr>
            <a:r>
              <a:rPr lang="fr-FR" smtClean="0"/>
              <a:t>    And who told the ocean You can only come this far</a:t>
            </a:r>
          </a:p>
          <a:p>
            <a:pPr>
              <a:defRPr/>
            </a:pPr>
            <a:r>
              <a:rPr lang="fr-FR" smtClean="0"/>
              <a:t>3-  QUI A MONTRÉ À LA LUNE OÙ SE CACHER JUSQU’AU SOIR ?</a:t>
            </a:r>
          </a:p>
          <a:p>
            <a:pPr>
              <a:defRPr/>
            </a:pPr>
            <a:r>
              <a:rPr lang="fr-FR" smtClean="0"/>
              <a:t>     And who showed the moon Where to hide till evening</a:t>
            </a:r>
          </a:p>
          <a:p>
            <a:pPr>
              <a:defRPr/>
            </a:pPr>
            <a:r>
              <a:rPr lang="fr-FR" smtClean="0"/>
              <a:t>4-  ET QUI PAR SA PAROLE PEUT SAISIR LES ÉTOILES ?</a:t>
            </a:r>
          </a:p>
          <a:p>
            <a:pPr>
              <a:defRPr/>
            </a:pPr>
            <a:r>
              <a:rPr lang="fr-FR" smtClean="0"/>
              <a:t>     Whose words alone can Catch a falling star</a:t>
            </a:r>
          </a:p>
          <a:p>
            <a:pPr>
              <a:defRPr/>
            </a:pPr>
            <a:r>
              <a:rPr lang="fr-FR" smtClean="0"/>
              <a:t> 
	5-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Well I know my Redeemer lives I know my Redeemer lives</a:t>
            </a:r>
          </a:p>
          <a:p>
            <a:pPr>
              <a:defRPr/>
            </a:pPr>
            <a:r>
              <a:rPr lang="fr-FR" smtClean="0"/>
              <a:t>	6-  TOUTE LA TERRE EN TÉMOIGNE SA VIE EN MOI LE PROCLAME</a:t>
            </a:r>
          </a:p>
          <a:p>
            <a:pPr>
              <a:defRPr/>
            </a:pPr>
            <a:r>
              <a:rPr lang="fr-FR" smtClean="0"/>
              <a:t>  	All of creation testifies This life within me cries</a:t>
            </a:r>
          </a:p>
          <a:p>
            <a:pPr>
              <a:defRPr/>
            </a:pPr>
            <a:r>
              <a:rPr lang="fr-FR" smtClean="0"/>
              <a:t> 	7-  JE LE SAIS, MON RÉDEMPTEUR VIT</a:t>
            </a:r>
          </a:p>
          <a:p>
            <a:pPr>
              <a:defRPr/>
            </a:pPr>
            <a:r>
              <a:rPr lang="fr-FR" smtClean="0"/>
              <a:t>     	I know my Redeemer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LE MÊME DIEU QUI A MIS LES ASTRES DANS LES CIEUX</a:t>
            </a:r>
          </a:p>
          <a:p>
            <a:pPr>
              <a:defRPr/>
            </a:pPr>
            <a:r>
              <a:rPr lang="fr-FR" smtClean="0"/>
              <a:t>     The very same God That spins things in orbit</a:t>
            </a:r>
          </a:p>
          <a:p>
            <a:pPr>
              <a:defRPr/>
            </a:pPr>
            <a:r>
              <a:rPr lang="fr-FR" smtClean="0"/>
              <a:t>9-  VOLE AU SECOURS DE CEUX QUI EN ONT BESOIN </a:t>
            </a:r>
          </a:p>
          <a:p>
            <a:pPr>
              <a:defRPr/>
            </a:pPr>
            <a:r>
              <a:rPr lang="fr-FR" smtClean="0"/>
              <a:t>      Runs to the weary The worn and the weak</a:t>
            </a:r>
          </a:p>
          <a:p>
            <a:pPr>
              <a:defRPr/>
            </a:pPr>
            <a:r>
              <a:rPr lang="fr-FR" smtClean="0"/>
              <a:t>10-  ET LA MÊME DOUCE MAIN QUI ME PORTE ET ME SOUTIENT</a:t>
            </a:r>
            <a:br>
              <a:rPr lang="fr-FR" smtClean="0"/>
            </a:br>
            <a:r>
              <a:rPr lang="fr-FR" smtClean="0"/>
              <a:t>      And the same gentle hand sThat hold me when I'm broken</a:t>
            </a:r>
          </a:p>
          <a:p>
            <a:pPr>
              <a:defRPr/>
            </a:pPr>
            <a:r>
              <a:rPr lang="fr-FR" smtClean="0"/>
              <a:t>11-  A VAINCU LA MORT ET BÉNI MES LENDEMAINS</a:t>
            </a:r>
          </a:p>
          <a:p>
            <a:pPr>
              <a:defRPr/>
            </a:pPr>
            <a:r>
              <a:rPr lang="fr-FR" smtClean="0"/>
              <a:t>       They conquer death to bring me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12-  ET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 Now I know my Redeemer lives I know my Redeemer lives</a:t>
            </a:r>
          </a:p>
          <a:p>
            <a:pPr>
              <a:defRPr/>
            </a:pPr>
            <a:r>
              <a:rPr lang="fr-FR" smtClean="0"/>
              <a:t>	13-  QUE TOUTE LA TERRE EN TÉMOIGNE QUE SA VIE EN MOI PROCLAME </a:t>
            </a:r>
          </a:p>
          <a:p>
            <a:pPr>
              <a:defRPr/>
            </a:pPr>
            <a:r>
              <a:rPr lang="fr-FR" smtClean="0"/>
              <a:t>  	Let all creation testify Let this life within me cry</a:t>
            </a:r>
          </a:p>
          <a:p>
            <a:pPr>
              <a:defRPr/>
            </a:pPr>
            <a:r>
              <a:rPr lang="fr-FR" smtClean="0"/>
              <a:t>	14-  JE LE SAIS, MON RÉDEMPTEUR </a:t>
            </a:r>
          </a:p>
          <a:p>
            <a:pPr>
              <a:defRPr/>
            </a:pPr>
            <a:r>
              <a:rPr lang="fr-FR" smtClean="0"/>
              <a:t>      	 I know my Redeemer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IL VIT POUR ÔTER MES FARDEAUX IL VIT, JE LE PROCLAMERAI </a:t>
            </a:r>
          </a:p>
          <a:p>
            <a:pPr>
              <a:defRPr/>
            </a:pPr>
            <a:r>
              <a:rPr lang="fr-FR" smtClean="0"/>
              <a:t>      He lives to take away my shame And He lives forever I'll proclaim</a:t>
            </a:r>
          </a:p>
          <a:p>
            <a:pPr>
              <a:defRPr/>
            </a:pPr>
            <a:r>
              <a:rPr lang="fr-FR" smtClean="0"/>
              <a:t>16-  IL VIT </a:t>
            </a:r>
          </a:p>
          <a:p>
            <a:pPr>
              <a:defRPr/>
            </a:pPr>
            <a:r>
              <a:rPr lang="fr-FR" smtClean="0"/>
              <a:t>       He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17-  LE PRIX DE MON PÉCHÉ DE SA VIE, IL L’A PAYÉ </a:t>
            </a:r>
          </a:p>
          <a:p>
            <a:pPr>
              <a:defRPr/>
            </a:pPr>
            <a:r>
              <a:rPr lang="fr-FR" smtClean="0"/>
              <a:t>       That the payment for my sin Was the precious life He gave</a:t>
            </a:r>
          </a:p>
          <a:p>
            <a:pPr>
              <a:defRPr/>
            </a:pPr>
            <a:r>
              <a:rPr lang="fr-FR" smtClean="0"/>
              <a:t>18-  MAIS AUJOURD’HUI IL VIT, IL EST RESSUSCITÉ</a:t>
            </a:r>
          </a:p>
          <a:p>
            <a:pPr>
              <a:defRPr/>
            </a:pPr>
            <a:r>
              <a:rPr lang="fr-FR" smtClean="0"/>
              <a:t>       But now He's alive and there's an empty grave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Fin :
19-  JE SAIS QUE JE SAIS QUE JE SAIS QUE JE SAIS… </a:t>
            </a:r>
          </a:p>
          <a:p>
            <a:pPr>
              <a:defRPr/>
            </a:pPr>
            <a:r>
              <a:rPr lang="fr-FR" smtClean="0"/>
              <a:t>       And I know my Redeemer, He lives I know my Redeemer lives</a:t>
            </a:r>
          </a:p>
          <a:p>
            <a:pPr>
              <a:defRPr/>
            </a:pPr>
            <a:r>
              <a:rPr lang="fr-FR" smtClean="0"/>
              <a:t>20-  ET PARCE QU’IL VIT JE PEUX FAIRE FACE À DEMAIN </a:t>
            </a:r>
          </a:p>
          <a:p>
            <a:pPr>
              <a:defRPr/>
            </a:pPr>
            <a:r>
              <a:rPr lang="fr-FR" smtClean="0"/>
              <a:t>      Let all creation testify Let this life within me cry</a:t>
            </a:r>
          </a:p>
          <a:p>
            <a:pPr>
              <a:defRPr/>
            </a:pPr>
            <a:r>
              <a:rPr lang="fr-FR" smtClean="0"/>
              <a:t>21-  IL VIT, IL VIT ET LE TOMBEAU EST VIDE </a:t>
            </a:r>
          </a:p>
          <a:p>
            <a:pPr>
              <a:defRPr/>
            </a:pPr>
            <a:r>
              <a:rPr lang="fr-FR" smtClean="0"/>
              <a:t>      He lives The tomb is empty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22-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 I know my Redeemer I know my Redeemer lives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JE LE SAIS, MON RÉDEMPTEUR VIT </a:t>
            </a:r>
          </a:p>
          <a:p>
            <a:pPr>
              <a:defRPr/>
            </a:pPr>
            <a:r>
              <a:rPr lang="fr-FR" smtClean="0"/>
              <a:t>      I know my Redeemer lives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QUI A DIT AU SOLEIL OÙ SE PLACER LE MATIN ?</a:t>
            </a:r>
          </a:p>
          <a:p>
            <a:pPr>
              <a:defRPr/>
            </a:pPr>
            <a:r>
              <a:rPr lang="fr-FR" smtClean="0"/>
              <a:t>    Who taught the sun Where to stand in the morning</a:t>
            </a:r>
          </a:p>
          <a:p>
            <a:pPr>
              <a:defRPr/>
            </a:pPr>
            <a:r>
              <a:rPr lang="fr-FR" smtClean="0"/>
              <a:t>2-  ET QUI A DIT AUX MERS : VOUS N’AVANCEREZ PAS PLUS LOIN ? </a:t>
            </a:r>
          </a:p>
          <a:p>
            <a:pPr>
              <a:defRPr/>
            </a:pPr>
            <a:r>
              <a:rPr lang="fr-FR" smtClean="0"/>
              <a:t>    And who told the ocean You can only come this far</a:t>
            </a:r>
          </a:p>
          <a:p>
            <a:pPr>
              <a:defRPr/>
            </a:pPr>
            <a:r>
              <a:rPr lang="fr-FR" smtClean="0"/>
              <a:t>3-  QUI A MONTRÉ À LA LUNE OÙ SE CACHER JUSQU’AU SOIR ?</a:t>
            </a:r>
          </a:p>
          <a:p>
            <a:pPr>
              <a:defRPr/>
            </a:pPr>
            <a:r>
              <a:rPr lang="fr-FR" smtClean="0"/>
              <a:t>     And who showed the moon Where to hide till evening</a:t>
            </a:r>
          </a:p>
          <a:p>
            <a:pPr>
              <a:defRPr/>
            </a:pPr>
            <a:r>
              <a:rPr lang="fr-FR" smtClean="0"/>
              <a:t>4-  ET QUI PAR SA PAROLE PEUT SAISIR LES ÉTOILES ?</a:t>
            </a:r>
          </a:p>
          <a:p>
            <a:pPr>
              <a:defRPr/>
            </a:pPr>
            <a:r>
              <a:rPr lang="fr-FR" smtClean="0"/>
              <a:t>     Whose words alone can Catch a falling star</a:t>
            </a:r>
          </a:p>
          <a:p>
            <a:pPr>
              <a:defRPr/>
            </a:pPr>
            <a:r>
              <a:rPr lang="fr-FR" smtClean="0"/>
              <a:t> 
	5-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Well I know my Redeemer lives I know my Redeemer lives</a:t>
            </a:r>
          </a:p>
          <a:p>
            <a:pPr>
              <a:defRPr/>
            </a:pPr>
            <a:r>
              <a:rPr lang="fr-FR" smtClean="0"/>
              <a:t>	6-  TOUTE LA TERRE EN TÉMOIGNE SA VIE EN MOI LE PROCLAME</a:t>
            </a:r>
          </a:p>
          <a:p>
            <a:pPr>
              <a:defRPr/>
            </a:pPr>
            <a:r>
              <a:rPr lang="fr-FR" smtClean="0"/>
              <a:t>  	All of creation testifies This life within me cries</a:t>
            </a:r>
          </a:p>
          <a:p>
            <a:pPr>
              <a:defRPr/>
            </a:pPr>
            <a:r>
              <a:rPr lang="fr-FR" smtClean="0"/>
              <a:t> 	7-  JE LE SAIS, MON RÉDEMPTEUR VIT</a:t>
            </a:r>
          </a:p>
          <a:p>
            <a:pPr>
              <a:defRPr/>
            </a:pPr>
            <a:r>
              <a:rPr lang="fr-FR" smtClean="0"/>
              <a:t>     	I know my Redeemer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LE MÊME DIEU QUI A MIS LES ASTRES DANS LES CIEUX</a:t>
            </a:r>
          </a:p>
          <a:p>
            <a:pPr>
              <a:defRPr/>
            </a:pPr>
            <a:r>
              <a:rPr lang="fr-FR" smtClean="0"/>
              <a:t>     The very same God That spins things in orbit</a:t>
            </a:r>
          </a:p>
          <a:p>
            <a:pPr>
              <a:defRPr/>
            </a:pPr>
            <a:r>
              <a:rPr lang="fr-FR" smtClean="0"/>
              <a:t>9-  VOLE AU SECOURS DE CEUX QUI EN ONT BESOIN </a:t>
            </a:r>
          </a:p>
          <a:p>
            <a:pPr>
              <a:defRPr/>
            </a:pPr>
            <a:r>
              <a:rPr lang="fr-FR" smtClean="0"/>
              <a:t>      Runs to the weary The worn and the weak</a:t>
            </a:r>
          </a:p>
          <a:p>
            <a:pPr>
              <a:defRPr/>
            </a:pPr>
            <a:r>
              <a:rPr lang="fr-FR" smtClean="0"/>
              <a:t>10-  ET LA MÊME DOUCE MAIN QUI ME PORTE ET ME SOUTIENT</a:t>
            </a:r>
            <a:br>
              <a:rPr lang="fr-FR" smtClean="0"/>
            </a:br>
            <a:r>
              <a:rPr lang="fr-FR" smtClean="0"/>
              <a:t>      And the same gentle hand sThat hold me when I'm broken</a:t>
            </a:r>
          </a:p>
          <a:p>
            <a:pPr>
              <a:defRPr/>
            </a:pPr>
            <a:r>
              <a:rPr lang="fr-FR" smtClean="0"/>
              <a:t>11-  A VAINCU LA MORT ET BÉNI MES LENDEMAINS</a:t>
            </a:r>
          </a:p>
          <a:p>
            <a:pPr>
              <a:defRPr/>
            </a:pPr>
            <a:r>
              <a:rPr lang="fr-FR" smtClean="0"/>
              <a:t>       They conquer death to bring me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12-  ET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 Now I know my Redeemer lives I know my Redeemer lives</a:t>
            </a:r>
          </a:p>
          <a:p>
            <a:pPr>
              <a:defRPr/>
            </a:pPr>
            <a:r>
              <a:rPr lang="fr-FR" smtClean="0"/>
              <a:t>	13-  QUE TOUTE LA TERRE EN TÉMOIGNE QUE SA VIE EN MOI PROCLAME </a:t>
            </a:r>
          </a:p>
          <a:p>
            <a:pPr>
              <a:defRPr/>
            </a:pPr>
            <a:r>
              <a:rPr lang="fr-FR" smtClean="0"/>
              <a:t>  	Let all creation testify Let this life within me cry</a:t>
            </a:r>
          </a:p>
          <a:p>
            <a:pPr>
              <a:defRPr/>
            </a:pPr>
            <a:r>
              <a:rPr lang="fr-FR" smtClean="0"/>
              <a:t>	14-  JE LE SAIS, MON RÉDEMPTEUR </a:t>
            </a:r>
          </a:p>
          <a:p>
            <a:pPr>
              <a:defRPr/>
            </a:pPr>
            <a:r>
              <a:rPr lang="fr-FR" smtClean="0"/>
              <a:t>      	 I know my Redeemer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IL VIT POUR ÔTER MES FARDEAUX IL VIT, JE LE PROCLAMERAI </a:t>
            </a:r>
          </a:p>
          <a:p>
            <a:pPr>
              <a:defRPr/>
            </a:pPr>
            <a:r>
              <a:rPr lang="fr-FR" smtClean="0"/>
              <a:t>      He lives to take away my shame And He lives forever I'll proclaim</a:t>
            </a:r>
          </a:p>
          <a:p>
            <a:pPr>
              <a:defRPr/>
            </a:pPr>
            <a:r>
              <a:rPr lang="fr-FR" smtClean="0"/>
              <a:t>16-  IL VIT </a:t>
            </a:r>
          </a:p>
          <a:p>
            <a:pPr>
              <a:defRPr/>
            </a:pPr>
            <a:r>
              <a:rPr lang="fr-FR" smtClean="0"/>
              <a:t>       He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17-  LE PRIX DE MON PÉCHÉ DE SA VIE, IL L’A PAYÉ </a:t>
            </a:r>
          </a:p>
          <a:p>
            <a:pPr>
              <a:defRPr/>
            </a:pPr>
            <a:r>
              <a:rPr lang="fr-FR" smtClean="0"/>
              <a:t>       That the payment for my sin Was the precious life He gave</a:t>
            </a:r>
          </a:p>
          <a:p>
            <a:pPr>
              <a:defRPr/>
            </a:pPr>
            <a:r>
              <a:rPr lang="fr-FR" smtClean="0"/>
              <a:t>18-  MAIS AUJOURD’HUI IL VIT, IL EST RESSUSCITÉ</a:t>
            </a:r>
          </a:p>
          <a:p>
            <a:pPr>
              <a:defRPr/>
            </a:pPr>
            <a:r>
              <a:rPr lang="fr-FR" smtClean="0"/>
              <a:t>       But now He's alive and there's an empty grave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Fin :
19-  JE SAIS QUE JE SAIS QUE JE SAIS QUE JE SAIS… </a:t>
            </a:r>
          </a:p>
          <a:p>
            <a:pPr>
              <a:defRPr/>
            </a:pPr>
            <a:r>
              <a:rPr lang="fr-FR" smtClean="0"/>
              <a:t>       And I know my Redeemer, He lives I know my Redeemer lives</a:t>
            </a:r>
          </a:p>
          <a:p>
            <a:pPr>
              <a:defRPr/>
            </a:pPr>
            <a:r>
              <a:rPr lang="fr-FR" smtClean="0"/>
              <a:t>20-  ET PARCE QU’IL VIT JE PEUX FAIRE FACE À DEMAIN </a:t>
            </a:r>
          </a:p>
          <a:p>
            <a:pPr>
              <a:defRPr/>
            </a:pPr>
            <a:r>
              <a:rPr lang="fr-FR" smtClean="0"/>
              <a:t>      Let all creation testify Let this life within me cry</a:t>
            </a:r>
          </a:p>
          <a:p>
            <a:pPr>
              <a:defRPr/>
            </a:pPr>
            <a:r>
              <a:rPr lang="fr-FR" smtClean="0"/>
              <a:t>21-  IL VIT, IL VIT ET LE TOMBEAU EST VIDE </a:t>
            </a:r>
          </a:p>
          <a:p>
            <a:pPr>
              <a:defRPr/>
            </a:pPr>
            <a:r>
              <a:rPr lang="fr-FR" smtClean="0"/>
              <a:t>      He lives The tomb is empty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22-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 I know my Redeemer I know my Redeemer lives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JE LE SAIS, MON RÉDEMPTEUR VIT </a:t>
            </a:r>
          </a:p>
          <a:p>
            <a:pPr>
              <a:defRPr/>
            </a:pPr>
            <a:r>
              <a:rPr lang="fr-FR" smtClean="0"/>
              <a:t>      I know my Redeemer lives</a:t>
            </a:r>
          </a:p>
          <a:p>
            <a:pPr>
              <a:defRPr/>
            </a:pPr>
            <a:endParaRPr lang="fr-FR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QUI A DIT AU SOLEIL OÙ SE PLACER LE MATIN ?</a:t>
            </a:r>
          </a:p>
          <a:p>
            <a:pPr>
              <a:defRPr/>
            </a:pPr>
            <a:r>
              <a:rPr lang="fr-FR" smtClean="0"/>
              <a:t>    Who taught the sun Where to stand in the morning</a:t>
            </a:r>
          </a:p>
          <a:p>
            <a:pPr>
              <a:defRPr/>
            </a:pPr>
            <a:r>
              <a:rPr lang="fr-FR" smtClean="0"/>
              <a:t>2-  ET QUI A DIT AUX MERS : VOUS N’AVANCEREZ PAS PLUS LOIN ? </a:t>
            </a:r>
          </a:p>
          <a:p>
            <a:pPr>
              <a:defRPr/>
            </a:pPr>
            <a:r>
              <a:rPr lang="fr-FR" smtClean="0"/>
              <a:t>    And who told the ocean You can only come this far</a:t>
            </a:r>
          </a:p>
          <a:p>
            <a:pPr>
              <a:defRPr/>
            </a:pPr>
            <a:r>
              <a:rPr lang="fr-FR" smtClean="0"/>
              <a:t>3-  QUI A MONTRÉ À LA LUNE OÙ SE CACHER JUSQU’AU SOIR ?</a:t>
            </a:r>
          </a:p>
          <a:p>
            <a:pPr>
              <a:defRPr/>
            </a:pPr>
            <a:r>
              <a:rPr lang="fr-FR" smtClean="0"/>
              <a:t>     And who showed the moon Where to hide till evening</a:t>
            </a:r>
          </a:p>
          <a:p>
            <a:pPr>
              <a:defRPr/>
            </a:pPr>
            <a:r>
              <a:rPr lang="fr-FR" smtClean="0"/>
              <a:t>4-  ET QUI PAR SA PAROLE PEUT SAISIR LES ÉTOILES ?</a:t>
            </a:r>
          </a:p>
          <a:p>
            <a:pPr>
              <a:defRPr/>
            </a:pPr>
            <a:r>
              <a:rPr lang="fr-FR" smtClean="0"/>
              <a:t>     Whose words alone can Catch a falling star</a:t>
            </a:r>
          </a:p>
          <a:p>
            <a:pPr>
              <a:defRPr/>
            </a:pPr>
            <a:r>
              <a:rPr lang="fr-FR" smtClean="0"/>
              <a:t> 
	5-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Well I know my Redeemer lives I know my Redeemer lives</a:t>
            </a:r>
          </a:p>
          <a:p>
            <a:pPr>
              <a:defRPr/>
            </a:pPr>
            <a:r>
              <a:rPr lang="fr-FR" smtClean="0"/>
              <a:t>	6-  TOUTE LA TERRE EN TÉMOIGNE SA VIE EN MOI LE PROCLAME</a:t>
            </a:r>
          </a:p>
          <a:p>
            <a:pPr>
              <a:defRPr/>
            </a:pPr>
            <a:r>
              <a:rPr lang="fr-FR" smtClean="0"/>
              <a:t>  	All of creation testifies This life within me cries</a:t>
            </a:r>
          </a:p>
          <a:p>
            <a:pPr>
              <a:defRPr/>
            </a:pPr>
            <a:r>
              <a:rPr lang="fr-FR" smtClean="0"/>
              <a:t> 	7-  JE LE SAIS, MON RÉDEMPTEUR VIT</a:t>
            </a:r>
          </a:p>
          <a:p>
            <a:pPr>
              <a:defRPr/>
            </a:pPr>
            <a:r>
              <a:rPr lang="fr-FR" smtClean="0"/>
              <a:t>     	I know my Redeemer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LE MÊME DIEU QUI A MIS LES ASTRES DANS LES CIEUX</a:t>
            </a:r>
          </a:p>
          <a:p>
            <a:pPr>
              <a:defRPr/>
            </a:pPr>
            <a:r>
              <a:rPr lang="fr-FR" smtClean="0"/>
              <a:t>     The very same God That spins things in orbit</a:t>
            </a:r>
          </a:p>
          <a:p>
            <a:pPr>
              <a:defRPr/>
            </a:pPr>
            <a:r>
              <a:rPr lang="fr-FR" smtClean="0"/>
              <a:t>9-  VOLE AU SECOURS DE CEUX QUI EN ONT BESOIN </a:t>
            </a:r>
          </a:p>
          <a:p>
            <a:pPr>
              <a:defRPr/>
            </a:pPr>
            <a:r>
              <a:rPr lang="fr-FR" smtClean="0"/>
              <a:t>      Runs to the weary The worn and the weak</a:t>
            </a:r>
          </a:p>
          <a:p>
            <a:pPr>
              <a:defRPr/>
            </a:pPr>
            <a:r>
              <a:rPr lang="fr-FR" smtClean="0"/>
              <a:t>10-  ET LA MÊME DOUCE MAIN QUI ME PORTE ET ME SOUTIENT</a:t>
            </a:r>
            <a:br>
              <a:rPr lang="fr-FR" smtClean="0"/>
            </a:br>
            <a:r>
              <a:rPr lang="fr-FR" smtClean="0"/>
              <a:t>      And the same gentle hand sThat hold me when I'm broken</a:t>
            </a:r>
          </a:p>
          <a:p>
            <a:pPr>
              <a:defRPr/>
            </a:pPr>
            <a:r>
              <a:rPr lang="fr-FR" smtClean="0"/>
              <a:t>11-  A VAINCU LA MORT ET BÉNI MES LENDEMAINS</a:t>
            </a:r>
          </a:p>
          <a:p>
            <a:pPr>
              <a:defRPr/>
            </a:pPr>
            <a:r>
              <a:rPr lang="fr-FR" smtClean="0"/>
              <a:t>       They conquer death to bring me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12-  ET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 Now I know my Redeemer lives I know my Redeemer lives</a:t>
            </a:r>
          </a:p>
          <a:p>
            <a:pPr>
              <a:defRPr/>
            </a:pPr>
            <a:r>
              <a:rPr lang="fr-FR" smtClean="0"/>
              <a:t>	13-  QUE TOUTE LA TERRE EN TÉMOIGNE QUE SA VIE EN MOI PROCLAME </a:t>
            </a:r>
          </a:p>
          <a:p>
            <a:pPr>
              <a:defRPr/>
            </a:pPr>
            <a:r>
              <a:rPr lang="fr-FR" smtClean="0"/>
              <a:t>  	Let all creation testify Let this life within me cry</a:t>
            </a:r>
          </a:p>
          <a:p>
            <a:pPr>
              <a:defRPr/>
            </a:pPr>
            <a:r>
              <a:rPr lang="fr-FR" smtClean="0"/>
              <a:t>	14-  JE LE SAIS, MON RÉDEMPTEUR </a:t>
            </a:r>
          </a:p>
          <a:p>
            <a:pPr>
              <a:defRPr/>
            </a:pPr>
            <a:r>
              <a:rPr lang="fr-FR" smtClean="0"/>
              <a:t>      	 I know my Redeemer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IL VIT POUR ÔTER MES FARDEAUX IL VIT, JE LE PROCLAMERAI </a:t>
            </a:r>
          </a:p>
          <a:p>
            <a:pPr>
              <a:defRPr/>
            </a:pPr>
            <a:r>
              <a:rPr lang="fr-FR" smtClean="0"/>
              <a:t>      He lives to take away my shame And He lives forever I'll proclaim</a:t>
            </a:r>
          </a:p>
          <a:p>
            <a:pPr>
              <a:defRPr/>
            </a:pPr>
            <a:r>
              <a:rPr lang="fr-FR" smtClean="0"/>
              <a:t>16-  IL VIT </a:t>
            </a:r>
          </a:p>
          <a:p>
            <a:pPr>
              <a:defRPr/>
            </a:pPr>
            <a:r>
              <a:rPr lang="fr-FR" smtClean="0"/>
              <a:t>       He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17-  LE PRIX DE MON PÉCHÉ DE SA VIE, IL L’A PAYÉ </a:t>
            </a:r>
          </a:p>
          <a:p>
            <a:pPr>
              <a:defRPr/>
            </a:pPr>
            <a:r>
              <a:rPr lang="fr-FR" smtClean="0"/>
              <a:t>       That the payment for my sin Was the precious life He gave</a:t>
            </a:r>
          </a:p>
          <a:p>
            <a:pPr>
              <a:defRPr/>
            </a:pPr>
            <a:r>
              <a:rPr lang="fr-FR" smtClean="0"/>
              <a:t>18-  MAIS AUJOURD’HUI IL VIT, IL EST RESSUSCITÉ</a:t>
            </a:r>
          </a:p>
          <a:p>
            <a:pPr>
              <a:defRPr/>
            </a:pPr>
            <a:r>
              <a:rPr lang="fr-FR" smtClean="0"/>
              <a:t>       But now He's alive and there's an empty grave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Fin :
19-  JE SAIS QUE JE SAIS QUE JE SAIS QUE JE SAIS… </a:t>
            </a:r>
          </a:p>
          <a:p>
            <a:pPr>
              <a:defRPr/>
            </a:pPr>
            <a:r>
              <a:rPr lang="fr-FR" smtClean="0"/>
              <a:t>       And I know my Redeemer, He lives I know my Redeemer lives</a:t>
            </a:r>
          </a:p>
          <a:p>
            <a:pPr>
              <a:defRPr/>
            </a:pPr>
            <a:r>
              <a:rPr lang="fr-FR" smtClean="0"/>
              <a:t>20-  ET PARCE QU’IL VIT JE PEUX FAIRE FACE À DEMAIN </a:t>
            </a:r>
          </a:p>
          <a:p>
            <a:pPr>
              <a:defRPr/>
            </a:pPr>
            <a:r>
              <a:rPr lang="fr-FR" smtClean="0"/>
              <a:t>      Let all creation testify Let this life within me cry</a:t>
            </a:r>
          </a:p>
          <a:p>
            <a:pPr>
              <a:defRPr/>
            </a:pPr>
            <a:r>
              <a:rPr lang="fr-FR" smtClean="0"/>
              <a:t>21-  IL VIT, IL VIT ET LE TOMBEAU EST VIDE </a:t>
            </a:r>
          </a:p>
          <a:p>
            <a:pPr>
              <a:defRPr/>
            </a:pPr>
            <a:r>
              <a:rPr lang="fr-FR" smtClean="0"/>
              <a:t>      He lives The tomb is empty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22-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 I know my Redeemer I know my Redeemer lives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JE LE SAIS, MON RÉDEMPTEUR VIT </a:t>
            </a:r>
          </a:p>
          <a:p>
            <a:pPr>
              <a:defRPr/>
            </a:pPr>
            <a:r>
              <a:rPr lang="fr-FR" smtClean="0"/>
              <a:t>      I know my Redeemer lives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QUI A DIT AU SOLEIL OÙ SE PLACER LE MATIN ?</a:t>
            </a:r>
          </a:p>
          <a:p>
            <a:pPr>
              <a:defRPr/>
            </a:pPr>
            <a:r>
              <a:rPr lang="fr-FR" smtClean="0"/>
              <a:t>    Who taught the sun Where to stand in the morning</a:t>
            </a:r>
          </a:p>
          <a:p>
            <a:pPr>
              <a:defRPr/>
            </a:pPr>
            <a:r>
              <a:rPr lang="fr-FR" smtClean="0"/>
              <a:t>2-  ET QUI A DIT AUX MERS : VOUS N’AVANCEREZ PAS PLUS LOIN ? </a:t>
            </a:r>
          </a:p>
          <a:p>
            <a:pPr>
              <a:defRPr/>
            </a:pPr>
            <a:r>
              <a:rPr lang="fr-FR" smtClean="0"/>
              <a:t>    And who told the ocean You can only come this far</a:t>
            </a:r>
          </a:p>
          <a:p>
            <a:pPr>
              <a:defRPr/>
            </a:pPr>
            <a:r>
              <a:rPr lang="fr-FR" smtClean="0"/>
              <a:t>3-  QUI A MONTRÉ À LA LUNE OÙ SE CACHER JUSQU’AU SOIR ?</a:t>
            </a:r>
          </a:p>
          <a:p>
            <a:pPr>
              <a:defRPr/>
            </a:pPr>
            <a:r>
              <a:rPr lang="fr-FR" smtClean="0"/>
              <a:t>     And who showed the moon Where to hide till evening</a:t>
            </a:r>
          </a:p>
          <a:p>
            <a:pPr>
              <a:defRPr/>
            </a:pPr>
            <a:r>
              <a:rPr lang="fr-FR" smtClean="0"/>
              <a:t>4-  ET QUI PAR SA PAROLE PEUT SAISIR LES ÉTOILES ?</a:t>
            </a:r>
          </a:p>
          <a:p>
            <a:pPr>
              <a:defRPr/>
            </a:pPr>
            <a:r>
              <a:rPr lang="fr-FR" smtClean="0"/>
              <a:t>     Whose words alone can Catch a falling star</a:t>
            </a:r>
          </a:p>
          <a:p>
            <a:pPr>
              <a:defRPr/>
            </a:pPr>
            <a:r>
              <a:rPr lang="fr-FR" smtClean="0"/>
              <a:t> 
	5-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Well I know my Redeemer lives I know my Redeemer lives</a:t>
            </a:r>
          </a:p>
          <a:p>
            <a:pPr>
              <a:defRPr/>
            </a:pPr>
            <a:r>
              <a:rPr lang="fr-FR" smtClean="0"/>
              <a:t>	6-  TOUTE LA TERRE EN TÉMOIGNE SA VIE EN MOI LE PROCLAME</a:t>
            </a:r>
          </a:p>
          <a:p>
            <a:pPr>
              <a:defRPr/>
            </a:pPr>
            <a:r>
              <a:rPr lang="fr-FR" smtClean="0"/>
              <a:t>  	All of creation testifies This life within me cries</a:t>
            </a:r>
          </a:p>
          <a:p>
            <a:pPr>
              <a:defRPr/>
            </a:pPr>
            <a:r>
              <a:rPr lang="fr-FR" smtClean="0"/>
              <a:t> 	7-  JE LE SAIS, MON RÉDEMPTEUR VIT</a:t>
            </a:r>
          </a:p>
          <a:p>
            <a:pPr>
              <a:defRPr/>
            </a:pPr>
            <a:r>
              <a:rPr lang="fr-FR" smtClean="0"/>
              <a:t>     	I know my Redeemer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LE MÊME DIEU QUI A MIS LES ASTRES DANS LES CIEUX</a:t>
            </a:r>
          </a:p>
          <a:p>
            <a:pPr>
              <a:defRPr/>
            </a:pPr>
            <a:r>
              <a:rPr lang="fr-FR" smtClean="0"/>
              <a:t>     The very same God That spins things in orbit</a:t>
            </a:r>
          </a:p>
          <a:p>
            <a:pPr>
              <a:defRPr/>
            </a:pPr>
            <a:r>
              <a:rPr lang="fr-FR" smtClean="0"/>
              <a:t>9-  VOLE AU SECOURS DE CEUX QUI EN ONT BESOIN </a:t>
            </a:r>
          </a:p>
          <a:p>
            <a:pPr>
              <a:defRPr/>
            </a:pPr>
            <a:r>
              <a:rPr lang="fr-FR" smtClean="0"/>
              <a:t>      Runs to the weary The worn and the weak</a:t>
            </a:r>
          </a:p>
          <a:p>
            <a:pPr>
              <a:defRPr/>
            </a:pPr>
            <a:r>
              <a:rPr lang="fr-FR" smtClean="0"/>
              <a:t>10-  ET LA MÊME DOUCE MAIN QUI ME PORTE ET ME SOUTIENT</a:t>
            </a:r>
            <a:br>
              <a:rPr lang="fr-FR" smtClean="0"/>
            </a:br>
            <a:r>
              <a:rPr lang="fr-FR" smtClean="0"/>
              <a:t>      And the same gentle hand sThat hold me when I'm broken</a:t>
            </a:r>
          </a:p>
          <a:p>
            <a:pPr>
              <a:defRPr/>
            </a:pPr>
            <a:r>
              <a:rPr lang="fr-FR" smtClean="0"/>
              <a:t>11-  A VAINCU LA MORT ET BÉNI MES LENDEMAINS</a:t>
            </a:r>
          </a:p>
          <a:p>
            <a:pPr>
              <a:defRPr/>
            </a:pPr>
            <a:r>
              <a:rPr lang="fr-FR" smtClean="0"/>
              <a:t>       They conquer death to bring me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12-  ET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 Now I know my Redeemer lives I know my Redeemer lives</a:t>
            </a:r>
          </a:p>
          <a:p>
            <a:pPr>
              <a:defRPr/>
            </a:pPr>
            <a:r>
              <a:rPr lang="fr-FR" smtClean="0"/>
              <a:t>	13-  QUE TOUTE LA TERRE EN TÉMOIGNE QUE SA VIE EN MOI PROCLAME </a:t>
            </a:r>
          </a:p>
          <a:p>
            <a:pPr>
              <a:defRPr/>
            </a:pPr>
            <a:r>
              <a:rPr lang="fr-FR" smtClean="0"/>
              <a:t>  	Let all creation testify Let this life within me cry</a:t>
            </a:r>
          </a:p>
          <a:p>
            <a:pPr>
              <a:defRPr/>
            </a:pPr>
            <a:r>
              <a:rPr lang="fr-FR" smtClean="0"/>
              <a:t>	14-  JE LE SAIS, MON RÉDEMPTEUR </a:t>
            </a:r>
          </a:p>
          <a:p>
            <a:pPr>
              <a:defRPr/>
            </a:pPr>
            <a:r>
              <a:rPr lang="fr-FR" smtClean="0"/>
              <a:t>      	 I know my Redeemer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IL VIT POUR ÔTER MES FARDEAUX IL VIT, JE LE PROCLAMERAI </a:t>
            </a:r>
          </a:p>
          <a:p>
            <a:pPr>
              <a:defRPr/>
            </a:pPr>
            <a:r>
              <a:rPr lang="fr-FR" smtClean="0"/>
              <a:t>      He lives to take away my shame And He lives forever I'll proclaim</a:t>
            </a:r>
          </a:p>
          <a:p>
            <a:pPr>
              <a:defRPr/>
            </a:pPr>
            <a:r>
              <a:rPr lang="fr-FR" smtClean="0"/>
              <a:t>16-  IL VIT </a:t>
            </a:r>
          </a:p>
          <a:p>
            <a:pPr>
              <a:defRPr/>
            </a:pPr>
            <a:r>
              <a:rPr lang="fr-FR" smtClean="0"/>
              <a:t>       He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17-  LE PRIX DE MON PÉCHÉ DE SA VIE, IL L’A PAYÉ </a:t>
            </a:r>
          </a:p>
          <a:p>
            <a:pPr>
              <a:defRPr/>
            </a:pPr>
            <a:r>
              <a:rPr lang="fr-FR" smtClean="0"/>
              <a:t>       That the payment for my sin Was the precious life He gave</a:t>
            </a:r>
          </a:p>
          <a:p>
            <a:pPr>
              <a:defRPr/>
            </a:pPr>
            <a:r>
              <a:rPr lang="fr-FR" smtClean="0"/>
              <a:t>18-  MAIS AUJOURD’HUI IL VIT, IL EST RESSUSCITÉ</a:t>
            </a:r>
          </a:p>
          <a:p>
            <a:pPr>
              <a:defRPr/>
            </a:pPr>
            <a:r>
              <a:rPr lang="fr-FR" smtClean="0"/>
              <a:t>       But now He's alive and there's an empty grave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Fin :
19-  JE SAIS QUE JE SAIS QUE JE SAIS QUE JE SAIS… </a:t>
            </a:r>
          </a:p>
          <a:p>
            <a:pPr>
              <a:defRPr/>
            </a:pPr>
            <a:r>
              <a:rPr lang="fr-FR" smtClean="0"/>
              <a:t>       And I know my Redeemer, He lives I know my Redeemer lives</a:t>
            </a:r>
          </a:p>
          <a:p>
            <a:pPr>
              <a:defRPr/>
            </a:pPr>
            <a:r>
              <a:rPr lang="fr-FR" smtClean="0"/>
              <a:t>20-  ET PARCE QU’IL VIT JE PEUX FAIRE FACE À DEMAIN </a:t>
            </a:r>
          </a:p>
          <a:p>
            <a:pPr>
              <a:defRPr/>
            </a:pPr>
            <a:r>
              <a:rPr lang="fr-FR" smtClean="0"/>
              <a:t>      Let all creation testify Let this life within me cry</a:t>
            </a:r>
          </a:p>
          <a:p>
            <a:pPr>
              <a:defRPr/>
            </a:pPr>
            <a:r>
              <a:rPr lang="fr-FR" smtClean="0"/>
              <a:t>21-  IL VIT, IL VIT ET LE TOMBEAU EST VIDE </a:t>
            </a:r>
          </a:p>
          <a:p>
            <a:pPr>
              <a:defRPr/>
            </a:pPr>
            <a:r>
              <a:rPr lang="fr-FR" smtClean="0"/>
              <a:t>      He lives The tomb is empty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22-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 I know my Redeemer I know my Redeemer lives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JE LE SAIS, MON RÉDEMPTEUR VIT </a:t>
            </a:r>
          </a:p>
          <a:p>
            <a:pPr>
              <a:defRPr/>
            </a:pPr>
            <a:r>
              <a:rPr lang="fr-FR" smtClean="0"/>
              <a:t>      I know my Redeemer lives</a:t>
            </a:r>
          </a:p>
          <a:p>
            <a:pPr>
              <a:defRPr/>
            </a:pPr>
            <a:endParaRPr lang="fr-FR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QUI A DIT AU SOLEIL OÙ SE PLACER LE MATIN ?</a:t>
            </a:r>
          </a:p>
          <a:p>
            <a:pPr>
              <a:defRPr/>
            </a:pPr>
            <a:r>
              <a:rPr lang="fr-FR" smtClean="0"/>
              <a:t>    Who taught the sun Where to stand in the morning</a:t>
            </a:r>
          </a:p>
          <a:p>
            <a:pPr>
              <a:defRPr/>
            </a:pPr>
            <a:r>
              <a:rPr lang="fr-FR" smtClean="0"/>
              <a:t>2-  ET QUI A DIT AUX MERS : VOUS N’AVANCEREZ PAS PLUS LOIN ? </a:t>
            </a:r>
          </a:p>
          <a:p>
            <a:pPr>
              <a:defRPr/>
            </a:pPr>
            <a:r>
              <a:rPr lang="fr-FR" smtClean="0"/>
              <a:t>    And who told the ocean You can only come this far</a:t>
            </a:r>
          </a:p>
          <a:p>
            <a:pPr>
              <a:defRPr/>
            </a:pPr>
            <a:r>
              <a:rPr lang="fr-FR" smtClean="0"/>
              <a:t>3-  QUI A MONTRÉ À LA LUNE OÙ SE CACHER JUSQU’AU SOIR ?</a:t>
            </a:r>
          </a:p>
          <a:p>
            <a:pPr>
              <a:defRPr/>
            </a:pPr>
            <a:r>
              <a:rPr lang="fr-FR" smtClean="0"/>
              <a:t>     And who showed the moon Where to hide till evening</a:t>
            </a:r>
          </a:p>
          <a:p>
            <a:pPr>
              <a:defRPr/>
            </a:pPr>
            <a:r>
              <a:rPr lang="fr-FR" smtClean="0"/>
              <a:t>4-  ET QUI PAR SA PAROLE PEUT SAISIR LES ÉTOILES ?</a:t>
            </a:r>
          </a:p>
          <a:p>
            <a:pPr>
              <a:defRPr/>
            </a:pPr>
            <a:r>
              <a:rPr lang="fr-FR" smtClean="0"/>
              <a:t>     Whose words alone can Catch a falling star</a:t>
            </a:r>
          </a:p>
          <a:p>
            <a:pPr>
              <a:defRPr/>
            </a:pPr>
            <a:r>
              <a:rPr lang="fr-FR" smtClean="0"/>
              <a:t> 
	5-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Well I know my Redeemer lives I know my Redeemer lives</a:t>
            </a:r>
          </a:p>
          <a:p>
            <a:pPr>
              <a:defRPr/>
            </a:pPr>
            <a:r>
              <a:rPr lang="fr-FR" smtClean="0"/>
              <a:t>	6-  TOUTE LA TERRE EN TÉMOIGNE SA VIE EN MOI LE PROCLAME</a:t>
            </a:r>
          </a:p>
          <a:p>
            <a:pPr>
              <a:defRPr/>
            </a:pPr>
            <a:r>
              <a:rPr lang="fr-FR" smtClean="0"/>
              <a:t>  	All of creation testifies This life within me cries</a:t>
            </a:r>
          </a:p>
          <a:p>
            <a:pPr>
              <a:defRPr/>
            </a:pPr>
            <a:r>
              <a:rPr lang="fr-FR" smtClean="0"/>
              <a:t> 	7-  JE LE SAIS, MON RÉDEMPTEUR VIT</a:t>
            </a:r>
          </a:p>
          <a:p>
            <a:pPr>
              <a:defRPr/>
            </a:pPr>
            <a:r>
              <a:rPr lang="fr-FR" smtClean="0"/>
              <a:t>     	I know my Redeemer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LE MÊME DIEU QUI A MIS LES ASTRES DANS LES CIEUX</a:t>
            </a:r>
          </a:p>
          <a:p>
            <a:pPr>
              <a:defRPr/>
            </a:pPr>
            <a:r>
              <a:rPr lang="fr-FR" smtClean="0"/>
              <a:t>     The very same God That spins things in orbit</a:t>
            </a:r>
          </a:p>
          <a:p>
            <a:pPr>
              <a:defRPr/>
            </a:pPr>
            <a:r>
              <a:rPr lang="fr-FR" smtClean="0"/>
              <a:t>9-  VOLE AU SECOURS DE CEUX QUI EN ONT BESOIN </a:t>
            </a:r>
          </a:p>
          <a:p>
            <a:pPr>
              <a:defRPr/>
            </a:pPr>
            <a:r>
              <a:rPr lang="fr-FR" smtClean="0"/>
              <a:t>      Runs to the weary The worn and the weak</a:t>
            </a:r>
          </a:p>
          <a:p>
            <a:pPr>
              <a:defRPr/>
            </a:pPr>
            <a:r>
              <a:rPr lang="fr-FR" smtClean="0"/>
              <a:t>10-  ET LA MÊME DOUCE MAIN QUI ME PORTE ET ME SOUTIENT</a:t>
            </a:r>
            <a:br>
              <a:rPr lang="fr-FR" smtClean="0"/>
            </a:br>
            <a:r>
              <a:rPr lang="fr-FR" smtClean="0"/>
              <a:t>      And the same gentle hand sThat hold me when I'm broken</a:t>
            </a:r>
          </a:p>
          <a:p>
            <a:pPr>
              <a:defRPr/>
            </a:pPr>
            <a:r>
              <a:rPr lang="fr-FR" smtClean="0"/>
              <a:t>11-  A VAINCU LA MORT ET BÉNI MES LENDEMAINS</a:t>
            </a:r>
          </a:p>
          <a:p>
            <a:pPr>
              <a:defRPr/>
            </a:pPr>
            <a:r>
              <a:rPr lang="fr-FR" smtClean="0"/>
              <a:t>       They conquer death to bring me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12-  ET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 Now I know my Redeemer lives I know my Redeemer lives</a:t>
            </a:r>
          </a:p>
          <a:p>
            <a:pPr>
              <a:defRPr/>
            </a:pPr>
            <a:r>
              <a:rPr lang="fr-FR" smtClean="0"/>
              <a:t>	13-  QUE TOUTE LA TERRE EN TÉMOIGNE QUE SA VIE EN MOI PROCLAME </a:t>
            </a:r>
          </a:p>
          <a:p>
            <a:pPr>
              <a:defRPr/>
            </a:pPr>
            <a:r>
              <a:rPr lang="fr-FR" smtClean="0"/>
              <a:t>  	Let all creation testify Let this life within me cry</a:t>
            </a:r>
          </a:p>
          <a:p>
            <a:pPr>
              <a:defRPr/>
            </a:pPr>
            <a:r>
              <a:rPr lang="fr-FR" smtClean="0"/>
              <a:t>	14-  JE LE SAIS, MON RÉDEMPTEUR </a:t>
            </a:r>
          </a:p>
          <a:p>
            <a:pPr>
              <a:defRPr/>
            </a:pPr>
            <a:r>
              <a:rPr lang="fr-FR" smtClean="0"/>
              <a:t>      	 I know my Redeemer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IL VIT POUR ÔTER MES FARDEAUX IL VIT, JE LE PROCLAMERAI </a:t>
            </a:r>
          </a:p>
          <a:p>
            <a:pPr>
              <a:defRPr/>
            </a:pPr>
            <a:r>
              <a:rPr lang="fr-FR" smtClean="0"/>
              <a:t>      He lives to take away my shame And He lives forever I'll proclaim</a:t>
            </a:r>
          </a:p>
          <a:p>
            <a:pPr>
              <a:defRPr/>
            </a:pPr>
            <a:r>
              <a:rPr lang="fr-FR" smtClean="0"/>
              <a:t>16-  IL VIT </a:t>
            </a:r>
          </a:p>
          <a:p>
            <a:pPr>
              <a:defRPr/>
            </a:pPr>
            <a:r>
              <a:rPr lang="fr-FR" smtClean="0"/>
              <a:t>       He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17-  LE PRIX DE MON PÉCHÉ DE SA VIE, IL L’A PAYÉ </a:t>
            </a:r>
          </a:p>
          <a:p>
            <a:pPr>
              <a:defRPr/>
            </a:pPr>
            <a:r>
              <a:rPr lang="fr-FR" smtClean="0"/>
              <a:t>       That the payment for my sin Was the precious life He gave</a:t>
            </a:r>
          </a:p>
          <a:p>
            <a:pPr>
              <a:defRPr/>
            </a:pPr>
            <a:r>
              <a:rPr lang="fr-FR" smtClean="0"/>
              <a:t>18-  MAIS AUJOURD’HUI IL VIT, IL EST RESSUSCITÉ</a:t>
            </a:r>
          </a:p>
          <a:p>
            <a:pPr>
              <a:defRPr/>
            </a:pPr>
            <a:r>
              <a:rPr lang="fr-FR" smtClean="0"/>
              <a:t>       But now He's alive and there's an empty grave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Fin :
19-  JE SAIS QUE JE SAIS QUE JE SAIS QUE JE SAIS… </a:t>
            </a:r>
          </a:p>
          <a:p>
            <a:pPr>
              <a:defRPr/>
            </a:pPr>
            <a:r>
              <a:rPr lang="fr-FR" smtClean="0"/>
              <a:t>       And I know my Redeemer, He lives I know my Redeemer lives</a:t>
            </a:r>
          </a:p>
          <a:p>
            <a:pPr>
              <a:defRPr/>
            </a:pPr>
            <a:r>
              <a:rPr lang="fr-FR" smtClean="0"/>
              <a:t>20-  ET PARCE QU’IL VIT JE PEUX FAIRE FACE À DEMAIN </a:t>
            </a:r>
          </a:p>
          <a:p>
            <a:pPr>
              <a:defRPr/>
            </a:pPr>
            <a:r>
              <a:rPr lang="fr-FR" smtClean="0"/>
              <a:t>      Let all creation testify Let this life within me cry</a:t>
            </a:r>
          </a:p>
          <a:p>
            <a:pPr>
              <a:defRPr/>
            </a:pPr>
            <a:r>
              <a:rPr lang="fr-FR" smtClean="0"/>
              <a:t>21-  IL VIT, IL VIT ET LE TOMBEAU EST VIDE </a:t>
            </a:r>
          </a:p>
          <a:p>
            <a:pPr>
              <a:defRPr/>
            </a:pPr>
            <a:r>
              <a:rPr lang="fr-FR" smtClean="0"/>
              <a:t>      He lives The tomb is empty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22-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 I know my Redeemer I know my Redeemer lives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JE LE SAIS, MON RÉDEMPTEUR VIT </a:t>
            </a:r>
          </a:p>
          <a:p>
            <a:pPr>
              <a:defRPr/>
            </a:pPr>
            <a:r>
              <a:rPr lang="fr-FR" smtClean="0"/>
              <a:t>      I know my Redeemer lives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QUI A DIT AU SOLEIL OÙ SE PLACER LE MATIN ?</a:t>
            </a:r>
          </a:p>
          <a:p>
            <a:pPr>
              <a:defRPr/>
            </a:pPr>
            <a:r>
              <a:rPr lang="fr-FR" smtClean="0"/>
              <a:t>    Who taught the sun Where to stand in the morning</a:t>
            </a:r>
          </a:p>
          <a:p>
            <a:pPr>
              <a:defRPr/>
            </a:pPr>
            <a:r>
              <a:rPr lang="fr-FR" smtClean="0"/>
              <a:t>2-  ET QUI A DIT AUX MERS : VOUS N’AVANCEREZ PAS PLUS LOIN ? </a:t>
            </a:r>
          </a:p>
          <a:p>
            <a:pPr>
              <a:defRPr/>
            </a:pPr>
            <a:r>
              <a:rPr lang="fr-FR" smtClean="0"/>
              <a:t>    And who told the ocean You can only come this far</a:t>
            </a:r>
          </a:p>
          <a:p>
            <a:pPr>
              <a:defRPr/>
            </a:pPr>
            <a:r>
              <a:rPr lang="fr-FR" smtClean="0"/>
              <a:t>3-  QUI A MONTRÉ À LA LUNE OÙ SE CACHER JUSQU’AU SOIR ?</a:t>
            </a:r>
          </a:p>
          <a:p>
            <a:pPr>
              <a:defRPr/>
            </a:pPr>
            <a:r>
              <a:rPr lang="fr-FR" smtClean="0"/>
              <a:t>     And who showed the moon Where to hide till evening</a:t>
            </a:r>
          </a:p>
          <a:p>
            <a:pPr>
              <a:defRPr/>
            </a:pPr>
            <a:r>
              <a:rPr lang="fr-FR" smtClean="0"/>
              <a:t>4-  ET QUI PAR SA PAROLE PEUT SAISIR LES ÉTOILES ?</a:t>
            </a:r>
          </a:p>
          <a:p>
            <a:pPr>
              <a:defRPr/>
            </a:pPr>
            <a:r>
              <a:rPr lang="fr-FR" smtClean="0"/>
              <a:t>     Whose words alone can Catch a falling star</a:t>
            </a:r>
          </a:p>
          <a:p>
            <a:pPr>
              <a:defRPr/>
            </a:pPr>
            <a:r>
              <a:rPr lang="fr-FR" smtClean="0"/>
              <a:t> 
	5-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Well I know my Redeemer lives I know my Redeemer lives</a:t>
            </a:r>
          </a:p>
          <a:p>
            <a:pPr>
              <a:defRPr/>
            </a:pPr>
            <a:r>
              <a:rPr lang="fr-FR" smtClean="0"/>
              <a:t>	6-  TOUTE LA TERRE EN TÉMOIGNE SA VIE EN MOI LE PROCLAME</a:t>
            </a:r>
          </a:p>
          <a:p>
            <a:pPr>
              <a:defRPr/>
            </a:pPr>
            <a:r>
              <a:rPr lang="fr-FR" smtClean="0"/>
              <a:t>  	All of creation testifies This life within me cries</a:t>
            </a:r>
          </a:p>
          <a:p>
            <a:pPr>
              <a:defRPr/>
            </a:pPr>
            <a:r>
              <a:rPr lang="fr-FR" smtClean="0"/>
              <a:t> 	7-  JE LE SAIS, MON RÉDEMPTEUR VIT</a:t>
            </a:r>
          </a:p>
          <a:p>
            <a:pPr>
              <a:defRPr/>
            </a:pPr>
            <a:r>
              <a:rPr lang="fr-FR" smtClean="0"/>
              <a:t>     	I know my Redeemer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LE MÊME DIEU QUI A MIS LES ASTRES DANS LES CIEUX</a:t>
            </a:r>
          </a:p>
          <a:p>
            <a:pPr>
              <a:defRPr/>
            </a:pPr>
            <a:r>
              <a:rPr lang="fr-FR" smtClean="0"/>
              <a:t>     The very same God That spins things in orbit</a:t>
            </a:r>
          </a:p>
          <a:p>
            <a:pPr>
              <a:defRPr/>
            </a:pPr>
            <a:r>
              <a:rPr lang="fr-FR" smtClean="0"/>
              <a:t>9-  VOLE AU SECOURS DE CEUX QUI EN ONT BESOIN </a:t>
            </a:r>
          </a:p>
          <a:p>
            <a:pPr>
              <a:defRPr/>
            </a:pPr>
            <a:r>
              <a:rPr lang="fr-FR" smtClean="0"/>
              <a:t>      Runs to the weary The worn and the weak</a:t>
            </a:r>
          </a:p>
          <a:p>
            <a:pPr>
              <a:defRPr/>
            </a:pPr>
            <a:r>
              <a:rPr lang="fr-FR" smtClean="0"/>
              <a:t>10-  ET LA MÊME DOUCE MAIN QUI ME PORTE ET ME SOUTIENT</a:t>
            </a:r>
            <a:br>
              <a:rPr lang="fr-FR" smtClean="0"/>
            </a:br>
            <a:r>
              <a:rPr lang="fr-FR" smtClean="0"/>
              <a:t>      And the same gentle hand sThat hold me when I'm broken</a:t>
            </a:r>
          </a:p>
          <a:p>
            <a:pPr>
              <a:defRPr/>
            </a:pPr>
            <a:r>
              <a:rPr lang="fr-FR" smtClean="0"/>
              <a:t>11-  A VAINCU LA MORT ET BÉNI MES LENDEMAINS</a:t>
            </a:r>
          </a:p>
          <a:p>
            <a:pPr>
              <a:defRPr/>
            </a:pPr>
            <a:r>
              <a:rPr lang="fr-FR" smtClean="0"/>
              <a:t>       They conquer death to bring me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12-  ET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 Now I know my Redeemer lives I know my Redeemer lives</a:t>
            </a:r>
          </a:p>
          <a:p>
            <a:pPr>
              <a:defRPr/>
            </a:pPr>
            <a:r>
              <a:rPr lang="fr-FR" smtClean="0"/>
              <a:t>	13-  QUE TOUTE LA TERRE EN TÉMOIGNE QUE SA VIE EN MOI PROCLAME </a:t>
            </a:r>
          </a:p>
          <a:p>
            <a:pPr>
              <a:defRPr/>
            </a:pPr>
            <a:r>
              <a:rPr lang="fr-FR" smtClean="0"/>
              <a:t>  	Let all creation testify Let this life within me cry</a:t>
            </a:r>
          </a:p>
          <a:p>
            <a:pPr>
              <a:defRPr/>
            </a:pPr>
            <a:r>
              <a:rPr lang="fr-FR" smtClean="0"/>
              <a:t>	14-  JE LE SAIS, MON RÉDEMPTEUR </a:t>
            </a:r>
          </a:p>
          <a:p>
            <a:pPr>
              <a:defRPr/>
            </a:pPr>
            <a:r>
              <a:rPr lang="fr-FR" smtClean="0"/>
              <a:t>      	 I know my Redeemer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IL VIT POUR ÔTER MES FARDEAUX IL VIT, JE LE PROCLAMERAI </a:t>
            </a:r>
          </a:p>
          <a:p>
            <a:pPr>
              <a:defRPr/>
            </a:pPr>
            <a:r>
              <a:rPr lang="fr-FR" smtClean="0"/>
              <a:t>      He lives to take away my shame And He lives forever I'll proclaim</a:t>
            </a:r>
          </a:p>
          <a:p>
            <a:pPr>
              <a:defRPr/>
            </a:pPr>
            <a:r>
              <a:rPr lang="fr-FR" smtClean="0"/>
              <a:t>16-  IL VIT </a:t>
            </a:r>
          </a:p>
          <a:p>
            <a:pPr>
              <a:defRPr/>
            </a:pPr>
            <a:r>
              <a:rPr lang="fr-FR" smtClean="0"/>
              <a:t>       He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17-  LE PRIX DE MON PÉCHÉ DE SA VIE, IL L’A PAYÉ </a:t>
            </a:r>
          </a:p>
          <a:p>
            <a:pPr>
              <a:defRPr/>
            </a:pPr>
            <a:r>
              <a:rPr lang="fr-FR" smtClean="0"/>
              <a:t>       That the payment for my sin Was the precious life He gave</a:t>
            </a:r>
          </a:p>
          <a:p>
            <a:pPr>
              <a:defRPr/>
            </a:pPr>
            <a:r>
              <a:rPr lang="fr-FR" smtClean="0"/>
              <a:t>18-  MAIS AUJOURD’HUI IL VIT, IL EST RESSUSCITÉ</a:t>
            </a:r>
          </a:p>
          <a:p>
            <a:pPr>
              <a:defRPr/>
            </a:pPr>
            <a:r>
              <a:rPr lang="fr-FR" smtClean="0"/>
              <a:t>       But now He's alive and there's an empty grave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Fin :
19-  JE SAIS QUE JE SAIS QUE JE SAIS QUE JE SAIS… </a:t>
            </a:r>
          </a:p>
          <a:p>
            <a:pPr>
              <a:defRPr/>
            </a:pPr>
            <a:r>
              <a:rPr lang="fr-FR" smtClean="0"/>
              <a:t>       And I know my Redeemer, He lives I know my Redeemer lives</a:t>
            </a:r>
          </a:p>
          <a:p>
            <a:pPr>
              <a:defRPr/>
            </a:pPr>
            <a:r>
              <a:rPr lang="fr-FR" smtClean="0"/>
              <a:t>20-  ET PARCE QU’IL VIT JE PEUX FAIRE FACE À DEMAIN </a:t>
            </a:r>
          </a:p>
          <a:p>
            <a:pPr>
              <a:defRPr/>
            </a:pPr>
            <a:r>
              <a:rPr lang="fr-FR" smtClean="0"/>
              <a:t>      Let all creation testify Let this life within me cry</a:t>
            </a:r>
          </a:p>
          <a:p>
            <a:pPr>
              <a:defRPr/>
            </a:pPr>
            <a:r>
              <a:rPr lang="fr-FR" smtClean="0"/>
              <a:t>21-  IL VIT, IL VIT ET LE TOMBEAU EST VIDE </a:t>
            </a:r>
          </a:p>
          <a:p>
            <a:pPr>
              <a:defRPr/>
            </a:pPr>
            <a:r>
              <a:rPr lang="fr-FR" smtClean="0"/>
              <a:t>      He lives The tomb is empty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22-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 I know my Redeemer I know my Redeemer lives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JE LE SAIS, MON RÉDEMPTEUR VIT </a:t>
            </a:r>
          </a:p>
          <a:p>
            <a:pPr>
              <a:defRPr/>
            </a:pPr>
            <a:r>
              <a:rPr lang="fr-FR" smtClean="0"/>
              <a:t>      I know my Redeemer lives</a:t>
            </a:r>
          </a:p>
          <a:p>
            <a:pPr>
              <a:defRPr/>
            </a:pPr>
            <a:endParaRPr lang="fr-FR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QUI A DIT AU SOLEIL OÙ SE PLACER LE MATIN ?</a:t>
            </a:r>
          </a:p>
          <a:p>
            <a:pPr>
              <a:defRPr/>
            </a:pPr>
            <a:r>
              <a:rPr lang="fr-FR" smtClean="0"/>
              <a:t>    Who taught the sun Where to stand in the morning</a:t>
            </a:r>
          </a:p>
          <a:p>
            <a:pPr>
              <a:defRPr/>
            </a:pPr>
            <a:r>
              <a:rPr lang="fr-FR" smtClean="0"/>
              <a:t>2-  ET QUI A DIT AUX MERS : VOUS N’AVANCEREZ PAS PLUS LOIN ? </a:t>
            </a:r>
          </a:p>
          <a:p>
            <a:pPr>
              <a:defRPr/>
            </a:pPr>
            <a:r>
              <a:rPr lang="fr-FR" smtClean="0"/>
              <a:t>    And who told the ocean You can only come this far</a:t>
            </a:r>
          </a:p>
          <a:p>
            <a:pPr>
              <a:defRPr/>
            </a:pPr>
            <a:r>
              <a:rPr lang="fr-FR" smtClean="0"/>
              <a:t>3-  QUI A MONTRÉ À LA LUNE OÙ SE CACHER JUSQU’AU SOIR ?</a:t>
            </a:r>
          </a:p>
          <a:p>
            <a:pPr>
              <a:defRPr/>
            </a:pPr>
            <a:r>
              <a:rPr lang="fr-FR" smtClean="0"/>
              <a:t>     And who showed the moon Where to hide till evening</a:t>
            </a:r>
          </a:p>
          <a:p>
            <a:pPr>
              <a:defRPr/>
            </a:pPr>
            <a:r>
              <a:rPr lang="fr-FR" smtClean="0"/>
              <a:t>4-  ET QUI PAR SA PAROLE PEUT SAISIR LES ÉTOILES ?</a:t>
            </a:r>
          </a:p>
          <a:p>
            <a:pPr>
              <a:defRPr/>
            </a:pPr>
            <a:r>
              <a:rPr lang="fr-FR" smtClean="0"/>
              <a:t>     Whose words alone can Catch a falling star</a:t>
            </a:r>
          </a:p>
          <a:p>
            <a:pPr>
              <a:defRPr/>
            </a:pPr>
            <a:r>
              <a:rPr lang="fr-FR" smtClean="0"/>
              <a:t> 
	5-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Well I know my Redeemer lives I know my Redeemer lives</a:t>
            </a:r>
          </a:p>
          <a:p>
            <a:pPr>
              <a:defRPr/>
            </a:pPr>
            <a:r>
              <a:rPr lang="fr-FR" smtClean="0"/>
              <a:t>	6-  TOUTE LA TERRE EN TÉMOIGNE SA VIE EN MOI LE PROCLAME</a:t>
            </a:r>
          </a:p>
          <a:p>
            <a:pPr>
              <a:defRPr/>
            </a:pPr>
            <a:r>
              <a:rPr lang="fr-FR" smtClean="0"/>
              <a:t>  	All of creation testifies This life within me cries</a:t>
            </a:r>
          </a:p>
          <a:p>
            <a:pPr>
              <a:defRPr/>
            </a:pPr>
            <a:r>
              <a:rPr lang="fr-FR" smtClean="0"/>
              <a:t> 	7-  JE LE SAIS, MON RÉDEMPTEUR VIT</a:t>
            </a:r>
          </a:p>
          <a:p>
            <a:pPr>
              <a:defRPr/>
            </a:pPr>
            <a:r>
              <a:rPr lang="fr-FR" smtClean="0"/>
              <a:t>     	I know my Redeemer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LE MÊME DIEU QUI A MIS LES ASTRES DANS LES CIEUX</a:t>
            </a:r>
          </a:p>
          <a:p>
            <a:pPr>
              <a:defRPr/>
            </a:pPr>
            <a:r>
              <a:rPr lang="fr-FR" smtClean="0"/>
              <a:t>     The very same God That spins things in orbit</a:t>
            </a:r>
          </a:p>
          <a:p>
            <a:pPr>
              <a:defRPr/>
            </a:pPr>
            <a:r>
              <a:rPr lang="fr-FR" smtClean="0"/>
              <a:t>9-  VOLE AU SECOURS DE CEUX QUI EN ONT BESOIN </a:t>
            </a:r>
          </a:p>
          <a:p>
            <a:pPr>
              <a:defRPr/>
            </a:pPr>
            <a:r>
              <a:rPr lang="fr-FR" smtClean="0"/>
              <a:t>      Runs to the weary The worn and the weak</a:t>
            </a:r>
          </a:p>
          <a:p>
            <a:pPr>
              <a:defRPr/>
            </a:pPr>
            <a:r>
              <a:rPr lang="fr-FR" smtClean="0"/>
              <a:t>10-  ET LA MÊME DOUCE MAIN QUI ME PORTE ET ME SOUTIENT</a:t>
            </a:r>
            <a:br>
              <a:rPr lang="fr-FR" smtClean="0"/>
            </a:br>
            <a:r>
              <a:rPr lang="fr-FR" smtClean="0"/>
              <a:t>      And the same gentle hand sThat hold me when I'm broken</a:t>
            </a:r>
          </a:p>
          <a:p>
            <a:pPr>
              <a:defRPr/>
            </a:pPr>
            <a:r>
              <a:rPr lang="fr-FR" smtClean="0"/>
              <a:t>11-  A VAINCU LA MORT ET BÉNI MES LENDEMAINS</a:t>
            </a:r>
          </a:p>
          <a:p>
            <a:pPr>
              <a:defRPr/>
            </a:pPr>
            <a:r>
              <a:rPr lang="fr-FR" smtClean="0"/>
              <a:t>       They conquer death to bring me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12-  ET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 Now I know my Redeemer lives I know my Redeemer lives</a:t>
            </a:r>
          </a:p>
          <a:p>
            <a:pPr>
              <a:defRPr/>
            </a:pPr>
            <a:r>
              <a:rPr lang="fr-FR" smtClean="0"/>
              <a:t>	13-  QUE TOUTE LA TERRE EN TÉMOIGNE QUE SA VIE EN MOI PROCLAME </a:t>
            </a:r>
          </a:p>
          <a:p>
            <a:pPr>
              <a:defRPr/>
            </a:pPr>
            <a:r>
              <a:rPr lang="fr-FR" smtClean="0"/>
              <a:t>  	Let all creation testify Let this life within me cry</a:t>
            </a:r>
          </a:p>
          <a:p>
            <a:pPr>
              <a:defRPr/>
            </a:pPr>
            <a:r>
              <a:rPr lang="fr-FR" smtClean="0"/>
              <a:t>	14-  JE LE SAIS, MON RÉDEMPTEUR </a:t>
            </a:r>
          </a:p>
          <a:p>
            <a:pPr>
              <a:defRPr/>
            </a:pPr>
            <a:r>
              <a:rPr lang="fr-FR" smtClean="0"/>
              <a:t>      	 I know my Redeemer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IL VIT POUR ÔTER MES FARDEAUX IL VIT, JE LE PROCLAMERAI </a:t>
            </a:r>
          </a:p>
          <a:p>
            <a:pPr>
              <a:defRPr/>
            </a:pPr>
            <a:r>
              <a:rPr lang="fr-FR" smtClean="0"/>
              <a:t>      He lives to take away my shame And He lives forever I'll proclaim</a:t>
            </a:r>
          </a:p>
          <a:p>
            <a:pPr>
              <a:defRPr/>
            </a:pPr>
            <a:r>
              <a:rPr lang="fr-FR" smtClean="0"/>
              <a:t>16-  IL VIT </a:t>
            </a:r>
          </a:p>
          <a:p>
            <a:pPr>
              <a:defRPr/>
            </a:pPr>
            <a:r>
              <a:rPr lang="fr-FR" smtClean="0"/>
              <a:t>       He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17-  LE PRIX DE MON PÉCHÉ DE SA VIE, IL L’A PAYÉ </a:t>
            </a:r>
          </a:p>
          <a:p>
            <a:pPr>
              <a:defRPr/>
            </a:pPr>
            <a:r>
              <a:rPr lang="fr-FR" smtClean="0"/>
              <a:t>       That the payment for my sin Was the precious life He gave</a:t>
            </a:r>
          </a:p>
          <a:p>
            <a:pPr>
              <a:defRPr/>
            </a:pPr>
            <a:r>
              <a:rPr lang="fr-FR" smtClean="0"/>
              <a:t>18-  MAIS AUJOURD’HUI IL VIT, IL EST RESSUSCITÉ</a:t>
            </a:r>
          </a:p>
          <a:p>
            <a:pPr>
              <a:defRPr/>
            </a:pPr>
            <a:r>
              <a:rPr lang="fr-FR" smtClean="0"/>
              <a:t>       But now He's alive and there's an empty grave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Fin :
19-  JE SAIS QUE JE SAIS QUE JE SAIS QUE JE SAIS… </a:t>
            </a:r>
          </a:p>
          <a:p>
            <a:pPr>
              <a:defRPr/>
            </a:pPr>
            <a:r>
              <a:rPr lang="fr-FR" smtClean="0"/>
              <a:t>       And I know my Redeemer, He lives I know my Redeemer lives</a:t>
            </a:r>
          </a:p>
          <a:p>
            <a:pPr>
              <a:defRPr/>
            </a:pPr>
            <a:r>
              <a:rPr lang="fr-FR" smtClean="0"/>
              <a:t>20-  ET PARCE QU’IL VIT JE PEUX FAIRE FACE À DEMAIN </a:t>
            </a:r>
          </a:p>
          <a:p>
            <a:pPr>
              <a:defRPr/>
            </a:pPr>
            <a:r>
              <a:rPr lang="fr-FR" smtClean="0"/>
              <a:t>      Let all creation testify Let this life within me cry</a:t>
            </a:r>
          </a:p>
          <a:p>
            <a:pPr>
              <a:defRPr/>
            </a:pPr>
            <a:r>
              <a:rPr lang="fr-FR" smtClean="0"/>
              <a:t>21-  IL VIT, IL VIT ET LE TOMBEAU EST VIDE </a:t>
            </a:r>
          </a:p>
          <a:p>
            <a:pPr>
              <a:defRPr/>
            </a:pPr>
            <a:r>
              <a:rPr lang="fr-FR" smtClean="0"/>
              <a:t>      He lives The tomb is empty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22-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 I know my Redeemer I know my Redeemer lives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JE LE SAIS, MON RÉDEMPTEUR VIT </a:t>
            </a:r>
          </a:p>
          <a:p>
            <a:pPr>
              <a:defRPr/>
            </a:pPr>
            <a:r>
              <a:rPr lang="fr-FR" smtClean="0"/>
              <a:t>      I know my Redeemer lives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QUI A DIT AU SOLEIL OÙ SE PLACER LE MATIN ?</a:t>
            </a:r>
          </a:p>
          <a:p>
            <a:pPr>
              <a:defRPr/>
            </a:pPr>
            <a:r>
              <a:rPr lang="fr-FR" smtClean="0"/>
              <a:t>    Who taught the sun Where to stand in the morning</a:t>
            </a:r>
          </a:p>
          <a:p>
            <a:pPr>
              <a:defRPr/>
            </a:pPr>
            <a:r>
              <a:rPr lang="fr-FR" smtClean="0"/>
              <a:t>2-  ET QUI A DIT AUX MERS : VOUS N’AVANCEREZ PAS PLUS LOIN ? </a:t>
            </a:r>
          </a:p>
          <a:p>
            <a:pPr>
              <a:defRPr/>
            </a:pPr>
            <a:r>
              <a:rPr lang="fr-FR" smtClean="0"/>
              <a:t>    And who told the ocean You can only come this far</a:t>
            </a:r>
          </a:p>
          <a:p>
            <a:pPr>
              <a:defRPr/>
            </a:pPr>
            <a:r>
              <a:rPr lang="fr-FR" smtClean="0"/>
              <a:t>3-  QUI A MONTRÉ À LA LUNE OÙ SE CACHER JUSQU’AU SOIR ?</a:t>
            </a:r>
          </a:p>
          <a:p>
            <a:pPr>
              <a:defRPr/>
            </a:pPr>
            <a:r>
              <a:rPr lang="fr-FR" smtClean="0"/>
              <a:t>     And who showed the moon Where to hide till evening</a:t>
            </a:r>
          </a:p>
          <a:p>
            <a:pPr>
              <a:defRPr/>
            </a:pPr>
            <a:r>
              <a:rPr lang="fr-FR" smtClean="0"/>
              <a:t>4-  ET QUI PAR SA PAROLE PEUT SAISIR LES ÉTOILES ?</a:t>
            </a:r>
          </a:p>
          <a:p>
            <a:pPr>
              <a:defRPr/>
            </a:pPr>
            <a:r>
              <a:rPr lang="fr-FR" smtClean="0"/>
              <a:t>     Whose words alone can Catch a falling star</a:t>
            </a:r>
          </a:p>
          <a:p>
            <a:pPr>
              <a:defRPr/>
            </a:pPr>
            <a:r>
              <a:rPr lang="fr-FR" smtClean="0"/>
              <a:t> 
	5-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Well I know my Redeemer lives I know my Redeemer lives</a:t>
            </a:r>
          </a:p>
          <a:p>
            <a:pPr>
              <a:defRPr/>
            </a:pPr>
            <a:r>
              <a:rPr lang="fr-FR" smtClean="0"/>
              <a:t>	6-  TOUTE LA TERRE EN TÉMOIGNE SA VIE EN MOI LE PROCLAME</a:t>
            </a:r>
          </a:p>
          <a:p>
            <a:pPr>
              <a:defRPr/>
            </a:pPr>
            <a:r>
              <a:rPr lang="fr-FR" smtClean="0"/>
              <a:t>  	All of creation testifies This life within me cries</a:t>
            </a:r>
          </a:p>
          <a:p>
            <a:pPr>
              <a:defRPr/>
            </a:pPr>
            <a:r>
              <a:rPr lang="fr-FR" smtClean="0"/>
              <a:t> 	7-  JE LE SAIS, MON RÉDEMPTEUR VIT</a:t>
            </a:r>
          </a:p>
          <a:p>
            <a:pPr>
              <a:defRPr/>
            </a:pPr>
            <a:r>
              <a:rPr lang="fr-FR" smtClean="0"/>
              <a:t>     	I know my Redeemer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LE MÊME DIEU QUI A MIS LES ASTRES DANS LES CIEUX</a:t>
            </a:r>
          </a:p>
          <a:p>
            <a:pPr>
              <a:defRPr/>
            </a:pPr>
            <a:r>
              <a:rPr lang="fr-FR" smtClean="0"/>
              <a:t>     The very same God That spins things in orbit</a:t>
            </a:r>
          </a:p>
          <a:p>
            <a:pPr>
              <a:defRPr/>
            </a:pPr>
            <a:r>
              <a:rPr lang="fr-FR" smtClean="0"/>
              <a:t>9-  VOLE AU SECOURS DE CEUX QUI EN ONT BESOIN </a:t>
            </a:r>
          </a:p>
          <a:p>
            <a:pPr>
              <a:defRPr/>
            </a:pPr>
            <a:r>
              <a:rPr lang="fr-FR" smtClean="0"/>
              <a:t>      Runs to the weary The worn and the weak</a:t>
            </a:r>
          </a:p>
          <a:p>
            <a:pPr>
              <a:defRPr/>
            </a:pPr>
            <a:r>
              <a:rPr lang="fr-FR" smtClean="0"/>
              <a:t>10-  ET LA MÊME DOUCE MAIN QUI ME PORTE ET ME SOUTIENT</a:t>
            </a:r>
            <a:br>
              <a:rPr lang="fr-FR" smtClean="0"/>
            </a:br>
            <a:r>
              <a:rPr lang="fr-FR" smtClean="0"/>
              <a:t>      And the same gentle hand sThat hold me when I'm broken</a:t>
            </a:r>
          </a:p>
          <a:p>
            <a:pPr>
              <a:defRPr/>
            </a:pPr>
            <a:r>
              <a:rPr lang="fr-FR" smtClean="0"/>
              <a:t>11-  A VAINCU LA MORT ET BÉNI MES LENDEMAINS</a:t>
            </a:r>
          </a:p>
          <a:p>
            <a:pPr>
              <a:defRPr/>
            </a:pPr>
            <a:r>
              <a:rPr lang="fr-FR" smtClean="0"/>
              <a:t>       They conquer death to bring me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12-  ET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 Now I know my Redeemer lives I know my Redeemer lives</a:t>
            </a:r>
          </a:p>
          <a:p>
            <a:pPr>
              <a:defRPr/>
            </a:pPr>
            <a:r>
              <a:rPr lang="fr-FR" smtClean="0"/>
              <a:t>	13-  QUE TOUTE LA TERRE EN TÉMOIGNE QUE SA VIE EN MOI PROCLAME </a:t>
            </a:r>
          </a:p>
          <a:p>
            <a:pPr>
              <a:defRPr/>
            </a:pPr>
            <a:r>
              <a:rPr lang="fr-FR" smtClean="0"/>
              <a:t>  	Let all creation testify Let this life within me cry</a:t>
            </a:r>
          </a:p>
          <a:p>
            <a:pPr>
              <a:defRPr/>
            </a:pPr>
            <a:r>
              <a:rPr lang="fr-FR" smtClean="0"/>
              <a:t>	14-  JE LE SAIS, MON RÉDEMPTEUR </a:t>
            </a:r>
          </a:p>
          <a:p>
            <a:pPr>
              <a:defRPr/>
            </a:pPr>
            <a:r>
              <a:rPr lang="fr-FR" smtClean="0"/>
              <a:t>      	 I know my Redeemer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IL VIT POUR ÔTER MES FARDEAUX IL VIT, JE LE PROCLAMERAI </a:t>
            </a:r>
          </a:p>
          <a:p>
            <a:pPr>
              <a:defRPr/>
            </a:pPr>
            <a:r>
              <a:rPr lang="fr-FR" smtClean="0"/>
              <a:t>      He lives to take away my shame And He lives forever I'll proclaim</a:t>
            </a:r>
          </a:p>
          <a:p>
            <a:pPr>
              <a:defRPr/>
            </a:pPr>
            <a:r>
              <a:rPr lang="fr-FR" smtClean="0"/>
              <a:t>16-  IL VIT </a:t>
            </a:r>
          </a:p>
          <a:p>
            <a:pPr>
              <a:defRPr/>
            </a:pPr>
            <a:r>
              <a:rPr lang="fr-FR" smtClean="0"/>
              <a:t>       He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17-  LE PRIX DE MON PÉCHÉ DE SA VIE, IL L’A PAYÉ </a:t>
            </a:r>
          </a:p>
          <a:p>
            <a:pPr>
              <a:defRPr/>
            </a:pPr>
            <a:r>
              <a:rPr lang="fr-FR" smtClean="0"/>
              <a:t>       That the payment for my sin Was the precious life He gave</a:t>
            </a:r>
          </a:p>
          <a:p>
            <a:pPr>
              <a:defRPr/>
            </a:pPr>
            <a:r>
              <a:rPr lang="fr-FR" smtClean="0"/>
              <a:t>18-  MAIS AUJOURD’HUI IL VIT, IL EST RESSUSCITÉ</a:t>
            </a:r>
          </a:p>
          <a:p>
            <a:pPr>
              <a:defRPr/>
            </a:pPr>
            <a:r>
              <a:rPr lang="fr-FR" smtClean="0"/>
              <a:t>       But now He's alive and there's an empty grave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Fin :
19-  JE SAIS QUE JE SAIS QUE JE SAIS QUE JE SAIS… </a:t>
            </a:r>
          </a:p>
          <a:p>
            <a:pPr>
              <a:defRPr/>
            </a:pPr>
            <a:r>
              <a:rPr lang="fr-FR" smtClean="0"/>
              <a:t>       And I know my Redeemer, He lives I know my Redeemer lives</a:t>
            </a:r>
          </a:p>
          <a:p>
            <a:pPr>
              <a:defRPr/>
            </a:pPr>
            <a:r>
              <a:rPr lang="fr-FR" smtClean="0"/>
              <a:t>20-  ET PARCE QU’IL VIT JE PEUX FAIRE FACE À DEMAIN </a:t>
            </a:r>
          </a:p>
          <a:p>
            <a:pPr>
              <a:defRPr/>
            </a:pPr>
            <a:r>
              <a:rPr lang="fr-FR" smtClean="0"/>
              <a:t>      Let all creation testify Let this life within me cry</a:t>
            </a:r>
          </a:p>
          <a:p>
            <a:pPr>
              <a:defRPr/>
            </a:pPr>
            <a:r>
              <a:rPr lang="fr-FR" smtClean="0"/>
              <a:t>21-  IL VIT, IL VIT ET LE TOMBEAU EST VIDE </a:t>
            </a:r>
          </a:p>
          <a:p>
            <a:pPr>
              <a:defRPr/>
            </a:pPr>
            <a:r>
              <a:rPr lang="fr-FR" smtClean="0"/>
              <a:t>      He lives The tomb is empty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22-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 I know my Redeemer I know my Redeemer lives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JE LE SAIS, MON RÉDEMPTEUR VIT </a:t>
            </a:r>
          </a:p>
          <a:p>
            <a:pPr>
              <a:defRPr/>
            </a:pPr>
            <a:r>
              <a:rPr lang="fr-FR" smtClean="0"/>
              <a:t>      I know my Redeemer lives</a:t>
            </a:r>
          </a:p>
          <a:p>
            <a:pPr>
              <a:defRPr/>
            </a:pPr>
            <a:endParaRPr lang="fr-FR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QUI A DIT AU SOLEIL OÙ SE PLACER LE MATIN ?</a:t>
            </a:r>
          </a:p>
          <a:p>
            <a:pPr>
              <a:defRPr/>
            </a:pPr>
            <a:r>
              <a:rPr lang="fr-FR" smtClean="0"/>
              <a:t>    Who taught the sun Where to stand in the morning</a:t>
            </a:r>
          </a:p>
          <a:p>
            <a:pPr>
              <a:defRPr/>
            </a:pPr>
            <a:r>
              <a:rPr lang="fr-FR" smtClean="0"/>
              <a:t>2-  ET QUI A DIT AUX MERS : VOUS N’AVANCEREZ PAS PLUS LOIN ? </a:t>
            </a:r>
          </a:p>
          <a:p>
            <a:pPr>
              <a:defRPr/>
            </a:pPr>
            <a:r>
              <a:rPr lang="fr-FR" smtClean="0"/>
              <a:t>    And who told the ocean You can only come this far</a:t>
            </a:r>
          </a:p>
          <a:p>
            <a:pPr>
              <a:defRPr/>
            </a:pPr>
            <a:r>
              <a:rPr lang="fr-FR" smtClean="0"/>
              <a:t>3-  QUI A MONTRÉ À LA LUNE OÙ SE CACHER JUSQU’AU SOIR ?</a:t>
            </a:r>
          </a:p>
          <a:p>
            <a:pPr>
              <a:defRPr/>
            </a:pPr>
            <a:r>
              <a:rPr lang="fr-FR" smtClean="0"/>
              <a:t>     And who showed the moon Where to hide till evening</a:t>
            </a:r>
          </a:p>
          <a:p>
            <a:pPr>
              <a:defRPr/>
            </a:pPr>
            <a:r>
              <a:rPr lang="fr-FR" smtClean="0"/>
              <a:t>4-  ET QUI PAR SA PAROLE PEUT SAISIR LES ÉTOILES ?</a:t>
            </a:r>
          </a:p>
          <a:p>
            <a:pPr>
              <a:defRPr/>
            </a:pPr>
            <a:r>
              <a:rPr lang="fr-FR" smtClean="0"/>
              <a:t>     Whose words alone can Catch a falling star</a:t>
            </a:r>
          </a:p>
          <a:p>
            <a:pPr>
              <a:defRPr/>
            </a:pPr>
            <a:r>
              <a:rPr lang="fr-FR" smtClean="0"/>
              <a:t> 
	5-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Well I know my Redeemer lives I know my Redeemer lives</a:t>
            </a:r>
          </a:p>
          <a:p>
            <a:pPr>
              <a:defRPr/>
            </a:pPr>
            <a:r>
              <a:rPr lang="fr-FR" smtClean="0"/>
              <a:t>	6-  TOUTE LA TERRE EN TÉMOIGNE SA VIE EN MOI LE PROCLAME</a:t>
            </a:r>
          </a:p>
          <a:p>
            <a:pPr>
              <a:defRPr/>
            </a:pPr>
            <a:r>
              <a:rPr lang="fr-FR" smtClean="0"/>
              <a:t>  	All of creation testifies This life within me cries</a:t>
            </a:r>
          </a:p>
          <a:p>
            <a:pPr>
              <a:defRPr/>
            </a:pPr>
            <a:r>
              <a:rPr lang="fr-FR" smtClean="0"/>
              <a:t> 	7-  JE LE SAIS, MON RÉDEMPTEUR VIT</a:t>
            </a:r>
          </a:p>
          <a:p>
            <a:pPr>
              <a:defRPr/>
            </a:pPr>
            <a:r>
              <a:rPr lang="fr-FR" smtClean="0"/>
              <a:t>     	I know my Redeemer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LE MÊME DIEU QUI A MIS LES ASTRES DANS LES CIEUX</a:t>
            </a:r>
          </a:p>
          <a:p>
            <a:pPr>
              <a:defRPr/>
            </a:pPr>
            <a:r>
              <a:rPr lang="fr-FR" smtClean="0"/>
              <a:t>     The very same God That spins things in orbit</a:t>
            </a:r>
          </a:p>
          <a:p>
            <a:pPr>
              <a:defRPr/>
            </a:pPr>
            <a:r>
              <a:rPr lang="fr-FR" smtClean="0"/>
              <a:t>9-  VOLE AU SECOURS DE CEUX QUI EN ONT BESOIN </a:t>
            </a:r>
          </a:p>
          <a:p>
            <a:pPr>
              <a:defRPr/>
            </a:pPr>
            <a:r>
              <a:rPr lang="fr-FR" smtClean="0"/>
              <a:t>      Runs to the weary The worn and the weak</a:t>
            </a:r>
          </a:p>
          <a:p>
            <a:pPr>
              <a:defRPr/>
            </a:pPr>
            <a:r>
              <a:rPr lang="fr-FR" smtClean="0"/>
              <a:t>10-  ET LA MÊME DOUCE MAIN QUI ME PORTE ET ME SOUTIENT</a:t>
            </a:r>
            <a:br>
              <a:rPr lang="fr-FR" smtClean="0"/>
            </a:br>
            <a:r>
              <a:rPr lang="fr-FR" smtClean="0"/>
              <a:t>      And the same gentle hand sThat hold me when I'm broken</a:t>
            </a:r>
          </a:p>
          <a:p>
            <a:pPr>
              <a:defRPr/>
            </a:pPr>
            <a:r>
              <a:rPr lang="fr-FR" smtClean="0"/>
              <a:t>11-  A VAINCU LA MORT ET BÉNI MES LENDEMAINS</a:t>
            </a:r>
          </a:p>
          <a:p>
            <a:pPr>
              <a:defRPr/>
            </a:pPr>
            <a:r>
              <a:rPr lang="fr-FR" smtClean="0"/>
              <a:t>       They conquer death to bring me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12-  ET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 Now I know my Redeemer lives I know my Redeemer lives</a:t>
            </a:r>
          </a:p>
          <a:p>
            <a:pPr>
              <a:defRPr/>
            </a:pPr>
            <a:r>
              <a:rPr lang="fr-FR" smtClean="0"/>
              <a:t>	13-  QUE TOUTE LA TERRE EN TÉMOIGNE QUE SA VIE EN MOI PROCLAME </a:t>
            </a:r>
          </a:p>
          <a:p>
            <a:pPr>
              <a:defRPr/>
            </a:pPr>
            <a:r>
              <a:rPr lang="fr-FR" smtClean="0"/>
              <a:t>  	Let all creation testify Let this life within me cry</a:t>
            </a:r>
          </a:p>
          <a:p>
            <a:pPr>
              <a:defRPr/>
            </a:pPr>
            <a:r>
              <a:rPr lang="fr-FR" smtClean="0"/>
              <a:t>	14-  JE LE SAIS, MON RÉDEMPTEUR </a:t>
            </a:r>
          </a:p>
          <a:p>
            <a:pPr>
              <a:defRPr/>
            </a:pPr>
            <a:r>
              <a:rPr lang="fr-FR" smtClean="0"/>
              <a:t>      	 I know my Redeemer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IL VIT POUR ÔTER MES FARDEAUX IL VIT, JE LE PROCLAMERAI </a:t>
            </a:r>
          </a:p>
          <a:p>
            <a:pPr>
              <a:defRPr/>
            </a:pPr>
            <a:r>
              <a:rPr lang="fr-FR" smtClean="0"/>
              <a:t>      He lives to take away my shame And He lives forever I'll proclaim</a:t>
            </a:r>
          </a:p>
          <a:p>
            <a:pPr>
              <a:defRPr/>
            </a:pPr>
            <a:r>
              <a:rPr lang="fr-FR" smtClean="0"/>
              <a:t>16-  IL VIT </a:t>
            </a:r>
          </a:p>
          <a:p>
            <a:pPr>
              <a:defRPr/>
            </a:pPr>
            <a:r>
              <a:rPr lang="fr-FR" smtClean="0"/>
              <a:t>       He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17-  LE PRIX DE MON PÉCHÉ DE SA VIE, IL L’A PAYÉ </a:t>
            </a:r>
          </a:p>
          <a:p>
            <a:pPr>
              <a:defRPr/>
            </a:pPr>
            <a:r>
              <a:rPr lang="fr-FR" smtClean="0"/>
              <a:t>       That the payment for my sin Was the precious life He gave</a:t>
            </a:r>
          </a:p>
          <a:p>
            <a:pPr>
              <a:defRPr/>
            </a:pPr>
            <a:r>
              <a:rPr lang="fr-FR" smtClean="0"/>
              <a:t>18-  MAIS AUJOURD’HUI IL VIT, IL EST RESSUSCITÉ</a:t>
            </a:r>
          </a:p>
          <a:p>
            <a:pPr>
              <a:defRPr/>
            </a:pPr>
            <a:r>
              <a:rPr lang="fr-FR" smtClean="0"/>
              <a:t>       But now He's alive and there's an empty grave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Fin :
19-  JE SAIS QUE JE SAIS QUE JE SAIS QUE JE SAIS… </a:t>
            </a:r>
          </a:p>
          <a:p>
            <a:pPr>
              <a:defRPr/>
            </a:pPr>
            <a:r>
              <a:rPr lang="fr-FR" smtClean="0"/>
              <a:t>       And I know my Redeemer, He lives I know my Redeemer lives</a:t>
            </a:r>
          </a:p>
          <a:p>
            <a:pPr>
              <a:defRPr/>
            </a:pPr>
            <a:r>
              <a:rPr lang="fr-FR" smtClean="0"/>
              <a:t>20-  ET PARCE QU’IL VIT JE PEUX FAIRE FACE À DEMAIN </a:t>
            </a:r>
          </a:p>
          <a:p>
            <a:pPr>
              <a:defRPr/>
            </a:pPr>
            <a:r>
              <a:rPr lang="fr-FR" smtClean="0"/>
              <a:t>      Let all creation testify Let this life within me cry</a:t>
            </a:r>
          </a:p>
          <a:p>
            <a:pPr>
              <a:defRPr/>
            </a:pPr>
            <a:r>
              <a:rPr lang="fr-FR" smtClean="0"/>
              <a:t>21-  IL VIT, IL VIT ET LE TOMBEAU EST VIDE </a:t>
            </a:r>
          </a:p>
          <a:p>
            <a:pPr>
              <a:defRPr/>
            </a:pPr>
            <a:r>
              <a:rPr lang="fr-FR" smtClean="0"/>
              <a:t>      He lives The tomb is empty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22-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 I know my Redeemer I know my Redeemer lives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JE LE SAIS, MON RÉDEMPTEUR VIT </a:t>
            </a:r>
          </a:p>
          <a:p>
            <a:pPr>
              <a:defRPr/>
            </a:pPr>
            <a:r>
              <a:rPr lang="fr-FR" smtClean="0"/>
              <a:t>      I know my Redeemer lives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QUI A DIT AU SOLEIL OÙ SE PLACER LE MATIN ?</a:t>
            </a:r>
          </a:p>
          <a:p>
            <a:pPr>
              <a:defRPr/>
            </a:pPr>
            <a:r>
              <a:rPr lang="fr-FR" smtClean="0"/>
              <a:t>    Who taught the sun Where to stand in the morning</a:t>
            </a:r>
          </a:p>
          <a:p>
            <a:pPr>
              <a:defRPr/>
            </a:pPr>
            <a:r>
              <a:rPr lang="fr-FR" smtClean="0"/>
              <a:t>2-  ET QUI A DIT AUX MERS : VOUS N’AVANCEREZ PAS PLUS LOIN ? </a:t>
            </a:r>
          </a:p>
          <a:p>
            <a:pPr>
              <a:defRPr/>
            </a:pPr>
            <a:r>
              <a:rPr lang="fr-FR" smtClean="0"/>
              <a:t>    And who told the ocean You can only come this far</a:t>
            </a:r>
          </a:p>
          <a:p>
            <a:pPr>
              <a:defRPr/>
            </a:pPr>
            <a:r>
              <a:rPr lang="fr-FR" smtClean="0"/>
              <a:t>3-  QUI A MONTRÉ À LA LUNE OÙ SE CACHER JUSQU’AU SOIR ?</a:t>
            </a:r>
          </a:p>
          <a:p>
            <a:pPr>
              <a:defRPr/>
            </a:pPr>
            <a:r>
              <a:rPr lang="fr-FR" smtClean="0"/>
              <a:t>     And who showed the moon Where to hide till evening</a:t>
            </a:r>
          </a:p>
          <a:p>
            <a:pPr>
              <a:defRPr/>
            </a:pPr>
            <a:r>
              <a:rPr lang="fr-FR" smtClean="0"/>
              <a:t>4-  ET QUI PAR SA PAROLE PEUT SAISIR LES ÉTOILES ?</a:t>
            </a:r>
          </a:p>
          <a:p>
            <a:pPr>
              <a:defRPr/>
            </a:pPr>
            <a:r>
              <a:rPr lang="fr-FR" smtClean="0"/>
              <a:t>     Whose words alone can Catch a falling star</a:t>
            </a:r>
          </a:p>
          <a:p>
            <a:pPr>
              <a:defRPr/>
            </a:pPr>
            <a:r>
              <a:rPr lang="fr-FR" smtClean="0"/>
              <a:t> 
	5-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Well I know my Redeemer lives I know my Redeemer lives</a:t>
            </a:r>
          </a:p>
          <a:p>
            <a:pPr>
              <a:defRPr/>
            </a:pPr>
            <a:r>
              <a:rPr lang="fr-FR" smtClean="0"/>
              <a:t>	6-  TOUTE LA TERRE EN TÉMOIGNE SA VIE EN MOI LE PROCLAME</a:t>
            </a:r>
          </a:p>
          <a:p>
            <a:pPr>
              <a:defRPr/>
            </a:pPr>
            <a:r>
              <a:rPr lang="fr-FR" smtClean="0"/>
              <a:t>  	All of creation testifies This life within me cries</a:t>
            </a:r>
          </a:p>
          <a:p>
            <a:pPr>
              <a:defRPr/>
            </a:pPr>
            <a:r>
              <a:rPr lang="fr-FR" smtClean="0"/>
              <a:t> 	7-  JE LE SAIS, MON RÉDEMPTEUR VIT</a:t>
            </a:r>
          </a:p>
          <a:p>
            <a:pPr>
              <a:defRPr/>
            </a:pPr>
            <a:r>
              <a:rPr lang="fr-FR" smtClean="0"/>
              <a:t>     	I know my Redeemer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LE MÊME DIEU QUI A MIS LES ASTRES DANS LES CIEUX</a:t>
            </a:r>
          </a:p>
          <a:p>
            <a:pPr>
              <a:defRPr/>
            </a:pPr>
            <a:r>
              <a:rPr lang="fr-FR" smtClean="0"/>
              <a:t>     The very same God That spins things in orbit</a:t>
            </a:r>
          </a:p>
          <a:p>
            <a:pPr>
              <a:defRPr/>
            </a:pPr>
            <a:r>
              <a:rPr lang="fr-FR" smtClean="0"/>
              <a:t>9-  VOLE AU SECOURS DE CEUX QUI EN ONT BESOIN </a:t>
            </a:r>
          </a:p>
          <a:p>
            <a:pPr>
              <a:defRPr/>
            </a:pPr>
            <a:r>
              <a:rPr lang="fr-FR" smtClean="0"/>
              <a:t>      Runs to the weary The worn and the weak</a:t>
            </a:r>
          </a:p>
          <a:p>
            <a:pPr>
              <a:defRPr/>
            </a:pPr>
            <a:r>
              <a:rPr lang="fr-FR" smtClean="0"/>
              <a:t>10-  ET LA MÊME DOUCE MAIN QUI ME PORTE ET ME SOUTIENT</a:t>
            </a:r>
            <a:br>
              <a:rPr lang="fr-FR" smtClean="0"/>
            </a:br>
            <a:r>
              <a:rPr lang="fr-FR" smtClean="0"/>
              <a:t>      And the same gentle hand sThat hold me when I'm broken</a:t>
            </a:r>
          </a:p>
          <a:p>
            <a:pPr>
              <a:defRPr/>
            </a:pPr>
            <a:r>
              <a:rPr lang="fr-FR" smtClean="0"/>
              <a:t>11-  A VAINCU LA MORT ET BÉNI MES LENDEMAINS</a:t>
            </a:r>
          </a:p>
          <a:p>
            <a:pPr>
              <a:defRPr/>
            </a:pPr>
            <a:r>
              <a:rPr lang="fr-FR" smtClean="0"/>
              <a:t>       They conquer death to bring me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12-  ET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 Now I know my Redeemer lives I know my Redeemer lives</a:t>
            </a:r>
          </a:p>
          <a:p>
            <a:pPr>
              <a:defRPr/>
            </a:pPr>
            <a:r>
              <a:rPr lang="fr-FR" smtClean="0"/>
              <a:t>	13-  QUE TOUTE LA TERRE EN TÉMOIGNE QUE SA VIE EN MOI PROCLAME </a:t>
            </a:r>
          </a:p>
          <a:p>
            <a:pPr>
              <a:defRPr/>
            </a:pPr>
            <a:r>
              <a:rPr lang="fr-FR" smtClean="0"/>
              <a:t>  	Let all creation testify Let this life within me cry</a:t>
            </a:r>
          </a:p>
          <a:p>
            <a:pPr>
              <a:defRPr/>
            </a:pPr>
            <a:r>
              <a:rPr lang="fr-FR" smtClean="0"/>
              <a:t>	14-  JE LE SAIS, MON RÉDEMPTEUR </a:t>
            </a:r>
          </a:p>
          <a:p>
            <a:pPr>
              <a:defRPr/>
            </a:pPr>
            <a:r>
              <a:rPr lang="fr-FR" smtClean="0"/>
              <a:t>      	 I know my Redeemer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IL VIT POUR ÔTER MES FARDEAUX IL VIT, JE LE PROCLAMERAI </a:t>
            </a:r>
          </a:p>
          <a:p>
            <a:pPr>
              <a:defRPr/>
            </a:pPr>
            <a:r>
              <a:rPr lang="fr-FR" smtClean="0"/>
              <a:t>      He lives to take away my shame And He lives forever I'll proclaim</a:t>
            </a:r>
          </a:p>
          <a:p>
            <a:pPr>
              <a:defRPr/>
            </a:pPr>
            <a:r>
              <a:rPr lang="fr-FR" smtClean="0"/>
              <a:t>16-  IL VIT </a:t>
            </a:r>
          </a:p>
          <a:p>
            <a:pPr>
              <a:defRPr/>
            </a:pPr>
            <a:r>
              <a:rPr lang="fr-FR" smtClean="0"/>
              <a:t>       He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17-  LE PRIX DE MON PÉCHÉ DE SA VIE, IL L’A PAYÉ </a:t>
            </a:r>
          </a:p>
          <a:p>
            <a:pPr>
              <a:defRPr/>
            </a:pPr>
            <a:r>
              <a:rPr lang="fr-FR" smtClean="0"/>
              <a:t>       That the payment for my sin Was the precious life He gave</a:t>
            </a:r>
          </a:p>
          <a:p>
            <a:pPr>
              <a:defRPr/>
            </a:pPr>
            <a:r>
              <a:rPr lang="fr-FR" smtClean="0"/>
              <a:t>18-  MAIS AUJOURD’HUI IL VIT, IL EST RESSUSCITÉ</a:t>
            </a:r>
          </a:p>
          <a:p>
            <a:pPr>
              <a:defRPr/>
            </a:pPr>
            <a:r>
              <a:rPr lang="fr-FR" smtClean="0"/>
              <a:t>       But now He's alive and there's an empty grave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Fin :
19-  JE SAIS QUE JE SAIS QUE JE SAIS QUE JE SAIS… </a:t>
            </a:r>
          </a:p>
          <a:p>
            <a:pPr>
              <a:defRPr/>
            </a:pPr>
            <a:r>
              <a:rPr lang="fr-FR" smtClean="0"/>
              <a:t>       And I know my Redeemer, He lives I know my Redeemer lives</a:t>
            </a:r>
          </a:p>
          <a:p>
            <a:pPr>
              <a:defRPr/>
            </a:pPr>
            <a:r>
              <a:rPr lang="fr-FR" smtClean="0"/>
              <a:t>20-  ET PARCE QU’IL VIT JE PEUX FAIRE FACE À DEMAIN </a:t>
            </a:r>
          </a:p>
          <a:p>
            <a:pPr>
              <a:defRPr/>
            </a:pPr>
            <a:r>
              <a:rPr lang="fr-FR" smtClean="0"/>
              <a:t>      Let all creation testify Let this life within me cry</a:t>
            </a:r>
          </a:p>
          <a:p>
            <a:pPr>
              <a:defRPr/>
            </a:pPr>
            <a:r>
              <a:rPr lang="fr-FR" smtClean="0"/>
              <a:t>21-  IL VIT, IL VIT ET LE TOMBEAU EST VIDE </a:t>
            </a:r>
          </a:p>
          <a:p>
            <a:pPr>
              <a:defRPr/>
            </a:pPr>
            <a:r>
              <a:rPr lang="fr-FR" smtClean="0"/>
              <a:t>      He lives The tomb is empty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22-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 I know my Redeemer I know my Redeemer lives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JE LE SAIS, MON RÉDEMPTEUR VIT </a:t>
            </a:r>
          </a:p>
          <a:p>
            <a:pPr>
              <a:defRPr/>
            </a:pPr>
            <a:r>
              <a:rPr lang="fr-FR" smtClean="0"/>
              <a:t>      I know my Redeemer lives</a:t>
            </a:r>
          </a:p>
          <a:p>
            <a:pPr>
              <a:defRPr/>
            </a:pPr>
            <a:endParaRPr lang="fr-FR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QUI A DIT AU SOLEIL OÙ SE PLACER LE MATIN ?</a:t>
            </a:r>
          </a:p>
          <a:p>
            <a:pPr>
              <a:defRPr/>
            </a:pPr>
            <a:r>
              <a:rPr lang="fr-FR" smtClean="0"/>
              <a:t>    Who taught the sun Where to stand in the morning</a:t>
            </a:r>
          </a:p>
          <a:p>
            <a:pPr>
              <a:defRPr/>
            </a:pPr>
            <a:r>
              <a:rPr lang="fr-FR" smtClean="0"/>
              <a:t>2-  ET QUI A DIT AUX MERS : VOUS N’AVANCEREZ PAS PLUS LOIN ? </a:t>
            </a:r>
          </a:p>
          <a:p>
            <a:pPr>
              <a:defRPr/>
            </a:pPr>
            <a:r>
              <a:rPr lang="fr-FR" smtClean="0"/>
              <a:t>    And who told the ocean You can only come this far</a:t>
            </a:r>
          </a:p>
          <a:p>
            <a:pPr>
              <a:defRPr/>
            </a:pPr>
            <a:r>
              <a:rPr lang="fr-FR" smtClean="0"/>
              <a:t>3-  QUI A MONTRÉ À LA LUNE OÙ SE CACHER JUSQU’AU SOIR ?</a:t>
            </a:r>
          </a:p>
          <a:p>
            <a:pPr>
              <a:defRPr/>
            </a:pPr>
            <a:r>
              <a:rPr lang="fr-FR" smtClean="0"/>
              <a:t>     And who showed the moon Where to hide till evening</a:t>
            </a:r>
          </a:p>
          <a:p>
            <a:pPr>
              <a:defRPr/>
            </a:pPr>
            <a:r>
              <a:rPr lang="fr-FR" smtClean="0"/>
              <a:t>4-  ET QUI PAR SA PAROLE PEUT SAISIR LES ÉTOILES ?</a:t>
            </a:r>
          </a:p>
          <a:p>
            <a:pPr>
              <a:defRPr/>
            </a:pPr>
            <a:r>
              <a:rPr lang="fr-FR" smtClean="0"/>
              <a:t>     Whose words alone can Catch a falling star</a:t>
            </a:r>
          </a:p>
          <a:p>
            <a:pPr>
              <a:defRPr/>
            </a:pPr>
            <a:r>
              <a:rPr lang="fr-FR" smtClean="0"/>
              <a:t> 
	5-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Well I know my Redeemer lives I know my Redeemer lives</a:t>
            </a:r>
          </a:p>
          <a:p>
            <a:pPr>
              <a:defRPr/>
            </a:pPr>
            <a:r>
              <a:rPr lang="fr-FR" smtClean="0"/>
              <a:t>	6-  TOUTE LA TERRE EN TÉMOIGNE SA VIE EN MOI LE PROCLAME</a:t>
            </a:r>
          </a:p>
          <a:p>
            <a:pPr>
              <a:defRPr/>
            </a:pPr>
            <a:r>
              <a:rPr lang="fr-FR" smtClean="0"/>
              <a:t>  	All of creation testifies This life within me cries</a:t>
            </a:r>
          </a:p>
          <a:p>
            <a:pPr>
              <a:defRPr/>
            </a:pPr>
            <a:r>
              <a:rPr lang="fr-FR" smtClean="0"/>
              <a:t> 	7-  JE LE SAIS, MON RÉDEMPTEUR VIT</a:t>
            </a:r>
          </a:p>
          <a:p>
            <a:pPr>
              <a:defRPr/>
            </a:pPr>
            <a:r>
              <a:rPr lang="fr-FR" smtClean="0"/>
              <a:t>     	I know my Redeemer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LE MÊME DIEU QUI A MIS LES ASTRES DANS LES CIEUX</a:t>
            </a:r>
          </a:p>
          <a:p>
            <a:pPr>
              <a:defRPr/>
            </a:pPr>
            <a:r>
              <a:rPr lang="fr-FR" smtClean="0"/>
              <a:t>     The very same God That spins things in orbit</a:t>
            </a:r>
          </a:p>
          <a:p>
            <a:pPr>
              <a:defRPr/>
            </a:pPr>
            <a:r>
              <a:rPr lang="fr-FR" smtClean="0"/>
              <a:t>9-  VOLE AU SECOURS DE CEUX QUI EN ONT BESOIN </a:t>
            </a:r>
          </a:p>
          <a:p>
            <a:pPr>
              <a:defRPr/>
            </a:pPr>
            <a:r>
              <a:rPr lang="fr-FR" smtClean="0"/>
              <a:t>      Runs to the weary The worn and the weak</a:t>
            </a:r>
          </a:p>
          <a:p>
            <a:pPr>
              <a:defRPr/>
            </a:pPr>
            <a:r>
              <a:rPr lang="fr-FR" smtClean="0"/>
              <a:t>10-  ET LA MÊME DOUCE MAIN QUI ME PORTE ET ME SOUTIENT</a:t>
            </a:r>
            <a:br>
              <a:rPr lang="fr-FR" smtClean="0"/>
            </a:br>
            <a:r>
              <a:rPr lang="fr-FR" smtClean="0"/>
              <a:t>      And the same gentle hand sThat hold me when I'm broken</a:t>
            </a:r>
          </a:p>
          <a:p>
            <a:pPr>
              <a:defRPr/>
            </a:pPr>
            <a:r>
              <a:rPr lang="fr-FR" smtClean="0"/>
              <a:t>11-  A VAINCU LA MORT ET BÉNI MES LENDEMAINS</a:t>
            </a:r>
          </a:p>
          <a:p>
            <a:pPr>
              <a:defRPr/>
            </a:pPr>
            <a:r>
              <a:rPr lang="fr-FR" smtClean="0"/>
              <a:t>       They conquer death to bring me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12-  ET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 Now I know my Redeemer lives I know my Redeemer lives</a:t>
            </a:r>
          </a:p>
          <a:p>
            <a:pPr>
              <a:defRPr/>
            </a:pPr>
            <a:r>
              <a:rPr lang="fr-FR" smtClean="0"/>
              <a:t>	13-  QUE TOUTE LA TERRE EN TÉMOIGNE QUE SA VIE EN MOI PROCLAME </a:t>
            </a:r>
          </a:p>
          <a:p>
            <a:pPr>
              <a:defRPr/>
            </a:pPr>
            <a:r>
              <a:rPr lang="fr-FR" smtClean="0"/>
              <a:t>  	Let all creation testify Let this life within me cry</a:t>
            </a:r>
          </a:p>
          <a:p>
            <a:pPr>
              <a:defRPr/>
            </a:pPr>
            <a:r>
              <a:rPr lang="fr-FR" smtClean="0"/>
              <a:t>	14-  JE LE SAIS, MON RÉDEMPTEUR </a:t>
            </a:r>
          </a:p>
          <a:p>
            <a:pPr>
              <a:defRPr/>
            </a:pPr>
            <a:r>
              <a:rPr lang="fr-FR" smtClean="0"/>
              <a:t>      	 I know my Redeemer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IL VIT POUR ÔTER MES FARDEAUX IL VIT, JE LE PROCLAMERAI </a:t>
            </a:r>
          </a:p>
          <a:p>
            <a:pPr>
              <a:defRPr/>
            </a:pPr>
            <a:r>
              <a:rPr lang="fr-FR" smtClean="0"/>
              <a:t>      He lives to take away my shame And He lives forever I'll proclaim</a:t>
            </a:r>
          </a:p>
          <a:p>
            <a:pPr>
              <a:defRPr/>
            </a:pPr>
            <a:r>
              <a:rPr lang="fr-FR" smtClean="0"/>
              <a:t>16-  IL VIT </a:t>
            </a:r>
          </a:p>
          <a:p>
            <a:pPr>
              <a:defRPr/>
            </a:pPr>
            <a:r>
              <a:rPr lang="fr-FR" smtClean="0"/>
              <a:t>       He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17-  LE PRIX DE MON PÉCHÉ DE SA VIE, IL L’A PAYÉ </a:t>
            </a:r>
          </a:p>
          <a:p>
            <a:pPr>
              <a:defRPr/>
            </a:pPr>
            <a:r>
              <a:rPr lang="fr-FR" smtClean="0"/>
              <a:t>       That the payment for my sin Was the precious life He gave</a:t>
            </a:r>
          </a:p>
          <a:p>
            <a:pPr>
              <a:defRPr/>
            </a:pPr>
            <a:r>
              <a:rPr lang="fr-FR" smtClean="0"/>
              <a:t>18-  MAIS AUJOURD’HUI IL VIT, IL EST RESSUSCITÉ</a:t>
            </a:r>
          </a:p>
          <a:p>
            <a:pPr>
              <a:defRPr/>
            </a:pPr>
            <a:r>
              <a:rPr lang="fr-FR" smtClean="0"/>
              <a:t>       But now He's alive and there's an empty grave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Fin :
19-  JE SAIS QUE JE SAIS QUE JE SAIS QUE JE SAIS… </a:t>
            </a:r>
          </a:p>
          <a:p>
            <a:pPr>
              <a:defRPr/>
            </a:pPr>
            <a:r>
              <a:rPr lang="fr-FR" smtClean="0"/>
              <a:t>       And I know my Redeemer, He lives I know my Redeemer lives</a:t>
            </a:r>
          </a:p>
          <a:p>
            <a:pPr>
              <a:defRPr/>
            </a:pPr>
            <a:r>
              <a:rPr lang="fr-FR" smtClean="0"/>
              <a:t>20-  ET PARCE QU’IL VIT JE PEUX FAIRE FACE À DEMAIN </a:t>
            </a:r>
          </a:p>
          <a:p>
            <a:pPr>
              <a:defRPr/>
            </a:pPr>
            <a:r>
              <a:rPr lang="fr-FR" smtClean="0"/>
              <a:t>      Let all creation testify Let this life within me cry</a:t>
            </a:r>
          </a:p>
          <a:p>
            <a:pPr>
              <a:defRPr/>
            </a:pPr>
            <a:r>
              <a:rPr lang="fr-FR" smtClean="0"/>
              <a:t>21-  IL VIT, IL VIT ET LE TOMBEAU EST VIDE </a:t>
            </a:r>
          </a:p>
          <a:p>
            <a:pPr>
              <a:defRPr/>
            </a:pPr>
            <a:r>
              <a:rPr lang="fr-FR" smtClean="0"/>
              <a:t>      He lives The tomb is empty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22-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 I know my Redeemer I know my Redeemer lives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JE LE SAIS, MON RÉDEMPTEUR VIT </a:t>
            </a:r>
          </a:p>
          <a:p>
            <a:pPr>
              <a:defRPr/>
            </a:pPr>
            <a:r>
              <a:rPr lang="fr-FR" smtClean="0"/>
              <a:t>      I know my Redeemer lives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QUI A DIT AU SOLEIL OÙ SE PLACER LE MATIN ?</a:t>
            </a:r>
          </a:p>
          <a:p>
            <a:pPr>
              <a:defRPr/>
            </a:pPr>
            <a:r>
              <a:rPr lang="fr-FR" smtClean="0"/>
              <a:t>    Who taught the sun Where to stand in the morning</a:t>
            </a:r>
          </a:p>
          <a:p>
            <a:pPr>
              <a:defRPr/>
            </a:pPr>
            <a:r>
              <a:rPr lang="fr-FR" smtClean="0"/>
              <a:t>2-  ET QUI A DIT AUX MERS : VOUS N’AVANCEREZ PAS PLUS LOIN ? </a:t>
            </a:r>
          </a:p>
          <a:p>
            <a:pPr>
              <a:defRPr/>
            </a:pPr>
            <a:r>
              <a:rPr lang="fr-FR" smtClean="0"/>
              <a:t>    And who told the ocean You can only come this far</a:t>
            </a:r>
          </a:p>
          <a:p>
            <a:pPr>
              <a:defRPr/>
            </a:pPr>
            <a:r>
              <a:rPr lang="fr-FR" smtClean="0"/>
              <a:t>3-  QUI A MONTRÉ À LA LUNE OÙ SE CACHER JUSQU’AU SOIR ?</a:t>
            </a:r>
          </a:p>
          <a:p>
            <a:pPr>
              <a:defRPr/>
            </a:pPr>
            <a:r>
              <a:rPr lang="fr-FR" smtClean="0"/>
              <a:t>     And who showed the moon Where to hide till evening</a:t>
            </a:r>
          </a:p>
          <a:p>
            <a:pPr>
              <a:defRPr/>
            </a:pPr>
            <a:r>
              <a:rPr lang="fr-FR" smtClean="0"/>
              <a:t>4-  ET QUI PAR SA PAROLE PEUT SAISIR LES ÉTOILES ?</a:t>
            </a:r>
          </a:p>
          <a:p>
            <a:pPr>
              <a:defRPr/>
            </a:pPr>
            <a:r>
              <a:rPr lang="fr-FR" smtClean="0"/>
              <a:t>     Whose words alone can Catch a falling star</a:t>
            </a:r>
          </a:p>
          <a:p>
            <a:pPr>
              <a:defRPr/>
            </a:pPr>
            <a:r>
              <a:rPr lang="fr-FR" smtClean="0"/>
              <a:t> 
	5-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Well I know my Redeemer lives I know my Redeemer lives</a:t>
            </a:r>
          </a:p>
          <a:p>
            <a:pPr>
              <a:defRPr/>
            </a:pPr>
            <a:r>
              <a:rPr lang="fr-FR" smtClean="0"/>
              <a:t>	6-  TOUTE LA TERRE EN TÉMOIGNE SA VIE EN MOI LE PROCLAME</a:t>
            </a:r>
          </a:p>
          <a:p>
            <a:pPr>
              <a:defRPr/>
            </a:pPr>
            <a:r>
              <a:rPr lang="fr-FR" smtClean="0"/>
              <a:t>  	All of creation testifies This life within me cries</a:t>
            </a:r>
          </a:p>
          <a:p>
            <a:pPr>
              <a:defRPr/>
            </a:pPr>
            <a:r>
              <a:rPr lang="fr-FR" smtClean="0"/>
              <a:t> 	7-  JE LE SAIS, MON RÉDEMPTEUR VIT</a:t>
            </a:r>
          </a:p>
          <a:p>
            <a:pPr>
              <a:defRPr/>
            </a:pPr>
            <a:r>
              <a:rPr lang="fr-FR" smtClean="0"/>
              <a:t>     	I know my Redeemer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LE MÊME DIEU QUI A MIS LES ASTRES DANS LES CIEUX</a:t>
            </a:r>
          </a:p>
          <a:p>
            <a:pPr>
              <a:defRPr/>
            </a:pPr>
            <a:r>
              <a:rPr lang="fr-FR" smtClean="0"/>
              <a:t>     The very same God That spins things in orbit</a:t>
            </a:r>
          </a:p>
          <a:p>
            <a:pPr>
              <a:defRPr/>
            </a:pPr>
            <a:r>
              <a:rPr lang="fr-FR" smtClean="0"/>
              <a:t>9-  VOLE AU SECOURS DE CEUX QUI EN ONT BESOIN </a:t>
            </a:r>
          </a:p>
          <a:p>
            <a:pPr>
              <a:defRPr/>
            </a:pPr>
            <a:r>
              <a:rPr lang="fr-FR" smtClean="0"/>
              <a:t>      Runs to the weary The worn and the weak</a:t>
            </a:r>
          </a:p>
          <a:p>
            <a:pPr>
              <a:defRPr/>
            </a:pPr>
            <a:r>
              <a:rPr lang="fr-FR" smtClean="0"/>
              <a:t>10-  ET LA MÊME DOUCE MAIN QUI ME PORTE ET ME SOUTIENT</a:t>
            </a:r>
            <a:br>
              <a:rPr lang="fr-FR" smtClean="0"/>
            </a:br>
            <a:r>
              <a:rPr lang="fr-FR" smtClean="0"/>
              <a:t>      And the same gentle hand sThat hold me when I'm broken</a:t>
            </a:r>
          </a:p>
          <a:p>
            <a:pPr>
              <a:defRPr/>
            </a:pPr>
            <a:r>
              <a:rPr lang="fr-FR" smtClean="0"/>
              <a:t>11-  A VAINCU LA MORT ET BÉNI MES LENDEMAINS</a:t>
            </a:r>
          </a:p>
          <a:p>
            <a:pPr>
              <a:defRPr/>
            </a:pPr>
            <a:r>
              <a:rPr lang="fr-FR" smtClean="0"/>
              <a:t>       They conquer death to bring me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12-  ET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 Now I know my Redeemer lives I know my Redeemer lives</a:t>
            </a:r>
          </a:p>
          <a:p>
            <a:pPr>
              <a:defRPr/>
            </a:pPr>
            <a:r>
              <a:rPr lang="fr-FR" smtClean="0"/>
              <a:t>	13-  QUE TOUTE LA TERRE EN TÉMOIGNE QUE SA VIE EN MOI PROCLAME </a:t>
            </a:r>
          </a:p>
          <a:p>
            <a:pPr>
              <a:defRPr/>
            </a:pPr>
            <a:r>
              <a:rPr lang="fr-FR" smtClean="0"/>
              <a:t>  	Let all creation testify Let this life within me cry</a:t>
            </a:r>
          </a:p>
          <a:p>
            <a:pPr>
              <a:defRPr/>
            </a:pPr>
            <a:r>
              <a:rPr lang="fr-FR" smtClean="0"/>
              <a:t>	14-  JE LE SAIS, MON RÉDEMPTEUR </a:t>
            </a:r>
          </a:p>
          <a:p>
            <a:pPr>
              <a:defRPr/>
            </a:pPr>
            <a:r>
              <a:rPr lang="fr-FR" smtClean="0"/>
              <a:t>      	 I know my Redeemer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IL VIT POUR ÔTER MES FARDEAUX IL VIT, JE LE PROCLAMERAI </a:t>
            </a:r>
          </a:p>
          <a:p>
            <a:pPr>
              <a:defRPr/>
            </a:pPr>
            <a:r>
              <a:rPr lang="fr-FR" smtClean="0"/>
              <a:t>      He lives to take away my shame And He lives forever I'll proclaim</a:t>
            </a:r>
          </a:p>
          <a:p>
            <a:pPr>
              <a:defRPr/>
            </a:pPr>
            <a:r>
              <a:rPr lang="fr-FR" smtClean="0"/>
              <a:t>16-  IL VIT </a:t>
            </a:r>
          </a:p>
          <a:p>
            <a:pPr>
              <a:defRPr/>
            </a:pPr>
            <a:r>
              <a:rPr lang="fr-FR" smtClean="0"/>
              <a:t>       He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17-  LE PRIX DE MON PÉCHÉ DE SA VIE, IL L’A PAYÉ </a:t>
            </a:r>
          </a:p>
          <a:p>
            <a:pPr>
              <a:defRPr/>
            </a:pPr>
            <a:r>
              <a:rPr lang="fr-FR" smtClean="0"/>
              <a:t>       That the payment for my sin Was the precious life He gave</a:t>
            </a:r>
          </a:p>
          <a:p>
            <a:pPr>
              <a:defRPr/>
            </a:pPr>
            <a:r>
              <a:rPr lang="fr-FR" smtClean="0"/>
              <a:t>18-  MAIS AUJOURD’HUI IL VIT, IL EST RESSUSCITÉ</a:t>
            </a:r>
          </a:p>
          <a:p>
            <a:pPr>
              <a:defRPr/>
            </a:pPr>
            <a:r>
              <a:rPr lang="fr-FR" smtClean="0"/>
              <a:t>       But now He's alive and there's an empty grave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Fin :
19-  JE SAIS QUE JE SAIS QUE JE SAIS QUE JE SAIS… </a:t>
            </a:r>
          </a:p>
          <a:p>
            <a:pPr>
              <a:defRPr/>
            </a:pPr>
            <a:r>
              <a:rPr lang="fr-FR" smtClean="0"/>
              <a:t>       And I know my Redeemer, He lives I know my Redeemer lives</a:t>
            </a:r>
          </a:p>
          <a:p>
            <a:pPr>
              <a:defRPr/>
            </a:pPr>
            <a:r>
              <a:rPr lang="fr-FR" smtClean="0"/>
              <a:t>20-  ET PARCE QU’IL VIT JE PEUX FAIRE FACE À DEMAIN </a:t>
            </a:r>
          </a:p>
          <a:p>
            <a:pPr>
              <a:defRPr/>
            </a:pPr>
            <a:r>
              <a:rPr lang="fr-FR" smtClean="0"/>
              <a:t>      Let all creation testify Let this life within me cry</a:t>
            </a:r>
          </a:p>
          <a:p>
            <a:pPr>
              <a:defRPr/>
            </a:pPr>
            <a:r>
              <a:rPr lang="fr-FR" smtClean="0"/>
              <a:t>21-  IL VIT, IL VIT ET LE TOMBEAU EST VIDE </a:t>
            </a:r>
          </a:p>
          <a:p>
            <a:pPr>
              <a:defRPr/>
            </a:pPr>
            <a:r>
              <a:rPr lang="fr-FR" smtClean="0"/>
              <a:t>      He lives The tomb is empty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22-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 I know my Redeemer I know my Redeemer lives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JE LE SAIS, MON RÉDEMPTEUR VIT </a:t>
            </a:r>
          </a:p>
          <a:p>
            <a:pPr>
              <a:defRPr/>
            </a:pPr>
            <a:r>
              <a:rPr lang="fr-FR" smtClean="0"/>
              <a:t>      I know my Redeemer lives</a:t>
            </a:r>
          </a:p>
          <a:p>
            <a:pPr>
              <a:defRPr/>
            </a:pPr>
            <a:endParaRPr lang="fr-FR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QUI A DIT AU SOLEIL OÙ SE PLACER LE MATIN ?</a:t>
            </a:r>
          </a:p>
          <a:p>
            <a:pPr>
              <a:defRPr/>
            </a:pPr>
            <a:r>
              <a:rPr lang="fr-FR" smtClean="0"/>
              <a:t>    Who taught the sun Where to stand in the morning</a:t>
            </a:r>
          </a:p>
          <a:p>
            <a:pPr>
              <a:defRPr/>
            </a:pPr>
            <a:r>
              <a:rPr lang="fr-FR" smtClean="0"/>
              <a:t>2-  ET QUI A DIT AUX MERS : VOUS N’AVANCEREZ PAS PLUS LOIN ? </a:t>
            </a:r>
          </a:p>
          <a:p>
            <a:pPr>
              <a:defRPr/>
            </a:pPr>
            <a:r>
              <a:rPr lang="fr-FR" smtClean="0"/>
              <a:t>    And who told the ocean You can only come this far</a:t>
            </a:r>
          </a:p>
          <a:p>
            <a:pPr>
              <a:defRPr/>
            </a:pPr>
            <a:r>
              <a:rPr lang="fr-FR" smtClean="0"/>
              <a:t>3-  QUI A MONTRÉ À LA LUNE OÙ SE CACHER JUSQU’AU SOIR ?</a:t>
            </a:r>
          </a:p>
          <a:p>
            <a:pPr>
              <a:defRPr/>
            </a:pPr>
            <a:r>
              <a:rPr lang="fr-FR" smtClean="0"/>
              <a:t>     And who showed the moon Where to hide till evening</a:t>
            </a:r>
          </a:p>
          <a:p>
            <a:pPr>
              <a:defRPr/>
            </a:pPr>
            <a:r>
              <a:rPr lang="fr-FR" smtClean="0"/>
              <a:t>4-  ET QUI PAR SA PAROLE PEUT SAISIR LES ÉTOILES ?</a:t>
            </a:r>
          </a:p>
          <a:p>
            <a:pPr>
              <a:defRPr/>
            </a:pPr>
            <a:r>
              <a:rPr lang="fr-FR" smtClean="0"/>
              <a:t>     Whose words alone can Catch a falling star</a:t>
            </a:r>
          </a:p>
          <a:p>
            <a:pPr>
              <a:defRPr/>
            </a:pPr>
            <a:r>
              <a:rPr lang="fr-FR" smtClean="0"/>
              <a:t> 
	5-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Well I know my Redeemer lives I know my Redeemer lives</a:t>
            </a:r>
          </a:p>
          <a:p>
            <a:pPr>
              <a:defRPr/>
            </a:pPr>
            <a:r>
              <a:rPr lang="fr-FR" smtClean="0"/>
              <a:t>	6-  TOUTE LA TERRE EN TÉMOIGNE SA VIE EN MOI LE PROCLAME</a:t>
            </a:r>
          </a:p>
          <a:p>
            <a:pPr>
              <a:defRPr/>
            </a:pPr>
            <a:r>
              <a:rPr lang="fr-FR" smtClean="0"/>
              <a:t>  	All of creation testifies This life within me cries</a:t>
            </a:r>
          </a:p>
          <a:p>
            <a:pPr>
              <a:defRPr/>
            </a:pPr>
            <a:r>
              <a:rPr lang="fr-FR" smtClean="0"/>
              <a:t> 	7-  JE LE SAIS, MON RÉDEMPTEUR VIT</a:t>
            </a:r>
          </a:p>
          <a:p>
            <a:pPr>
              <a:defRPr/>
            </a:pPr>
            <a:r>
              <a:rPr lang="fr-FR" smtClean="0"/>
              <a:t>     	I know my Redeemer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LE MÊME DIEU QUI A MIS LES ASTRES DANS LES CIEUX</a:t>
            </a:r>
          </a:p>
          <a:p>
            <a:pPr>
              <a:defRPr/>
            </a:pPr>
            <a:r>
              <a:rPr lang="fr-FR" smtClean="0"/>
              <a:t>     The very same God That spins things in orbit</a:t>
            </a:r>
          </a:p>
          <a:p>
            <a:pPr>
              <a:defRPr/>
            </a:pPr>
            <a:r>
              <a:rPr lang="fr-FR" smtClean="0"/>
              <a:t>9-  VOLE AU SECOURS DE CEUX QUI EN ONT BESOIN </a:t>
            </a:r>
          </a:p>
          <a:p>
            <a:pPr>
              <a:defRPr/>
            </a:pPr>
            <a:r>
              <a:rPr lang="fr-FR" smtClean="0"/>
              <a:t>      Runs to the weary The worn and the weak</a:t>
            </a:r>
          </a:p>
          <a:p>
            <a:pPr>
              <a:defRPr/>
            </a:pPr>
            <a:r>
              <a:rPr lang="fr-FR" smtClean="0"/>
              <a:t>10-  ET LA MÊME DOUCE MAIN QUI ME PORTE ET ME SOUTIENT</a:t>
            </a:r>
            <a:br>
              <a:rPr lang="fr-FR" smtClean="0"/>
            </a:br>
            <a:r>
              <a:rPr lang="fr-FR" smtClean="0"/>
              <a:t>      And the same gentle hand sThat hold me when I'm broken</a:t>
            </a:r>
          </a:p>
          <a:p>
            <a:pPr>
              <a:defRPr/>
            </a:pPr>
            <a:r>
              <a:rPr lang="fr-FR" smtClean="0"/>
              <a:t>11-  A VAINCU LA MORT ET BÉNI MES LENDEMAINS</a:t>
            </a:r>
          </a:p>
          <a:p>
            <a:pPr>
              <a:defRPr/>
            </a:pPr>
            <a:r>
              <a:rPr lang="fr-FR" smtClean="0"/>
              <a:t>       They conquer death to bring me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12-  ET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 Now I know my Redeemer lives I know my Redeemer lives</a:t>
            </a:r>
          </a:p>
          <a:p>
            <a:pPr>
              <a:defRPr/>
            </a:pPr>
            <a:r>
              <a:rPr lang="fr-FR" smtClean="0"/>
              <a:t>	13-  QUE TOUTE LA TERRE EN TÉMOIGNE QUE SA VIE EN MOI PROCLAME </a:t>
            </a:r>
          </a:p>
          <a:p>
            <a:pPr>
              <a:defRPr/>
            </a:pPr>
            <a:r>
              <a:rPr lang="fr-FR" smtClean="0"/>
              <a:t>  	Let all creation testify Let this life within me cry</a:t>
            </a:r>
          </a:p>
          <a:p>
            <a:pPr>
              <a:defRPr/>
            </a:pPr>
            <a:r>
              <a:rPr lang="fr-FR" smtClean="0"/>
              <a:t>	14-  JE LE SAIS, MON RÉDEMPTEUR </a:t>
            </a:r>
          </a:p>
          <a:p>
            <a:pPr>
              <a:defRPr/>
            </a:pPr>
            <a:r>
              <a:rPr lang="fr-FR" smtClean="0"/>
              <a:t>      	 I know my Redeemer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IL VIT POUR ÔTER MES FARDEAUX IL VIT, JE LE PROCLAMERAI </a:t>
            </a:r>
          </a:p>
          <a:p>
            <a:pPr>
              <a:defRPr/>
            </a:pPr>
            <a:r>
              <a:rPr lang="fr-FR" smtClean="0"/>
              <a:t>      He lives to take away my shame And He lives forever I'll proclaim</a:t>
            </a:r>
          </a:p>
          <a:p>
            <a:pPr>
              <a:defRPr/>
            </a:pPr>
            <a:r>
              <a:rPr lang="fr-FR" smtClean="0"/>
              <a:t>16-  IL VIT </a:t>
            </a:r>
          </a:p>
          <a:p>
            <a:pPr>
              <a:defRPr/>
            </a:pPr>
            <a:r>
              <a:rPr lang="fr-FR" smtClean="0"/>
              <a:t>       He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17-  LE PRIX DE MON PÉCHÉ DE SA VIE, IL L’A PAYÉ </a:t>
            </a:r>
          </a:p>
          <a:p>
            <a:pPr>
              <a:defRPr/>
            </a:pPr>
            <a:r>
              <a:rPr lang="fr-FR" smtClean="0"/>
              <a:t>       That the payment for my sin Was the precious life He gave</a:t>
            </a:r>
          </a:p>
          <a:p>
            <a:pPr>
              <a:defRPr/>
            </a:pPr>
            <a:r>
              <a:rPr lang="fr-FR" smtClean="0"/>
              <a:t>18-  MAIS AUJOURD’HUI IL VIT, IL EST RESSUSCITÉ</a:t>
            </a:r>
          </a:p>
          <a:p>
            <a:pPr>
              <a:defRPr/>
            </a:pPr>
            <a:r>
              <a:rPr lang="fr-FR" smtClean="0"/>
              <a:t>       But now He's alive and there's an empty grave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Fin :
19-  JE SAIS QUE JE SAIS QUE JE SAIS QUE JE SAIS… </a:t>
            </a:r>
          </a:p>
          <a:p>
            <a:pPr>
              <a:defRPr/>
            </a:pPr>
            <a:r>
              <a:rPr lang="fr-FR" smtClean="0"/>
              <a:t>       And I know my Redeemer, He lives I know my Redeemer lives</a:t>
            </a:r>
          </a:p>
          <a:p>
            <a:pPr>
              <a:defRPr/>
            </a:pPr>
            <a:r>
              <a:rPr lang="fr-FR" smtClean="0"/>
              <a:t>20-  ET PARCE QU’IL VIT JE PEUX FAIRE FACE À DEMAIN </a:t>
            </a:r>
          </a:p>
          <a:p>
            <a:pPr>
              <a:defRPr/>
            </a:pPr>
            <a:r>
              <a:rPr lang="fr-FR" smtClean="0"/>
              <a:t>      Let all creation testify Let this life within me cry</a:t>
            </a:r>
          </a:p>
          <a:p>
            <a:pPr>
              <a:defRPr/>
            </a:pPr>
            <a:r>
              <a:rPr lang="fr-FR" smtClean="0"/>
              <a:t>21-  IL VIT, IL VIT ET LE TOMBEAU EST VIDE </a:t>
            </a:r>
          </a:p>
          <a:p>
            <a:pPr>
              <a:defRPr/>
            </a:pPr>
            <a:r>
              <a:rPr lang="fr-FR" smtClean="0"/>
              <a:t>      He lives The tomb is empty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22-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 I know my Redeemer I know my Redeemer lives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JE LE SAIS, MON RÉDEMPTEUR VIT </a:t>
            </a:r>
          </a:p>
          <a:p>
            <a:pPr>
              <a:defRPr/>
            </a:pPr>
            <a:r>
              <a:rPr lang="fr-FR" smtClean="0"/>
              <a:t>      I know my Redeemer lives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QUI A DIT AU SOLEIL OÙ SE PLACER LE MATIN ?</a:t>
            </a:r>
          </a:p>
          <a:p>
            <a:pPr>
              <a:defRPr/>
            </a:pPr>
            <a:r>
              <a:rPr lang="fr-FR" smtClean="0"/>
              <a:t>    Who taught the sun Where to stand in the morning</a:t>
            </a:r>
          </a:p>
          <a:p>
            <a:pPr>
              <a:defRPr/>
            </a:pPr>
            <a:r>
              <a:rPr lang="fr-FR" smtClean="0"/>
              <a:t>2-  ET QUI A DIT AUX MERS : VOUS N’AVANCEREZ PAS PLUS LOIN ? </a:t>
            </a:r>
          </a:p>
          <a:p>
            <a:pPr>
              <a:defRPr/>
            </a:pPr>
            <a:r>
              <a:rPr lang="fr-FR" smtClean="0"/>
              <a:t>    And who told the ocean You can only come this far</a:t>
            </a:r>
          </a:p>
          <a:p>
            <a:pPr>
              <a:defRPr/>
            </a:pPr>
            <a:r>
              <a:rPr lang="fr-FR" smtClean="0"/>
              <a:t>3-  QUI A MONTRÉ À LA LUNE OÙ SE CACHER JUSQU’AU SOIR ?</a:t>
            </a:r>
          </a:p>
          <a:p>
            <a:pPr>
              <a:defRPr/>
            </a:pPr>
            <a:r>
              <a:rPr lang="fr-FR" smtClean="0"/>
              <a:t>     And who showed the moon Where to hide till evening</a:t>
            </a:r>
          </a:p>
          <a:p>
            <a:pPr>
              <a:defRPr/>
            </a:pPr>
            <a:r>
              <a:rPr lang="fr-FR" smtClean="0"/>
              <a:t>4-  ET QUI PAR SA PAROLE PEUT SAISIR LES ÉTOILES ?</a:t>
            </a:r>
          </a:p>
          <a:p>
            <a:pPr>
              <a:defRPr/>
            </a:pPr>
            <a:r>
              <a:rPr lang="fr-FR" smtClean="0"/>
              <a:t>     Whose words alone can Catch a falling star</a:t>
            </a:r>
          </a:p>
          <a:p>
            <a:pPr>
              <a:defRPr/>
            </a:pPr>
            <a:r>
              <a:rPr lang="fr-FR" smtClean="0"/>
              <a:t> 
	5-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Well I know my Redeemer lives I know my Redeemer lives</a:t>
            </a:r>
          </a:p>
          <a:p>
            <a:pPr>
              <a:defRPr/>
            </a:pPr>
            <a:r>
              <a:rPr lang="fr-FR" smtClean="0"/>
              <a:t>	6-  TOUTE LA TERRE EN TÉMOIGNE SA VIE EN MOI LE PROCLAME</a:t>
            </a:r>
          </a:p>
          <a:p>
            <a:pPr>
              <a:defRPr/>
            </a:pPr>
            <a:r>
              <a:rPr lang="fr-FR" smtClean="0"/>
              <a:t>  	All of creation testifies This life within me cries</a:t>
            </a:r>
          </a:p>
          <a:p>
            <a:pPr>
              <a:defRPr/>
            </a:pPr>
            <a:r>
              <a:rPr lang="fr-FR" smtClean="0"/>
              <a:t> 	7-  JE LE SAIS, MON RÉDEMPTEUR VIT</a:t>
            </a:r>
          </a:p>
          <a:p>
            <a:pPr>
              <a:defRPr/>
            </a:pPr>
            <a:r>
              <a:rPr lang="fr-FR" smtClean="0"/>
              <a:t>     	I know my Redeemer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LE MÊME DIEU QUI A MIS LES ASTRES DANS LES CIEUX</a:t>
            </a:r>
          </a:p>
          <a:p>
            <a:pPr>
              <a:defRPr/>
            </a:pPr>
            <a:r>
              <a:rPr lang="fr-FR" smtClean="0"/>
              <a:t>     The very same God That spins things in orbit</a:t>
            </a:r>
          </a:p>
          <a:p>
            <a:pPr>
              <a:defRPr/>
            </a:pPr>
            <a:r>
              <a:rPr lang="fr-FR" smtClean="0"/>
              <a:t>9-  VOLE AU SECOURS DE CEUX QUI EN ONT BESOIN </a:t>
            </a:r>
          </a:p>
          <a:p>
            <a:pPr>
              <a:defRPr/>
            </a:pPr>
            <a:r>
              <a:rPr lang="fr-FR" smtClean="0"/>
              <a:t>      Runs to the weary The worn and the weak</a:t>
            </a:r>
          </a:p>
          <a:p>
            <a:pPr>
              <a:defRPr/>
            </a:pPr>
            <a:r>
              <a:rPr lang="fr-FR" smtClean="0"/>
              <a:t>10-  ET LA MÊME DOUCE MAIN QUI ME PORTE ET ME SOUTIENT</a:t>
            </a:r>
            <a:br>
              <a:rPr lang="fr-FR" smtClean="0"/>
            </a:br>
            <a:r>
              <a:rPr lang="fr-FR" smtClean="0"/>
              <a:t>      And the same gentle hand sThat hold me when I'm broken</a:t>
            </a:r>
          </a:p>
          <a:p>
            <a:pPr>
              <a:defRPr/>
            </a:pPr>
            <a:r>
              <a:rPr lang="fr-FR" smtClean="0"/>
              <a:t>11-  A VAINCU LA MORT ET BÉNI MES LENDEMAINS</a:t>
            </a:r>
          </a:p>
          <a:p>
            <a:pPr>
              <a:defRPr/>
            </a:pPr>
            <a:r>
              <a:rPr lang="fr-FR" smtClean="0"/>
              <a:t>       They conquer death to bring me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12-  ET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 Now I know my Redeemer lives I know my Redeemer lives</a:t>
            </a:r>
          </a:p>
          <a:p>
            <a:pPr>
              <a:defRPr/>
            </a:pPr>
            <a:r>
              <a:rPr lang="fr-FR" smtClean="0"/>
              <a:t>	13-  QUE TOUTE LA TERRE EN TÉMOIGNE QUE SA VIE EN MOI PROCLAME </a:t>
            </a:r>
          </a:p>
          <a:p>
            <a:pPr>
              <a:defRPr/>
            </a:pPr>
            <a:r>
              <a:rPr lang="fr-FR" smtClean="0"/>
              <a:t>  	Let all creation testify Let this life within me cry</a:t>
            </a:r>
          </a:p>
          <a:p>
            <a:pPr>
              <a:defRPr/>
            </a:pPr>
            <a:r>
              <a:rPr lang="fr-FR" smtClean="0"/>
              <a:t>	14-  JE LE SAIS, MON RÉDEMPTEUR </a:t>
            </a:r>
          </a:p>
          <a:p>
            <a:pPr>
              <a:defRPr/>
            </a:pPr>
            <a:r>
              <a:rPr lang="fr-FR" smtClean="0"/>
              <a:t>      	 I know my Redeemer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IL VIT POUR ÔTER MES FARDEAUX IL VIT, JE LE PROCLAMERAI </a:t>
            </a:r>
          </a:p>
          <a:p>
            <a:pPr>
              <a:defRPr/>
            </a:pPr>
            <a:r>
              <a:rPr lang="fr-FR" smtClean="0"/>
              <a:t>      He lives to take away my shame And He lives forever I'll proclaim</a:t>
            </a:r>
          </a:p>
          <a:p>
            <a:pPr>
              <a:defRPr/>
            </a:pPr>
            <a:r>
              <a:rPr lang="fr-FR" smtClean="0"/>
              <a:t>16-  IL VIT </a:t>
            </a:r>
          </a:p>
          <a:p>
            <a:pPr>
              <a:defRPr/>
            </a:pPr>
            <a:r>
              <a:rPr lang="fr-FR" smtClean="0"/>
              <a:t>       He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17-  LE PRIX DE MON PÉCHÉ DE SA VIE, IL L’A PAYÉ </a:t>
            </a:r>
          </a:p>
          <a:p>
            <a:pPr>
              <a:defRPr/>
            </a:pPr>
            <a:r>
              <a:rPr lang="fr-FR" smtClean="0"/>
              <a:t>       That the payment for my sin Was the precious life He gave</a:t>
            </a:r>
          </a:p>
          <a:p>
            <a:pPr>
              <a:defRPr/>
            </a:pPr>
            <a:r>
              <a:rPr lang="fr-FR" smtClean="0"/>
              <a:t>18-  MAIS AUJOURD’HUI IL VIT, IL EST RESSUSCITÉ</a:t>
            </a:r>
          </a:p>
          <a:p>
            <a:pPr>
              <a:defRPr/>
            </a:pPr>
            <a:r>
              <a:rPr lang="fr-FR" smtClean="0"/>
              <a:t>       But now He's alive and there's an empty grave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Fin :
19-  JE SAIS QUE JE SAIS QUE JE SAIS QUE JE SAIS… </a:t>
            </a:r>
          </a:p>
          <a:p>
            <a:pPr>
              <a:defRPr/>
            </a:pPr>
            <a:r>
              <a:rPr lang="fr-FR" smtClean="0"/>
              <a:t>       And I know my Redeemer, He lives I know my Redeemer lives</a:t>
            </a:r>
          </a:p>
          <a:p>
            <a:pPr>
              <a:defRPr/>
            </a:pPr>
            <a:r>
              <a:rPr lang="fr-FR" smtClean="0"/>
              <a:t>20-  ET PARCE QU’IL VIT JE PEUX FAIRE FACE À DEMAIN </a:t>
            </a:r>
          </a:p>
          <a:p>
            <a:pPr>
              <a:defRPr/>
            </a:pPr>
            <a:r>
              <a:rPr lang="fr-FR" smtClean="0"/>
              <a:t>      Let all creation testify Let this life within me cry</a:t>
            </a:r>
          </a:p>
          <a:p>
            <a:pPr>
              <a:defRPr/>
            </a:pPr>
            <a:r>
              <a:rPr lang="fr-FR" smtClean="0"/>
              <a:t>21-  IL VIT, IL VIT ET LE TOMBEAU EST VIDE </a:t>
            </a:r>
          </a:p>
          <a:p>
            <a:pPr>
              <a:defRPr/>
            </a:pPr>
            <a:r>
              <a:rPr lang="fr-FR" smtClean="0"/>
              <a:t>      He lives The tomb is empty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22-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 I know my Redeemer I know my Redeemer lives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JE LE SAIS, MON RÉDEMPTEUR VIT </a:t>
            </a:r>
          </a:p>
          <a:p>
            <a:pPr>
              <a:defRPr/>
            </a:pPr>
            <a:r>
              <a:rPr lang="fr-FR" smtClean="0"/>
              <a:t>      I know my Redeemer lives</a:t>
            </a:r>
          </a:p>
          <a:p>
            <a:pPr>
              <a:defRPr/>
            </a:pPr>
            <a:endParaRPr lang="fr-FR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QUI A DIT AU SOLEIL OÙ SE PLACER LE MATIN ?</a:t>
            </a:r>
          </a:p>
          <a:p>
            <a:pPr>
              <a:defRPr/>
            </a:pPr>
            <a:r>
              <a:rPr lang="fr-FR" smtClean="0"/>
              <a:t>    Who taught the sun Where to stand in the morning</a:t>
            </a:r>
          </a:p>
          <a:p>
            <a:pPr>
              <a:defRPr/>
            </a:pPr>
            <a:r>
              <a:rPr lang="fr-FR" smtClean="0"/>
              <a:t>2-  ET QUI A DIT AUX MERS : VOUS N’AVANCEREZ PAS PLUS LOIN ? </a:t>
            </a:r>
          </a:p>
          <a:p>
            <a:pPr>
              <a:defRPr/>
            </a:pPr>
            <a:r>
              <a:rPr lang="fr-FR" smtClean="0"/>
              <a:t>    And who told the ocean You can only come this far</a:t>
            </a:r>
          </a:p>
          <a:p>
            <a:pPr>
              <a:defRPr/>
            </a:pPr>
            <a:r>
              <a:rPr lang="fr-FR" smtClean="0"/>
              <a:t>3-  QUI A MONTRÉ À LA LUNE OÙ SE CACHER JUSQU’AU SOIR ?</a:t>
            </a:r>
          </a:p>
          <a:p>
            <a:pPr>
              <a:defRPr/>
            </a:pPr>
            <a:r>
              <a:rPr lang="fr-FR" smtClean="0"/>
              <a:t>     And who showed the moon Where to hide till evening</a:t>
            </a:r>
          </a:p>
          <a:p>
            <a:pPr>
              <a:defRPr/>
            </a:pPr>
            <a:r>
              <a:rPr lang="fr-FR" smtClean="0"/>
              <a:t>4-  ET QUI PAR SA PAROLE PEUT SAISIR LES ÉTOILES ?</a:t>
            </a:r>
          </a:p>
          <a:p>
            <a:pPr>
              <a:defRPr/>
            </a:pPr>
            <a:r>
              <a:rPr lang="fr-FR" smtClean="0"/>
              <a:t>     Whose words alone can Catch a falling star</a:t>
            </a:r>
          </a:p>
          <a:p>
            <a:pPr>
              <a:defRPr/>
            </a:pPr>
            <a:r>
              <a:rPr lang="fr-FR" smtClean="0"/>
              <a:t> 
	5-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Well I know my Redeemer lives I know my Redeemer lives</a:t>
            </a:r>
          </a:p>
          <a:p>
            <a:pPr>
              <a:defRPr/>
            </a:pPr>
            <a:r>
              <a:rPr lang="fr-FR" smtClean="0"/>
              <a:t>	6-  TOUTE LA TERRE EN TÉMOIGNE SA VIE EN MOI LE PROCLAME</a:t>
            </a:r>
          </a:p>
          <a:p>
            <a:pPr>
              <a:defRPr/>
            </a:pPr>
            <a:r>
              <a:rPr lang="fr-FR" smtClean="0"/>
              <a:t>  	All of creation testifies This life within me cries</a:t>
            </a:r>
          </a:p>
          <a:p>
            <a:pPr>
              <a:defRPr/>
            </a:pPr>
            <a:r>
              <a:rPr lang="fr-FR" smtClean="0"/>
              <a:t> 	7-  JE LE SAIS, MON RÉDEMPTEUR VIT</a:t>
            </a:r>
          </a:p>
          <a:p>
            <a:pPr>
              <a:defRPr/>
            </a:pPr>
            <a:r>
              <a:rPr lang="fr-FR" smtClean="0"/>
              <a:t>     	I know my Redeemer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LE MÊME DIEU QUI A MIS LES ASTRES DANS LES CIEUX</a:t>
            </a:r>
          </a:p>
          <a:p>
            <a:pPr>
              <a:defRPr/>
            </a:pPr>
            <a:r>
              <a:rPr lang="fr-FR" smtClean="0"/>
              <a:t>     The very same God That spins things in orbit</a:t>
            </a:r>
          </a:p>
          <a:p>
            <a:pPr>
              <a:defRPr/>
            </a:pPr>
            <a:r>
              <a:rPr lang="fr-FR" smtClean="0"/>
              <a:t>9-  VOLE AU SECOURS DE CEUX QUI EN ONT BESOIN </a:t>
            </a:r>
          </a:p>
          <a:p>
            <a:pPr>
              <a:defRPr/>
            </a:pPr>
            <a:r>
              <a:rPr lang="fr-FR" smtClean="0"/>
              <a:t>      Runs to the weary The worn and the weak</a:t>
            </a:r>
          </a:p>
          <a:p>
            <a:pPr>
              <a:defRPr/>
            </a:pPr>
            <a:r>
              <a:rPr lang="fr-FR" smtClean="0"/>
              <a:t>10-  ET LA MÊME DOUCE MAIN QUI ME PORTE ET ME SOUTIENT</a:t>
            </a:r>
            <a:br>
              <a:rPr lang="fr-FR" smtClean="0"/>
            </a:br>
            <a:r>
              <a:rPr lang="fr-FR" smtClean="0"/>
              <a:t>      And the same gentle hand sThat hold me when I'm broken</a:t>
            </a:r>
          </a:p>
          <a:p>
            <a:pPr>
              <a:defRPr/>
            </a:pPr>
            <a:r>
              <a:rPr lang="fr-FR" smtClean="0"/>
              <a:t>11-  A VAINCU LA MORT ET BÉNI MES LENDEMAINS</a:t>
            </a:r>
          </a:p>
          <a:p>
            <a:pPr>
              <a:defRPr/>
            </a:pPr>
            <a:r>
              <a:rPr lang="fr-FR" smtClean="0"/>
              <a:t>       They conquer death to bring me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12-  ET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 Now I know my Redeemer lives I know my Redeemer lives</a:t>
            </a:r>
          </a:p>
          <a:p>
            <a:pPr>
              <a:defRPr/>
            </a:pPr>
            <a:r>
              <a:rPr lang="fr-FR" smtClean="0"/>
              <a:t>	13-  QUE TOUTE LA TERRE EN TÉMOIGNE QUE SA VIE EN MOI PROCLAME </a:t>
            </a:r>
          </a:p>
          <a:p>
            <a:pPr>
              <a:defRPr/>
            </a:pPr>
            <a:r>
              <a:rPr lang="fr-FR" smtClean="0"/>
              <a:t>  	Let all creation testify Let this life within me cry</a:t>
            </a:r>
          </a:p>
          <a:p>
            <a:pPr>
              <a:defRPr/>
            </a:pPr>
            <a:r>
              <a:rPr lang="fr-FR" smtClean="0"/>
              <a:t>	14-  JE LE SAIS, MON RÉDEMPTEUR </a:t>
            </a:r>
          </a:p>
          <a:p>
            <a:pPr>
              <a:defRPr/>
            </a:pPr>
            <a:r>
              <a:rPr lang="fr-FR" smtClean="0"/>
              <a:t>      	 I know my Redeemer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IL VIT POUR ÔTER MES FARDEAUX IL VIT, JE LE PROCLAMERAI </a:t>
            </a:r>
          </a:p>
          <a:p>
            <a:pPr>
              <a:defRPr/>
            </a:pPr>
            <a:r>
              <a:rPr lang="fr-FR" smtClean="0"/>
              <a:t>      He lives to take away my shame And He lives forever I'll proclaim</a:t>
            </a:r>
          </a:p>
          <a:p>
            <a:pPr>
              <a:defRPr/>
            </a:pPr>
            <a:r>
              <a:rPr lang="fr-FR" smtClean="0"/>
              <a:t>16-  IL VIT </a:t>
            </a:r>
          </a:p>
          <a:p>
            <a:pPr>
              <a:defRPr/>
            </a:pPr>
            <a:r>
              <a:rPr lang="fr-FR" smtClean="0"/>
              <a:t>       He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17-  LE PRIX DE MON PÉCHÉ DE SA VIE, IL L’A PAYÉ </a:t>
            </a:r>
          </a:p>
          <a:p>
            <a:pPr>
              <a:defRPr/>
            </a:pPr>
            <a:r>
              <a:rPr lang="fr-FR" smtClean="0"/>
              <a:t>       That the payment for my sin Was the precious life He gave</a:t>
            </a:r>
          </a:p>
          <a:p>
            <a:pPr>
              <a:defRPr/>
            </a:pPr>
            <a:r>
              <a:rPr lang="fr-FR" smtClean="0"/>
              <a:t>18-  MAIS AUJOURD’HUI IL VIT, IL EST RESSUSCITÉ</a:t>
            </a:r>
          </a:p>
          <a:p>
            <a:pPr>
              <a:defRPr/>
            </a:pPr>
            <a:r>
              <a:rPr lang="fr-FR" smtClean="0"/>
              <a:t>       But now He's alive and there's an empty grave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Fin :
19-  JE SAIS QUE JE SAIS QUE JE SAIS QUE JE SAIS… </a:t>
            </a:r>
          </a:p>
          <a:p>
            <a:pPr>
              <a:defRPr/>
            </a:pPr>
            <a:r>
              <a:rPr lang="fr-FR" smtClean="0"/>
              <a:t>       And I know my Redeemer, He lives I know my Redeemer lives</a:t>
            </a:r>
          </a:p>
          <a:p>
            <a:pPr>
              <a:defRPr/>
            </a:pPr>
            <a:r>
              <a:rPr lang="fr-FR" smtClean="0"/>
              <a:t>20-  ET PARCE QU’IL VIT JE PEUX FAIRE FACE À DEMAIN </a:t>
            </a:r>
          </a:p>
          <a:p>
            <a:pPr>
              <a:defRPr/>
            </a:pPr>
            <a:r>
              <a:rPr lang="fr-FR" smtClean="0"/>
              <a:t>      Let all creation testify Let this life within me cry</a:t>
            </a:r>
          </a:p>
          <a:p>
            <a:pPr>
              <a:defRPr/>
            </a:pPr>
            <a:r>
              <a:rPr lang="fr-FR" smtClean="0"/>
              <a:t>21-  IL VIT, IL VIT ET LE TOMBEAU EST VIDE </a:t>
            </a:r>
          </a:p>
          <a:p>
            <a:pPr>
              <a:defRPr/>
            </a:pPr>
            <a:r>
              <a:rPr lang="fr-FR" smtClean="0"/>
              <a:t>      He lives The tomb is empty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22-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 I know my Redeemer I know my Redeemer lives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JE LE SAIS, MON RÉDEMPTEUR VIT </a:t>
            </a:r>
          </a:p>
          <a:p>
            <a:pPr>
              <a:defRPr/>
            </a:pPr>
            <a:r>
              <a:rPr lang="fr-FR" smtClean="0"/>
              <a:t>      I know my Redeemer lives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QUI A DIT AU SOLEIL OÙ SE PLACER LE MATIN ?</a:t>
            </a:r>
          </a:p>
          <a:p>
            <a:pPr>
              <a:defRPr/>
            </a:pPr>
            <a:r>
              <a:rPr lang="fr-FR" smtClean="0"/>
              <a:t>    Who taught the sun Where to stand in the morning</a:t>
            </a:r>
          </a:p>
          <a:p>
            <a:pPr>
              <a:defRPr/>
            </a:pPr>
            <a:r>
              <a:rPr lang="fr-FR" smtClean="0"/>
              <a:t>2-  ET QUI A DIT AUX MERS : VOUS N’AVANCEREZ PAS PLUS LOIN ? </a:t>
            </a:r>
          </a:p>
          <a:p>
            <a:pPr>
              <a:defRPr/>
            </a:pPr>
            <a:r>
              <a:rPr lang="fr-FR" smtClean="0"/>
              <a:t>    And who told the ocean You can only come this far</a:t>
            </a:r>
          </a:p>
          <a:p>
            <a:pPr>
              <a:defRPr/>
            </a:pPr>
            <a:r>
              <a:rPr lang="fr-FR" smtClean="0"/>
              <a:t>3-  QUI A MONTRÉ À LA LUNE OÙ SE CACHER JUSQU’AU SOIR ?</a:t>
            </a:r>
          </a:p>
          <a:p>
            <a:pPr>
              <a:defRPr/>
            </a:pPr>
            <a:r>
              <a:rPr lang="fr-FR" smtClean="0"/>
              <a:t>     And who showed the moon Where to hide till evening</a:t>
            </a:r>
          </a:p>
          <a:p>
            <a:pPr>
              <a:defRPr/>
            </a:pPr>
            <a:r>
              <a:rPr lang="fr-FR" smtClean="0"/>
              <a:t>4-  ET QUI PAR SA PAROLE PEUT SAISIR LES ÉTOILES ?</a:t>
            </a:r>
          </a:p>
          <a:p>
            <a:pPr>
              <a:defRPr/>
            </a:pPr>
            <a:r>
              <a:rPr lang="fr-FR" smtClean="0"/>
              <a:t>     Whose words alone can Catch a falling star</a:t>
            </a:r>
          </a:p>
          <a:p>
            <a:pPr>
              <a:defRPr/>
            </a:pPr>
            <a:r>
              <a:rPr lang="fr-FR" smtClean="0"/>
              <a:t> 
	5-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Well I know my Redeemer lives I know my Redeemer lives</a:t>
            </a:r>
          </a:p>
          <a:p>
            <a:pPr>
              <a:defRPr/>
            </a:pPr>
            <a:r>
              <a:rPr lang="fr-FR" smtClean="0"/>
              <a:t>	6-  TOUTE LA TERRE EN TÉMOIGNE SA VIE EN MOI LE PROCLAME</a:t>
            </a:r>
          </a:p>
          <a:p>
            <a:pPr>
              <a:defRPr/>
            </a:pPr>
            <a:r>
              <a:rPr lang="fr-FR" smtClean="0"/>
              <a:t>  	All of creation testifies This life within me cries</a:t>
            </a:r>
          </a:p>
          <a:p>
            <a:pPr>
              <a:defRPr/>
            </a:pPr>
            <a:r>
              <a:rPr lang="fr-FR" smtClean="0"/>
              <a:t> 	7-  JE LE SAIS, MON RÉDEMPTEUR VIT</a:t>
            </a:r>
          </a:p>
          <a:p>
            <a:pPr>
              <a:defRPr/>
            </a:pPr>
            <a:r>
              <a:rPr lang="fr-FR" smtClean="0"/>
              <a:t>     	I know my Redeemer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LE MÊME DIEU QUI A MIS LES ASTRES DANS LES CIEUX</a:t>
            </a:r>
          </a:p>
          <a:p>
            <a:pPr>
              <a:defRPr/>
            </a:pPr>
            <a:r>
              <a:rPr lang="fr-FR" smtClean="0"/>
              <a:t>     The very same God That spins things in orbit</a:t>
            </a:r>
          </a:p>
          <a:p>
            <a:pPr>
              <a:defRPr/>
            </a:pPr>
            <a:r>
              <a:rPr lang="fr-FR" smtClean="0"/>
              <a:t>9-  VOLE AU SECOURS DE CEUX QUI EN ONT BESOIN </a:t>
            </a:r>
          </a:p>
          <a:p>
            <a:pPr>
              <a:defRPr/>
            </a:pPr>
            <a:r>
              <a:rPr lang="fr-FR" smtClean="0"/>
              <a:t>      Runs to the weary The worn and the weak</a:t>
            </a:r>
          </a:p>
          <a:p>
            <a:pPr>
              <a:defRPr/>
            </a:pPr>
            <a:r>
              <a:rPr lang="fr-FR" smtClean="0"/>
              <a:t>10-  ET LA MÊME DOUCE MAIN QUI ME PORTE ET ME SOUTIENT</a:t>
            </a:r>
            <a:br>
              <a:rPr lang="fr-FR" smtClean="0"/>
            </a:br>
            <a:r>
              <a:rPr lang="fr-FR" smtClean="0"/>
              <a:t>      And the same gentle hand sThat hold me when I'm broken</a:t>
            </a:r>
          </a:p>
          <a:p>
            <a:pPr>
              <a:defRPr/>
            </a:pPr>
            <a:r>
              <a:rPr lang="fr-FR" smtClean="0"/>
              <a:t>11-  A VAINCU LA MORT ET BÉNI MES LENDEMAINS</a:t>
            </a:r>
          </a:p>
          <a:p>
            <a:pPr>
              <a:defRPr/>
            </a:pPr>
            <a:r>
              <a:rPr lang="fr-FR" smtClean="0"/>
              <a:t>       They conquer death to bring me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12-  ET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 Now I know my Redeemer lives I know my Redeemer lives</a:t>
            </a:r>
          </a:p>
          <a:p>
            <a:pPr>
              <a:defRPr/>
            </a:pPr>
            <a:r>
              <a:rPr lang="fr-FR" smtClean="0"/>
              <a:t>	13-  QUE TOUTE LA TERRE EN TÉMOIGNE QUE SA VIE EN MOI PROCLAME </a:t>
            </a:r>
          </a:p>
          <a:p>
            <a:pPr>
              <a:defRPr/>
            </a:pPr>
            <a:r>
              <a:rPr lang="fr-FR" smtClean="0"/>
              <a:t>  	Let all creation testify Let this life within me cry</a:t>
            </a:r>
          </a:p>
          <a:p>
            <a:pPr>
              <a:defRPr/>
            </a:pPr>
            <a:r>
              <a:rPr lang="fr-FR" smtClean="0"/>
              <a:t>	14-  JE LE SAIS, MON RÉDEMPTEUR </a:t>
            </a:r>
          </a:p>
          <a:p>
            <a:pPr>
              <a:defRPr/>
            </a:pPr>
            <a:r>
              <a:rPr lang="fr-FR" smtClean="0"/>
              <a:t>      	 I know my Redeemer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IL VIT POUR ÔTER MES FARDEAUX IL VIT, JE LE PROCLAMERAI </a:t>
            </a:r>
          </a:p>
          <a:p>
            <a:pPr>
              <a:defRPr/>
            </a:pPr>
            <a:r>
              <a:rPr lang="fr-FR" smtClean="0"/>
              <a:t>      He lives to take away my shame And He lives forever I'll proclaim</a:t>
            </a:r>
          </a:p>
          <a:p>
            <a:pPr>
              <a:defRPr/>
            </a:pPr>
            <a:r>
              <a:rPr lang="fr-FR" smtClean="0"/>
              <a:t>16-  IL VIT </a:t>
            </a:r>
          </a:p>
          <a:p>
            <a:pPr>
              <a:defRPr/>
            </a:pPr>
            <a:r>
              <a:rPr lang="fr-FR" smtClean="0"/>
              <a:t>       He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17-  LE PRIX DE MON PÉCHÉ DE SA VIE, IL L’A PAYÉ </a:t>
            </a:r>
          </a:p>
          <a:p>
            <a:pPr>
              <a:defRPr/>
            </a:pPr>
            <a:r>
              <a:rPr lang="fr-FR" smtClean="0"/>
              <a:t>       That the payment for my sin Was the precious life He gave</a:t>
            </a:r>
          </a:p>
          <a:p>
            <a:pPr>
              <a:defRPr/>
            </a:pPr>
            <a:r>
              <a:rPr lang="fr-FR" smtClean="0"/>
              <a:t>18-  MAIS AUJOURD’HUI IL VIT, IL EST RESSUSCITÉ</a:t>
            </a:r>
          </a:p>
          <a:p>
            <a:pPr>
              <a:defRPr/>
            </a:pPr>
            <a:r>
              <a:rPr lang="fr-FR" smtClean="0"/>
              <a:t>       But now He's alive and there's an empty grave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Fin :
19-  JE SAIS QUE JE SAIS QUE JE SAIS QUE JE SAIS… </a:t>
            </a:r>
          </a:p>
          <a:p>
            <a:pPr>
              <a:defRPr/>
            </a:pPr>
            <a:r>
              <a:rPr lang="fr-FR" smtClean="0"/>
              <a:t>       And I know my Redeemer, He lives I know my Redeemer lives</a:t>
            </a:r>
          </a:p>
          <a:p>
            <a:pPr>
              <a:defRPr/>
            </a:pPr>
            <a:r>
              <a:rPr lang="fr-FR" smtClean="0"/>
              <a:t>20-  ET PARCE QU’IL VIT JE PEUX FAIRE FACE À DEMAIN </a:t>
            </a:r>
          </a:p>
          <a:p>
            <a:pPr>
              <a:defRPr/>
            </a:pPr>
            <a:r>
              <a:rPr lang="fr-FR" smtClean="0"/>
              <a:t>      Let all creation testify Let this life within me cry</a:t>
            </a:r>
          </a:p>
          <a:p>
            <a:pPr>
              <a:defRPr/>
            </a:pPr>
            <a:r>
              <a:rPr lang="fr-FR" smtClean="0"/>
              <a:t>21-  IL VIT, IL VIT ET LE TOMBEAU EST VIDE </a:t>
            </a:r>
          </a:p>
          <a:p>
            <a:pPr>
              <a:defRPr/>
            </a:pPr>
            <a:r>
              <a:rPr lang="fr-FR" smtClean="0"/>
              <a:t>      He lives The tomb is empty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22-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 I know my Redeemer I know my Redeemer lives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JE LE SAIS, MON RÉDEMPTEUR VIT </a:t>
            </a:r>
          </a:p>
          <a:p>
            <a:pPr>
              <a:defRPr/>
            </a:pPr>
            <a:r>
              <a:rPr lang="fr-FR" smtClean="0"/>
              <a:t>      I know my Redeemer lives</a:t>
            </a:r>
          </a:p>
          <a:p>
            <a:pPr>
              <a:defRPr/>
            </a:pPr>
            <a:endParaRPr lang="fr-FR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QUI A DIT AU SOLEIL OÙ SE PLACER LE MATIN ?</a:t>
            </a:r>
          </a:p>
          <a:p>
            <a:pPr>
              <a:defRPr/>
            </a:pPr>
            <a:r>
              <a:rPr lang="fr-FR" smtClean="0"/>
              <a:t>    Who taught the sun Where to stand in the morning</a:t>
            </a:r>
          </a:p>
          <a:p>
            <a:pPr>
              <a:defRPr/>
            </a:pPr>
            <a:r>
              <a:rPr lang="fr-FR" smtClean="0"/>
              <a:t>2-  ET QUI A DIT AUX MERS : VOUS N’AVANCEREZ PAS PLUS LOIN ? </a:t>
            </a:r>
          </a:p>
          <a:p>
            <a:pPr>
              <a:defRPr/>
            </a:pPr>
            <a:r>
              <a:rPr lang="fr-FR" smtClean="0"/>
              <a:t>    And who told the ocean You can only come this far</a:t>
            </a:r>
          </a:p>
          <a:p>
            <a:pPr>
              <a:defRPr/>
            </a:pPr>
            <a:r>
              <a:rPr lang="fr-FR" smtClean="0"/>
              <a:t>3-  QUI A MONTRÉ À LA LUNE OÙ SE CACHER JUSQU’AU SOIR ?</a:t>
            </a:r>
          </a:p>
          <a:p>
            <a:pPr>
              <a:defRPr/>
            </a:pPr>
            <a:r>
              <a:rPr lang="fr-FR" smtClean="0"/>
              <a:t>     And who showed the moon Where to hide till evening</a:t>
            </a:r>
          </a:p>
          <a:p>
            <a:pPr>
              <a:defRPr/>
            </a:pPr>
            <a:r>
              <a:rPr lang="fr-FR" smtClean="0"/>
              <a:t>4-  ET QUI PAR SA PAROLE PEUT SAISIR LES ÉTOILES ?</a:t>
            </a:r>
          </a:p>
          <a:p>
            <a:pPr>
              <a:defRPr/>
            </a:pPr>
            <a:r>
              <a:rPr lang="fr-FR" smtClean="0"/>
              <a:t>     Whose words alone can Catch a falling star</a:t>
            </a:r>
          </a:p>
          <a:p>
            <a:pPr>
              <a:defRPr/>
            </a:pPr>
            <a:r>
              <a:rPr lang="fr-FR" smtClean="0"/>
              <a:t> 
	5-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Well I know my Redeemer lives I know my Redeemer lives</a:t>
            </a:r>
          </a:p>
          <a:p>
            <a:pPr>
              <a:defRPr/>
            </a:pPr>
            <a:r>
              <a:rPr lang="fr-FR" smtClean="0"/>
              <a:t>	6-  TOUTE LA TERRE EN TÉMOIGNE SA VIE EN MOI LE PROCLAME</a:t>
            </a:r>
          </a:p>
          <a:p>
            <a:pPr>
              <a:defRPr/>
            </a:pPr>
            <a:r>
              <a:rPr lang="fr-FR" smtClean="0"/>
              <a:t>  	All of creation testifies This life within me cries</a:t>
            </a:r>
          </a:p>
          <a:p>
            <a:pPr>
              <a:defRPr/>
            </a:pPr>
            <a:r>
              <a:rPr lang="fr-FR" smtClean="0"/>
              <a:t> 	7-  JE LE SAIS, MON RÉDEMPTEUR VIT</a:t>
            </a:r>
          </a:p>
          <a:p>
            <a:pPr>
              <a:defRPr/>
            </a:pPr>
            <a:r>
              <a:rPr lang="fr-FR" smtClean="0"/>
              <a:t>     	I know my Redeemer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LE MÊME DIEU QUI A MIS LES ASTRES DANS LES CIEUX</a:t>
            </a:r>
          </a:p>
          <a:p>
            <a:pPr>
              <a:defRPr/>
            </a:pPr>
            <a:r>
              <a:rPr lang="fr-FR" smtClean="0"/>
              <a:t>     The very same God That spins things in orbit</a:t>
            </a:r>
          </a:p>
          <a:p>
            <a:pPr>
              <a:defRPr/>
            </a:pPr>
            <a:r>
              <a:rPr lang="fr-FR" smtClean="0"/>
              <a:t>9-  VOLE AU SECOURS DE CEUX QUI EN ONT BESOIN </a:t>
            </a:r>
          </a:p>
          <a:p>
            <a:pPr>
              <a:defRPr/>
            </a:pPr>
            <a:r>
              <a:rPr lang="fr-FR" smtClean="0"/>
              <a:t>      Runs to the weary The worn and the weak</a:t>
            </a:r>
          </a:p>
          <a:p>
            <a:pPr>
              <a:defRPr/>
            </a:pPr>
            <a:r>
              <a:rPr lang="fr-FR" smtClean="0"/>
              <a:t>10-  ET LA MÊME DOUCE MAIN QUI ME PORTE ET ME SOUTIENT</a:t>
            </a:r>
            <a:br>
              <a:rPr lang="fr-FR" smtClean="0"/>
            </a:br>
            <a:r>
              <a:rPr lang="fr-FR" smtClean="0"/>
              <a:t>      And the same gentle hand sThat hold me when I'm broken</a:t>
            </a:r>
          </a:p>
          <a:p>
            <a:pPr>
              <a:defRPr/>
            </a:pPr>
            <a:r>
              <a:rPr lang="fr-FR" smtClean="0"/>
              <a:t>11-  A VAINCU LA MORT ET BÉNI MES LENDEMAINS</a:t>
            </a:r>
          </a:p>
          <a:p>
            <a:pPr>
              <a:defRPr/>
            </a:pPr>
            <a:r>
              <a:rPr lang="fr-FR" smtClean="0"/>
              <a:t>       They conquer death to bring me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12-  ET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 Now I know my Redeemer lives I know my Redeemer lives</a:t>
            </a:r>
          </a:p>
          <a:p>
            <a:pPr>
              <a:defRPr/>
            </a:pPr>
            <a:r>
              <a:rPr lang="fr-FR" smtClean="0"/>
              <a:t>	13-  QUE TOUTE LA TERRE EN TÉMOIGNE QUE SA VIE EN MOI PROCLAME </a:t>
            </a:r>
          </a:p>
          <a:p>
            <a:pPr>
              <a:defRPr/>
            </a:pPr>
            <a:r>
              <a:rPr lang="fr-FR" smtClean="0"/>
              <a:t>  	Let all creation testify Let this life within me cry</a:t>
            </a:r>
          </a:p>
          <a:p>
            <a:pPr>
              <a:defRPr/>
            </a:pPr>
            <a:r>
              <a:rPr lang="fr-FR" smtClean="0"/>
              <a:t>	14-  JE LE SAIS, MON RÉDEMPTEUR </a:t>
            </a:r>
          </a:p>
          <a:p>
            <a:pPr>
              <a:defRPr/>
            </a:pPr>
            <a:r>
              <a:rPr lang="fr-FR" smtClean="0"/>
              <a:t>      	 I know my Redeemer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IL VIT POUR ÔTER MES FARDEAUX IL VIT, JE LE PROCLAMERAI </a:t>
            </a:r>
          </a:p>
          <a:p>
            <a:pPr>
              <a:defRPr/>
            </a:pPr>
            <a:r>
              <a:rPr lang="fr-FR" smtClean="0"/>
              <a:t>      He lives to take away my shame And He lives forever I'll proclaim</a:t>
            </a:r>
          </a:p>
          <a:p>
            <a:pPr>
              <a:defRPr/>
            </a:pPr>
            <a:r>
              <a:rPr lang="fr-FR" smtClean="0"/>
              <a:t>16-  IL VIT </a:t>
            </a:r>
          </a:p>
          <a:p>
            <a:pPr>
              <a:defRPr/>
            </a:pPr>
            <a:r>
              <a:rPr lang="fr-FR" smtClean="0"/>
              <a:t>       He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17-  LE PRIX DE MON PÉCHÉ DE SA VIE, IL L’A PAYÉ </a:t>
            </a:r>
          </a:p>
          <a:p>
            <a:pPr>
              <a:defRPr/>
            </a:pPr>
            <a:r>
              <a:rPr lang="fr-FR" smtClean="0"/>
              <a:t>       That the payment for my sin Was the precious life He gave</a:t>
            </a:r>
          </a:p>
          <a:p>
            <a:pPr>
              <a:defRPr/>
            </a:pPr>
            <a:r>
              <a:rPr lang="fr-FR" smtClean="0"/>
              <a:t>18-  MAIS AUJOURD’HUI IL VIT, IL EST RESSUSCITÉ</a:t>
            </a:r>
          </a:p>
          <a:p>
            <a:pPr>
              <a:defRPr/>
            </a:pPr>
            <a:r>
              <a:rPr lang="fr-FR" smtClean="0"/>
              <a:t>       But now He's alive and there's an empty grave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Fin :
19-  JE SAIS QUE JE SAIS QUE JE SAIS QUE JE SAIS… </a:t>
            </a:r>
          </a:p>
          <a:p>
            <a:pPr>
              <a:defRPr/>
            </a:pPr>
            <a:r>
              <a:rPr lang="fr-FR" smtClean="0"/>
              <a:t>       And I know my Redeemer, He lives I know my Redeemer lives</a:t>
            </a:r>
          </a:p>
          <a:p>
            <a:pPr>
              <a:defRPr/>
            </a:pPr>
            <a:r>
              <a:rPr lang="fr-FR" smtClean="0"/>
              <a:t>20-  ET PARCE QU’IL VIT JE PEUX FAIRE FACE À DEMAIN </a:t>
            </a:r>
          </a:p>
          <a:p>
            <a:pPr>
              <a:defRPr/>
            </a:pPr>
            <a:r>
              <a:rPr lang="fr-FR" smtClean="0"/>
              <a:t>      Let all creation testify Let this life within me cry</a:t>
            </a:r>
          </a:p>
          <a:p>
            <a:pPr>
              <a:defRPr/>
            </a:pPr>
            <a:r>
              <a:rPr lang="fr-FR" smtClean="0"/>
              <a:t>21-  IL VIT, IL VIT ET LE TOMBEAU EST VIDE </a:t>
            </a:r>
          </a:p>
          <a:p>
            <a:pPr>
              <a:defRPr/>
            </a:pPr>
            <a:r>
              <a:rPr lang="fr-FR" smtClean="0"/>
              <a:t>      He lives The tomb is empty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22-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 I know my Redeemer I know my Redeemer lives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JE LE SAIS, MON RÉDEMPTEUR VIT </a:t>
            </a:r>
          </a:p>
          <a:p>
            <a:pPr>
              <a:defRPr/>
            </a:pPr>
            <a:r>
              <a:rPr lang="fr-FR" smtClean="0"/>
              <a:t>      I know my Redeemer lives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QUI A DIT AU SOLEIL OÙ SE PLACER LE MATIN ?</a:t>
            </a:r>
          </a:p>
          <a:p>
            <a:pPr>
              <a:defRPr/>
            </a:pPr>
            <a:r>
              <a:rPr lang="fr-FR" smtClean="0"/>
              <a:t>    Who taught the sun Where to stand in the morning</a:t>
            </a:r>
          </a:p>
          <a:p>
            <a:pPr>
              <a:defRPr/>
            </a:pPr>
            <a:r>
              <a:rPr lang="fr-FR" smtClean="0"/>
              <a:t>2-  ET QUI A DIT AUX MERS : VOUS N’AVANCEREZ PAS PLUS LOIN ? </a:t>
            </a:r>
          </a:p>
          <a:p>
            <a:pPr>
              <a:defRPr/>
            </a:pPr>
            <a:r>
              <a:rPr lang="fr-FR" smtClean="0"/>
              <a:t>    And who told the ocean You can only come this far</a:t>
            </a:r>
          </a:p>
          <a:p>
            <a:pPr>
              <a:defRPr/>
            </a:pPr>
            <a:r>
              <a:rPr lang="fr-FR" smtClean="0"/>
              <a:t>3-  QUI A MONTRÉ À LA LUNE OÙ SE CACHER JUSQU’AU SOIR ?</a:t>
            </a:r>
          </a:p>
          <a:p>
            <a:pPr>
              <a:defRPr/>
            </a:pPr>
            <a:r>
              <a:rPr lang="fr-FR" smtClean="0"/>
              <a:t>     And who showed the moon Where to hide till evening</a:t>
            </a:r>
          </a:p>
          <a:p>
            <a:pPr>
              <a:defRPr/>
            </a:pPr>
            <a:r>
              <a:rPr lang="fr-FR" smtClean="0"/>
              <a:t>4-  ET QUI PAR SA PAROLE PEUT SAISIR LES ÉTOILES ?</a:t>
            </a:r>
          </a:p>
          <a:p>
            <a:pPr>
              <a:defRPr/>
            </a:pPr>
            <a:r>
              <a:rPr lang="fr-FR" smtClean="0"/>
              <a:t>     Whose words alone can Catch a falling star</a:t>
            </a:r>
          </a:p>
          <a:p>
            <a:pPr>
              <a:defRPr/>
            </a:pPr>
            <a:r>
              <a:rPr lang="fr-FR" smtClean="0"/>
              <a:t> 
	5-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Well I know my Redeemer lives I know my Redeemer lives</a:t>
            </a:r>
          </a:p>
          <a:p>
            <a:pPr>
              <a:defRPr/>
            </a:pPr>
            <a:r>
              <a:rPr lang="fr-FR" smtClean="0"/>
              <a:t>	6-  TOUTE LA TERRE EN TÉMOIGNE SA VIE EN MOI LE PROCLAME</a:t>
            </a:r>
          </a:p>
          <a:p>
            <a:pPr>
              <a:defRPr/>
            </a:pPr>
            <a:r>
              <a:rPr lang="fr-FR" smtClean="0"/>
              <a:t>  	All of creation testifies This life within me cries</a:t>
            </a:r>
          </a:p>
          <a:p>
            <a:pPr>
              <a:defRPr/>
            </a:pPr>
            <a:r>
              <a:rPr lang="fr-FR" smtClean="0"/>
              <a:t> 	7-  JE LE SAIS, MON RÉDEMPTEUR VIT</a:t>
            </a:r>
          </a:p>
          <a:p>
            <a:pPr>
              <a:defRPr/>
            </a:pPr>
            <a:r>
              <a:rPr lang="fr-FR" smtClean="0"/>
              <a:t>     	I know my Redeemer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LE MÊME DIEU QUI A MIS LES ASTRES DANS LES CIEUX</a:t>
            </a:r>
          </a:p>
          <a:p>
            <a:pPr>
              <a:defRPr/>
            </a:pPr>
            <a:r>
              <a:rPr lang="fr-FR" smtClean="0"/>
              <a:t>     The very same God That spins things in orbit</a:t>
            </a:r>
          </a:p>
          <a:p>
            <a:pPr>
              <a:defRPr/>
            </a:pPr>
            <a:r>
              <a:rPr lang="fr-FR" smtClean="0"/>
              <a:t>9-  VOLE AU SECOURS DE CEUX QUI EN ONT BESOIN </a:t>
            </a:r>
          </a:p>
          <a:p>
            <a:pPr>
              <a:defRPr/>
            </a:pPr>
            <a:r>
              <a:rPr lang="fr-FR" smtClean="0"/>
              <a:t>      Runs to the weary The worn and the weak</a:t>
            </a:r>
          </a:p>
          <a:p>
            <a:pPr>
              <a:defRPr/>
            </a:pPr>
            <a:r>
              <a:rPr lang="fr-FR" smtClean="0"/>
              <a:t>10-  ET LA MÊME DOUCE MAIN QUI ME PORTE ET ME SOUTIENT</a:t>
            </a:r>
            <a:br>
              <a:rPr lang="fr-FR" smtClean="0"/>
            </a:br>
            <a:r>
              <a:rPr lang="fr-FR" smtClean="0"/>
              <a:t>      And the same gentle hand sThat hold me when I'm broken</a:t>
            </a:r>
          </a:p>
          <a:p>
            <a:pPr>
              <a:defRPr/>
            </a:pPr>
            <a:r>
              <a:rPr lang="fr-FR" smtClean="0"/>
              <a:t>11-  A VAINCU LA MORT ET BÉNI MES LENDEMAINS</a:t>
            </a:r>
          </a:p>
          <a:p>
            <a:pPr>
              <a:defRPr/>
            </a:pPr>
            <a:r>
              <a:rPr lang="fr-FR" smtClean="0"/>
              <a:t>       They conquer death to bring me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12-  ET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 Now I know my Redeemer lives I know my Redeemer lives</a:t>
            </a:r>
          </a:p>
          <a:p>
            <a:pPr>
              <a:defRPr/>
            </a:pPr>
            <a:r>
              <a:rPr lang="fr-FR" smtClean="0"/>
              <a:t>	13-  QUE TOUTE LA TERRE EN TÉMOIGNE QUE SA VIE EN MOI PROCLAME </a:t>
            </a:r>
          </a:p>
          <a:p>
            <a:pPr>
              <a:defRPr/>
            </a:pPr>
            <a:r>
              <a:rPr lang="fr-FR" smtClean="0"/>
              <a:t>  	Let all creation testify Let this life within me cry</a:t>
            </a:r>
          </a:p>
          <a:p>
            <a:pPr>
              <a:defRPr/>
            </a:pPr>
            <a:r>
              <a:rPr lang="fr-FR" smtClean="0"/>
              <a:t>	14-  JE LE SAIS, MON RÉDEMPTEUR </a:t>
            </a:r>
          </a:p>
          <a:p>
            <a:pPr>
              <a:defRPr/>
            </a:pPr>
            <a:r>
              <a:rPr lang="fr-FR" smtClean="0"/>
              <a:t>      	 I know my Redeemer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IL VIT POUR ÔTER MES FARDEAUX IL VIT, JE LE PROCLAMERAI </a:t>
            </a:r>
          </a:p>
          <a:p>
            <a:pPr>
              <a:defRPr/>
            </a:pPr>
            <a:r>
              <a:rPr lang="fr-FR" smtClean="0"/>
              <a:t>      He lives to take away my shame And He lives forever I'll proclaim</a:t>
            </a:r>
          </a:p>
          <a:p>
            <a:pPr>
              <a:defRPr/>
            </a:pPr>
            <a:r>
              <a:rPr lang="fr-FR" smtClean="0"/>
              <a:t>16-  IL VIT </a:t>
            </a:r>
          </a:p>
          <a:p>
            <a:pPr>
              <a:defRPr/>
            </a:pPr>
            <a:r>
              <a:rPr lang="fr-FR" smtClean="0"/>
              <a:t>       He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17-  LE PRIX DE MON PÉCHÉ DE SA VIE, IL L’A PAYÉ </a:t>
            </a:r>
          </a:p>
          <a:p>
            <a:pPr>
              <a:defRPr/>
            </a:pPr>
            <a:r>
              <a:rPr lang="fr-FR" smtClean="0"/>
              <a:t>       That the payment for my sin Was the precious life He gave</a:t>
            </a:r>
          </a:p>
          <a:p>
            <a:pPr>
              <a:defRPr/>
            </a:pPr>
            <a:r>
              <a:rPr lang="fr-FR" smtClean="0"/>
              <a:t>18-  MAIS AUJOURD’HUI IL VIT, IL EST RESSUSCITÉ</a:t>
            </a:r>
          </a:p>
          <a:p>
            <a:pPr>
              <a:defRPr/>
            </a:pPr>
            <a:r>
              <a:rPr lang="fr-FR" smtClean="0"/>
              <a:t>       But now He's alive and there's an empty grave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Fin :
19-  JE SAIS QUE JE SAIS QUE JE SAIS QUE JE SAIS… </a:t>
            </a:r>
          </a:p>
          <a:p>
            <a:pPr>
              <a:defRPr/>
            </a:pPr>
            <a:r>
              <a:rPr lang="fr-FR" smtClean="0"/>
              <a:t>       And I know my Redeemer, He lives I know my Redeemer lives</a:t>
            </a:r>
          </a:p>
          <a:p>
            <a:pPr>
              <a:defRPr/>
            </a:pPr>
            <a:r>
              <a:rPr lang="fr-FR" smtClean="0"/>
              <a:t>20-  ET PARCE QU’IL VIT JE PEUX FAIRE FACE À DEMAIN </a:t>
            </a:r>
          </a:p>
          <a:p>
            <a:pPr>
              <a:defRPr/>
            </a:pPr>
            <a:r>
              <a:rPr lang="fr-FR" smtClean="0"/>
              <a:t>      Let all creation testify Let this life within me cry</a:t>
            </a:r>
          </a:p>
          <a:p>
            <a:pPr>
              <a:defRPr/>
            </a:pPr>
            <a:r>
              <a:rPr lang="fr-FR" smtClean="0"/>
              <a:t>21-  IL VIT, IL VIT ET LE TOMBEAU EST VIDE </a:t>
            </a:r>
          </a:p>
          <a:p>
            <a:pPr>
              <a:defRPr/>
            </a:pPr>
            <a:r>
              <a:rPr lang="fr-FR" smtClean="0"/>
              <a:t>      He lives The tomb is empty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22-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 I know my Redeemer I know my Redeemer lives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JE LE SAIS, MON RÉDEMPTEUR VIT </a:t>
            </a:r>
          </a:p>
          <a:p>
            <a:pPr>
              <a:defRPr/>
            </a:pPr>
            <a:r>
              <a:rPr lang="fr-FR" smtClean="0"/>
              <a:t>      I know my Redeemer lives</a:t>
            </a:r>
          </a:p>
          <a:p>
            <a:pPr>
              <a:defRPr/>
            </a:pPr>
            <a:endParaRPr lang="fr-FR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QUI A DIT AU SOLEIL OÙ SE PLACER LE MATIN ?</a:t>
            </a:r>
          </a:p>
          <a:p>
            <a:pPr>
              <a:defRPr/>
            </a:pPr>
            <a:r>
              <a:rPr lang="fr-FR" smtClean="0"/>
              <a:t>    Who taught the sun Where to stand in the morning</a:t>
            </a:r>
          </a:p>
          <a:p>
            <a:pPr>
              <a:defRPr/>
            </a:pPr>
            <a:r>
              <a:rPr lang="fr-FR" smtClean="0"/>
              <a:t>2-  ET QUI A DIT AUX MERS : VOUS N’AVANCEREZ PAS PLUS LOIN ? </a:t>
            </a:r>
          </a:p>
          <a:p>
            <a:pPr>
              <a:defRPr/>
            </a:pPr>
            <a:r>
              <a:rPr lang="fr-FR" smtClean="0"/>
              <a:t>    And who told the ocean You can only come this far</a:t>
            </a:r>
          </a:p>
          <a:p>
            <a:pPr>
              <a:defRPr/>
            </a:pPr>
            <a:r>
              <a:rPr lang="fr-FR" smtClean="0"/>
              <a:t>3-  QUI A MONTRÉ À LA LUNE OÙ SE CACHER JUSQU’AU SOIR ?</a:t>
            </a:r>
          </a:p>
          <a:p>
            <a:pPr>
              <a:defRPr/>
            </a:pPr>
            <a:r>
              <a:rPr lang="fr-FR" smtClean="0"/>
              <a:t>     And who showed the moon Where to hide till evening</a:t>
            </a:r>
          </a:p>
          <a:p>
            <a:pPr>
              <a:defRPr/>
            </a:pPr>
            <a:r>
              <a:rPr lang="fr-FR" smtClean="0"/>
              <a:t>4-  ET QUI PAR SA PAROLE PEUT SAISIR LES ÉTOILES ?</a:t>
            </a:r>
          </a:p>
          <a:p>
            <a:pPr>
              <a:defRPr/>
            </a:pPr>
            <a:r>
              <a:rPr lang="fr-FR" smtClean="0"/>
              <a:t>     Whose words alone can Catch a falling star</a:t>
            </a:r>
          </a:p>
          <a:p>
            <a:pPr>
              <a:defRPr/>
            </a:pPr>
            <a:r>
              <a:rPr lang="fr-FR" smtClean="0"/>
              <a:t> 
	5-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Well I know my Redeemer lives I know my Redeemer lives</a:t>
            </a:r>
          </a:p>
          <a:p>
            <a:pPr>
              <a:defRPr/>
            </a:pPr>
            <a:r>
              <a:rPr lang="fr-FR" smtClean="0"/>
              <a:t>	6-  TOUTE LA TERRE EN TÉMOIGNE SA VIE EN MOI LE PROCLAME</a:t>
            </a:r>
          </a:p>
          <a:p>
            <a:pPr>
              <a:defRPr/>
            </a:pPr>
            <a:r>
              <a:rPr lang="fr-FR" smtClean="0"/>
              <a:t>  	All of creation testifies This life within me cries</a:t>
            </a:r>
          </a:p>
          <a:p>
            <a:pPr>
              <a:defRPr/>
            </a:pPr>
            <a:r>
              <a:rPr lang="fr-FR" smtClean="0"/>
              <a:t> 	7-  JE LE SAIS, MON RÉDEMPTEUR VIT</a:t>
            </a:r>
          </a:p>
          <a:p>
            <a:pPr>
              <a:defRPr/>
            </a:pPr>
            <a:r>
              <a:rPr lang="fr-FR" smtClean="0"/>
              <a:t>     	I know my Redeemer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LE MÊME DIEU QUI A MIS LES ASTRES DANS LES CIEUX</a:t>
            </a:r>
          </a:p>
          <a:p>
            <a:pPr>
              <a:defRPr/>
            </a:pPr>
            <a:r>
              <a:rPr lang="fr-FR" smtClean="0"/>
              <a:t>     The very same God That spins things in orbit</a:t>
            </a:r>
          </a:p>
          <a:p>
            <a:pPr>
              <a:defRPr/>
            </a:pPr>
            <a:r>
              <a:rPr lang="fr-FR" smtClean="0"/>
              <a:t>9-  VOLE AU SECOURS DE CEUX QUI EN ONT BESOIN </a:t>
            </a:r>
          </a:p>
          <a:p>
            <a:pPr>
              <a:defRPr/>
            </a:pPr>
            <a:r>
              <a:rPr lang="fr-FR" smtClean="0"/>
              <a:t>      Runs to the weary The worn and the weak</a:t>
            </a:r>
          </a:p>
          <a:p>
            <a:pPr>
              <a:defRPr/>
            </a:pPr>
            <a:r>
              <a:rPr lang="fr-FR" smtClean="0"/>
              <a:t>10-  ET LA MÊME DOUCE MAIN QUI ME PORTE ET ME SOUTIENT</a:t>
            </a:r>
            <a:br>
              <a:rPr lang="fr-FR" smtClean="0"/>
            </a:br>
            <a:r>
              <a:rPr lang="fr-FR" smtClean="0"/>
              <a:t>      And the same gentle hand sThat hold me when I'm broken</a:t>
            </a:r>
          </a:p>
          <a:p>
            <a:pPr>
              <a:defRPr/>
            </a:pPr>
            <a:r>
              <a:rPr lang="fr-FR" smtClean="0"/>
              <a:t>11-  A VAINCU LA MORT ET BÉNI MES LENDEMAINS</a:t>
            </a:r>
          </a:p>
          <a:p>
            <a:pPr>
              <a:defRPr/>
            </a:pPr>
            <a:r>
              <a:rPr lang="fr-FR" smtClean="0"/>
              <a:t>       They conquer death to bring me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12-  ET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 Now I know my Redeemer lives I know my Redeemer lives</a:t>
            </a:r>
          </a:p>
          <a:p>
            <a:pPr>
              <a:defRPr/>
            </a:pPr>
            <a:r>
              <a:rPr lang="fr-FR" smtClean="0"/>
              <a:t>	13-  QUE TOUTE LA TERRE EN TÉMOIGNE QUE SA VIE EN MOI PROCLAME </a:t>
            </a:r>
          </a:p>
          <a:p>
            <a:pPr>
              <a:defRPr/>
            </a:pPr>
            <a:r>
              <a:rPr lang="fr-FR" smtClean="0"/>
              <a:t>  	Let all creation testify Let this life within me cry</a:t>
            </a:r>
          </a:p>
          <a:p>
            <a:pPr>
              <a:defRPr/>
            </a:pPr>
            <a:r>
              <a:rPr lang="fr-FR" smtClean="0"/>
              <a:t>	14-  JE LE SAIS, MON RÉDEMPTEUR </a:t>
            </a:r>
          </a:p>
          <a:p>
            <a:pPr>
              <a:defRPr/>
            </a:pPr>
            <a:r>
              <a:rPr lang="fr-FR" smtClean="0"/>
              <a:t>      	 I know my Redeemer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IL VIT POUR ÔTER MES FARDEAUX IL VIT, JE LE PROCLAMERAI </a:t>
            </a:r>
          </a:p>
          <a:p>
            <a:pPr>
              <a:defRPr/>
            </a:pPr>
            <a:r>
              <a:rPr lang="fr-FR" smtClean="0"/>
              <a:t>      He lives to take away my shame And He lives forever I'll proclaim</a:t>
            </a:r>
          </a:p>
          <a:p>
            <a:pPr>
              <a:defRPr/>
            </a:pPr>
            <a:r>
              <a:rPr lang="fr-FR" smtClean="0"/>
              <a:t>16-  IL VIT </a:t>
            </a:r>
          </a:p>
          <a:p>
            <a:pPr>
              <a:defRPr/>
            </a:pPr>
            <a:r>
              <a:rPr lang="fr-FR" smtClean="0"/>
              <a:t>       He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17-  LE PRIX DE MON PÉCHÉ DE SA VIE, IL L’A PAYÉ </a:t>
            </a:r>
          </a:p>
          <a:p>
            <a:pPr>
              <a:defRPr/>
            </a:pPr>
            <a:r>
              <a:rPr lang="fr-FR" smtClean="0"/>
              <a:t>       That the payment for my sin Was the precious life He gave</a:t>
            </a:r>
          </a:p>
          <a:p>
            <a:pPr>
              <a:defRPr/>
            </a:pPr>
            <a:r>
              <a:rPr lang="fr-FR" smtClean="0"/>
              <a:t>18-  MAIS AUJOURD’HUI IL VIT, IL EST RESSUSCITÉ</a:t>
            </a:r>
          </a:p>
          <a:p>
            <a:pPr>
              <a:defRPr/>
            </a:pPr>
            <a:r>
              <a:rPr lang="fr-FR" smtClean="0"/>
              <a:t>       But now He's alive and there's an empty grave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Fin :
19-  JE SAIS QUE JE SAIS QUE JE SAIS QUE JE SAIS… </a:t>
            </a:r>
          </a:p>
          <a:p>
            <a:pPr>
              <a:defRPr/>
            </a:pPr>
            <a:r>
              <a:rPr lang="fr-FR" smtClean="0"/>
              <a:t>       And I know my Redeemer, He lives I know my Redeemer lives</a:t>
            </a:r>
          </a:p>
          <a:p>
            <a:pPr>
              <a:defRPr/>
            </a:pPr>
            <a:r>
              <a:rPr lang="fr-FR" smtClean="0"/>
              <a:t>20-  ET PARCE QU’IL VIT JE PEUX FAIRE FACE À DEMAIN </a:t>
            </a:r>
          </a:p>
          <a:p>
            <a:pPr>
              <a:defRPr/>
            </a:pPr>
            <a:r>
              <a:rPr lang="fr-FR" smtClean="0"/>
              <a:t>      Let all creation testify Let this life within me cry</a:t>
            </a:r>
          </a:p>
          <a:p>
            <a:pPr>
              <a:defRPr/>
            </a:pPr>
            <a:r>
              <a:rPr lang="fr-FR" smtClean="0"/>
              <a:t>21-  IL VIT, IL VIT ET LE TOMBEAU EST VIDE </a:t>
            </a:r>
          </a:p>
          <a:p>
            <a:pPr>
              <a:defRPr/>
            </a:pPr>
            <a:r>
              <a:rPr lang="fr-FR" smtClean="0"/>
              <a:t>      He lives The tomb is empty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22-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 I know my Redeemer I know my Redeemer lives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JE LE SAIS, MON RÉDEMPTEUR VIT </a:t>
            </a:r>
          </a:p>
          <a:p>
            <a:pPr>
              <a:defRPr/>
            </a:pPr>
            <a:r>
              <a:rPr lang="fr-FR" smtClean="0"/>
              <a:t>      I know my Redeemer lives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QUI A DIT AU SOLEIL OÙ SE PLACER LE MATIN ?</a:t>
            </a:r>
          </a:p>
          <a:p>
            <a:pPr>
              <a:defRPr/>
            </a:pPr>
            <a:r>
              <a:rPr lang="fr-FR" smtClean="0"/>
              <a:t>    Who taught the sun Where to stand in the morning</a:t>
            </a:r>
          </a:p>
          <a:p>
            <a:pPr>
              <a:defRPr/>
            </a:pPr>
            <a:r>
              <a:rPr lang="fr-FR" smtClean="0"/>
              <a:t>2-  ET QUI A DIT AUX MERS : VOUS N’AVANCEREZ PAS PLUS LOIN ? </a:t>
            </a:r>
          </a:p>
          <a:p>
            <a:pPr>
              <a:defRPr/>
            </a:pPr>
            <a:r>
              <a:rPr lang="fr-FR" smtClean="0"/>
              <a:t>    And who told the ocean You can only come this far</a:t>
            </a:r>
          </a:p>
          <a:p>
            <a:pPr>
              <a:defRPr/>
            </a:pPr>
            <a:r>
              <a:rPr lang="fr-FR" smtClean="0"/>
              <a:t>3-  QUI A MONTRÉ À LA LUNE OÙ SE CACHER JUSQU’AU SOIR ?</a:t>
            </a:r>
          </a:p>
          <a:p>
            <a:pPr>
              <a:defRPr/>
            </a:pPr>
            <a:r>
              <a:rPr lang="fr-FR" smtClean="0"/>
              <a:t>     And who showed the moon Where to hide till evening</a:t>
            </a:r>
          </a:p>
          <a:p>
            <a:pPr>
              <a:defRPr/>
            </a:pPr>
            <a:r>
              <a:rPr lang="fr-FR" smtClean="0"/>
              <a:t>4-  ET QUI PAR SA PAROLE PEUT SAISIR LES ÉTOILES ?</a:t>
            </a:r>
          </a:p>
          <a:p>
            <a:pPr>
              <a:defRPr/>
            </a:pPr>
            <a:r>
              <a:rPr lang="fr-FR" smtClean="0"/>
              <a:t>     Whose words alone can Catch a falling star</a:t>
            </a:r>
          </a:p>
          <a:p>
            <a:pPr>
              <a:defRPr/>
            </a:pPr>
            <a:r>
              <a:rPr lang="fr-FR" smtClean="0"/>
              <a:t> 
	5-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Well I know my Redeemer lives I know my Redeemer lives</a:t>
            </a:r>
          </a:p>
          <a:p>
            <a:pPr>
              <a:defRPr/>
            </a:pPr>
            <a:r>
              <a:rPr lang="fr-FR" smtClean="0"/>
              <a:t>	6-  TOUTE LA TERRE EN TÉMOIGNE SA VIE EN MOI LE PROCLAME</a:t>
            </a:r>
          </a:p>
          <a:p>
            <a:pPr>
              <a:defRPr/>
            </a:pPr>
            <a:r>
              <a:rPr lang="fr-FR" smtClean="0"/>
              <a:t>  	All of creation testifies This life within me cries</a:t>
            </a:r>
          </a:p>
          <a:p>
            <a:pPr>
              <a:defRPr/>
            </a:pPr>
            <a:r>
              <a:rPr lang="fr-FR" smtClean="0"/>
              <a:t> 	7-  JE LE SAIS, MON RÉDEMPTEUR VIT</a:t>
            </a:r>
          </a:p>
          <a:p>
            <a:pPr>
              <a:defRPr/>
            </a:pPr>
            <a:r>
              <a:rPr lang="fr-FR" smtClean="0"/>
              <a:t>     	I know my Redeemer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LE MÊME DIEU QUI A MIS LES ASTRES DANS LES CIEUX</a:t>
            </a:r>
          </a:p>
          <a:p>
            <a:pPr>
              <a:defRPr/>
            </a:pPr>
            <a:r>
              <a:rPr lang="fr-FR" smtClean="0"/>
              <a:t>     The very same God That spins things in orbit</a:t>
            </a:r>
          </a:p>
          <a:p>
            <a:pPr>
              <a:defRPr/>
            </a:pPr>
            <a:r>
              <a:rPr lang="fr-FR" smtClean="0"/>
              <a:t>9-  VOLE AU SECOURS DE CEUX QUI EN ONT BESOIN </a:t>
            </a:r>
          </a:p>
          <a:p>
            <a:pPr>
              <a:defRPr/>
            </a:pPr>
            <a:r>
              <a:rPr lang="fr-FR" smtClean="0"/>
              <a:t>      Runs to the weary The worn and the weak</a:t>
            </a:r>
          </a:p>
          <a:p>
            <a:pPr>
              <a:defRPr/>
            </a:pPr>
            <a:r>
              <a:rPr lang="fr-FR" smtClean="0"/>
              <a:t>10-  ET LA MÊME DOUCE MAIN QUI ME PORTE ET ME SOUTIENT</a:t>
            </a:r>
            <a:br>
              <a:rPr lang="fr-FR" smtClean="0"/>
            </a:br>
            <a:r>
              <a:rPr lang="fr-FR" smtClean="0"/>
              <a:t>      And the same gentle hand sThat hold me when I'm broken</a:t>
            </a:r>
          </a:p>
          <a:p>
            <a:pPr>
              <a:defRPr/>
            </a:pPr>
            <a:r>
              <a:rPr lang="fr-FR" smtClean="0"/>
              <a:t>11-  A VAINCU LA MORT ET BÉNI MES LENDEMAINS</a:t>
            </a:r>
          </a:p>
          <a:p>
            <a:pPr>
              <a:defRPr/>
            </a:pPr>
            <a:r>
              <a:rPr lang="fr-FR" smtClean="0"/>
              <a:t>       They conquer death to bring me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12-  ET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 Now I know my Redeemer lives I know my Redeemer lives</a:t>
            </a:r>
          </a:p>
          <a:p>
            <a:pPr>
              <a:defRPr/>
            </a:pPr>
            <a:r>
              <a:rPr lang="fr-FR" smtClean="0"/>
              <a:t>	13-  QUE TOUTE LA TERRE EN TÉMOIGNE QUE SA VIE EN MOI PROCLAME </a:t>
            </a:r>
          </a:p>
          <a:p>
            <a:pPr>
              <a:defRPr/>
            </a:pPr>
            <a:r>
              <a:rPr lang="fr-FR" smtClean="0"/>
              <a:t>  	Let all creation testify Let this life within me cry</a:t>
            </a:r>
          </a:p>
          <a:p>
            <a:pPr>
              <a:defRPr/>
            </a:pPr>
            <a:r>
              <a:rPr lang="fr-FR" smtClean="0"/>
              <a:t>	14-  JE LE SAIS, MON RÉDEMPTEUR </a:t>
            </a:r>
          </a:p>
          <a:p>
            <a:pPr>
              <a:defRPr/>
            </a:pPr>
            <a:r>
              <a:rPr lang="fr-FR" smtClean="0"/>
              <a:t>      	 I know my Redeemer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IL VIT POUR ÔTER MES FARDEAUX IL VIT, JE LE PROCLAMERAI </a:t>
            </a:r>
          </a:p>
          <a:p>
            <a:pPr>
              <a:defRPr/>
            </a:pPr>
            <a:r>
              <a:rPr lang="fr-FR" smtClean="0"/>
              <a:t>      He lives to take away my shame And He lives forever I'll proclaim</a:t>
            </a:r>
          </a:p>
          <a:p>
            <a:pPr>
              <a:defRPr/>
            </a:pPr>
            <a:r>
              <a:rPr lang="fr-FR" smtClean="0"/>
              <a:t>16-  IL VIT </a:t>
            </a:r>
          </a:p>
          <a:p>
            <a:pPr>
              <a:defRPr/>
            </a:pPr>
            <a:r>
              <a:rPr lang="fr-FR" smtClean="0"/>
              <a:t>       He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17-  LE PRIX DE MON PÉCHÉ DE SA VIE, IL L’A PAYÉ </a:t>
            </a:r>
          </a:p>
          <a:p>
            <a:pPr>
              <a:defRPr/>
            </a:pPr>
            <a:r>
              <a:rPr lang="fr-FR" smtClean="0"/>
              <a:t>       That the payment for my sin Was the precious life He gave</a:t>
            </a:r>
          </a:p>
          <a:p>
            <a:pPr>
              <a:defRPr/>
            </a:pPr>
            <a:r>
              <a:rPr lang="fr-FR" smtClean="0"/>
              <a:t>18-  MAIS AUJOURD’HUI IL VIT, IL EST RESSUSCITÉ</a:t>
            </a:r>
          </a:p>
          <a:p>
            <a:pPr>
              <a:defRPr/>
            </a:pPr>
            <a:r>
              <a:rPr lang="fr-FR" smtClean="0"/>
              <a:t>       But now He's alive and there's an empty grave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Fin :
19-  JE SAIS QUE JE SAIS QUE JE SAIS QUE JE SAIS… </a:t>
            </a:r>
          </a:p>
          <a:p>
            <a:pPr>
              <a:defRPr/>
            </a:pPr>
            <a:r>
              <a:rPr lang="fr-FR" smtClean="0"/>
              <a:t>       And I know my Redeemer, He lives I know my Redeemer lives</a:t>
            </a:r>
          </a:p>
          <a:p>
            <a:pPr>
              <a:defRPr/>
            </a:pPr>
            <a:r>
              <a:rPr lang="fr-FR" smtClean="0"/>
              <a:t>20-  ET PARCE QU’IL VIT JE PEUX FAIRE FACE À DEMAIN </a:t>
            </a:r>
          </a:p>
          <a:p>
            <a:pPr>
              <a:defRPr/>
            </a:pPr>
            <a:r>
              <a:rPr lang="fr-FR" smtClean="0"/>
              <a:t>      Let all creation testify Let this life within me cry</a:t>
            </a:r>
          </a:p>
          <a:p>
            <a:pPr>
              <a:defRPr/>
            </a:pPr>
            <a:r>
              <a:rPr lang="fr-FR" smtClean="0"/>
              <a:t>21-  IL VIT, IL VIT ET LE TOMBEAU EST VIDE </a:t>
            </a:r>
          </a:p>
          <a:p>
            <a:pPr>
              <a:defRPr/>
            </a:pPr>
            <a:r>
              <a:rPr lang="fr-FR" smtClean="0"/>
              <a:t>      He lives The tomb is empty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22-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 I know my Redeemer I know my Redeemer lives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JE LE SAIS, MON RÉDEMPTEUR VIT </a:t>
            </a:r>
          </a:p>
          <a:p>
            <a:pPr>
              <a:defRPr/>
            </a:pPr>
            <a:r>
              <a:rPr lang="fr-FR" smtClean="0"/>
              <a:t>      I know my Redeemer lives</a:t>
            </a:r>
          </a:p>
          <a:p>
            <a:pPr>
              <a:defRPr/>
            </a:pPr>
            <a:endParaRPr lang="fr-FR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QUI A DIT AU SOLEIL OÙ SE PLACER LE MATIN ?</a:t>
            </a:r>
          </a:p>
          <a:p>
            <a:pPr>
              <a:defRPr/>
            </a:pPr>
            <a:r>
              <a:rPr lang="fr-FR" smtClean="0"/>
              <a:t>    Who taught the sun Where to stand in the morning</a:t>
            </a:r>
          </a:p>
          <a:p>
            <a:pPr>
              <a:defRPr/>
            </a:pPr>
            <a:r>
              <a:rPr lang="fr-FR" smtClean="0"/>
              <a:t>2-  ET QUI A DIT AUX MERS : VOUS N’AVANCEREZ PAS PLUS LOIN ? </a:t>
            </a:r>
          </a:p>
          <a:p>
            <a:pPr>
              <a:defRPr/>
            </a:pPr>
            <a:r>
              <a:rPr lang="fr-FR" smtClean="0"/>
              <a:t>    And who told the ocean You can only come this far</a:t>
            </a:r>
          </a:p>
          <a:p>
            <a:pPr>
              <a:defRPr/>
            </a:pPr>
            <a:r>
              <a:rPr lang="fr-FR" smtClean="0"/>
              <a:t>3-  QUI A MONTRÉ À LA LUNE OÙ SE CACHER JUSQU’AU SOIR ?</a:t>
            </a:r>
          </a:p>
          <a:p>
            <a:pPr>
              <a:defRPr/>
            </a:pPr>
            <a:r>
              <a:rPr lang="fr-FR" smtClean="0"/>
              <a:t>     And who showed the moon Where to hide till evening</a:t>
            </a:r>
          </a:p>
          <a:p>
            <a:pPr>
              <a:defRPr/>
            </a:pPr>
            <a:r>
              <a:rPr lang="fr-FR" smtClean="0"/>
              <a:t>4-  ET QUI PAR SA PAROLE PEUT SAISIR LES ÉTOILES ?</a:t>
            </a:r>
          </a:p>
          <a:p>
            <a:pPr>
              <a:defRPr/>
            </a:pPr>
            <a:r>
              <a:rPr lang="fr-FR" smtClean="0"/>
              <a:t>     Whose words alone can Catch a falling star</a:t>
            </a:r>
          </a:p>
          <a:p>
            <a:pPr>
              <a:defRPr/>
            </a:pPr>
            <a:r>
              <a:rPr lang="fr-FR" smtClean="0"/>
              <a:t> 
	5-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Well I know my Redeemer lives I know my Redeemer lives</a:t>
            </a:r>
          </a:p>
          <a:p>
            <a:pPr>
              <a:defRPr/>
            </a:pPr>
            <a:r>
              <a:rPr lang="fr-FR" smtClean="0"/>
              <a:t>	6-  TOUTE LA TERRE EN TÉMOIGNE SA VIE EN MOI LE PROCLAME</a:t>
            </a:r>
          </a:p>
          <a:p>
            <a:pPr>
              <a:defRPr/>
            </a:pPr>
            <a:r>
              <a:rPr lang="fr-FR" smtClean="0"/>
              <a:t>  	All of creation testifies This life within me cries</a:t>
            </a:r>
          </a:p>
          <a:p>
            <a:pPr>
              <a:defRPr/>
            </a:pPr>
            <a:r>
              <a:rPr lang="fr-FR" smtClean="0"/>
              <a:t> 	7-  JE LE SAIS, MON RÉDEMPTEUR VIT</a:t>
            </a:r>
          </a:p>
          <a:p>
            <a:pPr>
              <a:defRPr/>
            </a:pPr>
            <a:r>
              <a:rPr lang="fr-FR" smtClean="0"/>
              <a:t>     	I know my Redeemer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LE MÊME DIEU QUI A MIS LES ASTRES DANS LES CIEUX</a:t>
            </a:r>
          </a:p>
          <a:p>
            <a:pPr>
              <a:defRPr/>
            </a:pPr>
            <a:r>
              <a:rPr lang="fr-FR" smtClean="0"/>
              <a:t>     The very same God That spins things in orbit</a:t>
            </a:r>
          </a:p>
          <a:p>
            <a:pPr>
              <a:defRPr/>
            </a:pPr>
            <a:r>
              <a:rPr lang="fr-FR" smtClean="0"/>
              <a:t>9-  VOLE AU SECOURS DE CEUX QUI EN ONT BESOIN </a:t>
            </a:r>
          </a:p>
          <a:p>
            <a:pPr>
              <a:defRPr/>
            </a:pPr>
            <a:r>
              <a:rPr lang="fr-FR" smtClean="0"/>
              <a:t>      Runs to the weary The worn and the weak</a:t>
            </a:r>
          </a:p>
          <a:p>
            <a:pPr>
              <a:defRPr/>
            </a:pPr>
            <a:r>
              <a:rPr lang="fr-FR" smtClean="0"/>
              <a:t>10-  ET LA MÊME DOUCE MAIN QUI ME PORTE ET ME SOUTIENT</a:t>
            </a:r>
            <a:br>
              <a:rPr lang="fr-FR" smtClean="0"/>
            </a:br>
            <a:r>
              <a:rPr lang="fr-FR" smtClean="0"/>
              <a:t>      And the same gentle hand sThat hold me when I'm broken</a:t>
            </a:r>
          </a:p>
          <a:p>
            <a:pPr>
              <a:defRPr/>
            </a:pPr>
            <a:r>
              <a:rPr lang="fr-FR" smtClean="0"/>
              <a:t>11-  A VAINCU LA MORT ET BÉNI MES LENDEMAINS</a:t>
            </a:r>
          </a:p>
          <a:p>
            <a:pPr>
              <a:defRPr/>
            </a:pPr>
            <a:r>
              <a:rPr lang="fr-FR" smtClean="0"/>
              <a:t>       They conquer death to bring me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12-  ET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 Now I know my Redeemer lives I know my Redeemer lives</a:t>
            </a:r>
          </a:p>
          <a:p>
            <a:pPr>
              <a:defRPr/>
            </a:pPr>
            <a:r>
              <a:rPr lang="fr-FR" smtClean="0"/>
              <a:t>	13-  QUE TOUTE LA TERRE EN TÉMOIGNE QUE SA VIE EN MOI PROCLAME </a:t>
            </a:r>
          </a:p>
          <a:p>
            <a:pPr>
              <a:defRPr/>
            </a:pPr>
            <a:r>
              <a:rPr lang="fr-FR" smtClean="0"/>
              <a:t>  	Let all creation testify Let this life within me cry</a:t>
            </a:r>
          </a:p>
          <a:p>
            <a:pPr>
              <a:defRPr/>
            </a:pPr>
            <a:r>
              <a:rPr lang="fr-FR" smtClean="0"/>
              <a:t>	14-  JE LE SAIS, MON RÉDEMPTEUR </a:t>
            </a:r>
          </a:p>
          <a:p>
            <a:pPr>
              <a:defRPr/>
            </a:pPr>
            <a:r>
              <a:rPr lang="fr-FR" smtClean="0"/>
              <a:t>      	 I know my Redeemer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IL VIT POUR ÔTER MES FARDEAUX IL VIT, JE LE PROCLAMERAI </a:t>
            </a:r>
          </a:p>
          <a:p>
            <a:pPr>
              <a:defRPr/>
            </a:pPr>
            <a:r>
              <a:rPr lang="fr-FR" smtClean="0"/>
              <a:t>      He lives to take away my shame And He lives forever I'll proclaim</a:t>
            </a:r>
          </a:p>
          <a:p>
            <a:pPr>
              <a:defRPr/>
            </a:pPr>
            <a:r>
              <a:rPr lang="fr-FR" smtClean="0"/>
              <a:t>16-  IL VIT </a:t>
            </a:r>
          </a:p>
          <a:p>
            <a:pPr>
              <a:defRPr/>
            </a:pPr>
            <a:r>
              <a:rPr lang="fr-FR" smtClean="0"/>
              <a:t>       He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17-  LE PRIX DE MON PÉCHÉ DE SA VIE, IL L’A PAYÉ </a:t>
            </a:r>
          </a:p>
          <a:p>
            <a:pPr>
              <a:defRPr/>
            </a:pPr>
            <a:r>
              <a:rPr lang="fr-FR" smtClean="0"/>
              <a:t>       That the payment for my sin Was the precious life He gave</a:t>
            </a:r>
          </a:p>
          <a:p>
            <a:pPr>
              <a:defRPr/>
            </a:pPr>
            <a:r>
              <a:rPr lang="fr-FR" smtClean="0"/>
              <a:t>18-  MAIS AUJOURD’HUI IL VIT, IL EST RESSUSCITÉ</a:t>
            </a:r>
          </a:p>
          <a:p>
            <a:pPr>
              <a:defRPr/>
            </a:pPr>
            <a:r>
              <a:rPr lang="fr-FR" smtClean="0"/>
              <a:t>       But now He's alive and there's an empty grave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Fin :
19-  JE SAIS QUE JE SAIS QUE JE SAIS QUE JE SAIS… </a:t>
            </a:r>
          </a:p>
          <a:p>
            <a:pPr>
              <a:defRPr/>
            </a:pPr>
            <a:r>
              <a:rPr lang="fr-FR" smtClean="0"/>
              <a:t>       And I know my Redeemer, He lives I know my Redeemer lives</a:t>
            </a:r>
          </a:p>
          <a:p>
            <a:pPr>
              <a:defRPr/>
            </a:pPr>
            <a:r>
              <a:rPr lang="fr-FR" smtClean="0"/>
              <a:t>20-  ET PARCE QU’IL VIT JE PEUX FAIRE FACE À DEMAIN </a:t>
            </a:r>
          </a:p>
          <a:p>
            <a:pPr>
              <a:defRPr/>
            </a:pPr>
            <a:r>
              <a:rPr lang="fr-FR" smtClean="0"/>
              <a:t>      Let all creation testify Let this life within me cry</a:t>
            </a:r>
          </a:p>
          <a:p>
            <a:pPr>
              <a:defRPr/>
            </a:pPr>
            <a:r>
              <a:rPr lang="fr-FR" smtClean="0"/>
              <a:t>21-  IL VIT, IL VIT ET LE TOMBEAU EST VIDE </a:t>
            </a:r>
          </a:p>
          <a:p>
            <a:pPr>
              <a:defRPr/>
            </a:pPr>
            <a:r>
              <a:rPr lang="fr-FR" smtClean="0"/>
              <a:t>      He lives The tomb is empty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22-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 I know my Redeemer I know my Redeemer lives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JE LE SAIS, MON RÉDEMPTEUR VIT </a:t>
            </a:r>
          </a:p>
          <a:p>
            <a:pPr>
              <a:defRPr/>
            </a:pPr>
            <a:r>
              <a:rPr lang="fr-FR" smtClean="0"/>
              <a:t>      I know my Redeemer lives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QUI A DIT AU SOLEIL OÙ SE PLACER LE MATIN ?</a:t>
            </a:r>
          </a:p>
          <a:p>
            <a:pPr>
              <a:defRPr/>
            </a:pPr>
            <a:r>
              <a:rPr lang="fr-FR" smtClean="0"/>
              <a:t>    Who taught the sun Where to stand in the morning</a:t>
            </a:r>
          </a:p>
          <a:p>
            <a:pPr>
              <a:defRPr/>
            </a:pPr>
            <a:r>
              <a:rPr lang="fr-FR" smtClean="0"/>
              <a:t>2-  ET QUI A DIT AUX MERS : VOUS N’AVANCEREZ PAS PLUS LOIN ? </a:t>
            </a:r>
          </a:p>
          <a:p>
            <a:pPr>
              <a:defRPr/>
            </a:pPr>
            <a:r>
              <a:rPr lang="fr-FR" smtClean="0"/>
              <a:t>    And who told the ocean You can only come this far</a:t>
            </a:r>
          </a:p>
          <a:p>
            <a:pPr>
              <a:defRPr/>
            </a:pPr>
            <a:r>
              <a:rPr lang="fr-FR" smtClean="0"/>
              <a:t>3-  QUI A MONTRÉ À LA LUNE OÙ SE CACHER JUSQU’AU SOIR ?</a:t>
            </a:r>
          </a:p>
          <a:p>
            <a:pPr>
              <a:defRPr/>
            </a:pPr>
            <a:r>
              <a:rPr lang="fr-FR" smtClean="0"/>
              <a:t>     And who showed the moon Where to hide till evening</a:t>
            </a:r>
          </a:p>
          <a:p>
            <a:pPr>
              <a:defRPr/>
            </a:pPr>
            <a:r>
              <a:rPr lang="fr-FR" smtClean="0"/>
              <a:t>4-  ET QUI PAR SA PAROLE PEUT SAISIR LES ÉTOILES ?</a:t>
            </a:r>
          </a:p>
          <a:p>
            <a:pPr>
              <a:defRPr/>
            </a:pPr>
            <a:r>
              <a:rPr lang="fr-FR" smtClean="0"/>
              <a:t>     Whose words alone can Catch a falling star</a:t>
            </a:r>
          </a:p>
          <a:p>
            <a:pPr>
              <a:defRPr/>
            </a:pPr>
            <a:r>
              <a:rPr lang="fr-FR" smtClean="0"/>
              <a:t> 
	5-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Well I know my Redeemer lives I know my Redeemer lives</a:t>
            </a:r>
          </a:p>
          <a:p>
            <a:pPr>
              <a:defRPr/>
            </a:pPr>
            <a:r>
              <a:rPr lang="fr-FR" smtClean="0"/>
              <a:t>	6-  TOUTE LA TERRE EN TÉMOIGNE SA VIE EN MOI LE PROCLAME</a:t>
            </a:r>
          </a:p>
          <a:p>
            <a:pPr>
              <a:defRPr/>
            </a:pPr>
            <a:r>
              <a:rPr lang="fr-FR" smtClean="0"/>
              <a:t>  	All of creation testifies This life within me cries</a:t>
            </a:r>
          </a:p>
          <a:p>
            <a:pPr>
              <a:defRPr/>
            </a:pPr>
            <a:r>
              <a:rPr lang="fr-FR" smtClean="0"/>
              <a:t> 	7-  JE LE SAIS, MON RÉDEMPTEUR VIT</a:t>
            </a:r>
          </a:p>
          <a:p>
            <a:pPr>
              <a:defRPr/>
            </a:pPr>
            <a:r>
              <a:rPr lang="fr-FR" smtClean="0"/>
              <a:t>     	I know my Redeemer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LE MÊME DIEU QUI A MIS LES ASTRES DANS LES CIEUX</a:t>
            </a:r>
          </a:p>
          <a:p>
            <a:pPr>
              <a:defRPr/>
            </a:pPr>
            <a:r>
              <a:rPr lang="fr-FR" smtClean="0"/>
              <a:t>     The very same God That spins things in orbit</a:t>
            </a:r>
          </a:p>
          <a:p>
            <a:pPr>
              <a:defRPr/>
            </a:pPr>
            <a:r>
              <a:rPr lang="fr-FR" smtClean="0"/>
              <a:t>9-  VOLE AU SECOURS DE CEUX QUI EN ONT BESOIN </a:t>
            </a:r>
          </a:p>
          <a:p>
            <a:pPr>
              <a:defRPr/>
            </a:pPr>
            <a:r>
              <a:rPr lang="fr-FR" smtClean="0"/>
              <a:t>      Runs to the weary The worn and the weak</a:t>
            </a:r>
          </a:p>
          <a:p>
            <a:pPr>
              <a:defRPr/>
            </a:pPr>
            <a:r>
              <a:rPr lang="fr-FR" smtClean="0"/>
              <a:t>10-  ET LA MÊME DOUCE MAIN QUI ME PORTE ET ME SOUTIENT</a:t>
            </a:r>
            <a:br>
              <a:rPr lang="fr-FR" smtClean="0"/>
            </a:br>
            <a:r>
              <a:rPr lang="fr-FR" smtClean="0"/>
              <a:t>      And the same gentle hand sThat hold me when I'm broken</a:t>
            </a:r>
          </a:p>
          <a:p>
            <a:pPr>
              <a:defRPr/>
            </a:pPr>
            <a:r>
              <a:rPr lang="fr-FR" smtClean="0"/>
              <a:t>11-  A VAINCU LA MORT ET BÉNI MES LENDEMAINS</a:t>
            </a:r>
          </a:p>
          <a:p>
            <a:pPr>
              <a:defRPr/>
            </a:pPr>
            <a:r>
              <a:rPr lang="fr-FR" smtClean="0"/>
              <a:t>       They conquer death to bring me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12-  ET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 Now I know my Redeemer lives I know my Redeemer lives</a:t>
            </a:r>
          </a:p>
          <a:p>
            <a:pPr>
              <a:defRPr/>
            </a:pPr>
            <a:r>
              <a:rPr lang="fr-FR" smtClean="0"/>
              <a:t>	13-  QUE TOUTE LA TERRE EN TÉMOIGNE QUE SA VIE EN MOI PROCLAME </a:t>
            </a:r>
          </a:p>
          <a:p>
            <a:pPr>
              <a:defRPr/>
            </a:pPr>
            <a:r>
              <a:rPr lang="fr-FR" smtClean="0"/>
              <a:t>  	Let all creation testify Let this life within me cry</a:t>
            </a:r>
          </a:p>
          <a:p>
            <a:pPr>
              <a:defRPr/>
            </a:pPr>
            <a:r>
              <a:rPr lang="fr-FR" smtClean="0"/>
              <a:t>	14-  JE LE SAIS, MON RÉDEMPTEUR </a:t>
            </a:r>
          </a:p>
          <a:p>
            <a:pPr>
              <a:defRPr/>
            </a:pPr>
            <a:r>
              <a:rPr lang="fr-FR" smtClean="0"/>
              <a:t>      	 I know my Redeemer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IL VIT POUR ÔTER MES FARDEAUX IL VIT, JE LE PROCLAMERAI </a:t>
            </a:r>
          </a:p>
          <a:p>
            <a:pPr>
              <a:defRPr/>
            </a:pPr>
            <a:r>
              <a:rPr lang="fr-FR" smtClean="0"/>
              <a:t>      He lives to take away my shame And He lives forever I'll proclaim</a:t>
            </a:r>
          </a:p>
          <a:p>
            <a:pPr>
              <a:defRPr/>
            </a:pPr>
            <a:r>
              <a:rPr lang="fr-FR" smtClean="0"/>
              <a:t>16-  IL VIT </a:t>
            </a:r>
          </a:p>
          <a:p>
            <a:pPr>
              <a:defRPr/>
            </a:pPr>
            <a:r>
              <a:rPr lang="fr-FR" smtClean="0"/>
              <a:t>       He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17-  LE PRIX DE MON PÉCHÉ DE SA VIE, IL L’A PAYÉ </a:t>
            </a:r>
          </a:p>
          <a:p>
            <a:pPr>
              <a:defRPr/>
            </a:pPr>
            <a:r>
              <a:rPr lang="fr-FR" smtClean="0"/>
              <a:t>       That the payment for my sin Was the precious life He gave</a:t>
            </a:r>
          </a:p>
          <a:p>
            <a:pPr>
              <a:defRPr/>
            </a:pPr>
            <a:r>
              <a:rPr lang="fr-FR" smtClean="0"/>
              <a:t>18-  MAIS AUJOURD’HUI IL VIT, IL EST RESSUSCITÉ</a:t>
            </a:r>
          </a:p>
          <a:p>
            <a:pPr>
              <a:defRPr/>
            </a:pPr>
            <a:r>
              <a:rPr lang="fr-FR" smtClean="0"/>
              <a:t>       But now He's alive and there's an empty grave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Fin :
19-  JE SAIS QUE JE SAIS QUE JE SAIS QUE JE SAIS… </a:t>
            </a:r>
          </a:p>
          <a:p>
            <a:pPr>
              <a:defRPr/>
            </a:pPr>
            <a:r>
              <a:rPr lang="fr-FR" smtClean="0"/>
              <a:t>       And I know my Redeemer, He lives I know my Redeemer lives</a:t>
            </a:r>
          </a:p>
          <a:p>
            <a:pPr>
              <a:defRPr/>
            </a:pPr>
            <a:r>
              <a:rPr lang="fr-FR" smtClean="0"/>
              <a:t>20-  ET PARCE QU’IL VIT JE PEUX FAIRE FACE À DEMAIN </a:t>
            </a:r>
          </a:p>
          <a:p>
            <a:pPr>
              <a:defRPr/>
            </a:pPr>
            <a:r>
              <a:rPr lang="fr-FR" smtClean="0"/>
              <a:t>      Let all creation testify Let this life within me cry</a:t>
            </a:r>
          </a:p>
          <a:p>
            <a:pPr>
              <a:defRPr/>
            </a:pPr>
            <a:r>
              <a:rPr lang="fr-FR" smtClean="0"/>
              <a:t>21-  IL VIT, IL VIT ET LE TOMBEAU EST VIDE </a:t>
            </a:r>
          </a:p>
          <a:p>
            <a:pPr>
              <a:defRPr/>
            </a:pPr>
            <a:r>
              <a:rPr lang="fr-FR" smtClean="0"/>
              <a:t>      He lives The tomb is empty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22-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 I know my Redeemer I know my Redeemer lives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JE LE SAIS, MON RÉDEMPTEUR VIT </a:t>
            </a:r>
          </a:p>
          <a:p>
            <a:pPr>
              <a:defRPr/>
            </a:pPr>
            <a:r>
              <a:rPr lang="fr-FR" smtClean="0"/>
              <a:t>      I know my Redeemer lives</a:t>
            </a:r>
          </a:p>
          <a:p>
            <a:pPr>
              <a:defRPr/>
            </a:pPr>
            <a:endParaRPr lang="fr-FR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QUI A DIT AU SOLEIL OÙ SE PLACER LE MATIN ?</a:t>
            </a:r>
          </a:p>
          <a:p>
            <a:pPr>
              <a:defRPr/>
            </a:pPr>
            <a:r>
              <a:rPr lang="fr-FR" smtClean="0"/>
              <a:t>    Who taught the sun Where to stand in the morning</a:t>
            </a:r>
          </a:p>
          <a:p>
            <a:pPr>
              <a:defRPr/>
            </a:pPr>
            <a:r>
              <a:rPr lang="fr-FR" smtClean="0"/>
              <a:t>2-  ET QUI A DIT AUX MERS : VOUS N’AVANCEREZ PAS PLUS LOIN ? </a:t>
            </a:r>
          </a:p>
          <a:p>
            <a:pPr>
              <a:defRPr/>
            </a:pPr>
            <a:r>
              <a:rPr lang="fr-FR" smtClean="0"/>
              <a:t>    And who told the ocean You can only come this far</a:t>
            </a:r>
          </a:p>
          <a:p>
            <a:pPr>
              <a:defRPr/>
            </a:pPr>
            <a:r>
              <a:rPr lang="fr-FR" smtClean="0"/>
              <a:t>3-  QUI A MONTRÉ À LA LUNE OÙ SE CACHER JUSQU’AU SOIR ?</a:t>
            </a:r>
          </a:p>
          <a:p>
            <a:pPr>
              <a:defRPr/>
            </a:pPr>
            <a:r>
              <a:rPr lang="fr-FR" smtClean="0"/>
              <a:t>     And who showed the moon Where to hide till evening</a:t>
            </a:r>
          </a:p>
          <a:p>
            <a:pPr>
              <a:defRPr/>
            </a:pPr>
            <a:r>
              <a:rPr lang="fr-FR" smtClean="0"/>
              <a:t>4-  ET QUI PAR SA PAROLE PEUT SAISIR LES ÉTOILES ?</a:t>
            </a:r>
          </a:p>
          <a:p>
            <a:pPr>
              <a:defRPr/>
            </a:pPr>
            <a:r>
              <a:rPr lang="fr-FR" smtClean="0"/>
              <a:t>     Whose words alone can Catch a falling star</a:t>
            </a:r>
          </a:p>
          <a:p>
            <a:pPr>
              <a:defRPr/>
            </a:pPr>
            <a:r>
              <a:rPr lang="fr-FR" smtClean="0"/>
              <a:t> 
	5-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Well I know my Redeemer lives I know my Redeemer lives</a:t>
            </a:r>
          </a:p>
          <a:p>
            <a:pPr>
              <a:defRPr/>
            </a:pPr>
            <a:r>
              <a:rPr lang="fr-FR" smtClean="0"/>
              <a:t>	6-  TOUTE LA TERRE EN TÉMOIGNE SA VIE EN MOI LE PROCLAME</a:t>
            </a:r>
          </a:p>
          <a:p>
            <a:pPr>
              <a:defRPr/>
            </a:pPr>
            <a:r>
              <a:rPr lang="fr-FR" smtClean="0"/>
              <a:t>  	All of creation testifies This life within me cries</a:t>
            </a:r>
          </a:p>
          <a:p>
            <a:pPr>
              <a:defRPr/>
            </a:pPr>
            <a:r>
              <a:rPr lang="fr-FR" smtClean="0"/>
              <a:t> 	7-  JE LE SAIS, MON RÉDEMPTEUR VIT</a:t>
            </a:r>
          </a:p>
          <a:p>
            <a:pPr>
              <a:defRPr/>
            </a:pPr>
            <a:r>
              <a:rPr lang="fr-FR" smtClean="0"/>
              <a:t>     	I know my Redeemer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LE MÊME DIEU QUI A MIS LES ASTRES DANS LES CIEUX</a:t>
            </a:r>
          </a:p>
          <a:p>
            <a:pPr>
              <a:defRPr/>
            </a:pPr>
            <a:r>
              <a:rPr lang="fr-FR" smtClean="0"/>
              <a:t>     The very same God That spins things in orbit</a:t>
            </a:r>
          </a:p>
          <a:p>
            <a:pPr>
              <a:defRPr/>
            </a:pPr>
            <a:r>
              <a:rPr lang="fr-FR" smtClean="0"/>
              <a:t>9-  VOLE AU SECOURS DE CEUX QUI EN ONT BESOIN </a:t>
            </a:r>
          </a:p>
          <a:p>
            <a:pPr>
              <a:defRPr/>
            </a:pPr>
            <a:r>
              <a:rPr lang="fr-FR" smtClean="0"/>
              <a:t>      Runs to the weary The worn and the weak</a:t>
            </a:r>
          </a:p>
          <a:p>
            <a:pPr>
              <a:defRPr/>
            </a:pPr>
            <a:r>
              <a:rPr lang="fr-FR" smtClean="0"/>
              <a:t>10-  ET LA MÊME DOUCE MAIN QUI ME PORTE ET ME SOUTIENT</a:t>
            </a:r>
            <a:br>
              <a:rPr lang="fr-FR" smtClean="0"/>
            </a:br>
            <a:r>
              <a:rPr lang="fr-FR" smtClean="0"/>
              <a:t>      And the same gentle hand sThat hold me when I'm broken</a:t>
            </a:r>
          </a:p>
          <a:p>
            <a:pPr>
              <a:defRPr/>
            </a:pPr>
            <a:r>
              <a:rPr lang="fr-FR" smtClean="0"/>
              <a:t>11-  A VAINCU LA MORT ET BÉNI MES LENDEMAINS</a:t>
            </a:r>
          </a:p>
          <a:p>
            <a:pPr>
              <a:defRPr/>
            </a:pPr>
            <a:r>
              <a:rPr lang="fr-FR" smtClean="0"/>
              <a:t>       They conquer death to bring me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12-  ET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 Now I know my Redeemer lives I know my Redeemer lives</a:t>
            </a:r>
          </a:p>
          <a:p>
            <a:pPr>
              <a:defRPr/>
            </a:pPr>
            <a:r>
              <a:rPr lang="fr-FR" smtClean="0"/>
              <a:t>	13-  QUE TOUTE LA TERRE EN TÉMOIGNE QUE SA VIE EN MOI PROCLAME </a:t>
            </a:r>
          </a:p>
          <a:p>
            <a:pPr>
              <a:defRPr/>
            </a:pPr>
            <a:r>
              <a:rPr lang="fr-FR" smtClean="0"/>
              <a:t>  	Let all creation testify Let this life within me cry</a:t>
            </a:r>
          </a:p>
          <a:p>
            <a:pPr>
              <a:defRPr/>
            </a:pPr>
            <a:r>
              <a:rPr lang="fr-FR" smtClean="0"/>
              <a:t>	14-  JE LE SAIS, MON RÉDEMPTEUR </a:t>
            </a:r>
          </a:p>
          <a:p>
            <a:pPr>
              <a:defRPr/>
            </a:pPr>
            <a:r>
              <a:rPr lang="fr-FR" smtClean="0"/>
              <a:t>      	 I know my Redeemer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IL VIT POUR ÔTER MES FARDEAUX IL VIT, JE LE PROCLAMERAI </a:t>
            </a:r>
          </a:p>
          <a:p>
            <a:pPr>
              <a:defRPr/>
            </a:pPr>
            <a:r>
              <a:rPr lang="fr-FR" smtClean="0"/>
              <a:t>      He lives to take away my shame And He lives forever I'll proclaim</a:t>
            </a:r>
          </a:p>
          <a:p>
            <a:pPr>
              <a:defRPr/>
            </a:pPr>
            <a:r>
              <a:rPr lang="fr-FR" smtClean="0"/>
              <a:t>16-  IL VIT </a:t>
            </a:r>
          </a:p>
          <a:p>
            <a:pPr>
              <a:defRPr/>
            </a:pPr>
            <a:r>
              <a:rPr lang="fr-FR" smtClean="0"/>
              <a:t>       He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17-  LE PRIX DE MON PÉCHÉ DE SA VIE, IL L’A PAYÉ </a:t>
            </a:r>
          </a:p>
          <a:p>
            <a:pPr>
              <a:defRPr/>
            </a:pPr>
            <a:r>
              <a:rPr lang="fr-FR" smtClean="0"/>
              <a:t>       That the payment for my sin Was the precious life He gave</a:t>
            </a:r>
          </a:p>
          <a:p>
            <a:pPr>
              <a:defRPr/>
            </a:pPr>
            <a:r>
              <a:rPr lang="fr-FR" smtClean="0"/>
              <a:t>18-  MAIS AUJOURD’HUI IL VIT, IL EST RESSUSCITÉ</a:t>
            </a:r>
          </a:p>
          <a:p>
            <a:pPr>
              <a:defRPr/>
            </a:pPr>
            <a:r>
              <a:rPr lang="fr-FR" smtClean="0"/>
              <a:t>       But now He's alive and there's an empty grave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Fin :
19-  JE SAIS QUE JE SAIS QUE JE SAIS QUE JE SAIS… </a:t>
            </a:r>
          </a:p>
          <a:p>
            <a:pPr>
              <a:defRPr/>
            </a:pPr>
            <a:r>
              <a:rPr lang="fr-FR" smtClean="0"/>
              <a:t>       And I know my Redeemer, He lives I know my Redeemer lives</a:t>
            </a:r>
          </a:p>
          <a:p>
            <a:pPr>
              <a:defRPr/>
            </a:pPr>
            <a:r>
              <a:rPr lang="fr-FR" smtClean="0"/>
              <a:t>20-  ET PARCE QU’IL VIT JE PEUX FAIRE FACE À DEMAIN </a:t>
            </a:r>
          </a:p>
          <a:p>
            <a:pPr>
              <a:defRPr/>
            </a:pPr>
            <a:r>
              <a:rPr lang="fr-FR" smtClean="0"/>
              <a:t>      Let all creation testify Let this life within me cry</a:t>
            </a:r>
          </a:p>
          <a:p>
            <a:pPr>
              <a:defRPr/>
            </a:pPr>
            <a:r>
              <a:rPr lang="fr-FR" smtClean="0"/>
              <a:t>21-  IL VIT, IL VIT ET LE TOMBEAU EST VIDE </a:t>
            </a:r>
          </a:p>
          <a:p>
            <a:pPr>
              <a:defRPr/>
            </a:pPr>
            <a:r>
              <a:rPr lang="fr-FR" smtClean="0"/>
              <a:t>      He lives The tomb is empty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22-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 I know my Redeemer I know my Redeemer lives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JE LE SAIS, MON RÉDEMPTEUR VIT </a:t>
            </a:r>
          </a:p>
          <a:p>
            <a:pPr>
              <a:defRPr/>
            </a:pPr>
            <a:r>
              <a:rPr lang="fr-FR" smtClean="0"/>
              <a:t>      I know my Redeemer lives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QUI A DIT AU SOLEIL OÙ SE PLACER LE MATIN ?</a:t>
            </a:r>
          </a:p>
          <a:p>
            <a:pPr>
              <a:defRPr/>
            </a:pPr>
            <a:r>
              <a:rPr lang="fr-FR" smtClean="0"/>
              <a:t>    Who taught the sun Where to stand in the morning</a:t>
            </a:r>
          </a:p>
          <a:p>
            <a:pPr>
              <a:defRPr/>
            </a:pPr>
            <a:r>
              <a:rPr lang="fr-FR" smtClean="0"/>
              <a:t>2-  ET QUI A DIT AUX MERS : VOUS N’AVANCEREZ PAS PLUS LOIN ? </a:t>
            </a:r>
          </a:p>
          <a:p>
            <a:pPr>
              <a:defRPr/>
            </a:pPr>
            <a:r>
              <a:rPr lang="fr-FR" smtClean="0"/>
              <a:t>    And who told the ocean You can only come this far</a:t>
            </a:r>
          </a:p>
          <a:p>
            <a:pPr>
              <a:defRPr/>
            </a:pPr>
            <a:r>
              <a:rPr lang="fr-FR" smtClean="0"/>
              <a:t>3-  QUI A MONTRÉ À LA LUNE OÙ SE CACHER JUSQU’AU SOIR ?</a:t>
            </a:r>
          </a:p>
          <a:p>
            <a:pPr>
              <a:defRPr/>
            </a:pPr>
            <a:r>
              <a:rPr lang="fr-FR" smtClean="0"/>
              <a:t>     And who showed the moon Where to hide till evening</a:t>
            </a:r>
          </a:p>
          <a:p>
            <a:pPr>
              <a:defRPr/>
            </a:pPr>
            <a:r>
              <a:rPr lang="fr-FR" smtClean="0"/>
              <a:t>4-  ET QUI PAR SA PAROLE PEUT SAISIR LES ÉTOILES ?</a:t>
            </a:r>
          </a:p>
          <a:p>
            <a:pPr>
              <a:defRPr/>
            </a:pPr>
            <a:r>
              <a:rPr lang="fr-FR" smtClean="0"/>
              <a:t>     Whose words alone can Catch a falling star</a:t>
            </a:r>
          </a:p>
          <a:p>
            <a:pPr>
              <a:defRPr/>
            </a:pPr>
            <a:r>
              <a:rPr lang="fr-FR" smtClean="0"/>
              <a:t> 
	5-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Well I know my Redeemer lives I know my Redeemer lives</a:t>
            </a:r>
          </a:p>
          <a:p>
            <a:pPr>
              <a:defRPr/>
            </a:pPr>
            <a:r>
              <a:rPr lang="fr-FR" smtClean="0"/>
              <a:t>	6-  TOUTE LA TERRE EN TÉMOIGNE SA VIE EN MOI LE PROCLAME</a:t>
            </a:r>
          </a:p>
          <a:p>
            <a:pPr>
              <a:defRPr/>
            </a:pPr>
            <a:r>
              <a:rPr lang="fr-FR" smtClean="0"/>
              <a:t>  	All of creation testifies This life within me cries</a:t>
            </a:r>
          </a:p>
          <a:p>
            <a:pPr>
              <a:defRPr/>
            </a:pPr>
            <a:r>
              <a:rPr lang="fr-FR" smtClean="0"/>
              <a:t> 	7-  JE LE SAIS, MON RÉDEMPTEUR VIT</a:t>
            </a:r>
          </a:p>
          <a:p>
            <a:pPr>
              <a:defRPr/>
            </a:pPr>
            <a:r>
              <a:rPr lang="fr-FR" smtClean="0"/>
              <a:t>     	I know my Redeemer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LE MÊME DIEU QUI A MIS LES ASTRES DANS LES CIEUX</a:t>
            </a:r>
          </a:p>
          <a:p>
            <a:pPr>
              <a:defRPr/>
            </a:pPr>
            <a:r>
              <a:rPr lang="fr-FR" smtClean="0"/>
              <a:t>     The very same God That spins things in orbit</a:t>
            </a:r>
          </a:p>
          <a:p>
            <a:pPr>
              <a:defRPr/>
            </a:pPr>
            <a:r>
              <a:rPr lang="fr-FR" smtClean="0"/>
              <a:t>9-  VOLE AU SECOURS DE CEUX QUI EN ONT BESOIN </a:t>
            </a:r>
          </a:p>
          <a:p>
            <a:pPr>
              <a:defRPr/>
            </a:pPr>
            <a:r>
              <a:rPr lang="fr-FR" smtClean="0"/>
              <a:t>      Runs to the weary The worn and the weak</a:t>
            </a:r>
          </a:p>
          <a:p>
            <a:pPr>
              <a:defRPr/>
            </a:pPr>
            <a:r>
              <a:rPr lang="fr-FR" smtClean="0"/>
              <a:t>10-  ET LA MÊME DOUCE MAIN QUI ME PORTE ET ME SOUTIENT</a:t>
            </a:r>
            <a:br>
              <a:rPr lang="fr-FR" smtClean="0"/>
            </a:br>
            <a:r>
              <a:rPr lang="fr-FR" smtClean="0"/>
              <a:t>      And the same gentle hand sThat hold me when I'm broken</a:t>
            </a:r>
          </a:p>
          <a:p>
            <a:pPr>
              <a:defRPr/>
            </a:pPr>
            <a:r>
              <a:rPr lang="fr-FR" smtClean="0"/>
              <a:t>11-  A VAINCU LA MORT ET BÉNI MES LENDEMAINS</a:t>
            </a:r>
          </a:p>
          <a:p>
            <a:pPr>
              <a:defRPr/>
            </a:pPr>
            <a:r>
              <a:rPr lang="fr-FR" smtClean="0"/>
              <a:t>       They conquer death to bring me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12-  ET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 Now I know my Redeemer lives I know my Redeemer lives</a:t>
            </a:r>
          </a:p>
          <a:p>
            <a:pPr>
              <a:defRPr/>
            </a:pPr>
            <a:r>
              <a:rPr lang="fr-FR" smtClean="0"/>
              <a:t>	13-  QUE TOUTE LA TERRE EN TÉMOIGNE QUE SA VIE EN MOI PROCLAME </a:t>
            </a:r>
          </a:p>
          <a:p>
            <a:pPr>
              <a:defRPr/>
            </a:pPr>
            <a:r>
              <a:rPr lang="fr-FR" smtClean="0"/>
              <a:t>  	Let all creation testify Let this life within me cry</a:t>
            </a:r>
          </a:p>
          <a:p>
            <a:pPr>
              <a:defRPr/>
            </a:pPr>
            <a:r>
              <a:rPr lang="fr-FR" smtClean="0"/>
              <a:t>	14-  JE LE SAIS, MON RÉDEMPTEUR </a:t>
            </a:r>
          </a:p>
          <a:p>
            <a:pPr>
              <a:defRPr/>
            </a:pPr>
            <a:r>
              <a:rPr lang="fr-FR" smtClean="0"/>
              <a:t>      	 I know my Redeemer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IL VIT POUR ÔTER MES FARDEAUX IL VIT, JE LE PROCLAMERAI </a:t>
            </a:r>
          </a:p>
          <a:p>
            <a:pPr>
              <a:defRPr/>
            </a:pPr>
            <a:r>
              <a:rPr lang="fr-FR" smtClean="0"/>
              <a:t>      He lives to take away my shame And He lives forever I'll proclaim</a:t>
            </a:r>
          </a:p>
          <a:p>
            <a:pPr>
              <a:defRPr/>
            </a:pPr>
            <a:r>
              <a:rPr lang="fr-FR" smtClean="0"/>
              <a:t>16-  IL VIT </a:t>
            </a:r>
          </a:p>
          <a:p>
            <a:pPr>
              <a:defRPr/>
            </a:pPr>
            <a:r>
              <a:rPr lang="fr-FR" smtClean="0"/>
              <a:t>       He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17-  LE PRIX DE MON PÉCHÉ DE SA VIE, IL L’A PAYÉ </a:t>
            </a:r>
          </a:p>
          <a:p>
            <a:pPr>
              <a:defRPr/>
            </a:pPr>
            <a:r>
              <a:rPr lang="fr-FR" smtClean="0"/>
              <a:t>       That the payment for my sin Was the precious life He gave</a:t>
            </a:r>
          </a:p>
          <a:p>
            <a:pPr>
              <a:defRPr/>
            </a:pPr>
            <a:r>
              <a:rPr lang="fr-FR" smtClean="0"/>
              <a:t>18-  MAIS AUJOURD’HUI IL VIT, IL EST RESSUSCITÉ</a:t>
            </a:r>
          </a:p>
          <a:p>
            <a:pPr>
              <a:defRPr/>
            </a:pPr>
            <a:r>
              <a:rPr lang="fr-FR" smtClean="0"/>
              <a:t>       But now He's alive and there's an empty grave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Fin :
19-  JE SAIS QUE JE SAIS QUE JE SAIS QUE JE SAIS… </a:t>
            </a:r>
          </a:p>
          <a:p>
            <a:pPr>
              <a:defRPr/>
            </a:pPr>
            <a:r>
              <a:rPr lang="fr-FR" smtClean="0"/>
              <a:t>       And I know my Redeemer, He lives I know my Redeemer lives</a:t>
            </a:r>
          </a:p>
          <a:p>
            <a:pPr>
              <a:defRPr/>
            </a:pPr>
            <a:r>
              <a:rPr lang="fr-FR" smtClean="0"/>
              <a:t>20-  ET PARCE QU’IL VIT JE PEUX FAIRE FACE À DEMAIN </a:t>
            </a:r>
          </a:p>
          <a:p>
            <a:pPr>
              <a:defRPr/>
            </a:pPr>
            <a:r>
              <a:rPr lang="fr-FR" smtClean="0"/>
              <a:t>      Let all creation testify Let this life within me cry</a:t>
            </a:r>
          </a:p>
          <a:p>
            <a:pPr>
              <a:defRPr/>
            </a:pPr>
            <a:r>
              <a:rPr lang="fr-FR" smtClean="0"/>
              <a:t>21-  IL VIT, IL VIT ET LE TOMBEAU EST VIDE </a:t>
            </a:r>
          </a:p>
          <a:p>
            <a:pPr>
              <a:defRPr/>
            </a:pPr>
            <a:r>
              <a:rPr lang="fr-FR" smtClean="0"/>
              <a:t>      He lives The tomb is empty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22-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 I know my Redeemer I know my Redeemer lives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JE LE SAIS, MON RÉDEMPTEUR VIT </a:t>
            </a:r>
          </a:p>
          <a:p>
            <a:pPr>
              <a:defRPr/>
            </a:pPr>
            <a:r>
              <a:rPr lang="fr-FR" smtClean="0"/>
              <a:t>      I know my Redeemer lives</a:t>
            </a:r>
          </a:p>
          <a:p>
            <a:pPr>
              <a:defRPr/>
            </a:pPr>
            <a:endParaRPr lang="fr-FR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QUI A DIT AU SOLEIL OÙ SE PLACER LE MATIN ?</a:t>
            </a:r>
          </a:p>
          <a:p>
            <a:pPr>
              <a:defRPr/>
            </a:pPr>
            <a:r>
              <a:rPr lang="fr-FR" smtClean="0"/>
              <a:t>    Who taught the sun Where to stand in the morning</a:t>
            </a:r>
          </a:p>
          <a:p>
            <a:pPr>
              <a:defRPr/>
            </a:pPr>
            <a:r>
              <a:rPr lang="fr-FR" smtClean="0"/>
              <a:t>2-  ET QUI A DIT AUX MERS : VOUS N’AVANCEREZ PAS PLUS LOIN ? </a:t>
            </a:r>
          </a:p>
          <a:p>
            <a:pPr>
              <a:defRPr/>
            </a:pPr>
            <a:r>
              <a:rPr lang="fr-FR" smtClean="0"/>
              <a:t>    And who told the ocean You can only come this far</a:t>
            </a:r>
          </a:p>
          <a:p>
            <a:pPr>
              <a:defRPr/>
            </a:pPr>
            <a:r>
              <a:rPr lang="fr-FR" smtClean="0"/>
              <a:t>3-  QUI A MONTRÉ À LA LUNE OÙ SE CACHER JUSQU’AU SOIR ?</a:t>
            </a:r>
          </a:p>
          <a:p>
            <a:pPr>
              <a:defRPr/>
            </a:pPr>
            <a:r>
              <a:rPr lang="fr-FR" smtClean="0"/>
              <a:t>     And who showed the moon Where to hide till evening</a:t>
            </a:r>
          </a:p>
          <a:p>
            <a:pPr>
              <a:defRPr/>
            </a:pPr>
            <a:r>
              <a:rPr lang="fr-FR" smtClean="0"/>
              <a:t>4-  ET QUI PAR SA PAROLE PEUT SAISIR LES ÉTOILES ?</a:t>
            </a:r>
          </a:p>
          <a:p>
            <a:pPr>
              <a:defRPr/>
            </a:pPr>
            <a:r>
              <a:rPr lang="fr-FR" smtClean="0"/>
              <a:t>     Whose words alone can Catch a falling star</a:t>
            </a:r>
          </a:p>
          <a:p>
            <a:pPr>
              <a:defRPr/>
            </a:pPr>
            <a:r>
              <a:rPr lang="fr-FR" smtClean="0"/>
              <a:t> 
	5-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Well I know my Redeemer lives I know my Redeemer lives</a:t>
            </a:r>
          </a:p>
          <a:p>
            <a:pPr>
              <a:defRPr/>
            </a:pPr>
            <a:r>
              <a:rPr lang="fr-FR" smtClean="0"/>
              <a:t>	6-  TOUTE LA TERRE EN TÉMOIGNE SA VIE EN MOI LE PROCLAME</a:t>
            </a:r>
          </a:p>
          <a:p>
            <a:pPr>
              <a:defRPr/>
            </a:pPr>
            <a:r>
              <a:rPr lang="fr-FR" smtClean="0"/>
              <a:t>  	All of creation testifies This life within me cries</a:t>
            </a:r>
          </a:p>
          <a:p>
            <a:pPr>
              <a:defRPr/>
            </a:pPr>
            <a:r>
              <a:rPr lang="fr-FR" smtClean="0"/>
              <a:t> 	7-  JE LE SAIS, MON RÉDEMPTEUR VIT</a:t>
            </a:r>
          </a:p>
          <a:p>
            <a:pPr>
              <a:defRPr/>
            </a:pPr>
            <a:r>
              <a:rPr lang="fr-FR" smtClean="0"/>
              <a:t>     	I know my Redeemer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LE MÊME DIEU QUI A MIS LES ASTRES DANS LES CIEUX</a:t>
            </a:r>
          </a:p>
          <a:p>
            <a:pPr>
              <a:defRPr/>
            </a:pPr>
            <a:r>
              <a:rPr lang="fr-FR" smtClean="0"/>
              <a:t>     The very same God That spins things in orbit</a:t>
            </a:r>
          </a:p>
          <a:p>
            <a:pPr>
              <a:defRPr/>
            </a:pPr>
            <a:r>
              <a:rPr lang="fr-FR" smtClean="0"/>
              <a:t>9-  VOLE AU SECOURS DE CEUX QUI EN ONT BESOIN </a:t>
            </a:r>
          </a:p>
          <a:p>
            <a:pPr>
              <a:defRPr/>
            </a:pPr>
            <a:r>
              <a:rPr lang="fr-FR" smtClean="0"/>
              <a:t>      Runs to the weary The worn and the weak</a:t>
            </a:r>
          </a:p>
          <a:p>
            <a:pPr>
              <a:defRPr/>
            </a:pPr>
            <a:r>
              <a:rPr lang="fr-FR" smtClean="0"/>
              <a:t>10-  ET LA MÊME DOUCE MAIN QUI ME PORTE ET ME SOUTIENT</a:t>
            </a:r>
            <a:br>
              <a:rPr lang="fr-FR" smtClean="0"/>
            </a:br>
            <a:r>
              <a:rPr lang="fr-FR" smtClean="0"/>
              <a:t>      And the same gentle hand sThat hold me when I'm broken</a:t>
            </a:r>
          </a:p>
          <a:p>
            <a:pPr>
              <a:defRPr/>
            </a:pPr>
            <a:r>
              <a:rPr lang="fr-FR" smtClean="0"/>
              <a:t>11-  A VAINCU LA MORT ET BÉNI MES LENDEMAINS</a:t>
            </a:r>
          </a:p>
          <a:p>
            <a:pPr>
              <a:defRPr/>
            </a:pPr>
            <a:r>
              <a:rPr lang="fr-FR" smtClean="0"/>
              <a:t>       They conquer death to bring me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12-  ET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 Now I know my Redeemer lives I know my Redeemer lives</a:t>
            </a:r>
          </a:p>
          <a:p>
            <a:pPr>
              <a:defRPr/>
            </a:pPr>
            <a:r>
              <a:rPr lang="fr-FR" smtClean="0"/>
              <a:t>	13-  QUE TOUTE LA TERRE EN TÉMOIGNE QUE SA VIE EN MOI PROCLAME </a:t>
            </a:r>
          </a:p>
          <a:p>
            <a:pPr>
              <a:defRPr/>
            </a:pPr>
            <a:r>
              <a:rPr lang="fr-FR" smtClean="0"/>
              <a:t>  	Let all creation testify Let this life within me cry</a:t>
            </a:r>
          </a:p>
          <a:p>
            <a:pPr>
              <a:defRPr/>
            </a:pPr>
            <a:r>
              <a:rPr lang="fr-FR" smtClean="0"/>
              <a:t>	14-  JE LE SAIS, MON RÉDEMPTEUR </a:t>
            </a:r>
          </a:p>
          <a:p>
            <a:pPr>
              <a:defRPr/>
            </a:pPr>
            <a:r>
              <a:rPr lang="fr-FR" smtClean="0"/>
              <a:t>      	 I know my Redeemer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IL VIT POUR ÔTER MES FARDEAUX IL VIT, JE LE PROCLAMERAI </a:t>
            </a:r>
          </a:p>
          <a:p>
            <a:pPr>
              <a:defRPr/>
            </a:pPr>
            <a:r>
              <a:rPr lang="fr-FR" smtClean="0"/>
              <a:t>      He lives to take away my shame And He lives forever I'll proclaim</a:t>
            </a:r>
          </a:p>
          <a:p>
            <a:pPr>
              <a:defRPr/>
            </a:pPr>
            <a:r>
              <a:rPr lang="fr-FR" smtClean="0"/>
              <a:t>16-  IL VIT </a:t>
            </a:r>
          </a:p>
          <a:p>
            <a:pPr>
              <a:defRPr/>
            </a:pPr>
            <a:r>
              <a:rPr lang="fr-FR" smtClean="0"/>
              <a:t>       He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17-  LE PRIX DE MON PÉCHÉ DE SA VIE, IL L’A PAYÉ </a:t>
            </a:r>
          </a:p>
          <a:p>
            <a:pPr>
              <a:defRPr/>
            </a:pPr>
            <a:r>
              <a:rPr lang="fr-FR" smtClean="0"/>
              <a:t>       That the payment for my sin Was the precious life He gave</a:t>
            </a:r>
          </a:p>
          <a:p>
            <a:pPr>
              <a:defRPr/>
            </a:pPr>
            <a:r>
              <a:rPr lang="fr-FR" smtClean="0"/>
              <a:t>18-  MAIS AUJOURD’HUI IL VIT, IL EST RESSUSCITÉ</a:t>
            </a:r>
          </a:p>
          <a:p>
            <a:pPr>
              <a:defRPr/>
            </a:pPr>
            <a:r>
              <a:rPr lang="fr-FR" smtClean="0"/>
              <a:t>       But now He's alive and there's an empty grave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Fin :
19-  JE SAIS QUE JE SAIS QUE JE SAIS QUE JE SAIS… </a:t>
            </a:r>
          </a:p>
          <a:p>
            <a:pPr>
              <a:defRPr/>
            </a:pPr>
            <a:r>
              <a:rPr lang="fr-FR" smtClean="0"/>
              <a:t>       And I know my Redeemer, He lives I know my Redeemer lives</a:t>
            </a:r>
          </a:p>
          <a:p>
            <a:pPr>
              <a:defRPr/>
            </a:pPr>
            <a:r>
              <a:rPr lang="fr-FR" smtClean="0"/>
              <a:t>20-  ET PARCE QU’IL VIT JE PEUX FAIRE FACE À DEMAIN </a:t>
            </a:r>
          </a:p>
          <a:p>
            <a:pPr>
              <a:defRPr/>
            </a:pPr>
            <a:r>
              <a:rPr lang="fr-FR" smtClean="0"/>
              <a:t>      Let all creation testify Let this life within me cry</a:t>
            </a:r>
          </a:p>
          <a:p>
            <a:pPr>
              <a:defRPr/>
            </a:pPr>
            <a:r>
              <a:rPr lang="fr-FR" smtClean="0"/>
              <a:t>21-  IL VIT, IL VIT ET LE TOMBEAU EST VIDE </a:t>
            </a:r>
          </a:p>
          <a:p>
            <a:pPr>
              <a:defRPr/>
            </a:pPr>
            <a:r>
              <a:rPr lang="fr-FR" smtClean="0"/>
              <a:t>      He lives The tomb is empty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22-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 I know my Redeemer I know my Redeemer lives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JE LE SAIS, MON RÉDEMPTEUR VIT </a:t>
            </a:r>
          </a:p>
          <a:p>
            <a:pPr>
              <a:defRPr/>
            </a:pPr>
            <a:r>
              <a:rPr lang="fr-FR" smtClean="0"/>
              <a:t>      I know my Redeemer lives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1-  QUI A DIT AU SOLEIL OÙ SE PLACER LE MATIN ?</a:t>
            </a:r>
          </a:p>
          <a:p>
            <a:pPr>
              <a:defRPr/>
            </a:pPr>
            <a:r>
              <a:rPr lang="fr-FR" smtClean="0"/>
              <a:t>    Who taught the sun Where to stand in the morning</a:t>
            </a:r>
          </a:p>
          <a:p>
            <a:pPr>
              <a:defRPr/>
            </a:pPr>
            <a:r>
              <a:rPr lang="fr-FR" smtClean="0"/>
              <a:t>2-  ET QUI A DIT AUX MERS : VOUS N’AVANCEREZ PAS PLUS LOIN ? </a:t>
            </a:r>
          </a:p>
          <a:p>
            <a:pPr>
              <a:defRPr/>
            </a:pPr>
            <a:r>
              <a:rPr lang="fr-FR" smtClean="0"/>
              <a:t>    And who told the ocean You can only come this far</a:t>
            </a:r>
          </a:p>
          <a:p>
            <a:pPr>
              <a:defRPr/>
            </a:pPr>
            <a:r>
              <a:rPr lang="fr-FR" smtClean="0"/>
              <a:t>3-  QUI A MONTRÉ À LA LUNE OÙ SE CACHER JUSQU’AU SOIR ?</a:t>
            </a:r>
          </a:p>
          <a:p>
            <a:pPr>
              <a:defRPr/>
            </a:pPr>
            <a:r>
              <a:rPr lang="fr-FR" smtClean="0"/>
              <a:t>     And who showed the moon Where to hide till evening</a:t>
            </a:r>
          </a:p>
          <a:p>
            <a:pPr>
              <a:defRPr/>
            </a:pPr>
            <a:r>
              <a:rPr lang="fr-FR" smtClean="0"/>
              <a:t>4-  ET QUI PAR SA PAROLE PEUT SAISIR LES ÉTOILES ?</a:t>
            </a:r>
          </a:p>
          <a:p>
            <a:pPr>
              <a:defRPr/>
            </a:pPr>
            <a:r>
              <a:rPr lang="fr-FR" smtClean="0"/>
              <a:t>     Whose words alone can Catch a falling star</a:t>
            </a:r>
          </a:p>
          <a:p>
            <a:pPr>
              <a:defRPr/>
            </a:pPr>
            <a:r>
              <a:rPr lang="fr-FR" smtClean="0"/>
              <a:t> 
	5-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Well I know my Redeemer lives I know my Redeemer lives</a:t>
            </a:r>
          </a:p>
          <a:p>
            <a:pPr>
              <a:defRPr/>
            </a:pPr>
            <a:r>
              <a:rPr lang="fr-FR" smtClean="0"/>
              <a:t>	6-  TOUTE LA TERRE EN TÉMOIGNE SA VIE EN MOI LE PROCLAME</a:t>
            </a:r>
          </a:p>
          <a:p>
            <a:pPr>
              <a:defRPr/>
            </a:pPr>
            <a:r>
              <a:rPr lang="fr-FR" smtClean="0"/>
              <a:t>  	All of creation testifies This life within me cries</a:t>
            </a:r>
          </a:p>
          <a:p>
            <a:pPr>
              <a:defRPr/>
            </a:pPr>
            <a:r>
              <a:rPr lang="fr-FR" smtClean="0"/>
              <a:t> 	7-  JE LE SAIS, MON RÉDEMPTEUR VIT</a:t>
            </a:r>
          </a:p>
          <a:p>
            <a:pPr>
              <a:defRPr/>
            </a:pPr>
            <a:r>
              <a:rPr lang="fr-FR" smtClean="0"/>
              <a:t>     	I know my Redeemer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LE MÊME DIEU QUI A MIS LES ASTRES DANS LES CIEUX</a:t>
            </a:r>
          </a:p>
          <a:p>
            <a:pPr>
              <a:defRPr/>
            </a:pPr>
            <a:r>
              <a:rPr lang="fr-FR" smtClean="0"/>
              <a:t>     The very same God That spins things in orbit</a:t>
            </a:r>
          </a:p>
          <a:p>
            <a:pPr>
              <a:defRPr/>
            </a:pPr>
            <a:r>
              <a:rPr lang="fr-FR" smtClean="0"/>
              <a:t>9-  VOLE AU SECOURS DE CEUX QUI EN ONT BESOIN </a:t>
            </a:r>
          </a:p>
          <a:p>
            <a:pPr>
              <a:defRPr/>
            </a:pPr>
            <a:r>
              <a:rPr lang="fr-FR" smtClean="0"/>
              <a:t>      Runs to the weary The worn and the weak</a:t>
            </a:r>
          </a:p>
          <a:p>
            <a:pPr>
              <a:defRPr/>
            </a:pPr>
            <a:r>
              <a:rPr lang="fr-FR" smtClean="0"/>
              <a:t>10-  ET LA MÊME DOUCE MAIN QUI ME PORTE ET ME SOUTIENT</a:t>
            </a:r>
            <a:br>
              <a:rPr lang="fr-FR" smtClean="0"/>
            </a:br>
            <a:r>
              <a:rPr lang="fr-FR" smtClean="0"/>
              <a:t>      And the same gentle hand sThat hold me when I'm broken</a:t>
            </a:r>
          </a:p>
          <a:p>
            <a:pPr>
              <a:defRPr/>
            </a:pPr>
            <a:r>
              <a:rPr lang="fr-FR" smtClean="0"/>
              <a:t>11-  A VAINCU LA MORT ET BÉNI MES LENDEMAINS</a:t>
            </a:r>
          </a:p>
          <a:p>
            <a:pPr>
              <a:defRPr/>
            </a:pPr>
            <a:r>
              <a:rPr lang="fr-FR" smtClean="0"/>
              <a:t>       They conquer death to bring me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12-  ET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 Now I know my Redeemer lives I know my Redeemer lives</a:t>
            </a:r>
          </a:p>
          <a:p>
            <a:pPr>
              <a:defRPr/>
            </a:pPr>
            <a:r>
              <a:rPr lang="fr-FR" smtClean="0"/>
              <a:t>	13-  QUE TOUTE LA TERRE EN TÉMOIGNE QUE SA VIE EN MOI PROCLAME </a:t>
            </a:r>
          </a:p>
          <a:p>
            <a:pPr>
              <a:defRPr/>
            </a:pPr>
            <a:r>
              <a:rPr lang="fr-FR" smtClean="0"/>
              <a:t>  	Let all creation testify Let this life within me cry</a:t>
            </a:r>
          </a:p>
          <a:p>
            <a:pPr>
              <a:defRPr/>
            </a:pPr>
            <a:r>
              <a:rPr lang="fr-FR" smtClean="0"/>
              <a:t>	14-  JE LE SAIS, MON RÉDEMPTEUR </a:t>
            </a:r>
          </a:p>
          <a:p>
            <a:pPr>
              <a:defRPr/>
            </a:pPr>
            <a:r>
              <a:rPr lang="fr-FR" smtClean="0"/>
              <a:t>      	 I know my Redeemer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IL VIT POUR ÔTER MES FARDEAUX IL VIT, JE LE PROCLAMERAI </a:t>
            </a:r>
          </a:p>
          <a:p>
            <a:pPr>
              <a:defRPr/>
            </a:pPr>
            <a:r>
              <a:rPr lang="fr-FR" smtClean="0"/>
              <a:t>      He lives to take away my shame And He lives forever I'll proclaim</a:t>
            </a:r>
          </a:p>
          <a:p>
            <a:pPr>
              <a:defRPr/>
            </a:pPr>
            <a:r>
              <a:rPr lang="fr-FR" smtClean="0"/>
              <a:t>16-  IL VIT </a:t>
            </a:r>
          </a:p>
          <a:p>
            <a:pPr>
              <a:defRPr/>
            </a:pPr>
            <a:r>
              <a:rPr lang="fr-FR" smtClean="0"/>
              <a:t>       He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17-  LE PRIX DE MON PÉCHÉ DE SA VIE, IL L’A PAYÉ </a:t>
            </a:r>
          </a:p>
          <a:p>
            <a:pPr>
              <a:defRPr/>
            </a:pPr>
            <a:r>
              <a:rPr lang="fr-FR" smtClean="0"/>
              <a:t>       That the payment for my sin Was the precious life He gave</a:t>
            </a:r>
          </a:p>
          <a:p>
            <a:pPr>
              <a:defRPr/>
            </a:pPr>
            <a:r>
              <a:rPr lang="fr-FR" smtClean="0"/>
              <a:t>18-  MAIS AUJOURD’HUI IL VIT, IL EST RESSUSCITÉ</a:t>
            </a:r>
          </a:p>
          <a:p>
            <a:pPr>
              <a:defRPr/>
            </a:pPr>
            <a:r>
              <a:rPr lang="fr-FR" smtClean="0"/>
              <a:t>       But now He's alive and there's an empty grave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Fin :
19-  JE SAIS QUE JE SAIS QUE JE SAIS QUE JE SAIS… </a:t>
            </a:r>
          </a:p>
          <a:p>
            <a:pPr>
              <a:defRPr/>
            </a:pPr>
            <a:r>
              <a:rPr lang="fr-FR" smtClean="0"/>
              <a:t>       And I know my Redeemer, He lives I know my Redeemer lives</a:t>
            </a:r>
          </a:p>
          <a:p>
            <a:pPr>
              <a:defRPr/>
            </a:pPr>
            <a:r>
              <a:rPr lang="fr-FR" smtClean="0"/>
              <a:t>20-  ET PARCE QU’IL VIT JE PEUX FAIRE FACE À DEMAIN </a:t>
            </a:r>
          </a:p>
          <a:p>
            <a:pPr>
              <a:defRPr/>
            </a:pPr>
            <a:r>
              <a:rPr lang="fr-FR" smtClean="0"/>
              <a:t>      Let all creation testify Let this life within me cry</a:t>
            </a:r>
          </a:p>
          <a:p>
            <a:pPr>
              <a:defRPr/>
            </a:pPr>
            <a:r>
              <a:rPr lang="fr-FR" smtClean="0"/>
              <a:t>21-  IL VIT, IL VIT ET LE TOMBEAU EST VIDE </a:t>
            </a:r>
          </a:p>
          <a:p>
            <a:pPr>
              <a:defRPr/>
            </a:pPr>
            <a:r>
              <a:rPr lang="fr-FR" smtClean="0"/>
              <a:t>      He lives The tomb is empty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22-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 I know my Redeemer I know my Redeemer lives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JE LE SAIS, MON RÉDEMPTEUR VIT </a:t>
            </a:r>
          </a:p>
          <a:p>
            <a:pPr>
              <a:defRPr/>
            </a:pPr>
            <a:r>
              <a:rPr lang="fr-FR" smtClean="0"/>
              <a:t>      I know my Redeemer lives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QUI A DIT AU SOLEIL OÙ SE PLACER LE MATIN ?</a:t>
            </a:r>
          </a:p>
          <a:p>
            <a:pPr>
              <a:defRPr/>
            </a:pPr>
            <a:r>
              <a:rPr lang="fr-FR" smtClean="0"/>
              <a:t>    Who taught the sun Where to stand in the morning</a:t>
            </a:r>
          </a:p>
          <a:p>
            <a:pPr>
              <a:defRPr/>
            </a:pPr>
            <a:r>
              <a:rPr lang="fr-FR" smtClean="0"/>
              <a:t>2-  ET QUI A DIT AUX MERS : VOUS N’AVANCEREZ PAS PLUS LOIN ? </a:t>
            </a:r>
          </a:p>
          <a:p>
            <a:pPr>
              <a:defRPr/>
            </a:pPr>
            <a:r>
              <a:rPr lang="fr-FR" smtClean="0"/>
              <a:t>    And who told the ocean You can only come this far</a:t>
            </a:r>
          </a:p>
          <a:p>
            <a:pPr>
              <a:defRPr/>
            </a:pPr>
            <a:r>
              <a:rPr lang="fr-FR" smtClean="0"/>
              <a:t>3-  QUI A MONTRÉ À LA LUNE OÙ SE CACHER JUSQU’AU SOIR ?</a:t>
            </a:r>
          </a:p>
          <a:p>
            <a:pPr>
              <a:defRPr/>
            </a:pPr>
            <a:r>
              <a:rPr lang="fr-FR" smtClean="0"/>
              <a:t>     And who showed the moon Where to hide till evening</a:t>
            </a:r>
          </a:p>
          <a:p>
            <a:pPr>
              <a:defRPr/>
            </a:pPr>
            <a:r>
              <a:rPr lang="fr-FR" smtClean="0"/>
              <a:t>4-  ET QUI PAR SA PAROLE PEUT SAISIR LES ÉTOILES ?</a:t>
            </a:r>
          </a:p>
          <a:p>
            <a:pPr>
              <a:defRPr/>
            </a:pPr>
            <a:r>
              <a:rPr lang="fr-FR" smtClean="0"/>
              <a:t>     Whose words alone can Catch a falling star</a:t>
            </a:r>
          </a:p>
          <a:p>
            <a:pPr>
              <a:defRPr/>
            </a:pPr>
            <a:r>
              <a:rPr lang="fr-FR" smtClean="0"/>
              <a:t> 
	5-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Well I know my Redeemer lives I know my Redeemer lives</a:t>
            </a:r>
          </a:p>
          <a:p>
            <a:pPr>
              <a:defRPr/>
            </a:pPr>
            <a:r>
              <a:rPr lang="fr-FR" smtClean="0"/>
              <a:t>	6-  TOUTE LA TERRE EN TÉMOIGNE SA VIE EN MOI LE PROCLAME</a:t>
            </a:r>
          </a:p>
          <a:p>
            <a:pPr>
              <a:defRPr/>
            </a:pPr>
            <a:r>
              <a:rPr lang="fr-FR" smtClean="0"/>
              <a:t>  	All of creation testifies This life within me cries</a:t>
            </a:r>
          </a:p>
          <a:p>
            <a:pPr>
              <a:defRPr/>
            </a:pPr>
            <a:r>
              <a:rPr lang="fr-FR" smtClean="0"/>
              <a:t> 	7-  JE LE SAIS, MON RÉDEMPTEUR VIT</a:t>
            </a:r>
          </a:p>
          <a:p>
            <a:pPr>
              <a:defRPr/>
            </a:pPr>
            <a:r>
              <a:rPr lang="fr-FR" smtClean="0"/>
              <a:t>     	I know my Redeemer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LE MÊME DIEU QUI A MIS LES ASTRES DANS LES CIEUX</a:t>
            </a:r>
          </a:p>
          <a:p>
            <a:pPr>
              <a:defRPr/>
            </a:pPr>
            <a:r>
              <a:rPr lang="fr-FR" smtClean="0"/>
              <a:t>     The very same God That spins things in orbit</a:t>
            </a:r>
          </a:p>
          <a:p>
            <a:pPr>
              <a:defRPr/>
            </a:pPr>
            <a:r>
              <a:rPr lang="fr-FR" smtClean="0"/>
              <a:t>9-  VOLE AU SECOURS DE CEUX QUI EN ONT BESOIN </a:t>
            </a:r>
          </a:p>
          <a:p>
            <a:pPr>
              <a:defRPr/>
            </a:pPr>
            <a:r>
              <a:rPr lang="fr-FR" smtClean="0"/>
              <a:t>      Runs to the weary The worn and the weak</a:t>
            </a:r>
          </a:p>
          <a:p>
            <a:pPr>
              <a:defRPr/>
            </a:pPr>
            <a:r>
              <a:rPr lang="fr-FR" smtClean="0"/>
              <a:t>10-  ET LA MÊME DOUCE MAIN QUI ME PORTE ET ME SOUTIENT</a:t>
            </a:r>
            <a:br>
              <a:rPr lang="fr-FR" smtClean="0"/>
            </a:br>
            <a:r>
              <a:rPr lang="fr-FR" smtClean="0"/>
              <a:t>      And the same gentle hand sThat hold me when I'm broken</a:t>
            </a:r>
          </a:p>
          <a:p>
            <a:pPr>
              <a:defRPr/>
            </a:pPr>
            <a:r>
              <a:rPr lang="fr-FR" smtClean="0"/>
              <a:t>11-  A VAINCU LA MORT ET BÉNI MES LENDEMAINS</a:t>
            </a:r>
          </a:p>
          <a:p>
            <a:pPr>
              <a:defRPr/>
            </a:pPr>
            <a:r>
              <a:rPr lang="fr-FR" smtClean="0"/>
              <a:t>       They conquer death to bring me victory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12-  ET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	 Now I know my Redeemer lives I know my Redeemer lives</a:t>
            </a:r>
          </a:p>
          <a:p>
            <a:pPr>
              <a:defRPr/>
            </a:pPr>
            <a:r>
              <a:rPr lang="fr-FR" smtClean="0"/>
              <a:t>	13-  QUE TOUTE LA TERRE EN TÉMOIGNE QUE SA VIE EN MOI PROCLAME </a:t>
            </a:r>
          </a:p>
          <a:p>
            <a:pPr>
              <a:defRPr/>
            </a:pPr>
            <a:r>
              <a:rPr lang="fr-FR" smtClean="0"/>
              <a:t>  	Let all creation testify Let this life within me cry</a:t>
            </a:r>
          </a:p>
          <a:p>
            <a:pPr>
              <a:defRPr/>
            </a:pPr>
            <a:r>
              <a:rPr lang="fr-FR" smtClean="0"/>
              <a:t>	14-  JE LE SAIS, MON RÉDEMPTEUR </a:t>
            </a:r>
          </a:p>
          <a:p>
            <a:pPr>
              <a:defRPr/>
            </a:pPr>
            <a:r>
              <a:rPr lang="fr-FR" smtClean="0"/>
              <a:t>      	 I know my Redeemer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IL VIT POUR ÔTER MES FARDEAUX IL VIT, JE LE PROCLAMERAI </a:t>
            </a:r>
          </a:p>
          <a:p>
            <a:pPr>
              <a:defRPr/>
            </a:pPr>
            <a:r>
              <a:rPr lang="fr-FR" smtClean="0"/>
              <a:t>      He lives to take away my shame And He lives forever I'll proclaim</a:t>
            </a:r>
          </a:p>
          <a:p>
            <a:pPr>
              <a:defRPr/>
            </a:pPr>
            <a:r>
              <a:rPr lang="fr-FR" smtClean="0"/>
              <a:t>16-  IL VIT </a:t>
            </a:r>
          </a:p>
          <a:p>
            <a:pPr>
              <a:defRPr/>
            </a:pPr>
            <a:r>
              <a:rPr lang="fr-FR" smtClean="0"/>
              <a:t>       He lives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17-  LE PRIX DE MON PÉCHÉ DE SA VIE, IL L’A PAYÉ </a:t>
            </a:r>
          </a:p>
          <a:p>
            <a:pPr>
              <a:defRPr/>
            </a:pPr>
            <a:r>
              <a:rPr lang="fr-FR" smtClean="0"/>
              <a:t>       That the payment for my sin Was the precious life He gave</a:t>
            </a:r>
          </a:p>
          <a:p>
            <a:pPr>
              <a:defRPr/>
            </a:pPr>
            <a:r>
              <a:rPr lang="fr-FR" smtClean="0"/>
              <a:t>18-  MAIS AUJOURD’HUI IL VIT, IL EST RESSUSCITÉ</a:t>
            </a:r>
          </a:p>
          <a:p>
            <a:pPr>
              <a:defRPr/>
            </a:pPr>
            <a:r>
              <a:rPr lang="fr-FR" smtClean="0"/>
              <a:t>       But now He's alive and there's an empty grave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Fin :
19-  JE SAIS QUE JE SAIS QUE JE SAIS QUE JE SAIS… </a:t>
            </a:r>
          </a:p>
          <a:p>
            <a:pPr>
              <a:defRPr/>
            </a:pPr>
            <a:r>
              <a:rPr lang="fr-FR" smtClean="0"/>
              <a:t>       And I know my Redeemer, He lives I know my Redeemer lives</a:t>
            </a:r>
          </a:p>
          <a:p>
            <a:pPr>
              <a:defRPr/>
            </a:pPr>
            <a:r>
              <a:rPr lang="fr-FR" smtClean="0"/>
              <a:t>20-  ET PARCE QU’IL VIT JE PEUX FAIRE FACE À DEMAIN </a:t>
            </a:r>
          </a:p>
          <a:p>
            <a:pPr>
              <a:defRPr/>
            </a:pPr>
            <a:r>
              <a:rPr lang="fr-FR" smtClean="0"/>
              <a:t>      Let all creation testify Let this life within me cry</a:t>
            </a:r>
          </a:p>
          <a:p>
            <a:pPr>
              <a:defRPr/>
            </a:pPr>
            <a:r>
              <a:rPr lang="fr-FR" smtClean="0"/>
              <a:t>21-  IL VIT, IL VIT ET LE TOMBEAU EST VIDE </a:t>
            </a:r>
          </a:p>
          <a:p>
            <a:pPr>
              <a:defRPr/>
            </a:pPr>
            <a:r>
              <a:rPr lang="fr-FR" smtClean="0"/>
              <a:t>      He lives The tomb is empty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22-  JE LE SAIS, MON RÉDEMPTEUR VIT JE LE SAIS, MON RÉDEMPTEUR VIT </a:t>
            </a:r>
          </a:p>
          <a:p>
            <a:pPr>
              <a:defRPr/>
            </a:pPr>
            <a:r>
              <a:rPr lang="fr-FR" smtClean="0"/>
              <a:t>       I know my Redeemer I know my Redeemer lives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23-  JE LE SAIS, MON RÉDEMPTEUR VIT </a:t>
            </a:r>
          </a:p>
          <a:p>
            <a:pPr>
              <a:defRPr/>
            </a:pPr>
            <a:r>
              <a:rPr lang="fr-FR" smtClean="0"/>
              <a:t>      I know my Redeemer lives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A36972-F319-4A08-9C30-7DE77D3CA07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3733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77BD8F-F569-4544-8DCE-71E36C77326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968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5415F9-B611-490B-BBAC-66A616A65EF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6363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D79514-E516-4C45-9C88-5F83DB0E6E4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7718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95BC7A-92BF-4E17-B2B8-1CDEED967D9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049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1FD7A2-B48D-4CDD-9C68-D3FD677BCF0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4140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B54F84-42B4-4DD4-AC14-3105D2D1758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047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E94C1C-8641-4D0D-9305-1DAB9379084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5651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66D671-C51E-4682-B500-4D2F49EF5BB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4968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5C4496-99D3-4F83-8A75-F1D737DC375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0430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DDC133-4D47-4E32-9CBA-65D14648FFA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5489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cs typeface="+mn-cs"/>
              </a:defRPr>
            </a:lvl1pPr>
          </a:lstStyle>
          <a:p>
            <a:pPr>
              <a:defRPr/>
            </a:pPr>
            <a:fld id="{CB3A93AE-BF37-4D60-9764-C91F8BCF2A4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ln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A DIT AU SOLEIL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OÙ SE PLACER LE MATIN ?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ln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QUI A DIT AUX MERS :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VOUS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N’AVANCEREZ PAS PLUS LOIN 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ln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A MONTRÉ À LA LUNE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OÙ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 CACHER JUSQU’AU SOIR ?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ln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QUI PAR SA PAROLE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PEUT SAISIR LES ÉTOILES 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ln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LE SAIS, MON RÉDEMPTEUR VIT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LE SAIS, MON RÉDEMPTEUR VIT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ln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TOUTE LA TERRE EN TÉMOIGNE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 VIE EN MOI LE PROCLAME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ln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LE SAIS, MON RÉDEMPTEUR VIT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ln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MÊME DIEU QUI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A MIS LES ASTRES DANS LES CIEUX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ln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VOLE AU SECOURS DE CEUX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QUI EN ONT BESOIN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ln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LA MÊME DOUCE MAIN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ME PORTE ET ME SOUTIENT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ln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 VAINCU LA MORT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ET BÉNI MES LENDEMAINS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ln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JE LE SAIS, MON RÉDEMPTEUR VIT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LE SAIS, MON RÉDEMPTEUR VIT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ln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TOUTE LA TERRE EN TÉMOIGNE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SA VIE EN MOI PROCLAME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ln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LE SAIS, MON RÉDEMPTEUR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ln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VIT POUR ÔTER MES FARDEAUX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VIT, JE LE PROCLAMERAI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ln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VIT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ln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PRIX DE MON PÉCHÉ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DE SA VIE, IL L’A PAYÉ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ln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AUJOURD’HUI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IL VIT, IL EST RESSUSCITÉ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ln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SAIS QUE JE SAIS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JE SAIS QUE JE SAIS…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ln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PARCE QU’IL VIT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JE PEUX FAIRE FACE À DEMAIN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ln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VIT, IL VIT ET LE TOMBEAU EST VIDE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ln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LE SAIS, MON RÉDEMPTEUR VIT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LE SAIS, MON RÉDEMPTEUR VIT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ln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LE SAIS, MON RÉDEMPTEUR VIT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1801</TotalTime>
  <Words>633</Words>
  <Application>Microsoft Office PowerPoint</Application>
  <PresentationFormat>Affichage à l'écran (4:3)</PresentationFormat>
  <Paragraphs>2645</Paragraphs>
  <Slides>23</Slides>
  <Notes>23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24" baseType="lpstr">
      <vt:lpstr>Default Design</vt:lpstr>
      <vt:lpstr>QUI A DIT AU SOLEIL  OÙ SE PLACER LE MATIN ? </vt:lpstr>
      <vt:lpstr>ET QUI A DIT AUX MERS :  VOUS N’AVANCEREZ PAS PLUS LOIN ?</vt:lpstr>
      <vt:lpstr>QUI A MONTRÉ À LA LUNE  OÙ SE CACHER JUSQU’AU SOIR ? </vt:lpstr>
      <vt:lpstr>ET QUI PAR SA PAROLE  PEUT SAISIR LES ÉTOILES ?</vt:lpstr>
      <vt:lpstr>JE LE SAIS, MON RÉDEMPTEUR VIT JE LE SAIS, MON RÉDEMPTEUR VIT</vt:lpstr>
      <vt:lpstr>TOUTE LA TERRE EN TÉMOIGNE SA VIE EN MOI LE PROCLAME</vt:lpstr>
      <vt:lpstr>JE LE SAIS, MON RÉDEMPTEUR VIT</vt:lpstr>
      <vt:lpstr>LE MÊME DIEU QUI  A MIS LES ASTRES DANS LES CIEUX </vt:lpstr>
      <vt:lpstr>VOLE AU SECOURS DE CEUX  QUI EN ONT BESOIN</vt:lpstr>
      <vt:lpstr>ET LA MÊME DOUCE MAIN  QUI ME PORTE ET ME SOUTIENT </vt:lpstr>
      <vt:lpstr>A VAINCU LA MORT  ET BÉNI MES LENDEMAINS</vt:lpstr>
      <vt:lpstr>ET JE LE SAIS, MON RÉDEMPTEUR VIT JE LE SAIS, MON RÉDEMPTEUR VIT</vt:lpstr>
      <vt:lpstr>QUE TOUTE LA TERRE EN TÉMOIGNE QUE SA VIE EN MOI PROCLAME</vt:lpstr>
      <vt:lpstr>JE LE SAIS, MON RÉDEMPTEUR </vt:lpstr>
      <vt:lpstr>IL VIT POUR ÔTER MES FARDEAUX IL VIT, JE LE PROCLAMERAI</vt:lpstr>
      <vt:lpstr>IL VIT</vt:lpstr>
      <vt:lpstr>LE PRIX DE MON PÉCHÉ  DE SA VIE, IL L’A PAYÉ</vt:lpstr>
      <vt:lpstr>MAIS AUJOURD’HUI  IL VIT, IL EST RESSUSCITÉ</vt:lpstr>
      <vt:lpstr>JE SAIS QUE JE SAIS  QUE JE SAIS QUE JE SAIS… </vt:lpstr>
      <vt:lpstr>ET PARCE QU’IL VIT  JE PEUX FAIRE FACE À DEMAIN</vt:lpstr>
      <vt:lpstr>IL VIT, IL VIT ET LE TOMBEAU EST VIDE</vt:lpstr>
      <vt:lpstr>JE LE SAIS, MON RÉDEMPTEUR VIT JE LE SAIS, MON RÉDEMPTEUR VIT</vt:lpstr>
      <vt:lpstr>JE LE SAIS, MON RÉDEMPTEUR VIT</vt:lpstr>
    </vt:vector>
  </TitlesOfParts>
  <Company>bbx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Richman</cp:lastModifiedBy>
  <cp:revision>161</cp:revision>
  <dcterms:created xsi:type="dcterms:W3CDTF">2002-08-17T10:50:50Z</dcterms:created>
  <dcterms:modified xsi:type="dcterms:W3CDTF">2018-09-28T11:13:26Z</dcterms:modified>
</cp:coreProperties>
</file>