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2" r:id="rId2"/>
    <p:sldId id="281" r:id="rId3"/>
    <p:sldId id="280" r:id="rId4"/>
    <p:sldId id="279" r:id="rId5"/>
    <p:sldId id="282" r:id="rId6"/>
    <p:sldId id="278" r:id="rId7"/>
    <p:sldId id="277" r:id="rId8"/>
    <p:sldId id="285" r:id="rId9"/>
    <p:sldId id="286" r:id="rId10"/>
    <p:sldId id="287" r:id="rId11"/>
    <p:sldId id="288" r:id="rId12"/>
    <p:sldId id="289" r:id="rId13"/>
    <p:sldId id="275" r:id="rId14"/>
    <p:sldId id="274" r:id="rId15"/>
    <p:sldId id="284" r:id="rId16"/>
    <p:sldId id="290" r:id="rId17"/>
    <p:sldId id="291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6580" autoAdjust="0"/>
  </p:normalViewPr>
  <p:slideViewPr>
    <p:cSldViewPr>
      <p:cViewPr varScale="1">
        <p:scale>
          <a:sx n="33" d="100"/>
          <a:sy n="33" d="100"/>
        </p:scale>
        <p:origin x="-130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90F4E9E-FB01-4CD1-9229-EEC8D8CA8256}" type="datetimeFigureOut">
              <a:rPr lang="fr-FR"/>
              <a:pPr>
                <a:defRPr/>
              </a:pPr>
              <a:t>28/09/2018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BB6C416-0D51-4431-A503-82163FF3984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2634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JE PEUX  FAIRE TOUTE CHOSE</a:t>
            </a:r>
          </a:p>
          <a:p>
            <a:pPr>
              <a:defRPr/>
            </a:pPr>
            <a:r>
              <a:rPr lang="fr-FR" smtClean="0"/>
              <a:t>	i can do all things</a:t>
            </a:r>
          </a:p>
          <a:p>
            <a:pPr>
              <a:defRPr/>
            </a:pPr>
            <a:r>
              <a:rPr lang="fr-FR" smtClean="0"/>
              <a:t> 	2-  EN CHRIST QUI ME FORTIFIE </a:t>
            </a:r>
          </a:p>
          <a:p>
            <a:pPr>
              <a:defRPr/>
            </a:pPr>
            <a:r>
              <a:rPr lang="fr-FR" smtClean="0"/>
              <a:t>	Through Christ Who strengthens me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PARFOIS, JE ME SENS ABANDONNÉE PARFOIS, JE ME SENS DÉSESPÉRÉE</a:t>
            </a:r>
          </a:p>
          <a:p>
            <a:pPr>
              <a:defRPr/>
            </a:pPr>
            <a:r>
              <a:rPr lang="fr-FR" smtClean="0"/>
              <a:t>Sometimes I feel so all alone Sometimes I feel my hope is gone</a:t>
            </a:r>
          </a:p>
          <a:p>
            <a:pPr>
              <a:defRPr/>
            </a:pPr>
            <a:r>
              <a:rPr lang="fr-FR" smtClean="0"/>
              <a:t> 4-  MES CIRCONSTANCES NE PEUVENT ME MINER </a:t>
            </a:r>
          </a:p>
          <a:p>
            <a:pPr>
              <a:defRPr/>
            </a:pPr>
            <a:r>
              <a:rPr lang="fr-FR" smtClean="0"/>
              <a:t>My situation can’t keep me down</a:t>
            </a:r>
          </a:p>
          <a:p>
            <a:pPr>
              <a:defRPr/>
            </a:pPr>
            <a:r>
              <a:rPr lang="fr-FR" smtClean="0"/>
              <a:t>5-  CAR C’EST PUISSANT CE QUE J’AI TROUVÉ</a:t>
            </a:r>
          </a:p>
          <a:p>
            <a:pPr>
              <a:defRPr/>
            </a:pPr>
            <a:r>
              <a:rPr lang="fr-FR" smtClean="0"/>
              <a:t>‘Cause there is power in these words I’ve found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JE PEUX FAIRE TOUTE CHOSE</a:t>
            </a:r>
          </a:p>
          <a:p>
            <a:pPr>
              <a:defRPr/>
            </a:pPr>
            <a:r>
              <a:rPr lang="fr-FR" smtClean="0"/>
              <a:t>	i can do all things 
	7-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PARFOIS, JE ME SENS ABANDONNÉE PARFOIS, JE ME SENS DÉSESPÉRÉE 
9-  MES CIRCONSTANCES NE PEUVENT ME MINER 
10-  CAR C’EST PUISSANT CE QUE J’AI TROUVÉ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11-  JE PEUX FAIRE TOUTE CHOSE </a:t>
            </a:r>
          </a:p>
          <a:p>
            <a:pPr>
              <a:defRPr/>
            </a:pPr>
            <a:r>
              <a:rPr lang="fr-FR" smtClean="0"/>
              <a:t>	i can do all things 
	12-  EN CHRIST QUI ME FORTIFIE  x2</a:t>
            </a:r>
          </a:p>
          <a:p>
            <a:pPr>
              <a:defRPr/>
            </a:pPr>
            <a:r>
              <a:rPr lang="fr-FR" smtClean="0"/>
              <a:t>	Through Christ Who strengthens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13-  JE, JE, JE PEUX JE, JE, JE PEUX</a:t>
            </a:r>
          </a:p>
          <a:p>
            <a:pPr>
              <a:defRPr/>
            </a:pPr>
            <a:r>
              <a:rPr lang="fr-FR" smtClean="0"/>
              <a:t>i i i can</a:t>
            </a:r>
          </a:p>
          <a:p>
            <a:pPr>
              <a:defRPr/>
            </a:pPr>
            <a:r>
              <a:rPr lang="fr-FR" smtClean="0"/>
              <a:t> 14-  JE, JE, JE PEUX CAR CHRIST ME FORTIFIE</a:t>
            </a:r>
          </a:p>
          <a:p>
            <a:pPr>
              <a:defRPr/>
            </a:pPr>
            <a:r>
              <a:rPr lang="fr-FR" smtClean="0"/>
              <a:t>i i i can Through Christ who strengthens 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JE PEUX FAIRE TOUTE CHOSE </a:t>
            </a:r>
          </a:p>
          <a:p>
            <a:pPr>
              <a:defRPr/>
            </a:pPr>
            <a:r>
              <a:rPr lang="fr-FR" smtClean="0"/>
              <a:t>	i can do all things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16-  JE PEUX FAIRE JE PEUX FAIRE</a:t>
            </a:r>
          </a:p>
          <a:p>
            <a:pPr>
              <a:defRPr/>
            </a:pPr>
            <a:r>
              <a:rPr lang="fr-FR" smtClean="0"/>
              <a:t>	I can Do</a:t>
            </a:r>
          </a:p>
          <a:p>
            <a:pPr>
              <a:defRPr/>
            </a:pPr>
            <a:r>
              <a:rPr lang="fr-FR" smtClean="0"/>
              <a:t>	17-  TU PEUX FAIRE  TU PEUX FAIRE</a:t>
            </a:r>
          </a:p>
          <a:p>
            <a:pPr>
              <a:defRPr/>
            </a:pPr>
            <a:r>
              <a:rPr lang="fr-FR" smtClean="0"/>
              <a:t>	You can Do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JE PEUX  FAIRE TOUTE CHOSE</a:t>
            </a:r>
          </a:p>
          <a:p>
            <a:pPr eaLnBrk="1" hangingPunct="1"/>
            <a:r>
              <a:rPr lang="fr-FR" altLang="fr-FR" sz="1200" smtClean="0"/>
              <a:t>	i can do all things</a:t>
            </a:r>
          </a:p>
          <a:p>
            <a:pPr eaLnBrk="1" hangingPunct="1"/>
            <a:r>
              <a:rPr lang="fr-FR" altLang="fr-FR" sz="1200" smtClean="0"/>
              <a:t> 	2-  EN CHRIST QUI ME FORTIFIE </a:t>
            </a:r>
          </a:p>
          <a:p>
            <a:pPr eaLnBrk="1" hangingPunct="1"/>
            <a:r>
              <a:rPr lang="fr-FR" altLang="fr-FR" sz="1200" smtClean="0"/>
              <a:t>	Through Christ Who strengthens me     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3-  PARFOIS, JE ME SENS ABANDONNÉE PARFOIS, JE ME SENS DÉSESPÉRÉE</a:t>
            </a:r>
          </a:p>
          <a:p>
            <a:pPr eaLnBrk="1" hangingPunct="1"/>
            <a:r>
              <a:rPr lang="fr-FR" altLang="fr-FR" sz="1200" smtClean="0"/>
              <a:t>Sometimes I feel so all alone Sometimes I feel my hope is gone</a:t>
            </a:r>
          </a:p>
          <a:p>
            <a:pPr eaLnBrk="1" hangingPunct="1"/>
            <a:r>
              <a:rPr lang="fr-FR" altLang="fr-FR" sz="1200" smtClean="0"/>
              <a:t> 4-  MES CIRCONSTANCES NE PEUVENT ME MINER </a:t>
            </a:r>
          </a:p>
          <a:p>
            <a:pPr eaLnBrk="1" hangingPunct="1"/>
            <a:r>
              <a:rPr lang="fr-FR" altLang="fr-FR" sz="1200" smtClean="0"/>
              <a:t>My situation can’t keep me down</a:t>
            </a:r>
          </a:p>
          <a:p>
            <a:pPr eaLnBrk="1" hangingPunct="1"/>
            <a:r>
              <a:rPr lang="fr-FR" altLang="fr-FR" sz="1200" smtClean="0"/>
              <a:t>5-  CAR C’EST PUISSANT CE QUE J’AI TROUVÉ</a:t>
            </a:r>
          </a:p>
          <a:p>
            <a:pPr eaLnBrk="1" hangingPunct="1"/>
            <a:r>
              <a:rPr lang="fr-FR" altLang="fr-FR" sz="1200" smtClean="0"/>
              <a:t>‘Cause there is power in these words I’ve found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6-  JE PEUX FAIRE TOUTE CHOSE</a:t>
            </a:r>
          </a:p>
          <a:p>
            <a:pPr eaLnBrk="1" hangingPunct="1"/>
            <a:r>
              <a:rPr lang="fr-FR" altLang="fr-FR" sz="1200" smtClean="0"/>
              <a:t>	i can do all things 
	7-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8-  PARFOIS, JE ME SENS ABANDONNÉE PARFOIS, JE ME SENS DÉSESPÉRÉE 
9-  MES CIRCONSTANCES NE PEUVENT ME MINER 
10-  CAR C’EST PUISSANT CE QUE J’AI TROUVÉ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11-  JE PEUX FAIRE TOUTE CHOSE </a:t>
            </a:r>
          </a:p>
          <a:p>
            <a:pPr eaLnBrk="1" hangingPunct="1"/>
            <a:r>
              <a:rPr lang="fr-FR" altLang="fr-FR" sz="1200" smtClean="0"/>
              <a:t>	i can do all things 
	12-  EN CHRIST QUI ME FORTIFIE  x2</a:t>
            </a:r>
          </a:p>
          <a:p>
            <a:pPr eaLnBrk="1" hangingPunct="1"/>
            <a:r>
              <a:rPr lang="fr-FR" altLang="fr-FR" sz="1200" smtClean="0"/>
              <a:t>	Through Christ Who strengthens me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Pont:</a:t>
            </a:r>
          </a:p>
          <a:p>
            <a:pPr eaLnBrk="1" hangingPunct="1"/>
            <a:r>
              <a:rPr lang="fr-FR" altLang="fr-FR" sz="1200" smtClean="0"/>
              <a:t>13-  JE, JE, JE PEUX JE, JE, JE PEUX</a:t>
            </a:r>
          </a:p>
          <a:p>
            <a:pPr eaLnBrk="1" hangingPunct="1"/>
            <a:r>
              <a:rPr lang="fr-FR" altLang="fr-FR" sz="1200" smtClean="0"/>
              <a:t>i i i can</a:t>
            </a:r>
          </a:p>
          <a:p>
            <a:pPr eaLnBrk="1" hangingPunct="1"/>
            <a:r>
              <a:rPr lang="fr-FR" altLang="fr-FR" sz="1200" smtClean="0"/>
              <a:t> 14-  JE, JE, JE PEUX CAR CHRIST ME FORTIFIE</a:t>
            </a:r>
          </a:p>
          <a:p>
            <a:pPr eaLnBrk="1" hangingPunct="1"/>
            <a:r>
              <a:rPr lang="fr-FR" altLang="fr-FR" sz="1200" smtClean="0"/>
              <a:t>i i i can Through Christ who strengthens me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15-  JE PEUX FAIRE TOUTE CHOSE </a:t>
            </a:r>
          </a:p>
          <a:p>
            <a:pPr eaLnBrk="1" hangingPunct="1"/>
            <a:r>
              <a:rPr lang="fr-FR" altLang="fr-FR" sz="1200" smtClean="0"/>
              <a:t>	i can do all things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16-  JE PEUX FAIRE JE PEUX FAIRE</a:t>
            </a:r>
          </a:p>
          <a:p>
            <a:pPr eaLnBrk="1" hangingPunct="1"/>
            <a:r>
              <a:rPr lang="fr-FR" altLang="fr-FR" sz="1200" smtClean="0"/>
              <a:t>	I can Do</a:t>
            </a:r>
          </a:p>
          <a:p>
            <a:pPr eaLnBrk="1" hangingPunct="1"/>
            <a:r>
              <a:rPr lang="fr-FR" altLang="fr-FR" sz="1200" smtClean="0"/>
              <a:t>	17-  TU PEUX FAIRE  TU PEUX FAIRE</a:t>
            </a:r>
          </a:p>
          <a:p>
            <a:pPr eaLnBrk="1" hangingPunct="1"/>
            <a:r>
              <a:rPr lang="fr-FR" altLang="fr-FR" sz="1200" smtClean="0"/>
              <a:t>	You can Do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ACB706-2169-46AB-8AF4-0B5E0D73916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8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6F7F7D-EACC-4AB0-A76B-5E34BECEFE7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218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FA196F-B49A-40F2-BC7F-604F7E268E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865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39016-472E-4EE7-B662-2FB5CD2FA46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7526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33178-3FDE-47BB-A812-E1E4DABCC2A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13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8C785-4A24-4EF2-95EF-F236856BA5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32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38CA64-93D9-4E7E-874F-9339B3D5CBC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562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47C269-E99B-46E8-B081-667CA5FC217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404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44A7A9-83D2-48A4-92F9-A92FE3A8DE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604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D9434B-A289-4E6B-A34D-6E0815ED050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347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1249E-DB10-47A1-9E94-B3A466F9C4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424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E71FED3-40D7-4DF3-9113-1F90B36F6A9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FAIRE TOUTE CHOSE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CHRIST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ME FORTIFIE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PARFOIS, JE ME SENS ABANDONNÉE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PARFOIS, JE ME SENS DÉSESPÉRÉE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CIRCONSTANCES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PEUVENT ME MINER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C’EST 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J’AI TROUVÉ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FAIRE TOUTE CHOSE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CHRIST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ME FORTIFIE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PARFOIS, JE ME SENS ABANDONNÉE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PARFOIS, JE ME SENS DÉSESPÉRÉE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CIRCONSTANCES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PEUVENT ME MINER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C’EST 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J’AI TROUVÉ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FAIRE TOUTE CHOSE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CHRIST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ME FORTIFIE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JE, JE, JE PEUX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JE, JE, JE PEUX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JE, JE, JE PEUX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CHRIST ME FORTIFIE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FAIRE TOUTE CHOSE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FAIRE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FAIRE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PEUX FAIRE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PEUX FAIRE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1541</TotalTime>
  <Words>119</Words>
  <Application>Microsoft Office PowerPoint</Application>
  <PresentationFormat>Affichage à l'écran (4:3)</PresentationFormat>
  <Paragraphs>1292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Richman</cp:lastModifiedBy>
  <cp:revision>165</cp:revision>
  <dcterms:created xsi:type="dcterms:W3CDTF">2002-08-17T10:50:50Z</dcterms:created>
  <dcterms:modified xsi:type="dcterms:W3CDTF">2018-09-28T08:35:32Z</dcterms:modified>
</cp:coreProperties>
</file>