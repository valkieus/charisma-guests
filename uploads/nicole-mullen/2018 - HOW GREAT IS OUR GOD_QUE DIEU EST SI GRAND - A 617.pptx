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81" r:id="rId2"/>
    <p:sldId id="282" r:id="rId3"/>
    <p:sldId id="283" r:id="rId4"/>
    <p:sldId id="263" r:id="rId5"/>
    <p:sldId id="264" r:id="rId6"/>
    <p:sldId id="265" r:id="rId7"/>
    <p:sldId id="266" r:id="rId8"/>
    <p:sldId id="284" r:id="rId9"/>
    <p:sldId id="285" r:id="rId10"/>
    <p:sldId id="286" r:id="rId11"/>
    <p:sldId id="270" r:id="rId12"/>
    <p:sldId id="271" r:id="rId13"/>
    <p:sldId id="272" r:id="rId14"/>
    <p:sldId id="273" r:id="rId15"/>
    <p:sldId id="277" r:id="rId16"/>
    <p:sldId id="279" r:id="rId17"/>
    <p:sldId id="278" r:id="rId1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53261" autoAdjust="0"/>
  </p:normalViewPr>
  <p:slideViewPr>
    <p:cSldViewPr>
      <p:cViewPr varScale="1">
        <p:scale>
          <a:sx n="50" d="100"/>
          <a:sy n="50" d="100"/>
        </p:scale>
        <p:origin x="-76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2A909-A18E-4DED-ABE0-8E86EF7B2A61}" type="datetimeFigureOut">
              <a:rPr lang="fr-FR"/>
              <a:pPr>
                <a:defRPr/>
              </a:pPr>
              <a:t>28/09/2018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938935F-BEBA-43B2-BD88-6F66D4D660B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59159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1- 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2-  CHANTONS TOUS ENSEMBLE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3-  ET TOUS VERRONT QUE DIEU QUE DIEU EST SI GRAND 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LA SPLENDEUR D’UN GRAND ROI COUVERT DE MAJESTÉ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TOUTE LA TERRE LE CÉLÈBRE TOUTE LA TERRE LE CÉLÈBRE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REVÊTU DE LUMIÈRE REPOUSSANT LES TÉNÈBRES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ÉBRANLÉES À SA VOIX ÉBRANLÉES À SA VOIX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8- 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9-  CHANTONS TOUS ENSEMBLE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10- ET TOUS VERRONT QUE DIEU QUE DIEU EST SI GRAND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D’ÂGE EN ÂGE, IL SE TIENT LE TEMPS EST DANS SES MAINS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12-  LE COMMENCEMENT, LA FIN LE COMMENCEMENT, LA FIN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DIEU DE LA TRINITÉ LES TROIS DANS L’UNITÉ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14-  LE LION, L’AGNEAU, IL EST  LE LION, L’AGNEAU, IL EST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NOM AU-DESSUS DE TOUS NOMS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16-  TU ES DIGNE DE TOUTES NOS LOUANGES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17-  ET NOS CŒURS QUI CHANTENT QUE DIEU EST SI GRAND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1- 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2-  CHANTONS TOUS ENSEMBLE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3-  ET TOUS VERRONT QUE DIEU QUE DIEU EST SI GRAND 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LA SPLENDEUR D’UN GRAND ROI COUVERT DE MAJESTÉ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TOUTE LA TERRE LE CÉLÈBRE TOUTE LA TERRE LE CÉLÈBRE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REVÊTU DE LUMIÈRE REPOUSSANT LES TÉNÈBRES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ÉBRANLÉES À SA VOIX ÉBRANLÉES À SA VOIX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8- 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9-  CHANTONS TOUS ENSEMBLE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10- ET TOUS VERRONT QUE DIEU QUE DIEU EST SI GRAND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D’ÂGE EN ÂGE, IL SE TIENT LE TEMPS EST DANS SES MAINS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12-  LE COMMENCEMENT, LA FIN LE COMMENCEMENT, LA FIN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DIEU DE LA TRINITÉ LES TROIS DANS L’UNITÉ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14-  LE LION, L’AGNEAU, IL EST  LE LION, L’AGNEAU, IL EST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NOM AU-DESSUS DE TOUS NOMS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16-  TU ES DIGNE DE TOUTES NOS LOUANGES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17-  ET NOS CŒURS QUI CHANTENT QUE DIEU EST SI GRAND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1- 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2-  CHANTONS TOUS ENSEMBLE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3-  ET TOUS VERRONT QUE DIEU QUE DIEU EST SI GRAND 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LA SPLENDEUR D’UN GRAND ROI COUVERT DE MAJESTÉ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TOUTE LA TERRE LE CÉLÈBRE TOUTE LA TERRE LE CÉLÈBRE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REVÊTU DE LUMIÈRE REPOUSSANT LES TÉNÈBRES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ÉBRANLÉES À SA VOIX ÉBRANLÉES À SA VOIX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8- 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9-  CHANTONS TOUS ENSEMBLE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10- ET TOUS VERRONT QUE DIEU QUE DIEU EST SI GRAND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D’ÂGE EN ÂGE, IL SE TIENT LE TEMPS EST DANS SES MAINS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12-  LE COMMENCEMENT, LA FIN LE COMMENCEMENT, LA FIN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DIEU DE LA TRINITÉ LES TROIS DANS L’UNITÉ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14-  LE LION, L’AGNEAU, IL EST  LE LION, L’AGNEAU, IL EST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NOM AU-DESSUS DE TOUS NOMS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16-  TU ES DIGNE DE TOUTES NOS LOUANGES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17-  ET NOS CŒURS QUI CHANTENT QUE DIEU EST SI GRAND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1- 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2-  CHANTONS TOUS ENSEMBLE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3-  ET TOUS VERRONT QUE DIEU QUE DIEU EST SI GRAND 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LA SPLENDEUR D’UN GRAND ROI COUVERT DE MAJESTÉ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TOUTE LA TERRE LE CÉLÈBRE TOUTE LA TERRE LE CÉLÈBRE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REVÊTU DE LUMIÈRE REPOUSSANT LES TÉNÈBRES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ÉBRANLÉES À SA VOIX ÉBRANLÉES À SA VOIX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8- 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9-  CHANTONS TOUS ENSEMBLE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10- ET TOUS VERRONT QUE DIEU QUE DIEU EST SI GRAND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D’ÂGE EN ÂGE, IL SE TIENT LE TEMPS EST DANS SES MAINS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12-  LE COMMENCEMENT, LA FIN LE COMMENCEMENT, LA FIN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DIEU DE LA TRINITÉ LES TROIS DANS L’UNITÉ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14-  LE LION, L’AGNEAU, IL EST  LE LION, L’AGNEAU, IL EST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NOM AU-DESSUS DE TOUS NOMS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16-  TU ES DIGNE DE TOUTES NOS LOUANGES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17-  ET NOS CŒURS QUI CHANTENT QUE DIEU EST SI GRAND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1- 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2-  CHANTONS TOUS ENSEMBLE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3-  ET TOUS VERRONT QUE DIEU QUE DIEU EST SI GRAND 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LA SPLENDEUR D’UN GRAND ROI COUVERT DE MAJESTÉ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TOUTE LA TERRE LE CÉLÈBRE TOUTE LA TERRE LE CÉLÈBRE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REVÊTU DE LUMIÈRE REPOUSSANT LES TÉNÈBRES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ÉBRANLÉES À SA VOIX ÉBRANLÉES À SA VOIX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8- 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9-  CHANTONS TOUS ENSEMBLE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10- ET TOUS VERRONT QUE DIEU QUE DIEU EST SI GRAND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D’ÂGE EN ÂGE, IL SE TIENT LE TEMPS EST DANS SES MAINS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12-  LE COMMENCEMENT, LA FIN LE COMMENCEMENT, LA FIN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DIEU DE LA TRINITÉ LES TROIS DANS L’UNITÉ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14-  LE LION, L’AGNEAU, IL EST  LE LION, L’AGNEAU, IL EST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NOM AU-DESSUS DE TOUS NOMS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16-  TU ES DIGNE DE TOUTES NOS LOUANGES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17-  ET NOS CŒURS QUI CHANTENT QUE DIEU EST SI GRAND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1- 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2-  CHANTONS TOUS ENSEMBLE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3-  ET TOUS VERRONT QUE DIEU QUE DIEU EST SI GRAND 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LA SPLENDEUR D’UN GRAND ROI COUVERT DE MAJESTÉ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TOUTE LA TERRE LE CÉLÈBRE TOUTE LA TERRE LE CÉLÈBRE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REVÊTU DE LUMIÈRE REPOUSSANT LES TÉNÈBRES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ÉBRANLÉES À SA VOIX ÉBRANLÉES À SA VOIX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8- 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9-  CHANTONS TOUS ENSEMBLE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10- ET TOUS VERRONT QUE DIEU QUE DIEU EST SI GRAND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D’ÂGE EN ÂGE, IL SE TIENT LE TEMPS EST DANS SES MAINS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12-  LE COMMENCEMENT, LA FIN LE COMMENCEMENT, LA FIN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DIEU DE LA TRINITÉ LES TROIS DANS L’UNITÉ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14-  LE LION, L’AGNEAU, IL EST  LE LION, L’AGNEAU, IL EST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NOM AU-DESSUS DE TOUS NOMS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16-  TU ES DIGNE DE TOUTES NOS LOUANGES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17-  ET NOS CŒURS QUI CHANTENT QUE DIEU EST SI GRAND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1- 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2-  CHANTONS TOUS ENSEMBLE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3-  ET TOUS VERRONT QUE DIEU QUE DIEU EST SI GRAND 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LA SPLENDEUR D’UN GRAND ROI COUVERT DE MAJESTÉ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TOUTE LA TERRE LE CÉLÈBRE TOUTE LA TERRE LE CÉLÈBRE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REVÊTU DE LUMIÈRE REPOUSSANT LES TÉNÈBRES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ÉBRANLÉES À SA VOIX ÉBRANLÉES À SA VOIX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8- 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9-  CHANTONS TOUS ENSEMBLE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10- ET TOUS VERRONT QUE DIEU QUE DIEU EST SI GRAND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D’ÂGE EN ÂGE, IL SE TIENT LE TEMPS EST DANS SES MAINS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12-  LE COMMENCEMENT, LA FIN LE COMMENCEMENT, LA FIN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DIEU DE LA TRINITÉ LES TROIS DANS L’UNITÉ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14-  LE LION, L’AGNEAU, IL EST  LE LION, L’AGNEAU, IL EST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NOM AU-DESSUS DE TOUS NOMS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16-  TU ES DIGNE DE TOUTES NOS LOUANGES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17-  ET NOS CŒURS QUI CHANTENT QUE DIEU EST SI GRAND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1- 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2-  CHANTONS TOUS ENSEMBLE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3-  ET TOUS VERRONT QUE DIEU QUE DIEU EST SI GRAND 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LA SPLENDEUR D’UN GRAND ROI COUVERT DE MAJESTÉ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TOUTE LA TERRE LE CÉLÈBRE TOUTE LA TERRE LE CÉLÈBRE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REVÊTU DE LUMIÈRE REPOUSSANT LES TÉNÈBRES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ÉBRANLÉES À SA VOIX ÉBRANLÉES À SA VOIX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8- 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9-  CHANTONS TOUS ENSEMBLE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10- ET TOUS VERRONT QUE DIEU QUE DIEU EST SI GRAND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D’ÂGE EN ÂGE, IL SE TIENT LE TEMPS EST DANS SES MAINS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12-  LE COMMENCEMENT, LA FIN LE COMMENCEMENT, LA FIN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DIEU DE LA TRINITÉ LES TROIS DANS L’UNITÉ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14-  LE LION, L’AGNEAU, IL EST  LE LION, L’AGNEAU, IL EST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NOM AU-DESSUS DE TOUS NOMS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16-  TU ES DIGNE DE TOUTES NOS LOUANGES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17-  ET NOS CŒURS QUI CHANTENT QUE DIEU EST SI GRAND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1- 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2-  CHANTONS TOUS ENSEMBLE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3-  ET TOUS VERRONT QUE DIEU QUE DIEU EST SI GRAND 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LA SPLENDEUR D’UN GRAND ROI COUVERT DE MAJESTÉ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TOUTE LA TERRE LE CÉLÈBRE TOUTE LA TERRE LE CÉLÈBRE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REVÊTU DE LUMIÈRE REPOUSSANT LES TÉNÈBRES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ÉBRANLÉES À SA VOIX ÉBRANLÉES À SA VOIX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8- 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9-  CHANTONS TOUS ENSEMBLE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10- ET TOUS VERRONT QUE DIEU QUE DIEU EST SI GRAND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D’ÂGE EN ÂGE, IL SE TIENT LE TEMPS EST DANS SES MAINS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12-  LE COMMENCEMENT, LA FIN LE COMMENCEMENT, LA FIN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DIEU DE LA TRINITÉ LES TROIS DANS L’UNITÉ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14-  LE LION, L’AGNEAU, IL EST  LE LION, L’AGNEAU, IL EST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NOM AU-DESSUS DE TOUS NOMS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16-  TU ES DIGNE DE TOUTES NOS LOUANGES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17-  ET NOS CŒURS QUI CHANTENT QUE DIEU EST SI GRAND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1- 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2-  CHANTONS TOUS ENSEMBLE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3-  ET TOUS VERRONT QUE DIEU QUE DIEU EST SI GRAND 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LA SPLENDEUR D’UN GRAND ROI COUVERT DE MAJESTÉ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TOUTE LA TERRE LE CÉLÈBRE TOUTE LA TERRE LE CÉLÈBRE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REVÊTU DE LUMIÈRE REPOUSSANT LES TÉNÈBRES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ÉBRANLÉES À SA VOIX ÉBRANLÉES À SA VOIX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8- 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9-  CHANTONS TOUS ENSEMBLE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10- ET TOUS VERRONT QUE DIEU QUE DIEU EST SI GRAND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D’ÂGE EN ÂGE, IL SE TIENT LE TEMPS EST DANS SES MAINS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12-  LE COMMENCEMENT, LA FIN LE COMMENCEMENT, LA FIN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DIEU DE LA TRINITÉ LES TROIS DANS L’UNITÉ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14-  LE LION, L’AGNEAU, IL EST  LE LION, L’AGNEAU, IL EST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NOM AU-DESSUS DE TOUS NOMS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16-  TU ES DIGNE DE TOUTES NOS LOUANGES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17-  ET NOS CŒURS QUI CHANTENT QUE DIEU EST SI GRAND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1- 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2-  CHANTONS TOUS ENSEMBLE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3-  ET TOUS VERRONT QUE DIEU QUE DIEU EST SI GRAND 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LA SPLENDEUR D’UN GRAND ROI COUVERT DE MAJESTÉ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TOUTE LA TERRE LE CÉLÈBRE TOUTE LA TERRE LE CÉLÈBRE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REVÊTU DE LUMIÈRE REPOUSSANT LES TÉNÈBRES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ÉBRANLÉES À SA VOIX ÉBRANLÉES À SA VOIX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8- 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9-  CHANTONS TOUS ENSEMBLE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10- ET TOUS VERRONT QUE DIEU QUE DIEU EST SI GRAND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D’ÂGE EN ÂGE, IL SE TIENT LE TEMPS EST DANS SES MAINS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12-  LE COMMENCEMENT, LA FIN LE COMMENCEMENT, LA FIN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DIEU DE LA TRINITÉ LES TROIS DANS L’UNITÉ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14-  LE LION, L’AGNEAU, IL EST  LE LION, L’AGNEAU, IL EST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NOM AU-DESSUS DE TOUS NOMS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16-  TU ES DIGNE DE TOUTES NOS LOUANGES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17-  ET NOS CŒURS QUI CHANTENT QUE DIEU EST SI GRAND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1- 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2-  CHANTONS TOUS ENSEMBLE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3-  ET TOUS VERRONT QUE DIEU QUE DIEU EST SI GRAND 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LA SPLENDEUR D’UN GRAND ROI COUVERT DE MAJESTÉ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TOUTE LA TERRE LE CÉLÈBRE TOUTE LA TERRE LE CÉLÈBRE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REVÊTU DE LUMIÈRE REPOUSSANT LES TÉNÈBRES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ÉBRANLÉES À SA VOIX ÉBRANLÉES À SA VOIX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8- 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9-  CHANTONS TOUS ENSEMBLE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10- ET TOUS VERRONT QUE DIEU QUE DIEU EST SI GRAND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D’ÂGE EN ÂGE, IL SE TIENT LE TEMPS EST DANS SES MAINS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12-  LE COMMENCEMENT, LA FIN LE COMMENCEMENT, LA FIN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DIEU DE LA TRINITÉ LES TROIS DANS L’UNITÉ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14-  LE LION, L’AGNEAU, IL EST  LE LION, L’AGNEAU, IL EST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NOM AU-DESSUS DE TOUS NOMS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16-  TU ES DIGNE DE TOUTES NOS LOUANGES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17-  ET NOS CŒURS QUI CHANTENT QUE DIEU EST SI GRAND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1- 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2-  CHANTONS TOUS ENSEMBLE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3-  ET TOUS VERRONT QUE DIEU QUE DIEU EST SI GRAND 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LA SPLENDEUR D’UN GRAND ROI COUVERT DE MAJESTÉ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TOUTE LA TERRE LE CÉLÈBRE TOUTE LA TERRE LE CÉLÈBRE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REVÊTU DE LUMIÈRE REPOUSSANT LES TÉNÈBRES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ÉBRANLÉES À SA VOIX ÉBRANLÉES À SA VOIX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8- 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9-  CHANTONS TOUS ENSEMBLE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10- ET TOUS VERRONT QUE DIEU QUE DIEU EST SI GRAND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D’ÂGE EN ÂGE, IL SE TIENT LE TEMPS EST DANS SES MAINS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12-  LE COMMENCEMENT, LA FIN LE COMMENCEMENT, LA FIN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DIEU DE LA TRINITÉ LES TROIS DANS L’UNITÉ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14-  LE LION, L’AGNEAU, IL EST  LE LION, L’AGNEAU, IL EST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NOM AU-DESSUS DE TOUS NOMS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16-  TU ES DIGNE DE TOUTES NOS LOUANGES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17-  ET NOS CŒURS QUI CHANTENT QUE DIEU EST SI GRAND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1- 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2-  CHANTONS TOUS ENSEMBLE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3-  ET TOUS VERRONT QUE DIEU QUE DIEU EST SI GRAND 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LA SPLENDEUR D’UN GRAND ROI COUVERT DE MAJESTÉ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TOUTE LA TERRE LE CÉLÈBRE TOUTE LA TERRE LE CÉLÈBRE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REVÊTU DE LUMIÈRE REPOUSSANT LES TÉNÈBRES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ÉBRANLÉES À SA VOIX ÉBRANLÉES À SA VOIX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8- 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9-  CHANTONS TOUS ENSEMBLE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10- ET TOUS VERRONT QUE DIEU QUE DIEU EST SI GRAND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D’ÂGE EN ÂGE, IL SE TIENT LE TEMPS EST DANS SES MAINS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12-  LE COMMENCEMENT, LA FIN LE COMMENCEMENT, LA FIN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DIEU DE LA TRINITÉ LES TROIS DANS L’UNITÉ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14-  LE LION, L’AGNEAU, IL EST  LE LION, L’AGNEAU, IL EST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NOM AU-DESSUS DE TOUS NOMS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16-  TU ES DIGNE DE TOUTES NOS LOUANGES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17-  ET NOS CŒURS QUI CHANTENT QUE DIEU EST SI GRAND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1- 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2-  CHANTONS TOUS ENSEMBLE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3-  ET TOUS VERRONT QUE DIEU QUE DIEU EST SI GRAND 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LA SPLENDEUR D’UN GRAND ROI COUVERT DE MAJESTÉ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TOUTE LA TERRE LE CÉLÈBRE TOUTE LA TERRE LE CÉLÈBRE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REVÊTU DE LUMIÈRE REPOUSSANT LES TÉNÈBRES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ÉBRANLÉES À SA VOIX ÉBRANLÉES À SA VOIX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8- 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9-  CHANTONS TOUS ENSEMBLE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10- ET TOUS VERRONT QUE DIEU QUE DIEU EST SI GRAND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D’ÂGE EN ÂGE, IL SE TIENT LE TEMPS EST DANS SES MAINS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12-  LE COMMENCEMENT, LA FIN LE COMMENCEMENT, LA FIN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DIEU DE LA TRINITÉ LES TROIS DANS L’UNITÉ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14-  LE LION, L’AGNEAU, IL EST  LE LION, L’AGNEAU, IL EST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NOM AU-DESSUS DE TOUS NOMS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16-  TU ES DIGNE DE TOUTES NOS LOUANGES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17-  ET NOS CŒURS QUI CHANTENT QUE DIEU EST SI GRAND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1- 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2-  CHANTONS TOUS ENSEMBLE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3-  ET TOUS VERRONT QUE DIEU QUE DIEU EST SI GRAND 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LA SPLENDEUR D’UN GRAND ROI COUVERT DE MAJESTÉ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TOUTE LA TERRE LE CÉLÈBRE TOUTE LA TERRE LE CÉLÈBRE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REVÊTU DE LUMIÈRE REPOUSSANT LES TÉNÈBRES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ÉBRANLÉES À SA VOIX ÉBRANLÉES À SA VOIX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8- 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9-  CHANTONS TOUS ENSEMBLE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10- ET TOUS VERRONT QUE DIEU QUE DIEU EST SI GRAND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D’ÂGE EN ÂGE, IL SE TIENT LE TEMPS EST DANS SES MAINS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12-  LE COMMENCEMENT, LA FIN LE COMMENCEMENT, LA FIN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DIEU DE LA TRINITÉ LES TROIS DANS L’UNITÉ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14-  LE LION, L’AGNEAU, IL EST  LE LION, L’AGNEAU, IL EST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NOM AU-DESSUS DE TOUS NOMS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16-  TU ES DIGNE DE TOUTES NOS LOUANGES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17-  ET NOS CŒURS QUI CHANTENT QUE DIEU EST SI GRAND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1- 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2-  CHANTONS TOUS ENSEMBLE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3-  ET TOUS VERRONT QUE DIEU QUE DIEU EST SI GRAND 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4-  LA SPLENDEUR D’UN GRAND ROI COUVERT DE MAJESTÉ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5-  TOUTE LA TERRE LE CÉLÈBRE TOUTE LA TERRE LE CÉLÈBRE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6-  REVÊTU DE LUMIÈRE REPOUSSANT LES TÉNÈBRES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7-  ÉBRANLÉES À SA VOIX ÉBRANLÉES À SA VOIX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8- 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9-  CHANTONS TOUS ENSEMBLE QUE DIEU EST SI GRAND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     	10- ET TOUS VERRONT QUE DIEU QUE DIEU EST SI GRAND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11-  D’ÂGE EN ÂGE, IL SE TIENT LE TEMPS EST DANS SES MAINS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12-  LE COMMENCEMENT, LA FIN LE COMMENCEMENT, LA FIN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13-  DIEU DE LA TRINITÉ LES TROIS DANS L’UNITÉ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14-  LE LION, L’AGNEAU, IL EST  LE LION, L’AGNEAU, IL EST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15-  NOM AU-DESSUS DE TOUS NOMS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16-  TU ES DIGNE DE TOUTES NOS LOUANGES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>
                <a:latin typeface="Franklin Gothic Medium" pitchFamily="34" charset="0"/>
              </a:rPr>
              <a:t>17-  ET NOS CŒURS QUI CHANTENT QUE DIEU EST SI GRAND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6AAB82-D8E0-4E9A-B904-BFA07434F8B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1709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B0198C-3EF1-4693-80D3-907BADA30C7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3610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1DD6DC-A216-4984-A8DA-578C60D780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1333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952CC4-42B5-4394-9D05-C1FFBC277C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6665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555D29-9384-43F6-8E74-0740CDF9AFB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1697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0FB25C-5CAA-47BF-B3CF-D07486E033B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0818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0EFA6D-A7FD-40FE-9CE7-6EF0A950471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5973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D994B3-D8D5-4485-876C-3B0630044E2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3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378B91-9C03-42C8-8BDE-240179BACAB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1971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F95589-750C-42F7-AB66-6422DE5199E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880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728436-037A-43B0-9832-5FB2BC7ADEF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0200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15EF079-8043-43C9-9633-65FF05692D1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fr-FR" altLang="fr-FR" sz="4000">
              <a:solidFill>
                <a:schemeClr val="bg1"/>
              </a:solidFill>
            </a:endParaRPr>
          </a:p>
        </p:txBody>
      </p:sp>
      <p:sp>
        <p:nvSpPr>
          <p:cNvPr id="205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  <a:extLst/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EST SI GRAND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fr-FR" altLang="fr-FR" sz="4000">
              <a:solidFill>
                <a:schemeClr val="bg1"/>
              </a:solidFill>
            </a:endParaRPr>
          </a:p>
        </p:txBody>
      </p:sp>
      <p:sp>
        <p:nvSpPr>
          <p:cNvPr id="3076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  <a:extLst/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CHANTONS TOUS ENSEMBLE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EST SI GRAND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fr-FR" altLang="fr-FR" sz="4000">
              <a:solidFill>
                <a:schemeClr val="bg1"/>
              </a:solidFill>
            </a:endParaRPr>
          </a:p>
        </p:txBody>
      </p:sp>
      <p:sp>
        <p:nvSpPr>
          <p:cNvPr id="4100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  <a:extLst/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TOUS VERRONT QUE DIEU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EST SI GRAND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fr-FR" altLang="fr-FR" sz="4000">
              <a:solidFill>
                <a:schemeClr val="bg1"/>
              </a:solidFill>
            </a:endParaRPr>
          </a:p>
        </p:txBody>
      </p:sp>
      <p:sp>
        <p:nvSpPr>
          <p:cNvPr id="512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  <a:extLst/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SPLENDEUR D’UN GRAND ROI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COUVERT DE MAJESTÉ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fr-FR" altLang="fr-FR" sz="4000">
              <a:solidFill>
                <a:schemeClr val="bg1"/>
              </a:solidFill>
            </a:endParaRPr>
          </a:p>
        </p:txBody>
      </p:sp>
      <p:sp>
        <p:nvSpPr>
          <p:cNvPr id="6148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  <a:extLst/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 LA TERRE LE CÉLÈBRE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 LA TERRE LE CÉLÈBRE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fr-FR" altLang="fr-FR" sz="4000">
              <a:solidFill>
                <a:schemeClr val="bg1"/>
              </a:solidFill>
            </a:endParaRPr>
          </a:p>
        </p:txBody>
      </p:sp>
      <p:sp>
        <p:nvSpPr>
          <p:cNvPr id="717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  <a:extLst/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REVÊTU DE LUMIÈRE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REPOUSSANT LES TÉNÈBRES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fr-FR" altLang="fr-FR" sz="4000">
              <a:solidFill>
                <a:schemeClr val="bg1"/>
              </a:solidFill>
            </a:endParaRPr>
          </a:p>
        </p:txBody>
      </p:sp>
      <p:sp>
        <p:nvSpPr>
          <p:cNvPr id="8196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  <a:extLst/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ÉBRANLÉES À SA VOIX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ÉBRANLÉES À SA VOIX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fr-FR" altLang="fr-FR" sz="4000">
              <a:solidFill>
                <a:schemeClr val="bg1"/>
              </a:solidFill>
            </a:endParaRPr>
          </a:p>
        </p:txBody>
      </p:sp>
      <p:sp>
        <p:nvSpPr>
          <p:cNvPr id="205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  <a:extLst/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EST SI GRAND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fr-FR" altLang="fr-FR" sz="4000">
              <a:solidFill>
                <a:schemeClr val="bg1"/>
              </a:solidFill>
            </a:endParaRPr>
          </a:p>
        </p:txBody>
      </p:sp>
      <p:sp>
        <p:nvSpPr>
          <p:cNvPr id="3076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  <a:extLst/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CHANTONS TOUS ENSEMBLE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EST SI GRAND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fr-FR" altLang="fr-FR" sz="4000">
              <a:solidFill>
                <a:schemeClr val="bg1"/>
              </a:solidFill>
            </a:endParaRPr>
          </a:p>
        </p:txBody>
      </p:sp>
      <p:sp>
        <p:nvSpPr>
          <p:cNvPr id="4100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  <a:extLst/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TOUS VERRONT QUE DIEU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EST SI GRAND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  <a:extLst/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D’ÂGE EN ÂGE, IL SE TIENT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TEMPS EST DANS SES MAINS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  <a:extLst/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COMMENCEMENT, LA FIN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COMMENCEMENT, LA FIN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  <a:extLst/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DE LA TRINITÉ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TROIS DANS L’UNITÉ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  <a:extLst/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LION, L’AGNEAU, IL EST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LION, L’AGNEAU, IL EST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  <a:extLst/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NOM AU-DESSUS DE TOUS NOMS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  <a:extLst/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DIGNE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TOUTES NOS LOUANGES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  <a:extLst/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NOS CŒURS QUI CHANTENT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EST SI GRAND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</TotalTime>
  <Words>113</Words>
  <Application>Microsoft Office PowerPoint</Application>
  <PresentationFormat>Affichage à l'écran (4:3)</PresentationFormat>
  <Paragraphs>765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Franklin Gothic Medium</vt:lpstr>
      <vt:lpstr>Arial</vt:lpstr>
      <vt:lpstr>Calibri</vt:lpstr>
      <vt:lpstr>Default Design</vt:lpstr>
      <vt:lpstr>QUE DIEU EST SI GRAND </vt:lpstr>
      <vt:lpstr>CHANTONS TOUS ENSEMBLE QUE DIEU EST SI GRAND</vt:lpstr>
      <vt:lpstr>ET TOUS VERRONT QUE DIEU QUE DIEU EST SI GRAND</vt:lpstr>
      <vt:lpstr>LA SPLENDEUR D’UN GRAND ROI COUVERT DE MAJESTÉ</vt:lpstr>
      <vt:lpstr>TOUTE LA TERRE LE CÉLÈBRE TOUTE LA TERRE LE CÉLÈBRE</vt:lpstr>
      <vt:lpstr>REVÊTU DE LUMIÈRE REPOUSSANT LES TÉNÈBRES</vt:lpstr>
      <vt:lpstr>ÉBRANLÉES À SA VOIX ÉBRANLÉES À SA VOIX</vt:lpstr>
      <vt:lpstr>QUE DIEU EST SI GRAND </vt:lpstr>
      <vt:lpstr>CHANTONS TOUS ENSEMBLE QUE DIEU EST SI GRAND</vt:lpstr>
      <vt:lpstr>ET TOUS VERRONT QUE DIEU QUE DIEU EST SI GRAND</vt:lpstr>
      <vt:lpstr>D’ÂGE EN ÂGE, IL SE TIENT LE TEMPS EST DANS SES MAINS</vt:lpstr>
      <vt:lpstr>LE COMMENCEMENT, LA FIN LE COMMENCEMENT, LA FIN</vt:lpstr>
      <vt:lpstr>DIEU DE LA TRINITÉ LES TROIS DANS L’UNITÉ</vt:lpstr>
      <vt:lpstr>LE LION, L’AGNEAU, IL EST  LE LION, L’AGNEAU, IL EST</vt:lpstr>
      <vt:lpstr>NOM AU-DESSUS DE TOUS NOMS</vt:lpstr>
      <vt:lpstr>TU ES DIGNE DE TOUTES NOS LOUANGES</vt:lpstr>
      <vt:lpstr>ET NOS CŒURS QUI CHANTENT QUE DIEU EST SI GRAND</vt:lpstr>
    </vt:vector>
  </TitlesOfParts>
  <Company>bbx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Richman</cp:lastModifiedBy>
  <cp:revision>71</cp:revision>
  <dcterms:created xsi:type="dcterms:W3CDTF">2002-08-17T10:50:50Z</dcterms:created>
  <dcterms:modified xsi:type="dcterms:W3CDTF">2018-09-28T08:34:52Z</dcterms:modified>
</cp:coreProperties>
</file>