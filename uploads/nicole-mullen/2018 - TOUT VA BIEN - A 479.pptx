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59" r:id="rId5"/>
    <p:sldId id="260" r:id="rId6"/>
    <p:sldId id="270" r:id="rId7"/>
    <p:sldId id="271" r:id="rId8"/>
    <p:sldId id="261" r:id="rId9"/>
    <p:sldId id="267" r:id="rId10"/>
    <p:sldId id="262" r:id="rId11"/>
    <p:sldId id="263" r:id="rId12"/>
    <p:sldId id="265" r:id="rId13"/>
    <p:sldId id="269" r:id="rId14"/>
    <p:sldId id="268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0" autoAdjust="0"/>
    <p:restoredTop sz="46168" autoAdjust="0"/>
  </p:normalViewPr>
  <p:slideViewPr>
    <p:cSldViewPr>
      <p:cViewPr varScale="1">
        <p:scale>
          <a:sx n="51" d="100"/>
          <a:sy n="51" d="100"/>
        </p:scale>
        <p:origin x="-3354" y="-102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C7EBE05-D90B-42AF-8EBD-052E86B3EB3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C34D8E4F-AD5B-466B-9BDE-4143FEDB37E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COULANT À FLOT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QUAND VIENNENT LES PEINES ET LES LARMES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TOUT VA BIEN TOUT VA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LES TROMPETTES RÉSONNENT LE SEIGNEUR ARRIVERA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DANS MON ÂME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TOUT VA BIEN TOUT VA BIEN DANS MON CORPS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COULANT À FLOT SUR MOI</a:t>
            </a:r>
          </a:p>
          <a:p>
            <a:r>
              <a:rPr lang="fr-FR" smtClean="0"/>
              <a:t>2-  QUAND VIENNENT LES PEINES ET LES LARMES</a:t>
            </a:r>
          </a:p>
          <a:p>
            <a:r>
              <a:rPr lang="fr-FR" smtClean="0"/>
              <a:t>3-  QUEL QUE SOIT MON SORT JE M’ÉCRIE AVEC FOI</a:t>
            </a:r>
          </a:p>
          <a:p>
            <a:r>
              <a:rPr lang="fr-FR" smtClean="0"/>
              <a:t>4-  TOUT VA BIEN TOUT VA BIEN DANS MON ÂME</a:t>
            </a:r>
          </a:p>
          <a:p>
            <a:endParaRPr lang="fr-FR" smtClean="0"/>
          </a:p>
          <a:p>
            <a:r>
              <a:rPr lang="fr-FR" smtClean="0"/>
              <a:t>5-  TOUT VA BIEN </a:t>
            </a:r>
          </a:p>
          <a:p>
            <a:r>
              <a:rPr lang="fr-FR" smtClean="0"/>
              <a:t>6-  DANS MON ÂME</a:t>
            </a:r>
          </a:p>
          <a:p>
            <a:r>
              <a:rPr lang="fr-FR" smtClean="0"/>
              <a:t>7-  TOUT VA BIEN TOUT VA BIEN DANS MON ÂME</a:t>
            </a:r>
          </a:p>
          <a:p>
            <a:endParaRPr lang="fr-FR" smtClean="0"/>
          </a:p>
          <a:p>
            <a:r>
              <a:rPr lang="fr-FR" smtClean="0"/>
              <a:t>8-  MA FOI ME GUÉRIT QUAND JÉSUS ME TOUCHA</a:t>
            </a:r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10-  LES TROMPETTES RÉSONNENT LE SEIGNEUR ARRIVERA</a:t>
            </a:r>
          </a:p>
          <a:p>
            <a:r>
              <a:rPr lang="fr-FR" smtClean="0"/>
              <a:t>11-  ET DONC TOUT VA TRÈS BIEN DANS MON ÂME</a:t>
            </a:r>
          </a:p>
          <a:p>
            <a:endParaRPr lang="fr-FR" smtClean="0"/>
          </a:p>
          <a:p>
            <a:r>
              <a:rPr lang="fr-FR" smtClean="0"/>
              <a:t>12-  TOUT VA BIEN</a:t>
            </a:r>
          </a:p>
          <a:p>
            <a:r>
              <a:rPr lang="fr-FR" smtClean="0"/>
              <a:t>13-  DANS MON CORPS</a:t>
            </a:r>
          </a:p>
          <a:p>
            <a:r>
              <a:rPr lang="fr-FR" smtClean="0"/>
              <a:t>14-  TOUT VA BIEN TOUT VA BIEN DANS MON CORPS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D00C2A-81B4-41EC-B11F-DA6D637929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C6BFB-D754-4E0D-875B-3E9EF8AB07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4DBAC-5C70-4B93-A575-3CA468B41D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448E3-866F-42A3-92A3-E67CD0F8B8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5F899-FE23-4DE1-8DC2-4A06B8D2A6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7DB7B-76FD-434F-B2BE-124A5C6A6A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50C8E-4A2C-4924-90E2-8FCD9F1ECD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3B0AF-4508-4322-94E7-AE2535827A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A7FF6-53C8-416D-809B-53991B5A46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29315-0865-4A39-89BF-EB07B20A2F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B195F-B850-497C-A1EB-F0342C47AE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1FB121FA-1E90-4018-B9EC-DCC00C7BD8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VIENT TON IMMENSE PAIX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COULANT À FLOT SUR MOI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VIENNENT LES PEINES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LES LARMES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3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QUE SOIT MON SORT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M’ÉCRIE AVEC FOI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 DANS MON ÂME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ÂME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TOUT VA BIEN DANS MON ÂME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FOI ME GUÉRIT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JÉSUS ME TOUCHA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ANGES TOUS EN CHŒUR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PROCLAMENT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TROMPETTES RÉSONNENT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ARRIVERA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DONC TOUT VA TRÈS BIEN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ÂME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CORPS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 DANS MON CORPS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3149</Words>
  <Application>Microsoft Office PowerPoint</Application>
  <PresentationFormat>On-screen Show (4:3)</PresentationFormat>
  <Paragraphs>500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41</cp:revision>
  <dcterms:created xsi:type="dcterms:W3CDTF">2002-08-17T09:30:25Z</dcterms:created>
  <dcterms:modified xsi:type="dcterms:W3CDTF">2017-06-30T11:33:15Z</dcterms:modified>
</cp:coreProperties>
</file>