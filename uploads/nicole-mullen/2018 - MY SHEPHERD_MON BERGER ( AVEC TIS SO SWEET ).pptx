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2" r:id="rId2"/>
    <p:sldId id="283" r:id="rId3"/>
    <p:sldId id="282" r:id="rId4"/>
    <p:sldId id="284" r:id="rId5"/>
    <p:sldId id="281" r:id="rId6"/>
    <p:sldId id="279" r:id="rId7"/>
    <p:sldId id="286" r:id="rId8"/>
    <p:sldId id="278" r:id="rId9"/>
    <p:sldId id="277" r:id="rId10"/>
    <p:sldId id="287" r:id="rId11"/>
    <p:sldId id="276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25248" autoAdjust="0"/>
  </p:normalViewPr>
  <p:slideViewPr>
    <p:cSldViewPr>
      <p:cViewPr varScale="1">
        <p:scale>
          <a:sx n="27" d="100"/>
          <a:sy n="27" d="100"/>
        </p:scale>
        <p:origin x="2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E842358-C17C-4409-8C7D-85C7D624232E}" type="datetimeFigureOut">
              <a:rPr lang="fr-FR"/>
              <a:pPr>
                <a:defRPr/>
              </a:pPr>
              <a:t>29/09/2018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46402B9-AB8E-422A-92EC-07B291A39C6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07273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z="4000" dirty="0" smtClean="0"/>
              <a:t>1-  L’ÉTERNEL EST MON BERGER  JE NE MANQUERAI DE RIEN  x2</a:t>
            </a:r>
          </a:p>
          <a:p>
            <a:pPr>
              <a:defRPr/>
            </a:pPr>
            <a:r>
              <a:rPr lang="fr-FR" sz="4000" dirty="0" smtClean="0"/>
              <a:t> The Lord </a:t>
            </a:r>
            <a:r>
              <a:rPr lang="fr-FR" sz="4000" dirty="0" err="1" smtClean="0"/>
              <a:t>is</a:t>
            </a:r>
            <a:r>
              <a:rPr lang="fr-FR" sz="4000" dirty="0" smtClean="0"/>
              <a:t> </a:t>
            </a:r>
            <a:r>
              <a:rPr lang="fr-FR" sz="4000" dirty="0" err="1" smtClean="0"/>
              <a:t>My</a:t>
            </a:r>
            <a:r>
              <a:rPr lang="fr-FR" sz="4000" dirty="0" smtClean="0"/>
              <a:t> Shepherd And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want</a:t>
            </a:r>
            <a:r>
              <a:rPr lang="fr-FR" sz="4000" dirty="0" smtClean="0"/>
              <a:t> 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z="4000" dirty="0" smtClean="0"/>
              <a:t>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want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lack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do </a:t>
            </a:r>
            <a:r>
              <a:rPr lang="fr-FR" sz="4000" dirty="0" err="1" smtClean="0"/>
              <a:t>without</a:t>
            </a:r>
            <a:r>
              <a:rPr lang="fr-FR" sz="4000" dirty="0" smtClean="0"/>
              <a:t> </a:t>
            </a:r>
            <a:r>
              <a:rPr lang="fr-FR" sz="4000" dirty="0" err="1" smtClean="0"/>
              <a:t>any</a:t>
            </a:r>
            <a:r>
              <a:rPr lang="fr-FR" sz="4000" dirty="0" smtClean="0"/>
              <a:t> good </a:t>
            </a:r>
            <a:r>
              <a:rPr lang="fr-FR" sz="4000" dirty="0" err="1" smtClean="0"/>
              <a:t>thing</a:t>
            </a:r>
            <a:r>
              <a:rPr lang="fr-FR" sz="4000" dirty="0" smtClean="0"/>
              <a:t> 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3-  IL ME FAIT REPOSER DANS DE VERTS PÂTURAGES </a:t>
            </a:r>
          </a:p>
          <a:p>
            <a:pPr>
              <a:defRPr/>
            </a:pPr>
            <a:r>
              <a:rPr lang="fr-FR" sz="4000" dirty="0" smtClean="0"/>
              <a:t>He </a:t>
            </a:r>
            <a:r>
              <a:rPr lang="fr-FR" sz="4000" dirty="0" err="1" smtClean="0"/>
              <a:t>makes</a:t>
            </a:r>
            <a:r>
              <a:rPr lang="fr-FR" sz="4000" dirty="0" smtClean="0"/>
              <a:t> me to lie down in green </a:t>
            </a:r>
            <a:r>
              <a:rPr lang="fr-FR" sz="4000" dirty="0" err="1" smtClean="0"/>
              <a:t>pastures</a:t>
            </a: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4-  ET ME CONDUIT TOUT PRÈS DES EAUX PAISIBLES </a:t>
            </a:r>
          </a:p>
          <a:p>
            <a:pPr>
              <a:defRPr/>
            </a:pPr>
            <a:r>
              <a:rPr lang="fr-FR" sz="4000" dirty="0" smtClean="0"/>
              <a:t>He leads me </a:t>
            </a:r>
            <a:r>
              <a:rPr lang="fr-FR" sz="4000" dirty="0" err="1" smtClean="0"/>
              <a:t>beside</a:t>
            </a:r>
            <a:r>
              <a:rPr lang="fr-FR" sz="4000" dirty="0" smtClean="0"/>
              <a:t> the </a:t>
            </a:r>
            <a:r>
              <a:rPr lang="fr-FR" sz="4000" dirty="0" err="1" smtClean="0"/>
              <a:t>still</a:t>
            </a:r>
            <a:r>
              <a:rPr lang="fr-FR" sz="4000" dirty="0" smtClean="0"/>
              <a:t> waters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z="4000" dirty="0" smtClean="0"/>
              <a:t>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want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lack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do </a:t>
            </a:r>
            <a:r>
              <a:rPr lang="fr-FR" sz="4000" dirty="0" err="1" smtClean="0"/>
              <a:t>without</a:t>
            </a:r>
            <a:r>
              <a:rPr lang="fr-FR" sz="4000" dirty="0" smtClean="0"/>
              <a:t> </a:t>
            </a:r>
            <a:r>
              <a:rPr lang="fr-FR" sz="4000" dirty="0" err="1" smtClean="0"/>
              <a:t>any</a:t>
            </a:r>
            <a:r>
              <a:rPr lang="fr-FR" sz="4000" dirty="0" smtClean="0"/>
              <a:t> good </a:t>
            </a:r>
            <a:r>
              <a:rPr lang="fr-FR" sz="4000" dirty="0" err="1" smtClean="0"/>
              <a:t>thing</a:t>
            </a:r>
            <a:r>
              <a:rPr lang="fr-FR" sz="4000" dirty="0" smtClean="0"/>
              <a:t> 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Pont :
6-  QUI PEUT SE TENIR CONTRE NOUS ? </a:t>
            </a:r>
          </a:p>
          <a:p>
            <a:pPr>
              <a:defRPr/>
            </a:pPr>
            <a:r>
              <a:rPr lang="fr-FR" sz="4000" dirty="0" err="1" smtClean="0"/>
              <a:t>Who</a:t>
            </a:r>
            <a:r>
              <a:rPr lang="fr-FR" sz="4000" dirty="0" smtClean="0"/>
              <a:t> </a:t>
            </a:r>
            <a:r>
              <a:rPr lang="fr-FR" sz="4000" dirty="0" err="1" smtClean="0"/>
              <a:t>can</a:t>
            </a:r>
            <a:r>
              <a:rPr lang="fr-FR" sz="4000" dirty="0" smtClean="0"/>
              <a:t> stand </a:t>
            </a:r>
            <a:r>
              <a:rPr lang="fr-FR" sz="4000" dirty="0" err="1" smtClean="0"/>
              <a:t>against</a:t>
            </a:r>
            <a:r>
              <a:rPr lang="fr-FR" sz="4000" dirty="0" smtClean="0"/>
              <a:t> us?</a:t>
            </a:r>
          </a:p>
          <a:p>
            <a:pPr>
              <a:defRPr/>
            </a:pPr>
            <a:r>
              <a:rPr lang="fr-FR" sz="4000" dirty="0" smtClean="0"/>
              <a:t>7-  QUI ? QUAND DIEU EST POUR NOUS !</a:t>
            </a:r>
          </a:p>
          <a:p>
            <a:pPr>
              <a:defRPr/>
            </a:pPr>
            <a:r>
              <a:rPr lang="fr-FR" sz="4000" dirty="0" err="1" smtClean="0"/>
              <a:t>Who</a:t>
            </a:r>
            <a:r>
              <a:rPr lang="fr-FR" sz="4000" dirty="0" smtClean="0"/>
              <a:t>? </a:t>
            </a:r>
            <a:r>
              <a:rPr lang="fr-FR" sz="4000" dirty="0" err="1" smtClean="0"/>
              <a:t>When</a:t>
            </a:r>
            <a:r>
              <a:rPr lang="fr-FR" sz="4000" dirty="0" smtClean="0"/>
              <a:t> </a:t>
            </a:r>
            <a:r>
              <a:rPr lang="fr-FR" sz="4000" dirty="0" err="1" smtClean="0"/>
              <a:t>God</a:t>
            </a:r>
            <a:r>
              <a:rPr lang="fr-FR" sz="4000" dirty="0" smtClean="0"/>
              <a:t> </a:t>
            </a:r>
            <a:r>
              <a:rPr lang="fr-FR" sz="4000" dirty="0" err="1" smtClean="0"/>
              <a:t>is</a:t>
            </a:r>
            <a:r>
              <a:rPr lang="fr-FR" sz="4000" dirty="0" smtClean="0"/>
              <a:t> for us! 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z="4000" dirty="0" smtClean="0"/>
              <a:t>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want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lack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do </a:t>
            </a:r>
            <a:r>
              <a:rPr lang="fr-FR" sz="4000" dirty="0" err="1" smtClean="0"/>
              <a:t>without</a:t>
            </a:r>
            <a:r>
              <a:rPr lang="fr-FR" sz="4000" dirty="0" smtClean="0"/>
              <a:t> </a:t>
            </a:r>
            <a:r>
              <a:rPr lang="fr-FR" sz="4000" dirty="0" err="1" smtClean="0"/>
              <a:t>any</a:t>
            </a:r>
            <a:r>
              <a:rPr lang="fr-FR" sz="4000" dirty="0" smtClean="0"/>
              <a:t> good </a:t>
            </a:r>
            <a:r>
              <a:rPr lang="fr-FR" sz="4000" dirty="0" err="1" smtClean="0"/>
              <a:t>thing</a:t>
            </a:r>
            <a:r>
              <a:rPr lang="fr-FR" sz="4000" dirty="0" smtClean="0"/>
              <a:t> 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9-  ET MÊME SI JE PASSE PAR LA VALLÉE DE L’OMBRE DE LA MORT</a:t>
            </a:r>
          </a:p>
          <a:p>
            <a:pPr>
              <a:defRPr/>
            </a:pPr>
            <a:r>
              <a:rPr lang="fr-FR" sz="4000" dirty="0" err="1" smtClean="0"/>
              <a:t>Through</a:t>
            </a:r>
            <a:r>
              <a:rPr lang="fr-FR" sz="4000" dirty="0" smtClean="0"/>
              <a:t> the </a:t>
            </a:r>
            <a:r>
              <a:rPr lang="fr-FR" sz="4000" dirty="0" err="1" smtClean="0"/>
              <a:t>valley</a:t>
            </a:r>
            <a:r>
              <a:rPr lang="fr-FR" sz="4000" dirty="0" smtClean="0"/>
              <a:t> the </a:t>
            </a:r>
            <a:r>
              <a:rPr lang="fr-FR" sz="4000" dirty="0" err="1" smtClean="0"/>
              <a:t>shadow</a:t>
            </a:r>
            <a:r>
              <a:rPr lang="fr-FR" sz="4000" dirty="0" smtClean="0"/>
              <a:t> of </a:t>
            </a:r>
            <a:r>
              <a:rPr lang="fr-FR" sz="4000" dirty="0" err="1" smtClean="0"/>
              <a:t>death</a:t>
            </a: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 
10-  JE NE CRAINDRAI AUCUN MAL PARCE QUE TU ES MA FORCE</a:t>
            </a:r>
          </a:p>
          <a:p>
            <a:pPr>
              <a:defRPr/>
            </a:pPr>
            <a:r>
              <a:rPr lang="fr-FR" sz="4000" dirty="0" smtClean="0"/>
              <a:t>I </a:t>
            </a:r>
            <a:r>
              <a:rPr lang="fr-FR" sz="4000" dirty="0" err="1" smtClean="0"/>
              <a:t>will</a:t>
            </a:r>
            <a:r>
              <a:rPr lang="fr-FR" sz="4000" dirty="0" smtClean="0"/>
              <a:t> not </a:t>
            </a:r>
            <a:r>
              <a:rPr lang="fr-FR" sz="4000" dirty="0" err="1" smtClean="0"/>
              <a:t>fear</a:t>
            </a:r>
            <a:r>
              <a:rPr lang="fr-FR" sz="4000" dirty="0" smtClean="0"/>
              <a:t>, </a:t>
            </a:r>
            <a:r>
              <a:rPr lang="fr-FR" sz="4000" dirty="0" err="1" smtClean="0"/>
              <a:t>any</a:t>
            </a:r>
            <a:r>
              <a:rPr lang="fr-FR" sz="4000" dirty="0" smtClean="0"/>
              <a:t> </a:t>
            </a:r>
            <a:r>
              <a:rPr lang="fr-FR" sz="4000" dirty="0" err="1" smtClean="0"/>
              <a:t>evil</a:t>
            </a:r>
            <a:r>
              <a:rPr lang="fr-FR" sz="4000" dirty="0" smtClean="0"/>
              <a:t> for </a:t>
            </a:r>
            <a:r>
              <a:rPr lang="fr-FR" sz="4000" dirty="0" err="1" smtClean="0"/>
              <a:t>you</a:t>
            </a:r>
            <a:r>
              <a:rPr lang="fr-FR" sz="4000" dirty="0" smtClean="0"/>
              <a:t> are </a:t>
            </a:r>
            <a:r>
              <a:rPr lang="fr-FR" sz="4000" dirty="0" err="1" smtClean="0"/>
              <a:t>my</a:t>
            </a:r>
            <a:r>
              <a:rPr lang="fr-FR" sz="4000" dirty="0" smtClean="0"/>
              <a:t> </a:t>
            </a:r>
            <a:r>
              <a:rPr lang="fr-FR" sz="4000" dirty="0" err="1" smtClean="0"/>
              <a:t>strength</a:t>
            </a: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z="4000" dirty="0" smtClean="0"/>
              <a:t>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want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</a:t>
            </a:r>
            <a:r>
              <a:rPr lang="fr-FR" sz="4000" dirty="0" err="1" smtClean="0"/>
              <a:t>lack</a:t>
            </a:r>
            <a:r>
              <a:rPr lang="fr-FR" sz="4000" dirty="0" smtClean="0"/>
              <a:t> I </a:t>
            </a:r>
            <a:r>
              <a:rPr lang="fr-FR" sz="4000" dirty="0" err="1" smtClean="0"/>
              <a:t>shall</a:t>
            </a:r>
            <a:r>
              <a:rPr lang="fr-FR" sz="4000" dirty="0" smtClean="0"/>
              <a:t> not do </a:t>
            </a:r>
            <a:r>
              <a:rPr lang="fr-FR" sz="4000" dirty="0" err="1" smtClean="0"/>
              <a:t>without</a:t>
            </a:r>
            <a:r>
              <a:rPr lang="fr-FR" sz="4000" dirty="0" smtClean="0"/>
              <a:t> </a:t>
            </a:r>
            <a:r>
              <a:rPr lang="fr-FR" sz="4000" dirty="0" err="1" smtClean="0"/>
              <a:t>any</a:t>
            </a:r>
            <a:r>
              <a:rPr lang="fr-FR" sz="4000" dirty="0" smtClean="0"/>
              <a:t> good </a:t>
            </a:r>
            <a:r>
              <a:rPr lang="fr-FR" sz="4000" dirty="0" err="1" smtClean="0"/>
              <a:t>thing</a:t>
            </a:r>
            <a:r>
              <a:rPr lang="fr-FR" sz="4000" dirty="0" smtClean="0"/>
              <a:t> 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12- QUAND DIEU EST POUR NOUS ! AMEN !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********* TIS SO SWEET **********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z="4000" dirty="0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z="4000" dirty="0" smtClean="0"/>
              <a:t>	16-  JÉSUS, JÉSUS, PRÉCIEUX JÉSUS ! FAIS-MOI GRÂCE DE PLUS DE FOI !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17-  J’AI APPRIS À ME CONFIER EN LUI JÉSUS, SAUVEUR ET AMI</a:t>
            </a:r>
          </a:p>
          <a:p>
            <a:pPr>
              <a:defRPr/>
            </a:pPr>
            <a:r>
              <a:rPr lang="fr-FR" sz="4000" dirty="0" smtClean="0"/>
              <a:t>18-  JE SAIS QUE TU ES AVEC MOI ET JUSQU’AU BOUT TU LE SERAS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r>
              <a:rPr lang="fr-FR" sz="4000" dirty="0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z="4000" dirty="0" smtClean="0"/>
              <a:t>	20-  JÉSUS, JÉSUS, PRÉCIEUX JÉSUS ! FAIS-MOI GRÂCE DE PLUS DE FOI !</a:t>
            </a:r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  <a:p>
            <a:pPr>
              <a:defRPr/>
            </a:pPr>
            <a:endParaRPr lang="fr-FR" sz="4000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1-  L’ÉTERNEL EST MON BERGER  JE NE MANQUERAI DE RIEN  x2</a:t>
            </a:r>
          </a:p>
          <a:p>
            <a:r>
              <a:rPr lang="fr-FR" altLang="fr-FR" sz="1200" smtClean="0"/>
              <a:t> The Lord is My Shepherd And I shall not want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2-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3-  IL ME FAIT REPOSER DANS DE VERTS PÂTURAGES </a:t>
            </a:r>
          </a:p>
          <a:p>
            <a:r>
              <a:rPr lang="fr-FR" altLang="fr-FR" sz="1200" smtClean="0"/>
              <a:t>He makes me to lie down in green pastures</a:t>
            </a:r>
          </a:p>
          <a:p>
            <a:r>
              <a:rPr lang="fr-FR" altLang="fr-FR" sz="1200" smtClean="0"/>
              <a:t>4-  ET ME CONDUIT TOUT PRÈS DES EAUX PAISIBLES </a:t>
            </a:r>
          </a:p>
          <a:p>
            <a:r>
              <a:rPr lang="fr-FR" altLang="fr-FR" sz="1200" smtClean="0"/>
              <a:t>He leads me beside the still waters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	5-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Pont :
6-  QUI PEUT SE TENIR CONTRE NOUS ? </a:t>
            </a:r>
          </a:p>
          <a:p>
            <a:r>
              <a:rPr lang="fr-FR" altLang="fr-FR" sz="1200" smtClean="0"/>
              <a:t>Who can stand against us?</a:t>
            </a:r>
          </a:p>
          <a:p>
            <a:r>
              <a:rPr lang="fr-FR" altLang="fr-FR" sz="1200" smtClean="0"/>
              <a:t>7-  QUI ? QUAND DIEU EST POUR NOUS !</a:t>
            </a:r>
          </a:p>
          <a:p>
            <a:r>
              <a:rPr lang="fr-FR" altLang="fr-FR" sz="1200" smtClean="0"/>
              <a:t>Who? When God is for us! 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8-  JE NE MANQUERAI JAMAIS DE RIEN ET JE NE SERAI PRIVÉE D’AUCUN BIEN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9-  ET MÊME SI JE PASSE PAR LA VALLÉE DE L’OMBRE DE LA MORT</a:t>
            </a:r>
          </a:p>
          <a:p>
            <a:r>
              <a:rPr lang="fr-FR" altLang="fr-FR" sz="1200" smtClean="0"/>
              <a:t>Through the valley the shadow of death</a:t>
            </a:r>
          </a:p>
          <a:p>
            <a:r>
              <a:rPr lang="fr-FR" altLang="fr-FR" sz="1200" smtClean="0"/>
              <a:t> 
10-  JE NE CRAINDRAI AUCUN MAL PARCE QUE TU ES MA FORCE</a:t>
            </a:r>
          </a:p>
          <a:p>
            <a:r>
              <a:rPr lang="fr-FR" altLang="fr-FR" sz="1200" smtClean="0"/>
              <a:t>I will not fear, any evil for you are my strength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 
	11-  JE NE MANQUERAI JAMAIS DE RIEN ET JE NE SERAI PRIVÉE D’AUCUN BIEN  x2</a:t>
            </a:r>
          </a:p>
          <a:p>
            <a:r>
              <a:rPr lang="fr-FR" altLang="fr-FR" sz="1200" smtClean="0"/>
              <a:t>I shall not want I shall not lack I shall not do without any good thing 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r>
              <a:rPr lang="fr-FR" altLang="fr-FR" sz="1200" smtClean="0"/>
              <a:t>12- QUAND DIEU EST POUR NOUS ! AMEN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********* TIS SO SWEET **********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13-  QU’IL EST BON DE CROIRE EN JÉSUS JUSTE CROIRE EN SA PAROLE</a:t>
            </a:r>
          </a:p>
          <a:p>
            <a:r>
              <a:rPr lang="fr-FR" altLang="fr-FR" sz="1200" smtClean="0"/>
              <a:t>14-  SE REPOSER SUR SES PROMESSES SAVOIR QU’« AINSI DIT LE SEIGNEUR ! »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15-  JÉSUS, JÉSUS, J’AI FOI EN LUI SI FIDÈLE IL FUT POUR MOI</a:t>
            </a:r>
          </a:p>
          <a:p>
            <a:r>
              <a:rPr lang="fr-FR" altLang="fr-FR" sz="1200" smtClean="0"/>
              <a:t>	16-  JÉSUS, JÉSUS, PRÉCIEUX JÉSUS ! FAIS-MOI GRÂCE DE PLUS DE FOI !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17-  J’AI APPRIS À ME CONFIER EN LUI JÉSUS, SAUVEUR ET AMI</a:t>
            </a:r>
          </a:p>
          <a:p>
            <a:r>
              <a:rPr lang="fr-FR" altLang="fr-FR" sz="1200" smtClean="0"/>
              <a:t>18-  JE SAIS QUE TU ES AVEC MOI ET JUSQU’AU BOUT TU LE SERAS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19-  JÉSUS, JÉSUS, J’AI FOI EN LUI SI FIDÈLE IL FUT POUR MOI</a:t>
            </a:r>
          </a:p>
          <a:p>
            <a:r>
              <a:rPr lang="fr-FR" altLang="fr-FR" sz="1200" smtClean="0"/>
              <a:t>	20-  JÉSUS, JÉSUS, PRÉCIEUX JÉSUS ! FAIS-MOI GRÂCE DE PLUS DE FOI !</a:t>
            </a:r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The Lord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Shepherd And 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want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lack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do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good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makes</a:t>
            </a:r>
            <a:r>
              <a:rPr lang="fr-FR" dirty="0" smtClean="0"/>
              <a:t> me to lie down in green </a:t>
            </a:r>
            <a:r>
              <a:rPr lang="fr-FR" dirty="0" err="1" smtClean="0"/>
              <a:t>pastures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leads me </a:t>
            </a:r>
            <a:r>
              <a:rPr lang="fr-FR" dirty="0" err="1" smtClean="0"/>
              <a:t>beside</a:t>
            </a:r>
            <a:r>
              <a:rPr lang="fr-FR" dirty="0" smtClean="0"/>
              <a:t> the </a:t>
            </a:r>
            <a:r>
              <a:rPr lang="fr-FR" dirty="0" err="1" smtClean="0"/>
              <a:t>still</a:t>
            </a:r>
            <a:r>
              <a:rPr lang="fr-FR" dirty="0" smtClean="0"/>
              <a:t>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want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lack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do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good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r>
              <a:rPr lang="fr-FR" dirty="0" smtClean="0"/>
              <a:t>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?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want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lack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do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good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valley</a:t>
            </a:r>
            <a:r>
              <a:rPr lang="fr-FR" dirty="0" smtClean="0"/>
              <a:t> the </a:t>
            </a:r>
            <a:r>
              <a:rPr lang="fr-FR" dirty="0" err="1" smtClean="0"/>
              <a:t>shadow</a:t>
            </a:r>
            <a:r>
              <a:rPr lang="fr-FR" dirty="0" smtClean="0"/>
              <a:t> of </a:t>
            </a:r>
            <a:r>
              <a:rPr lang="fr-FR" dirty="0" err="1" smtClean="0"/>
              <a:t>death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not </a:t>
            </a:r>
            <a:r>
              <a:rPr lang="fr-FR" dirty="0" err="1" smtClean="0"/>
              <a:t>fear</a:t>
            </a:r>
            <a:r>
              <a:rPr lang="fr-FR" dirty="0" smtClean="0"/>
              <a:t>,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evil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want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</a:t>
            </a:r>
            <a:r>
              <a:rPr lang="fr-FR" dirty="0" err="1" smtClean="0"/>
              <a:t>lack</a:t>
            </a:r>
            <a:r>
              <a:rPr lang="fr-FR" dirty="0" smtClean="0"/>
              <a:t> I </a:t>
            </a:r>
            <a:r>
              <a:rPr lang="fr-FR" dirty="0" err="1" smtClean="0"/>
              <a:t>shall</a:t>
            </a:r>
            <a:r>
              <a:rPr lang="fr-FR" dirty="0" smtClean="0"/>
              <a:t> not do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good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03371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8460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08289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91642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6760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89721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1426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L’ÉTERNEL EST MON BERGER  JE NE MANQUERAI DE RIEN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The Lord is My Shepherd And I shall not want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ME FAIT REPOSER DANS DE VERTS PÂTURAGES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makes me to lie down in green pastures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ME CONDUIT TOUT PRÈS DES EAUX PAISIBLES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leads me beside the still waters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6-  QUI PEUT SE TENIR CONTRE NOUS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can stand against us?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? QUAND DIEU EST POUR NOUS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Who? When God is for us!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SI JE PASSE PAR LA VALLÉE DE L’OMBRE DE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Through the valley the shadow of death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10-  JE NE CRAINDRAI AUCUN MAL PARCE QUE TU ES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not fear, any evil for you are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QUAND DIEU EST POUR NOUS ! AMEN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 TIS SO SWEET 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QU’IL EST BON DE CROIRE EN JÉSUS JUSTE CROIRE EN SA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J’AI APPRIS À ME CONFIER EN LUI JÉSUS, SAUVEUR ET AMI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TU ES AVEC MOI ET JUSQU’AU BOUT TU LE SERAS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JÉSUS, JÉSUS, J’AI FOI EN LUI SI FIDÈLE IL FUT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L’ÉTERNEL EST MON BERGER  JE NE MANQUERAI DE RIEN  x2</a:t>
            </a:r>
          </a:p>
          <a:p>
            <a:pPr>
              <a:defRPr/>
            </a:pPr>
            <a:r>
              <a:rPr lang="fr-FR" smtClean="0"/>
              <a:t> The Lord is My Shepherd And I shall not want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IL ME FAIT REPOSER DANS DE VERTS PÂTURAGES </a:t>
            </a:r>
          </a:p>
          <a:p>
            <a:pPr>
              <a:defRPr/>
            </a:pPr>
            <a:r>
              <a:rPr lang="fr-FR" smtClean="0"/>
              <a:t>He makes me to lie down in green pastures</a:t>
            </a:r>
          </a:p>
          <a:p>
            <a:pPr>
              <a:defRPr/>
            </a:pPr>
            <a:r>
              <a:rPr lang="fr-FR" smtClean="0"/>
              <a:t>4-  ET ME CONDUIT TOUT PRÈS DES EAUX PAISIBLES </a:t>
            </a:r>
          </a:p>
          <a:p>
            <a:pPr>
              <a:defRPr/>
            </a:pPr>
            <a:r>
              <a:rPr lang="fr-FR" smtClean="0"/>
              <a:t>He leads me beside the still waters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6-  QUI PEUT SE TENIR CONTRE NOUS ? </a:t>
            </a:r>
          </a:p>
          <a:p>
            <a:pPr>
              <a:defRPr/>
            </a:pPr>
            <a:r>
              <a:rPr lang="fr-FR" smtClean="0"/>
              <a:t>Who can stand against us?</a:t>
            </a:r>
          </a:p>
          <a:p>
            <a:pPr>
              <a:defRPr/>
            </a:pPr>
            <a:r>
              <a:rPr lang="fr-FR" smtClean="0"/>
              <a:t>7-  QUI ? QUAND DIEU EST POUR NOUS !</a:t>
            </a:r>
          </a:p>
          <a:p>
            <a:pPr>
              <a:defRPr/>
            </a:pPr>
            <a:r>
              <a:rPr lang="fr-FR" smtClean="0"/>
              <a:t>Who? When God is for us!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JE NE MANQUERAI JAMAIS DE RIEN ET JE NE SERAI PRIVÉE D’AUCUN BIEN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ET MÊME SI JE PASSE PAR LA VALLÉE DE L’OMBRE DE LA MORT</a:t>
            </a:r>
          </a:p>
          <a:p>
            <a:pPr>
              <a:defRPr/>
            </a:pPr>
            <a:r>
              <a:rPr lang="fr-FR" smtClean="0"/>
              <a:t>Through the valley the shadow of death</a:t>
            </a:r>
          </a:p>
          <a:p>
            <a:pPr>
              <a:defRPr/>
            </a:pPr>
            <a:r>
              <a:rPr lang="fr-FR" smtClean="0"/>
              <a:t> 
10-  JE NE CRAINDRAI AUCUN MAL PARCE QUE TU ES MA FORCE</a:t>
            </a:r>
          </a:p>
          <a:p>
            <a:pPr>
              <a:defRPr/>
            </a:pPr>
            <a:r>
              <a:rPr lang="fr-FR" smtClean="0"/>
              <a:t>I will not fear, any evil for you are my strength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
	11-  JE NE MANQUERAI JAMAIS DE RIEN ET JE NE SERAI PRIVÉE D’AUCUN BIEN  x2</a:t>
            </a:r>
          </a:p>
          <a:p>
            <a:pPr>
              <a:defRPr/>
            </a:pPr>
            <a:r>
              <a:rPr lang="fr-FR" smtClean="0"/>
              <a:t>I shall not want I shall not lack I shall not do without any good thing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QUAND DIEU EST POUR NOUS ! AMEN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 TIS SO SWEET 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QU’IL EST BON DE CROIRE EN JÉSUS JUSTE CROIRE EN SA PAROLE</a:t>
            </a:r>
          </a:p>
          <a:p>
            <a:pPr>
              <a:defRPr/>
            </a:pPr>
            <a:r>
              <a:rPr lang="fr-FR" smtClean="0"/>
              <a:t>14-  SE REPOSER SUR SES PROMESSES SAVOIR QU’« AINSI DIT LE SEIGNEUR ! »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15-  JÉSUS, JÉSUS, J’AI FOI EN LUI SI FIDÈLE IL FUT POUR MOI</a:t>
            </a:r>
          </a:p>
          <a:p>
            <a:pPr>
              <a:defRPr/>
            </a:pPr>
            <a:r>
              <a:rPr lang="fr-FR" smtClean="0"/>
              <a:t>	16-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J’AI APPRIS À ME CONFIER EN LUI JÉSUS, SAUVEUR ET AMI</a:t>
            </a:r>
          </a:p>
          <a:p>
            <a:pPr>
              <a:defRPr/>
            </a:pPr>
            <a:r>
              <a:rPr lang="fr-FR" smtClean="0"/>
              <a:t>18-  JE SAIS QUE TU ES AVEC MOI ET JUSQU’AU BOUT TU LE SERAS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JÉSUS, JÉSUS, J’AI FOI EN LUI SI FIDÈLE IL FUT POUR MOI</a:t>
            </a:r>
          </a:p>
          <a:p>
            <a:pPr>
              <a:defRPr/>
            </a:pPr>
            <a:r>
              <a:rPr lang="fr-FR" smtClean="0"/>
              <a:t>	20-  JÉSUS, JÉSUS, PRÉCIEUX JÉSUS ! FAIS-MOI GRÂCE DE PLUS DE FOI 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5723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7D729D-DFEB-420E-BDD6-119BCCBD844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07599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A7704-DE74-46B3-8071-82F93F0ECB8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36958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D480C-F377-4C86-94D7-170EEC438AD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30350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30679-56F3-45D8-B7BF-326F11194B1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58360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DB96D-DAA3-44B1-B99C-2B656AB1F3A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46128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9807C-57CA-4BA7-A679-6DF32F91CAB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49318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53160-100C-4253-96C1-4FFCFDA63F8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11535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3FF1-04C7-409B-A05B-B8FEBF70327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615937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1BA58-F6AC-4B32-A85C-F52CAE28998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73704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6C84C-0066-4409-B00C-5344121AABD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00305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93CC3-8966-4CCB-853E-660ED380E70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40997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F792E0D-D772-4004-A461-D6E37D2B5FC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L’ÉTERNEL EST MON BERGER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MANQUERAI DE RIEN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MANQUERAI JAMAIS DE RIEN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NE SERAI PRIVÉE D’AUCUN BIEN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FAIT REPOSER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DE VERTS PÂTURAGES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ME CONDUIT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PRÈS DES EAUX PAISIBLES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MANQUERAI JAMAIS DE RIEN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NE SERAI PRIVÉE D’AUCUN BIEN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?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 SE TENIR CONTRE NOUS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?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DIEU EST POUR NOUS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MANQUERAI JAMAIS DE RIEN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NE SERAI PRIVÉE D’AUCUN BIEN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SI JE PASSE PAR LA VALLÉE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L’OMBRE DE LA MORT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CRAINDRAI AUCUN MAL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TU ES MA FORCE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MANQUERAI JAMAIS DE RIEN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NE SERAI PRIVÉE D’AUCUN BIEN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DIEU EST POUR NOUS !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AMEN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EST BON DE CROIRE EN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CROIRE EN SA PAROLE</a:t>
            </a:r>
          </a:p>
        </p:txBody>
      </p:sp>
    </p:spTree>
    <p:extLst>
      <p:ext uri="{BB962C8B-B14F-4D97-AF65-F5344CB8AC3E}">
        <p14:creationId xmlns:p14="http://schemas.microsoft.com/office/powerpoint/2010/main" val="158865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4149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REPOSER SUR SES PROMESSES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SAVOIR QU’« AINSI DIT LE SEIGNEUR ! »</a:t>
            </a:r>
          </a:p>
        </p:txBody>
      </p:sp>
    </p:spTree>
    <p:extLst>
      <p:ext uri="{BB962C8B-B14F-4D97-AF65-F5344CB8AC3E}">
        <p14:creationId xmlns:p14="http://schemas.microsoft.com/office/powerpoint/2010/main" val="92701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J’AI FOI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FIDÈLE IL FUT POUR MOI</a:t>
            </a:r>
          </a:p>
        </p:txBody>
      </p:sp>
    </p:spTree>
    <p:extLst>
      <p:ext uri="{BB962C8B-B14F-4D97-AF65-F5344CB8AC3E}">
        <p14:creationId xmlns:p14="http://schemas.microsoft.com/office/powerpoint/2010/main" val="369268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PRÉCIEUX JÉSUS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FAIS-MOI GRÂCE DE PLUS DE FOI !</a:t>
            </a:r>
          </a:p>
        </p:txBody>
      </p:sp>
    </p:spTree>
    <p:extLst>
      <p:ext uri="{BB962C8B-B14F-4D97-AF65-F5344CB8AC3E}">
        <p14:creationId xmlns:p14="http://schemas.microsoft.com/office/powerpoint/2010/main" val="367599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APPRIS À ME CONFIER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SAUVEUR ET AMI</a:t>
            </a:r>
          </a:p>
        </p:txBody>
      </p:sp>
    </p:spTree>
    <p:extLst>
      <p:ext uri="{BB962C8B-B14F-4D97-AF65-F5344CB8AC3E}">
        <p14:creationId xmlns:p14="http://schemas.microsoft.com/office/powerpoint/2010/main" val="239738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ES AVEC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JUSQU’AU BOUT TU LE SERAS</a:t>
            </a:r>
          </a:p>
        </p:txBody>
      </p:sp>
    </p:spTree>
    <p:extLst>
      <p:ext uri="{BB962C8B-B14F-4D97-AF65-F5344CB8AC3E}">
        <p14:creationId xmlns:p14="http://schemas.microsoft.com/office/powerpoint/2010/main" val="124707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J’AI FOI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FIDÈLE IL FUT POUR MOI</a:t>
            </a:r>
          </a:p>
        </p:txBody>
      </p:sp>
    </p:spTree>
    <p:extLst>
      <p:ext uri="{BB962C8B-B14F-4D97-AF65-F5344CB8AC3E}">
        <p14:creationId xmlns:p14="http://schemas.microsoft.com/office/powerpoint/2010/main" val="334369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PRÉCIEUX JÉSUS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FAIS-MOI GRÂCE DE PLUS DE FOI !</a:t>
            </a:r>
          </a:p>
        </p:txBody>
      </p:sp>
    </p:spTree>
    <p:extLst>
      <p:ext uri="{BB962C8B-B14F-4D97-AF65-F5344CB8AC3E}">
        <p14:creationId xmlns:p14="http://schemas.microsoft.com/office/powerpoint/2010/main" val="245586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1061</Words>
  <Application>Microsoft Office PowerPoint</Application>
  <PresentationFormat>Affichage à l'écran (4:3)</PresentationFormat>
  <Paragraphs>2072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QU’IL EST BON DE CROIRE EN JÉSUS JUSTE CROIRE EN SA PAROLE</vt:lpstr>
      <vt:lpstr>SE REPOSER SUR SES PROMESSES SAVOIR QU’« AINSI DIT LE SEIGNEUR ! »</vt:lpstr>
      <vt:lpstr>JÉSUS, JÉSUS, J’AI FOI EN LUI SI FIDÈLE IL FUT POUR MOI</vt:lpstr>
      <vt:lpstr>JÉSUS, JÉSUS, PRÉCIEUX JÉSUS ! FAIS-MOI GRÂCE DE PLUS DE FOI !</vt:lpstr>
      <vt:lpstr>J’AI APPRIS À ME CONFIER EN LUI JÉSUS, SAUVEUR ET AMI</vt:lpstr>
      <vt:lpstr>JE SAIS QUE TU ES AVEC MOI ET JUSQU’AU BOUT TU LE SERAS</vt:lpstr>
      <vt:lpstr>JÉSUS, JÉSUS, J’AI FOI EN LUI SI FIDÈLE IL FUT POUR MOI</vt:lpstr>
      <vt:lpstr>JÉSUS, JÉSUS, PRÉCIEUX JÉSUS ! FAIS-MOI GRÂCE DE PLUS DE FOI !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163</cp:revision>
  <dcterms:created xsi:type="dcterms:W3CDTF">2002-08-17T10:50:50Z</dcterms:created>
  <dcterms:modified xsi:type="dcterms:W3CDTF">2018-09-29T21:50:16Z</dcterms:modified>
</cp:coreProperties>
</file>