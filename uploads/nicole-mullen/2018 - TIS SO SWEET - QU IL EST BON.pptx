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32500" autoAdjust="0"/>
  </p:normalViewPr>
  <p:slideViewPr>
    <p:cSldViewPr>
      <p:cViewPr>
        <p:scale>
          <a:sx n="48" d="100"/>
          <a:sy n="48" d="100"/>
        </p:scale>
        <p:origin x="-66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48F07F5B-41B2-44A6-9253-5F0AA233511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01004975-9F75-4568-8D68-673A7BA91CF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QU’IL EST BON DE CROIRE EN JÉSUS JUSTE CROIRE EN SA PAROLE</a:t>
            </a:r>
          </a:p>
          <a:p>
            <a:pPr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JÉSUS, JÉSUS, J’AI FOI EN LUI SI FIDÈLE IL FUT POUR MOI</a:t>
            </a:r>
          </a:p>
          <a:p>
            <a:pPr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J’AI APPRIS À ME CONFIER EN LUI JÉSUS, SAUVEUR ET AMI</a:t>
            </a:r>
          </a:p>
          <a:p>
            <a:pPr>
              <a:defRPr/>
            </a:pPr>
            <a:r>
              <a:rPr lang="fr-FR" smtClean="0"/>
              <a:t>6-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JÉSUS, JÉSUS, J’AI FOI EN LUI SI FIDÈLE IL FUT POUR MOI</a:t>
            </a:r>
          </a:p>
          <a:p>
            <a:pPr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QU’IL EST BON DE CROIRE EN JÉSUS JUSTE CROIRE EN SA PAROLE</a:t>
            </a:r>
          </a:p>
          <a:p>
            <a:pPr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JÉSUS, JÉSUS, J’AI FOI EN LUI SI FIDÈLE IL FUT POUR MOI</a:t>
            </a:r>
          </a:p>
          <a:p>
            <a:pPr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J’AI APPRIS À ME CONFIER EN LUI JÉSUS, SAUVEUR ET AMI</a:t>
            </a:r>
          </a:p>
          <a:p>
            <a:pPr>
              <a:defRPr/>
            </a:pPr>
            <a:r>
              <a:rPr lang="fr-FR" smtClean="0"/>
              <a:t>6-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JÉSUS, JÉSUS, J’AI FOI EN LUI SI FIDÈLE IL FUT POUR MOI</a:t>
            </a:r>
          </a:p>
          <a:p>
            <a:pPr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QU’IL EST BON DE CROIRE EN JÉSUS JUSTE CROIRE EN SA PAROLE</a:t>
            </a:r>
          </a:p>
          <a:p>
            <a:pPr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JÉSUS, JÉSUS, J’AI FOI EN LUI SI FIDÈLE IL FUT POUR MOI</a:t>
            </a:r>
          </a:p>
          <a:p>
            <a:pPr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J’AI APPRIS À ME CONFIER EN LUI JÉSUS, SAUVEUR ET AMI</a:t>
            </a:r>
          </a:p>
          <a:p>
            <a:pPr>
              <a:defRPr/>
            </a:pPr>
            <a:r>
              <a:rPr lang="fr-FR" smtClean="0"/>
              <a:t>6-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JÉSUS, JÉSUS, J’AI FOI EN LUI SI FIDÈLE IL FUT POUR MOI</a:t>
            </a:r>
          </a:p>
          <a:p>
            <a:pPr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QU’IL EST BON DE CROIRE EN JÉSUS JUSTE CROIRE EN SA PAROLE</a:t>
            </a:r>
          </a:p>
          <a:p>
            <a:pPr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JÉSUS, JÉSUS, J’AI FOI EN LUI SI FIDÈLE IL FUT POUR MOI</a:t>
            </a:r>
          </a:p>
          <a:p>
            <a:pPr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J’AI APPRIS À ME CONFIER EN LUI JÉSUS, SAUVEUR ET AMI</a:t>
            </a:r>
          </a:p>
          <a:p>
            <a:pPr>
              <a:defRPr/>
            </a:pPr>
            <a:r>
              <a:rPr lang="fr-FR" smtClean="0"/>
              <a:t>6-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JÉSUS, JÉSUS, J’AI FOI EN LUI SI FIDÈLE IL FUT POUR MOI</a:t>
            </a:r>
          </a:p>
          <a:p>
            <a:pPr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QU’IL EST BON DE CROIRE EN JÉSUS JUSTE CROIRE EN SA PAROLE</a:t>
            </a:r>
          </a:p>
          <a:p>
            <a:pPr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JÉSUS, JÉSUS, J’AI FOI EN LUI SI FIDÈLE IL FUT POUR MOI</a:t>
            </a:r>
          </a:p>
          <a:p>
            <a:pPr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J’AI APPRIS À ME CONFIER EN LUI JÉSUS, SAUVEUR ET AMI</a:t>
            </a:r>
          </a:p>
          <a:p>
            <a:pPr>
              <a:defRPr/>
            </a:pPr>
            <a:r>
              <a:rPr lang="fr-FR" smtClean="0"/>
              <a:t>6-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JÉSUS, JÉSUS, J’AI FOI EN LUI SI FIDÈLE IL FUT POUR MOI</a:t>
            </a:r>
          </a:p>
          <a:p>
            <a:pPr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QU’IL EST BON DE CROIRE EN JÉSUS JUSTE CROIRE EN SA PAROLE</a:t>
            </a:r>
          </a:p>
          <a:p>
            <a:pPr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JÉSUS, JÉSUS, J’AI FOI EN LUI SI FIDÈLE IL FUT POUR MOI</a:t>
            </a:r>
          </a:p>
          <a:p>
            <a:pPr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J’AI APPRIS À ME CONFIER EN LUI JÉSUS, SAUVEUR ET AMI</a:t>
            </a:r>
          </a:p>
          <a:p>
            <a:pPr>
              <a:defRPr/>
            </a:pPr>
            <a:r>
              <a:rPr lang="fr-FR" smtClean="0"/>
              <a:t>6-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JÉSUS, JÉSUS, J’AI FOI EN LUI SI FIDÈLE IL FUT POUR MOI</a:t>
            </a:r>
          </a:p>
          <a:p>
            <a:pPr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QU’IL EST BON DE CROIRE EN JÉSUS JUSTE CROIRE EN SA PAROLE</a:t>
            </a:r>
          </a:p>
          <a:p>
            <a:pPr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JÉSUS, JÉSUS, J’AI FOI EN LUI SI FIDÈLE IL FUT POUR MOI</a:t>
            </a:r>
          </a:p>
          <a:p>
            <a:pPr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J’AI APPRIS À ME CONFIER EN LUI JÉSUS, SAUVEUR ET AMI</a:t>
            </a:r>
          </a:p>
          <a:p>
            <a:pPr>
              <a:defRPr/>
            </a:pPr>
            <a:r>
              <a:rPr lang="fr-FR" smtClean="0"/>
              <a:t>6-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JÉSUS, JÉSUS, J’AI FOI EN LUI SI FIDÈLE IL FUT POUR MOI</a:t>
            </a:r>
          </a:p>
          <a:p>
            <a:pPr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QU’IL EST BON DE CROIRE EN JÉSUS JUSTE CROIRE EN SA PAROLE</a:t>
            </a:r>
          </a:p>
          <a:p>
            <a:pPr>
              <a:defRPr/>
            </a:pPr>
            <a:r>
              <a:rPr lang="fr-FR" smtClean="0"/>
              <a:t>2-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JÉSUS, JÉSUS, J’AI FOI EN LUI SI FIDÈLE IL FUT POUR MOI</a:t>
            </a:r>
          </a:p>
          <a:p>
            <a:pPr>
              <a:defRPr/>
            </a:pPr>
            <a:r>
              <a:rPr lang="fr-FR" smtClean="0"/>
              <a:t>	4-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J’AI APPRIS À ME CONFIER EN LUI JÉSUS, SAUVEUR ET AMI</a:t>
            </a:r>
          </a:p>
          <a:p>
            <a:pPr>
              <a:defRPr/>
            </a:pPr>
            <a:r>
              <a:rPr lang="fr-FR" smtClean="0"/>
              <a:t>6-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JÉSUS, JÉSUS, J’AI FOI EN LUI SI FIDÈLE IL FUT POUR MOI</a:t>
            </a:r>
          </a:p>
          <a:p>
            <a:pPr>
              <a:defRPr/>
            </a:pPr>
            <a:r>
              <a:rPr lang="fr-FR" smtClean="0"/>
              <a:t>	8-  JÉSUS, JÉSUS, PRÉCIEUX JÉSUS ! FAIS-MOI GRÂCE DE PLUS DE FOI !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78E2A-3FCC-4DBB-805B-3DEA560736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B9ECC-50B7-4E01-BC52-C5C0E88231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F3FE2-B4AC-4075-B0E0-39271A02D1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737C2-D060-44EE-ACD4-0F5A6708F5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CD2E9-2DBA-4117-9315-81B7B17EE2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C7939-31F4-4452-A400-A48A4A549F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E7CBB-270E-4761-9614-0AA911DCC3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C4A01-1BF0-48B5-9614-778AA035DF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4D53D-62AE-4760-BF59-6EDADF681A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1453E-9A44-4C36-8571-9B7978CFC5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55C17-C8B7-4A5A-89F2-6A912636A9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12C0ED59-1D67-447A-8FC7-BB49FEA27B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EST BON DE CROIRE EN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CROIRE EN SA PAROLE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4149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REPOSER SUR SES PROMESSES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SAVOIR QU’« AINSI DIT LE SEIGNEUR !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J’AI FOI EN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FIDÈLE IL FUT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PRÉCIEUX JÉSUS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FAIS-MOI GRÂCE DE PLUS DE FOI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APPRIS À ME CONFIER EN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SAUVEUR ET AMI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TU ES AVEC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JUSQU’AU BOUT TU LE SERAS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J’AI FOI EN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FIDÈLE IL FUT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PRÉCIEUX JÉSUS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FAIS-MOI GRÂCE DE PLUS DE FOI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408</Words>
  <Application>Microsoft Office PowerPoint</Application>
  <PresentationFormat>On-screen Show (4:3)</PresentationFormat>
  <Paragraphs>184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QU’IL EST BON DE CROIRE EN JÉSUS JUSTE CROIRE EN SA PAROLE</vt:lpstr>
      <vt:lpstr>SE REPOSER SUR SES PROMESSES SAVOIR QU’« AINSI DIT LE SEIGNEUR ! »</vt:lpstr>
      <vt:lpstr>JÉSUS, JÉSUS, J’AI FOI EN LUI SI FIDÈLE IL FUT POUR MOI</vt:lpstr>
      <vt:lpstr>JÉSUS, JÉSUS, PRÉCIEUX JÉSUS ! FAIS-MOI GRÂCE DE PLUS DE FOI !</vt:lpstr>
      <vt:lpstr>J’AI APPRIS À ME CONFIER EN LUI JÉSUS, SAUVEUR ET AMI</vt:lpstr>
      <vt:lpstr>JE SAIS QUE TU ES AVEC MOI ET JUSQU’AU BOUT TU LE SERAS</vt:lpstr>
      <vt:lpstr>JÉSUS, JÉSUS, J’AI FOI EN LUI SI FIDÈLE IL FUT POUR MOI</vt:lpstr>
      <vt:lpstr>JÉSUS, JÉSUS, PRÉCIEUX JÉSUS ! FAIS-MOI GRÂCE DE PLUS DE FOI !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150</cp:revision>
  <dcterms:created xsi:type="dcterms:W3CDTF">2002-08-17T10:50:50Z</dcterms:created>
  <dcterms:modified xsi:type="dcterms:W3CDTF">2013-11-24T03:04:41Z</dcterms:modified>
</cp:coreProperties>
</file>