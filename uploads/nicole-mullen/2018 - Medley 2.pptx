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2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73" r:id="rId2"/>
    <p:sldId id="274" r:id="rId3"/>
    <p:sldId id="275" r:id="rId4"/>
    <p:sldId id="276" r:id="rId5"/>
    <p:sldId id="281" r:id="rId6"/>
    <p:sldId id="282" r:id="rId7"/>
    <p:sldId id="283" r:id="rId8"/>
    <p:sldId id="284" r:id="rId9"/>
    <p:sldId id="285" r:id="rId10"/>
    <p:sldId id="286" r:id="rId11"/>
    <p:sldId id="297" r:id="rId12"/>
    <p:sldId id="298" r:id="rId13"/>
    <p:sldId id="301" r:id="rId14"/>
    <p:sldId id="299" r:id="rId15"/>
    <p:sldId id="302" r:id="rId16"/>
    <p:sldId id="288" r:id="rId17"/>
    <p:sldId id="289" r:id="rId18"/>
    <p:sldId id="303" r:id="rId19"/>
    <p:sldId id="290" r:id="rId20"/>
    <p:sldId id="291" r:id="rId21"/>
    <p:sldId id="292" r:id="rId22"/>
    <p:sldId id="293" r:id="rId23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28A4"/>
    <a:srgbClr val="DF9245"/>
    <a:srgbClr val="CB69CD"/>
    <a:srgbClr val="000099"/>
    <a:srgbClr val="B2B2B2"/>
    <a:srgbClr val="DDDDDD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3600" autoAdjust="0"/>
    <p:restoredTop sz="52767" autoAdjust="0"/>
  </p:normalViewPr>
  <p:slideViewPr>
    <p:cSldViewPr>
      <p:cViewPr>
        <p:scale>
          <a:sx n="30" d="100"/>
          <a:sy n="30" d="100"/>
        </p:scale>
        <p:origin x="-936" y="-54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2DBCF637-A6AD-4758-8371-19EDEFB4AAE6}" type="datetimeFigureOut">
              <a:rPr lang="fr-FR"/>
              <a:pPr>
                <a:defRPr/>
              </a:pPr>
              <a:t>30/09/2018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5B516598-CD51-4708-99B5-B31EE0152903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b="0" smtClean="0"/>
              <a:t>**** TIS SO SWEET 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b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b="0" smtClean="0"/>
              <a:t>1-  QU’IL EST BON DE CROIRE EN JÉSUSJUSTE CROIRE EN SA PAROLE 
2-  ET JUSTE SUR SES PROMESSESSAVOIR QU’« AINSI DIT LE SEIGNEUR ! » 
3-  JÉSUS, JÉSUS, COMME JE CROIS EN LUIJE L’AI TANT ÉPROUVÉ 
4-  JÉSUS, JÉSUS, PRÉCIEUX JÉSUS ! 
5-  OH ! TA GRÂCE POUR PLUS DE FOI ENCORE ! 
6-  JE SUIS HEUREUX JE PEUX CROIRE EN LUI 
7-  PRÉCIEUX JÉSUSSAUVEUR, AMI 
8-  ET JE SAIS QUE TU ES AVEC MOI TU LE SERAS JUSQU’À LA FIN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b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b="0" smtClean="0"/>
              <a:t>********** BLESS THE LORD 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b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b="0" smtClean="0"/>
              <a:t>9-  BÉNIS LE TOUT-PUISSANT OH ! MON ÂME 
10-  ET ADORE SON SAINT NOMCHANTE COMME JAMAIS AVANT 
11-  OH ! MON ÂME  J’ADORERAI SON SAINT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b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b="0" smtClean="0"/>
              <a:t>***** ONE COURSE ONLY 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b="0" smtClean="0"/>
              <a:t>12-  ILS SAURONT QUE NOUS SOMMES UN PAR NOTRE AMOUR 
13-  OUI PAR NOTRE AMOUR 
14-  ILS SAURONT QUE NOUS SOMMES UN PAR NOTRE AMOUR 
15-  NOTRE 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b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b="0" smtClean="0"/>
              <a:t>*********JESUS IS THE ANSWER 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b="0" smtClean="0"/>
              <a:t>16-  JÉSUS EST LA RÉPONSE POUR LE MONDE AUJOURD’HUI
17-  PLUS GRAND IL N’Y EN À POINT 
18-  JÉSUS EST LE CHEMIN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b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b="0" smtClean="0"/>
              <a:t>*********** SOON AND VERY SOON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b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b="0" smtClean="0"/>
              <a:t>19-  BIENTÔT, TRÈS BIENTÔT NOUS ALLONS VOIR LE SEIGNEUR 
20-  ALLÉLUIA, ALLÉLUIA NOUS VERRONS LE SEIGNEUR 
21-  LÀ-HAUT, PLUS DE PLEURS NOUS ALLONS VOIR LE SEIGNEUR  
22-  ALLÉLUIA, ALLÉLUIA NOUS VERRONS LE SEIGNEUR 
</a:t>
            </a:r>
            <a:endParaRPr lang="fr-FR" b="0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**** TIS SO SWEET *****************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1-  QU’IL EST BON DE CROIRE EN JÉSUSJUSTE CROIRE EN SA PAROLE 
2-  ET JUSTE SUR SES PROMESSESSAVOIR QU’« AINSI DIT LE SEIGNEUR ! » 
3-  JÉSUS, JÉSUS, COMME JE CROIS EN LUIJE L’AI TANT ÉPROUVÉ 
4-  JÉSUS, JÉSUS, PRÉCIEUX JÉSUS ! 
5-  OH ! TA GRÂCE POUR PLUS DE FOI ENCORE ! 
6-  JE SUIS HEUREUX JE PEUX CROIRE EN LUI 
7-  PRÉCIEUX JÉSUSSAUVEUR, AMI 
8-  ET JE SAIS QUE TU ES AVEC MOI TU LE SERAS JUSQU’À LA FIN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 BLESS THE LORD *******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BÉNIS LE TOUT-PUISSANT OH ! MON ÂME 
10-  ET ADORE SON SAINT NOMCHANTE COMME JAMAIS AVANT 
11-  OH ! MON ÂME  J’ADORERAI SON SAINT NOM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 ONE COURSE ONLY ******</a:t>
            </a:r>
          </a:p>
          <a:p>
            <a:pPr>
              <a:defRPr/>
            </a:pPr>
            <a:r>
              <a:rPr lang="fr-FR" smtClean="0"/>
              <a:t>12-  ILS SAURONT QUE NOUS SOMMES UN PAR NOTRE AMOUR 
13-  OUI PAR NOTRE AMOUR 
14-  ILS SAURONT QUE NOUS SOMMES UN PAR NOTRE AMOUR 
15-  NOTRE AMOUR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*********JESUS IS THE ANSWER ******</a:t>
            </a:r>
          </a:p>
          <a:p>
            <a:pPr>
              <a:defRPr/>
            </a:pPr>
            <a:r>
              <a:rPr lang="fr-FR" smtClean="0"/>
              <a:t>16-  JÉSUS EST LA RÉPONSE POUR LE MONDE AUJOURD’HUI
17-  PLUS GRAND IL N’Y EN À POINT 
18-  JÉSUS EST LE CHEMIN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 SOON AND VERY SOON *****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19-  BIENTÔT, TRÈS BIENTÔT NOUS ALLONS VOIR LE SEIGNEUR 
20-  ALLÉLUIA, ALLÉLUIA NOUS VERRONS LE SEIGNEUR 
21-  LÀ-HAUT, PLUS DE PLEURS NOUS ALLONS VOIR LE SEIGNEUR  
22-  ALLÉLUIA, ALLÉLUIA NOUS VERRONS LE SEIGNEUR 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xmlns="" val="17690872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b="0" smtClean="0"/>
              <a:t>**** TIS SO SWEET 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b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b="0" smtClean="0"/>
              <a:t>1-  QU’IL EST BON DE CROIRE EN JÉSUSJUSTE CROIRE EN SA PAROLE 
2-  ET JUSTE SUR SES PROMESSESSAVOIR QU’« AINSI DIT LE SEIGNEUR ! » 
3-  JÉSUS, JÉSUS, COMME JE CROIS EN LUIJE L’AI TANT ÉPROUVÉ 
4-  JÉSUS, JÉSUS, PRÉCIEUX JÉSUS ! 
5-  OH ! TA GRÂCE POUR PLUS DE FOI ENCORE ! 
6-  JE SUIS HEUREUX JE PEUX CROIRE EN LUI 
7-  PRÉCIEUX JÉSUSSAUVEUR, AMI 
8-  ET JE SAIS QUE TU ES AVEC MOI TU LE SERAS JUSQU’À LA FIN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b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b="0" smtClean="0"/>
              <a:t>********** BLESS THE LORD 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b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b="0" smtClean="0"/>
              <a:t>9-  BÉNIS LE TOUT-PUISSANT OH ! MON ÂME 
10-  ET ADORE SON SAINT NOMCHANTE COMME JAMAIS AVANT 
11-  OH ! MON ÂME  J’ADORERAI SON SAINT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b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b="0" smtClean="0"/>
              <a:t>***** ONE COURSE ONLY 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b="0" smtClean="0"/>
              <a:t>12-  ILS SAURONT QUE NOUS SOMMES UN PAR NOTRE AMOUR 
13-  OUI PAR NOTRE AMOUR 
14-  ILS SAURONT QUE NOUS SOMMES UN PAR NOTRE AMOUR 
15-  NOTRE 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b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b="0" smtClean="0"/>
              <a:t>*********JESUS IS THE ANSWER 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b="0" smtClean="0"/>
              <a:t>16-  JÉSUS EST LA RÉPONSE POUR LE MONDE AUJOURD’HUI
17-  PLUS GRAND IL N’Y EN À POINT 
18-  JÉSUS EST LE CHEMIN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b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b="0" smtClean="0"/>
              <a:t>*********** SOON AND VERY SOON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b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b="0" smtClean="0"/>
              <a:t>19-  BIENTÔT, TRÈS BIENTÔT NOUS ALLONS VOIR LE SEIGNEUR 
20-  ALLÉLUIA, ALLÉLUIA NOUS VERRONS LE SEIGNEUR 
21-  LÀ-HAUT, PLUS DE PLEURS NOUS ALLONS VOIR LE SEIGNEUR  
22-  ALLÉLUIA, ALLÉLUIA NOUS VERRONS LE SEIGNEUR 
</a:t>
            </a:r>
            <a:endParaRPr lang="fr-FR" b="0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**** TIS SO SWEET *****************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1-  QU’IL EST BON DE CROIRE EN JÉSUSJUSTE CROIRE EN SA PAROLE 
2-  ET JUSTE SUR SES PROMESSESSAVOIR QU’« AINSI DIT LE SEIGNEUR ! » 
3-  JÉSUS, JÉSUS, COMME JE CROIS EN LUIJE L’AI TANT ÉPROUVÉ 
4-  JÉSUS, JÉSUS, PRÉCIEUX JÉSUS ! 
5-  OH ! TA GRÂCE POUR PLUS DE FOI ENCORE ! 
6-  JE SUIS HEUREUX JE PEUX CROIRE EN LUI 
7-  PRÉCIEUX JÉSUSSAUVEUR, AMI 
8-  ET JE SAIS QUE TU ES AVEC MOI TU LE SERAS JUSQU’À LA FIN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 BLESS THE LORD *******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BÉNIS LE TOUT-PUISSANT OH ! MON ÂME 
10-  ET ADORE SON SAINT NOMCHANTE COMME JAMAIS AVANT 
11-  OH ! MON ÂME  J’ADORERAI SON SAINT NOM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 ONE COURSE ONLY ******</a:t>
            </a:r>
          </a:p>
          <a:p>
            <a:pPr>
              <a:defRPr/>
            </a:pPr>
            <a:r>
              <a:rPr lang="fr-FR" smtClean="0"/>
              <a:t>12-  ILS SAURONT QUE NOUS SOMMES UN PAR NOTRE AMOUR 
13-  OUI PAR NOTRE AMOUR 
14-  ILS SAURONT QUE NOUS SOMMES UN PAR NOTRE AMOUR 
15-  NOTRE AMOUR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*********JESUS IS THE ANSWER ******</a:t>
            </a:r>
          </a:p>
          <a:p>
            <a:pPr>
              <a:defRPr/>
            </a:pPr>
            <a:r>
              <a:rPr lang="fr-FR" smtClean="0"/>
              <a:t>16-  JÉSUS EST LA RÉPONSE POUR LE MONDE AUJOURD’HUI
17-  PLUS GRAND IL N’Y EN À POINT 
18-  JÉSUS EST LE CHEMIN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 SOON AND VERY SOON *****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19-  BIENTÔT, TRÈS BIENTÔT NOUS ALLONS VOIR LE SEIGNEUR 
20-  ALLÉLUIA, ALLÉLUIA NOUS VERRONS LE SEIGNEUR 
21-  LÀ-HAUT, PLUS DE PLEURS NOUS ALLONS VOIR LE SEIGNEUR  
22-  ALLÉLUIA, ALLÉLUIA NOUS VERRONS LE SEIGNEUR 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xmlns="" val="28295120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 TIS SO SWEET 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QU’IL EST BON DE CROIRE EN JÉSUSJUSTE CROIRE EN SA PAROLE 
2-  ET JUSTE SUR SES PROMESSESSAVOIR QU’« AINSI DIT LE SEIGNEUR ! » 
3-  JÉSUS, JÉSUS, COMME JE CROIS EN LUIJE L’AI TANT ÉPROUVÉ 
4-  JÉSUS, JÉSUS, PRÉCIEUX JÉSUS ! 
5-  OH ! TA GRÂCE POUR PLUS DE FOI ENCORE ! 
6-  JE SUIS HEUREUX JE PEUX CROIRE EN LUI 
7-  PRÉCIEUX JÉSUSSAUVEUR, AMI 
8-  ET JE SAIS QUE TU ES AVEC MOI TU LE SERAS JUSQU’À LA FIN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********** BLESS THE LORD 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BÉNIS LE TOUT-PUISSANT OH ! MON ÂME 
10-  ET ADORE SON SAINT NOMCHANTE COMME JAMAIS AVANT 
11-  OH ! MON ÂME  J’ADORERAI SON SAINT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 ONE COURSE ONLY 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ILS SAURONT QUE NOUS SOMMES UN PAR NOTRE AMOUR 
13-  OUI PAR NOTRE AMOUR 
14-  ILS SAURONT QUE NOUS SOMMES UN PAR NOTRE AMOUR 
15-  NOTRE 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*********JESUS IS THE ANSWER 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JÉSUS EST LA RÉPONSE POUR LE MONDE AUJOURD’HUI
17-  PLUS GRAND IL N’Y EN À POINT 
18-  JÉSUS EST LE CHEMIN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*********** SOON AND VERY SOON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BIENTÔT, TRÈS BIENTÔT NOUS ALLONS VOIR LE SEIGNEUR 
20-  ALLÉLUIA, ALLÉLUIA NOUS VERRONS LE SEIGNEUR 
21-  LÀ-HAUT, PLUS DE PLEURS NOUS ALLONS VOIR LE SEIGNEUR  
22-  ALLÉLUIA, ALLÉLUIA NOUS VERRONS LE SEIGNEUR 
</a:t>
            </a: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**** TIS SO SWEET *****************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1-  QU’IL EST BON DE CROIRE EN JÉSUSJUSTE CROIRE EN SA PAROLE 
2-  ET JUSTE SUR SES PROMESSESSAVOIR QU’« AINSI DIT LE SEIGNEUR ! » 
3-  JÉSUS, JÉSUS, COMME JE CROIS EN LUIJE L’AI TANT ÉPROUVÉ 
4-  JÉSUS, JÉSUS, PRÉCIEUX JÉSUS ! 
5-  OH ! TA GRÂCE POUR PLUS DE FOI ENCORE ! 
6-  JE SUIS HEUREUX JE PEUX CROIRE EN LUI 
7-  PRÉCIEUX JÉSUSSAUVEUR, AMI 
8-  ET JE SAIS QUE TU ES AVEC MOI TU LE SERAS JUSQU’À LA FIN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 BLESS THE LORD *******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BÉNIS LE TOUT-PUISSANT OH ! MON ÂME 
10-  ET ADORE SON SAINT NOMCHANTE COMME JAMAIS AVANT 
11-  OH ! MON ÂME  J’ADORERAI SON SAINT NOM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 ONE COURSE ONLY ******</a:t>
            </a:r>
          </a:p>
          <a:p>
            <a:pPr>
              <a:defRPr/>
            </a:pPr>
            <a:r>
              <a:rPr lang="fr-FR" smtClean="0"/>
              <a:t>12-  ILS SAURONT QUE NOUS SOMMES UN PAR NOTRE AMOUR 
13-  OUI PAR NOTRE AMOUR 
14-  ILS SAURONT QUE NOUS SOMMES UN PAR NOTRE AMOUR 
15-  NOTRE AMOUR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*********JESUS IS THE ANSWER ******</a:t>
            </a:r>
          </a:p>
          <a:p>
            <a:pPr>
              <a:defRPr/>
            </a:pPr>
            <a:r>
              <a:rPr lang="fr-FR" smtClean="0"/>
              <a:t>16-  JÉSUS EST LA RÉPONSE POUR LE MONDE AUJOURD’HUI
17-  PLUS GRAND IL N’Y EN À POINT 
18-  JÉSUS EST LE CHEMIN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 SOON AND VERY SOON *****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19-  BIENTÔT, TRÈS BIENTÔT NOUS ALLONS VOIR LE SEIGNEUR 
20-  ALLÉLUIA, ALLÉLUIA NOUS VERRONS LE SEIGNEUR 
21-  LÀ-HAUT, PLUS DE PLEURS NOUS ALLONS VOIR LE SEIGNEUR  
22-  ALLÉLUIA, ALLÉLUIA NOUS VERRONS LE SEIGNEUR 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xmlns="" val="7233862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 TIS SO SWEET 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QU’IL EST BON DE CROIRE EN JÉSUSJUSTE CROIRE EN SA PAROLE 
2-  ET JUSTE SUR SES PROMESSESSAVOIR QU’« AINSI DIT LE SEIGNEUR ! » 
3-  JÉSUS, JÉSUS, COMME JE CROIS EN LUIJE L’AI TANT ÉPROUVÉ 
4-  JÉSUS, JÉSUS, PRÉCIEUX JÉSUS ! 
5-  OH ! TA GRÂCE POUR PLUS DE FOI ENCORE ! 
6-  JE SUIS HEUREUX JE PEUX CROIRE EN LUI 
7-  PRÉCIEUX JÉSUSSAUVEUR, AMI 
8-  ET JE SAIS QUE TU ES AVEC MOI TU LE SERAS JUSQU’À LA FIN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********** BLESS THE LORD 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BÉNIS LE TOUT-PUISSANT OH ! MON ÂME 
10-  ET ADORE SON SAINT NOMCHANTE COMME JAMAIS AVANT 
11-  OH ! MON ÂME  J’ADORERAI SON SAINT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 ONE COURSE ONLY 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ILS SAURONT QUE NOUS SOMMES UN PAR NOTRE AMOUR 
13-  OUI PAR NOTRE AMOUR 
14-  ILS SAURONT QUE NOUS SOMMES UN PAR NOTRE AMOUR 
15-  NOTRE 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*********JESUS IS THE ANSWER 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JÉSUS EST LA RÉPONSE POUR LE MONDE AUJOURD’HUI
17-  PLUS GRAND IL N’Y EN À POINT 
18-  JÉSUS EST LE CHEMIN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*********** SOON AND VERY SOON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BIENTÔT, TRÈS BIENTÔT NOUS ALLONS VOIR LE SEIGNEUR 
20-  ALLÉLUIA, ALLÉLUIA NOUS VERRONS LE SEIGNEUR 
21-  LÀ-HAUT, PLUS DE PLEURS NOUS ALLONS VOIR LE SEIGNEUR  
22-  ALLÉLUIA, ALLÉLUIA NOUS VERRONS LE SEIGNEUR 
</a:t>
            </a: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**** TIS SO SWEET *****************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1-  QU’IL EST BON DE CROIRE EN JÉSUSJUSTE CROIRE EN SA PAROLE 
2-  ET JUSTE SUR SES PROMESSESSAVOIR QU’« AINSI DIT LE SEIGNEUR ! » 
3-  JÉSUS, JÉSUS, COMME JE CROIS EN LUIJE L’AI TANT ÉPROUVÉ 
4-  JÉSUS, JÉSUS, PRÉCIEUX JÉSUS ! 
5-  OH ! TA GRÂCE POUR PLUS DE FOI ENCORE ! 
6-  JE SUIS HEUREUX JE PEUX CROIRE EN LUI 
7-  PRÉCIEUX JÉSUSSAUVEUR, AMI 
8-  ET JE SAIS QUE TU ES AVEC MOI TU LE SERAS JUSQU’À LA FIN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 BLESS THE LORD *******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BÉNIS LE TOUT-PUISSANT OH ! MON ÂME 
10-  ET ADORE SON SAINT NOMCHANTE COMME JAMAIS AVANT 
11-  OH ! MON ÂME  J’ADORERAI SON SAINT NOM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 ONE COURSE ONLY ******</a:t>
            </a:r>
          </a:p>
          <a:p>
            <a:pPr>
              <a:defRPr/>
            </a:pPr>
            <a:r>
              <a:rPr lang="fr-FR" smtClean="0"/>
              <a:t>12-  ILS SAURONT QUE NOUS SOMMES UN PAR NOTRE AMOUR 
13-  OUI PAR NOTRE AMOUR 
14-  ILS SAURONT QUE NOUS SOMMES UN PAR NOTRE AMOUR 
15-  NOTRE AMOUR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*********JESUS IS THE ANSWER ******</a:t>
            </a:r>
          </a:p>
          <a:p>
            <a:pPr>
              <a:defRPr/>
            </a:pPr>
            <a:r>
              <a:rPr lang="fr-FR" smtClean="0"/>
              <a:t>16-  JÉSUS EST LA RÉPONSE POUR LE MONDE AUJOURD’HUI
17-  PLUS GRAND IL N’Y EN À POINT 
18-  JÉSUS EST LE CHEMIN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 SOON AND VERY SOON *****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19-  BIENTÔT, TRÈS BIENTÔT NOUS ALLONS VOIR LE SEIGNEUR 
20-  ALLÉLUIA, ALLÉLUIA NOUS VERRONS LE SEIGNEUR 
21-  LÀ-HAUT, PLUS DE PLEURS NOUS ALLONS VOIR LE SEIGNEUR  
22-  ALLÉLUIA, ALLÉLUIA NOUS VERRONS LE SEIGNEUR 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xmlns="" val="35202801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 TIS SO SWEET 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QU’IL EST BON DE CROIRE EN JÉSUSJUSTE CROIRE EN SA PAROLE 
2-  ET JUSTE SUR SES PROMESSESSAVOIR QU’« AINSI DIT LE SEIGNEUR ! » 
3-  JÉSUS, JÉSUS, COMME JE CROIS EN LUIJE L’AI TANT ÉPROUVÉ 
4-  JÉSUS, JÉSUS, PRÉCIEUX JÉSUS ! 
5-  OH ! TA GRÂCE POUR PLUS DE FOI ENCORE ! 
6-  JE SUIS HEUREUX JE PEUX CROIRE EN LUI 
7-  PRÉCIEUX JÉSUSSAUVEUR, AMI 
8-  ET JE SAIS QUE TU ES AVEC MOI TU LE SERAS JUSQU’À LA FIN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********** BLESS THE LORD 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BÉNIS LE TOUT-PUISSANT OH ! MON ÂME 
10-  ET ADORE SON SAINT NOMCHANTE COMME JAMAIS AVANT 
11-  OH ! MON ÂME  J’ADORERAI SON SAINT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 ONE COURSE ONLY 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ILS SAURONT QUE NOUS SOMMES UN PAR NOTRE AMOUR 
13-  OUI PAR NOTRE AMOUR 
14-  ILS SAURONT QUE NOUS SOMMES UN PAR NOTRE AMOUR 
15-  NOTRE 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*********JESUS IS THE ANSWER 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JÉSUS EST LA RÉPONSE POUR LE MONDE AUJOURD’HUI
17-  PLUS GRAND IL N’Y EN À POINT 
18-  JÉSUS EST LE CHEMIN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*********** SOON AND VERY SOON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BIENTÔT, TRÈS BIENTÔT NOUS ALLONS VOIR LE SEIGNEUR 
20-  ALLÉLUIA, ALLÉLUIA NOUS VERRONS LE SEIGNEUR 
21-  LÀ-HAUT, PLUS DE PLEURS NOUS ALLONS VOIR LE SEIGNEUR  
22-  ALLÉLUIA, ALLÉLUIA NOUS VERRONS LE SEIGNEUR 
</a:t>
            </a: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**** TIS SO SWEET *****************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1-  QU’IL EST BON DE CROIRE EN JÉSUSJUSTE CROIRE EN SA PAROLE 
2-  ET JUSTE SUR SES PROMESSESSAVOIR QU’« AINSI DIT LE SEIGNEUR ! » 
3-  JÉSUS, JÉSUS, COMME JE CROIS EN LUIJE L’AI TANT ÉPROUVÉ 
4-  JÉSUS, JÉSUS, PRÉCIEUX JÉSUS ! 
5-  OH ! TA GRÂCE POUR PLUS DE FOI ENCORE ! 
6-  JE SUIS HEUREUX JE PEUX CROIRE EN LUI 
7-  PRÉCIEUX JÉSUSSAUVEUR, AMI 
8-  ET JE SAIS QUE TU ES AVEC MOI TU LE SERAS JUSQU’À LA FIN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 BLESS THE LORD *******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BÉNIS LE TOUT-PUISSANT OH ! MON ÂME 
10-  ET ADORE SON SAINT NOMCHANTE COMME JAMAIS AVANT 
11-  OH ! MON ÂME  J’ADORERAI SON SAINT NOM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 ONE COURSE ONLY ******</a:t>
            </a:r>
          </a:p>
          <a:p>
            <a:pPr>
              <a:defRPr/>
            </a:pPr>
            <a:r>
              <a:rPr lang="fr-FR" smtClean="0"/>
              <a:t>12-  ILS SAURONT QUE NOUS SOMMES UN PAR NOTRE AMOUR 
13-  OUI PAR NOTRE AMOUR 
14-  ILS SAURONT QUE NOUS SOMMES UN PAR NOTRE AMOUR 
15-  NOTRE AMOUR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*********JESUS IS THE ANSWER ******</a:t>
            </a:r>
          </a:p>
          <a:p>
            <a:pPr>
              <a:defRPr/>
            </a:pPr>
            <a:r>
              <a:rPr lang="fr-FR" smtClean="0"/>
              <a:t>16-  JÉSUS EST LA RÉPONSE POUR LE MONDE AUJOURD’HUI
17-  PLUS GRAND IL N’Y EN À POINT 
18-  JÉSUS EST LE CHEMIN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 SOON AND VERY SOON *****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19-  BIENTÔT, TRÈS BIENTÔT NOUS ALLONS VOIR LE SEIGNEUR 
20-  ALLÉLUIA, ALLÉLUIA NOUS VERRONS LE SEIGNEUR 
21-  LÀ-HAUT, PLUS DE PLEURS NOUS ALLONS VOIR LE SEIGNEUR  
22-  ALLÉLUIA, ALLÉLUIA NOUS VERRONS LE SEIGNEUR 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xmlns="" val="6241877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 TIS SO SWEET 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QU’IL EST BON DE CROIRE EN JÉSUSJUSTE CROIRE EN SA PAROLE 
2-  ET JUSTE SUR SES PROMESSESSAVOIR QU’« AINSI DIT LE SEIGNEUR ! » 
3-  JÉSUS, JÉSUS, COMME JE CROIS EN LUIJE L’AI TANT ÉPROUVÉ 
4-  JÉSUS, JÉSUS, PRÉCIEUX JÉSUS ! 
5-  OH ! TA GRÂCE POUR PLUS DE FOI ENCORE ! 
6-  JE SUIS HEUREUX JE PEUX CROIRE EN LUI 
7-  PRÉCIEUX JÉSUSSAUVEUR, AMI 
8-  ET JE SAIS QUE TU ES AVEC MOI TU LE SERAS JUSQU’À LA FIN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********** BLESS THE LORD 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BÉNIS LE TOUT-PUISSANT OH ! MON ÂME 
10-  ET ADORE SON SAINT NOMCHANTE COMME JAMAIS AVANT 
11-  OH ! MON ÂME  J’ADORERAI SON SAINT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 ONE COURSE ONLY 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ILS SAURONT QUE NOUS SOMMES UN PAR NOTRE AMOUR 
13-  OUI PAR NOTRE AMOUR 
14-  ILS SAURONT QUE NOUS SOMMES UN PAR NOTRE AMOUR 
15-  NOTRE 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*********JESUS IS THE ANSWER 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JÉSUS EST LA RÉPONSE POUR LE MONDE AUJOURD’HUI
17-  PLUS GRAND IL N’Y EN À POINT 
18-  JÉSUS EST LE CHEMIN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*********** SOON AND VERY SOON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BIENTÔT, TRÈS BIENTÔT NOUS ALLONS VOIR LE SEIGNEUR 
20-  ALLÉLUIA, ALLÉLUIA NOUS VERRONS LE SEIGNEUR 
21-  LÀ-HAUT, PLUS DE PLEURS NOUS ALLONS VOIR LE SEIGNEUR  
22-  ALLÉLUIA, ALLÉLUIA NOUS VERRONS LE SEIGNEUR 
</a:t>
            </a: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**** TIS SO SWEET *****************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1-  QU’IL EST BON DE CROIRE EN JÉSUSJUSTE CROIRE EN SA PAROLE 
2-  ET JUSTE SUR SES PROMESSESSAVOIR QU’« AINSI DIT LE SEIGNEUR ! » 
3-  JÉSUS, JÉSUS, COMME JE CROIS EN LUIJE L’AI TANT ÉPROUVÉ 
4-  JÉSUS, JÉSUS, PRÉCIEUX JÉSUS ! 
5-  OH ! TA GRÂCE POUR PLUS DE FOI ENCORE ! 
6-  JE SUIS HEUREUX JE PEUX CROIRE EN LUI 
7-  PRÉCIEUX JÉSUSSAUVEUR, AMI 
8-  ET JE SAIS QUE TU ES AVEC MOI TU LE SERAS JUSQU’À LA FIN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 BLESS THE LORD *******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BÉNIS LE TOUT-PUISSANT OH ! MON ÂME 
10-  ET ADORE SON SAINT NOMCHANTE COMME JAMAIS AVANT 
11-  OH ! MON ÂME  J’ADORERAI SON SAINT NOM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 ONE COURSE ONLY ******</a:t>
            </a:r>
          </a:p>
          <a:p>
            <a:pPr>
              <a:defRPr/>
            </a:pPr>
            <a:r>
              <a:rPr lang="fr-FR" smtClean="0"/>
              <a:t>12-  ILS SAURONT QUE NOUS SOMMES UN PAR NOTRE AMOUR 
13-  OUI PAR NOTRE AMOUR 
14-  ILS SAURONT QUE NOUS SOMMES UN PAR NOTRE AMOUR 
15-  NOTRE AMOUR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*********JESUS IS THE ANSWER ******</a:t>
            </a:r>
          </a:p>
          <a:p>
            <a:pPr>
              <a:defRPr/>
            </a:pPr>
            <a:r>
              <a:rPr lang="fr-FR" smtClean="0"/>
              <a:t>16-  JÉSUS EST LA RÉPONSE POUR LE MONDE AUJOURD’HUI
17-  PLUS GRAND IL N’Y EN À POINT 
18-  JÉSUS EST LE CHEMIN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 SOON AND VERY SOON *****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19-  BIENTÔT, TRÈS BIENTÔT NOUS ALLONS VOIR LE SEIGNEUR 
20-  ALLÉLUIA, ALLÉLUIA NOUS VERRONS LE SEIGNEUR 
21-  LÀ-HAUT, PLUS DE PLEURS NOUS ALLONS VOIR LE SEIGNEUR  
22-  ALLÉLUIA, ALLÉLUIA NOUS VERRONS LE SEIGNEUR 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xmlns="" val="39834058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 TIS SO SWEET 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QU’IL EST BON DE CROIRE EN JÉSUSJUSTE CROIRE EN SA PAROLE 
2-  ET JUSTE SUR SES PROMESSESSAVOIR QU’« AINSI DIT LE SEIGNEUR ! » 
3-  JÉSUS, JÉSUS, COMME JE CROIS EN LUIJE L’AI TANT ÉPROUVÉ 
4-  JÉSUS, JÉSUS, PRÉCIEUX JÉSUS ! 
5-  OH ! TA GRÂCE POUR PLUS DE FOI ENCORE ! 
6-  JE SUIS HEUREUX JE PEUX CROIRE EN LUI 
7-  PRÉCIEUX JÉSUSSAUVEUR, AMI 
8-  ET JE SAIS QUE TU ES AVEC MOI TU LE SERAS JUSQU’À LA FIN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********** BLESS THE LORD 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BÉNIS LE TOUT-PUISSANT OH ! MON ÂME 
10-  ET ADORE SON SAINT NOMCHANTE COMME JAMAIS AVANT 
11-  OH ! MON ÂME  J’ADORERAI SON SAINT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 ONE COURSE ONLY 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ILS SAURONT QUE NOUS SOMMES UN PAR NOTRE AMOUR 
13-  OUI PAR NOTRE AMOUR 
14-  ILS SAURONT QUE NOUS SOMMES UN PAR NOTRE AMOUR 
15-  NOTRE 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*********JESUS IS THE ANSWER 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JÉSUS EST LA RÉPONSE POUR LE MONDE AUJOURD’HUI
17-  PLUS GRAND IL N’Y EN À POINT 
18-  JÉSUS EST LE CHEMIN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*********** SOON AND VERY SOON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BIENTÔT, TRÈS BIENTÔT NOUS ALLONS VOIR LE SEIGNEUR 
20-  ALLÉLUIA, ALLÉLUIA NOUS VERRONS LE SEIGNEUR 
21-  LÀ-HAUT, PLUS DE PLEURS NOUS ALLONS VOIR LE SEIGNEUR  
22-  ALLÉLUIA, ALLÉLUIA NOUS VERRONS LE SEIGNEUR 
</a:t>
            </a: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**** TIS SO SWEET *****************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1-  QU’IL EST BON DE CROIRE EN JÉSUSJUSTE CROIRE EN SA PAROLE 
2-  ET JUSTE SUR SES PROMESSESSAVOIR QU’« AINSI DIT LE SEIGNEUR ! » 
3-  JÉSUS, JÉSUS, COMME JE CROIS EN LUIJE L’AI TANT ÉPROUVÉ 
4-  JÉSUS, JÉSUS, PRÉCIEUX JÉSUS ! 
5-  OH ! TA GRÂCE POUR PLUS DE FOI ENCORE ! 
6-  JE SUIS HEUREUX JE PEUX CROIRE EN LUI 
7-  PRÉCIEUX JÉSUSSAUVEUR, AMI 
8-  ET JE SAIS QUE TU ES AVEC MOI TU LE SERAS JUSQU’À LA FIN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 BLESS THE LORD *******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BÉNIS LE TOUT-PUISSANT OH ! MON ÂME 
10-  ET ADORE SON SAINT NOMCHANTE COMME JAMAIS AVANT 
11-  OH ! MON ÂME  J’ADORERAI SON SAINT NOM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 ONE COURSE ONLY ******</a:t>
            </a:r>
          </a:p>
          <a:p>
            <a:pPr>
              <a:defRPr/>
            </a:pPr>
            <a:r>
              <a:rPr lang="fr-FR" smtClean="0"/>
              <a:t>12-  ILS SAURONT QUE NOUS SOMMES UN PAR NOTRE AMOUR 
13-  OUI PAR NOTRE AMOUR 
14-  ILS SAURONT QUE NOUS SOMMES UN PAR NOTRE AMOUR 
15-  NOTRE AMOUR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*********JESUS IS THE ANSWER ******</a:t>
            </a:r>
          </a:p>
          <a:p>
            <a:pPr>
              <a:defRPr/>
            </a:pPr>
            <a:r>
              <a:rPr lang="fr-FR" smtClean="0"/>
              <a:t>16-  JÉSUS EST LA RÉPONSE POUR LE MONDE AUJOURD’HUI
17-  PLUS GRAND IL N’Y EN À POINT 
18-  JÉSUS EST LE CHEMIN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 SOON AND VERY SOON *****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19-  BIENTÔT, TRÈS BIENTÔT NOUS ALLONS VOIR LE SEIGNEUR 
20-  ALLÉLUIA, ALLÉLUIA NOUS VERRONS LE SEIGNEUR 
21-  LÀ-HAUT, PLUS DE PLEURS NOUS ALLONS VOIR LE SEIGNEUR  
22-  ALLÉLUIA, ALLÉLUIA NOUS VERRONS LE SEIGNEUR 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xmlns="" val="25235409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 TIS SO SWEET 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QU’IL EST BON DE CROIRE EN JÉSUSJUSTE CROIRE EN SA PAROLE 
2-  ET JUSTE SUR SES PROMESSESSAVOIR QU’« AINSI DIT LE SEIGNEUR ! » 
3-  JÉSUS, JÉSUS, COMME JE CROIS EN LUIJE L’AI TANT ÉPROUVÉ 
4-  JÉSUS, JÉSUS, PRÉCIEUX JÉSUS ! 
5-  OH ! TA GRÂCE POUR PLUS DE FOI ENCORE ! 
6-  JE SUIS HEUREUX JE PEUX CROIRE EN LUI 
7-  PRÉCIEUX JÉSUSSAUVEUR, AMI 
8-  ET JE SAIS QUE TU ES AVEC MOI TU LE SERAS JUSQU’À LA FIN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********** BLESS THE LORD 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BÉNIS LE TOUT-PUISSANT OH ! MON ÂME 
10-  ET ADORE SON SAINT NOMCHANTE COMME JAMAIS AVANT 
11-  OH ! MON ÂME  J’ADORERAI SON SAINT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 ONE COURSE ONLY 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ILS SAURONT QUE NOUS SOMMES UN PAR NOTRE AMOUR 
13-  OUI PAR NOTRE AMOUR 
14-  ILS SAURONT QUE NOUS SOMMES UN PAR NOTRE AMOUR 
15-  NOTRE 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*********JESUS IS THE ANSWER 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JÉSUS EST LA RÉPONSE POUR LE MONDE AUJOURD’HUI
17-  PLUS GRAND IL N’Y EN À POINT 
18-  JÉSUS EST LE CHEMIN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*********** SOON AND VERY SOON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BIENTÔT, TRÈS BIENTÔT NOUS ALLONS VOIR LE SEIGNEUR 
20-  ALLÉLUIA, ALLÉLUIA NOUS VERRONS LE SEIGNEUR 
21-  LÀ-HAUT, PLUS DE PLEURS NOUS ALLONS VOIR LE SEIGNEUR  
22-  ALLÉLUIA, ALLÉLUIA NOUS VERRONS LE SEIGNEUR 
</a:t>
            </a: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**** TIS SO SWEET *****************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1-  QU’IL EST BON DE CROIRE EN JÉSUSJUSTE CROIRE EN SA PAROLE 
2-  ET JUSTE SUR SES PROMESSESSAVOIR QU’« AINSI DIT LE SEIGNEUR ! » 
3-  JÉSUS, JÉSUS, COMME JE CROIS EN LUIJE L’AI TANT ÉPROUVÉ 
4-  JÉSUS, JÉSUS, PRÉCIEUX JÉSUS ! 
5-  OH ! TA GRÂCE POUR PLUS DE FOI ENCORE ! 
6-  JE SUIS HEUREUX JE PEUX CROIRE EN LUI 
7-  PRÉCIEUX JÉSUSSAUVEUR, AMI 
8-  ET JE SAIS QUE TU ES AVEC MOI TU LE SERAS JUSQU’À LA FIN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 BLESS THE LORD *******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BÉNIS LE TOUT-PUISSANT OH ! MON ÂME 
10-  ET ADORE SON SAINT NOMCHANTE COMME JAMAIS AVANT 
11-  OH ! MON ÂME  J’ADORERAI SON SAINT NOM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 ONE COURSE ONLY ******</a:t>
            </a:r>
          </a:p>
          <a:p>
            <a:pPr>
              <a:defRPr/>
            </a:pPr>
            <a:r>
              <a:rPr lang="fr-FR" smtClean="0"/>
              <a:t>12-  ILS SAURONT QUE NOUS SOMMES UN PAR NOTRE AMOUR 
13-  OUI PAR NOTRE AMOUR 
14-  ILS SAURONT QUE NOUS SOMMES UN PAR NOTRE AMOUR 
15-  NOTRE AMOUR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*********JESUS IS THE ANSWER ******</a:t>
            </a:r>
          </a:p>
          <a:p>
            <a:pPr>
              <a:defRPr/>
            </a:pPr>
            <a:r>
              <a:rPr lang="fr-FR" smtClean="0"/>
              <a:t>16-  JÉSUS EST LA RÉPONSE POUR LE MONDE AUJOURD’HUI
17-  PLUS GRAND IL N’Y EN À POINT 
18-  JÉSUS EST LE CHEMIN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 SOON AND VERY SOON *****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19-  BIENTÔT, TRÈS BIENTÔT NOUS ALLONS VOIR LE SEIGNEUR 
20-  ALLÉLUIA, ALLÉLUIA NOUS VERRONS LE SEIGNEUR 
21-  LÀ-HAUT, PLUS DE PLEURS NOUS ALLONS VOIR LE SEIGNEUR  
22-  ALLÉLUIA, ALLÉLUIA NOUS VERRONS LE SEIGNEUR 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xmlns="" val="14785297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 TIS SO SWEET 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QU’IL EST BON DE CROIRE EN JÉSUSJUSTE CROIRE EN SA PAROLE 
2-  ET JUSTE SUR SES PROMESSESSAVOIR QU’« AINSI DIT LE SEIGNEUR ! » 
3-  JÉSUS, JÉSUS, COMME JE CROIS EN LUIJE L’AI TANT ÉPROUVÉ 
4-  JÉSUS, JÉSUS, PRÉCIEUX JÉSUS ! 
5-  OH ! TA GRÂCE POUR PLUS DE FOI ENCORE ! 
6-  JE SUIS HEUREUX JE PEUX CROIRE EN LUI 
7-  PRÉCIEUX JÉSUSSAUVEUR, AMI 
8-  ET JE SAIS QUE TU ES AVEC MOI TU LE SERAS JUSQU’À LA FIN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********** BLESS THE LORD 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BÉNIS LE TOUT-PUISSANT OH ! MON ÂME 
10-  ET ADORE SON SAINT NOMCHANTE COMME JAMAIS AVANT 
11-  OH ! MON ÂME  J’ADORERAI SON SAINT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 ONE COURSE ONLY 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ILS SAURONT QUE NOUS SOMMES UN PAR NOTRE AMOUR 
13-  OUI PAR NOTRE AMOUR 
14-  ILS SAURONT QUE NOUS SOMMES UN PAR NOTRE AMOUR 
15-  NOTRE 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*********JESUS IS THE ANSWER 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JÉSUS EST LA RÉPONSE POUR LE MONDE AUJOURD’HUI
17-  PLUS GRAND IL N’Y EN À POINT 
18-  JÉSUS EST LE CHEMIN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*********** SOON AND VERY SOON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BIENTÔT, TRÈS BIENTÔT NOUS ALLONS VOIR LE SEIGNEUR 
20-  ALLÉLUIA, ALLÉLUIA NOUS VERRONS LE SEIGNEUR 
21-  LÀ-HAUT, PLUS DE PLEURS NOUS ALLONS VOIR LE SEIGNEUR  
22-  ALLÉLUIA, ALLÉLUIA NOUS VERRONS LE SEIGNEUR 
</a:t>
            </a: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**** TIS SO SWEET *****************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1-  QU’IL EST BON DE CROIRE EN JÉSUSJUSTE CROIRE EN SA PAROLE 
2-  ET JUSTE SUR SES PROMESSESSAVOIR QU’« AINSI DIT LE SEIGNEUR ! » 
3-  JÉSUS, JÉSUS, COMME JE CROIS EN LUIJE L’AI TANT ÉPROUVÉ 
4-  JÉSUS, JÉSUS, PRÉCIEUX JÉSUS ! 
5-  OH ! TA GRÂCE POUR PLUS DE FOI ENCORE ! 
6-  JE SUIS HEUREUX JE PEUX CROIRE EN LUI 
7-  PRÉCIEUX JÉSUSSAUVEUR, AMI 
8-  ET JE SAIS QUE TU ES AVEC MOI TU LE SERAS JUSQU’À LA FIN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 BLESS THE LORD *******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BÉNIS LE TOUT-PUISSANT OH ! MON ÂME 
10-  ET ADORE SON SAINT NOMCHANTE COMME JAMAIS AVANT 
11-  OH ! MON ÂME  J’ADORERAI SON SAINT NOM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 ONE COURSE ONLY ******</a:t>
            </a:r>
          </a:p>
          <a:p>
            <a:pPr>
              <a:defRPr/>
            </a:pPr>
            <a:r>
              <a:rPr lang="fr-FR" smtClean="0"/>
              <a:t>12-  ILS SAURONT QUE NOUS SOMMES UN PAR NOTRE AMOUR 
13-  OUI PAR NOTRE AMOUR 
14-  ILS SAURONT QUE NOUS SOMMES UN PAR NOTRE AMOUR 
15-  NOTRE AMOUR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*********JESUS IS THE ANSWER ******</a:t>
            </a:r>
          </a:p>
          <a:p>
            <a:pPr>
              <a:defRPr/>
            </a:pPr>
            <a:r>
              <a:rPr lang="fr-FR" smtClean="0"/>
              <a:t>16-  JÉSUS EST LA RÉPONSE POUR LE MONDE AUJOURD’HUI
17-  PLUS GRAND IL N’Y EN À POINT 
18-  JÉSUS EST LE CHEMIN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 SOON AND VERY SOON *****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19-  BIENTÔT, TRÈS BIENTÔT NOUS ALLONS VOIR LE SEIGNEUR 
20-  ALLÉLUIA, ALLÉLUIA NOUS VERRONS LE SEIGNEUR 
21-  LÀ-HAUT, PLUS DE PLEURS NOUS ALLONS VOIR LE SEIGNEUR  
22-  ALLÉLUIA, ALLÉLUIA NOUS VERRONS LE SEIGNEUR 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xmlns="" val="8758211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 TIS SO SWEET 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QU’IL EST BON DE CROIRE EN JÉSUSJUSTE CROIRE EN SA PAROLE 
2-  ET JUSTE SUR SES PROMESSESSAVOIR QU’« AINSI DIT LE SEIGNEUR ! » 
3-  JÉSUS, JÉSUS, COMME JE CROIS EN LUIJE L’AI TANT ÉPROUVÉ 
4-  JÉSUS, JÉSUS, PRÉCIEUX JÉSUS ! 
5-  OH ! TA GRÂCE POUR PLUS DE FOI ENCORE ! 
6-  JE SUIS HEUREUX JE PEUX CROIRE EN LUI 
7-  PRÉCIEUX JÉSUSSAUVEUR, AMI 
8-  ET JE SAIS QUE TU ES AVEC MOI TU LE SERAS JUSQU’À LA FIN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********** BLESS THE LORD 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BÉNIS LE TOUT-PUISSANT OH ! MON ÂME 
10-  ET ADORE SON SAINT NOMCHANTE COMME JAMAIS AVANT 
11-  OH ! MON ÂME  J’ADORERAI SON SAINT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 ONE COURSE ONLY 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ILS SAURONT QUE NOUS SOMMES UN PAR NOTRE AMOUR 
13-  OUI PAR NOTRE AMOUR 
14-  ILS SAURONT QUE NOUS SOMMES UN PAR NOTRE AMOUR 
15-  NOTRE 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*********JESUS IS THE ANSWER 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JÉSUS EST LA RÉPONSE POUR LE MONDE AUJOURD’HUI
17-  PLUS GRAND IL N’Y EN À POINT 
18-  JÉSUS EST LE CHEMIN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*********** SOON AND VERY SOON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BIENTÔT, TRÈS BIENTÔT NOUS ALLONS VOIR LE SEIGNEUR 
20-  ALLÉLUIA, ALLÉLUIA NOUS VERRONS LE SEIGNEUR 
21-  LÀ-HAUT, PLUS DE PLEURS NOUS ALLONS VOIR LE SEIGNEUR  
22-  ALLÉLUIA, ALLÉLUIA NOUS VERRONS LE SEIGNEUR 
</a:t>
            </a: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**** TIS SO SWEET *****************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1-  QU’IL EST BON DE CROIRE EN JÉSUSJUSTE CROIRE EN SA PAROLE 
2-  ET JUSTE SUR SES PROMESSESSAVOIR QU’« AINSI DIT LE SEIGNEUR ! » 
3-  JÉSUS, JÉSUS, COMME JE CROIS EN LUIJE L’AI TANT ÉPROUVÉ 
4-  JÉSUS, JÉSUS, PRÉCIEUX JÉSUS ! 
5-  OH ! TA GRÂCE POUR PLUS DE FOI ENCORE ! 
6-  JE SUIS HEUREUX JE PEUX CROIRE EN LUI 
7-  PRÉCIEUX JÉSUSSAUVEUR, AMI 
8-  ET JE SAIS QUE TU ES AVEC MOI TU LE SERAS JUSQU’À LA FIN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 BLESS THE LORD *******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BÉNIS LE TOUT-PUISSANT OH ! MON ÂME 
10-  ET ADORE SON SAINT NOMCHANTE COMME JAMAIS AVANT 
11-  OH ! MON ÂME  J’ADORERAI SON SAINT NOM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 ONE COURSE ONLY ******</a:t>
            </a:r>
          </a:p>
          <a:p>
            <a:pPr>
              <a:defRPr/>
            </a:pPr>
            <a:r>
              <a:rPr lang="fr-FR" smtClean="0"/>
              <a:t>12-  ILS SAURONT QUE NOUS SOMMES UN PAR NOTRE AMOUR 
13-  OUI PAR NOTRE AMOUR 
14-  ILS SAURONT QUE NOUS SOMMES UN PAR NOTRE AMOUR 
15-  NOTRE AMOUR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*********JESUS IS THE ANSWER ******</a:t>
            </a:r>
          </a:p>
          <a:p>
            <a:pPr>
              <a:defRPr/>
            </a:pPr>
            <a:r>
              <a:rPr lang="fr-FR" smtClean="0"/>
              <a:t>16-  JÉSUS EST LA RÉPONSE POUR LE MONDE AUJOURD’HUI
17-  PLUS GRAND IL N’Y EN À POINT 
18-  JÉSUS EST LE CHEMIN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 SOON AND VERY SOON *****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19-  BIENTÔT, TRÈS BIENTÔT NOUS ALLONS VOIR LE SEIGNEUR 
20-  ALLÉLUIA, ALLÉLUIA NOUS VERRONS LE SEIGNEUR 
21-  LÀ-HAUT, PLUS DE PLEURS NOUS ALLONS VOIR LE SEIGNEUR  
22-  ALLÉLUIA, ALLÉLUIA NOUS VERRONS LE SEIGNEUR 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xmlns="" val="41008408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 TIS SO SWEET 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QU’IL EST BON DE CROIRE EN JÉSUSJUSTE CROIRE EN SA PAROLE 
2-  ET JUSTE SUR SES PROMESSESSAVOIR QU’« AINSI DIT LE SEIGNEUR ! » 
3-  JÉSUS, JÉSUS, COMME JE CROIS EN LUIJE L’AI TANT ÉPROUVÉ 
4-  JÉSUS, JÉSUS, PRÉCIEUX JÉSUS ! 
5-  OH ! TA GRÂCE POUR PLUS DE FOI ENCORE ! 
6-  JE SUIS HEUREUX JE PEUX CROIRE EN LUI 
7-  PRÉCIEUX JÉSUSSAUVEUR, AMI 
8-  ET JE SAIS QUE TU ES AVEC MOI TU LE SERAS JUSQU’À LA FIN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********** BLESS THE LORD 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BÉNIS LE TOUT-PUISSANT OH ! MON ÂME 
10-  ET ADORE SON SAINT NOMCHANTE COMME JAMAIS AVANT 
11-  OH ! MON ÂME  J’ADORERAI SON SAINT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 ONE COURSE ONLY 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ILS SAURONT QUE NOUS SOMMES UN PAR NOTRE AMOUR 
13-  OUI PAR NOTRE AMOUR 
14-  ILS SAURONT QUE NOUS SOMMES UN PAR NOTRE AMOUR 
15-  NOTRE 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*********JESUS IS THE ANSWER 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JÉSUS EST LA RÉPONSE POUR LE MONDE AUJOURD’HUI
17-  PLUS GRAND IL N’Y EN À POINT 
18-  JÉSUS EST LE CHEMIN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*********** SOON AND VERY SOON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BIENTÔT, TRÈS BIENTÔT NOUS ALLONS VOIR LE SEIGNEUR 
20-  ALLÉLUIA, ALLÉLUIA NOUS VERRONS LE SEIGNEUR 
21-  LÀ-HAUT, PLUS DE PLEURS NOUS ALLONS VOIR LE SEIGNEUR  
22-  ALLÉLUIA, ALLÉLUIA NOUS VERRONS LE SEIGNEUR 
</a:t>
            </a: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**** TIS SO SWEET *****************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1-  QU’IL EST BON DE CROIRE EN JÉSUSJUSTE CROIRE EN SA PAROLE 
2-  ET JUSTE SUR SES PROMESSESSAVOIR QU’« AINSI DIT LE SEIGNEUR ! » 
3-  JÉSUS, JÉSUS, COMME JE CROIS EN LUIJE L’AI TANT ÉPROUVÉ 
4-  JÉSUS, JÉSUS, PRÉCIEUX JÉSUS ! 
5-  OH ! TA GRÂCE POUR PLUS DE FOI ENCORE ! 
6-  JE SUIS HEUREUX JE PEUX CROIRE EN LUI 
7-  PRÉCIEUX JÉSUSSAUVEUR, AMI 
8-  ET JE SAIS QUE TU ES AVEC MOI TU LE SERAS JUSQU’À LA FIN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 BLESS THE LORD *******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BÉNIS LE TOUT-PUISSANT OH ! MON ÂME 
10-  ET ADORE SON SAINT NOMCHANTE COMME JAMAIS AVANT 
11-  OH ! MON ÂME  J’ADORERAI SON SAINT NOM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 ONE COURSE ONLY ******</a:t>
            </a:r>
          </a:p>
          <a:p>
            <a:pPr>
              <a:defRPr/>
            </a:pPr>
            <a:r>
              <a:rPr lang="fr-FR" smtClean="0"/>
              <a:t>12-  ILS SAURONT QUE NOUS SOMMES UN PAR NOTRE AMOUR 
13-  OUI PAR NOTRE AMOUR 
14-  ILS SAURONT QUE NOUS SOMMES UN PAR NOTRE AMOUR 
15-  NOTRE AMOUR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*********JESUS IS THE ANSWER ******</a:t>
            </a:r>
          </a:p>
          <a:p>
            <a:pPr>
              <a:defRPr/>
            </a:pPr>
            <a:r>
              <a:rPr lang="fr-FR" smtClean="0"/>
              <a:t>16-  JÉSUS EST LA RÉPONSE POUR LE MONDE AUJOURD’HUI
17-  PLUS GRAND IL N’Y EN À POINT 
18-  JÉSUS EST LE CHEMIN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 SOON AND VERY SOON *****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19-  BIENTÔT, TRÈS BIENTÔT NOUS ALLONS VOIR LE SEIGNEUR 
20-  ALLÉLUIA, ALLÉLUIA NOUS VERRONS LE SEIGNEUR 
21-  LÀ-HAUT, PLUS DE PLEURS NOUS ALLONS VOIR LE SEIGNEUR  
22-  ALLÉLUIA, ALLÉLUIA NOUS VERRONS LE SEIGNEUR 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xmlns="" val="363006517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 TIS SO SWEET 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QU’IL EST BON DE CROIRE EN JÉSUSJUSTE CROIRE EN SA PAROLE 
2-  ET JUSTE SUR SES PROMESSESSAVOIR QU’« AINSI DIT LE SEIGNEUR ! » 
3-  JÉSUS, JÉSUS, COMME JE CROIS EN LUIJE L’AI TANT ÉPROUVÉ 
4-  JÉSUS, JÉSUS, PRÉCIEUX JÉSUS ! 
5-  OH ! TA GRÂCE POUR PLUS DE FOI ENCORE ! 
6-  JE SUIS HEUREUX JE PEUX CROIRE EN LUI 
7-  PRÉCIEUX JÉSUSSAUVEUR, AMI 
8-  ET JE SAIS QUE TU ES AVEC MOI TU LE SERAS JUSQU’À LA FIN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********** BLESS THE LORD 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BÉNIS LE TOUT-PUISSANT OH ! MON ÂME 
10-  ET ADORE SON SAINT NOMCHANTE COMME JAMAIS AVANT 
11-  OH ! MON ÂME  J’ADORERAI SON SAINT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 ONE COURSE ONLY 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ILS SAURONT QUE NOUS SOMMES UN PAR NOTRE AMOUR 
13-  OUI PAR NOTRE AMOUR 
14-  ILS SAURONT QUE NOUS SOMMES UN PAR NOTRE AMOUR 
15-  NOTRE 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*********JESUS IS THE ANSWER 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JÉSUS EST LA RÉPONSE POUR LE MONDE AUJOURD’HUI
17-  PLUS GRAND IL N’Y EN À POINT 
18-  JÉSUS EST LE CHEMIN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*********** SOON AND VERY SOON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BIENTÔT, TRÈS BIENTÔT NOUS ALLONS VOIR LE SEIGNEUR 
20-  ALLÉLUIA, ALLÉLUIA NOUS VERRONS LE SEIGNEUR 
21-  LÀ-HAUT, PLUS DE PLEURS NOUS ALLONS VOIR LE SEIGNEUR  
22-  ALLÉLUIA, ALLÉLUIA NOUS VERRONS LE SEIGNEUR 
</a:t>
            </a: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**** TIS SO SWEET *****************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1-  QU’IL EST BON DE CROIRE EN JÉSUSJUSTE CROIRE EN SA PAROLE 
2-  ET JUSTE SUR SES PROMESSESSAVOIR QU’« AINSI DIT LE SEIGNEUR ! » 
3-  JÉSUS, JÉSUS, COMME JE CROIS EN LUIJE L’AI TANT ÉPROUVÉ 
4-  JÉSUS, JÉSUS, PRÉCIEUX JÉSUS ! 
5-  OH ! TA GRÂCE POUR PLUS DE FOI ENCORE ! 
6-  JE SUIS HEUREUX JE PEUX CROIRE EN LUI 
7-  PRÉCIEUX JÉSUSSAUVEUR, AMI 
8-  ET JE SAIS QUE TU ES AVEC MOI TU LE SERAS JUSQU’À LA FIN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 BLESS THE LORD *******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BÉNIS LE TOUT-PUISSANT OH ! MON ÂME 
10-  ET ADORE SON SAINT NOMCHANTE COMME JAMAIS AVANT 
11-  OH ! MON ÂME  J’ADORERAI SON SAINT NOM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 ONE COURSE ONLY ******</a:t>
            </a:r>
          </a:p>
          <a:p>
            <a:pPr>
              <a:defRPr/>
            </a:pPr>
            <a:r>
              <a:rPr lang="fr-FR" smtClean="0"/>
              <a:t>12-  ILS SAURONT QUE NOUS SOMMES UN PAR NOTRE AMOUR 
13-  OUI PAR NOTRE AMOUR 
14-  ILS SAURONT QUE NOUS SOMMES UN PAR NOTRE AMOUR 
15-  NOTRE AMOUR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*********JESUS IS THE ANSWER ******</a:t>
            </a:r>
          </a:p>
          <a:p>
            <a:pPr>
              <a:defRPr/>
            </a:pPr>
            <a:r>
              <a:rPr lang="fr-FR" smtClean="0"/>
              <a:t>16-  JÉSUS EST LA RÉPONSE POUR LE MONDE AUJOURD’HUI
17-  PLUS GRAND IL N’Y EN À POINT 
18-  JÉSUS EST LE CHEMIN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 SOON AND VERY SOON *****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19-  BIENTÔT, TRÈS BIENTÔT NOUS ALLONS VOIR LE SEIGNEUR 
20-  ALLÉLUIA, ALLÉLUIA NOUS VERRONS LE SEIGNEUR 
21-  LÀ-HAUT, PLUS DE PLEURS NOUS ALLONS VOIR LE SEIGNEUR  
22-  ALLÉLUIA, ALLÉLUIA NOUS VERRONS LE SEIGNEUR 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xmlns="" val="363006517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 TIS SO SWEET 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QU’IL EST BON DE CROIRE EN JÉSUSJUSTE CROIRE EN SA PAROLE 
2-  ET JUSTE SUR SES PROMESSESSAVOIR QU’« AINSI DIT LE SEIGNEUR ! » 
3-  JÉSUS, JÉSUS, COMME JE CROIS EN LUIJE L’AI TANT ÉPROUVÉ 
4-  JÉSUS, JÉSUS, PRÉCIEUX JÉSUS ! 
5-  OH ! TA GRÂCE POUR PLUS DE FOI ENCORE ! 
6-  JE SUIS HEUREUX JE PEUX CROIRE EN LUI 
7-  PRÉCIEUX JÉSUSSAUVEUR, AMI 
8-  ET JE SAIS QUE TU ES AVEC MOI TU LE SERAS JUSQU’À LA FIN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********** BLESS THE LORD 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BÉNIS LE TOUT-PUISSANT OH ! MON ÂME 
10-  ET ADORE SON SAINT NOMCHANTE COMME JAMAIS AVANT 
11-  OH ! MON ÂME  J’ADORERAI SON SAINT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 ONE COURSE ONLY 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ILS SAURONT QUE NOUS SOMMES UN PAR NOTRE AMOUR 
13-  OUI PAR NOTRE AMOUR 
14-  ILS SAURONT QUE NOUS SOMMES UN PAR NOTRE AMOUR 
15-  NOTRE 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*********JESUS IS THE ANSWER 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JÉSUS EST LA RÉPONSE POUR LE MONDE AUJOURD’HUI
17-  PLUS GRAND IL N’Y EN À POINT 
18-  JÉSUS EST LE CHEMIN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*********** SOON AND VERY SOON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BIENTÔT, TRÈS BIENTÔT NOUS ALLONS VOIR LE SEIGNEUR 
20-  ALLÉLUIA, ALLÉLUIA NOUS VERRONS LE SEIGNEUR 
21-  LÀ-HAUT, PLUS DE PLEURS NOUS ALLONS VOIR LE SEIGNEUR  
22-  ALLÉLUIA, ALLÉLUIA NOUS VERRONS LE SEIGNEUR 
</a:t>
            </a: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**** TIS SO SWEET *****************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1-  QU’IL EST BON DE CROIRE EN JÉSUSJUSTE CROIRE EN SA PAROLE 
2-  ET JUSTE SUR SES PROMESSESSAVOIR QU’« AINSI DIT LE SEIGNEUR ! » 
3-  JÉSUS, JÉSUS, COMME JE CROIS EN LUIJE L’AI TANT ÉPROUVÉ 
4-  JÉSUS, JÉSUS, PRÉCIEUX JÉSUS ! 
5-  OH ! TA GRÂCE POUR PLUS DE FOI ENCORE ! 
6-  JE SUIS HEUREUX JE PEUX CROIRE EN LUI 
7-  PRÉCIEUX JÉSUSSAUVEUR, AMI 
8-  ET JE SAIS QUE TU ES AVEC MOI TU LE SERAS JUSQU’À LA FIN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 BLESS THE LORD *******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BÉNIS LE TOUT-PUISSANT OH ! MON ÂME 
10-  ET ADORE SON SAINT NOMCHANTE COMME JAMAIS AVANT 
11-  OH ! MON ÂME  J’ADORERAI SON SAINT NOM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 ONE COURSE ONLY ******</a:t>
            </a:r>
          </a:p>
          <a:p>
            <a:pPr>
              <a:defRPr/>
            </a:pPr>
            <a:r>
              <a:rPr lang="fr-FR" smtClean="0"/>
              <a:t>12-  ILS SAURONT QUE NOUS SOMMES UN PAR NOTRE AMOUR 
13-  OUI PAR NOTRE AMOUR 
14-  ILS SAURONT QUE NOUS SOMMES UN PAR NOTRE AMOUR 
15-  NOTRE AMOUR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*********JESUS IS THE ANSWER ******</a:t>
            </a:r>
          </a:p>
          <a:p>
            <a:pPr>
              <a:defRPr/>
            </a:pPr>
            <a:r>
              <a:rPr lang="fr-FR" smtClean="0"/>
              <a:t>16-  JÉSUS EST LA RÉPONSE POUR LE MONDE AUJOURD’HUI
17-  PLUS GRAND IL N’Y EN À POINT 
18-  JÉSUS EST LE CHEMIN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 SOON AND VERY SOON *****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19-  BIENTÔT, TRÈS BIENTÔT NOUS ALLONS VOIR LE SEIGNEUR 
20-  ALLÉLUIA, ALLÉLUIA NOUS VERRONS LE SEIGNEUR 
21-  LÀ-HAUT, PLUS DE PLEURS NOUS ALLONS VOIR LE SEIGNEUR  
22-  ALLÉLUIA, ALLÉLUIA NOUS VERRONS LE SEIGNEUR 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xmlns="" val="363006517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 TIS SO SWEET 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QU’IL EST BON DE CROIRE EN JÉSUSJUSTE CROIRE EN SA PAROLE 
2-  ET JUSTE SUR SES PROMESSESSAVOIR QU’« AINSI DIT LE SEIGNEUR ! » 
3-  JÉSUS, JÉSUS, COMME JE CROIS EN LUIJE L’AI TANT ÉPROUVÉ 
4-  JÉSUS, JÉSUS, PRÉCIEUX JÉSUS ! 
5-  OH ! TA GRÂCE POUR PLUS DE FOI ENCORE ! 
6-  JE SUIS HEUREUX JE PEUX CROIRE EN LUI 
7-  PRÉCIEUX JÉSUSSAUVEUR, AMI 
8-  ET JE SAIS QUE TU ES AVEC MOI TU LE SERAS JUSQU’À LA FIN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********** BLESS THE LORD 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BÉNIS LE TOUT-PUISSANT OH ! MON ÂME 
10-  ET ADORE SON SAINT NOMCHANTE COMME JAMAIS AVANT 
11-  OH ! MON ÂME  J’ADORERAI SON SAINT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 ONE COURSE ONLY 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ILS SAURONT QUE NOUS SOMMES UN PAR NOTRE AMOUR 
13-  OUI PAR NOTRE AMOUR 
14-  ILS SAURONT QUE NOUS SOMMES UN PAR NOTRE AMOUR 
15-  NOTRE 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*********JESUS IS THE ANSWER 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JÉSUS EST LA RÉPONSE POUR LE MONDE AUJOURD’HUI
17-  PLUS GRAND IL N’Y EN À POINT 
18-  JÉSUS EST LE CHEMIN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*********** SOON AND VERY SOON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BIENTÔT, TRÈS BIENTÔT NOUS ALLONS VOIR LE SEIGNEUR 
20-  ALLÉLUIA, ALLÉLUIA NOUS VERRONS LE SEIGNEUR 
21-  LÀ-HAUT, PLUS DE PLEURS NOUS ALLONS VOIR LE SEIGNEUR  
22-  ALLÉLUIA, ALLÉLUIA NOUS VERRONS LE SEIGNEUR 
</a:t>
            </a: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**** TIS SO SWEET *****************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1-  QU’IL EST BON DE CROIRE EN JÉSUSJUSTE CROIRE EN SA PAROLE 
2-  ET JUSTE SUR SES PROMESSESSAVOIR QU’« AINSI DIT LE SEIGNEUR ! » 
3-  JÉSUS, JÉSUS, COMME JE CROIS EN LUIJE L’AI TANT ÉPROUVÉ 
4-  JÉSUS, JÉSUS, PRÉCIEUX JÉSUS ! 
5-  OH ! TA GRÂCE POUR PLUS DE FOI ENCORE ! 
6-  JE SUIS HEUREUX JE PEUX CROIRE EN LUI 
7-  PRÉCIEUX JÉSUSSAUVEUR, AMI 
8-  ET JE SAIS QUE TU ES AVEC MOI TU LE SERAS JUSQU’À LA FIN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 BLESS THE LORD *******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BÉNIS LE TOUT-PUISSANT OH ! MON ÂME 
10-  ET ADORE SON SAINT NOMCHANTE COMME JAMAIS AVANT 
11-  OH ! MON ÂME  J’ADORERAI SON SAINT NOM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 ONE COURSE ONLY ******</a:t>
            </a:r>
          </a:p>
          <a:p>
            <a:pPr>
              <a:defRPr/>
            </a:pPr>
            <a:r>
              <a:rPr lang="fr-FR" smtClean="0"/>
              <a:t>12-  ILS SAURONT QUE NOUS SOMMES UN PAR NOTRE AMOUR 
13-  OUI PAR NOTRE AMOUR 
14-  ILS SAURONT QUE NOUS SOMMES UN PAR NOTRE AMOUR 
15-  NOTRE AMOUR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*********JESUS IS THE ANSWER ******</a:t>
            </a:r>
          </a:p>
          <a:p>
            <a:pPr>
              <a:defRPr/>
            </a:pPr>
            <a:r>
              <a:rPr lang="fr-FR" smtClean="0"/>
              <a:t>16-  JÉSUS EST LA RÉPONSE POUR LE MONDE AUJOURD’HUI
17-  PLUS GRAND IL N’Y EN À POINT 
18-  JÉSUS EST LE CHEMIN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 SOON AND VERY SOON *****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19-  BIENTÔT, TRÈS BIENTÔT NOUS ALLONS VOIR LE SEIGNEUR 
20-  ALLÉLUIA, ALLÉLUIA NOUS VERRONS LE SEIGNEUR 
21-  LÀ-HAUT, PLUS DE PLEURS NOUS ALLONS VOIR LE SEIGNEUR  
22-  ALLÉLUIA, ALLÉLUIA NOUS VERRONS LE SEIGNEUR 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xmlns="" val="363006517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 TIS SO SWEET 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QU’IL EST BON DE CROIRE EN JÉSUSJUSTE CROIRE EN SA PAROLE 
2-  ET JUSTE SUR SES PROMESSESSAVOIR QU’« AINSI DIT LE SEIGNEUR ! » 
3-  JÉSUS, JÉSUS, COMME JE CROIS EN LUIJE L’AI TANT ÉPROUVÉ 
4-  JÉSUS, JÉSUS, PRÉCIEUX JÉSUS ! 
5-  OH ! TA GRÂCE POUR PLUS DE FOI ENCORE ! 
6-  JE SUIS HEUREUX JE PEUX CROIRE EN LUI 
7-  PRÉCIEUX JÉSUSSAUVEUR, AMI 
8-  ET JE SAIS QUE TU ES AVEC MOI TU LE SERAS JUSQU’À LA FIN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********** BLESS THE LORD 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BÉNIS LE TOUT-PUISSANT OH ! MON ÂME 
10-  ET ADORE SON SAINT NOMCHANTE COMME JAMAIS AVANT 
11-  OH ! MON ÂME  J’ADORERAI SON SAINT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 ONE COURSE ONLY 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ILS SAURONT QUE NOUS SOMMES UN PAR NOTRE AMOUR 
13-  OUI PAR NOTRE AMOUR 
14-  ILS SAURONT QUE NOUS SOMMES UN PAR NOTRE AMOUR 
15-  NOTRE 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*********JESUS IS THE ANSWER 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JÉSUS EST LA RÉPONSE POUR LE MONDE AUJOURD’HUI
17-  PLUS GRAND IL N’Y EN À POINT 
18-  JÉSUS EST LE CHEMIN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*********** SOON AND VERY SOON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BIENTÔT, TRÈS BIENTÔT NOUS ALLONS VOIR LE SEIGNEUR 
20-  ALLÉLUIA, ALLÉLUIA NOUS VERRONS LE SEIGNEUR 
21-  LÀ-HAUT, PLUS DE PLEURS NOUS ALLONS VOIR LE SEIGNEUR  
22-  ALLÉLUIA, ALLÉLUIA NOUS VERRONS LE SEIGNEUR 
</a:t>
            </a: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**** TIS SO SWEET *****************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1-  QU’IL EST BON DE CROIRE EN JÉSUSJUSTE CROIRE EN SA PAROLE 
2-  ET JUSTE SUR SES PROMESSESSAVOIR QU’« AINSI DIT LE SEIGNEUR ! » 
3-  JÉSUS, JÉSUS, COMME JE CROIS EN LUIJE L’AI TANT ÉPROUVÉ 
4-  JÉSUS, JÉSUS, PRÉCIEUX JÉSUS ! 
5-  OH ! TA GRÂCE POUR PLUS DE FOI ENCORE ! 
6-  JE SUIS HEUREUX JE PEUX CROIRE EN LUI 
7-  PRÉCIEUX JÉSUSSAUVEUR, AMI 
8-  ET JE SAIS QUE TU ES AVEC MOI TU LE SERAS JUSQU’À LA FIN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 BLESS THE LORD *******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BÉNIS LE TOUT-PUISSANT OH ! MON ÂME 
10-  ET ADORE SON SAINT NOMCHANTE COMME JAMAIS AVANT 
11-  OH ! MON ÂME  J’ADORERAI SON SAINT NOM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 ONE COURSE ONLY ******</a:t>
            </a:r>
          </a:p>
          <a:p>
            <a:pPr>
              <a:defRPr/>
            </a:pPr>
            <a:r>
              <a:rPr lang="fr-FR" smtClean="0"/>
              <a:t>12-  ILS SAURONT QUE NOUS SOMMES UN PAR NOTRE AMOUR 
13-  OUI PAR NOTRE AMOUR 
14-  ILS SAURONT QUE NOUS SOMMES UN PAR NOTRE AMOUR 
15-  NOTRE AMOUR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*********JESUS IS THE ANSWER ******</a:t>
            </a:r>
          </a:p>
          <a:p>
            <a:pPr>
              <a:defRPr/>
            </a:pPr>
            <a:r>
              <a:rPr lang="fr-FR" smtClean="0"/>
              <a:t>16-  JÉSUS EST LA RÉPONSE POUR LE MONDE AUJOURD’HUI
17-  PLUS GRAND IL N’Y EN À POINT 
18-  JÉSUS EST LE CHEMIN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 SOON AND VERY SOON *****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19-  BIENTÔT, TRÈS BIENTÔT NOUS ALLONS VOIR LE SEIGNEUR 
20-  ALLÉLUIA, ALLÉLUIA NOUS VERRONS LE SEIGNEUR 
21-  LÀ-HAUT, PLUS DE PLEURS NOUS ALLONS VOIR LE SEIGNEUR  
22-  ALLÉLUIA, ALLÉLUIA NOUS VERRONS LE SEIGNEUR 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xmlns="" val="363006517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 TIS SO SWEET 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QU’IL EST BON DE CROIRE EN JÉSUSJUSTE CROIRE EN SA PAROLE 
2-  ET JUSTE SUR SES PROMESSESSAVOIR QU’« AINSI DIT LE SEIGNEUR ! » 
3-  JÉSUS, JÉSUS, COMME JE CROIS EN LUIJE L’AI TANT ÉPROUVÉ 
4-  JÉSUS, JÉSUS, PRÉCIEUX JÉSUS ! 
5-  OH ! TA GRÂCE POUR PLUS DE FOI ENCORE ! 
6-  JE SUIS HEUREUX JE PEUX CROIRE EN LUI 
7-  PRÉCIEUX JÉSUSSAUVEUR, AMI 
8-  ET JE SAIS QUE TU ES AVEC MOI TU LE SERAS JUSQU’À LA FIN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********** BLESS THE LORD 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BÉNIS LE TOUT-PUISSANT OH ! MON ÂME 
10-  ET ADORE SON SAINT NOMCHANTE COMME JAMAIS AVANT 
11-  OH ! MON ÂME  J’ADORERAI SON SAINT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 ONE COURSE ONLY 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ILS SAURONT QUE NOUS SOMMES UN PAR NOTRE AMOUR 
13-  OUI PAR NOTRE AMOUR 
14-  ILS SAURONT QUE NOUS SOMMES UN PAR NOTRE AMOUR 
15-  NOTRE 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*********JESUS IS THE ANSWER 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JÉSUS EST LA RÉPONSE POUR LE MONDE AUJOURD’HUI
17-  PLUS GRAND IL N’Y EN À POINT 
18-  JÉSUS EST LE CHEMIN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*********** SOON AND VERY SOON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BIENTÔT, TRÈS BIENTÔT NOUS ALLONS VOIR LE SEIGNEUR 
20-  ALLÉLUIA, ALLÉLUIA NOUS VERRONS LE SEIGNEUR 
21-  LÀ-HAUT, PLUS DE PLEURS NOUS ALLONS VOIR LE SEIGNEUR  
22-  ALLÉLUIA, ALLÉLUIA NOUS VERRONS LE SEIGNEUR 
</a:t>
            </a: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**** TIS SO SWEET *****************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1-  QU’IL EST BON DE CROIRE EN JÉSUSJUSTE CROIRE EN SA PAROLE 
2-  ET JUSTE SUR SES PROMESSESSAVOIR QU’« AINSI DIT LE SEIGNEUR ! » 
3-  JÉSUS, JÉSUS, COMME JE CROIS EN LUIJE L’AI TANT ÉPROUVÉ 
4-  JÉSUS, JÉSUS, PRÉCIEUX JÉSUS ! 
5-  OH ! TA GRÂCE POUR PLUS DE FOI ENCORE ! 
6-  JE SUIS HEUREUX JE PEUX CROIRE EN LUI 
7-  PRÉCIEUX JÉSUSSAUVEUR, AMI 
8-  ET JE SAIS QUE TU ES AVEC MOI TU LE SERAS JUSQU’À LA FIN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 BLESS THE LORD *******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BÉNIS LE TOUT-PUISSANT OH ! MON ÂME 
10-  ET ADORE SON SAINT NOMCHANTE COMME JAMAIS AVANT 
11-  OH ! MON ÂME  J’ADORERAI SON SAINT NOM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 ONE COURSE ONLY ******</a:t>
            </a:r>
          </a:p>
          <a:p>
            <a:pPr>
              <a:defRPr/>
            </a:pPr>
            <a:r>
              <a:rPr lang="fr-FR" smtClean="0"/>
              <a:t>12-  ILS SAURONT QUE NOUS SOMMES UN PAR NOTRE AMOUR 
13-  OUI PAR NOTRE AMOUR 
14-  ILS SAURONT QUE NOUS SOMMES UN PAR NOTRE AMOUR 
15-  NOTRE AMOUR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*********JESUS IS THE ANSWER ******</a:t>
            </a:r>
          </a:p>
          <a:p>
            <a:pPr>
              <a:defRPr/>
            </a:pPr>
            <a:r>
              <a:rPr lang="fr-FR" smtClean="0"/>
              <a:t>16-  JÉSUS EST LA RÉPONSE POUR LE MONDE AUJOURD’HUI
17-  PLUS GRAND IL N’Y EN À POINT 
18-  JÉSUS EST LE CHEMIN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 SOON AND VERY SOON *****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19-  BIENTÔT, TRÈS BIENTÔT NOUS ALLONS VOIR LE SEIGNEUR 
20-  ALLÉLUIA, ALLÉLUIA NOUS VERRONS LE SEIGNEUR 
21-  LÀ-HAUT, PLUS DE PLEURS NOUS ALLONS VOIR LE SEIGNEUR  
22-  ALLÉLUIA, ALLÉLUIA NOUS VERRONS LE SEIGNEUR 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xmlns="" val="377225407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 TIS SO SWEET 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QU’IL EST BON DE CROIRE EN JÉSUSJUSTE CROIRE EN SA PAROLE 
2-  ET JUSTE SUR SES PROMESSESSAVOIR QU’« AINSI DIT LE SEIGNEUR ! » 
3-  JÉSUS, JÉSUS, COMME JE CROIS EN LUIJE L’AI TANT ÉPROUVÉ 
4-  JÉSUS, JÉSUS, PRÉCIEUX JÉSUS ! 
5-  OH ! TA GRÂCE POUR PLUS DE FOI ENCORE ! 
6-  JE SUIS HEUREUX JE PEUX CROIRE EN LUI 
7-  PRÉCIEUX JÉSUSSAUVEUR, AMI 
8-  ET JE SAIS QUE TU ES AVEC MOI TU LE SERAS JUSQU’À LA FIN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********** BLESS THE LORD 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BÉNIS LE TOUT-PUISSANT OH ! MON ÂME 
10-  ET ADORE SON SAINT NOMCHANTE COMME JAMAIS AVANT 
11-  OH ! MON ÂME  J’ADORERAI SON SAINT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 ONE COURSE ONLY 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ILS SAURONT QUE NOUS SOMMES UN PAR NOTRE AMOUR 
13-  OUI PAR NOTRE AMOUR 
14-  ILS SAURONT QUE NOUS SOMMES UN PAR NOTRE AMOUR 
15-  NOTRE 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*********JESUS IS THE ANSWER 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JÉSUS EST LA RÉPONSE POUR LE MONDE AUJOURD’HUI
17-  PLUS GRAND IL N’Y EN À POINT 
18-  JÉSUS EST LE CHEMIN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*********** SOON AND VERY SOON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BIENTÔT, TRÈS BIENTÔT NOUS ALLONS VOIR LE SEIGNEUR 
20-  ALLÉLUIA, ALLÉLUIA NOUS VERRONS LE SEIGNEUR 
21-  LÀ-HAUT, PLUS DE PLEURS NOUS ALLONS VOIR LE SEIGNEUR  
22-  ALLÉLUIA, ALLÉLUIA NOUS VERRONS LE SEIGNEUR 
</a:t>
            </a: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**** TIS SO SWEET *****************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1-  QU’IL EST BON DE CROIRE EN JÉSUSJUSTE CROIRE EN SA PAROLE 
2-  ET JUSTE SUR SES PROMESSESSAVOIR QU’« AINSI DIT LE SEIGNEUR ! » 
3-  JÉSUS, JÉSUS, COMME JE CROIS EN LUIJE L’AI TANT ÉPROUVÉ 
4-  JÉSUS, JÉSUS, PRÉCIEUX JÉSUS ! 
5-  OH ! TA GRÂCE POUR PLUS DE FOI ENCORE ! 
6-  JE SUIS HEUREUX JE PEUX CROIRE EN LUI 
7-  PRÉCIEUX JÉSUSSAUVEUR, AMI 
8-  ET JE SAIS QUE TU ES AVEC MOI TU LE SERAS JUSQU’À LA FIN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 BLESS THE LORD *******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BÉNIS LE TOUT-PUISSANT OH ! MON ÂME 
10-  ET ADORE SON SAINT NOMCHANTE COMME JAMAIS AVANT 
11-  OH ! MON ÂME  J’ADORERAI SON SAINT NOM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 ONE COURSE ONLY ******</a:t>
            </a:r>
          </a:p>
          <a:p>
            <a:pPr>
              <a:defRPr/>
            </a:pPr>
            <a:r>
              <a:rPr lang="fr-FR" smtClean="0"/>
              <a:t>12-  ILS SAURONT QUE NOUS SOMMES UN PAR NOTRE AMOUR 
13-  OUI PAR NOTRE AMOUR 
14-  ILS SAURONT QUE NOUS SOMMES UN PAR NOTRE AMOUR 
15-  NOTRE AMOUR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*********JESUS IS THE ANSWER ******</a:t>
            </a:r>
          </a:p>
          <a:p>
            <a:pPr>
              <a:defRPr/>
            </a:pPr>
            <a:r>
              <a:rPr lang="fr-FR" smtClean="0"/>
              <a:t>16-  JÉSUS EST LA RÉPONSE POUR LE MONDE AUJOURD’HUI
17-  PLUS GRAND IL N’Y EN À POINT 
18-  JÉSUS EST LE CHEMIN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 SOON AND VERY SOON *****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19-  BIENTÔT, TRÈS BIENTÔT NOUS ALLONS VOIR LE SEIGNEUR 
20-  ALLÉLUIA, ALLÉLUIA NOUS VERRONS LE SEIGNEUR 
21-  LÀ-HAUT, PLUS DE PLEURS NOUS ALLONS VOIR LE SEIGNEUR  
22-  ALLÉLUIA, ALLÉLUIA NOUS VERRONS LE SEIGNEUR 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xmlns="" val="127349259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**** TIS SO SWEET *****************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QU’IL EST BON DE CROIRE EN JÉSUSJUSTE CROIRE EN SA PAROLE 
2-  ET JUSTE SUR SES PROMESSESSAVOIR QU’« AINSI DIT LE SEIGNEUR ! » 
3-  JÉSUS, JÉSUS, COMME JE CROIS EN LUIJE L’AI TANT ÉPROUVÉ 
4-  JÉSUS, JÉSUS, PRÉCIEUX JÉSUS ! 
5-  OH ! TA GRÂCE POUR PLUS DE FOI ENCORE ! 
6-  JE SUIS HEUREUX JE PEUX CROIRE EN LUI 
7-  PRÉCIEUX JÉSUSSAUVEUR, AMI 
8-  ET JE SAIS QUE TU ES AVEC MOI TU LE SERAS JUSQU’À LA FIN 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********** BLESS THE LORD *******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BÉNIS LE TOUT-PUISSANT OH ! MON ÂME 
10-  ET ADORE SON SAINT NOMCHANTE COMME JAMAIS AVANT 
11-  OH ! MON ÂME  J’ADORERAI SON SAINT NOM 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***** ONE COURSE ONLY ******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12-  ILS SAURONT QUE NOUS SOMMES UN PAR NOTRE AMOUR 
13-  OUI PAR NOTRE AMOUR 
14-  ILS SAURONT QUE NOUS SOMMES UN PAR NOTRE AMOUR 
15-  NOTRE AMOUR 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*********JESUS IS THE ANSWER ******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16-  JÉSUS EST LA RÉPONSE POUR LE MONDE AUJOURD’HUI
17-  PLUS GRAND IL N’Y EN À POINT 
18-  JÉSUS EST LE CHEMIN 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*********** SOON AND VERY SOON *****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19-  BIENTÔT, TRÈS BIENTÔT NOUS ALLONS VOIR LE SEIGNEUR 
20-  ALLÉLUIA, ALLÉLUIA NOUS VERRONS LE SEIGNEUR 
21-  LÀ-HAUT, PLUS DE PLEURS NOUS ALLONS VOIR LE SEIGNEUR  
22-  ALLÉLUIA, ALLÉLUIA NOUS VERRONS LE SEIGNEUR 
</a:t>
            </a: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**** TIS SO SWEET *****************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1-  QU’IL EST BON DE CROIRE EN JÉSUSJUSTE CROIRE EN SA PAROLE 
2-  ET JUSTE SUR SES PROMESSESSAVOIR QU’« AINSI DIT LE SEIGNEUR ! » 
3-  JÉSUS, JÉSUS, COMME JE CROIS EN LUIJE L’AI TANT ÉPROUVÉ 
4-  JÉSUS, JÉSUS, PRÉCIEUX JÉSUS ! 
5-  OH ! TA GRÂCE POUR PLUS DE FOI ENCORE ! 
6-  JE SUIS HEUREUX JE PEUX CROIRE EN LUI 
7-  PRÉCIEUX JÉSUSSAUVEUR, AMI 
8-  ET JE SAIS QUE TU ES AVEC MOI TU LE SERAS JUSQU’À LA FIN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 BLESS THE LORD *******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BÉNIS LE TOUT-PUISSANT OH ! MON ÂME 
10-  ET ADORE SON SAINT NOMCHANTE COMME JAMAIS AVANT 
11-  OH ! MON ÂME  J’ADORERAI SON SAINT NOM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 ONE COURSE ONLY ******</a:t>
            </a:r>
          </a:p>
          <a:p>
            <a:pPr>
              <a:defRPr/>
            </a:pPr>
            <a:r>
              <a:rPr lang="fr-FR" smtClean="0"/>
              <a:t>12-  ILS SAURONT QUE NOUS SOMMES UN PAR NOTRE AMOUR 
13-  OUI PAR NOTRE AMOUR 
14-  ILS SAURONT QUE NOUS SOMMES UN PAR NOTRE AMOUR 
15-  NOTRE AMOUR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*********JESUS IS THE ANSWER ******</a:t>
            </a:r>
          </a:p>
          <a:p>
            <a:pPr>
              <a:defRPr/>
            </a:pPr>
            <a:r>
              <a:rPr lang="fr-FR" smtClean="0"/>
              <a:t>16-  JÉSUS EST LA RÉPONSE POUR LE MONDE AUJOURD’HUI
17-  PLUS GRAND IL N’Y EN À POINT 
18-  JÉSUS EST LE CHEMIN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 SOON AND VERY SOON *****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19-  BIENTÔT, TRÈS BIENTÔT NOUS ALLONS VOIR LE SEIGNEUR 
20-  ALLÉLUIA, ALLÉLUIA NOUS VERRONS LE SEIGNEUR 
21-  LÀ-HAUT, PLUS DE PLEURS NOUS ALLONS VOIR LE SEIGNEUR  
22-  ALLÉLUIA, ALLÉLUIA NOUS VERRONS LE SEIGNEUR 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xmlns="" val="127349259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 TIS SO SWEET 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QU’IL EST BON DE CROIRE EN JÉSUSJUSTE CROIRE EN SA PAROLE 
2-  ET JUSTE SUR SES PROMESSESSAVOIR QU’« AINSI DIT LE SEIGNEUR ! » 
3-  JÉSUS, JÉSUS, COMME JE CROIS EN LUIJE L’AI TANT ÉPROUVÉ 
4-  JÉSUS, JÉSUS, PRÉCIEUX JÉSUS ! 
5-  OH ! TA GRÂCE POUR PLUS DE FOI ENCORE ! 
6-  JE SUIS HEUREUX JE PEUX CROIRE EN LUI 
7-  PRÉCIEUX JÉSUSSAUVEUR, AMI 
8-  ET JE SAIS QUE TU ES AVEC MOI TU LE SERAS JUSQU’À LA FIN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********** BLESS THE LORD 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BÉNIS LE TOUT-PUISSANT OH ! MON ÂME 
10-  ET ADORE SON SAINT NOMCHANTE COMME JAMAIS AVANT 
11-  OH ! MON ÂME  J’ADORERAI SON SAINT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 ONE COURSE ONLY 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ILS SAURONT QUE NOUS SOMMES UN PAR NOTRE AMOUR 
13-  OUI PAR NOTRE AMOUR 
14-  ILS SAURONT QUE NOUS SOMMES UN PAR NOTRE AMOUR 
15-  NOTRE 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*********JESUS IS THE ANSWER 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JÉSUS EST LA RÉPONSE POUR LE MONDE AUJOURD’HUI
17-  PLUS GRAND IL N’Y EN À POINT 
18-  JÉSUS EST LE CHEMIN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*********** SOON AND VERY SOON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BIENTÔT, TRÈS BIENTÔT NOUS ALLONS VOIR LE SEIGNEUR 
20-  ALLÉLUIA, ALLÉLUIA NOUS VERRONS LE SEIGNEUR 
21-  LÀ-HAUT, PLUS DE PLEURS NOUS ALLONS VOIR LE SEIGNEUR  
22-  ALLÉLUIA, ALLÉLUIA NOUS VERRONS LE SEIGNEUR 
</a:t>
            </a: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**** TIS SO SWEET *****************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1-  QU’IL EST BON DE CROIRE EN JÉSUSJUSTE CROIRE EN SA PAROLE 
2-  ET JUSTE SUR SES PROMESSESSAVOIR QU’« AINSI DIT LE SEIGNEUR ! » 
3-  JÉSUS, JÉSUS, COMME JE CROIS EN LUIJE L’AI TANT ÉPROUVÉ 
4-  JÉSUS, JÉSUS, PRÉCIEUX JÉSUS ! 
5-  OH ! TA GRÂCE POUR PLUS DE FOI ENCORE ! 
6-  JE SUIS HEUREUX JE PEUX CROIRE EN LUI 
7-  PRÉCIEUX JÉSUSSAUVEUR, AMI 
8-  ET JE SAIS QUE TU ES AVEC MOI TU LE SERAS JUSQU’À LA FIN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 BLESS THE LORD *******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BÉNIS LE TOUT-PUISSANT OH ! MON ÂME 
10-  ET ADORE SON SAINT NOMCHANTE COMME JAMAIS AVANT 
11-  OH ! MON ÂME  J’ADORERAI SON SAINT NOM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 ONE COURSE ONLY ******</a:t>
            </a:r>
          </a:p>
          <a:p>
            <a:pPr>
              <a:defRPr/>
            </a:pPr>
            <a:r>
              <a:rPr lang="fr-FR" smtClean="0"/>
              <a:t>12-  ILS SAURONT QUE NOUS SOMMES UN PAR NOTRE AMOUR 
13-  OUI PAR NOTRE AMOUR 
14-  ILS SAURONT QUE NOUS SOMMES UN PAR NOTRE AMOUR 
15-  NOTRE AMOUR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*********JESUS IS THE ANSWER ******</a:t>
            </a:r>
          </a:p>
          <a:p>
            <a:pPr>
              <a:defRPr/>
            </a:pPr>
            <a:r>
              <a:rPr lang="fr-FR" smtClean="0"/>
              <a:t>16-  JÉSUS EST LA RÉPONSE POUR LE MONDE AUJOURD’HUI
17-  PLUS GRAND IL N’Y EN À POINT 
18-  JÉSUS EST LE CHEMIN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 SOON AND VERY SOON *****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19-  BIENTÔT, TRÈS BIENTÔT NOUS ALLONS VOIR LE SEIGNEUR 
20-  ALLÉLUIA, ALLÉLUIA NOUS VERRONS LE SEIGNEUR 
21-  LÀ-HAUT, PLUS DE PLEURS NOUS ALLONS VOIR LE SEIGNEUR  
22-  ALLÉLUIA, ALLÉLUIA NOUS VERRONS LE SEIGNEUR 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xmlns="" val="351878452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 TIS SO SWEET 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QU’IL EST BON DE CROIRE EN JÉSUSJUSTE CROIRE EN SA PAROLE 
2-  ET JUSTE SUR SES PROMESSESSAVOIR QU’« AINSI DIT LE SEIGNEUR ! » 
3-  JÉSUS, JÉSUS, COMME JE CROIS EN LUIJE L’AI TANT ÉPROUVÉ 
4-  JÉSUS, JÉSUS, PRÉCIEUX JÉSUS ! 
5-  OH ! TA GRÂCE POUR PLUS DE FOI ENCORE ! 
6-  JE SUIS HEUREUX JE PEUX CROIRE EN LUI 
7-  PRÉCIEUX JÉSUSSAUVEUR, AMI 
8-  ET JE SAIS QUE TU ES AVEC MOI TU LE SERAS JUSQU’À LA FIN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********** BLESS THE LORD 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BÉNIS LE TOUT-PUISSANT OH ! MON ÂME 
10-  ET ADORE SON SAINT NOMCHANTE COMME JAMAIS AVANT 
11-  OH ! MON ÂME  J’ADORERAI SON SAINT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 ONE COURSE ONLY 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ILS SAURONT QUE NOUS SOMMES UN PAR NOTRE AMOUR 
13-  OUI PAR NOTRE AMOUR 
14-  ILS SAURONT QUE NOUS SOMMES UN PAR NOTRE AMOUR 
15-  NOTRE 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*********JESUS IS THE ANSWER 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JÉSUS EST LA RÉPONSE POUR LE MONDE AUJOURD’HUI
17-  PLUS GRAND IL N’Y EN À POINT 
18-  JÉSUS EST LE CHEMIN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*********** SOON AND VERY SOON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BIENTÔT, TRÈS BIENTÔT NOUS ALLONS VOIR LE SEIGNEUR 
20-  ALLÉLUIA, ALLÉLUIA NOUS VERRONS LE SEIGNEUR 
21-  LÀ-HAUT, PLUS DE PLEURS NOUS ALLONS VOIR LE SEIGNEUR  
22-  ALLÉLUIA, ALLÉLUIA NOUS VERRONS LE SEIGNEUR 
</a:t>
            </a: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**** TIS SO SWEET *****************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1-  QU’IL EST BON DE CROIRE EN JÉSUSJUSTE CROIRE EN SA PAROLE 
2-  ET JUSTE SUR SES PROMESSESSAVOIR QU’« AINSI DIT LE SEIGNEUR ! » 
3-  JÉSUS, JÉSUS, COMME JE CROIS EN LUIJE L’AI TANT ÉPROUVÉ 
4-  JÉSUS, JÉSUS, PRÉCIEUX JÉSUS ! 
5-  OH ! TA GRÂCE POUR PLUS DE FOI ENCORE ! 
6-  JE SUIS HEUREUX JE PEUX CROIRE EN LUI 
7-  PRÉCIEUX JÉSUSSAUVEUR, AMI 
8-  ET JE SAIS QUE TU ES AVEC MOI TU LE SERAS JUSQU’À LA FIN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 BLESS THE LORD *******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BÉNIS LE TOUT-PUISSANT OH ! MON ÂME 
10-  ET ADORE SON SAINT NOMCHANTE COMME JAMAIS AVANT 
11-  OH ! MON ÂME  J’ADORERAI SON SAINT NOM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 ONE COURSE ONLY ******</a:t>
            </a:r>
          </a:p>
          <a:p>
            <a:pPr>
              <a:defRPr/>
            </a:pPr>
            <a:r>
              <a:rPr lang="fr-FR" smtClean="0"/>
              <a:t>12-  ILS SAURONT QUE NOUS SOMMES UN PAR NOTRE AMOUR 
13-  OUI PAR NOTRE AMOUR 
14-  ILS SAURONT QUE NOUS SOMMES UN PAR NOTRE AMOUR 
15-  NOTRE AMOUR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*********JESUS IS THE ANSWER ******</a:t>
            </a:r>
          </a:p>
          <a:p>
            <a:pPr>
              <a:defRPr/>
            </a:pPr>
            <a:r>
              <a:rPr lang="fr-FR" smtClean="0"/>
              <a:t>16-  JÉSUS EST LA RÉPONSE POUR LE MONDE AUJOURD’HUI
17-  PLUS GRAND IL N’Y EN À POINT 
18-  JÉSUS EST LE CHEMIN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 SOON AND VERY SOON *****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19-  BIENTÔT, TRÈS BIENTÔT NOUS ALLONS VOIR LE SEIGNEUR 
20-  ALLÉLUIA, ALLÉLUIA NOUS VERRONS LE SEIGNEUR 
21-  LÀ-HAUT, PLUS DE PLEURS NOUS ALLONS VOIR LE SEIGNEUR  
22-  ALLÉLUIA, ALLÉLUIA NOUS VERRONS LE SEIGNEUR 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xmlns="" val="267115677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 TIS SO SWEET 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QU’IL EST BON DE CROIRE EN JÉSUSJUSTE CROIRE EN SA PAROLE 
2-  ET JUSTE SUR SES PROMESSESSAVOIR QU’« AINSI DIT LE SEIGNEUR ! » 
3-  JÉSUS, JÉSUS, COMME JE CROIS EN LUIJE L’AI TANT ÉPROUVÉ 
4-  JÉSUS, JÉSUS, PRÉCIEUX JÉSUS ! 
5-  OH ! TA GRÂCE POUR PLUS DE FOI ENCORE ! 
6-  JE SUIS HEUREUX JE PEUX CROIRE EN LUI 
7-  PRÉCIEUX JÉSUSSAUVEUR, AMI 
8-  ET JE SAIS QUE TU ES AVEC MOI TU LE SERAS JUSQU’À LA FIN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********** BLESS THE LORD 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BÉNIS LE TOUT-PUISSANT OH ! MON ÂME 
10-  ET ADORE SON SAINT NOMCHANTE COMME JAMAIS AVANT 
11-  OH ! MON ÂME  J’ADORERAI SON SAINT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 ONE COURSE ONLY 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ILS SAURONT QUE NOUS SOMMES UN PAR NOTRE AMOUR 
13-  OUI PAR NOTRE AMOUR 
14-  ILS SAURONT QUE NOUS SOMMES UN PAR NOTRE AMOUR 
15-  NOTRE 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*********JESUS IS THE ANSWER 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JÉSUS EST LA RÉPONSE POUR LE MONDE AUJOURD’HUI
17-  PLUS GRAND IL N’Y EN À POINT 
18-  JÉSUS EST LE CHEMIN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*********** SOON AND VERY SOON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BIENTÔT, TRÈS BIENTÔT NOUS ALLONS VOIR LE SEIGNEUR 
20-  ALLÉLUIA, ALLÉLUIA NOUS VERRONS LE SEIGNEUR 
21-  LÀ-HAUT, PLUS DE PLEURS NOUS ALLONS VOIR LE SEIGNEUR  
22-  ALLÉLUIA, ALLÉLUIA NOUS VERRONS LE SEIGNEUR 
</a:t>
            </a: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**** TIS SO SWEET *****************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1-  QU’IL EST BON DE CROIRE EN JÉSUSJUSTE CROIRE EN SA PAROLE 
2-  ET JUSTE SUR SES PROMESSESSAVOIR QU’« AINSI DIT LE SEIGNEUR ! » 
3-  JÉSUS, JÉSUS, COMME JE CROIS EN LUIJE L’AI TANT ÉPROUVÉ 
4-  JÉSUS, JÉSUS, PRÉCIEUX JÉSUS ! 
5-  OH ! TA GRÂCE POUR PLUS DE FOI ENCORE ! 
6-  JE SUIS HEUREUX JE PEUX CROIRE EN LUI 
7-  PRÉCIEUX JÉSUSSAUVEUR, AMI 
8-  ET JE SAIS QUE TU ES AVEC MOI TU LE SERAS JUSQU’À LA FIN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 BLESS THE LORD *******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BÉNIS LE TOUT-PUISSANT OH ! MON ÂME 
10-  ET ADORE SON SAINT NOMCHANTE COMME JAMAIS AVANT 
11-  OH ! MON ÂME  J’ADORERAI SON SAINT NOM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 ONE COURSE ONLY ******</a:t>
            </a:r>
          </a:p>
          <a:p>
            <a:pPr>
              <a:defRPr/>
            </a:pPr>
            <a:r>
              <a:rPr lang="fr-FR" smtClean="0"/>
              <a:t>12-  ILS SAURONT QUE NOUS SOMMES UN PAR NOTRE AMOUR 
13-  OUI PAR NOTRE AMOUR 
14-  ILS SAURONT QUE NOUS SOMMES UN PAR NOTRE AMOUR 
15-  NOTRE AMOUR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*********JESUS IS THE ANSWER ******</a:t>
            </a:r>
          </a:p>
          <a:p>
            <a:pPr>
              <a:defRPr/>
            </a:pPr>
            <a:r>
              <a:rPr lang="fr-FR" smtClean="0"/>
              <a:t>16-  JÉSUS EST LA RÉPONSE POUR LE MONDE AUJOURD’HUI
17-  PLUS GRAND IL N’Y EN À POINT 
18-  JÉSUS EST LE CHEMIN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 SOON AND VERY SOON *****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19-  BIENTÔT, TRÈS BIENTÔT NOUS ALLONS VOIR LE SEIGNEUR 
20-  ALLÉLUIA, ALLÉLUIA NOUS VERRONS LE SEIGNEUR 
21-  LÀ-HAUT, PLUS DE PLEURS NOUS ALLONS VOIR LE SEIGNEUR  
22-  ALLÉLUIA, ALLÉLUIA NOUS VERRONS LE SEIGNEUR 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xmlns="" val="425203610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 TIS SO SWEET 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QU’IL EST BON DE CROIRE EN JÉSUSJUSTE CROIRE EN SA PAROLE 
2-  ET JUSTE SUR SES PROMESSESSAVOIR QU’« AINSI DIT LE SEIGNEUR ! » 
3-  JÉSUS, JÉSUS, COMME JE CROIS EN LUIJE L’AI TANT ÉPROUVÉ 
4-  JÉSUS, JÉSUS, PRÉCIEUX JÉSUS ! 
5-  OH ! TA GRÂCE POUR PLUS DE FOI ENCORE ! 
6-  JE SUIS HEUREUX JE PEUX CROIRE EN LUI 
7-  PRÉCIEUX JÉSUSSAUVEUR, AMI 
8-  ET JE SAIS QUE TU ES AVEC MOI TU LE SERAS JUSQU’À LA FIN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********** BLESS THE LORD 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BÉNIS LE TOUT-PUISSANT OH ! MON ÂME 
10-  ET ADORE SON SAINT NOMCHANTE COMME JAMAIS AVANT 
11-  OH ! MON ÂME  J’ADORERAI SON SAINT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 ONE COURSE ONLY 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ILS SAURONT QUE NOUS SOMMES UN PAR NOTRE AMOUR 
13-  OUI PAR NOTRE AMOUR 
14-  ILS SAURONT QUE NOUS SOMMES UN PAR NOTRE AMOUR 
15-  NOTRE 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*********JESUS IS THE ANSWER 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JÉSUS EST LA RÉPONSE POUR LE MONDE AUJOURD’HUI
17-  PLUS GRAND IL N’Y EN À POINT 
18-  JÉSUS EST LE CHEMIN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*********** SOON AND VERY SOON 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BIENTÔT, TRÈS BIENTÔT NOUS ALLONS VOIR LE SEIGNEUR 
20-  ALLÉLUIA, ALLÉLUIA NOUS VERRONS LE SEIGNEUR 
21-  LÀ-HAUT, PLUS DE PLEURS NOUS ALLONS VOIR LE SEIGNEUR  
22-  ALLÉLUIA, ALLÉLUIA NOUS VERRONS LE SEIGNEUR 
</a:t>
            </a: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**** TIS SO SWEET *****************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1-  QU’IL EST BON DE CROIRE EN JÉSUSJUSTE CROIRE EN SA PAROLE 
2-  ET JUSTE SUR SES PROMESSESSAVOIR QU’« AINSI DIT LE SEIGNEUR ! » 
3-  JÉSUS, JÉSUS, COMME JE CROIS EN LUIJE L’AI TANT ÉPROUVÉ 
4-  JÉSUS, JÉSUS, PRÉCIEUX JÉSUS ! 
5-  OH ! TA GRÂCE POUR PLUS DE FOI ENCORE ! 
6-  JE SUIS HEUREUX JE PEUX CROIRE EN LUI 
7-  PRÉCIEUX JÉSUSSAUVEUR, AMI 
8-  ET JE SAIS QUE TU ES AVEC MOI TU LE SERAS JUSQU’À LA FIN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 BLESS THE LORD *******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BÉNIS LE TOUT-PUISSANT OH ! MON ÂME 
10-  ET ADORE SON SAINT NOMCHANTE COMME JAMAIS AVANT 
11-  OH ! MON ÂME  J’ADORERAI SON SAINT NOM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 ONE COURSE ONLY ******</a:t>
            </a:r>
          </a:p>
          <a:p>
            <a:pPr>
              <a:defRPr/>
            </a:pPr>
            <a:r>
              <a:rPr lang="fr-FR" smtClean="0"/>
              <a:t>12-  ILS SAURONT QUE NOUS SOMMES UN PAR NOTRE AMOUR 
13-  OUI PAR NOTRE AMOUR 
14-  ILS SAURONT QUE NOUS SOMMES UN PAR NOTRE AMOUR 
15-  NOTRE AMOUR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*********JESUS IS THE ANSWER ******</a:t>
            </a:r>
          </a:p>
          <a:p>
            <a:pPr>
              <a:defRPr/>
            </a:pPr>
            <a:r>
              <a:rPr lang="fr-FR" smtClean="0"/>
              <a:t>16-  JÉSUS EST LA RÉPONSE POUR LE MONDE AUJOURD’HUI
17-  PLUS GRAND IL N’Y EN À POINT 
18-  JÉSUS EST LE CHEMIN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*********** SOON AND VERY SOON *****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19-  BIENTÔT, TRÈS BIENTÔT NOUS ALLONS VOIR LE SEIGNEUR 
20-  ALLÉLUIA, ALLÉLUIA NOUS VERRONS LE SEIGNEUR 
21-  LÀ-HAUT, PLUS DE PLEURS NOUS ALLONS VOIR LE SEIGNEUR  
22-  ALLÉLUIA, ALLÉLUIA NOUS VERRONS LE SEIGNEUR 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xmlns="" val="30393949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5CC59E-7D1E-4F01-9F56-5E381E9D621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7821F4-FCF3-4E59-99F6-41BA84B2C09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240ECE-20E6-4946-A7EF-79E7396C5CD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8BC1BB-849D-43A7-B866-1CB92D567A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EC5B45-4095-4228-BDBC-2A564303231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1E1DA2-E99B-4B4C-9271-FCE4A8903E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0BA51E-E4AE-4097-89B8-F79FBA162A8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B32D6D-9D18-4971-9E34-6BC0833C02B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D728AC-FBA5-4A8B-8058-AB296DE2A77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3DB35A-6AB0-4873-B73C-8E6E224E5D0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3231ED-B4C7-4F0B-A493-3E9A104EEE7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D7AEA990-3CAF-4C04-AF86-A9B781D94F8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-27384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QU’IL EST BON DE CROIRE EN JÉSUS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JUSTE CROIRE EN SA PAROLE</a:t>
            </a:r>
          </a:p>
        </p:txBody>
      </p:sp>
    </p:spTree>
    <p:extLst>
      <p:ext uri="{BB962C8B-B14F-4D97-AF65-F5344CB8AC3E}">
        <p14:creationId xmlns:p14="http://schemas.microsoft.com/office/powerpoint/2010/main" xmlns="" val="1389501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-4149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JUSTE SUR SES PROMESSES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SAVOIR QU’« AINSI DIT LE SEIGNEUR ! »</a:t>
            </a:r>
          </a:p>
        </p:txBody>
      </p:sp>
    </p:spTree>
    <p:extLst>
      <p:ext uri="{BB962C8B-B14F-4D97-AF65-F5344CB8AC3E}">
        <p14:creationId xmlns:p14="http://schemas.microsoft.com/office/powerpoint/2010/main" xmlns="" val="1478157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-27384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JÉSUS, JÉSUS, COMME JE CROIS EN LUI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L’AI TANT ÉPROUVÉ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1030296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-27384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JÉSUS, JÉSUS, PRÉCIEUX JÉSUS !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121458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-27384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OH ! TA GRÂCE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PLUS DE FOI ENCORE !</a:t>
            </a:r>
          </a:p>
        </p:txBody>
      </p:sp>
    </p:spTree>
    <p:extLst>
      <p:ext uri="{BB962C8B-B14F-4D97-AF65-F5344CB8AC3E}">
        <p14:creationId xmlns:p14="http://schemas.microsoft.com/office/powerpoint/2010/main" xmlns="" val="527197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-27384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SUIS HEUREUX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JE PEUX CROIRE EN LUI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1060508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-27384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PRÉCIEUX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JÉSUS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SAUVEUR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,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AMI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2183108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-27384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JE SAIS QUE TU ES AVEC MOI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LE SERAS JUSQU’À LA FIN</a:t>
            </a:r>
          </a:p>
        </p:txBody>
      </p:sp>
    </p:spTree>
    <p:extLst>
      <p:ext uri="{BB962C8B-B14F-4D97-AF65-F5344CB8AC3E}">
        <p14:creationId xmlns:p14="http://schemas.microsoft.com/office/powerpoint/2010/main" xmlns="" val="3880992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-27384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BÉNIS LE TOUT-PUISSANT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OH ! MON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ÂME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14885453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-27384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ADORE SON SAINT NOM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CHANTE COMME JAMAIS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AVANT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32027096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-27384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OH ! MON ÂME 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J’ADORERAI SON SAINT NOM</a:t>
            </a:r>
          </a:p>
        </p:txBody>
      </p:sp>
    </p:spTree>
    <p:extLst>
      <p:ext uri="{BB962C8B-B14F-4D97-AF65-F5344CB8AC3E}">
        <p14:creationId xmlns:p14="http://schemas.microsoft.com/office/powerpoint/2010/main" xmlns="" val="940501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-27384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ILS SAURONT QUE NOUS SOMMES UN PAR NOTRE AMOUR</a:t>
            </a:r>
          </a:p>
        </p:txBody>
      </p:sp>
    </p:spTree>
    <p:extLst>
      <p:ext uri="{BB962C8B-B14F-4D97-AF65-F5344CB8AC3E}">
        <p14:creationId xmlns:p14="http://schemas.microsoft.com/office/powerpoint/2010/main" xmlns="" val="940501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-27384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OUI PAR NOTRE AMOUR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940501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-27384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ILS SAURONT QUE NOUS SOMMES UN PAR NOTRE AMOUR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940501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-27384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NOTRE AMOUR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940501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-27384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JÉSUS EST LA RÉPONSE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 LE MONDE AUJOURD’HUI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7644362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-27384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PLUS GRAND IL N’Y EN À POINT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33269029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-27384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JÉSUS EST LE CHEMIN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33269029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-27384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BIENTÔT, TRÈS BIENTÔT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NOUS ALLONS VOIR LE SEIGNEUR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2766687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-27384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ALLÉLUIA, ALLÉLUIA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NOUS VERRONS LE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SEIGNEUR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1244640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-27384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LÀ-HAUT, PLUS DE PLEURS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NOUS ALLONS VOIR LE SEIGNEUR </a:t>
            </a:r>
          </a:p>
        </p:txBody>
      </p:sp>
    </p:spTree>
    <p:extLst>
      <p:ext uri="{BB962C8B-B14F-4D97-AF65-F5344CB8AC3E}">
        <p14:creationId xmlns:p14="http://schemas.microsoft.com/office/powerpoint/2010/main" xmlns="" val="4181530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-27384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ALLÉLUIA, ALLÉLUIA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NOUS VERRONS LE SEIGNEUR</a:t>
            </a:r>
          </a:p>
        </p:txBody>
      </p:sp>
    </p:spTree>
    <p:extLst>
      <p:ext uri="{BB962C8B-B14F-4D97-AF65-F5344CB8AC3E}">
        <p14:creationId xmlns:p14="http://schemas.microsoft.com/office/powerpoint/2010/main" xmlns="" val="764301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1635</TotalTime>
  <Words>859</Words>
  <Application>Microsoft Office PowerPoint</Application>
  <PresentationFormat>Affichage à l'écran (4:3)</PresentationFormat>
  <Paragraphs>770</Paragraphs>
  <Slides>22</Slides>
  <Notes>22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22</vt:i4>
      </vt:variant>
    </vt:vector>
  </HeadingPairs>
  <TitlesOfParts>
    <vt:vector size="23" baseType="lpstr">
      <vt:lpstr>Default Design</vt:lpstr>
      <vt:lpstr>QU’IL EST BON DE CROIRE EN JÉSUS JUSTE CROIRE EN SA PAROLE</vt:lpstr>
      <vt:lpstr>ET JUSTE SUR SES PROMESSES SAVOIR QU’« AINSI DIT LE SEIGNEUR ! »</vt:lpstr>
      <vt:lpstr>JÉSUS, JÉSUS, COMME JE CROIS EN LUI JE L’AI TANT ÉPROUVÉ</vt:lpstr>
      <vt:lpstr>JÉSUS, JÉSUS, PRÉCIEUX JÉSUS !</vt:lpstr>
      <vt:lpstr>OH ! TA GRÂCE  POUR PLUS DE FOI ENCORE !</vt:lpstr>
      <vt:lpstr>JE SUIS HEUREUX  JE PEUX CROIRE EN LUI</vt:lpstr>
      <vt:lpstr>PRÉCIEUX JÉSUS SAUVEUR, AMI</vt:lpstr>
      <vt:lpstr>ET JE SAIS QUE TU ES AVEC MOI TU LE SERAS JUSQU’À LA FIN</vt:lpstr>
      <vt:lpstr>BÉNIS LE TOUT-PUISSANT OH ! MON ÂME</vt:lpstr>
      <vt:lpstr>ET ADORE SON SAINT NOM CHANTE COMME JAMAIS AVANT</vt:lpstr>
      <vt:lpstr>OH ! MON ÂME  J’ADORERAI SON SAINT NOM</vt:lpstr>
      <vt:lpstr>ILS SAURONT QUE NOUS SOMMES UN PAR NOTRE AMOUR</vt:lpstr>
      <vt:lpstr>OUI PAR NOTRE AMOUR</vt:lpstr>
      <vt:lpstr>ILS SAURONT QUE NOUS SOMMES UN PAR NOTRE AMOUR</vt:lpstr>
      <vt:lpstr>NOTRE AMOUR</vt:lpstr>
      <vt:lpstr>JÉSUS EST LA RÉPONSE  POUR LE MONDE AUJOURD’HUI </vt:lpstr>
      <vt:lpstr>PLUS GRAND IL N’Y EN À POINT</vt:lpstr>
      <vt:lpstr>JÉSUS EST LE CHEMIN</vt:lpstr>
      <vt:lpstr>BIENTÔT, TRÈS BIENTÔT NOUS ALLONS VOIR LE SEIGNEUR</vt:lpstr>
      <vt:lpstr>ALLÉLUIA, ALLÉLUIA NOUS VERRONS LE SEIGNEUR</vt:lpstr>
      <vt:lpstr>LÀ-HAUT, PLUS DE PLEURS NOUS ALLONS VOIR LE SEIGNEUR </vt:lpstr>
      <vt:lpstr>ALLÉLUIA, ALLÉLUIA NOUS VERRONS LE SEIGNEUR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</cp:lastModifiedBy>
  <cp:revision>172</cp:revision>
  <dcterms:created xsi:type="dcterms:W3CDTF">2002-08-17T10:50:50Z</dcterms:created>
  <dcterms:modified xsi:type="dcterms:W3CDTF">2018-09-30T08:18:56Z</dcterms:modified>
</cp:coreProperties>
</file>