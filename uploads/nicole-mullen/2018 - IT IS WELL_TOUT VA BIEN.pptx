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81" r:id="rId3"/>
    <p:sldId id="280" r:id="rId4"/>
    <p:sldId id="282" r:id="rId5"/>
    <p:sldId id="279" r:id="rId6"/>
    <p:sldId id="278" r:id="rId7"/>
    <p:sldId id="277" r:id="rId8"/>
    <p:sldId id="283" r:id="rId9"/>
    <p:sldId id="276" r:id="rId10"/>
    <p:sldId id="284" r:id="rId11"/>
    <p:sldId id="275" r:id="rId12"/>
    <p:sldId id="285" r:id="rId13"/>
    <p:sldId id="274" r:id="rId14"/>
    <p:sldId id="286" r:id="rId1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0175" autoAdjust="0"/>
  </p:normalViewPr>
  <p:slideViewPr>
    <p:cSldViewPr>
      <p:cViewPr varScale="1">
        <p:scale>
          <a:sx n="31" d="100"/>
          <a:sy n="31" d="100"/>
        </p:scale>
        <p:origin x="-136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2E6B20D-B5D2-4D9E-87EE-44029F19BDCF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B4BD34A-FD8B-4457-9062-568C4F54D82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49496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r>
              <a:rPr lang="fr-FR" dirty="0" smtClean="0"/>
              <a:t>1-  QUAND LA PAIX, TELLE UNE RIVIÈRE VIENT SUR MON CHEMIN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, </a:t>
            </a:r>
            <a:r>
              <a:rPr lang="fr-FR" dirty="0" err="1" smtClean="0"/>
              <a:t>like</a:t>
            </a:r>
            <a:r>
              <a:rPr lang="fr-FR" dirty="0" smtClean="0"/>
              <a:t> a river, </a:t>
            </a:r>
            <a:r>
              <a:rPr lang="fr-FR" dirty="0" err="1" smtClean="0"/>
              <a:t>attendeth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2-  QUAND LA PEINE VIENT TELS DE GRANDS FLOTS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sorrows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sea</a:t>
            </a:r>
            <a:r>
              <a:rPr lang="fr-FR" dirty="0" smtClean="0"/>
              <a:t> </a:t>
            </a:r>
            <a:r>
              <a:rPr lang="fr-FR" dirty="0" err="1" smtClean="0"/>
              <a:t>billows</a:t>
            </a:r>
            <a:r>
              <a:rPr lang="fr-FR" dirty="0" smtClean="0"/>
              <a:t> roll;</a:t>
            </a:r>
          </a:p>
          <a:p>
            <a:pPr>
              <a:defRPr/>
            </a:pPr>
            <a:r>
              <a:rPr lang="fr-FR" dirty="0" smtClean="0"/>
              <a:t>3-  PEU IMPORTE MON SORT TU M’AS APPRIS À DIRE </a:t>
            </a:r>
          </a:p>
          <a:p>
            <a:pPr>
              <a:defRPr/>
            </a:pPr>
            <a:r>
              <a:rPr lang="fr-FR" dirty="0" smtClean="0"/>
              <a:t> </a:t>
            </a:r>
            <a:r>
              <a:rPr lang="fr-FR" dirty="0" err="1" smtClean="0"/>
              <a:t>Whatever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lot, Thou has </a:t>
            </a:r>
            <a:r>
              <a:rPr lang="fr-FR" dirty="0" err="1" smtClean="0"/>
              <a:t>taught</a:t>
            </a:r>
            <a:r>
              <a:rPr lang="fr-FR" dirty="0" smtClean="0"/>
              <a:t> me to </a:t>
            </a:r>
            <a:r>
              <a:rPr lang="fr-FR" dirty="0" err="1" smtClean="0"/>
              <a:t>say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4-  TOUT VA BIEN TOUT VA BIEN DANS MON ÂME</a:t>
            </a:r>
          </a:p>
          <a:p>
            <a:pPr>
              <a:defRPr/>
            </a:pPr>
            <a:r>
              <a:rPr lang="fr-FR" dirty="0" smtClean="0"/>
              <a:t>It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,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soul. 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	</a:t>
            </a:r>
          </a:p>
          <a:p>
            <a:pPr>
              <a:defRPr/>
            </a:pPr>
            <a:r>
              <a:rPr lang="fr-FR" dirty="0" smtClean="0"/>
              <a:t>	5-  TOUT VA BIEN DANS MON ÂME</a:t>
            </a:r>
          </a:p>
          <a:p>
            <a:pPr>
              <a:defRPr/>
            </a:pPr>
            <a:r>
              <a:rPr lang="fr-FR" dirty="0" smtClean="0"/>
              <a:t>	It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,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soul. </a:t>
            </a:r>
          </a:p>
          <a:p>
            <a:pPr>
              <a:defRPr/>
            </a:pPr>
            <a:r>
              <a:rPr lang="fr-FR" dirty="0" smtClean="0"/>
              <a:t>	 6-  TOUT VA BIEN TOUT VA BIEN DANS MON ÂME</a:t>
            </a:r>
          </a:p>
          <a:p>
            <a:pPr>
              <a:defRPr/>
            </a:pPr>
            <a:r>
              <a:rPr lang="fr-FR" dirty="0" smtClean="0"/>
              <a:t>	It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,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soul. 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COUPLET2</a:t>
            </a:r>
          </a:p>
          <a:p>
            <a:pPr>
              <a:defRPr/>
            </a:pPr>
            <a:r>
              <a:rPr lang="fr-FR" dirty="0" smtClean="0"/>
              <a:t>7-  MON PÉCHÉ, QUELLE GLORIEUSE ET HEUREUSE PENSÉE !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sin, oh, the </a:t>
            </a:r>
            <a:r>
              <a:rPr lang="fr-FR" dirty="0" err="1" smtClean="0"/>
              <a:t>bliss</a:t>
            </a:r>
            <a:r>
              <a:rPr lang="fr-FR" dirty="0" smtClean="0"/>
              <a:t> of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glorious</a:t>
            </a:r>
            <a:r>
              <a:rPr lang="fr-FR" dirty="0" smtClean="0"/>
              <a:t> </a:t>
            </a:r>
            <a:r>
              <a:rPr lang="fr-FR" dirty="0" err="1" smtClean="0"/>
              <a:t>thought</a:t>
            </a:r>
            <a:r>
              <a:rPr lang="fr-FR" dirty="0" smtClean="0"/>
              <a:t>!</a:t>
            </a:r>
          </a:p>
          <a:p>
            <a:pPr>
              <a:defRPr/>
            </a:pPr>
            <a:r>
              <a:rPr lang="fr-FR" dirty="0" smtClean="0"/>
              <a:t>8-  OH OUI MON PÉCHÉ TOUT ENTIER</a:t>
            </a:r>
          </a:p>
          <a:p>
            <a:pPr>
              <a:defRPr/>
            </a:pPr>
            <a:r>
              <a:rPr lang="fr-FR" dirty="0" err="1" smtClean="0"/>
              <a:t>My</a:t>
            </a:r>
            <a:r>
              <a:rPr lang="fr-FR" dirty="0" smtClean="0"/>
              <a:t> sin, not in part but the </a:t>
            </a:r>
            <a:r>
              <a:rPr lang="fr-FR" dirty="0" err="1" smtClean="0"/>
              <a:t>whole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9-  EST CLOUÉ À LA CROIX JE NE LE PORTE PLUS SUR MOI</a:t>
            </a:r>
          </a:p>
          <a:p>
            <a:pPr>
              <a:defRPr/>
            </a:pPr>
            <a:r>
              <a:rPr lang="fr-FR" dirty="0" smtClean="0"/>
              <a:t>Is </a:t>
            </a:r>
            <a:r>
              <a:rPr lang="fr-FR" dirty="0" err="1" smtClean="0"/>
              <a:t>nailed</a:t>
            </a:r>
            <a:r>
              <a:rPr lang="fr-FR" dirty="0" smtClean="0"/>
              <a:t> to the cross, and I </a:t>
            </a:r>
            <a:r>
              <a:rPr lang="fr-FR" dirty="0" err="1" smtClean="0"/>
              <a:t>bear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no more</a:t>
            </a:r>
          </a:p>
          <a:p>
            <a:pPr>
              <a:defRPr/>
            </a:pPr>
            <a:r>
              <a:rPr lang="fr-FR" dirty="0" smtClean="0"/>
              <a:t>10-  GLOIRE À DIEU, GLOIRE À DIEU OH MON ÂME !</a:t>
            </a:r>
          </a:p>
          <a:p>
            <a:pPr>
              <a:defRPr/>
            </a:pPr>
            <a:r>
              <a:rPr lang="fr-FR" dirty="0" err="1" smtClean="0"/>
              <a:t>Praise</a:t>
            </a:r>
            <a:r>
              <a:rPr lang="fr-FR" dirty="0" smtClean="0"/>
              <a:t> the Lord, </a:t>
            </a:r>
            <a:r>
              <a:rPr lang="fr-FR" dirty="0" err="1" smtClean="0"/>
              <a:t>praise</a:t>
            </a:r>
            <a:r>
              <a:rPr lang="fr-FR" dirty="0" smtClean="0"/>
              <a:t> the Lord, O </a:t>
            </a:r>
            <a:r>
              <a:rPr lang="fr-FR" dirty="0" err="1" smtClean="0"/>
              <a:t>my</a:t>
            </a:r>
            <a:r>
              <a:rPr lang="fr-FR" dirty="0" smtClean="0"/>
              <a:t> soul!</a:t>
            </a:r>
          </a:p>
          <a:p>
            <a:pPr>
              <a:defRPr/>
            </a:pPr>
            <a:r>
              <a:rPr lang="fr-FR" dirty="0" smtClean="0"/>
              <a:t> 11-  SEIGNEUR HÂTE LE JOUR OÙ MA FOI SERA VUE</a:t>
            </a:r>
          </a:p>
          <a:p>
            <a:pPr>
              <a:defRPr/>
            </a:pPr>
            <a:r>
              <a:rPr lang="fr-FR" dirty="0" smtClean="0"/>
              <a:t>And Lord, haste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faith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12-  LES NUAGES SERONT DISSIPÉS </a:t>
            </a:r>
          </a:p>
          <a:p>
            <a:pPr>
              <a:defRPr/>
            </a:pPr>
            <a:r>
              <a:rPr lang="fr-FR" dirty="0" smtClean="0"/>
              <a:t>And Lord, haste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faith</a:t>
            </a:r>
            <a:r>
              <a:rPr lang="fr-FR" dirty="0" smtClean="0"/>
              <a:t> </a:t>
            </a:r>
          </a:p>
          <a:p>
            <a:pPr>
              <a:defRPr/>
            </a:pPr>
            <a:r>
              <a:rPr lang="fr-FR" dirty="0" smtClean="0"/>
              <a:t>13-  LA TROMPETTE SONNERA ET LE SEIGNEUR VIENDRA  The </a:t>
            </a:r>
            <a:r>
              <a:rPr lang="fr-FR" dirty="0" err="1" smtClean="0"/>
              <a:t>trump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resound</a:t>
            </a:r>
            <a:r>
              <a:rPr lang="fr-FR" dirty="0" smtClean="0"/>
              <a:t>, and the Lord </a:t>
            </a:r>
            <a:r>
              <a:rPr lang="fr-FR" dirty="0" err="1" smtClean="0"/>
              <a:t>shall</a:t>
            </a:r>
            <a:r>
              <a:rPr lang="fr-FR" dirty="0" smtClean="0"/>
              <a:t> descend</a:t>
            </a:r>
          </a:p>
          <a:p>
            <a:pPr>
              <a:defRPr/>
            </a:pPr>
            <a:r>
              <a:rPr lang="fr-FR" dirty="0" smtClean="0"/>
              <a:t>14-  ALORS TOUT VA TRÈS BIEN DANS MON ÂME</a:t>
            </a:r>
          </a:p>
          <a:p>
            <a:pPr>
              <a:defRPr/>
            </a:pPr>
            <a:r>
              <a:rPr lang="fr-FR" dirty="0" err="1" smtClean="0"/>
              <a:t>Even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,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well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soul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REFRAIN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QUAND LA PAIX, TELLE UNE RIVIÈRE VIENT SUR MON CHEMIN</a:t>
            </a:r>
          </a:p>
          <a:p>
            <a:r>
              <a:rPr lang="fr-FR" altLang="fr-FR" smtClean="0"/>
              <a:t>When peace, like a river, attendeth my way</a:t>
            </a:r>
          </a:p>
          <a:p>
            <a:r>
              <a:rPr lang="fr-FR" altLang="fr-FR" smtClean="0"/>
              <a:t>2-  QUAND LA PEINE VIENT TELS DE GRANDS FLOTS</a:t>
            </a:r>
          </a:p>
          <a:p>
            <a:r>
              <a:rPr lang="fr-FR" altLang="fr-FR" smtClean="0"/>
              <a:t>When sorrows like sea billows roll;</a:t>
            </a:r>
          </a:p>
          <a:p>
            <a:r>
              <a:rPr lang="fr-FR" altLang="fr-FR" smtClean="0"/>
              <a:t>3-  PEU IMPORTE MON SORT TU M’AS APPRIS À DIRE </a:t>
            </a:r>
          </a:p>
          <a:p>
            <a:r>
              <a:rPr lang="fr-FR" altLang="fr-FR" smtClean="0"/>
              <a:t> Whatever my lot, Thou has taught me to say</a:t>
            </a:r>
          </a:p>
          <a:p>
            <a:r>
              <a:rPr lang="fr-FR" altLang="fr-FR" smtClean="0"/>
              <a:t>4-  TOUT VA BIEN TOUT VA BIEN DANS MON ÂME</a:t>
            </a:r>
          </a:p>
          <a:p>
            <a:r>
              <a:rPr lang="fr-FR" altLang="fr-FR" smtClean="0"/>
              <a:t>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	REFRAIN	</a:t>
            </a:r>
          </a:p>
          <a:p>
            <a:r>
              <a:rPr lang="fr-FR" altLang="fr-FR" smtClean="0"/>
              <a:t>	5- 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r>
              <a:rPr lang="fr-FR" altLang="fr-FR" smtClean="0"/>
              <a:t>	 6-  TOUT VA BIEN TOUT VA BIEN DANS MON ÂME</a:t>
            </a:r>
          </a:p>
          <a:p>
            <a:r>
              <a:rPr lang="fr-FR" altLang="fr-FR" smtClean="0"/>
              <a:t>	It is well, it is well, with my soul. </a:t>
            </a:r>
          </a:p>
          <a:p>
            <a:endParaRPr lang="fr-FR" altLang="fr-FR" smtClean="0"/>
          </a:p>
          <a:p>
            <a:r>
              <a:rPr lang="fr-FR" altLang="fr-FR" smtClean="0"/>
              <a:t>COUPLET2</a:t>
            </a:r>
          </a:p>
          <a:p>
            <a:r>
              <a:rPr lang="fr-FR" altLang="fr-FR" smtClean="0"/>
              <a:t>7-  MON PÉCHÉ, QUELLE GLORIEUSE ET HEUREUSE PENSÉE !</a:t>
            </a:r>
          </a:p>
          <a:p>
            <a:r>
              <a:rPr lang="fr-FR" altLang="fr-FR" smtClean="0"/>
              <a:t>My sin, oh, the bliss of this glorious thought!</a:t>
            </a:r>
          </a:p>
          <a:p>
            <a:r>
              <a:rPr lang="fr-FR" altLang="fr-FR" smtClean="0"/>
              <a:t>8-  OH OUI MON PÉCHÉ TOUT ENTIER</a:t>
            </a:r>
          </a:p>
          <a:p>
            <a:r>
              <a:rPr lang="fr-FR" altLang="fr-FR" smtClean="0"/>
              <a:t>My sin, not in part but the whole</a:t>
            </a:r>
          </a:p>
          <a:p>
            <a:r>
              <a:rPr lang="fr-FR" altLang="fr-FR" smtClean="0"/>
              <a:t>9-  EST CLOUÉ À LA CROIX JE NE LE PORTE PLUS SUR MOI</a:t>
            </a:r>
          </a:p>
          <a:p>
            <a:r>
              <a:rPr lang="fr-FR" altLang="fr-FR" smtClean="0"/>
              <a:t>Is nailed to the cross, and I bear it no more</a:t>
            </a:r>
          </a:p>
          <a:p>
            <a:r>
              <a:rPr lang="fr-FR" altLang="fr-FR" smtClean="0"/>
              <a:t>10-  GLOIRE À DIEU, GLOIRE À DIEU OH MON ÂME !</a:t>
            </a:r>
          </a:p>
          <a:p>
            <a:r>
              <a:rPr lang="fr-FR" altLang="fr-FR" smtClean="0"/>
              <a:t>Praise the Lord, praise the Lord, O my soul!</a:t>
            </a:r>
          </a:p>
          <a:p>
            <a:r>
              <a:rPr lang="fr-FR" altLang="fr-FR" smtClean="0"/>
              <a:t> 11-  SEIGNEUR HÂTE LE JOUR OÙ MA FOI SERA VUE</a:t>
            </a:r>
          </a:p>
          <a:p>
            <a:r>
              <a:rPr lang="fr-FR" altLang="fr-FR" smtClean="0"/>
              <a:t>And Lord, haste the day when my faith  </a:t>
            </a:r>
          </a:p>
          <a:p>
            <a:r>
              <a:rPr lang="fr-FR" altLang="fr-FR" smtClean="0"/>
              <a:t>12-  LES NUAGES SERONT DISSIPÉS </a:t>
            </a:r>
          </a:p>
          <a:p>
            <a:r>
              <a:rPr lang="fr-FR" altLang="fr-FR" smtClean="0"/>
              <a:t>And Lord, haste the day when my faith </a:t>
            </a:r>
          </a:p>
          <a:p>
            <a:r>
              <a:rPr lang="fr-FR" altLang="fr-FR" smtClean="0"/>
              <a:t>13-  LA TROMPETTE SONNERA ET LE SEIGNEUR VIENDRA  The trump shall resound, and the Lord shall descend</a:t>
            </a:r>
          </a:p>
          <a:p>
            <a:r>
              <a:rPr lang="fr-FR" altLang="fr-FR" smtClean="0"/>
              <a:t>14-  ALORS TOUT VA TRÈS BIEN DANS MON ÂME</a:t>
            </a:r>
          </a:p>
          <a:p>
            <a:r>
              <a:rPr lang="fr-FR" altLang="fr-FR" smtClean="0"/>
              <a:t>Even so, it is well with my soul</a:t>
            </a:r>
          </a:p>
          <a:p>
            <a:endParaRPr lang="fr-FR" altLang="fr-FR" smtClean="0"/>
          </a:p>
          <a:p>
            <a:r>
              <a:rPr lang="fr-FR" altLang="fr-FR" smtClean="0"/>
              <a:t>REFRAIN  X2</a:t>
            </a:r>
          </a:p>
          <a:p>
            <a:endParaRPr lang="fr-FR" altLang="fr-FR" smtClean="0"/>
          </a:p>
          <a:p>
            <a:endParaRPr lang="fr-FR" alt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fr-FR" altLang="fr-FR" sz="1200" smtClean="0"/>
              <a:t>COUPLET 1</a:t>
            </a:r>
          </a:p>
          <a:p>
            <a:r>
              <a:rPr lang="fr-FR" altLang="fr-FR" sz="1200" smtClean="0"/>
              <a:t>1-  QUAND LA PAIX, TELLE UNE RIVIÈRE VIENT SUR MON CHEMIN</a:t>
            </a:r>
          </a:p>
          <a:p>
            <a:r>
              <a:rPr lang="fr-FR" altLang="fr-FR" sz="1200" smtClean="0"/>
              <a:t>When peace, like a river, attendeth my way</a:t>
            </a:r>
          </a:p>
          <a:p>
            <a:r>
              <a:rPr lang="fr-FR" altLang="fr-FR" sz="1200" smtClean="0"/>
              <a:t>2-  QUAND LA PEINE VIENT TELS DE GRANDS FLOTS</a:t>
            </a:r>
          </a:p>
          <a:p>
            <a:r>
              <a:rPr lang="fr-FR" altLang="fr-FR" sz="1200" smtClean="0"/>
              <a:t>When sorrows like sea billows roll;</a:t>
            </a:r>
          </a:p>
          <a:p>
            <a:r>
              <a:rPr lang="fr-FR" altLang="fr-FR" sz="1200" smtClean="0"/>
              <a:t>3-  PEU IMPORTE MON SORT TU M’AS APPRIS À DIRE </a:t>
            </a:r>
          </a:p>
          <a:p>
            <a:r>
              <a:rPr lang="fr-FR" altLang="fr-FR" sz="1200" smtClean="0"/>
              <a:t> Whatever my lot, Thou has taught me to say</a:t>
            </a:r>
          </a:p>
          <a:p>
            <a:r>
              <a:rPr lang="fr-FR" altLang="fr-FR" sz="1200" smtClean="0"/>
              <a:t>4-  TOUT VA BIEN TOUT VA BIEN DANS MON ÂME</a:t>
            </a:r>
          </a:p>
          <a:p>
            <a:r>
              <a:rPr lang="fr-FR" altLang="fr-FR" sz="1200" smtClean="0"/>
              <a:t>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	REFRAIN	</a:t>
            </a:r>
          </a:p>
          <a:p>
            <a:r>
              <a:rPr lang="fr-FR" altLang="fr-FR" sz="1200" smtClean="0"/>
              <a:t>	5- 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r>
              <a:rPr lang="fr-FR" altLang="fr-FR" sz="1200" smtClean="0"/>
              <a:t>	 6-  TOUT VA BIEN TOUT VA BIEN DANS MON ÂME</a:t>
            </a:r>
          </a:p>
          <a:p>
            <a:r>
              <a:rPr lang="fr-FR" altLang="fr-FR" sz="1200" smtClean="0"/>
              <a:t>	It is well, it is well, with my soul. 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COUPLET2</a:t>
            </a:r>
          </a:p>
          <a:p>
            <a:r>
              <a:rPr lang="fr-FR" altLang="fr-FR" sz="1200" smtClean="0"/>
              <a:t>7-  MON PÉCHÉ, QUELLE GLORIEUSE ET HEUREUSE PENSÉE !</a:t>
            </a:r>
          </a:p>
          <a:p>
            <a:r>
              <a:rPr lang="fr-FR" altLang="fr-FR" sz="1200" smtClean="0"/>
              <a:t>My sin, oh, the bliss of this glorious thought!</a:t>
            </a:r>
          </a:p>
          <a:p>
            <a:r>
              <a:rPr lang="fr-FR" altLang="fr-FR" sz="1200" smtClean="0"/>
              <a:t>8-  OH OUI MON PÉCHÉ TOUT ENTIER</a:t>
            </a:r>
          </a:p>
          <a:p>
            <a:r>
              <a:rPr lang="fr-FR" altLang="fr-FR" sz="1200" smtClean="0"/>
              <a:t>My sin, not in part but the whole</a:t>
            </a:r>
          </a:p>
          <a:p>
            <a:r>
              <a:rPr lang="fr-FR" altLang="fr-FR" sz="1200" smtClean="0"/>
              <a:t>9-  EST CLOUÉ À LA CROIX JE NE LE PORTE PLUS SUR MOI</a:t>
            </a:r>
          </a:p>
          <a:p>
            <a:r>
              <a:rPr lang="fr-FR" altLang="fr-FR" sz="1200" smtClean="0"/>
              <a:t>Is nailed to the cross, and I bear it no more</a:t>
            </a:r>
          </a:p>
          <a:p>
            <a:r>
              <a:rPr lang="fr-FR" altLang="fr-FR" sz="1200" smtClean="0"/>
              <a:t>10-  GLOIRE À DIEU, GLOIRE À DIEU OH MON ÂME !</a:t>
            </a:r>
          </a:p>
          <a:p>
            <a:r>
              <a:rPr lang="fr-FR" altLang="fr-FR" sz="1200" smtClean="0"/>
              <a:t>Praise the Lord, praise the Lord, O my soul!</a:t>
            </a:r>
          </a:p>
          <a:p>
            <a:r>
              <a:rPr lang="fr-FR" altLang="fr-FR" sz="1200" smtClean="0"/>
              <a:t> 11-  SEIGNEUR HÂTE LE JOUR OÙ MA FOI SERA VUE</a:t>
            </a:r>
          </a:p>
          <a:p>
            <a:r>
              <a:rPr lang="fr-FR" altLang="fr-FR" sz="1200" smtClean="0"/>
              <a:t>And Lord, haste the day when my faith  </a:t>
            </a:r>
          </a:p>
          <a:p>
            <a:r>
              <a:rPr lang="fr-FR" altLang="fr-FR" sz="1200" smtClean="0"/>
              <a:t>12-  LES NUAGES SERONT DISSIPÉS </a:t>
            </a:r>
          </a:p>
          <a:p>
            <a:r>
              <a:rPr lang="fr-FR" altLang="fr-FR" sz="1200" smtClean="0"/>
              <a:t>And Lord, haste the day when my faith </a:t>
            </a:r>
          </a:p>
          <a:p>
            <a:r>
              <a:rPr lang="fr-FR" altLang="fr-FR" sz="1200" smtClean="0"/>
              <a:t>13-  LA TROMPETTE SONNERA ET LE SEIGNEUR VIENDRA  The trump shall resound, and the Lord shall descend</a:t>
            </a:r>
          </a:p>
          <a:p>
            <a:r>
              <a:rPr lang="fr-FR" altLang="fr-FR" sz="1200" smtClean="0"/>
              <a:t>14-  ALORS TOUT VA TRÈS BIEN DANS MON ÂME</a:t>
            </a:r>
          </a:p>
          <a:p>
            <a:r>
              <a:rPr lang="fr-FR" altLang="fr-FR" sz="1200" smtClean="0"/>
              <a:t>Even so, it is well with my soul</a:t>
            </a:r>
          </a:p>
          <a:p>
            <a:endParaRPr lang="fr-FR" altLang="fr-FR" sz="1200" smtClean="0"/>
          </a:p>
          <a:p>
            <a:r>
              <a:rPr lang="fr-FR" altLang="fr-FR" sz="1200" smtClean="0"/>
              <a:t>REFRAIN  X2</a:t>
            </a:r>
          </a:p>
          <a:p>
            <a:endParaRPr lang="fr-FR" altLang="fr-FR" sz="1200" smtClean="0"/>
          </a:p>
          <a:p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4D906-A3C2-4B05-B48E-E2710373FAE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561767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0FBB3-78CD-49B5-BAFC-D539B089F2DB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63437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23BA95-E0F1-47F5-9EAD-3E7C7B9B546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90555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B781E-C7B8-47BC-95DC-3EF501277C07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469450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363B4-358B-4DB3-9456-DFBE88C01A2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51791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36E24-FD73-4239-96D2-A05728AA4585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05961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E5690E-5D2B-4F70-A59E-1969CE1D3BF4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375620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FC028-60F8-4D81-9616-C03B6071BF33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84307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71ED47-C5B1-40EE-B2A7-227D718655EF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123029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394B4-D589-4297-B7E0-9E84DCB4A03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267335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ECA74-DFE5-45D9-BAD4-8BC9223C6C51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66248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0D56485-97A2-4A6B-BCE2-6E264833C96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PAIX, TELLE UNE RIVIÈRE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VIENT SUR MON CHEMIN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PEINE VIENT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TELS DE GRANDS FLOTS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IMPORTE MON SORT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APPRIS À DIRE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VA BIEN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VA BIEN, DANS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VA BIEN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VA BIEN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VA BIEN, DANS MON ÂME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PÉCHÉ, QUELLE GLORIEUSE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HEUREUSE PENSÉE 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OUI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PÉCHÉ TOUT ENTIER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CLOUÉ À LA CROIX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LE PORTE PLUS SUR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À DIEU, GLOIRE À DIEU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MON ÂME !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HÂTE LE JOUR OÙ MA FOI SERA VUE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NUAGES SERONT DISSIPÉS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TROMPETTE SONNERA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VIENDRA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TOUT VA TRÈS BIEN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MON ÂME
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</TotalTime>
  <Words>1519</Words>
  <Application>Microsoft Office PowerPoint</Application>
  <PresentationFormat>Affichage à l'écran (4:3)</PresentationFormat>
  <Paragraphs>980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162</cp:revision>
  <dcterms:created xsi:type="dcterms:W3CDTF">2002-08-17T10:50:50Z</dcterms:created>
  <dcterms:modified xsi:type="dcterms:W3CDTF">2018-09-28T12:42:55Z</dcterms:modified>
</cp:coreProperties>
</file>