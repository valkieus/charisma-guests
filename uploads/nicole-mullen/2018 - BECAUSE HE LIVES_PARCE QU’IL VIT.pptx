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2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77061" autoAdjust="0"/>
  </p:normalViewPr>
  <p:slideViewPr>
    <p:cSldViewPr>
      <p:cViewPr varScale="1">
        <p:scale>
          <a:sx n="74" d="100"/>
          <a:sy n="74" d="100"/>
        </p:scale>
        <p:origin x="-13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79BE601-EC8D-408F-82E1-1BC37E76D756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1EAE3F2-7942-452A-9F64-F3431E87971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07097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PARCE QU’IL VIT JE VIVRAI POUR TOUJOURS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PARCE QU’IL VIT JE NE CRAINDRAI RIEN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r>
              <a:rPr lang="fr-FR" dirty="0" smtClean="0"/>
              <a:t> All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gone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
3-  PARCE QUE JE SAIS  QU’IL MAÎTRISE MON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Because</a:t>
            </a:r>
            <a:r>
              <a:rPr lang="fr-FR" dirty="0" smtClean="0"/>
              <a:t> I know He </a:t>
            </a:r>
            <a:r>
              <a:rPr lang="fr-FR" dirty="0" err="1" smtClean="0"/>
              <a:t>holds</a:t>
            </a:r>
            <a:r>
              <a:rPr lang="fr-FR" dirty="0" smtClean="0"/>
              <a:t> the future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PARCE QU’IL VIT ÇA VAUT LA PEINE D’ÊTRE VIVANT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And life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r>
              <a:rPr lang="fr-FR" dirty="0" smtClean="0"/>
              <a:t> the living Just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
</a:t>
            </a:r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PARCE QU’IL VIT JE VIVRAI POUR TOUJOURS  </a:t>
            </a:r>
          </a:p>
          <a:p>
            <a:pPr eaLnBrk="1" hangingPunct="1"/>
            <a:r>
              <a:rPr lang="fr-FR" altLang="fr-FR" sz="1200" smtClean="0"/>
              <a:t>     Because he lives I can face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2-  PARCE QU’IL VIT JE NE CRAINDRAI RIEN</a:t>
            </a:r>
          </a:p>
          <a:p>
            <a:pPr eaLnBrk="1" hangingPunct="1"/>
            <a:r>
              <a:rPr lang="fr-FR" altLang="fr-FR" sz="1200" smtClean="0"/>
              <a:t>     Because he lives All fear is gone</a:t>
            </a:r>
          </a:p>
          <a:p>
            <a:pPr eaLnBrk="1" hangingPunct="1"/>
            <a:r>
              <a:rPr lang="fr-FR" altLang="fr-FR" sz="1200" smtClean="0"/>
              <a:t> 
3-  PARCE QUE JE SAIS  QU’IL MAÎTRISE MON DESTIN</a:t>
            </a:r>
          </a:p>
          <a:p>
            <a:pPr eaLnBrk="1" hangingPunct="1"/>
            <a:r>
              <a:rPr lang="fr-FR" altLang="fr-FR" sz="1200" smtClean="0"/>
              <a:t>     Because I know He holds the future</a:t>
            </a:r>
          </a:p>
          <a:p>
            <a:pPr eaLnBrk="1" hangingPunct="1"/>
            <a:r>
              <a:rPr lang="fr-FR" altLang="fr-FR" sz="1200" smtClean="0"/>
              <a:t>      </a:t>
            </a:r>
          </a:p>
          <a:p>
            <a:pPr eaLnBrk="1" hangingPunct="1"/>
            <a:r>
              <a:rPr lang="fr-FR" altLang="fr-FR" sz="1200" smtClean="0"/>
              <a:t>4-  PARCE QU’IL VIT ÇA VAUT LA PEINE D’ÊTRE VIVANT</a:t>
            </a:r>
          </a:p>
          <a:p>
            <a:pPr eaLnBrk="1" hangingPunct="1"/>
            <a:r>
              <a:rPr lang="fr-FR" altLang="fr-FR" sz="1200" smtClean="0"/>
              <a:t>     And life is worth the living Just because he lives</a:t>
            </a:r>
          </a:p>
          <a:p>
            <a:pPr eaLnBrk="1" hangingPunct="1"/>
            <a:r>
              <a:rPr lang="fr-FR" altLang="fr-FR" sz="1200" smtClean="0"/>
              <a:t>   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PARCE QU’IL VIT JE VIVRAI POUR TOUJOURS  </a:t>
            </a:r>
          </a:p>
          <a:p>
            <a:pPr>
              <a:defRPr/>
            </a:pPr>
            <a:r>
              <a:rPr lang="fr-FR" smtClean="0"/>
              <a:t>     Because he lives I can face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PARCE QU’IL VIT JE NE CRAINDRAI RIEN</a:t>
            </a:r>
          </a:p>
          <a:p>
            <a:pPr>
              <a:defRPr/>
            </a:pPr>
            <a:r>
              <a:rPr lang="fr-FR" smtClean="0"/>
              <a:t>     Because he lives All fear is gone</a:t>
            </a:r>
          </a:p>
          <a:p>
            <a:pPr>
              <a:defRPr/>
            </a:pPr>
            <a:r>
              <a:rPr lang="fr-FR" smtClean="0"/>
              <a:t> 
3-  PARCE QUE JE SAIS  QU’IL MAÎTRISE MON DESTIN</a:t>
            </a:r>
          </a:p>
          <a:p>
            <a:pPr>
              <a:defRPr/>
            </a:pPr>
            <a:r>
              <a:rPr lang="fr-FR" smtClean="0"/>
              <a:t>     Because I know He holds the future</a:t>
            </a:r>
          </a:p>
          <a:p>
            <a:pPr>
              <a:defRPr/>
            </a:pPr>
            <a:r>
              <a:rPr lang="fr-FR" smtClean="0"/>
              <a:t>      </a:t>
            </a:r>
          </a:p>
          <a:p>
            <a:pPr>
              <a:defRPr/>
            </a:pPr>
            <a:r>
              <a:rPr lang="fr-FR" smtClean="0"/>
              <a:t>4-  PARCE QU’IL VIT ÇA VAUT LA PEINE D’ÊTRE VIVANT</a:t>
            </a:r>
          </a:p>
          <a:p>
            <a:pPr>
              <a:defRPr/>
            </a:pPr>
            <a:r>
              <a:rPr lang="fr-FR" smtClean="0"/>
              <a:t>     And life is worth the living Just because he lives</a:t>
            </a:r>
          </a:p>
          <a:p>
            <a:pPr>
              <a:defRPr/>
            </a:pPr>
            <a:r>
              <a:rPr lang="fr-FR" smtClean="0"/>
              <a:t>    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PARCE QU’IL VIT JE VIVRAI POUR TOUJOURS  </a:t>
            </a:r>
          </a:p>
          <a:p>
            <a:pPr eaLnBrk="1" hangingPunct="1"/>
            <a:r>
              <a:rPr lang="fr-FR" altLang="fr-FR" sz="1200" smtClean="0"/>
              <a:t>     Because he lives I can face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2-  PARCE QU’IL VIT JE NE CRAINDRAI RIEN</a:t>
            </a:r>
          </a:p>
          <a:p>
            <a:pPr eaLnBrk="1" hangingPunct="1"/>
            <a:r>
              <a:rPr lang="fr-FR" altLang="fr-FR" sz="1200" smtClean="0"/>
              <a:t>     Because he lives All fear is gone</a:t>
            </a:r>
          </a:p>
          <a:p>
            <a:pPr eaLnBrk="1" hangingPunct="1"/>
            <a:r>
              <a:rPr lang="fr-FR" altLang="fr-FR" sz="1200" smtClean="0"/>
              <a:t> 
3-  PARCE QUE JE SAIS  QU’IL MAÎTRISE MON DESTIN</a:t>
            </a:r>
          </a:p>
          <a:p>
            <a:pPr eaLnBrk="1" hangingPunct="1"/>
            <a:r>
              <a:rPr lang="fr-FR" altLang="fr-FR" sz="1200" smtClean="0"/>
              <a:t>     Because I know He holds the future</a:t>
            </a:r>
          </a:p>
          <a:p>
            <a:pPr eaLnBrk="1" hangingPunct="1"/>
            <a:r>
              <a:rPr lang="fr-FR" altLang="fr-FR" sz="1200" smtClean="0"/>
              <a:t>      </a:t>
            </a:r>
          </a:p>
          <a:p>
            <a:pPr eaLnBrk="1" hangingPunct="1"/>
            <a:r>
              <a:rPr lang="fr-FR" altLang="fr-FR" sz="1200" smtClean="0"/>
              <a:t>4-  PARCE QU’IL VIT ÇA VAUT LA PEINE D’ÊTRE VIVANT</a:t>
            </a:r>
          </a:p>
          <a:p>
            <a:pPr eaLnBrk="1" hangingPunct="1"/>
            <a:r>
              <a:rPr lang="fr-FR" altLang="fr-FR" sz="1200" smtClean="0"/>
              <a:t>     And life is worth the living Just because he lives</a:t>
            </a:r>
          </a:p>
          <a:p>
            <a:pPr eaLnBrk="1" hangingPunct="1"/>
            <a:r>
              <a:rPr lang="fr-FR" altLang="fr-FR" sz="1200" smtClean="0"/>
              <a:t>   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PARCE QU’IL VIT JE VIVRAI POUR TOUJOURS  </a:t>
            </a:r>
          </a:p>
          <a:p>
            <a:pPr>
              <a:defRPr/>
            </a:pPr>
            <a:r>
              <a:rPr lang="fr-FR" smtClean="0"/>
              <a:t>     Because he lives I can face tomorrow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PARCE QU’IL VIT JE NE CRAINDRAI RIEN</a:t>
            </a:r>
          </a:p>
          <a:p>
            <a:pPr>
              <a:defRPr/>
            </a:pPr>
            <a:r>
              <a:rPr lang="fr-FR" smtClean="0"/>
              <a:t>     Because he lives All fear is gone</a:t>
            </a:r>
          </a:p>
          <a:p>
            <a:pPr>
              <a:defRPr/>
            </a:pPr>
            <a:r>
              <a:rPr lang="fr-FR" smtClean="0"/>
              <a:t> 
3-  PARCE QUE JE SAIS  QU’IL MAÎTRISE MON DESTIN</a:t>
            </a:r>
          </a:p>
          <a:p>
            <a:pPr>
              <a:defRPr/>
            </a:pPr>
            <a:r>
              <a:rPr lang="fr-FR" smtClean="0"/>
              <a:t>     Because I know He holds the future</a:t>
            </a:r>
          </a:p>
          <a:p>
            <a:pPr>
              <a:defRPr/>
            </a:pPr>
            <a:r>
              <a:rPr lang="fr-FR" smtClean="0"/>
              <a:t>      </a:t>
            </a:r>
          </a:p>
          <a:p>
            <a:pPr>
              <a:defRPr/>
            </a:pPr>
            <a:r>
              <a:rPr lang="fr-FR" smtClean="0"/>
              <a:t>4-  PARCE QU’IL VIT ÇA VAUT LA PEINE D’ÊTRE VIVANT</a:t>
            </a:r>
          </a:p>
          <a:p>
            <a:pPr>
              <a:defRPr/>
            </a:pPr>
            <a:r>
              <a:rPr lang="fr-FR" smtClean="0"/>
              <a:t>     And life is worth the living Just because he lives</a:t>
            </a:r>
          </a:p>
          <a:p>
            <a:pPr>
              <a:defRPr/>
            </a:pPr>
            <a:r>
              <a:rPr lang="fr-FR" smtClean="0"/>
              <a:t>    
</a:t>
            </a: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PARCE QU’IL VIT JE VIVRAI POUR TOUJOURS  </a:t>
            </a:r>
          </a:p>
          <a:p>
            <a:pPr eaLnBrk="1" hangingPunct="1"/>
            <a:r>
              <a:rPr lang="fr-FR" altLang="fr-FR" sz="1200" smtClean="0"/>
              <a:t>     Because he lives I can face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2-  PARCE QU’IL VIT JE NE CRAINDRAI RIEN</a:t>
            </a:r>
          </a:p>
          <a:p>
            <a:pPr eaLnBrk="1" hangingPunct="1"/>
            <a:r>
              <a:rPr lang="fr-FR" altLang="fr-FR" sz="1200" smtClean="0"/>
              <a:t>     Because he lives All fear is gone</a:t>
            </a:r>
          </a:p>
          <a:p>
            <a:pPr eaLnBrk="1" hangingPunct="1"/>
            <a:r>
              <a:rPr lang="fr-FR" altLang="fr-FR" sz="1200" smtClean="0"/>
              <a:t> 
3-  PARCE QUE JE SAIS  QU’IL MAÎTRISE MON DESTIN</a:t>
            </a:r>
          </a:p>
          <a:p>
            <a:pPr eaLnBrk="1" hangingPunct="1"/>
            <a:r>
              <a:rPr lang="fr-FR" altLang="fr-FR" sz="1200" smtClean="0"/>
              <a:t>     Because I know He holds the future</a:t>
            </a:r>
          </a:p>
          <a:p>
            <a:pPr eaLnBrk="1" hangingPunct="1"/>
            <a:r>
              <a:rPr lang="fr-FR" altLang="fr-FR" sz="1200" smtClean="0"/>
              <a:t>      </a:t>
            </a:r>
          </a:p>
          <a:p>
            <a:pPr eaLnBrk="1" hangingPunct="1"/>
            <a:r>
              <a:rPr lang="fr-FR" altLang="fr-FR" sz="1200" smtClean="0"/>
              <a:t>4-  PARCE QU’IL VIT ÇA VAUT LA PEINE D’ÊTRE VIVANT</a:t>
            </a:r>
          </a:p>
          <a:p>
            <a:pPr eaLnBrk="1" hangingPunct="1"/>
            <a:r>
              <a:rPr lang="fr-FR" altLang="fr-FR" sz="1200" smtClean="0"/>
              <a:t>     And life is worth the living Just because he lives</a:t>
            </a:r>
          </a:p>
          <a:p>
            <a:pPr eaLnBrk="1" hangingPunct="1"/>
            <a:r>
              <a:rPr lang="fr-FR" altLang="fr-FR" sz="1200" smtClean="0"/>
              <a:t>   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PARCE QU’IL VIT JE VIVRAI POUR TOUJOURS 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r>
              <a:rPr lang="fr-FR" dirty="0" smtClean="0"/>
              <a:t>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tomorrow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2-  PARCE QU’IL VIT JE NE CRAINDRAI RIEN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r>
              <a:rPr lang="fr-FR" dirty="0" smtClean="0"/>
              <a:t> All </a:t>
            </a:r>
            <a:r>
              <a:rPr lang="fr-FR" dirty="0" err="1" smtClean="0"/>
              <a:t>fear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gone</a:t>
            </a:r>
          </a:p>
          <a:p>
            <a:pPr>
              <a:defRPr/>
            </a:pPr>
            <a:r>
              <a:rPr lang="fr-FR" dirty="0" smtClean="0"/>
              <a:t> 
3-  PARCE QUE JE SAIS  QU’IL MAÎTRISE MON DESTIN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Because</a:t>
            </a:r>
            <a:r>
              <a:rPr lang="fr-FR" dirty="0" smtClean="0"/>
              <a:t> I know He </a:t>
            </a:r>
            <a:r>
              <a:rPr lang="fr-FR" dirty="0" err="1" smtClean="0"/>
              <a:t>holds</a:t>
            </a:r>
            <a:r>
              <a:rPr lang="fr-FR" dirty="0" smtClean="0"/>
              <a:t> the future</a:t>
            </a:r>
          </a:p>
          <a:p>
            <a:pPr>
              <a:defRPr/>
            </a:pPr>
            <a:r>
              <a:rPr lang="fr-FR" dirty="0" smtClean="0"/>
              <a:t>      </a:t>
            </a:r>
          </a:p>
          <a:p>
            <a:pPr>
              <a:defRPr/>
            </a:pPr>
            <a:r>
              <a:rPr lang="fr-FR" dirty="0" smtClean="0"/>
              <a:t>4-  PARCE QU’IL VIT ÇA VAUT LA PEINE D’ÊTRE VIVANT</a:t>
            </a:r>
          </a:p>
          <a:p>
            <a:pPr>
              <a:defRPr/>
            </a:pPr>
            <a:r>
              <a:rPr lang="fr-FR" dirty="0" smtClean="0"/>
              <a:t>     And life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r>
              <a:rPr lang="fr-FR" dirty="0" smtClean="0"/>
              <a:t> the living Just </a:t>
            </a:r>
            <a:r>
              <a:rPr lang="fr-FR" dirty="0" err="1" smtClean="0"/>
              <a:t>because</a:t>
            </a:r>
            <a:r>
              <a:rPr lang="fr-FR" dirty="0" smtClean="0"/>
              <a:t>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
</a:t>
            </a:r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PARCE QU’IL VIT JE VIVRAI POUR TOUJOURS  </a:t>
            </a:r>
          </a:p>
          <a:p>
            <a:pPr eaLnBrk="1" hangingPunct="1"/>
            <a:r>
              <a:rPr lang="fr-FR" altLang="fr-FR" sz="1200" smtClean="0"/>
              <a:t>     Because he lives I can face tomorrow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2-  PARCE QU’IL VIT JE NE CRAINDRAI RIEN</a:t>
            </a:r>
          </a:p>
          <a:p>
            <a:pPr eaLnBrk="1" hangingPunct="1"/>
            <a:r>
              <a:rPr lang="fr-FR" altLang="fr-FR" sz="1200" smtClean="0"/>
              <a:t>     Because he lives All fear is gone</a:t>
            </a:r>
          </a:p>
          <a:p>
            <a:pPr eaLnBrk="1" hangingPunct="1"/>
            <a:r>
              <a:rPr lang="fr-FR" altLang="fr-FR" sz="1200" smtClean="0"/>
              <a:t> 
3-  PARCE QUE JE SAIS  QU’IL MAÎTRISE MON DESTIN</a:t>
            </a:r>
          </a:p>
          <a:p>
            <a:pPr eaLnBrk="1" hangingPunct="1"/>
            <a:r>
              <a:rPr lang="fr-FR" altLang="fr-FR" sz="1200" smtClean="0"/>
              <a:t>     Because I know He holds the future</a:t>
            </a:r>
          </a:p>
          <a:p>
            <a:pPr eaLnBrk="1" hangingPunct="1"/>
            <a:r>
              <a:rPr lang="fr-FR" altLang="fr-FR" sz="1200" smtClean="0"/>
              <a:t>      </a:t>
            </a:r>
          </a:p>
          <a:p>
            <a:pPr eaLnBrk="1" hangingPunct="1"/>
            <a:r>
              <a:rPr lang="fr-FR" altLang="fr-FR" sz="1200" smtClean="0"/>
              <a:t>4-  PARCE QU’IL VIT ÇA VAUT LA PEINE D’ÊTRE VIVANT</a:t>
            </a:r>
          </a:p>
          <a:p>
            <a:pPr eaLnBrk="1" hangingPunct="1"/>
            <a:r>
              <a:rPr lang="fr-FR" altLang="fr-FR" sz="1200" smtClean="0"/>
              <a:t>     And life is worth the living Just because he lives</a:t>
            </a:r>
          </a:p>
          <a:p>
            <a:pPr eaLnBrk="1" hangingPunct="1"/>
            <a:r>
              <a:rPr lang="fr-FR" altLang="fr-FR" sz="1200" smtClean="0"/>
              <a:t>   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740368-3B63-4C9D-93D8-1B1752708A9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79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41ECE-12D2-4558-88EF-222418120F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1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3C1B7-FBC7-459F-8600-94C3296D809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51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9A9D3-AE75-4AC9-B856-C2CCE3F61E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05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AEB83-FB15-42B1-9A2B-214429240D0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56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5B8A4-00FD-46D3-A5B2-CB976B7626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6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96F32-EB25-4FC8-9A22-8AF1055C5CD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399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F492-1BFF-49E9-92BC-43DD00DEC1F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916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5EB25-2858-4AD4-8DEB-B9D2DFFFBDE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92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8CD2D-8264-4B32-B941-397ED7FCDAC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67E0B-70E2-4F6B-86C4-35D8F09D57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997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B3F20DC-D551-4C30-BA1B-D2CF84835DA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QU’IL VIT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 POUR TOUJOURS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QU’IL VIT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CRAINDRAI RIEN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SAIS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MAÎTRISE MON DESTIN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QU’IL VIT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ÇA VAUT LA PEINE D’ÊTRE VIVANT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296</Words>
  <Application>Microsoft Office PowerPoint</Application>
  <PresentationFormat>Affichage à l'écran (4:3)</PresentationFormat>
  <Paragraphs>96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155</cp:revision>
  <dcterms:created xsi:type="dcterms:W3CDTF">2002-08-17T10:50:50Z</dcterms:created>
  <dcterms:modified xsi:type="dcterms:W3CDTF">2018-09-28T08:31:07Z</dcterms:modified>
</cp:coreProperties>
</file>