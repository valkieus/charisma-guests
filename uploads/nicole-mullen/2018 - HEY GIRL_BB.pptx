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311" r:id="rId2"/>
    <p:sldId id="310" r:id="rId3"/>
    <p:sldId id="309" r:id="rId4"/>
    <p:sldId id="308" r:id="rId5"/>
    <p:sldId id="312" r:id="rId6"/>
    <p:sldId id="307" r:id="rId7"/>
    <p:sldId id="313" r:id="rId8"/>
    <p:sldId id="306" r:id="rId9"/>
    <p:sldId id="314" r:id="rId10"/>
    <p:sldId id="305" r:id="rId11"/>
    <p:sldId id="304" r:id="rId12"/>
    <p:sldId id="303" r:id="rId13"/>
    <p:sldId id="302" r:id="rId14"/>
    <p:sldId id="301" r:id="rId15"/>
    <p:sldId id="300" r:id="rId16"/>
    <p:sldId id="315" r:id="rId17"/>
    <p:sldId id="299" r:id="rId18"/>
    <p:sldId id="298" r:id="rId19"/>
    <p:sldId id="297" r:id="rId20"/>
    <p:sldId id="296" r:id="rId21"/>
    <p:sldId id="295" r:id="rId22"/>
    <p:sldId id="294" r:id="rId23"/>
    <p:sldId id="293" r:id="rId24"/>
    <p:sldId id="292" r:id="rId25"/>
    <p:sldId id="323" r:id="rId26"/>
    <p:sldId id="291" r:id="rId27"/>
    <p:sldId id="320" r:id="rId28"/>
    <p:sldId id="321" r:id="rId29"/>
    <p:sldId id="316" r:id="rId30"/>
    <p:sldId id="290" r:id="rId31"/>
    <p:sldId id="289" r:id="rId32"/>
    <p:sldId id="288" r:id="rId33"/>
    <p:sldId id="287" r:id="rId34"/>
    <p:sldId id="286" r:id="rId35"/>
    <p:sldId id="317" r:id="rId36"/>
    <p:sldId id="285" r:id="rId37"/>
    <p:sldId id="284" r:id="rId38"/>
    <p:sldId id="283" r:id="rId39"/>
    <p:sldId id="282" r:id="rId40"/>
    <p:sldId id="281" r:id="rId41"/>
    <p:sldId id="280" r:id="rId42"/>
    <p:sldId id="279" r:id="rId43"/>
    <p:sldId id="319" r:id="rId44"/>
    <p:sldId id="278" r:id="rId45"/>
    <p:sldId id="277" r:id="rId46"/>
    <p:sldId id="276" r:id="rId47"/>
    <p:sldId id="274" r:id="rId48"/>
    <p:sldId id="322" r:id="rId4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39" autoAdjust="0"/>
    <p:restoredTop sz="44638" autoAdjust="0"/>
  </p:normalViewPr>
  <p:slideViewPr>
    <p:cSldViewPr>
      <p:cViewPr varScale="1">
        <p:scale>
          <a:sx n="41" d="100"/>
          <a:sy n="41" d="100"/>
        </p:scale>
        <p:origin x="-954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E4156AB-5606-40DC-8B21-1309C71253BB}" type="datetimeFigureOut">
              <a:rPr lang="fr-FR"/>
              <a:pPr>
                <a:defRPr/>
              </a:pPr>
              <a:t>28/09/2018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9DCEAC-22F9-4F96-9E2E-B6F856319CE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43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All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To tell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once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she's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beauty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queen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models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but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said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All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star,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Hope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shine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hidden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scars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the traces of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broken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Cause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really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didn't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  x2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in case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ain't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nev'a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been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diamond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cradled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behold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behold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know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everyone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see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hidden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treasure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Under lock and key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that's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protocol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for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royalty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I'm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know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girl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    x3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curl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big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brown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eyes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yea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bad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days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yea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Never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another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that's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alright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hmmmm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yea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Black boots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beanie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summertime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Knee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high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socks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fingernails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painted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lime (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g'on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girl!)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blue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green,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brown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eyes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Real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thin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plus size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Dark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You've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long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short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Natural,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flare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style,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worldwide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Just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know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babe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royalty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Girl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x4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890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11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31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52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All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To tell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once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she's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beauty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queen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models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but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said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All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star,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Hope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shine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hidden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scars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the traces of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broken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heart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Cause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she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really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didn't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now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  x2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in case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ain't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nev'a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been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diamond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cradled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behold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behold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know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everyone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see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hidden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treasure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Under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lock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key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that's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protocol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for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royalty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I'm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wanting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know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Hey girl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girl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    x3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curl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big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brown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eyes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yea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Even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on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bad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days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don't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feel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yea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Never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another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that's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alright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hmmmm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yea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Black boots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beanie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in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summertime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Knee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high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socks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with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fingernails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painted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lime (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g'on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girl!)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You are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blue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green,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brown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eyes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Real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thin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plus size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Dark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You've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long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short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Natural,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flare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style,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worldwide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Just the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are Just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want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to know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babe</a:t>
            </a: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royalty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Girl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you're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simply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beautiful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And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frame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is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wonderful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Whether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From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hair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down to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your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baby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toe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,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God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has made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valuable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	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Can't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nobody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rock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it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like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</a:t>
            </a:r>
            <a:r>
              <a:rPr lang="fr-FR" dirty="0" err="1" smtClean="0">
                <a:solidFill>
                  <a:schemeClr val="bg1"/>
                </a:solidFill>
                <a:latin typeface="Arial Black" pitchFamily="34" charset="0"/>
              </a:rPr>
              <a:t>you</a:t>
            </a: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   x4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dirty="0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dirty="0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72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993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1-  HEY ! JEUNE FILLE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 
	2-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3-  58 ou taille 36 DE TES CHEVEUX JUSQU’À TES ORTEILS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5-  PERSONNE NE PEUT LE FAIRE 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6-  ELLE VOULAIT QUE  SON PRINCE CHARMANT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All she wanted was for Bobby Green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7-  L’APPELLE UN JOUR REINE DE BEAUTÉ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To tell her once that she's a beauty queen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8-  COMME LES MANNEQUINS  DES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Like the models in the magazines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9-  MAIS IL NE L’A JAMAIS FAIT ELLE VOULAIT ÊTRE UNE STAR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but he never said so, All she wanted was to be a star,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10-  POUR BRILLER SUR LES BLESSURES CACHÉES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Hope to shine away the hidden scars
11-  ET CES MARQUES D’UN CŒUR BRISÉ CAR VRAIMENT ELLE NE SAVAIT PAS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the traces of a broken heart Cause she really didn't 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REFRAIN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12-   HEY ! JEUNE FILLE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 
	13-  TU ES SIMPLEMENT BELLE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you're simply beautiful And your frame is wonderful     x2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Whether 35 or size 2 From you hair down to your baby toe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15- 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God has made you valuable
	16-  PERSONNE NE PEUT 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17-  SI ON NE TE L’A JAMAIS DIT ENCORE TEL UN DIAMANT MONTÉ SUR DE L’OR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in case you ain't nev'a been told Like a diamond cradled in pure gold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18-  TU ES UNE MERVEILLE À REGARDER TU ES UNE MERVEILLE À REGARDER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a wonder to behold, you're a wonder to behold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19-  SAIS-TU QUE TOUT LE MONDE NE PEUT PAS VOIR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Don't you know that everyone can't see  
20-  UN TRÉSOR CACHÉ ET MIS SOUS CLEF C’EST UN PROTOCOLE DE ROYAUTÉ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hidden treasure, Under lock and key that's the protocol for royalty
21-  ET JE VEUX QUE TU LE SACHES 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I'm wanting you to know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22-  HEY !JEUNE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Hey girl you're simply beautiful
	23- 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    x2
	24-  58 OU TAILLE 36 DE TES CHEVEUX JUSQU’À TES ORTEILS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Whether 35 or size 2, From you hair down to your baby toe,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25- DIEU TE DONNE DE LA VALEUR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od has made you valuable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26-  PERSONNE NE PEUT LE FAIRE COMME TOI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27- JEUNE FILLE  TU ES SIMPLEMENT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girl you're simply beautiful
28- ET TON IMAGE EST MERVEILLEUSE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And your frame is wonderful       x3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29-  TES CHEVEUX BOUCLÉS JUSQU’À  TES GRANDS YEUX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From the curl in your hair to your big brown eyes,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30-  MÊME CES JOURS DÉCOIFFÉS  OÙ TU NE TE SENS PAS AU MIEUX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Even on your bad hair days, when you don't feel fly, yea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31-  TU ES UNIQUE, ET C’EST BIEN  COMME ÇA DES BOTTES NOIRES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Never be another you and that's alright, hmmmm, yea
32-  ET TON BONNET EN PLEIN ÉTÉ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Black boots with your beanie in the summertime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33-  LES CHAUSSETTES RELEVÉES  ET LES ONGLES EN VERT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Knee high socks with your fingernails painted lime (g'on girl!)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34-  OUI, SI BELLE TU 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35-   SI BELLE TU ES, TU ES SI BELLE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Beautiful you are, you are beautiful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36-  TELLE QUE TU ES, TU ES SI BELLE TELLE QUE TU ES, TU 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 are beautiful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37-  QUE TES YEUX SOIENT BLEUS VERTS, MARRON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 are blue, green, brown eyes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38-  TRÈS MINCE OU GRANDE TAILLE FONCÉE, CLAIRE OU MÉTISSÉE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Real thin, plus size Dark, light, tan skin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39-  TELLE QUE TU ES, QUE TES CHEVEUX  SOIENT LONGS OU COURTS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are, You've got long hair, short hair
40-  NATUREL, TON ÉCLAT, TON STYLE  PARTOUT DANS LE MONDE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Natural, your flare, your style, worldwide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41-  TELLE QUE TU ES JE VEUX QUE TU SACHES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Just the way you are Just want you to know babe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42-  QUE TU ES DE SANG ROYAL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you're royalty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43-  HEY !JEUNE FILLE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Girl you're simply beautiful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44-  TON IMAGE EST MERVEILLEUSE 58 OU TAILLE 36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And your frame is wonderful Whether 35 or size 2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45-  DE TES CHEVEUX JUSQU’À TES ORTEILS DIEU TE DONNE DE LA VALEUR 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From you hair down to your baby toe, God has made you valuable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46-  PERSONNE NE PEUT LE FAIRE COMME TOI </a:t>
            </a: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	Can't nobody rock it like you   x4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r>
              <a:rPr lang="fr-FR" smtClean="0">
                <a:solidFill>
                  <a:schemeClr val="bg1"/>
                </a:solidFill>
                <a:latin typeface="Arial Black" pitchFamily="34" charset="0"/>
              </a:rPr>
              <a:t>47-  JEUNE FILLE, TU ES SIMPLEMENT BELLE </a:t>
            </a:r>
          </a:p>
          <a:p>
            <a:pPr>
              <a:lnSpc>
                <a:spcPct val="110000"/>
              </a:lnSpc>
              <a:defRPr/>
            </a:pPr>
            <a:endParaRPr lang="fr-FR" smtClean="0">
              <a:solidFill>
                <a:schemeClr val="bg1"/>
              </a:solidFill>
              <a:latin typeface="Arial Black" pitchFamily="34" charset="0"/>
            </a:endParaRPr>
          </a:p>
          <a:p>
            <a:pPr>
              <a:lnSpc>
                <a:spcPct val="110000"/>
              </a:lnSpc>
              <a:defRPr/>
            </a:pPr>
            <a:endParaRPr lang="fr-FR" dirty="0" smtClean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1-  HEY ! JEUNE FILLE</a:t>
            </a:r>
          </a:p>
          <a:p>
            <a:pPr eaLnBrk="1" hangingPunct="1"/>
            <a:r>
              <a:rPr lang="fr-FR" altLang="fr-FR" sz="1200" smtClean="0"/>
              <a:t>	Hey girl   
	2-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</a:t>
            </a:r>
          </a:p>
          <a:p>
            <a:pPr eaLnBrk="1" hangingPunct="1"/>
            <a:r>
              <a:rPr lang="fr-FR" altLang="fr-FR" sz="1200" smtClean="0"/>
              <a:t>	3-  58 ou taille 36 DE TES CHEVEUX JUSQU’À TES ORTEILS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4-  DIEU TE DONNE DE LA VALEUR </a:t>
            </a:r>
          </a:p>
          <a:p>
            <a:pPr eaLnBrk="1" hangingPunct="1"/>
            <a:r>
              <a:rPr lang="fr-FR" altLang="fr-FR" sz="1200" smtClean="0"/>
              <a:t>	God has made you valuable</a:t>
            </a:r>
          </a:p>
          <a:p>
            <a:pPr eaLnBrk="1" hangingPunct="1"/>
            <a:r>
              <a:rPr lang="fr-FR" altLang="fr-FR" sz="1200" smtClean="0"/>
              <a:t>	5-  PERSONNE NE PEUT LE FAIRE 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6-  ELLE VOULAIT QUE  SON PRINCE CHARMANT </a:t>
            </a:r>
          </a:p>
          <a:p>
            <a:pPr eaLnBrk="1" hangingPunct="1"/>
            <a:r>
              <a:rPr lang="fr-FR" altLang="fr-FR" sz="1200" smtClean="0"/>
              <a:t>All she wanted was for Bobby Green</a:t>
            </a:r>
          </a:p>
          <a:p>
            <a:pPr eaLnBrk="1" hangingPunct="1"/>
            <a:r>
              <a:rPr lang="fr-FR" altLang="fr-FR" sz="1200" smtClean="0"/>
              <a:t>7-  L’APPELLE UN JOUR REINE DE BEAUTÉ</a:t>
            </a:r>
          </a:p>
          <a:p>
            <a:pPr eaLnBrk="1" hangingPunct="1"/>
            <a:r>
              <a:rPr lang="fr-FR" altLang="fr-FR" sz="1200" smtClean="0"/>
              <a:t>To tell her once that she's a beauty queen</a:t>
            </a:r>
          </a:p>
          <a:p>
            <a:pPr eaLnBrk="1" hangingPunct="1"/>
            <a:r>
              <a:rPr lang="fr-FR" altLang="fr-FR" sz="1200" smtClean="0"/>
              <a:t>8-  COMME LES MANNEQUINS  DES MAGAZINES</a:t>
            </a:r>
          </a:p>
          <a:p>
            <a:pPr eaLnBrk="1" hangingPunct="1"/>
            <a:r>
              <a:rPr lang="fr-FR" altLang="fr-FR" sz="1200" smtClean="0"/>
              <a:t>Like the models in the magazines</a:t>
            </a:r>
          </a:p>
          <a:p>
            <a:pPr eaLnBrk="1" hangingPunct="1"/>
            <a:r>
              <a:rPr lang="fr-FR" altLang="fr-FR" sz="1200" smtClean="0"/>
              <a:t>9-  MAIS IL NE L’A JAMAIS FAIT ELLE VOULAIT ÊTRE UNE STAR </a:t>
            </a:r>
          </a:p>
          <a:p>
            <a:pPr eaLnBrk="1" hangingPunct="1"/>
            <a:r>
              <a:rPr lang="fr-FR" altLang="fr-FR" sz="1200" smtClean="0"/>
              <a:t>but he never said so, All she wanted was to be a star, </a:t>
            </a:r>
          </a:p>
          <a:p>
            <a:pPr eaLnBrk="1" hangingPunct="1"/>
            <a:r>
              <a:rPr lang="fr-FR" altLang="fr-FR" sz="1200" smtClean="0"/>
              <a:t>10-  POUR BRILLER SUR LES BLESSURES CACHÉES </a:t>
            </a:r>
          </a:p>
          <a:p>
            <a:pPr eaLnBrk="1" hangingPunct="1"/>
            <a:r>
              <a:rPr lang="fr-FR" altLang="fr-FR" sz="1200" smtClean="0"/>
              <a:t>Hope to shine away the hidden scars
11-  ET CES MARQUES D’UN CŒUR BRISÉ CAR VRAIMENT ELLE NE SAVAIT PAS </a:t>
            </a:r>
          </a:p>
          <a:p>
            <a:pPr eaLnBrk="1" hangingPunct="1"/>
            <a:r>
              <a:rPr lang="fr-FR" altLang="fr-FR" sz="1200" smtClean="0"/>
              <a:t>And the traces of a broken heart Cause she really didn't 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REFRAIN</a:t>
            </a:r>
          </a:p>
          <a:p>
            <a:pPr eaLnBrk="1" hangingPunct="1"/>
            <a:r>
              <a:rPr lang="fr-FR" altLang="fr-FR" sz="1200" smtClean="0"/>
              <a:t>	12-   HEY ! JEUNE FILLE </a:t>
            </a:r>
          </a:p>
          <a:p>
            <a:pPr eaLnBrk="1" hangingPunct="1"/>
            <a:r>
              <a:rPr lang="fr-FR" altLang="fr-FR" sz="1200" smtClean="0"/>
              <a:t>	Hey girl  
	13-  TU ES SIMPLEMENT BELLE ET TON IMAGE EST MERVEILLEUSE </a:t>
            </a:r>
          </a:p>
          <a:p>
            <a:pPr eaLnBrk="1" hangingPunct="1"/>
            <a:r>
              <a:rPr lang="fr-FR" altLang="fr-FR" sz="1200" smtClean="0"/>
              <a:t>	you're simply beautiful And your frame is wonderful     x2</a:t>
            </a:r>
          </a:p>
          <a:p>
            <a:pPr eaLnBrk="1" hangingPunct="1"/>
            <a:r>
              <a:rPr lang="fr-FR" altLang="fr-FR" sz="1200" smtClean="0"/>
              <a:t>	14-  58 OU TAILLE 36 DE TES CHEVEUX JUSQU’À TES ORTEILS </a:t>
            </a:r>
          </a:p>
          <a:p>
            <a:pPr eaLnBrk="1" hangingPunct="1"/>
            <a:r>
              <a:rPr lang="fr-FR" altLang="fr-FR" sz="1200" smtClean="0"/>
              <a:t>	Whether 35 or size 2 From you hair down to your baby toe</a:t>
            </a:r>
          </a:p>
          <a:p>
            <a:pPr eaLnBrk="1" hangingPunct="1"/>
            <a:r>
              <a:rPr lang="fr-FR" altLang="fr-FR" sz="1200" smtClean="0"/>
              <a:t>	15-  DIEU TE DONNE DE LA VALEUR </a:t>
            </a:r>
          </a:p>
          <a:p>
            <a:pPr eaLnBrk="1" hangingPunct="1"/>
            <a:r>
              <a:rPr lang="fr-FR" altLang="fr-FR" sz="1200" smtClean="0"/>
              <a:t>	God has made you valuable
	16-  PERSONNE NE PEUT  LE FAIRE COMME TOI</a:t>
            </a:r>
          </a:p>
          <a:p>
            <a:pPr eaLnBrk="1" hangingPunct="1"/>
            <a:r>
              <a:rPr lang="fr-FR" altLang="fr-FR" sz="1200" smtClean="0"/>
              <a:t>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SI ON NE TE L’A JAMAIS DIT ENCORE TEL UN DIAMANT MONTÉ SUR DE L’OR </a:t>
            </a:r>
          </a:p>
          <a:p>
            <a:pPr eaLnBrk="1" hangingPunct="1"/>
            <a:r>
              <a:rPr lang="fr-FR" altLang="fr-FR" sz="1200" smtClean="0"/>
              <a:t>Just in case you ain't nev'a been told Like a diamond cradled in pure gold</a:t>
            </a:r>
          </a:p>
          <a:p>
            <a:pPr eaLnBrk="1" hangingPunct="1"/>
            <a:r>
              <a:rPr lang="fr-FR" altLang="fr-FR" sz="1200" smtClean="0"/>
              <a:t>18-  TU ES UNE MERVEILLE À REGARDER TU ES UNE MERVEILLE À REGARDER </a:t>
            </a:r>
          </a:p>
          <a:p>
            <a:pPr eaLnBrk="1" hangingPunct="1"/>
            <a:r>
              <a:rPr lang="fr-FR" altLang="fr-FR" sz="1200" smtClean="0"/>
              <a:t>you're a wonder to behold, you're a wonder to behold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19-  SAIS-TU QUE TOUT LE MONDE NE PEUT PAS VOIR</a:t>
            </a:r>
          </a:p>
          <a:p>
            <a:pPr eaLnBrk="1" hangingPunct="1"/>
            <a:r>
              <a:rPr lang="fr-FR" altLang="fr-FR" sz="1200" smtClean="0"/>
              <a:t>Don't you know that everyone can't see  
20-  UN TRÉSOR CACHÉ ET MIS SOUS CLEF C’EST UN PROTOCOLE DE ROYAUTÉ </a:t>
            </a:r>
          </a:p>
          <a:p>
            <a:pPr eaLnBrk="1" hangingPunct="1"/>
            <a:r>
              <a:rPr lang="fr-FR" altLang="fr-FR" sz="1200" smtClean="0"/>
              <a:t>hidden treasure, Under lock and key that's the protocol for royalty
21-  ET JE VEUX QUE TU LE SACHES  </a:t>
            </a:r>
          </a:p>
          <a:p>
            <a:pPr eaLnBrk="1" hangingPunct="1"/>
            <a:r>
              <a:rPr lang="fr-FR" altLang="fr-FR" sz="1200" smtClean="0"/>
              <a:t>And I'm wanting you to know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22-  HEY !JEUNE FILLE  TU ES SIMPLEMENT BELLE </a:t>
            </a:r>
          </a:p>
          <a:p>
            <a:pPr eaLnBrk="1" hangingPunct="1"/>
            <a:r>
              <a:rPr lang="fr-FR" altLang="fr-FR" sz="1200" smtClean="0"/>
              <a:t>	Hey girl you're simply beautiful
	23-  ET TON IMAGE EST MERVEILLEUSE </a:t>
            </a:r>
          </a:p>
          <a:p>
            <a:pPr eaLnBrk="1" hangingPunct="1"/>
            <a:r>
              <a:rPr lang="fr-FR" altLang="fr-FR" sz="1200" smtClean="0"/>
              <a:t>	And your frame is wonderful     x2
	24-  58 OU TAILLE 36 DE TES CHEVEUX JUSQU’À TES ORTEILS </a:t>
            </a:r>
          </a:p>
          <a:p>
            <a:pPr eaLnBrk="1" hangingPunct="1"/>
            <a:r>
              <a:rPr lang="fr-FR" altLang="fr-FR" sz="1200" smtClean="0"/>
              <a:t>Whether 35 or size 2, From you hair down to your baby toe, </a:t>
            </a:r>
          </a:p>
          <a:p>
            <a:pPr eaLnBrk="1" hangingPunct="1"/>
            <a:r>
              <a:rPr lang="fr-FR" altLang="fr-FR" sz="1200" smtClean="0"/>
              <a:t>	25- DIEU TE DONNE DE LA VALEUR </a:t>
            </a:r>
          </a:p>
          <a:p>
            <a:pPr eaLnBrk="1" hangingPunct="1"/>
            <a:r>
              <a:rPr lang="fr-FR" altLang="fr-FR" sz="1200" smtClean="0"/>
              <a:t>	od has made you valuable</a:t>
            </a:r>
          </a:p>
          <a:p>
            <a:pPr eaLnBrk="1" hangingPunct="1"/>
            <a:r>
              <a:rPr lang="fr-FR" altLang="fr-FR" sz="1200" smtClean="0"/>
              <a:t>	26-  PERSONNE NE PEUT LE FAIRE COMME TOI</a:t>
            </a:r>
          </a:p>
          <a:p>
            <a:pPr eaLnBrk="1" hangingPunct="1"/>
            <a:r>
              <a:rPr lang="fr-FR" altLang="fr-FR" sz="1200" smtClean="0"/>
              <a:t>	Can't nobody rock it like you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27- JEUNE FILLE  TU ES SIMPLEMENT BELLE </a:t>
            </a:r>
          </a:p>
          <a:p>
            <a:pPr eaLnBrk="1" hangingPunct="1"/>
            <a:r>
              <a:rPr lang="fr-FR" altLang="fr-FR" sz="1200" smtClean="0"/>
              <a:t>girl you're simply beautiful
28- ET TON IMAGE EST MERVEILLEUSE </a:t>
            </a:r>
          </a:p>
          <a:p>
            <a:pPr eaLnBrk="1" hangingPunct="1"/>
            <a:r>
              <a:rPr lang="fr-FR" altLang="fr-FR" sz="1200" smtClean="0"/>
              <a:t>And your frame is wonderful       x3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29-  TES CHEVEUX BOUCLÉS JUSQU’À  TES GRANDS YEUX MARRON </a:t>
            </a:r>
          </a:p>
          <a:p>
            <a:pPr eaLnBrk="1" hangingPunct="1"/>
            <a:r>
              <a:rPr lang="fr-FR" altLang="fr-FR" sz="1200" smtClean="0"/>
              <a:t>From the curl in your hair to your big brown eyes, yea</a:t>
            </a:r>
          </a:p>
          <a:p>
            <a:pPr eaLnBrk="1" hangingPunct="1"/>
            <a:r>
              <a:rPr lang="fr-FR" altLang="fr-FR" sz="1200" smtClean="0"/>
              <a:t>30-  MÊME CES JOURS DÉCOIFFÉS  OÙ TU NE TE SENS PAS AU MIEUX </a:t>
            </a:r>
          </a:p>
          <a:p>
            <a:pPr eaLnBrk="1" hangingPunct="1"/>
            <a:r>
              <a:rPr lang="fr-FR" altLang="fr-FR" sz="1200" smtClean="0"/>
              <a:t>Even on your bad hair days, when you don't feel fly, yea</a:t>
            </a:r>
          </a:p>
          <a:p>
            <a:pPr eaLnBrk="1" hangingPunct="1"/>
            <a:r>
              <a:rPr lang="fr-FR" altLang="fr-FR" sz="1200" smtClean="0"/>
              <a:t>31-  TU ES UNIQUE, ET C’EST BIEN  COMME ÇA DES BOTTES NOIRES </a:t>
            </a:r>
          </a:p>
          <a:p>
            <a:pPr eaLnBrk="1" hangingPunct="1"/>
            <a:r>
              <a:rPr lang="fr-FR" altLang="fr-FR" sz="1200" smtClean="0"/>
              <a:t>Never be another you and that's alright, hmmmm, yea
32-  ET TON BONNET EN PLEIN ÉTÉ </a:t>
            </a:r>
          </a:p>
          <a:p>
            <a:pPr eaLnBrk="1" hangingPunct="1"/>
            <a:r>
              <a:rPr lang="fr-FR" altLang="fr-FR" sz="1200" smtClean="0"/>
              <a:t>Black boots with your beanie in the summertime</a:t>
            </a:r>
          </a:p>
          <a:p>
            <a:pPr eaLnBrk="1" hangingPunct="1"/>
            <a:r>
              <a:rPr lang="fr-FR" altLang="fr-FR" sz="1200" smtClean="0"/>
              <a:t>33-  LES CHAUSSETTES RELEVÉES  ET LES ONGLES EN VERT </a:t>
            </a:r>
          </a:p>
          <a:p>
            <a:pPr eaLnBrk="1" hangingPunct="1"/>
            <a:r>
              <a:rPr lang="fr-FR" altLang="fr-FR" sz="1200" smtClean="0"/>
              <a:t>Knee high socks with your fingernails painted lime (g'on girl!)</a:t>
            </a:r>
          </a:p>
          <a:p>
            <a:pPr eaLnBrk="1" hangingPunct="1"/>
            <a:r>
              <a:rPr lang="fr-FR" altLang="fr-FR" sz="1200" smtClean="0"/>
              <a:t>34-  OUI, SI BELLE TU ES</a:t>
            </a:r>
          </a:p>
          <a:p>
            <a:pPr eaLnBrk="1" hangingPunct="1"/>
            <a:r>
              <a:rPr lang="fr-FR" altLang="fr-FR" sz="1200" smtClean="0"/>
              <a:t>Beautiful you are, you are</a:t>
            </a:r>
          </a:p>
          <a:p>
            <a:pPr eaLnBrk="1" hangingPunct="1"/>
            <a:r>
              <a:rPr lang="fr-FR" altLang="fr-FR" sz="1200" smtClean="0"/>
              <a:t>35-   SI BELLE TU ES, TU ES SI BELLE </a:t>
            </a:r>
          </a:p>
          <a:p>
            <a:pPr eaLnBrk="1" hangingPunct="1"/>
            <a:r>
              <a:rPr lang="fr-FR" altLang="fr-FR" sz="1200" smtClean="0"/>
              <a:t>Beautiful you are, you are beautiful</a:t>
            </a:r>
          </a:p>
          <a:p>
            <a:pPr eaLnBrk="1" hangingPunct="1"/>
            <a:r>
              <a:rPr lang="fr-FR" altLang="fr-FR" sz="1200" smtClean="0"/>
              <a:t>36-  TELLE QUE TU ES, TU ES SI BELLE TELLE QUE TU ES, TU ES </a:t>
            </a:r>
          </a:p>
          <a:p>
            <a:pPr eaLnBrk="1" hangingPunct="1"/>
            <a:r>
              <a:rPr lang="fr-FR" altLang="fr-FR" sz="1200" smtClean="0"/>
              <a:t>Just the way you are, you are beautiful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37-  QUE TES YEUX SOIENT BLEUS VERTS, MARRON </a:t>
            </a:r>
          </a:p>
          <a:p>
            <a:pPr eaLnBrk="1" hangingPunct="1"/>
            <a:r>
              <a:rPr lang="fr-FR" altLang="fr-FR" sz="1200" smtClean="0"/>
              <a:t>You are blue, green, brown eyes</a:t>
            </a:r>
          </a:p>
          <a:p>
            <a:pPr eaLnBrk="1" hangingPunct="1"/>
            <a:r>
              <a:rPr lang="fr-FR" altLang="fr-FR" sz="1200" smtClean="0"/>
              <a:t>38-  TRÈS MINCE OU GRANDE TAILLE FONCÉE, CLAIRE OU MÉTISSÉE </a:t>
            </a:r>
          </a:p>
          <a:p>
            <a:pPr eaLnBrk="1" hangingPunct="1"/>
            <a:r>
              <a:rPr lang="fr-FR" altLang="fr-FR" sz="1200" smtClean="0"/>
              <a:t>Real thin, plus size Dark, light, tan skin</a:t>
            </a:r>
          </a:p>
          <a:p>
            <a:pPr eaLnBrk="1" hangingPunct="1"/>
            <a:r>
              <a:rPr lang="fr-FR" altLang="fr-FR" sz="1200" smtClean="0"/>
              <a:t>39-  TELLE QUE TU ES, QUE TES CHEVEUX  SOIENT LONGS OU COURTS </a:t>
            </a:r>
          </a:p>
          <a:p>
            <a:pPr eaLnBrk="1" hangingPunct="1"/>
            <a:r>
              <a:rPr lang="fr-FR" altLang="fr-FR" sz="1200" smtClean="0"/>
              <a:t>Just the way you are, You've got long hair, short hair
40-  NATUREL, TON ÉCLAT, TON STYLE  PARTOUT DANS LE MONDE </a:t>
            </a:r>
          </a:p>
          <a:p>
            <a:pPr eaLnBrk="1" hangingPunct="1"/>
            <a:r>
              <a:rPr lang="fr-FR" altLang="fr-FR" sz="1200" smtClean="0"/>
              <a:t>Natural, your flare, your style, worldwide</a:t>
            </a:r>
          </a:p>
          <a:p>
            <a:pPr eaLnBrk="1" hangingPunct="1"/>
            <a:r>
              <a:rPr lang="fr-FR" altLang="fr-FR" sz="1200" smtClean="0"/>
              <a:t>41-  TELLE QUE TU ES JE VEUX QUE TU SACHES </a:t>
            </a:r>
          </a:p>
          <a:p>
            <a:pPr eaLnBrk="1" hangingPunct="1"/>
            <a:r>
              <a:rPr lang="fr-FR" altLang="fr-FR" sz="1200" smtClean="0"/>
              <a:t>Just the way you are Just want you to know babe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42-  QUE TU ES DE SANG ROYAL </a:t>
            </a:r>
          </a:p>
          <a:p>
            <a:pPr eaLnBrk="1" hangingPunct="1"/>
            <a:r>
              <a:rPr lang="fr-FR" altLang="fr-FR" sz="1200" smtClean="0"/>
              <a:t>you're royalty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43-  HEY !JEUNE FILLE  </a:t>
            </a:r>
          </a:p>
          <a:p>
            <a:pPr eaLnBrk="1" hangingPunct="1"/>
            <a:r>
              <a:rPr lang="fr-FR" altLang="fr-FR" sz="1200" smtClean="0"/>
              <a:t>	Girl you're simply beautiful </a:t>
            </a:r>
          </a:p>
          <a:p>
            <a:pPr eaLnBrk="1" hangingPunct="1"/>
            <a:r>
              <a:rPr lang="fr-FR" altLang="fr-FR" sz="1200" smtClean="0"/>
              <a:t>	44-  TON IMAGE EST MERVEILLEUSE 58 OU TAILLE 36</a:t>
            </a:r>
          </a:p>
          <a:p>
            <a:pPr eaLnBrk="1" hangingPunct="1"/>
            <a:r>
              <a:rPr lang="fr-FR" altLang="fr-FR" sz="1200" smtClean="0"/>
              <a:t>	And your frame is wonderful Whether 35 or size 2</a:t>
            </a:r>
          </a:p>
          <a:p>
            <a:pPr eaLnBrk="1" hangingPunct="1"/>
            <a:r>
              <a:rPr lang="fr-FR" altLang="fr-FR" sz="1200" smtClean="0"/>
              <a:t>	45-  DE TES CHEVEUX JUSQU’À TES ORTEILS DIEU TE DONNE DE LA VALEUR  </a:t>
            </a:r>
          </a:p>
          <a:p>
            <a:pPr eaLnBrk="1" hangingPunct="1"/>
            <a:r>
              <a:rPr lang="fr-FR" altLang="fr-FR" sz="1200" smtClean="0"/>
              <a:t>	From you hair down to your baby toe, God has made you valuable </a:t>
            </a:r>
          </a:p>
          <a:p>
            <a:pPr eaLnBrk="1" hangingPunct="1"/>
            <a:r>
              <a:rPr lang="fr-FR" altLang="fr-FR" sz="1200" smtClean="0"/>
              <a:t>	46-  PERSONNE NE PEUT LE FAIRE COMME TOI </a:t>
            </a:r>
          </a:p>
          <a:p>
            <a:pPr eaLnBrk="1" hangingPunct="1"/>
            <a:r>
              <a:rPr lang="fr-FR" altLang="fr-FR" sz="1200" smtClean="0"/>
              <a:t>	Can't nobody rock it like you   x4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47-  JEUNE FILLE, TU ES SIMPLEMENT BELLE 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AA654-5FD9-4EB1-8A62-791C5C72F68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837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7A98FE-7233-44F5-B0C4-37710B33B9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93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19598-FF85-4F53-B7D0-C358C380AF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378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A59A2-DCC5-488E-8F28-3D33D09A6CC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393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8E5808-A1D7-4C5E-AA33-32BCB651FFA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94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72EA8E-EE43-4C05-B4F8-910F78F23F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66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6C3EB-AF46-4A45-9B88-C15CBA1CEE2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24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E93B02-0C54-48E8-8EFB-E24370F25A6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70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43FBF9-21E7-4635-9474-5A453C9954A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23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34A523-28A8-4718-9631-4B38B0E0DC3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73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3A7E9-9DBE-4E04-9B84-33E9DB10582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69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308F8EF-3A22-4879-8916-D5F7C86D4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 ! JEUNE FILLE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IMAGE EST MERVEILLEUSE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58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TAILLE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36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TES CHEVEUX JUSQU’À TES ORTEILS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TE DONNE DE LA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PEUT LE FAIRE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VOULAIT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SON PRINCE CHARMANT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L’APPELLE UN JOUR REINE DE BEAUTÉ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LES MANNEQUINS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MAGAZINES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IL NE L’A JAMAIS FAIT
ELLE VOULAIT ÊTRE UNE STAR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BRILLER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LES BLESSURES CACHÉES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CES MARQUES D’UN CŒUR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VRAIMENT ELLE NE SAVAIT PAS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HEY ! JEUNE FILLE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IMAGE EST MERVEILLEUSE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58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TAILLE 36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TES CHEVEUX JUSQU’À TES ORTEILS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TE DONNE DE LA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PEUT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FAIRE COMME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ON NE TE L’A JAMAIS DIT ENCORE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 UN DIAMANT MONTÉ SUR DE L’OR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UNE MERVEILLE À REGARDER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UNE MERVEILLE À REGARDER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SAIS-TU QUE TOUT LE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PEUT PAS VOIR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TRÉSOR CACHÉ ET MIS SOUS CLEF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UN PROTOCOLE DE ROYAUTÉ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VEUX QUE TU LE SACHES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JEUNE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FILLE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IMAGE EST MERVEILLEUSE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58 OU TAILLE 36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TES CHEVEUX JUSQU’À TES ORTEILS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TE DONNE DE LA VALEUR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PEUT LE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TOI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JEUNE FILLE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IMAGE EST MERVEILLEUSE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TES CHEVEUX BOUCLÉS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TES GRANDS YEUX MARRON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MÊME CES JOURS DÉCOIFFÉS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TU NE TE SENS PAS AU MIEUX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UNIQUE, ET C’EST BIEN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COMME ÇA DES BOTTES NOIRES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BONNET EN PLEIN ÉTÉ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CHAUSSETTES RELEVÉES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ONGLES EN VERT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SI BELLE TU 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SI BELLE TU ES, TU ES SI BELLE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 QUE TU ES, TU ES SI BELLE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 QUE TU ES, TU 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TES YEUX SOIENT BLEUS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VERTS, MARRON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TRÈS MINCE OU GRANDE TAILLE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FONCÉE, CLAIRE OU MÉTISSÉE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 QUE TU ES, QUE TES CHEVEUX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SOIENT LONGS OU COURTS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NATUREL, TON ÉCLAT, TON STYLE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PARTOUT DANS LE MONDE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TELLE QUE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QUE TU SACHES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DE SANG ROYAL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HEY 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 JEUNE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TON IMAGE EST MERVEILLEUSE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58 OU TAILLE 36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TES CHEVEUX JUSQU’À TES ORTEILS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TE DONNE DE LA VALEUR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PERSONNE NE PEUT LE FAIRE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TOI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JEUNE FILLE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SIMPLEMENT BELLE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378</Words>
  <Application>Microsoft Office PowerPoint</Application>
  <PresentationFormat>Affichage à l'écran (4:3)</PresentationFormat>
  <Paragraphs>9203</Paragraphs>
  <Slides>48</Slides>
  <Notes>48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</vt:vector>
  </HeadingPairs>
  <TitlesOfParts>
    <vt:vector size="49" baseType="lpstr"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Richman</cp:lastModifiedBy>
  <cp:revision>173</cp:revision>
  <dcterms:created xsi:type="dcterms:W3CDTF">2002-08-17T10:50:50Z</dcterms:created>
  <dcterms:modified xsi:type="dcterms:W3CDTF">2018-09-28T10:51:45Z</dcterms:modified>
</cp:coreProperties>
</file>