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2" r:id="rId2"/>
    <p:sldId id="273" r:id="rId3"/>
    <p:sldId id="274" r:id="rId4"/>
    <p:sldId id="275" r:id="rId5"/>
    <p:sldId id="302" r:id="rId6"/>
    <p:sldId id="303" r:id="rId7"/>
    <p:sldId id="304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63776" autoAdjust="0"/>
  </p:normalViewPr>
  <p:slideViewPr>
    <p:cSldViewPr>
      <p:cViewPr varScale="1">
        <p:scale>
          <a:sx n="42" d="100"/>
          <a:sy n="42" d="100"/>
        </p:scale>
        <p:origin x="-33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5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********* WHO HAS THE FINAL SAY *************</a:t>
            </a:r>
          </a:p>
          <a:p>
            <a:pPr>
              <a:defRPr/>
            </a:pPr>
            <a:r>
              <a:rPr lang="fr-FR" dirty="0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 GLORY TO GOD ***********</a:t>
            </a:r>
          </a:p>
          <a:p>
            <a:pPr>
              <a:defRPr/>
            </a:pPr>
            <a:r>
              <a:rPr lang="fr-FR" dirty="0" smtClean="0"/>
              <a:t>5-  GLOIRE À DIEU  DANS </a:t>
            </a:r>
            <a:r>
              <a:rPr lang="fr-FR" smtClean="0"/>
              <a:t>LES </a:t>
            </a:r>
            <a:r>
              <a:rPr lang="fr-FR" smtClean="0"/>
              <a:t>LIEUX</a:t>
            </a:r>
            <a:r>
              <a:rPr lang="fr-FR" baseline="0" smtClean="0"/>
              <a:t> TRES HAUTS</a:t>
            </a:r>
            <a:r>
              <a:rPr lang="fr-FR" dirty="0" smtClean="0"/>
              <a:t>
6-  ALLÉLUIA 
7-  TOUT LE MONDE CRIE ALLÉLUIA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dirty="0" smtClean="0"/>
              <a:t>
************** IN THE NAME OF JESUS ****************</a:t>
            </a:r>
          </a:p>
          <a:p>
            <a:pPr>
              <a:defRPr/>
            </a:pPr>
            <a:r>
              <a:rPr lang="fr-FR" dirty="0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 smtClean="0"/>
              <a:t>********* WHO HAS THE FINAL SAY *************</a:t>
            </a:r>
          </a:p>
          <a:p>
            <a:pPr>
              <a:defRPr/>
            </a:pPr>
            <a:r>
              <a:rPr lang="fr-FR" dirty="0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 GLORY TO GOD ***********</a:t>
            </a:r>
          </a:p>
          <a:p>
            <a:pPr>
              <a:defRPr/>
            </a:pPr>
            <a:r>
              <a:rPr lang="fr-FR" dirty="0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dirty="0" smtClean="0"/>
              <a:t>
************** IN THE NAME OF JESUS ****************</a:t>
            </a:r>
          </a:p>
          <a:p>
            <a:pPr>
              <a:defRPr/>
            </a:pPr>
            <a:r>
              <a:rPr lang="fr-FR" dirty="0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601130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4059269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022173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071132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2891821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********* WHO HAS THE FINAL SAY *************</a:t>
            </a:r>
          </a:p>
          <a:p>
            <a:pPr>
              <a:defRPr/>
            </a:pPr>
            <a:r>
              <a:rPr lang="fr-FR" dirty="0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 GLORY TO GOD ***********</a:t>
            </a:r>
          </a:p>
          <a:p>
            <a:pPr>
              <a:defRPr/>
            </a:pPr>
            <a:r>
              <a:rPr lang="fr-FR" dirty="0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dirty="0" smtClean="0"/>
              <a:t>
************** IN THE NAME OF JESUS ****************</a:t>
            </a:r>
          </a:p>
          <a:p>
            <a:pPr>
              <a:defRPr/>
            </a:pPr>
            <a:r>
              <a:rPr lang="fr-FR" dirty="0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028309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139630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1123226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1954012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1439272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626446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27277919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060526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2537014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1791799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2561990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21897138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40255480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124799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42815747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22572138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1666925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0730172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7408410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6286849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41201440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6638455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0134432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8705155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2964197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6861620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********* WHO HAS THE FINAL SAY *************</a:t>
            </a:r>
          </a:p>
          <a:p>
            <a:pPr>
              <a:defRPr/>
            </a:pPr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 GLORY TO GOD ***********</a:t>
            </a:r>
          </a:p>
          <a:p>
            <a:pPr>
              <a:defRPr/>
            </a:pPr>
            <a:r>
              <a:rPr lang="fr-FR" smtClean="0"/>
              <a:t>5-  GLOIRE À DIEU  DANS LES LIEUX CÉLESTE 
6-  ALLÉLUIA 
7-  TOUT LE MONDE CRIE ALLÉLUIA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pPr>
              <a:defRPr/>
            </a:pPr>
            <a:r>
              <a:rPr lang="fr-FR" smtClean="0"/>
              <a:t>
************** IN THE NAME OF JESUS ****************</a:t>
            </a:r>
          </a:p>
          <a:p>
            <a:pPr>
              <a:defRPr/>
            </a:pPr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********* WHO HAS THE FINAL SAY *************</a:t>
            </a:r>
          </a:p>
          <a:p>
            <a:r>
              <a:rPr lang="fr-FR" smtClean="0"/>
              <a:t>1-  QUI A LE DERNIER MOT JÉSUS A LE DERNIER MOT 
2-  JÉSUS A CHANGÉ TOUTE MA VIE JÉSUS A CHANGÉ TOUTE MA VIE 
3-  IL FAIT UN CHEMIN  OÙ IL N’Y EN AVAIT PAS 
4-  JÉSUS A LE DERNIER MOT </a:t>
            </a:r>
          </a:p>
          <a:p>
            <a:endParaRPr lang="fr-FR" smtClean="0"/>
          </a:p>
          <a:p>
            <a:r>
              <a:rPr lang="fr-FR" smtClean="0"/>
              <a:t>******** GLORY TO GOD ***********</a:t>
            </a:r>
          </a:p>
          <a:p>
            <a:r>
              <a:rPr lang="fr-FR" smtClean="0"/>
              <a:t>5-  GLOIRE À DIEU  DANS LES LIEUX CÉLESTE 
6-  ALLÉLUIA 
7-  TOUT LE MONDE CRIE ALLÉLUIA </a:t>
            </a:r>
          </a:p>
          <a:p>
            <a:endParaRPr lang="fr-FR" smtClean="0"/>
          </a:p>
          <a:p>
            <a:r>
              <a:rPr lang="fr-FR" smtClean="0"/>
              <a:t>********* I WILL ENTER HIS GATES ***********
8-  J’ENTRERAI DANS SES PARVIS AVEC DES CRIS DE JOIE 
9-  J'ENTRERAI DANS SES PARVIS AVEC LOUANGES 
10-  J'ENTRERAI DANS SES PARVIS AVEC DES CRIS DE JOIE 
11-  JE LOUE SON NOM  CAR IL ME REND HEUREUX 
12-  IL ME REND HEUREUX  IL ME REND HEUREUX 
13-  JE LOUE SON NOM CAR IL ME REND HEUREUX 
14-  IL ME REND HEUREUX  IL ME REND HEUREUX 
15-  JE LOUE SON NOM CAR IL ME REND HEUREUX </a:t>
            </a:r>
          </a:p>
          <a:p>
            <a:endParaRPr lang="fr-FR" smtClean="0"/>
          </a:p>
          <a:p>
            <a:r>
              <a:rPr lang="fr-FR" smtClean="0"/>
              <a:t>************ WE BRING TE SACRIFICE OF PRAISE ************
16-  NOUS APPORTONS DANS TA MAISON UN SACRIFICE DE LOUANGE 
17-  NOUS APPORTONS DANS TA MAISON UN SACRIFICE D'ADORATION 
18-  ET NOUS ÉLEVONS VERS TOI  UN SACRIFICE DE RECONNAISSANCE 
19-  ET NOUS ÉLEVONS VERS TOI  UN SACRIFICE DE JOIE </a:t>
            </a:r>
          </a:p>
          <a:p>
            <a:endParaRPr lang="fr-FR" smtClean="0"/>
          </a:p>
          <a:p>
            <a:r>
              <a:rPr lang="fr-FR" smtClean="0"/>
              <a:t>*************** WHAT A MIGHTY GOD WE SERVE **************
20-  QUEL DIEU PUISSANT NOUS SERVONS 
21-  QUE TOUS SUR LA TERRE  ET DANS LE CIEL L'ADORENT 
22-  QUEL DIEU PUISSANT NOUS SERVONS </a:t>
            </a:r>
          </a:p>
          <a:p>
            <a:endParaRPr lang="fr-FR" smtClean="0"/>
          </a:p>
          <a:p>
            <a:r>
              <a:rPr lang="fr-FR" smtClean="0"/>
              <a:t>************* THIS IS TE DAY **************
23-  C’EST LA JOURNÉE  C’EST LA JOURNÉE 
24-  QUE LE SEIGNEUR A FAITE QUE LE SEIGNEUR A FAITE 
25-  QU’ELLE SOIT POUR TOI QU’ELLE SOIT POUR MOI 
26-  UN SUJET DE JOIE UN SUJET DE JOIE 
27-  C’EST LA JOURNÉE QUE LE SEIGNEUR A FAITE 
28-  QU’ELLE SOIT POUR TOI  UN SUJET DE JOIE 
29-  C’EST LA JOURNÉE, C’EST LA JOURNÉE QUE LE SEIGNEUR A FAITE </a:t>
            </a:r>
          </a:p>
          <a:p>
            <a:r>
              <a:rPr lang="fr-FR" smtClean="0"/>
              <a:t>
************** IN THE NAME OF JESUS ****************</a:t>
            </a:r>
          </a:p>
          <a:p>
            <a:r>
              <a:rPr lang="fr-FR" smtClean="0"/>
              <a:t>30-  DANS LE NOM DE JÉSUS NOUS AVONS LA VICTOIRE 
31-  DANS LE NOM DE JÉSUS NOUS SOMMES PLUS QUE VAINQUEURS 
32-  DANS LE NOM PUISSANT DE JÉSUS DIS-MOI QUI PEUT RÉSISTER 
33-  DANS LE NOM PUISSANT DE JÉSUS NOUS AVONS LA VICTOIRE 
</a:t>
            </a:r>
          </a:p>
        </p:txBody>
      </p:sp>
    </p:spTree>
    <p:extLst>
      <p:ext uri="{BB962C8B-B14F-4D97-AF65-F5344CB8AC3E}">
        <p14:creationId xmlns="" xmlns:p14="http://schemas.microsoft.com/office/powerpoint/2010/main" val="3803489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A LE DERNIER MOT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A LE DERNIER MOT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A CHANGÉ TOUTE MA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A CHANGÉ TOUTE MA VIE</a:t>
            </a:r>
          </a:p>
        </p:txBody>
      </p:sp>
    </p:spTree>
    <p:extLst>
      <p:ext uri="{BB962C8B-B14F-4D97-AF65-F5344CB8AC3E}">
        <p14:creationId xmlns="" xmlns:p14="http://schemas.microsoft.com/office/powerpoint/2010/main" val="320608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FAIT UN CHEMIN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N’Y EN AVAIT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9510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A LE DERNIER MOT</a:t>
            </a:r>
          </a:p>
        </p:txBody>
      </p:sp>
    </p:spTree>
    <p:extLst>
      <p:ext uri="{BB962C8B-B14F-4D97-AF65-F5344CB8AC3E}">
        <p14:creationId xmlns="" xmlns:p14="http://schemas.microsoft.com/office/powerpoint/2010/main" val="322399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À DIEU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LIEUX TRÈS HAUTS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2724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0383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CRIE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29179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J’ENTRERAI DANS SES PARVIS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DES CRIS DE JOIE</a:t>
            </a:r>
          </a:p>
        </p:txBody>
      </p:sp>
    </p:spTree>
    <p:extLst>
      <p:ext uri="{BB962C8B-B14F-4D97-AF65-F5344CB8AC3E}">
        <p14:creationId xmlns="" xmlns:p14="http://schemas.microsoft.com/office/powerpoint/2010/main" val="269793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J'ENTRERAI DANS SES PARVIS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LOUANGES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7239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J'ENTRERAI DANS SES PARVIS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DES CRIS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8099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LOUE SON NOM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IL ME REND HEUREUX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2089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ME REND HEUREUX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ME REND HEUREUX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727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LOUE SON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IL ME REND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6863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ME REND HEUREUX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ME REND HEUREUX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4324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LOUE SON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IL ME REND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249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APPORTONS DANS TA MAISON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SACRIFICE DE LOUANGE</a:t>
            </a:r>
          </a:p>
        </p:txBody>
      </p:sp>
    </p:spTree>
    <p:extLst>
      <p:ext uri="{BB962C8B-B14F-4D97-AF65-F5344CB8AC3E}">
        <p14:creationId xmlns="" xmlns:p14="http://schemas.microsoft.com/office/powerpoint/2010/main" val="121208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APPORTONS DANS TA MAISON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SACRIFICE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D'ADORATION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2852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ÉLEVONS VERS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SACRIFICE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RECONNAISSANCE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5997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ÉLEVONS VERS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SACRIFICE DE JOIE</a:t>
            </a:r>
          </a:p>
        </p:txBody>
      </p:sp>
    </p:spTree>
    <p:extLst>
      <p:ext uri="{BB962C8B-B14F-4D97-AF65-F5344CB8AC3E}">
        <p14:creationId xmlns="" xmlns:p14="http://schemas.microsoft.com/office/powerpoint/2010/main" val="48821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DIEU PUISSANT NOUS SERVONS</a:t>
            </a:r>
          </a:p>
        </p:txBody>
      </p:sp>
    </p:spTree>
    <p:extLst>
      <p:ext uri="{BB962C8B-B14F-4D97-AF65-F5344CB8AC3E}">
        <p14:creationId xmlns="" xmlns:p14="http://schemas.microsoft.com/office/powerpoint/2010/main" val="372869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TOUS SUR LA TERRE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DANS LE CIEL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L'ADORENT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8918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DIEU PUISSANT NOUS SERVONS</a:t>
            </a:r>
          </a:p>
        </p:txBody>
      </p:sp>
    </p:spTree>
    <p:extLst>
      <p:ext uri="{BB962C8B-B14F-4D97-AF65-F5344CB8AC3E}">
        <p14:creationId xmlns="" xmlns:p14="http://schemas.microsoft.com/office/powerpoint/2010/main" val="81304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LA JOURNÉE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C’EST LA JOURNÉE</a:t>
            </a:r>
          </a:p>
        </p:txBody>
      </p:sp>
    </p:spTree>
    <p:extLst>
      <p:ext uri="{BB962C8B-B14F-4D97-AF65-F5344CB8AC3E}">
        <p14:creationId xmlns="" xmlns:p14="http://schemas.microsoft.com/office/powerpoint/2010/main" val="318592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SEIGNEUR A FAITE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SEIGNEUR 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3652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QU’ELLE SOIT POUR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QU’ELLE SOIT POUR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5217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SUJET DE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SUJET DE JOIE</a:t>
            </a:r>
          </a:p>
        </p:txBody>
      </p:sp>
    </p:spTree>
    <p:extLst>
      <p:ext uri="{BB962C8B-B14F-4D97-AF65-F5344CB8AC3E}">
        <p14:creationId xmlns="" xmlns:p14="http://schemas.microsoft.com/office/powerpoint/2010/main" val="236300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LA JOURNÉE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SEIGNEUR A FAITE</a:t>
            </a:r>
          </a:p>
        </p:txBody>
      </p:sp>
    </p:spTree>
    <p:extLst>
      <p:ext uri="{BB962C8B-B14F-4D97-AF65-F5344CB8AC3E}">
        <p14:creationId xmlns="" xmlns:p14="http://schemas.microsoft.com/office/powerpoint/2010/main" val="212746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QU’ELLE SOIT POUR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SUJET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480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LA JOURNÉE, C’EST LA JOURNÉE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SEIGNEUR A FAITE</a:t>
            </a:r>
          </a:p>
        </p:txBody>
      </p:sp>
    </p:spTree>
    <p:extLst>
      <p:ext uri="{BB962C8B-B14F-4D97-AF65-F5344CB8AC3E}">
        <p14:creationId xmlns="" xmlns:p14="http://schemas.microsoft.com/office/powerpoint/2010/main" val="3286316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AVONS LA VICTOIRE</a:t>
            </a:r>
          </a:p>
        </p:txBody>
      </p:sp>
    </p:spTree>
    <p:extLst>
      <p:ext uri="{BB962C8B-B14F-4D97-AF65-F5344CB8AC3E}">
        <p14:creationId xmlns="" xmlns:p14="http://schemas.microsoft.com/office/powerpoint/2010/main" val="322129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PLUS QUE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VAINQUEURS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3682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PUISSANT DE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DIS-MOI QUI PEUT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RÉSISTER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2152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PUISSANT DE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AVONS LA VICTOIRE</a:t>
            </a:r>
          </a:p>
        </p:txBody>
      </p:sp>
    </p:spTree>
    <p:extLst>
      <p:ext uri="{BB962C8B-B14F-4D97-AF65-F5344CB8AC3E}">
        <p14:creationId xmlns="" xmlns:p14="http://schemas.microsoft.com/office/powerpoint/2010/main" val="417341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1462</Words>
  <Application>Microsoft Office PowerPoint</Application>
  <PresentationFormat>Affichage à l'écran (4:3)</PresentationFormat>
  <Paragraphs>1051</Paragraphs>
  <Slides>33</Slides>
  <Notes>33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174</cp:revision>
  <dcterms:created xsi:type="dcterms:W3CDTF">2002-08-17T10:50:50Z</dcterms:created>
  <dcterms:modified xsi:type="dcterms:W3CDTF">2018-09-30T08:18:28Z</dcterms:modified>
</cp:coreProperties>
</file>