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2" r:id="rId2"/>
    <p:sldId id="295" r:id="rId3"/>
    <p:sldId id="294" r:id="rId4"/>
    <p:sldId id="293" r:id="rId5"/>
    <p:sldId id="292" r:id="rId6"/>
    <p:sldId id="291" r:id="rId7"/>
    <p:sldId id="296" r:id="rId8"/>
    <p:sldId id="290" r:id="rId9"/>
    <p:sldId id="289" r:id="rId10"/>
    <p:sldId id="288" r:id="rId11"/>
    <p:sldId id="297" r:id="rId12"/>
    <p:sldId id="287" r:id="rId13"/>
    <p:sldId id="286" r:id="rId14"/>
    <p:sldId id="285" r:id="rId15"/>
    <p:sldId id="284" r:id="rId16"/>
    <p:sldId id="298" r:id="rId17"/>
    <p:sldId id="283" r:id="rId18"/>
    <p:sldId id="281" r:id="rId19"/>
    <p:sldId id="299" r:id="rId20"/>
    <p:sldId id="280" r:id="rId21"/>
    <p:sldId id="279" r:id="rId22"/>
    <p:sldId id="278" r:id="rId23"/>
    <p:sldId id="277" r:id="rId24"/>
    <p:sldId id="300" r:id="rId25"/>
    <p:sldId id="276" r:id="rId26"/>
    <p:sldId id="275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4429" autoAdjust="0"/>
  </p:normalViewPr>
  <p:slideViewPr>
    <p:cSldViewPr>
      <p:cViewPr varScale="1">
        <p:scale>
          <a:sx n="41" d="100"/>
          <a:sy n="41" d="100"/>
        </p:scale>
        <p:origin x="-109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2BBBBD1-99DD-44B6-BC11-BF3D944EB431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405824-D180-4FFC-9F9F-362C46263B3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667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SI ORDINAIRE JE N’AI RIEN DE SPÉCIAL POUR PLAIRE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very</a:t>
            </a:r>
            <a:r>
              <a:rPr lang="fr-FR" dirty="0" smtClean="0"/>
              <a:t> </a:t>
            </a:r>
            <a:r>
              <a:rPr lang="fr-FR" dirty="0" err="1" smtClean="0"/>
              <a:t>ordinary</a:t>
            </a:r>
            <a:r>
              <a:rPr lang="fr-FR" dirty="0" smtClean="0"/>
              <a:t>,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special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dirty="0" smtClean="0"/>
              <a:t>oh, i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walked</a:t>
            </a:r>
            <a:r>
              <a:rPr lang="fr-FR" dirty="0" smtClean="0"/>
              <a:t> on water, and i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calmed</a:t>
            </a:r>
            <a:r>
              <a:rPr lang="fr-FR" dirty="0" smtClean="0"/>
              <a:t> a </a:t>
            </a:r>
            <a:r>
              <a:rPr lang="fr-FR" dirty="0" err="1" smtClean="0"/>
              <a:t>storm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3-  PARFOIS, JE ME CACHE LOIN DE LA FOLIE DE CE MONDE</a:t>
            </a:r>
          </a:p>
          <a:p>
            <a:pPr>
              <a:defRPr/>
            </a:pPr>
            <a:r>
              <a:rPr lang="fr-FR" dirty="0" err="1" smtClean="0"/>
              <a:t>sometimes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hiding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madness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 4-  COMME UN ENFANT QUI A PEUR DU NOIR</a:t>
            </a:r>
          </a:p>
          <a:p>
            <a:pPr>
              <a:defRPr/>
            </a:pP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child</a:t>
            </a:r>
            <a:r>
              <a:rPr lang="fr-FR" dirty="0" smtClean="0"/>
              <a:t> </a:t>
            </a:r>
            <a:r>
              <a:rPr lang="fr-FR" dirty="0" err="1" smtClean="0"/>
              <a:t>who's</a:t>
            </a:r>
            <a:r>
              <a:rPr lang="fr-FR" dirty="0" smtClean="0"/>
              <a:t> </a:t>
            </a:r>
            <a:r>
              <a:rPr lang="fr-FR" dirty="0" err="1" smtClean="0"/>
              <a:t>afraid</a:t>
            </a:r>
            <a:r>
              <a:rPr lang="fr-FR" dirty="0" smtClean="0"/>
              <a:t> of the </a:t>
            </a:r>
            <a:r>
              <a:rPr lang="fr-FR" dirty="0" err="1" smtClean="0"/>
              <a:t>dark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MAIS QUAND J’INVOQUE JÉSUS TOUT EST POSSIBLE EN LUI</a:t>
            </a:r>
          </a:p>
          <a:p>
            <a:pPr>
              <a:defRPr/>
            </a:pPr>
            <a:r>
              <a:rPr lang="fr-FR" dirty="0" smtClean="0"/>
              <a:t>	but 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 	6-  TEL UN AIGLE JE PEUX VOLER BIEN HAUT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  QUAND J’INVOQUE JÉSUS LES MONTAGNES S’ENFUIENT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  CAR IL REMUERA CIEL ET TERRE POUR ME SECOURIR DE MES MAUX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me </a:t>
            </a:r>
            <a:r>
              <a:rPr lang="fr-FR" dirty="0" err="1" smtClean="0"/>
              <a:t>when</a:t>
            </a:r>
            <a:r>
              <a:rPr lang="fr-FR" dirty="0" smtClean="0"/>
              <a:t> i call</a:t>
            </a:r>
          </a:p>
          <a:p>
            <a:pPr>
              <a:defRPr/>
            </a:pPr>
            <a:r>
              <a:rPr lang="fr-FR" dirty="0" smtClean="0"/>
              <a:t> 	9- 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10-  FRÈRE FATIGUÉ, SŒUR EFFONDRÉE VEUF ET VEUVE ÉPLORÉS </a:t>
            </a:r>
          </a:p>
          <a:p>
            <a:pPr>
              <a:defRPr/>
            </a:pP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brother</a:t>
            </a:r>
            <a:r>
              <a:rPr lang="fr-FR" dirty="0" smtClean="0"/>
              <a:t>,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, </a:t>
            </a:r>
            <a:r>
              <a:rPr lang="fr-FR" dirty="0" err="1" smtClean="0"/>
              <a:t>widowed</a:t>
            </a:r>
            <a:r>
              <a:rPr lang="fr-FR" dirty="0" smtClean="0"/>
              <a:t>, </a:t>
            </a:r>
            <a:r>
              <a:rPr lang="fr-FR" dirty="0" err="1" smtClean="0"/>
              <a:t>widowed</a:t>
            </a:r>
            <a:r>
              <a:rPr lang="fr-FR" dirty="0" smtClean="0"/>
              <a:t> lover 
11-  VOUS N’ÊTES PAS SEULS</a:t>
            </a:r>
          </a:p>
          <a:p>
            <a:pPr>
              <a:defRPr/>
            </a:pPr>
            <a:r>
              <a:rPr lang="fr-FR" dirty="0" err="1" smtClean="0"/>
              <a:t>you're</a:t>
            </a:r>
            <a:r>
              <a:rPr lang="fr-FR" dirty="0" smtClean="0"/>
              <a:t> not </a:t>
            </a:r>
            <a:r>
              <a:rPr lang="fr-FR" dirty="0" err="1" smtClean="0"/>
              <a:t>alone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tired</a:t>
            </a:r>
            <a:r>
              <a:rPr lang="fr-FR" dirty="0" smtClean="0"/>
              <a:t> and </a:t>
            </a:r>
            <a:r>
              <a:rPr lang="fr-FR" dirty="0" err="1" smtClean="0"/>
              <a:t>scared</a:t>
            </a:r>
            <a:r>
              <a:rPr lang="fr-FR" dirty="0" smtClean="0"/>
              <a:t> of the </a:t>
            </a:r>
            <a:r>
              <a:rPr lang="fr-FR" dirty="0" err="1" smtClean="0"/>
              <a:t>madness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13-  SI VOUS N’AVEZ PLUS LA FORCE DE CONTINUER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the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14-  QUAND TU INVOQUES JÉSUS TOUT EST POSSIBLE EN LUI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	15-  TEL UN AIGLE TU PEUX VOLER BIEN HAUT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16-  QUAND TU INVOQUES JÉSUS LES MONTAGNES S’ENFUIENT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17-  CAR IL REMUERA CIEL ET TERRE POUR TE SECOURIR DE TES MAUX 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-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TU L’APPELLES LE MATIN DANS L’APRÈS-MIDI</a:t>
            </a:r>
          </a:p>
          <a:p>
            <a:pPr>
              <a:defRPr/>
            </a:pPr>
            <a:r>
              <a:rPr lang="fr-FR" dirty="0" smtClean="0"/>
              <a:t>call </a:t>
            </a:r>
            <a:r>
              <a:rPr lang="fr-FR" dirty="0" err="1" smtClean="0"/>
              <a:t>him</a:t>
            </a:r>
            <a:r>
              <a:rPr lang="fr-FR" dirty="0" smtClean="0"/>
              <a:t> in the </a:t>
            </a:r>
            <a:r>
              <a:rPr lang="fr-FR" dirty="0" err="1" smtClean="0"/>
              <a:t>morning</a:t>
            </a:r>
            <a:r>
              <a:rPr lang="fr-FR" dirty="0" smtClean="0"/>
              <a:t>', in the </a:t>
            </a:r>
            <a:r>
              <a:rPr lang="fr-FR" dirty="0" err="1" smtClean="0"/>
              <a:t>afternoon</a:t>
            </a:r>
            <a:r>
              <a:rPr lang="fr-FR" dirty="0" smtClean="0"/>
              <a:t> time</a:t>
            </a:r>
          </a:p>
          <a:p>
            <a:pPr>
              <a:defRPr/>
            </a:pPr>
            <a:r>
              <a:rPr lang="fr-FR" dirty="0" smtClean="0"/>
              <a:t> 19-  TRÈS TARD LE SOIR IL SERA LÀ</a:t>
            </a:r>
          </a:p>
          <a:p>
            <a:pPr>
              <a:defRPr/>
            </a:pPr>
            <a:r>
              <a:rPr lang="fr-FR" dirty="0" err="1" smtClean="0"/>
              <a:t>late</a:t>
            </a:r>
            <a:r>
              <a:rPr lang="fr-FR" dirty="0" smtClean="0"/>
              <a:t> in the </a:t>
            </a:r>
            <a:r>
              <a:rPr lang="fr-FR" dirty="0" err="1" smtClean="0"/>
              <a:t>evening</a:t>
            </a:r>
            <a:r>
              <a:rPr lang="fr-FR" dirty="0" smtClean="0"/>
              <a:t>' </a:t>
            </a:r>
            <a:r>
              <a:rPr lang="fr-FR" dirty="0" err="1" smtClean="0"/>
              <a:t>he'll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20-  QUAND TON CŒUR EST BRISÉ TU TE SENS DÉCOURAGÉ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,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discouraged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21-  RAPPELLE-TOI SEULEMENT QU’IL T’A DIT QU’IL SERA LÀ </a:t>
            </a:r>
          </a:p>
          <a:p>
            <a:pPr>
              <a:defRPr/>
            </a:pP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remember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said</a:t>
            </a:r>
            <a:r>
              <a:rPr lang="fr-FR" dirty="0" smtClean="0"/>
              <a:t> </a:t>
            </a:r>
            <a:r>
              <a:rPr lang="fr-FR" dirty="0" err="1" smtClean="0"/>
              <a:t>he'll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22-  QUAND J’INVOQUE JÉSUS TOUT EST POSSIBLE EN LUI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	23-  TEL UN AIGLE JE PEUX VOLER BIEN HAUT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24-  QUAND J’INVOQUE JÉSUS LES MONTAGNES S’ENFUIENT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25-  CAR IL REMUERA CIEL ET TERRE POUR ME SECOURIR DE MES MAUX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me </a:t>
            </a:r>
          </a:p>
          <a:p>
            <a:pPr>
              <a:defRPr/>
            </a:pPr>
            <a:r>
              <a:rPr lang="fr-FR" dirty="0" smtClean="0"/>
              <a:t> 	26- 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very</a:t>
            </a:r>
            <a:r>
              <a:rPr lang="fr-FR" dirty="0" smtClean="0"/>
              <a:t> </a:t>
            </a:r>
            <a:r>
              <a:rPr lang="fr-FR" dirty="0" err="1" smtClean="0"/>
              <a:t>ordinary</a:t>
            </a:r>
            <a:r>
              <a:rPr lang="fr-FR" dirty="0" smtClean="0"/>
              <a:t>,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special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dirty="0" smtClean="0"/>
              <a:t>oh, i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walked</a:t>
            </a:r>
            <a:r>
              <a:rPr lang="fr-FR" dirty="0" smtClean="0"/>
              <a:t> on water, and i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calmed</a:t>
            </a:r>
            <a:r>
              <a:rPr lang="fr-FR" dirty="0" smtClean="0"/>
              <a:t> a </a:t>
            </a:r>
            <a:r>
              <a:rPr lang="fr-FR" dirty="0" err="1" smtClean="0"/>
              <a:t>storm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3-  PARFOIS, JE ME CACHE LOIN DE LA FOLIE DE CE MONDE</a:t>
            </a:r>
          </a:p>
          <a:p>
            <a:pPr>
              <a:defRPr/>
            </a:pPr>
            <a:r>
              <a:rPr lang="fr-FR" dirty="0" err="1" smtClean="0"/>
              <a:t>sometimes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hiding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madness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 4-  COMME UN ENFANT QUI A PEUR DU NOIR</a:t>
            </a:r>
          </a:p>
          <a:p>
            <a:pPr>
              <a:defRPr/>
            </a:pP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child</a:t>
            </a:r>
            <a:r>
              <a:rPr lang="fr-FR" dirty="0" smtClean="0"/>
              <a:t> </a:t>
            </a:r>
            <a:r>
              <a:rPr lang="fr-FR" dirty="0" err="1" smtClean="0"/>
              <a:t>who's</a:t>
            </a:r>
            <a:r>
              <a:rPr lang="fr-FR" dirty="0" smtClean="0"/>
              <a:t> </a:t>
            </a:r>
            <a:r>
              <a:rPr lang="fr-FR" dirty="0" err="1" smtClean="0"/>
              <a:t>afraid</a:t>
            </a:r>
            <a:r>
              <a:rPr lang="fr-FR" dirty="0" smtClean="0"/>
              <a:t> of the </a:t>
            </a:r>
            <a:r>
              <a:rPr lang="fr-FR" dirty="0" err="1" smtClean="0"/>
              <a:t>dark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MAIS QUAND J’INVOQUE JÉSUS TOUT EST POSSIBLE EN LUI</a:t>
            </a:r>
          </a:p>
          <a:p>
            <a:pPr>
              <a:defRPr/>
            </a:pPr>
            <a:r>
              <a:rPr lang="fr-FR" dirty="0" smtClean="0"/>
              <a:t>	but 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 	6-  TEL UN AIGLE JE PEUX VOLER BIEN HAUT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  QUAND J’INVOQUE JÉSUS LES MONTAGNES S’ENFUIENT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  CAR IL REMUERA CIEL ET TERRE POUR ME SECOURIR DE MES MAUX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me </a:t>
            </a:r>
            <a:r>
              <a:rPr lang="fr-FR" dirty="0" err="1" smtClean="0"/>
              <a:t>when</a:t>
            </a:r>
            <a:r>
              <a:rPr lang="fr-FR" dirty="0" smtClean="0"/>
              <a:t> i call</a:t>
            </a:r>
          </a:p>
          <a:p>
            <a:pPr>
              <a:defRPr/>
            </a:pPr>
            <a:r>
              <a:rPr lang="fr-FR" dirty="0" smtClean="0"/>
              <a:t> 	9- 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10-  FRÈRE FATIGUÉ, SŒUR EFFONDRÉE VEUF ET VEUVE ÉPLORÉS </a:t>
            </a:r>
          </a:p>
          <a:p>
            <a:pPr>
              <a:defRPr/>
            </a:pP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brother</a:t>
            </a:r>
            <a:r>
              <a:rPr lang="fr-FR" dirty="0" smtClean="0"/>
              <a:t>,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, </a:t>
            </a:r>
            <a:r>
              <a:rPr lang="fr-FR" dirty="0" err="1" smtClean="0"/>
              <a:t>widowed</a:t>
            </a:r>
            <a:r>
              <a:rPr lang="fr-FR" dirty="0" smtClean="0"/>
              <a:t>, </a:t>
            </a:r>
            <a:r>
              <a:rPr lang="fr-FR" dirty="0" err="1" smtClean="0"/>
              <a:t>widowed</a:t>
            </a:r>
            <a:r>
              <a:rPr lang="fr-FR" dirty="0" smtClean="0"/>
              <a:t> lover 
11-  VOUS N’ÊTES PAS SEULS</a:t>
            </a:r>
          </a:p>
          <a:p>
            <a:pPr>
              <a:defRPr/>
            </a:pPr>
            <a:r>
              <a:rPr lang="fr-FR" dirty="0" err="1" smtClean="0"/>
              <a:t>you're</a:t>
            </a:r>
            <a:r>
              <a:rPr lang="fr-FR" dirty="0" smtClean="0"/>
              <a:t> not </a:t>
            </a:r>
            <a:r>
              <a:rPr lang="fr-FR" dirty="0" err="1" smtClean="0"/>
              <a:t>alone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tired</a:t>
            </a:r>
            <a:r>
              <a:rPr lang="fr-FR" dirty="0" smtClean="0"/>
              <a:t> and </a:t>
            </a:r>
            <a:r>
              <a:rPr lang="fr-FR" dirty="0" err="1" smtClean="0"/>
              <a:t>scared</a:t>
            </a:r>
            <a:r>
              <a:rPr lang="fr-FR" dirty="0" smtClean="0"/>
              <a:t> of the </a:t>
            </a:r>
            <a:r>
              <a:rPr lang="fr-FR" dirty="0" err="1" smtClean="0"/>
              <a:t>madness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13-  SI VOUS N’AVEZ PLUS LA FORCE DE CONTINUER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the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14-  QUAND TU INVOQUES JÉSUS TOUT EST POSSIBLE EN LUI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	15-  TEL UN AIGLE TU PEUX VOLER BIEN HAUT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16-  QUAND TU INVOQUES JÉSUS LES MONTAGNES S’ENFUIENT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17-  CAR IL REMUERA CIEL ET TERRE POUR TE SECOURIR DE TES MAUX 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-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TU L’APPELLES LE MATIN DANS L’APRÈS-MIDI</a:t>
            </a:r>
          </a:p>
          <a:p>
            <a:pPr>
              <a:defRPr/>
            </a:pPr>
            <a:r>
              <a:rPr lang="fr-FR" dirty="0" smtClean="0"/>
              <a:t>call </a:t>
            </a:r>
            <a:r>
              <a:rPr lang="fr-FR" dirty="0" err="1" smtClean="0"/>
              <a:t>him</a:t>
            </a:r>
            <a:r>
              <a:rPr lang="fr-FR" dirty="0" smtClean="0"/>
              <a:t> in the </a:t>
            </a:r>
            <a:r>
              <a:rPr lang="fr-FR" dirty="0" err="1" smtClean="0"/>
              <a:t>morning</a:t>
            </a:r>
            <a:r>
              <a:rPr lang="fr-FR" dirty="0" smtClean="0"/>
              <a:t>', in the </a:t>
            </a:r>
            <a:r>
              <a:rPr lang="fr-FR" dirty="0" err="1" smtClean="0"/>
              <a:t>afternoon</a:t>
            </a:r>
            <a:r>
              <a:rPr lang="fr-FR" dirty="0" smtClean="0"/>
              <a:t> time</a:t>
            </a:r>
          </a:p>
          <a:p>
            <a:pPr>
              <a:defRPr/>
            </a:pPr>
            <a:r>
              <a:rPr lang="fr-FR" dirty="0" smtClean="0"/>
              <a:t> 19-  TRÈS TARD LE SOIR IL SERA LÀ</a:t>
            </a:r>
          </a:p>
          <a:p>
            <a:pPr>
              <a:defRPr/>
            </a:pPr>
            <a:r>
              <a:rPr lang="fr-FR" dirty="0" err="1" smtClean="0"/>
              <a:t>late</a:t>
            </a:r>
            <a:r>
              <a:rPr lang="fr-FR" dirty="0" smtClean="0"/>
              <a:t> in the </a:t>
            </a:r>
            <a:r>
              <a:rPr lang="fr-FR" dirty="0" err="1" smtClean="0"/>
              <a:t>evening</a:t>
            </a:r>
            <a:r>
              <a:rPr lang="fr-FR" dirty="0" smtClean="0"/>
              <a:t>' </a:t>
            </a:r>
            <a:r>
              <a:rPr lang="fr-FR" dirty="0" err="1" smtClean="0"/>
              <a:t>he'll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20-  QUAND TON CŒUR EST BRISÉ TU TE SENS DÉCOURAGÉ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,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discouraged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21-  RAPPELLE-TOI SEULEMENT QU’IL T’A DIT QU’IL SERA LÀ </a:t>
            </a:r>
          </a:p>
          <a:p>
            <a:pPr>
              <a:defRPr/>
            </a:pP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remember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said</a:t>
            </a:r>
            <a:r>
              <a:rPr lang="fr-FR" dirty="0" smtClean="0"/>
              <a:t> </a:t>
            </a:r>
            <a:r>
              <a:rPr lang="fr-FR" dirty="0" err="1" smtClean="0"/>
              <a:t>he'll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22-  QUAND J’INVOQUE JÉSUS TOUT EST POSSIBLE EN LUI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all </a:t>
            </a:r>
            <a:r>
              <a:rPr lang="fr-FR" dirty="0" err="1" smtClean="0"/>
              <a:t>things</a:t>
            </a:r>
            <a:r>
              <a:rPr lang="fr-FR" dirty="0" smtClean="0"/>
              <a:t> are possible</a:t>
            </a:r>
          </a:p>
          <a:p>
            <a:pPr>
              <a:defRPr/>
            </a:pPr>
            <a:r>
              <a:rPr lang="fr-FR" dirty="0" smtClean="0"/>
              <a:t>	23-  TEL UN AIGLE JE PEUX VOLER BIEN HAUT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mount</a:t>
            </a:r>
            <a:r>
              <a:rPr lang="fr-FR" dirty="0" smtClean="0"/>
              <a:t> on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eagles</a:t>
            </a:r>
            <a:r>
              <a:rPr lang="fr-FR" dirty="0" smtClean="0"/>
              <a:t>' and </a:t>
            </a:r>
            <a:r>
              <a:rPr lang="fr-FR" dirty="0" err="1" smtClean="0"/>
              <a:t>soar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24-  QUAND J’INVOQUE JÉSUS LES MONTAGNES S’ENFUIENT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i call on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mountains</a:t>
            </a:r>
            <a:r>
              <a:rPr lang="fr-FR" dirty="0" smtClean="0"/>
              <a:t> are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25-  CAR IL REMUERA CIEL ET TERRE POUR ME SECOURIR DE MES MAUX</a:t>
            </a:r>
          </a:p>
          <a:p>
            <a:pPr>
              <a:defRPr/>
            </a:pPr>
            <a:r>
              <a:rPr lang="fr-FR" dirty="0" smtClean="0"/>
              <a:t>	cause </a:t>
            </a:r>
            <a:r>
              <a:rPr lang="fr-FR" dirty="0" err="1" smtClean="0"/>
              <a:t>he'll</a:t>
            </a:r>
            <a:r>
              <a:rPr lang="fr-FR" dirty="0" smtClean="0"/>
              <a:t> move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to come </a:t>
            </a:r>
            <a:r>
              <a:rPr lang="fr-FR" dirty="0" err="1" smtClean="0"/>
              <a:t>rescue</a:t>
            </a:r>
            <a:r>
              <a:rPr lang="fr-FR" dirty="0" smtClean="0"/>
              <a:t> me </a:t>
            </a:r>
          </a:p>
          <a:p>
            <a:pPr>
              <a:defRPr/>
            </a:pPr>
            <a:r>
              <a:rPr lang="fr-FR" dirty="0" smtClean="0"/>
              <a:t> 	26- 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ORDINAIRE JE N’AI RIEN DE SPÉCIAL POUR PLAIRE </a:t>
            </a:r>
          </a:p>
          <a:p>
            <a:pPr>
              <a:defRPr/>
            </a:pPr>
            <a:r>
              <a:rPr lang="fr-FR" smtClean="0"/>
              <a:t>i'm so very ordinary, nothing special on my own.</a:t>
            </a:r>
          </a:p>
          <a:p>
            <a:pPr>
              <a:defRPr/>
            </a:pPr>
            <a:r>
              <a:rPr lang="fr-FR" smtClean="0"/>
              <a:t>2-  OH ! JE N’AI JAMAIS MARCHÉ SUR L’EAU ET JAMAIS CALMÉ UNE TEMPÊTE </a:t>
            </a:r>
          </a:p>
          <a:p>
            <a:pPr>
              <a:defRPr/>
            </a:pPr>
            <a:r>
              <a:rPr lang="fr-FR" smtClean="0"/>
              <a:t>oh, i have never walked on water, and i have never calmed a storm.</a:t>
            </a:r>
          </a:p>
          <a:p>
            <a:pPr>
              <a:defRPr/>
            </a:pPr>
            <a:r>
              <a:rPr lang="fr-FR" smtClean="0"/>
              <a:t>3-  PARFOIS, JE ME CACHE LOIN DE LA FOLIE DE CE MONDE</a:t>
            </a:r>
          </a:p>
          <a:p>
            <a:pPr>
              <a:defRPr/>
            </a:pPr>
            <a:r>
              <a:rPr lang="fr-FR" smtClean="0"/>
              <a:t>sometimes i'm hiding away from the madness around me</a:t>
            </a:r>
          </a:p>
          <a:p>
            <a:pPr>
              <a:defRPr/>
            </a:pPr>
            <a:r>
              <a:rPr lang="fr-FR" smtClean="0"/>
              <a:t> 4-  COMME UN ENFANT QUI A PEUR DU NOIR</a:t>
            </a:r>
          </a:p>
          <a:p>
            <a:pPr>
              <a:defRPr/>
            </a:pPr>
            <a:r>
              <a:rPr lang="fr-FR" smtClean="0"/>
              <a:t>like a child who's afraid of the dark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MAIS QUAND J’INVOQUE JÉSUS TOUT EST POSSIBLE EN LUI</a:t>
            </a:r>
          </a:p>
          <a:p>
            <a:pPr>
              <a:defRPr/>
            </a:pPr>
            <a:r>
              <a:rPr lang="fr-FR" smtClean="0"/>
              <a:t>	but when i call on jesus, all things are possible</a:t>
            </a:r>
          </a:p>
          <a:p>
            <a:pPr>
              <a:defRPr/>
            </a:pPr>
            <a:r>
              <a:rPr lang="fr-FR" smtClean="0"/>
              <a:t> 	6-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7-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8-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when i call</a:t>
            </a:r>
          </a:p>
          <a:p>
            <a:pPr>
              <a:defRPr/>
            </a:pPr>
            <a:r>
              <a:rPr lang="fr-FR" smtClean="0"/>
              <a:t> 	9-  LA LA LA LA LA LA LA LA LA</a:t>
            </a:r>
          </a:p>
          <a:p>
            <a:pPr>
              <a:defRPr/>
            </a:pPr>
            <a:r>
              <a:rPr lang="fr-FR" smtClean="0"/>
              <a:t>	la la la la la la la la la  
</a:t>
            </a:r>
          </a:p>
          <a:p>
            <a:pPr>
              <a:defRPr/>
            </a:pPr>
            <a:r>
              <a:rPr lang="fr-FR" smtClean="0"/>
              <a:t>10-  FRÈRE FATIGUÉ, SŒUR EFFONDRÉE VEUF ET VEUVE ÉPLORÉS </a:t>
            </a:r>
          </a:p>
          <a:p>
            <a:pPr>
              <a:defRPr/>
            </a:pPr>
            <a:r>
              <a:rPr lang="fr-FR" smtClean="0"/>
              <a:t>weary brother, broken daughter, widowed, widowed lover 
11-  VOUS N’ÊTES PAS SEULS</a:t>
            </a:r>
          </a:p>
          <a:p>
            <a:pPr>
              <a:defRPr/>
            </a:pPr>
            <a:r>
              <a:rPr lang="fr-FR" smtClean="0"/>
              <a:t>you're not alone</a:t>
            </a:r>
          </a:p>
          <a:p>
            <a:pPr>
              <a:defRPr/>
            </a:pPr>
            <a:r>
              <a:rPr lang="fr-FR" smtClean="0"/>
              <a:t> 12-  SI VOUS ÊTES FATIGUÉS ET APEURÉS PAR LA FOLIE DE CE MONDE</a:t>
            </a:r>
          </a:p>
          <a:p>
            <a:pPr>
              <a:defRPr/>
            </a:pPr>
            <a:r>
              <a:rPr lang="fr-FR" smtClean="0"/>
              <a:t>if you're tired and scared of the madness around you</a:t>
            </a:r>
          </a:p>
          <a:p>
            <a:pPr>
              <a:defRPr/>
            </a:pPr>
            <a:r>
              <a:rPr lang="fr-FR" smtClean="0"/>
              <a:t> 13-  SI VOUS N’AVEZ PLUS LA FORCE DE CONTINUER </a:t>
            </a:r>
          </a:p>
          <a:p>
            <a:pPr>
              <a:defRPr/>
            </a:pPr>
            <a:r>
              <a:rPr lang="fr-FR" smtClean="0"/>
              <a:t>if you can't find the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14-  QUAND TU INVOQUES JÉSUS TOUT EST POSSIBLE EN LUI</a:t>
            </a:r>
          </a:p>
          <a:p>
            <a:pPr>
              <a:defRPr/>
            </a:pPr>
            <a:r>
              <a:rPr lang="fr-FR" smtClean="0"/>
              <a:t>	when you call on jesus, all things are possible</a:t>
            </a:r>
          </a:p>
          <a:p>
            <a:pPr>
              <a:defRPr/>
            </a:pPr>
            <a:r>
              <a:rPr lang="fr-FR" smtClean="0"/>
              <a:t>	15-  TEL UN AIGLE TU PEUX VOLER BIEN HAUT</a:t>
            </a:r>
          </a:p>
          <a:p>
            <a:pPr>
              <a:defRPr/>
            </a:pPr>
            <a:r>
              <a:rPr lang="fr-FR" smtClean="0"/>
              <a:t>	you can mount on wings like eagles' and soar</a:t>
            </a:r>
          </a:p>
          <a:p>
            <a:pPr>
              <a:defRPr/>
            </a:pPr>
            <a:r>
              <a:rPr lang="fr-FR" smtClean="0"/>
              <a:t>	16-  QUAND TU INVOQUES JÉSUS LES MONTAGNES S’ENFUIENT</a:t>
            </a:r>
          </a:p>
          <a:p>
            <a:pPr>
              <a:defRPr/>
            </a:pPr>
            <a:r>
              <a:rPr lang="fr-FR" smtClean="0"/>
              <a:t>	when you call on jesus, mountains are gonna fall</a:t>
            </a:r>
          </a:p>
          <a:p>
            <a:pPr>
              <a:defRPr/>
            </a:pPr>
            <a:r>
              <a:rPr lang="fr-FR" smtClean="0"/>
              <a:t>	17-  CAR IL REMUERA CIEL ET TERRE POUR TE SECOURIR DE TES MAUX </a:t>
            </a:r>
          </a:p>
          <a:p>
            <a:pPr>
              <a:defRPr/>
            </a:pPr>
            <a:r>
              <a:rPr lang="fr-FR" smtClean="0"/>
              <a:t>	cause he'll move heaven and earth to come rescue you when you-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TU L’APPELLES LE MATIN DANS L’APRÈS-MIDI</a:t>
            </a:r>
          </a:p>
          <a:p>
            <a:pPr>
              <a:defRPr/>
            </a:pPr>
            <a:r>
              <a:rPr lang="fr-FR" smtClean="0"/>
              <a:t>call him in the morning', in the afternoon time</a:t>
            </a:r>
          </a:p>
          <a:p>
            <a:pPr>
              <a:defRPr/>
            </a:pPr>
            <a:r>
              <a:rPr lang="fr-FR" smtClean="0"/>
              <a:t> 19-  TRÈS TARD LE SOIR IL SERA LÀ</a:t>
            </a:r>
          </a:p>
          <a:p>
            <a:pPr>
              <a:defRPr/>
            </a:pPr>
            <a:r>
              <a:rPr lang="fr-FR" smtClean="0"/>
              <a:t>late in the evening' he'll be there</a:t>
            </a:r>
          </a:p>
          <a:p>
            <a:pPr>
              <a:defRPr/>
            </a:pPr>
            <a:r>
              <a:rPr lang="fr-FR" smtClean="0"/>
              <a:t> 20-  QUAND TON CŒUR EST BRISÉ TU TE SENS DÉCOURAGÉ </a:t>
            </a:r>
          </a:p>
          <a:p>
            <a:pPr>
              <a:defRPr/>
            </a:pPr>
            <a:r>
              <a:rPr lang="fr-FR" smtClean="0"/>
              <a:t>when your heart is broken, and you feel discouraged,</a:t>
            </a:r>
          </a:p>
          <a:p>
            <a:pPr>
              <a:defRPr/>
            </a:pPr>
            <a:r>
              <a:rPr lang="fr-FR" smtClean="0"/>
              <a:t>21-  RAPPELLE-TOI SEULEMENT QU’IL T’A DIT QU’IL SERA LÀ </a:t>
            </a:r>
          </a:p>
          <a:p>
            <a:pPr>
              <a:defRPr/>
            </a:pPr>
            <a:r>
              <a:rPr lang="fr-FR" smtClean="0"/>
              <a:t>you can just remember that he said he'll be there</a:t>
            </a:r>
          </a:p>
          <a:p>
            <a:pPr>
              <a:defRPr/>
            </a:pPr>
            <a:r>
              <a:rPr lang="fr-FR" smtClean="0"/>
              <a:t>	22-  QUAND J’INVOQUE JÉSUS TOUT EST POSSIBLE EN LUI </a:t>
            </a:r>
          </a:p>
          <a:p>
            <a:pPr>
              <a:defRPr/>
            </a:pPr>
            <a:r>
              <a:rPr lang="fr-FR" smtClean="0"/>
              <a:t>	when i call on jesus, all things are possible</a:t>
            </a:r>
          </a:p>
          <a:p>
            <a:pPr>
              <a:defRPr/>
            </a:pPr>
            <a:r>
              <a:rPr lang="fr-FR" smtClean="0"/>
              <a:t>	23-  TEL UN AIGLE JE PEUX VOLER BIEN HAUT </a:t>
            </a:r>
          </a:p>
          <a:p>
            <a:pPr>
              <a:defRPr/>
            </a:pPr>
            <a:r>
              <a:rPr lang="fr-FR" smtClean="0"/>
              <a:t>	i can mount on wings like eagles' and soar</a:t>
            </a:r>
          </a:p>
          <a:p>
            <a:pPr>
              <a:defRPr/>
            </a:pPr>
            <a:r>
              <a:rPr lang="fr-FR" smtClean="0"/>
              <a:t>	24-  QUAND J’INVOQUE JÉSUS LES MONTAGNES S’ENFUIENT </a:t>
            </a:r>
          </a:p>
          <a:p>
            <a:pPr>
              <a:defRPr/>
            </a:pPr>
            <a:r>
              <a:rPr lang="fr-FR" smtClean="0"/>
              <a:t>	when i call on jesus, mountains are gonna fall</a:t>
            </a:r>
          </a:p>
          <a:p>
            <a:pPr>
              <a:defRPr/>
            </a:pPr>
            <a:r>
              <a:rPr lang="fr-FR" smtClean="0"/>
              <a:t>	25-  CAR IL REMUERA CIEL ET TERRE POUR ME SECOURIR DE MES MAUX</a:t>
            </a:r>
          </a:p>
          <a:p>
            <a:pPr>
              <a:defRPr/>
            </a:pPr>
            <a:r>
              <a:rPr lang="fr-FR" smtClean="0"/>
              <a:t>	cause he'll move heaven and earth to come rescue me </a:t>
            </a:r>
          </a:p>
          <a:p>
            <a:pPr>
              <a:defRPr/>
            </a:pPr>
            <a:r>
              <a:rPr lang="fr-FR" smtClean="0"/>
              <a:t> 	26-  LA LA LA LA LA LA LA LA LA </a:t>
            </a:r>
          </a:p>
          <a:p>
            <a:pPr>
              <a:defRPr/>
            </a:pPr>
            <a:r>
              <a:rPr lang="fr-FR" smtClean="0"/>
              <a:t>	la la la la la la la la la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SI ORDINAIRE JE N’AI RIEN DE SPÉCIAL POUR PLAIRE </a:t>
            </a:r>
          </a:p>
          <a:p>
            <a:pPr eaLnBrk="1" hangingPunct="1"/>
            <a:r>
              <a:rPr lang="fr-FR" altLang="fr-FR" sz="1200" smtClean="0"/>
              <a:t>i'm so very ordinary, nothing special on my own.</a:t>
            </a:r>
          </a:p>
          <a:p>
            <a:pPr eaLnBrk="1" hangingPunct="1"/>
            <a:r>
              <a:rPr lang="fr-FR" altLang="fr-FR" sz="1200" smtClean="0"/>
              <a:t>2-  OH ! JE N’AI JAMAIS MARCHÉ SUR L’EAU ET JAMAIS CALMÉ UNE TEMPÊTE </a:t>
            </a:r>
          </a:p>
          <a:p>
            <a:pPr eaLnBrk="1" hangingPunct="1"/>
            <a:r>
              <a:rPr lang="fr-FR" altLang="fr-FR" sz="1200" smtClean="0"/>
              <a:t>oh, i have never walked on water, and i have never calmed a storm.</a:t>
            </a:r>
          </a:p>
          <a:p>
            <a:pPr eaLnBrk="1" hangingPunct="1"/>
            <a:r>
              <a:rPr lang="fr-FR" altLang="fr-FR" sz="1200" smtClean="0"/>
              <a:t>3-  PARFOIS, JE ME CACHE LOIN DE LA FOLIE DE CE MONDE</a:t>
            </a:r>
          </a:p>
          <a:p>
            <a:pPr eaLnBrk="1" hangingPunct="1"/>
            <a:r>
              <a:rPr lang="fr-FR" altLang="fr-FR" sz="1200" smtClean="0"/>
              <a:t>sometimes i'm hiding away from the madness around me</a:t>
            </a:r>
          </a:p>
          <a:p>
            <a:pPr eaLnBrk="1" hangingPunct="1"/>
            <a:r>
              <a:rPr lang="fr-FR" altLang="fr-FR" sz="1200" smtClean="0"/>
              <a:t> 4-  COMME UN ENFANT QUI A PEUR DU NOIR</a:t>
            </a:r>
          </a:p>
          <a:p>
            <a:pPr eaLnBrk="1" hangingPunct="1"/>
            <a:r>
              <a:rPr lang="fr-FR" altLang="fr-FR" sz="1200" smtClean="0"/>
              <a:t>like a child who's afraid of the dark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5-  MAIS QUAND J’INVOQUE JÉSUS TOUT EST POSSIBLE EN LUI</a:t>
            </a:r>
          </a:p>
          <a:p>
            <a:pPr eaLnBrk="1" hangingPunct="1"/>
            <a:r>
              <a:rPr lang="fr-FR" altLang="fr-FR" sz="1200" smtClean="0"/>
              <a:t>	but when i call on jesus, all things are possible</a:t>
            </a:r>
          </a:p>
          <a:p>
            <a:pPr eaLnBrk="1" hangingPunct="1"/>
            <a:r>
              <a:rPr lang="fr-FR" altLang="fr-FR" sz="1200" smtClean="0"/>
              <a:t> 	6-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7-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8-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when i call</a:t>
            </a:r>
          </a:p>
          <a:p>
            <a:pPr eaLnBrk="1" hangingPunct="1"/>
            <a:r>
              <a:rPr lang="fr-FR" altLang="fr-FR" sz="1200" smtClean="0"/>
              <a:t> 	9-  LA LA LA LA LA LA LA LA LA</a:t>
            </a:r>
          </a:p>
          <a:p>
            <a:pPr eaLnBrk="1" hangingPunct="1"/>
            <a:r>
              <a:rPr lang="fr-FR" altLang="fr-FR" sz="1200" smtClean="0"/>
              <a:t>	la la la la la la la la la  
</a:t>
            </a:r>
          </a:p>
          <a:p>
            <a:pPr eaLnBrk="1" hangingPunct="1"/>
            <a:r>
              <a:rPr lang="fr-FR" altLang="fr-FR" sz="1200" smtClean="0"/>
              <a:t>10-  FRÈRE FATIGUÉ, SŒUR EFFONDRÉE VEUF ET VEUVE ÉPLORÉS </a:t>
            </a:r>
          </a:p>
          <a:p>
            <a:pPr eaLnBrk="1" hangingPunct="1"/>
            <a:r>
              <a:rPr lang="fr-FR" altLang="fr-FR" sz="1200" smtClean="0"/>
              <a:t>weary brother, broken daughter, widowed, widowed lover 
11-  VOUS N’ÊTES PAS SEULS</a:t>
            </a:r>
          </a:p>
          <a:p>
            <a:pPr eaLnBrk="1" hangingPunct="1"/>
            <a:r>
              <a:rPr lang="fr-FR" altLang="fr-FR" sz="1200" smtClean="0"/>
              <a:t>you're not alone</a:t>
            </a:r>
          </a:p>
          <a:p>
            <a:pPr eaLnBrk="1" hangingPunct="1"/>
            <a:r>
              <a:rPr lang="fr-FR" altLang="fr-FR" sz="1200" smtClean="0"/>
              <a:t> 12-  SI VOUS ÊTES FATIGUÉS ET APEURÉS PAR LA FOLIE DE CE MONDE</a:t>
            </a:r>
          </a:p>
          <a:p>
            <a:pPr eaLnBrk="1" hangingPunct="1"/>
            <a:r>
              <a:rPr lang="fr-FR" altLang="fr-FR" sz="1200" smtClean="0"/>
              <a:t>if you're tired and scared of the madness around you</a:t>
            </a:r>
          </a:p>
          <a:p>
            <a:pPr eaLnBrk="1" hangingPunct="1"/>
            <a:r>
              <a:rPr lang="fr-FR" altLang="fr-FR" sz="1200" smtClean="0"/>
              <a:t> 13-  SI VOUS N’AVEZ PLUS LA FORCE DE CONTINUER </a:t>
            </a:r>
          </a:p>
          <a:p>
            <a:pPr eaLnBrk="1" hangingPunct="1"/>
            <a:r>
              <a:rPr lang="fr-FR" altLang="fr-FR" sz="1200" smtClean="0"/>
              <a:t>if you can't find the strength to carry on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14-  QUAND TU INVOQUES JÉSUS TOUT EST POSSIBLE EN LUI</a:t>
            </a:r>
          </a:p>
          <a:p>
            <a:pPr eaLnBrk="1" hangingPunct="1"/>
            <a:r>
              <a:rPr lang="fr-FR" altLang="fr-FR" sz="1200" smtClean="0"/>
              <a:t>	when you call on jesus, all things are possible</a:t>
            </a:r>
          </a:p>
          <a:p>
            <a:pPr eaLnBrk="1" hangingPunct="1"/>
            <a:r>
              <a:rPr lang="fr-FR" altLang="fr-FR" sz="1200" smtClean="0"/>
              <a:t>	15-  TEL UN AIGLE TU PEUX VOLER BIEN HAUT</a:t>
            </a:r>
          </a:p>
          <a:p>
            <a:pPr eaLnBrk="1" hangingPunct="1"/>
            <a:r>
              <a:rPr lang="fr-FR" altLang="fr-FR" sz="1200" smtClean="0"/>
              <a:t>	you can mount on wings like eagles' and soar</a:t>
            </a:r>
          </a:p>
          <a:p>
            <a:pPr eaLnBrk="1" hangingPunct="1"/>
            <a:r>
              <a:rPr lang="fr-FR" altLang="fr-FR" sz="1200" smtClean="0"/>
              <a:t>	16-  QUAND TU INVOQUES JÉSUS LES MONTAGNES S’ENFUIENT</a:t>
            </a:r>
          </a:p>
          <a:p>
            <a:pPr eaLnBrk="1" hangingPunct="1"/>
            <a:r>
              <a:rPr lang="fr-FR" altLang="fr-FR" sz="1200" smtClean="0"/>
              <a:t>	when you call on jesus, mountains are gonna fall</a:t>
            </a:r>
          </a:p>
          <a:p>
            <a:pPr eaLnBrk="1" hangingPunct="1"/>
            <a:r>
              <a:rPr lang="fr-FR" altLang="fr-FR" sz="1200" smtClean="0"/>
              <a:t>	17-  CAR IL REMUERA CIEL ET TERRE POUR TE SECOURIR DE TES MAUX </a:t>
            </a:r>
          </a:p>
          <a:p>
            <a:pPr eaLnBrk="1" hangingPunct="1"/>
            <a:r>
              <a:rPr lang="fr-FR" altLang="fr-FR" sz="1200" smtClean="0"/>
              <a:t>	cause he'll move heaven and earth to come rescue you when you-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18-  TU L’APPELLES LE MATIN DANS L’APRÈS-MIDI</a:t>
            </a:r>
          </a:p>
          <a:p>
            <a:pPr eaLnBrk="1" hangingPunct="1"/>
            <a:r>
              <a:rPr lang="fr-FR" altLang="fr-FR" sz="1200" smtClean="0"/>
              <a:t>call him in the morning', in the afternoon time</a:t>
            </a:r>
          </a:p>
          <a:p>
            <a:pPr eaLnBrk="1" hangingPunct="1"/>
            <a:r>
              <a:rPr lang="fr-FR" altLang="fr-FR" sz="1200" smtClean="0"/>
              <a:t> 19-  TRÈS TARD LE SOIR IL SERA LÀ</a:t>
            </a:r>
          </a:p>
          <a:p>
            <a:pPr eaLnBrk="1" hangingPunct="1"/>
            <a:r>
              <a:rPr lang="fr-FR" altLang="fr-FR" sz="1200" smtClean="0"/>
              <a:t>late in the evening' he'll be there</a:t>
            </a:r>
          </a:p>
          <a:p>
            <a:pPr eaLnBrk="1" hangingPunct="1"/>
            <a:r>
              <a:rPr lang="fr-FR" altLang="fr-FR" sz="1200" smtClean="0"/>
              <a:t> 20-  QUAND TON CŒUR EST BRISÉ TU TE SENS DÉCOURAGÉ </a:t>
            </a:r>
          </a:p>
          <a:p>
            <a:pPr eaLnBrk="1" hangingPunct="1"/>
            <a:r>
              <a:rPr lang="fr-FR" altLang="fr-FR" sz="1200" smtClean="0"/>
              <a:t>when your heart is broken, and you feel discouraged,</a:t>
            </a:r>
          </a:p>
          <a:p>
            <a:pPr eaLnBrk="1" hangingPunct="1"/>
            <a:r>
              <a:rPr lang="fr-FR" altLang="fr-FR" sz="1200" smtClean="0"/>
              <a:t>21-  RAPPELLE-TOI SEULEMENT QU’IL T’A DIT QU’IL SERA LÀ </a:t>
            </a:r>
          </a:p>
          <a:p>
            <a:pPr eaLnBrk="1" hangingPunct="1"/>
            <a:r>
              <a:rPr lang="fr-FR" altLang="fr-FR" sz="1200" smtClean="0"/>
              <a:t>you can just remember that he said he'll be there</a:t>
            </a:r>
          </a:p>
          <a:p>
            <a:pPr eaLnBrk="1" hangingPunct="1"/>
            <a:r>
              <a:rPr lang="fr-FR" altLang="fr-FR" sz="1200" smtClean="0"/>
              <a:t>	22-  QUAND J’INVOQUE JÉSUS TOUT EST POSSIBLE EN LUI </a:t>
            </a:r>
          </a:p>
          <a:p>
            <a:pPr eaLnBrk="1" hangingPunct="1"/>
            <a:r>
              <a:rPr lang="fr-FR" altLang="fr-FR" sz="1200" smtClean="0"/>
              <a:t>	when i call on jesus, all things are possible</a:t>
            </a:r>
          </a:p>
          <a:p>
            <a:pPr eaLnBrk="1" hangingPunct="1"/>
            <a:r>
              <a:rPr lang="fr-FR" altLang="fr-FR" sz="1200" smtClean="0"/>
              <a:t>	23-  TEL UN AIGLE JE PEUX VOLER BIEN HAUT </a:t>
            </a:r>
          </a:p>
          <a:p>
            <a:pPr eaLnBrk="1" hangingPunct="1"/>
            <a:r>
              <a:rPr lang="fr-FR" altLang="fr-FR" sz="1200" smtClean="0"/>
              <a:t>	i can mount on wings like eagles' and soar</a:t>
            </a:r>
          </a:p>
          <a:p>
            <a:pPr eaLnBrk="1" hangingPunct="1"/>
            <a:r>
              <a:rPr lang="fr-FR" altLang="fr-FR" sz="1200" smtClean="0"/>
              <a:t>	24-  QUAND J’INVOQUE JÉSUS LES MONTAGNES S’ENFUIENT </a:t>
            </a:r>
          </a:p>
          <a:p>
            <a:pPr eaLnBrk="1" hangingPunct="1"/>
            <a:r>
              <a:rPr lang="fr-FR" altLang="fr-FR" sz="1200" smtClean="0"/>
              <a:t>	when i call on jesus, mountains are gonna fall</a:t>
            </a:r>
          </a:p>
          <a:p>
            <a:pPr eaLnBrk="1" hangingPunct="1"/>
            <a:r>
              <a:rPr lang="fr-FR" altLang="fr-FR" sz="1200" smtClean="0"/>
              <a:t>	25-  CAR IL REMUERA CIEL ET TERRE POUR ME SECOURIR DE MES MAUX</a:t>
            </a:r>
          </a:p>
          <a:p>
            <a:pPr eaLnBrk="1" hangingPunct="1"/>
            <a:r>
              <a:rPr lang="fr-FR" altLang="fr-FR" sz="1200" smtClean="0"/>
              <a:t>	cause he'll move heaven and earth to come rescue me </a:t>
            </a:r>
          </a:p>
          <a:p>
            <a:pPr eaLnBrk="1" hangingPunct="1"/>
            <a:r>
              <a:rPr lang="fr-FR" altLang="fr-FR" sz="1200" smtClean="0"/>
              <a:t> 	26-  LA LA LA LA LA LA LA LA LA </a:t>
            </a:r>
          </a:p>
          <a:p>
            <a:pPr eaLnBrk="1" hangingPunct="1"/>
            <a:r>
              <a:rPr lang="fr-FR" altLang="fr-FR" sz="1200" smtClean="0"/>
              <a:t>	la la la la la la la la la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77969-8D7A-4738-AE81-248A7ED4B9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88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382D0-F6F1-4FB1-A3DC-46AAAB5916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48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720EB-027D-4E74-97B9-67AB391F486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60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AFFD0-D376-4E80-AF2F-409D670359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81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8B602-21D9-484D-8A9F-4FEECD9C9C7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80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4F9B3-9A21-4B45-A792-010B112DFB9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08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D9DFB-6078-4A40-B170-6D59D3D94D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72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4CCB8-07A6-489A-B3FA-3D9AA7FF08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45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F7595-58AD-464C-A704-BA084E1A1B5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75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F8079-5A32-4616-B1DB-88EE0AF4785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34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66815-E182-4005-94EC-3CD32E6D8A3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97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AD6C2E6-3B16-462E-9263-5F6832A2AEF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ORDINAIRE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RIEN DE SPÉCIAL POUR PLAIRE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JE N’AI JAMAIS MARCHÉ SUR L’EAU ET JAMAIS CALMÉ UNE TEMPÊTE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JE ME CACHE LOIN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FOLIE DE CE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 PEUR DU NOIR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QUAND J’INVOQUE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POSSIBLE EN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UN AIGLE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VOLER BIEN HAUT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J’INVOQUE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MONTAGNES S’ENFUIENT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REMUERA CIEL ET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SECOURIR DE MES MAUX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 LA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FRÈRE FATIGUÉ, SŒUR EFFONDRÉE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VEUF ET VEUVE ÉPLORÉS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N’ÊTES PAS SEULS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VOUS ÊTES FATIGUÉS ET APEURÉS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FOLIE DE CE MONDE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VOUS N’AVEZ PLUS LA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CONTINUER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INVOQUES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POSSIBLE EN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UN AIGLE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VOLER BIEN HAUT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INVOQUES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MONTAGNES S’ENFUIENT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REMUERA CIEL ET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SECOURIR DE TES MAUX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L’APPELLES LE MATIN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L’APRÈS-MIDI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TRÈS TARD LE SOIR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SERA LÀ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TON CŒUR EST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TE SENS DÉCOURAGÉ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RAPPELLE-TOI SEULEMENT QU’IL T’A DIT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SERA LÀ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J’INVOQUE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POSSIBLE EN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UN AIGLE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VOLER BIEN HAUT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J’INVOQUE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MONTAGNES S’ENFUIENT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REMUERA CIEL ET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SECOURIR DE MES MAUX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 LA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LA LA LA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1412</Words>
  <Application>Microsoft Office PowerPoint</Application>
  <PresentationFormat>Affichage à l'écran (4:3)</PresentationFormat>
  <Paragraphs>2910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165</cp:revision>
  <dcterms:created xsi:type="dcterms:W3CDTF">2002-08-17T10:50:50Z</dcterms:created>
  <dcterms:modified xsi:type="dcterms:W3CDTF">2018-09-28T08:32:40Z</dcterms:modified>
</cp:coreProperties>
</file>