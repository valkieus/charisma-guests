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2" r:id="rId2"/>
    <p:sldId id="273" r:id="rId3"/>
    <p:sldId id="274" r:id="rId4"/>
    <p:sldId id="276" r:id="rId5"/>
    <p:sldId id="275" r:id="rId6"/>
    <p:sldId id="277" r:id="rId7"/>
    <p:sldId id="288" r:id="rId8"/>
    <p:sldId id="289" r:id="rId9"/>
    <p:sldId id="290" r:id="rId10"/>
    <p:sldId id="291" r:id="rId11"/>
    <p:sldId id="292" r:id="rId12"/>
    <p:sldId id="279" r:id="rId13"/>
    <p:sldId id="280" r:id="rId14"/>
    <p:sldId id="278" r:id="rId15"/>
    <p:sldId id="281" r:id="rId16"/>
    <p:sldId id="283" r:id="rId17"/>
    <p:sldId id="286" r:id="rId18"/>
    <p:sldId id="287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2540" autoAdjust="0"/>
  </p:normalViewPr>
  <p:slideViewPr>
    <p:cSldViewPr>
      <p:cViewPr>
        <p:scale>
          <a:sx n="40" d="100"/>
          <a:sy n="40" d="100"/>
        </p:scale>
        <p:origin x="-318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44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8EDDFCE-6329-4C5E-ADA4-57E627E5C7E6}" type="datetimeFigureOut">
              <a:rPr lang="fr-FR"/>
              <a:pPr>
                <a:defRPr/>
              </a:pPr>
              <a:t>30/09/2018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A50B940-6628-48A3-A7A2-15601F0FC85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18120539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 SAINT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 
2-  SEIGNEUR DIEU TOUT-PUISSANT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
3-  DES LE MATIN NOS CŒURS À TOI ÉLÈVENT UNCHANT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Early in the morning our song shall rise to Thee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4-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5-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6-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7-  SAINT SAINT SAINT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TOUS LES SAINTS L’ADORENT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saints adore Thee,
9-  ILS DÉPOSENT LEURS COURONNES DEVANT LE TRÔNE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Casting down their golden crowns around the glassy sea; 
10-  CHÉRUBINS ET SÉRAPHINS SE PROSTERNENT DEVANT CELUI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Cherubim and seraphim falling down before Thee
11-  QUI ÉTAIT, QUI EST  ET QUI SERA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Who was, and is, and evermore shall be.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13-  SEIGNEUR DIEU TOUT-PUISSANT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Lord God Almighty 
14-  TOUTES TES ŒUVRES LOUERONT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Thy works shall praise Thy Name,
15-  TON NOM SUR TERRE ET DANS LES CIEUX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earth, and sky, and sea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
16-  SAINT SAINT SAINT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Holy, holy, holy
17-  PLEIN DE GRACE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merciful and mighty
18-  DIEU EN 3 PERSONNES TRINITE BÉNIE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in three Persons, blessed Trinity</a:t>
            </a:r>
            <a:br>
              <a:rPr lang="fr-FR" smtClean="0"/>
            </a:br>
            <a:r>
              <a:rPr lang="fr-FR" smtClean="0"/>
              <a:t>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SAINT SAINT SAINT</a:t>
            </a:r>
          </a:p>
          <a:p>
            <a:pPr eaLnBrk="1" hangingPunct="1"/>
            <a:r>
              <a:rPr lang="fr-FR" altLang="fr-FR" sz="1200" smtClean="0"/>
              <a:t>Holy, holy, holy 
2-  SEIGNEUR DIEU TOUT-PUISSANT </a:t>
            </a:r>
          </a:p>
          <a:p>
            <a:pPr eaLnBrk="1" hangingPunct="1"/>
            <a:r>
              <a:rPr lang="fr-FR" altLang="fr-FR" sz="1200" smtClean="0"/>
              <a:t>Lord God Almighty
3-  DES LE MATIN NOS CŒURS À TOI ÉLÈVENT UNCHANT</a:t>
            </a:r>
          </a:p>
          <a:p>
            <a:pPr eaLnBrk="1" hangingPunct="1"/>
            <a:r>
              <a:rPr lang="fr-FR" altLang="fr-FR" sz="1200" smtClean="0"/>
              <a:t>Early in the morning our song shall rise to Thee</a:t>
            </a:r>
          </a:p>
          <a:p>
            <a:pPr eaLnBrk="1" hangingPunct="1"/>
            <a:r>
              <a:rPr lang="fr-FR" altLang="fr-FR" sz="1200" smtClean="0"/>
              <a:t>
4-  SAINT SAINT SAINT </a:t>
            </a:r>
          </a:p>
          <a:p>
            <a:pPr eaLnBrk="1" hangingPunct="1"/>
            <a:r>
              <a:rPr lang="fr-FR" altLang="fr-FR" sz="1200" smtClean="0"/>
              <a:t>Holy, holy, holy
5-  PLEIN DE GRACE ET PUISSANT</a:t>
            </a:r>
          </a:p>
          <a:p>
            <a:pPr eaLnBrk="1" hangingPunct="1"/>
            <a:r>
              <a:rPr lang="fr-FR" altLang="fr-FR" sz="1200" smtClean="0"/>
              <a:t>merciful and mighty
6-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7-  SAINT SAINT SAINT  </a:t>
            </a:r>
          </a:p>
          <a:p>
            <a:pPr eaLnBrk="1" hangingPunct="1"/>
            <a:r>
              <a:rPr lang="fr-FR" altLang="fr-FR" sz="1200" smtClean="0"/>
              <a:t>Holy, holy, holy</a:t>
            </a:r>
          </a:p>
          <a:p>
            <a:pPr eaLnBrk="1" hangingPunct="1"/>
            <a:r>
              <a:rPr lang="fr-FR" altLang="fr-FR" sz="1200" smtClean="0"/>
              <a:t>8-  TOUS LES SAINTS L’ADORENT </a:t>
            </a:r>
          </a:p>
          <a:p>
            <a:pPr eaLnBrk="1" hangingPunct="1"/>
            <a:r>
              <a:rPr lang="fr-FR" altLang="fr-FR" sz="1200" smtClean="0"/>
              <a:t>All the saints adore Thee,
9-  ILS DÉPOSENT LEURS COURONNES DEVANT LE TRÔNE </a:t>
            </a:r>
          </a:p>
          <a:p>
            <a:pPr eaLnBrk="1" hangingPunct="1"/>
            <a:r>
              <a:rPr lang="fr-FR" altLang="fr-FR" sz="1200" smtClean="0"/>
              <a:t>Casting down their golden crowns around the glassy sea; 
10-  CHÉRUBINS ET SÉRAPHINS SE PROSTERNENT DEVANT CELUI </a:t>
            </a:r>
          </a:p>
          <a:p>
            <a:pPr eaLnBrk="1" hangingPunct="1"/>
            <a:r>
              <a:rPr lang="fr-FR" altLang="fr-FR" sz="1200" smtClean="0"/>
              <a:t>Cherubim and seraphim falling down before Thee
11-  QUI ÉTAIT, QUI EST  ET QUI SERA </a:t>
            </a:r>
          </a:p>
          <a:p>
            <a:pPr eaLnBrk="1" hangingPunct="1"/>
            <a:r>
              <a:rPr lang="fr-FR" altLang="fr-FR" sz="1200" smtClean="0"/>
              <a:t>Who was, and is, and evermore shall be.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12-  SAINT SAINT SAINT </a:t>
            </a:r>
          </a:p>
          <a:p>
            <a:pPr eaLnBrk="1" hangingPunct="1"/>
            <a:r>
              <a:rPr lang="fr-FR" altLang="fr-FR" sz="1200" smtClean="0"/>
              <a:t>Holy, holy, holy
13-  SEIGNEUR DIEU TOUT-PUISSANT</a:t>
            </a:r>
          </a:p>
          <a:p>
            <a:pPr eaLnBrk="1" hangingPunct="1"/>
            <a:r>
              <a:rPr lang="fr-FR" altLang="fr-FR" sz="1200" smtClean="0"/>
              <a:t>Lord God Almighty 
14-  TOUTES TES ŒUVRES LOUERONT</a:t>
            </a:r>
          </a:p>
          <a:p>
            <a:pPr eaLnBrk="1" hangingPunct="1"/>
            <a:r>
              <a:rPr lang="fr-FR" altLang="fr-FR" sz="1200" smtClean="0"/>
              <a:t>All Thy works shall praise Thy Name,
15-  TON NOM SUR TERRE ET DANS LES CIEUX</a:t>
            </a:r>
          </a:p>
          <a:p>
            <a:pPr eaLnBrk="1" hangingPunct="1"/>
            <a:r>
              <a:rPr lang="fr-FR" altLang="fr-FR" sz="1200" smtClean="0"/>
              <a:t>in earth, and sky, and sea</a:t>
            </a:r>
          </a:p>
          <a:p>
            <a:pPr eaLnBrk="1" hangingPunct="1"/>
            <a:r>
              <a:rPr lang="fr-FR" altLang="fr-FR" sz="1200" smtClean="0"/>
              <a:t>
16-  SAINT SAINT SAINT </a:t>
            </a:r>
          </a:p>
          <a:p>
            <a:pPr eaLnBrk="1" hangingPunct="1"/>
            <a:r>
              <a:rPr lang="fr-FR" altLang="fr-FR" sz="1200" smtClean="0"/>
              <a:t>Holy, holy, holy
17-  PLEIN DE GRACE ET PUISSANT</a:t>
            </a:r>
          </a:p>
          <a:p>
            <a:pPr eaLnBrk="1" hangingPunct="1"/>
            <a:r>
              <a:rPr lang="fr-FR" altLang="fr-FR" sz="1200" smtClean="0"/>
              <a:t>merciful and mighty
18-  DIEU EN 3 PERSONNES TRINITE BÉNIE</a:t>
            </a:r>
          </a:p>
          <a:p>
            <a:pPr eaLnBrk="1" hangingPunct="1"/>
            <a:r>
              <a:rPr lang="fr-FR" altLang="fr-FR" sz="1200" smtClean="0"/>
              <a:t>God in three Persons, blessed Trinity</a:t>
            </a:r>
            <a:br>
              <a:rPr lang="fr-FR" altLang="fr-FR" sz="1200" smtClean="0"/>
            </a:br>
            <a:r>
              <a:rPr lang="fr-FR" altLang="fr-FR" sz="1200" smtClean="0"/>
              <a:t>
</a:t>
            </a:r>
            <a:endParaRPr lang="fr-FR" altLang="fr-FR" sz="12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EFC90-A3C1-4638-932B-243791FB6EB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4104021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18DA45-50B7-4AEF-B213-D2DDA33B46E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4167589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3E137B-520D-461D-A41B-F15E0915032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9332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D2B0EF-69F4-4D5F-8B38-9F9E39359F1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500107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D6331F-D303-4C32-A81A-85BC68D531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870770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A483FA-76C4-4D1B-A248-69D5E1C97E3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98825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3601B-FF56-4670-8CEA-EA4BEB750AB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500728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79508B-D8D2-4933-994F-92166E6F92E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11390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06EA-1C91-4915-9E9C-5B7B7996B9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114868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009D3E-8558-4623-9836-51029864D33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440914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3D1513-A01B-4385-B1DE-6B6D9421529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582579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3AD4BFB-9F61-4FF8-91B3-75279A3292F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 SAINT SAINT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DIEU TOUT-PUISSANT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31772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LE MATIN NOS COEURS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TOI ÉLÈVENT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CHANT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1010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 SAINT SAINT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33087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PLEIN DE GRACE ET PUISSANT</a:t>
            </a:r>
          </a:p>
        </p:txBody>
      </p:sp>
    </p:spTree>
    <p:extLst>
      <p:ext uri="{BB962C8B-B14F-4D97-AF65-F5344CB8AC3E}">
        <p14:creationId xmlns="" xmlns:p14="http://schemas.microsoft.com/office/powerpoint/2010/main" val="29849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EN 3 PERSONNES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TRINITE BÉNIE</a:t>
            </a:r>
          </a:p>
        </p:txBody>
      </p:sp>
    </p:spTree>
    <p:extLst>
      <p:ext uri="{BB962C8B-B14F-4D97-AF65-F5344CB8AC3E}">
        <p14:creationId xmlns="" xmlns:p14="http://schemas.microsoft.com/office/powerpoint/2010/main" val="48062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48062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LES SAINTS L’ADORENT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8062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DÉPOSENT LEURS COURONNES DEVANT LE TRÔNE </a:t>
            </a:r>
          </a:p>
        </p:txBody>
      </p:sp>
    </p:spTree>
    <p:extLst>
      <p:ext uri="{BB962C8B-B14F-4D97-AF65-F5344CB8AC3E}">
        <p14:creationId xmlns="" xmlns:p14="http://schemas.microsoft.com/office/powerpoint/2010/main" val="48062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CHÉRUBINS ET SÉRAPHINS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PROSTERNENT DEVANT CELUI</a:t>
            </a:r>
          </a:p>
        </p:txBody>
      </p:sp>
    </p:spTree>
    <p:extLst>
      <p:ext uri="{BB962C8B-B14F-4D97-AF65-F5344CB8AC3E}">
        <p14:creationId xmlns="" xmlns:p14="http://schemas.microsoft.com/office/powerpoint/2010/main" val="48062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ÉTAIT, QUI EST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QUI SERA</a:t>
            </a:r>
          </a:p>
        </p:txBody>
      </p:sp>
    </p:spTree>
    <p:extLst>
      <p:ext uri="{BB962C8B-B14F-4D97-AF65-F5344CB8AC3E}">
        <p14:creationId xmlns="" xmlns:p14="http://schemas.microsoft.com/office/powerpoint/2010/main" val="48062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 SAINT SAINT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4729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DIEU TOUT-PUISSANT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5191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TES ŒUVRES LOUERONT</a:t>
            </a:r>
          </a:p>
        </p:txBody>
      </p:sp>
    </p:spTree>
    <p:extLst>
      <p:ext uri="{BB962C8B-B14F-4D97-AF65-F5344CB8AC3E}">
        <p14:creationId xmlns="" xmlns:p14="http://schemas.microsoft.com/office/powerpoint/2010/main" val="2307298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NOM SUR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TERRE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DANS LES CIEUX</a:t>
            </a:r>
          </a:p>
        </p:txBody>
      </p:sp>
    </p:spTree>
    <p:extLst>
      <p:ext uri="{BB962C8B-B14F-4D97-AF65-F5344CB8AC3E}">
        <p14:creationId xmlns="" xmlns:p14="http://schemas.microsoft.com/office/powerpoint/2010/main" val="329453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SAINT SAINT SAINT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2128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PLEIN DE GRACE ET PUISSANT</a:t>
            </a:r>
          </a:p>
        </p:txBody>
      </p:sp>
    </p:spTree>
    <p:extLst>
      <p:ext uri="{BB962C8B-B14F-4D97-AF65-F5344CB8AC3E}">
        <p14:creationId xmlns="" xmlns:p14="http://schemas.microsoft.com/office/powerpoint/2010/main" val="29849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-1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EN 3 PERSONNES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TRINITE BÉNIE</a:t>
            </a:r>
          </a:p>
        </p:txBody>
      </p:sp>
    </p:spTree>
    <p:extLst>
      <p:ext uri="{BB962C8B-B14F-4D97-AF65-F5344CB8AC3E}">
        <p14:creationId xmlns="" xmlns:p14="http://schemas.microsoft.com/office/powerpoint/2010/main" val="48062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1579</TotalTime>
  <Words>416</Words>
  <Application>Microsoft Office PowerPoint</Application>
  <PresentationFormat>Affichage à l'écran (4:3)</PresentationFormat>
  <Paragraphs>852</Paragraphs>
  <Slides>18</Slides>
  <Notes>18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170</cp:revision>
  <dcterms:created xsi:type="dcterms:W3CDTF">2002-08-17T10:50:50Z</dcterms:created>
  <dcterms:modified xsi:type="dcterms:W3CDTF">2018-09-30T08:15:45Z</dcterms:modified>
</cp:coreProperties>
</file>