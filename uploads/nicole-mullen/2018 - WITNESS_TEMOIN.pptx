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2" r:id="rId2"/>
    <p:sldId id="295" r:id="rId3"/>
    <p:sldId id="297" r:id="rId4"/>
    <p:sldId id="294" r:id="rId5"/>
    <p:sldId id="298" r:id="rId6"/>
    <p:sldId id="293" r:id="rId7"/>
    <p:sldId id="292" r:id="rId8"/>
    <p:sldId id="291" r:id="rId9"/>
    <p:sldId id="290" r:id="rId10"/>
    <p:sldId id="288" r:id="rId11"/>
    <p:sldId id="287" r:id="rId12"/>
    <p:sldId id="299" r:id="rId13"/>
    <p:sldId id="286" r:id="rId14"/>
    <p:sldId id="285" r:id="rId15"/>
    <p:sldId id="300" r:id="rId16"/>
    <p:sldId id="284" r:id="rId17"/>
    <p:sldId id="283" r:id="rId18"/>
    <p:sldId id="281" r:id="rId19"/>
    <p:sldId id="301" r:id="rId20"/>
    <p:sldId id="280" r:id="rId21"/>
    <p:sldId id="302" r:id="rId22"/>
    <p:sldId id="279" r:id="rId23"/>
    <p:sldId id="278" r:id="rId24"/>
    <p:sldId id="303" r:id="rId25"/>
    <p:sldId id="277" r:id="rId26"/>
    <p:sldId id="276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1390" autoAdjust="0"/>
  </p:normalViewPr>
  <p:slideViewPr>
    <p:cSldViewPr>
      <p:cViewPr varScale="1">
        <p:scale>
          <a:sx n="28" d="100"/>
          <a:sy n="28" d="100"/>
        </p:scale>
        <p:origin x="-145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54C1FC7-7C6D-4743-8F50-EB76FA181B73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7D9B1C3-E01B-4979-B295-E657F78BC6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441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x5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CHERCHE DES FEMMES ET QUELQUES JEUNES HOMMES</a:t>
            </a:r>
          </a:p>
          <a:p>
            <a:pPr>
              <a:defRPr/>
            </a:pPr>
            <a:r>
              <a:rPr lang="fr-FR" dirty="0" err="1" smtClean="0"/>
              <a:t>Lookin</a:t>
            </a:r>
            <a:r>
              <a:rPr lang="fr-FR" dirty="0" smtClean="0"/>
              <a:t>' for </a:t>
            </a:r>
            <a:r>
              <a:rPr lang="fr-FR" dirty="0" err="1" smtClean="0"/>
              <a:t>some</a:t>
            </a:r>
            <a:r>
              <a:rPr lang="fr-FR" dirty="0" smtClean="0"/>
              <a:t> ladies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 men</a:t>
            </a:r>
          </a:p>
          <a:p>
            <a:pPr>
              <a:defRPr/>
            </a:pPr>
            <a:r>
              <a:rPr lang="fr-FR" dirty="0" smtClean="0"/>
              <a:t> 3-  POUR COURIR LA COURSE JUSQU’À LA FIN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run</a:t>
            </a:r>
            <a:r>
              <a:rPr lang="fr-FR" dirty="0" smtClean="0"/>
              <a:t> the race and endure to the </a:t>
            </a:r>
            <a:r>
              <a:rPr lang="fr-FR" dirty="0" err="1" smtClean="0"/>
              <a:t>very</a:t>
            </a:r>
            <a:r>
              <a:rPr lang="fr-FR" dirty="0" smtClean="0"/>
              <a:t> end</a:t>
            </a:r>
          </a:p>
          <a:p>
            <a:pPr>
              <a:defRPr/>
            </a:pPr>
            <a:r>
              <a:rPr lang="fr-FR" dirty="0" smtClean="0"/>
              <a:t>4-  PAS D’ABANDON NI DE DEMI-TOUR SI TU VEUX GAGNER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turning</a:t>
            </a:r>
            <a:r>
              <a:rPr lang="fr-FR" dirty="0" smtClean="0"/>
              <a:t> back, no </a:t>
            </a:r>
            <a:r>
              <a:rPr lang="fr-FR" dirty="0" err="1" smtClean="0"/>
              <a:t>quitting</a:t>
            </a:r>
            <a:r>
              <a:rPr lang="fr-FR" dirty="0" smtClean="0"/>
              <a:t> 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À VOS MARQUES, PRÊT POUR COURIR COMME UN CHAMPION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mark, </a:t>
            </a:r>
            <a:r>
              <a:rPr lang="fr-FR" dirty="0" err="1" smtClean="0"/>
              <a:t>get</a:t>
            </a:r>
            <a:r>
              <a:rPr lang="fr-FR" dirty="0" smtClean="0"/>
              <a:t> set, running </a:t>
            </a:r>
            <a:r>
              <a:rPr lang="fr-FR" dirty="0" err="1" smtClean="0"/>
              <a:t>like</a:t>
            </a:r>
            <a:r>
              <a:rPr lang="fr-FR" dirty="0" smtClean="0"/>
              <a:t> a champion</a:t>
            </a:r>
          </a:p>
          <a:p>
            <a:pPr>
              <a:defRPr/>
            </a:pPr>
            <a:r>
              <a:rPr lang="fr-FR" dirty="0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dirty="0" smtClean="0"/>
              <a:t>Have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the story about Joshua? He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, </a:t>
            </a:r>
            <a:r>
              <a:rPr lang="fr-FR" dirty="0" err="1" smtClean="0"/>
              <a:t>strong</a:t>
            </a:r>
            <a:r>
              <a:rPr lang="fr-FR" dirty="0" smtClean="0"/>
              <a:t>, and </a:t>
            </a:r>
            <a:r>
              <a:rPr lang="fr-FR" dirty="0" err="1" smtClean="0"/>
              <a:t>courageous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dirty="0" smtClean="0"/>
              <a:t>Not by power </a:t>
            </a:r>
            <a:r>
              <a:rPr lang="fr-FR" dirty="0" err="1" smtClean="0"/>
              <a:t>nor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"But by </a:t>
            </a:r>
            <a:r>
              <a:rPr lang="fr-FR" dirty="0" err="1" smtClean="0"/>
              <a:t>my</a:t>
            </a:r>
            <a:r>
              <a:rPr lang="fr-FR" dirty="0" smtClean="0"/>
              <a:t> Spirit," 
8-  C’EST CE QUE LE SEIGNEUR A DIT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Lord </a:t>
            </a:r>
            <a:r>
              <a:rPr lang="fr-FR" dirty="0" err="1" smtClean="0"/>
              <a:t>says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CROIS QUE DIEU T’APPELLE POUR BOULEVERSER TON MONDE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To </a:t>
            </a:r>
            <a:r>
              <a:rPr lang="fr-FR" dirty="0" err="1" smtClean="0"/>
              <a:t>shake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upside</a:t>
            </a:r>
            <a:r>
              <a:rPr lang="fr-FR" dirty="0" smtClean="0"/>
              <a:t>-down and back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TU PEUX AVOIR CENT ANS OU ÊTRE UN PETIT ENFANT</a:t>
            </a:r>
          </a:p>
          <a:p>
            <a:pPr>
              <a:defRPr/>
            </a:pP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hundred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kid</a:t>
            </a:r>
          </a:p>
          <a:p>
            <a:pPr>
              <a:defRPr/>
            </a:pPr>
            <a:r>
              <a:rPr lang="fr-FR" dirty="0" smtClean="0"/>
              <a:t> 12-  TOUT COMME DAVID L’A FAIT TU PEUX VAINCRE DES GÉANTS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slay</a:t>
            </a:r>
            <a:r>
              <a:rPr lang="fr-FR" dirty="0" smtClean="0"/>
              <a:t> </a:t>
            </a:r>
            <a:r>
              <a:rPr lang="fr-FR" dirty="0" err="1" smtClean="0"/>
              <a:t>giants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David </a:t>
            </a:r>
            <a:r>
              <a:rPr lang="fr-FR" dirty="0" err="1" smtClean="0"/>
              <a:t>did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JE ME SOUVIENS D’UN TEMPS DIFFICILE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remember</a:t>
            </a:r>
            <a:r>
              <a:rPr lang="fr-FR" dirty="0" smtClean="0"/>
              <a:t> times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difficult</a:t>
            </a:r>
            <a:r>
              <a:rPr lang="fr-FR" dirty="0" smtClean="0"/>
              <a:t>
14-  OÙ JE PRIAIS QUE DIEU ENVOIE UN MIRACLE 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prayed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send</a:t>
            </a:r>
            <a:r>
              <a:rPr lang="fr-FR" dirty="0" smtClean="0"/>
              <a:t> a miracle</a:t>
            </a:r>
          </a:p>
          <a:p>
            <a:pPr>
              <a:defRPr/>
            </a:pPr>
            <a:r>
              <a:rPr lang="fr-FR" dirty="0" smtClean="0"/>
              <a:t>15-  JE NE SAIS PAS COMMENT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know how  
16-  MAIS AU BON MOMENT, IL A FAIT UN CHEMIN OÙ IL N’Y EN AVAIT POINT </a:t>
            </a:r>
          </a:p>
          <a:p>
            <a:pPr>
              <a:defRPr/>
            </a:pPr>
            <a:r>
              <a:rPr lang="fr-FR" dirty="0" smtClean="0"/>
              <a:t>but right up to the </a:t>
            </a:r>
            <a:r>
              <a:rPr lang="fr-FR" dirty="0" err="1" smtClean="0"/>
              <a:t>very</a:t>
            </a:r>
            <a:r>
              <a:rPr lang="fr-FR" dirty="0" smtClean="0"/>
              <a:t> end He made a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outta</a:t>
            </a:r>
            <a:r>
              <a:rPr lang="fr-FR" dirty="0" smtClean="0"/>
              <a:t>' "no-</a:t>
            </a:r>
            <a:r>
              <a:rPr lang="fr-FR" dirty="0" err="1" smtClean="0"/>
              <a:t>way</a:t>
            </a:r>
            <a:r>
              <a:rPr lang="fr-FR" dirty="0" smtClean="0"/>
              <a:t>" and show '</a:t>
            </a:r>
            <a:r>
              <a:rPr lang="fr-FR" dirty="0" err="1" smtClean="0"/>
              <a:t>nuff</a:t>
            </a:r>
            <a:r>
              <a:rPr lang="fr-FR" dirty="0" smtClean="0"/>
              <a:t>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17-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UNE FRONDE DANS MA POCHE ARRIÈRE</a:t>
            </a:r>
          </a:p>
          <a:p>
            <a:pPr>
              <a:defRPr/>
            </a:pPr>
            <a:r>
              <a:rPr lang="fr-FR" dirty="0" err="1" smtClean="0"/>
              <a:t>Sling</a:t>
            </a:r>
            <a:r>
              <a:rPr lang="fr-FR" dirty="0" smtClean="0"/>
              <a:t> </a:t>
            </a:r>
            <a:r>
              <a:rPr lang="fr-FR" dirty="0" err="1" smtClean="0"/>
              <a:t>shot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back </a:t>
            </a:r>
            <a:r>
              <a:rPr lang="fr-FR" dirty="0" err="1" smtClean="0"/>
              <a:t>pocket</a:t>
            </a:r>
            <a:r>
              <a:rPr lang="fr-FR" dirty="0" smtClean="0"/>
              <a:t> </a:t>
            </a:r>
            <a:r>
              <a:rPr lang="fr-FR" dirty="0" err="1" smtClean="0"/>
              <a:t>track</a:t>
            </a:r>
            <a:r>
              <a:rPr lang="fr-FR" dirty="0" smtClean="0"/>
              <a:t> </a:t>
            </a:r>
            <a:r>
              <a:rPr lang="fr-FR" dirty="0" err="1" smtClean="0"/>
              <a:t>Bumpin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rocket</a:t>
            </a:r>
          </a:p>
          <a:p>
            <a:pPr>
              <a:defRPr/>
            </a:pPr>
            <a:r>
              <a:rPr lang="fr-FR" dirty="0" smtClean="0"/>
              <a:t>19-  MES PIERRES SONT AVEC MOI PRÊTES POUR LE COMBAT </a:t>
            </a:r>
          </a:p>
          <a:p>
            <a:pPr>
              <a:defRPr/>
            </a:pPr>
            <a:r>
              <a:rPr lang="fr-FR" dirty="0" smtClean="0"/>
              <a:t>Battle rocks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for </a:t>
            </a:r>
            <a:r>
              <a:rPr lang="fr-FR" dirty="0" err="1" smtClean="0"/>
              <a:t>appocolypse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MÊME CES INVENTIONS MÉCONNUES MAIS DÉJÀ ENTENDUES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inventions </a:t>
            </a:r>
            <a:r>
              <a:rPr lang="fr-FR" dirty="0" err="1" smtClean="0"/>
              <a:t>unseen</a:t>
            </a:r>
            <a:r>
              <a:rPr lang="fr-FR" dirty="0" smtClean="0"/>
              <a:t> but </a:t>
            </a:r>
            <a:r>
              <a:rPr lang="fr-FR" dirty="0" err="1" smtClean="0"/>
              <a:t>heard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dirty="0" smtClean="0"/>
              <a:t>Not by power or </a:t>
            </a:r>
            <a:r>
              <a:rPr lang="fr-FR" dirty="0" err="1" smtClean="0"/>
              <a:t>might</a:t>
            </a:r>
            <a:r>
              <a:rPr lang="fr-FR" dirty="0" smtClean="0"/>
              <a:t> but by </a:t>
            </a:r>
            <a:r>
              <a:rPr lang="fr-FR" dirty="0" err="1" smtClean="0"/>
              <a:t>my</a:t>
            </a:r>
            <a:r>
              <a:rPr lang="fr-FR" dirty="0" smtClean="0"/>
              <a:t> spirit </a:t>
            </a:r>
            <a:r>
              <a:rPr lang="fr-FR" dirty="0" err="1" smtClean="0"/>
              <a:t>says</a:t>
            </a:r>
            <a:r>
              <a:rPr lang="fr-FR" dirty="0" smtClean="0"/>
              <a:t> the Word</a:t>
            </a:r>
          </a:p>
          <a:p>
            <a:pPr>
              <a:defRPr/>
            </a:pPr>
            <a:r>
              <a:rPr lang="fr-FR" dirty="0" smtClean="0"/>
              <a:t>22-  ET QUI SERA CONTRE NOUS SI TU ES POUR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against</a:t>
            </a:r>
            <a:r>
              <a:rPr lang="fr-FR" dirty="0" smtClean="0"/>
              <a:t> us if </a:t>
            </a:r>
            <a:r>
              <a:rPr lang="fr-FR" dirty="0" err="1" smtClean="0"/>
              <a:t>you</a:t>
            </a:r>
            <a:r>
              <a:rPr lang="fr-FR" dirty="0" smtClean="0"/>
              <a:t> for us (</a:t>
            </a:r>
            <a:r>
              <a:rPr lang="fr-FR" dirty="0" err="1" smtClean="0"/>
              <a:t>nobody</a:t>
            </a:r>
            <a:r>
              <a:rPr lang="fr-FR" dirty="0" smtClean="0"/>
              <a:t> )
23-  ET QUI PEUT NOUS FAIRE TAIRE SI TU ES AVEC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shut</a:t>
            </a:r>
            <a:r>
              <a:rPr lang="fr-FR" dirty="0" smtClean="0"/>
              <a:t> us down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24-  ET QUI PEUT ARRÊTER CE QUE TU AS COMMENCÉ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stop a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started</a:t>
            </a:r>
            <a:r>
              <a:rPr lang="fr-FR" dirty="0" smtClean="0"/>
              <a:t>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25-  SI TU ES AVEC NOUS LÈVE LES MAINS, SOIS UN TÉMOIN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put '</a:t>
            </a:r>
            <a:r>
              <a:rPr lang="fr-FR" dirty="0" err="1" smtClean="0"/>
              <a:t>em</a:t>
            </a:r>
            <a:r>
              <a:rPr lang="fr-FR" dirty="0" smtClean="0"/>
              <a:t> up and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26-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x5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CHERCHE DES FEMMES ET QUELQUES JEUNES HOMMES</a:t>
            </a:r>
          </a:p>
          <a:p>
            <a:pPr>
              <a:defRPr/>
            </a:pPr>
            <a:r>
              <a:rPr lang="fr-FR" dirty="0" err="1" smtClean="0"/>
              <a:t>Lookin</a:t>
            </a:r>
            <a:r>
              <a:rPr lang="fr-FR" dirty="0" smtClean="0"/>
              <a:t>' for </a:t>
            </a:r>
            <a:r>
              <a:rPr lang="fr-FR" dirty="0" err="1" smtClean="0"/>
              <a:t>some</a:t>
            </a:r>
            <a:r>
              <a:rPr lang="fr-FR" dirty="0" smtClean="0"/>
              <a:t> ladies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 men</a:t>
            </a:r>
          </a:p>
          <a:p>
            <a:pPr>
              <a:defRPr/>
            </a:pPr>
            <a:r>
              <a:rPr lang="fr-FR" dirty="0" smtClean="0"/>
              <a:t> 3-  POUR COURIR LA COURSE JUSQU’À LA FIN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run</a:t>
            </a:r>
            <a:r>
              <a:rPr lang="fr-FR" dirty="0" smtClean="0"/>
              <a:t> the race and endure to the </a:t>
            </a:r>
            <a:r>
              <a:rPr lang="fr-FR" dirty="0" err="1" smtClean="0"/>
              <a:t>very</a:t>
            </a:r>
            <a:r>
              <a:rPr lang="fr-FR" dirty="0" smtClean="0"/>
              <a:t> end</a:t>
            </a:r>
          </a:p>
          <a:p>
            <a:pPr>
              <a:defRPr/>
            </a:pPr>
            <a:r>
              <a:rPr lang="fr-FR" dirty="0" smtClean="0"/>
              <a:t>4-  PAS D’ABANDON NI DE DEMI-TOUR SI TU VEUX GAGNER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turning</a:t>
            </a:r>
            <a:r>
              <a:rPr lang="fr-FR" dirty="0" smtClean="0"/>
              <a:t> back, no </a:t>
            </a:r>
            <a:r>
              <a:rPr lang="fr-FR" dirty="0" err="1" smtClean="0"/>
              <a:t>quitting</a:t>
            </a:r>
            <a:r>
              <a:rPr lang="fr-FR" dirty="0" smtClean="0"/>
              <a:t> 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À VOS MARQUES, PRÊT POUR COURIR COMME UN CHAMPION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mark, </a:t>
            </a:r>
            <a:r>
              <a:rPr lang="fr-FR" dirty="0" err="1" smtClean="0"/>
              <a:t>get</a:t>
            </a:r>
            <a:r>
              <a:rPr lang="fr-FR" dirty="0" smtClean="0"/>
              <a:t> set, running </a:t>
            </a:r>
            <a:r>
              <a:rPr lang="fr-FR" dirty="0" err="1" smtClean="0"/>
              <a:t>like</a:t>
            </a:r>
            <a:r>
              <a:rPr lang="fr-FR" dirty="0" smtClean="0"/>
              <a:t> a champion</a:t>
            </a:r>
          </a:p>
          <a:p>
            <a:pPr>
              <a:defRPr/>
            </a:pPr>
            <a:r>
              <a:rPr lang="fr-FR" dirty="0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dirty="0" smtClean="0"/>
              <a:t>Have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the story about Joshua? He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, </a:t>
            </a:r>
            <a:r>
              <a:rPr lang="fr-FR" dirty="0" err="1" smtClean="0"/>
              <a:t>strong</a:t>
            </a:r>
            <a:r>
              <a:rPr lang="fr-FR" dirty="0" smtClean="0"/>
              <a:t>, and </a:t>
            </a:r>
            <a:r>
              <a:rPr lang="fr-FR" dirty="0" err="1" smtClean="0"/>
              <a:t>courageous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dirty="0" smtClean="0"/>
              <a:t>Not by power </a:t>
            </a:r>
            <a:r>
              <a:rPr lang="fr-FR" dirty="0" err="1" smtClean="0"/>
              <a:t>nor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"But by </a:t>
            </a:r>
            <a:r>
              <a:rPr lang="fr-FR" dirty="0" err="1" smtClean="0"/>
              <a:t>my</a:t>
            </a:r>
            <a:r>
              <a:rPr lang="fr-FR" dirty="0" smtClean="0"/>
              <a:t> Spirit," 
8-  C’EST CE QUE LE SEIGNEUR A DIT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Lord </a:t>
            </a:r>
            <a:r>
              <a:rPr lang="fr-FR" dirty="0" err="1" smtClean="0"/>
              <a:t>says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CROIS QUE DIEU T’APPELLE POUR BOULEVERSER TON MONDE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To </a:t>
            </a:r>
            <a:r>
              <a:rPr lang="fr-FR" dirty="0" err="1" smtClean="0"/>
              <a:t>shake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upside</a:t>
            </a:r>
            <a:r>
              <a:rPr lang="fr-FR" dirty="0" smtClean="0"/>
              <a:t>-down and back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TU PEUX AVOIR CENT ANS OU ÊTRE UN PETIT ENFANT</a:t>
            </a:r>
          </a:p>
          <a:p>
            <a:pPr>
              <a:defRPr/>
            </a:pP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hundred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kid</a:t>
            </a:r>
          </a:p>
          <a:p>
            <a:pPr>
              <a:defRPr/>
            </a:pPr>
            <a:r>
              <a:rPr lang="fr-FR" dirty="0" smtClean="0"/>
              <a:t> 12-  TOUT COMME DAVID L’A FAIT TU PEUX VAINCRE DES GÉANTS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slay</a:t>
            </a:r>
            <a:r>
              <a:rPr lang="fr-FR" dirty="0" smtClean="0"/>
              <a:t> </a:t>
            </a:r>
            <a:r>
              <a:rPr lang="fr-FR" dirty="0" err="1" smtClean="0"/>
              <a:t>giants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David </a:t>
            </a:r>
            <a:r>
              <a:rPr lang="fr-FR" dirty="0" err="1" smtClean="0"/>
              <a:t>did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JE ME SOUVIENS D’UN TEMPS DIFFICILE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remember</a:t>
            </a:r>
            <a:r>
              <a:rPr lang="fr-FR" dirty="0" smtClean="0"/>
              <a:t> times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difficult</a:t>
            </a:r>
            <a:r>
              <a:rPr lang="fr-FR" dirty="0" smtClean="0"/>
              <a:t>
14-  OÙ JE PRIAIS QUE DIEU ENVOIE UN MIRACLE 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prayed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send</a:t>
            </a:r>
            <a:r>
              <a:rPr lang="fr-FR" dirty="0" smtClean="0"/>
              <a:t> a miracle</a:t>
            </a:r>
          </a:p>
          <a:p>
            <a:pPr>
              <a:defRPr/>
            </a:pPr>
            <a:r>
              <a:rPr lang="fr-FR" dirty="0" smtClean="0"/>
              <a:t>15-  JE NE SAIS PAS COMMENT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know how  
16-  MAIS AU BON MOMENT, IL A FAIT UN CHEMIN OÙ IL N’Y EN AVAIT POINT </a:t>
            </a:r>
          </a:p>
          <a:p>
            <a:pPr>
              <a:defRPr/>
            </a:pPr>
            <a:r>
              <a:rPr lang="fr-FR" dirty="0" smtClean="0"/>
              <a:t>but right up to the </a:t>
            </a:r>
            <a:r>
              <a:rPr lang="fr-FR" dirty="0" err="1" smtClean="0"/>
              <a:t>very</a:t>
            </a:r>
            <a:r>
              <a:rPr lang="fr-FR" dirty="0" smtClean="0"/>
              <a:t> end He made a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outta</a:t>
            </a:r>
            <a:r>
              <a:rPr lang="fr-FR" dirty="0" smtClean="0"/>
              <a:t>' "no-</a:t>
            </a:r>
            <a:r>
              <a:rPr lang="fr-FR" dirty="0" err="1" smtClean="0"/>
              <a:t>way</a:t>
            </a:r>
            <a:r>
              <a:rPr lang="fr-FR" dirty="0" smtClean="0"/>
              <a:t>" and show '</a:t>
            </a:r>
            <a:r>
              <a:rPr lang="fr-FR" dirty="0" err="1" smtClean="0"/>
              <a:t>nuff</a:t>
            </a:r>
            <a:r>
              <a:rPr lang="fr-FR" dirty="0" smtClean="0"/>
              <a:t>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17-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UNE FRONDE DANS MA POCHE ARRIÈRE</a:t>
            </a:r>
          </a:p>
          <a:p>
            <a:pPr>
              <a:defRPr/>
            </a:pPr>
            <a:r>
              <a:rPr lang="fr-FR" dirty="0" err="1" smtClean="0"/>
              <a:t>Sling</a:t>
            </a:r>
            <a:r>
              <a:rPr lang="fr-FR" dirty="0" smtClean="0"/>
              <a:t> </a:t>
            </a:r>
            <a:r>
              <a:rPr lang="fr-FR" dirty="0" err="1" smtClean="0"/>
              <a:t>shot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back </a:t>
            </a:r>
            <a:r>
              <a:rPr lang="fr-FR" dirty="0" err="1" smtClean="0"/>
              <a:t>pocket</a:t>
            </a:r>
            <a:r>
              <a:rPr lang="fr-FR" dirty="0" smtClean="0"/>
              <a:t> </a:t>
            </a:r>
            <a:r>
              <a:rPr lang="fr-FR" dirty="0" err="1" smtClean="0"/>
              <a:t>track</a:t>
            </a:r>
            <a:r>
              <a:rPr lang="fr-FR" dirty="0" smtClean="0"/>
              <a:t> </a:t>
            </a:r>
            <a:r>
              <a:rPr lang="fr-FR" dirty="0" err="1" smtClean="0"/>
              <a:t>Bumpin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rocket</a:t>
            </a:r>
          </a:p>
          <a:p>
            <a:pPr>
              <a:defRPr/>
            </a:pPr>
            <a:r>
              <a:rPr lang="fr-FR" dirty="0" smtClean="0"/>
              <a:t>19-  MES PIERRES SONT AVEC MOI PRÊTES POUR LE COMBAT </a:t>
            </a:r>
          </a:p>
          <a:p>
            <a:pPr>
              <a:defRPr/>
            </a:pPr>
            <a:r>
              <a:rPr lang="fr-FR" dirty="0" smtClean="0"/>
              <a:t>Battle rocks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for </a:t>
            </a:r>
            <a:r>
              <a:rPr lang="fr-FR" dirty="0" err="1" smtClean="0"/>
              <a:t>appocolypse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MÊME CES INVENTIONS MÉCONNUES MAIS DÉJÀ ENTENDUES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inventions </a:t>
            </a:r>
            <a:r>
              <a:rPr lang="fr-FR" dirty="0" err="1" smtClean="0"/>
              <a:t>unseen</a:t>
            </a:r>
            <a:r>
              <a:rPr lang="fr-FR" dirty="0" smtClean="0"/>
              <a:t> but </a:t>
            </a:r>
            <a:r>
              <a:rPr lang="fr-FR" dirty="0" err="1" smtClean="0"/>
              <a:t>heard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dirty="0" smtClean="0"/>
              <a:t>Not by power or </a:t>
            </a:r>
            <a:r>
              <a:rPr lang="fr-FR" dirty="0" err="1" smtClean="0"/>
              <a:t>might</a:t>
            </a:r>
            <a:r>
              <a:rPr lang="fr-FR" dirty="0" smtClean="0"/>
              <a:t> but by </a:t>
            </a:r>
            <a:r>
              <a:rPr lang="fr-FR" dirty="0" err="1" smtClean="0"/>
              <a:t>my</a:t>
            </a:r>
            <a:r>
              <a:rPr lang="fr-FR" dirty="0" smtClean="0"/>
              <a:t> spirit </a:t>
            </a:r>
            <a:r>
              <a:rPr lang="fr-FR" dirty="0" err="1" smtClean="0"/>
              <a:t>says</a:t>
            </a:r>
            <a:r>
              <a:rPr lang="fr-FR" dirty="0" smtClean="0"/>
              <a:t> the Word</a:t>
            </a:r>
          </a:p>
          <a:p>
            <a:pPr>
              <a:defRPr/>
            </a:pPr>
            <a:r>
              <a:rPr lang="fr-FR" dirty="0" smtClean="0"/>
              <a:t>22-  ET QUI SERA CONTRE NOUS SI TU ES POUR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against</a:t>
            </a:r>
            <a:r>
              <a:rPr lang="fr-FR" dirty="0" smtClean="0"/>
              <a:t> us if </a:t>
            </a:r>
            <a:r>
              <a:rPr lang="fr-FR" dirty="0" err="1" smtClean="0"/>
              <a:t>you</a:t>
            </a:r>
            <a:r>
              <a:rPr lang="fr-FR" dirty="0" smtClean="0"/>
              <a:t> for us (</a:t>
            </a:r>
            <a:r>
              <a:rPr lang="fr-FR" dirty="0" err="1" smtClean="0"/>
              <a:t>nobody</a:t>
            </a:r>
            <a:r>
              <a:rPr lang="fr-FR" dirty="0" smtClean="0"/>
              <a:t> )
23-  ET QUI PEUT NOUS FAIRE TAIRE SI TU ES AVEC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shut</a:t>
            </a:r>
            <a:r>
              <a:rPr lang="fr-FR" dirty="0" smtClean="0"/>
              <a:t> us down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24-  ET QUI PEUT ARRÊTER CE QUE TU AS COMMENCÉ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stop a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started</a:t>
            </a:r>
            <a:r>
              <a:rPr lang="fr-FR" dirty="0" smtClean="0"/>
              <a:t>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25-  SI TU ES AVEC NOUS LÈVE LES MAINS, SOIS UN TÉMOIN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put '</a:t>
            </a:r>
            <a:r>
              <a:rPr lang="fr-FR" dirty="0" err="1" smtClean="0"/>
              <a:t>em</a:t>
            </a:r>
            <a:r>
              <a:rPr lang="fr-FR" dirty="0" smtClean="0"/>
              <a:t> up and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26-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x5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CHERCHE DES FEMMES ET QUELQUES JEUNES HOMMES</a:t>
            </a:r>
          </a:p>
          <a:p>
            <a:pPr>
              <a:defRPr/>
            </a:pPr>
            <a:r>
              <a:rPr lang="fr-FR" dirty="0" err="1" smtClean="0"/>
              <a:t>Lookin</a:t>
            </a:r>
            <a:r>
              <a:rPr lang="fr-FR" dirty="0" smtClean="0"/>
              <a:t>' for </a:t>
            </a:r>
            <a:r>
              <a:rPr lang="fr-FR" dirty="0" err="1" smtClean="0"/>
              <a:t>some</a:t>
            </a:r>
            <a:r>
              <a:rPr lang="fr-FR" dirty="0" smtClean="0"/>
              <a:t> ladies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 men</a:t>
            </a:r>
          </a:p>
          <a:p>
            <a:pPr>
              <a:defRPr/>
            </a:pPr>
            <a:r>
              <a:rPr lang="fr-FR" dirty="0" smtClean="0"/>
              <a:t> 3-  POUR COURIR LA COURSE JUSQU’À LA FIN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run</a:t>
            </a:r>
            <a:r>
              <a:rPr lang="fr-FR" dirty="0" smtClean="0"/>
              <a:t> the race and endure to the </a:t>
            </a:r>
            <a:r>
              <a:rPr lang="fr-FR" dirty="0" err="1" smtClean="0"/>
              <a:t>very</a:t>
            </a:r>
            <a:r>
              <a:rPr lang="fr-FR" dirty="0" smtClean="0"/>
              <a:t> end</a:t>
            </a:r>
          </a:p>
          <a:p>
            <a:pPr>
              <a:defRPr/>
            </a:pPr>
            <a:r>
              <a:rPr lang="fr-FR" dirty="0" smtClean="0"/>
              <a:t>4-  PAS D’ABANDON NI DE DEMI-TOUR SI TU VEUX GAGNER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turning</a:t>
            </a:r>
            <a:r>
              <a:rPr lang="fr-FR" dirty="0" smtClean="0"/>
              <a:t> back, no </a:t>
            </a:r>
            <a:r>
              <a:rPr lang="fr-FR" dirty="0" err="1" smtClean="0"/>
              <a:t>quitting</a:t>
            </a:r>
            <a:r>
              <a:rPr lang="fr-FR" dirty="0" smtClean="0"/>
              <a:t> 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À VOS MARQUES, PRÊT POUR COURIR COMME UN CHAMPION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mark, </a:t>
            </a:r>
            <a:r>
              <a:rPr lang="fr-FR" dirty="0" err="1" smtClean="0"/>
              <a:t>get</a:t>
            </a:r>
            <a:r>
              <a:rPr lang="fr-FR" dirty="0" smtClean="0"/>
              <a:t> set, running </a:t>
            </a:r>
            <a:r>
              <a:rPr lang="fr-FR" dirty="0" err="1" smtClean="0"/>
              <a:t>like</a:t>
            </a:r>
            <a:r>
              <a:rPr lang="fr-FR" dirty="0" smtClean="0"/>
              <a:t> a champion</a:t>
            </a:r>
          </a:p>
          <a:p>
            <a:pPr>
              <a:defRPr/>
            </a:pPr>
            <a:r>
              <a:rPr lang="fr-FR" dirty="0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dirty="0" smtClean="0"/>
              <a:t>Have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the story about Joshua? He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, </a:t>
            </a:r>
            <a:r>
              <a:rPr lang="fr-FR" dirty="0" err="1" smtClean="0"/>
              <a:t>strong</a:t>
            </a:r>
            <a:r>
              <a:rPr lang="fr-FR" dirty="0" smtClean="0"/>
              <a:t>, and </a:t>
            </a:r>
            <a:r>
              <a:rPr lang="fr-FR" dirty="0" err="1" smtClean="0"/>
              <a:t>courageous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dirty="0" smtClean="0"/>
              <a:t>Not by power </a:t>
            </a:r>
            <a:r>
              <a:rPr lang="fr-FR" dirty="0" err="1" smtClean="0"/>
              <a:t>nor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"But by </a:t>
            </a:r>
            <a:r>
              <a:rPr lang="fr-FR" dirty="0" err="1" smtClean="0"/>
              <a:t>my</a:t>
            </a:r>
            <a:r>
              <a:rPr lang="fr-FR" dirty="0" smtClean="0"/>
              <a:t> Spirit," 
8-  C’EST CE QUE LE SEIGNEUR A DIT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Lord </a:t>
            </a:r>
            <a:r>
              <a:rPr lang="fr-FR" dirty="0" err="1" smtClean="0"/>
              <a:t>says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CROIS QUE DIEU T’APPELLE POUR BOULEVERSER TON MONDE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To </a:t>
            </a:r>
            <a:r>
              <a:rPr lang="fr-FR" dirty="0" err="1" smtClean="0"/>
              <a:t>shake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upside</a:t>
            </a:r>
            <a:r>
              <a:rPr lang="fr-FR" dirty="0" smtClean="0"/>
              <a:t>-down and back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TU PEUX AVOIR CENT ANS OU ÊTRE UN PETIT ENFANT</a:t>
            </a:r>
          </a:p>
          <a:p>
            <a:pPr>
              <a:defRPr/>
            </a:pP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hundred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kid</a:t>
            </a:r>
          </a:p>
          <a:p>
            <a:pPr>
              <a:defRPr/>
            </a:pPr>
            <a:r>
              <a:rPr lang="fr-FR" dirty="0" smtClean="0"/>
              <a:t> 12-  TOUT COMME DAVID L’A FAIT TU PEUX VAINCRE DES GÉANTS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slay</a:t>
            </a:r>
            <a:r>
              <a:rPr lang="fr-FR" dirty="0" smtClean="0"/>
              <a:t> </a:t>
            </a:r>
            <a:r>
              <a:rPr lang="fr-FR" dirty="0" err="1" smtClean="0"/>
              <a:t>giants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David </a:t>
            </a:r>
            <a:r>
              <a:rPr lang="fr-FR" dirty="0" err="1" smtClean="0"/>
              <a:t>did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JE ME SOUVIENS D’UN TEMPS DIFFICILE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remember</a:t>
            </a:r>
            <a:r>
              <a:rPr lang="fr-FR" dirty="0" smtClean="0"/>
              <a:t> times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difficult</a:t>
            </a:r>
            <a:r>
              <a:rPr lang="fr-FR" dirty="0" smtClean="0"/>
              <a:t>
14-  OÙ JE PRIAIS QUE DIEU ENVOIE UN MIRACLE 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prayed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send</a:t>
            </a:r>
            <a:r>
              <a:rPr lang="fr-FR" dirty="0" smtClean="0"/>
              <a:t> a miracle</a:t>
            </a:r>
          </a:p>
          <a:p>
            <a:pPr>
              <a:defRPr/>
            </a:pPr>
            <a:r>
              <a:rPr lang="fr-FR" dirty="0" smtClean="0"/>
              <a:t>15-  JE NE SAIS PAS COMMENT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know how  
16-  MAIS AU BON MOMENT, IL A FAIT UN CHEMIN OÙ IL N’Y EN AVAIT POINT </a:t>
            </a:r>
          </a:p>
          <a:p>
            <a:pPr>
              <a:defRPr/>
            </a:pPr>
            <a:r>
              <a:rPr lang="fr-FR" dirty="0" smtClean="0"/>
              <a:t>but right up to the </a:t>
            </a:r>
            <a:r>
              <a:rPr lang="fr-FR" dirty="0" err="1" smtClean="0"/>
              <a:t>very</a:t>
            </a:r>
            <a:r>
              <a:rPr lang="fr-FR" dirty="0" smtClean="0"/>
              <a:t> end He made a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outta</a:t>
            </a:r>
            <a:r>
              <a:rPr lang="fr-FR" dirty="0" smtClean="0"/>
              <a:t>' "no-</a:t>
            </a:r>
            <a:r>
              <a:rPr lang="fr-FR" dirty="0" err="1" smtClean="0"/>
              <a:t>way</a:t>
            </a:r>
            <a:r>
              <a:rPr lang="fr-FR" dirty="0" smtClean="0"/>
              <a:t>" and show '</a:t>
            </a:r>
            <a:r>
              <a:rPr lang="fr-FR" dirty="0" err="1" smtClean="0"/>
              <a:t>nuff</a:t>
            </a:r>
            <a:r>
              <a:rPr lang="fr-FR" dirty="0" smtClean="0"/>
              <a:t>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17-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UNE FRONDE DANS MA POCHE ARRIÈRE</a:t>
            </a:r>
          </a:p>
          <a:p>
            <a:pPr>
              <a:defRPr/>
            </a:pPr>
            <a:r>
              <a:rPr lang="fr-FR" dirty="0" err="1" smtClean="0"/>
              <a:t>Sling</a:t>
            </a:r>
            <a:r>
              <a:rPr lang="fr-FR" dirty="0" smtClean="0"/>
              <a:t> </a:t>
            </a:r>
            <a:r>
              <a:rPr lang="fr-FR" dirty="0" err="1" smtClean="0"/>
              <a:t>shot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back </a:t>
            </a:r>
            <a:r>
              <a:rPr lang="fr-FR" dirty="0" err="1" smtClean="0"/>
              <a:t>pocket</a:t>
            </a:r>
            <a:r>
              <a:rPr lang="fr-FR" dirty="0" smtClean="0"/>
              <a:t> </a:t>
            </a:r>
            <a:r>
              <a:rPr lang="fr-FR" dirty="0" err="1" smtClean="0"/>
              <a:t>track</a:t>
            </a:r>
            <a:r>
              <a:rPr lang="fr-FR" dirty="0" smtClean="0"/>
              <a:t> </a:t>
            </a:r>
            <a:r>
              <a:rPr lang="fr-FR" dirty="0" err="1" smtClean="0"/>
              <a:t>Bumpin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rocket</a:t>
            </a:r>
          </a:p>
          <a:p>
            <a:pPr>
              <a:defRPr/>
            </a:pPr>
            <a:r>
              <a:rPr lang="fr-FR" dirty="0" smtClean="0"/>
              <a:t>19-  MES PIERRES SONT AVEC MOI PRÊTES POUR LE COMBAT </a:t>
            </a:r>
          </a:p>
          <a:p>
            <a:pPr>
              <a:defRPr/>
            </a:pPr>
            <a:r>
              <a:rPr lang="fr-FR" dirty="0" smtClean="0"/>
              <a:t>Battle rocks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for </a:t>
            </a:r>
            <a:r>
              <a:rPr lang="fr-FR" dirty="0" err="1" smtClean="0"/>
              <a:t>appocolypse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MÊME CES INVENTIONS MÉCONNUES MAIS DÉJÀ ENTENDUES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inventions </a:t>
            </a:r>
            <a:r>
              <a:rPr lang="fr-FR" dirty="0" err="1" smtClean="0"/>
              <a:t>unseen</a:t>
            </a:r>
            <a:r>
              <a:rPr lang="fr-FR" dirty="0" smtClean="0"/>
              <a:t> but </a:t>
            </a:r>
            <a:r>
              <a:rPr lang="fr-FR" dirty="0" err="1" smtClean="0"/>
              <a:t>heard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dirty="0" smtClean="0"/>
              <a:t>Not by power or </a:t>
            </a:r>
            <a:r>
              <a:rPr lang="fr-FR" dirty="0" err="1" smtClean="0"/>
              <a:t>might</a:t>
            </a:r>
            <a:r>
              <a:rPr lang="fr-FR" dirty="0" smtClean="0"/>
              <a:t> but by </a:t>
            </a:r>
            <a:r>
              <a:rPr lang="fr-FR" dirty="0" err="1" smtClean="0"/>
              <a:t>my</a:t>
            </a:r>
            <a:r>
              <a:rPr lang="fr-FR" dirty="0" smtClean="0"/>
              <a:t> spirit </a:t>
            </a:r>
            <a:r>
              <a:rPr lang="fr-FR" dirty="0" err="1" smtClean="0"/>
              <a:t>says</a:t>
            </a:r>
            <a:r>
              <a:rPr lang="fr-FR" dirty="0" smtClean="0"/>
              <a:t> the Word</a:t>
            </a:r>
          </a:p>
          <a:p>
            <a:pPr>
              <a:defRPr/>
            </a:pPr>
            <a:r>
              <a:rPr lang="fr-FR" dirty="0" smtClean="0"/>
              <a:t>22-  ET QUI SERA CONTRE NOUS SI TU ES POUR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against</a:t>
            </a:r>
            <a:r>
              <a:rPr lang="fr-FR" dirty="0" smtClean="0"/>
              <a:t> us if </a:t>
            </a:r>
            <a:r>
              <a:rPr lang="fr-FR" dirty="0" err="1" smtClean="0"/>
              <a:t>you</a:t>
            </a:r>
            <a:r>
              <a:rPr lang="fr-FR" dirty="0" smtClean="0"/>
              <a:t> for us (</a:t>
            </a:r>
            <a:r>
              <a:rPr lang="fr-FR" dirty="0" err="1" smtClean="0"/>
              <a:t>nobody</a:t>
            </a:r>
            <a:r>
              <a:rPr lang="fr-FR" dirty="0" smtClean="0"/>
              <a:t> )
23-  ET QUI PEUT NOUS FAIRE TAIRE SI TU ES AVEC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shut</a:t>
            </a:r>
            <a:r>
              <a:rPr lang="fr-FR" dirty="0" smtClean="0"/>
              <a:t> us down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24-  ET QUI PEUT ARRÊTER CE QUE TU AS COMMENCÉ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stop a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started</a:t>
            </a:r>
            <a:r>
              <a:rPr lang="fr-FR" dirty="0" smtClean="0"/>
              <a:t>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25-  SI TU ES AVEC NOUS LÈVE LES MAINS, SOIS UN TÉMOIN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put '</a:t>
            </a:r>
            <a:r>
              <a:rPr lang="fr-FR" dirty="0" err="1" smtClean="0"/>
              <a:t>em</a:t>
            </a:r>
            <a:r>
              <a:rPr lang="fr-FR" dirty="0" smtClean="0"/>
              <a:t> up and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26-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x5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CHERCHE DES FEMMES ET QUELQUES JEUNES HOMMES</a:t>
            </a:r>
          </a:p>
          <a:p>
            <a:pPr>
              <a:defRPr/>
            </a:pPr>
            <a:r>
              <a:rPr lang="fr-FR" dirty="0" err="1" smtClean="0"/>
              <a:t>Lookin</a:t>
            </a:r>
            <a:r>
              <a:rPr lang="fr-FR" dirty="0" smtClean="0"/>
              <a:t>' for </a:t>
            </a:r>
            <a:r>
              <a:rPr lang="fr-FR" dirty="0" err="1" smtClean="0"/>
              <a:t>some</a:t>
            </a:r>
            <a:r>
              <a:rPr lang="fr-FR" dirty="0" smtClean="0"/>
              <a:t> ladies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 men</a:t>
            </a:r>
          </a:p>
          <a:p>
            <a:pPr>
              <a:defRPr/>
            </a:pPr>
            <a:r>
              <a:rPr lang="fr-FR" dirty="0" smtClean="0"/>
              <a:t> 3-  POUR COURIR LA COURSE JUSQU’À LA FIN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run</a:t>
            </a:r>
            <a:r>
              <a:rPr lang="fr-FR" dirty="0" smtClean="0"/>
              <a:t> the race and endure to the </a:t>
            </a:r>
            <a:r>
              <a:rPr lang="fr-FR" dirty="0" err="1" smtClean="0"/>
              <a:t>very</a:t>
            </a:r>
            <a:r>
              <a:rPr lang="fr-FR" dirty="0" smtClean="0"/>
              <a:t> end</a:t>
            </a:r>
          </a:p>
          <a:p>
            <a:pPr>
              <a:defRPr/>
            </a:pPr>
            <a:r>
              <a:rPr lang="fr-FR" dirty="0" smtClean="0"/>
              <a:t>4-  PAS D’ABANDON NI DE DEMI-TOUR SI TU VEUX GAGNER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turning</a:t>
            </a:r>
            <a:r>
              <a:rPr lang="fr-FR" dirty="0" smtClean="0"/>
              <a:t> back, no </a:t>
            </a:r>
            <a:r>
              <a:rPr lang="fr-FR" dirty="0" err="1" smtClean="0"/>
              <a:t>quitting</a:t>
            </a:r>
            <a:r>
              <a:rPr lang="fr-FR" dirty="0" smtClean="0"/>
              <a:t> 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À VOS MARQUES, PRÊT POUR COURIR COMME UN CHAMPION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mark, </a:t>
            </a:r>
            <a:r>
              <a:rPr lang="fr-FR" dirty="0" err="1" smtClean="0"/>
              <a:t>get</a:t>
            </a:r>
            <a:r>
              <a:rPr lang="fr-FR" dirty="0" smtClean="0"/>
              <a:t> set, running </a:t>
            </a:r>
            <a:r>
              <a:rPr lang="fr-FR" dirty="0" err="1" smtClean="0"/>
              <a:t>like</a:t>
            </a:r>
            <a:r>
              <a:rPr lang="fr-FR" dirty="0" smtClean="0"/>
              <a:t> a champion</a:t>
            </a:r>
          </a:p>
          <a:p>
            <a:pPr>
              <a:defRPr/>
            </a:pPr>
            <a:r>
              <a:rPr lang="fr-FR" dirty="0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dirty="0" smtClean="0"/>
              <a:t>Have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the story about Joshua? He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, </a:t>
            </a:r>
            <a:r>
              <a:rPr lang="fr-FR" dirty="0" err="1" smtClean="0"/>
              <a:t>strong</a:t>
            </a:r>
            <a:r>
              <a:rPr lang="fr-FR" dirty="0" smtClean="0"/>
              <a:t>, and </a:t>
            </a:r>
            <a:r>
              <a:rPr lang="fr-FR" dirty="0" err="1" smtClean="0"/>
              <a:t>courageous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dirty="0" smtClean="0"/>
              <a:t>Not by power </a:t>
            </a:r>
            <a:r>
              <a:rPr lang="fr-FR" dirty="0" err="1" smtClean="0"/>
              <a:t>nor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"But by </a:t>
            </a:r>
            <a:r>
              <a:rPr lang="fr-FR" dirty="0" err="1" smtClean="0"/>
              <a:t>my</a:t>
            </a:r>
            <a:r>
              <a:rPr lang="fr-FR" dirty="0" smtClean="0"/>
              <a:t> Spirit," 
8-  C’EST CE QUE LE SEIGNEUR A DIT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Lord </a:t>
            </a:r>
            <a:r>
              <a:rPr lang="fr-FR" dirty="0" err="1" smtClean="0"/>
              <a:t>says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CROIS QUE DIEU T’APPELLE POUR BOULEVERSER TON MONDE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To </a:t>
            </a:r>
            <a:r>
              <a:rPr lang="fr-FR" dirty="0" err="1" smtClean="0"/>
              <a:t>shake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upside</a:t>
            </a:r>
            <a:r>
              <a:rPr lang="fr-FR" dirty="0" smtClean="0"/>
              <a:t>-down and back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TU PEUX AVOIR CENT ANS OU ÊTRE UN PETIT ENFANT</a:t>
            </a:r>
          </a:p>
          <a:p>
            <a:pPr>
              <a:defRPr/>
            </a:pP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hundred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kid</a:t>
            </a:r>
          </a:p>
          <a:p>
            <a:pPr>
              <a:defRPr/>
            </a:pPr>
            <a:r>
              <a:rPr lang="fr-FR" dirty="0" smtClean="0"/>
              <a:t> 12-  TOUT COMME DAVID L’A FAIT TU PEUX VAINCRE DES GÉANTS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slay</a:t>
            </a:r>
            <a:r>
              <a:rPr lang="fr-FR" dirty="0" smtClean="0"/>
              <a:t> </a:t>
            </a:r>
            <a:r>
              <a:rPr lang="fr-FR" dirty="0" err="1" smtClean="0"/>
              <a:t>giants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David </a:t>
            </a:r>
            <a:r>
              <a:rPr lang="fr-FR" dirty="0" err="1" smtClean="0"/>
              <a:t>did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JE ME SOUVIENS D’UN TEMPS DIFFICILE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remember</a:t>
            </a:r>
            <a:r>
              <a:rPr lang="fr-FR" dirty="0" smtClean="0"/>
              <a:t> times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difficult</a:t>
            </a:r>
            <a:r>
              <a:rPr lang="fr-FR" dirty="0" smtClean="0"/>
              <a:t>
14-  OÙ JE PRIAIS QUE DIEU ENVOIE UN MIRACLE 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prayed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send</a:t>
            </a:r>
            <a:r>
              <a:rPr lang="fr-FR" dirty="0" smtClean="0"/>
              <a:t> a miracle</a:t>
            </a:r>
          </a:p>
          <a:p>
            <a:pPr>
              <a:defRPr/>
            </a:pPr>
            <a:r>
              <a:rPr lang="fr-FR" dirty="0" smtClean="0"/>
              <a:t>15-  JE NE SAIS PAS COMMENT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know how  
16-  MAIS AU BON MOMENT, IL A FAIT UN CHEMIN OÙ IL N’Y EN AVAIT POINT </a:t>
            </a:r>
          </a:p>
          <a:p>
            <a:pPr>
              <a:defRPr/>
            </a:pPr>
            <a:r>
              <a:rPr lang="fr-FR" dirty="0" smtClean="0"/>
              <a:t>but right up to the </a:t>
            </a:r>
            <a:r>
              <a:rPr lang="fr-FR" dirty="0" err="1" smtClean="0"/>
              <a:t>very</a:t>
            </a:r>
            <a:r>
              <a:rPr lang="fr-FR" dirty="0" smtClean="0"/>
              <a:t> end He made a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outta</a:t>
            </a:r>
            <a:r>
              <a:rPr lang="fr-FR" dirty="0" smtClean="0"/>
              <a:t>' "no-</a:t>
            </a:r>
            <a:r>
              <a:rPr lang="fr-FR" dirty="0" err="1" smtClean="0"/>
              <a:t>way</a:t>
            </a:r>
            <a:r>
              <a:rPr lang="fr-FR" dirty="0" smtClean="0"/>
              <a:t>" and show '</a:t>
            </a:r>
            <a:r>
              <a:rPr lang="fr-FR" dirty="0" err="1" smtClean="0"/>
              <a:t>nuff</a:t>
            </a:r>
            <a:r>
              <a:rPr lang="fr-FR" dirty="0" smtClean="0"/>
              <a:t>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17-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UNE FRONDE DANS MA POCHE ARRIÈRE</a:t>
            </a:r>
          </a:p>
          <a:p>
            <a:pPr>
              <a:defRPr/>
            </a:pPr>
            <a:r>
              <a:rPr lang="fr-FR" dirty="0" err="1" smtClean="0"/>
              <a:t>Sling</a:t>
            </a:r>
            <a:r>
              <a:rPr lang="fr-FR" dirty="0" smtClean="0"/>
              <a:t> </a:t>
            </a:r>
            <a:r>
              <a:rPr lang="fr-FR" dirty="0" err="1" smtClean="0"/>
              <a:t>shot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back </a:t>
            </a:r>
            <a:r>
              <a:rPr lang="fr-FR" dirty="0" err="1" smtClean="0"/>
              <a:t>pocket</a:t>
            </a:r>
            <a:r>
              <a:rPr lang="fr-FR" dirty="0" smtClean="0"/>
              <a:t> </a:t>
            </a:r>
            <a:r>
              <a:rPr lang="fr-FR" dirty="0" err="1" smtClean="0"/>
              <a:t>track</a:t>
            </a:r>
            <a:r>
              <a:rPr lang="fr-FR" dirty="0" smtClean="0"/>
              <a:t> </a:t>
            </a:r>
            <a:r>
              <a:rPr lang="fr-FR" dirty="0" err="1" smtClean="0"/>
              <a:t>Bumpin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rocket</a:t>
            </a:r>
          </a:p>
          <a:p>
            <a:pPr>
              <a:defRPr/>
            </a:pPr>
            <a:r>
              <a:rPr lang="fr-FR" dirty="0" smtClean="0"/>
              <a:t>19-  MES PIERRES SONT AVEC MOI PRÊTES POUR LE COMBAT </a:t>
            </a:r>
          </a:p>
          <a:p>
            <a:pPr>
              <a:defRPr/>
            </a:pPr>
            <a:r>
              <a:rPr lang="fr-FR" dirty="0" smtClean="0"/>
              <a:t>Battle rocks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for </a:t>
            </a:r>
            <a:r>
              <a:rPr lang="fr-FR" dirty="0" err="1" smtClean="0"/>
              <a:t>appocolypse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MÊME CES INVENTIONS MÉCONNUES MAIS DÉJÀ ENTENDUES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inventions </a:t>
            </a:r>
            <a:r>
              <a:rPr lang="fr-FR" dirty="0" err="1" smtClean="0"/>
              <a:t>unseen</a:t>
            </a:r>
            <a:r>
              <a:rPr lang="fr-FR" dirty="0" smtClean="0"/>
              <a:t> but </a:t>
            </a:r>
            <a:r>
              <a:rPr lang="fr-FR" dirty="0" err="1" smtClean="0"/>
              <a:t>heard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dirty="0" smtClean="0"/>
              <a:t>Not by power or </a:t>
            </a:r>
            <a:r>
              <a:rPr lang="fr-FR" dirty="0" err="1" smtClean="0"/>
              <a:t>might</a:t>
            </a:r>
            <a:r>
              <a:rPr lang="fr-FR" dirty="0" smtClean="0"/>
              <a:t> but by </a:t>
            </a:r>
            <a:r>
              <a:rPr lang="fr-FR" dirty="0" err="1" smtClean="0"/>
              <a:t>my</a:t>
            </a:r>
            <a:r>
              <a:rPr lang="fr-FR" dirty="0" smtClean="0"/>
              <a:t> spirit </a:t>
            </a:r>
            <a:r>
              <a:rPr lang="fr-FR" dirty="0" err="1" smtClean="0"/>
              <a:t>says</a:t>
            </a:r>
            <a:r>
              <a:rPr lang="fr-FR" dirty="0" smtClean="0"/>
              <a:t> the Word</a:t>
            </a:r>
          </a:p>
          <a:p>
            <a:pPr>
              <a:defRPr/>
            </a:pPr>
            <a:r>
              <a:rPr lang="fr-FR" dirty="0" smtClean="0"/>
              <a:t>22-  ET QUI SERA CONTRE NOUS SI TU ES POUR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against</a:t>
            </a:r>
            <a:r>
              <a:rPr lang="fr-FR" dirty="0" smtClean="0"/>
              <a:t> us if </a:t>
            </a:r>
            <a:r>
              <a:rPr lang="fr-FR" dirty="0" err="1" smtClean="0"/>
              <a:t>you</a:t>
            </a:r>
            <a:r>
              <a:rPr lang="fr-FR" dirty="0" smtClean="0"/>
              <a:t> for us (</a:t>
            </a:r>
            <a:r>
              <a:rPr lang="fr-FR" dirty="0" err="1" smtClean="0"/>
              <a:t>nobody</a:t>
            </a:r>
            <a:r>
              <a:rPr lang="fr-FR" dirty="0" smtClean="0"/>
              <a:t> )
23-  ET QUI PEUT NOUS FAIRE TAIRE SI TU ES AVEC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shut</a:t>
            </a:r>
            <a:r>
              <a:rPr lang="fr-FR" dirty="0" smtClean="0"/>
              <a:t> us down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24-  ET QUI PEUT ARRÊTER CE QUE TU AS COMMENCÉ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stop a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started</a:t>
            </a:r>
            <a:r>
              <a:rPr lang="fr-FR" dirty="0" smtClean="0"/>
              <a:t>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25-  SI TU ES AVEC NOUS LÈVE LES MAINS, SOIS UN TÉMOIN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put '</a:t>
            </a:r>
            <a:r>
              <a:rPr lang="fr-FR" dirty="0" err="1" smtClean="0"/>
              <a:t>em</a:t>
            </a:r>
            <a:r>
              <a:rPr lang="fr-FR" dirty="0" smtClean="0"/>
              <a:t> up and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26-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x5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CHERCHE DES FEMMES ET QUELQUES JEUNES HOMMES</a:t>
            </a:r>
          </a:p>
          <a:p>
            <a:pPr>
              <a:defRPr/>
            </a:pPr>
            <a:r>
              <a:rPr lang="fr-FR" dirty="0" err="1" smtClean="0"/>
              <a:t>Lookin</a:t>
            </a:r>
            <a:r>
              <a:rPr lang="fr-FR" dirty="0" smtClean="0"/>
              <a:t>' for </a:t>
            </a:r>
            <a:r>
              <a:rPr lang="fr-FR" dirty="0" err="1" smtClean="0"/>
              <a:t>some</a:t>
            </a:r>
            <a:r>
              <a:rPr lang="fr-FR" dirty="0" smtClean="0"/>
              <a:t> ladies and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 men</a:t>
            </a:r>
          </a:p>
          <a:p>
            <a:pPr>
              <a:defRPr/>
            </a:pPr>
            <a:r>
              <a:rPr lang="fr-FR" dirty="0" smtClean="0"/>
              <a:t> 3-  POUR COURIR LA COURSE JUSQU’À LA FIN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run</a:t>
            </a:r>
            <a:r>
              <a:rPr lang="fr-FR" dirty="0" smtClean="0"/>
              <a:t> the race and endure to the </a:t>
            </a:r>
            <a:r>
              <a:rPr lang="fr-FR" dirty="0" err="1" smtClean="0"/>
              <a:t>very</a:t>
            </a:r>
            <a:r>
              <a:rPr lang="fr-FR" dirty="0" smtClean="0"/>
              <a:t> end</a:t>
            </a:r>
          </a:p>
          <a:p>
            <a:pPr>
              <a:defRPr/>
            </a:pPr>
            <a:r>
              <a:rPr lang="fr-FR" dirty="0" smtClean="0"/>
              <a:t>4-  PAS D’ABANDON NI DE DEMI-TOUR SI TU VEUX GAGNER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turning</a:t>
            </a:r>
            <a:r>
              <a:rPr lang="fr-FR" dirty="0" smtClean="0"/>
              <a:t> back, no </a:t>
            </a:r>
            <a:r>
              <a:rPr lang="fr-FR" dirty="0" err="1" smtClean="0"/>
              <a:t>quitting</a:t>
            </a:r>
            <a:r>
              <a:rPr lang="fr-FR" dirty="0" smtClean="0"/>
              <a:t> if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À VOS MARQUES, PRÊT POUR COURIR COMME UN CHAMPION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mark, </a:t>
            </a:r>
            <a:r>
              <a:rPr lang="fr-FR" dirty="0" err="1" smtClean="0"/>
              <a:t>get</a:t>
            </a:r>
            <a:r>
              <a:rPr lang="fr-FR" dirty="0" smtClean="0"/>
              <a:t> set, running </a:t>
            </a:r>
            <a:r>
              <a:rPr lang="fr-FR" dirty="0" err="1" smtClean="0"/>
              <a:t>like</a:t>
            </a:r>
            <a:r>
              <a:rPr lang="fr-FR" dirty="0" smtClean="0"/>
              <a:t> a champion</a:t>
            </a:r>
          </a:p>
          <a:p>
            <a:pPr>
              <a:defRPr/>
            </a:pPr>
            <a:r>
              <a:rPr lang="fr-FR" dirty="0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dirty="0" smtClean="0"/>
              <a:t>Have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the story about Joshua? He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young</a:t>
            </a:r>
            <a:r>
              <a:rPr lang="fr-FR" dirty="0" smtClean="0"/>
              <a:t>, </a:t>
            </a:r>
            <a:r>
              <a:rPr lang="fr-FR" dirty="0" err="1" smtClean="0"/>
              <a:t>strong</a:t>
            </a:r>
            <a:r>
              <a:rPr lang="fr-FR" dirty="0" smtClean="0"/>
              <a:t>, and </a:t>
            </a:r>
            <a:r>
              <a:rPr lang="fr-FR" dirty="0" err="1" smtClean="0"/>
              <a:t>courageous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dirty="0" smtClean="0"/>
              <a:t>Not by power </a:t>
            </a:r>
            <a:r>
              <a:rPr lang="fr-FR" dirty="0" err="1" smtClean="0"/>
              <a:t>nor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by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"But by </a:t>
            </a:r>
            <a:r>
              <a:rPr lang="fr-FR" dirty="0" err="1" smtClean="0"/>
              <a:t>my</a:t>
            </a:r>
            <a:r>
              <a:rPr lang="fr-FR" dirty="0" smtClean="0"/>
              <a:t> Spirit," 
8-  C’EST CE QUE LE SEIGNEUR A DIT</a:t>
            </a:r>
          </a:p>
          <a:p>
            <a:pPr>
              <a:defRPr/>
            </a:pP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Lord </a:t>
            </a:r>
            <a:r>
              <a:rPr lang="fr-FR" dirty="0" err="1" smtClean="0"/>
              <a:t>says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CROIS QUE DIEU T’APPELLE POUR BOULEVERSER TON MONDE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</a:t>
            </a:r>
            <a:r>
              <a:rPr lang="fr-FR" dirty="0" smtClean="0"/>
              <a:t> To </a:t>
            </a:r>
            <a:r>
              <a:rPr lang="fr-FR" dirty="0" err="1" smtClean="0"/>
              <a:t>shake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upside</a:t>
            </a:r>
            <a:r>
              <a:rPr lang="fr-FR" dirty="0" smtClean="0"/>
              <a:t>-down and back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TU PEUX AVOIR CENT ANS OU ÊTRE UN PETIT ENFANT</a:t>
            </a:r>
          </a:p>
          <a:p>
            <a:pPr>
              <a:defRPr/>
            </a:pP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hundred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kid</a:t>
            </a:r>
          </a:p>
          <a:p>
            <a:pPr>
              <a:defRPr/>
            </a:pPr>
            <a:r>
              <a:rPr lang="fr-FR" dirty="0" smtClean="0"/>
              <a:t> 12-  TOUT COMME DAVID L’A FAIT TU PEUX VAINCRE DES GÉANTS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slay</a:t>
            </a:r>
            <a:r>
              <a:rPr lang="fr-FR" dirty="0" smtClean="0"/>
              <a:t> </a:t>
            </a:r>
            <a:r>
              <a:rPr lang="fr-FR" dirty="0" err="1" smtClean="0"/>
              <a:t>giants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David </a:t>
            </a:r>
            <a:r>
              <a:rPr lang="fr-FR" dirty="0" err="1" smtClean="0"/>
              <a:t>did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JE ME SOUVIENS D’UN TEMPS DIFFICILE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remember</a:t>
            </a:r>
            <a:r>
              <a:rPr lang="fr-FR" dirty="0" smtClean="0"/>
              <a:t> times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difficult</a:t>
            </a:r>
            <a:r>
              <a:rPr lang="fr-FR" dirty="0" smtClean="0"/>
              <a:t>
14-  OÙ JE PRIAIS QUE DIEU ENVOIE UN MIRACLE </a:t>
            </a:r>
          </a:p>
          <a:p>
            <a:pPr>
              <a:defRPr/>
            </a:pPr>
            <a:r>
              <a:rPr lang="fr-FR" dirty="0" smtClean="0"/>
              <a:t>And I </a:t>
            </a:r>
            <a:r>
              <a:rPr lang="fr-FR" dirty="0" err="1" smtClean="0"/>
              <a:t>prayed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send</a:t>
            </a:r>
            <a:r>
              <a:rPr lang="fr-FR" dirty="0" smtClean="0"/>
              <a:t> a miracle</a:t>
            </a:r>
          </a:p>
          <a:p>
            <a:pPr>
              <a:defRPr/>
            </a:pPr>
            <a:r>
              <a:rPr lang="fr-FR" dirty="0" smtClean="0"/>
              <a:t>15-  JE NE SAIS PAS COMMENT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know how  
16-  MAIS AU BON MOMENT, IL A FAIT UN CHEMIN OÙ IL N’Y EN AVAIT POINT </a:t>
            </a:r>
          </a:p>
          <a:p>
            <a:pPr>
              <a:defRPr/>
            </a:pPr>
            <a:r>
              <a:rPr lang="fr-FR" dirty="0" smtClean="0"/>
              <a:t>but right up to the </a:t>
            </a:r>
            <a:r>
              <a:rPr lang="fr-FR" dirty="0" err="1" smtClean="0"/>
              <a:t>very</a:t>
            </a:r>
            <a:r>
              <a:rPr lang="fr-FR" dirty="0" smtClean="0"/>
              <a:t> end He made a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outta</a:t>
            </a:r>
            <a:r>
              <a:rPr lang="fr-FR" dirty="0" smtClean="0"/>
              <a:t>' "no-</a:t>
            </a:r>
            <a:r>
              <a:rPr lang="fr-FR" dirty="0" err="1" smtClean="0"/>
              <a:t>way</a:t>
            </a:r>
            <a:r>
              <a:rPr lang="fr-FR" dirty="0" smtClean="0"/>
              <a:t>" and show '</a:t>
            </a:r>
            <a:r>
              <a:rPr lang="fr-FR" dirty="0" err="1" smtClean="0"/>
              <a:t>nuff</a:t>
            </a:r>
            <a:r>
              <a:rPr lang="fr-FR" dirty="0" smtClean="0"/>
              <a:t>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17-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UNE FRONDE DANS MA POCHE ARRIÈRE</a:t>
            </a:r>
          </a:p>
          <a:p>
            <a:pPr>
              <a:defRPr/>
            </a:pPr>
            <a:r>
              <a:rPr lang="fr-FR" dirty="0" err="1" smtClean="0"/>
              <a:t>Sling</a:t>
            </a:r>
            <a:r>
              <a:rPr lang="fr-FR" dirty="0" smtClean="0"/>
              <a:t> </a:t>
            </a:r>
            <a:r>
              <a:rPr lang="fr-FR" dirty="0" err="1" smtClean="0"/>
              <a:t>shot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back </a:t>
            </a:r>
            <a:r>
              <a:rPr lang="fr-FR" dirty="0" err="1" smtClean="0"/>
              <a:t>pocket</a:t>
            </a:r>
            <a:r>
              <a:rPr lang="fr-FR" dirty="0" smtClean="0"/>
              <a:t> </a:t>
            </a:r>
            <a:r>
              <a:rPr lang="fr-FR" dirty="0" err="1" smtClean="0"/>
              <a:t>track</a:t>
            </a:r>
            <a:r>
              <a:rPr lang="fr-FR" dirty="0" smtClean="0"/>
              <a:t> </a:t>
            </a:r>
            <a:r>
              <a:rPr lang="fr-FR" dirty="0" err="1" smtClean="0"/>
              <a:t>Bumpin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rocket</a:t>
            </a:r>
          </a:p>
          <a:p>
            <a:pPr>
              <a:defRPr/>
            </a:pPr>
            <a:r>
              <a:rPr lang="fr-FR" dirty="0" smtClean="0"/>
              <a:t>19-  MES PIERRES SONT AVEC MOI PRÊTES POUR LE COMBAT </a:t>
            </a:r>
          </a:p>
          <a:p>
            <a:pPr>
              <a:defRPr/>
            </a:pPr>
            <a:r>
              <a:rPr lang="fr-FR" dirty="0" smtClean="0"/>
              <a:t>Battle rocks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for </a:t>
            </a:r>
            <a:r>
              <a:rPr lang="fr-FR" dirty="0" err="1" smtClean="0"/>
              <a:t>appocolypse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MÊME CES INVENTIONS MÉCONNUES MAIS DÉJÀ ENTENDUES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inventions </a:t>
            </a:r>
            <a:r>
              <a:rPr lang="fr-FR" dirty="0" err="1" smtClean="0"/>
              <a:t>unseen</a:t>
            </a:r>
            <a:r>
              <a:rPr lang="fr-FR" dirty="0" smtClean="0"/>
              <a:t> but </a:t>
            </a:r>
            <a:r>
              <a:rPr lang="fr-FR" dirty="0" err="1" smtClean="0"/>
              <a:t>heard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dirty="0" smtClean="0"/>
              <a:t>Not by power or </a:t>
            </a:r>
            <a:r>
              <a:rPr lang="fr-FR" dirty="0" err="1" smtClean="0"/>
              <a:t>might</a:t>
            </a:r>
            <a:r>
              <a:rPr lang="fr-FR" dirty="0" smtClean="0"/>
              <a:t> but by </a:t>
            </a:r>
            <a:r>
              <a:rPr lang="fr-FR" dirty="0" err="1" smtClean="0"/>
              <a:t>my</a:t>
            </a:r>
            <a:r>
              <a:rPr lang="fr-FR" dirty="0" smtClean="0"/>
              <a:t> spirit </a:t>
            </a:r>
            <a:r>
              <a:rPr lang="fr-FR" dirty="0" err="1" smtClean="0"/>
              <a:t>says</a:t>
            </a:r>
            <a:r>
              <a:rPr lang="fr-FR" dirty="0" smtClean="0"/>
              <a:t> the Word</a:t>
            </a:r>
          </a:p>
          <a:p>
            <a:pPr>
              <a:defRPr/>
            </a:pPr>
            <a:r>
              <a:rPr lang="fr-FR" dirty="0" smtClean="0"/>
              <a:t>22-  ET QUI SERA CONTRE NOUS SI TU ES POUR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against</a:t>
            </a:r>
            <a:r>
              <a:rPr lang="fr-FR" dirty="0" smtClean="0"/>
              <a:t> us if </a:t>
            </a:r>
            <a:r>
              <a:rPr lang="fr-FR" dirty="0" err="1" smtClean="0"/>
              <a:t>you</a:t>
            </a:r>
            <a:r>
              <a:rPr lang="fr-FR" dirty="0" smtClean="0"/>
              <a:t> for us (</a:t>
            </a:r>
            <a:r>
              <a:rPr lang="fr-FR" dirty="0" err="1" smtClean="0"/>
              <a:t>nobody</a:t>
            </a:r>
            <a:r>
              <a:rPr lang="fr-FR" dirty="0" smtClean="0"/>
              <a:t> )
23-  ET QUI PEUT NOUS FAIRE TAIRE SI TU ES AVEC NOUS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shut</a:t>
            </a:r>
            <a:r>
              <a:rPr lang="fr-FR" dirty="0" smtClean="0"/>
              <a:t> us down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24-  ET QUI PEUT ARRÊTER CE QUE TU AS COMMENCÉ : PERSONNE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stop a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started</a:t>
            </a:r>
            <a:r>
              <a:rPr lang="fr-FR" dirty="0" smtClean="0"/>
              <a:t>(</a:t>
            </a:r>
            <a:r>
              <a:rPr lang="fr-FR" dirty="0" err="1" smtClean="0"/>
              <a:t>nobody</a:t>
            </a:r>
            <a:r>
              <a:rPr lang="fr-FR" dirty="0" smtClean="0"/>
              <a:t>)</a:t>
            </a:r>
          </a:p>
          <a:p>
            <a:pPr>
              <a:defRPr/>
            </a:pPr>
            <a:r>
              <a:rPr lang="fr-FR" dirty="0" smtClean="0"/>
              <a:t>25-  SI TU ES AVEC NOUS LÈVE LES MAINS, SOIS UN TÉMOIN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put '</a:t>
            </a:r>
            <a:r>
              <a:rPr lang="fr-FR" dirty="0" err="1" smtClean="0"/>
              <a:t>em</a:t>
            </a:r>
            <a:r>
              <a:rPr lang="fr-FR" dirty="0" smtClean="0"/>
              <a:t> up and </a:t>
            </a:r>
            <a:r>
              <a:rPr lang="fr-FR" dirty="0" err="1" smtClean="0"/>
              <a:t>be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26-  QUELQU’UN PEUT-IL TÉMOIGNER ? OH ! YEAH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</a:t>
            </a:r>
            <a:r>
              <a:rPr lang="fr-FR" dirty="0" err="1" smtClean="0"/>
              <a:t>YEAH</a:t>
            </a:r>
            <a:r>
              <a:rPr lang="fr-FR" dirty="0" smtClean="0"/>
              <a:t>     x2</a:t>
            </a:r>
          </a:p>
          <a:p>
            <a:pPr>
              <a:defRPr/>
            </a:pPr>
            <a:r>
              <a:rPr lang="fr-FR" dirty="0" smtClean="0"/>
              <a:t>	Can I </a:t>
            </a:r>
            <a:r>
              <a:rPr lang="fr-FR" dirty="0" err="1" smtClean="0"/>
              <a:t>get</a:t>
            </a:r>
            <a:r>
              <a:rPr lang="fr-FR" dirty="0" smtClean="0"/>
              <a:t> a </a:t>
            </a:r>
            <a:r>
              <a:rPr lang="fr-FR" dirty="0" err="1" smtClean="0"/>
              <a:t>witness</a:t>
            </a:r>
            <a:r>
              <a:rPr lang="fr-FR" dirty="0" smtClean="0"/>
              <a:t>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QUELQU’UN PEUT-IL TÉMOIGNER ? OH ! YEAH YEAH YEAH YEAH YEAH     x5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CHERCHE DES FEMMES ET QUELQUES JEUNES HOMMES</a:t>
            </a:r>
          </a:p>
          <a:p>
            <a:pPr>
              <a:defRPr/>
            </a:pPr>
            <a:r>
              <a:rPr lang="fr-FR" smtClean="0"/>
              <a:t>Lookin' for some ladies and some young men</a:t>
            </a:r>
          </a:p>
          <a:p>
            <a:pPr>
              <a:defRPr/>
            </a:pPr>
            <a:r>
              <a:rPr lang="fr-FR" smtClean="0"/>
              <a:t> 3-  POUR COURIR LA COURSE JUSQU’À LA FIN </a:t>
            </a:r>
          </a:p>
          <a:p>
            <a:pPr>
              <a:defRPr/>
            </a:pPr>
            <a:r>
              <a:rPr lang="fr-FR" smtClean="0"/>
              <a:t>To run the race and endure to the very end</a:t>
            </a:r>
          </a:p>
          <a:p>
            <a:pPr>
              <a:defRPr/>
            </a:pPr>
            <a:r>
              <a:rPr lang="fr-FR" smtClean="0"/>
              <a:t>4-  PAS D’ABANDON NI DE DEMI-TOUR SI TU VEUX GAGNER </a:t>
            </a:r>
          </a:p>
          <a:p>
            <a:pPr>
              <a:defRPr/>
            </a:pPr>
            <a:r>
              <a:rPr lang="fr-FR" smtClean="0"/>
              <a:t>No turning back, no quitting if you're gonna win</a:t>
            </a:r>
          </a:p>
          <a:p>
            <a:pPr>
              <a:defRPr/>
            </a:pPr>
            <a:r>
              <a:rPr lang="fr-FR" smtClean="0"/>
              <a:t>5-  À VOS MARQUES, PRÊT POUR COURIR COMME UN CHAMPION </a:t>
            </a:r>
          </a:p>
          <a:p>
            <a:pPr>
              <a:defRPr/>
            </a:pPr>
            <a:r>
              <a:rPr lang="fr-FR" smtClean="0"/>
              <a:t>Your mark, get set, running like a champion</a:t>
            </a:r>
          </a:p>
          <a:p>
            <a:pPr>
              <a:defRPr/>
            </a:pPr>
            <a:r>
              <a:rPr lang="fr-FR" smtClean="0"/>
              <a:t>6-  CONNAIS-TU L’HISTOIRE DE JOSUÉ IL ÉTAIT JEUNE, FORT ET COURAGEUX </a:t>
            </a:r>
          </a:p>
          <a:p>
            <a:pPr>
              <a:defRPr/>
            </a:pPr>
            <a:r>
              <a:rPr lang="fr-FR" smtClean="0"/>
              <a:t>Have you heard the story about Joshua? He was young, strong, and courageous</a:t>
            </a:r>
          </a:p>
          <a:p>
            <a:pPr>
              <a:defRPr/>
            </a:pPr>
            <a:r>
              <a:rPr lang="fr-FR" smtClean="0"/>
              <a:t>7-  CE N’ÉTAIT PAS PAR LA FORCE NI PAR LA PUISSANCE «MAIS PAR MON ESPRIT» </a:t>
            </a:r>
          </a:p>
          <a:p>
            <a:pPr>
              <a:defRPr/>
            </a:pPr>
            <a:r>
              <a:rPr lang="fr-FR" smtClean="0"/>
              <a:t>Not by power nor was it by might my friend "But by my Spirit," 
8-  C’EST CE QUE LE SEIGNEUR A DIT</a:t>
            </a:r>
          </a:p>
          <a:p>
            <a:pPr>
              <a:defRPr/>
            </a:pPr>
            <a:r>
              <a:rPr lang="fr-FR" smtClean="0"/>
              <a:t>that's what the Lord says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JE CROIS QUE DIEU T’APPELLE POUR BOULEVERSER TON MONDE</a:t>
            </a:r>
          </a:p>
          <a:p>
            <a:pPr>
              <a:defRPr/>
            </a:pPr>
            <a:r>
              <a:rPr lang="fr-FR" smtClean="0"/>
              <a:t>I believe God is calling you my friend To shake your world upside-down and back again</a:t>
            </a:r>
          </a:p>
          <a:p>
            <a:pPr>
              <a:defRPr/>
            </a:pPr>
            <a:r>
              <a:rPr lang="fr-FR" smtClean="0"/>
              <a:t>11-  TU PEUX AVOIR CENT ANS OU ÊTRE UN PETIT ENFANT</a:t>
            </a:r>
          </a:p>
          <a:p>
            <a:pPr>
              <a:defRPr/>
            </a:pPr>
            <a:r>
              <a:rPr lang="fr-FR" smtClean="0"/>
              <a:t>Might be a hundred you might just be a little kid</a:t>
            </a:r>
          </a:p>
          <a:p>
            <a:pPr>
              <a:defRPr/>
            </a:pPr>
            <a:r>
              <a:rPr lang="fr-FR" smtClean="0"/>
              <a:t> 12-  TOUT COMME DAVID L’A FAIT TU PEUX VAINCRE DES GÉANTS </a:t>
            </a:r>
          </a:p>
          <a:p>
            <a:pPr>
              <a:defRPr/>
            </a:pPr>
            <a:r>
              <a:rPr lang="fr-FR" smtClean="0"/>
              <a:t>But you can slay giants just the way that David did</a:t>
            </a:r>
          </a:p>
          <a:p>
            <a:pPr>
              <a:defRPr/>
            </a:pPr>
            <a:r>
              <a:rPr lang="fr-FR" smtClean="0"/>
              <a:t>13-  JE ME SOUVIENS D’UN TEMPS DIFFICILE </a:t>
            </a:r>
          </a:p>
          <a:p>
            <a:pPr>
              <a:defRPr/>
            </a:pPr>
            <a:r>
              <a:rPr lang="fr-FR" smtClean="0"/>
              <a:t>I remember times when it was difficult
14-  OÙ JE PRIAIS QUE DIEU ENVOIE UN MIRACLE </a:t>
            </a:r>
          </a:p>
          <a:p>
            <a:pPr>
              <a:defRPr/>
            </a:pPr>
            <a:r>
              <a:rPr lang="fr-FR" smtClean="0"/>
              <a:t>And I prayed that God would send a miracle</a:t>
            </a:r>
          </a:p>
          <a:p>
            <a:pPr>
              <a:defRPr/>
            </a:pPr>
            <a:r>
              <a:rPr lang="fr-FR" smtClean="0"/>
              <a:t>15-  JE NE SAIS PAS COMMENT</a:t>
            </a:r>
          </a:p>
          <a:p>
            <a:pPr>
              <a:defRPr/>
            </a:pPr>
            <a:r>
              <a:rPr lang="fr-FR" smtClean="0"/>
              <a:t>I don't know how  
16-  MAIS AU BON MOMENT, IL A FAIT UN CHEMIN OÙ IL N’Y EN AVAIT POINT </a:t>
            </a:r>
          </a:p>
          <a:p>
            <a:pPr>
              <a:defRPr/>
            </a:pPr>
            <a:r>
              <a:rPr lang="fr-FR" smtClean="0"/>
              <a:t>but right up to the very end He made a way outta' "no-way" and show 'nuff delivered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17-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UNE FRONDE DANS MA POCHE ARRIÈRE</a:t>
            </a:r>
          </a:p>
          <a:p>
            <a:pPr>
              <a:defRPr/>
            </a:pPr>
            <a:r>
              <a:rPr lang="fr-FR" smtClean="0"/>
              <a:t>Sling shot in my back pocket track Bumpin with a rocket</a:t>
            </a:r>
          </a:p>
          <a:p>
            <a:pPr>
              <a:defRPr/>
            </a:pPr>
            <a:r>
              <a:rPr lang="fr-FR" smtClean="0"/>
              <a:t>19-  MES PIERRES SONT AVEC MOI PRÊTES POUR LE COMBAT </a:t>
            </a:r>
          </a:p>
          <a:p>
            <a:pPr>
              <a:defRPr/>
            </a:pPr>
            <a:r>
              <a:rPr lang="fr-FR" smtClean="0"/>
              <a:t>Battle rocks by my side Ready for appocolypse</a:t>
            </a:r>
          </a:p>
          <a:p>
            <a:pPr>
              <a:defRPr/>
            </a:pPr>
            <a:r>
              <a:rPr lang="fr-FR" smtClean="0"/>
              <a:t>20-  MÊME CES INVENTIONS MÉCONNUES MAIS DÉJÀ ENTENDUES</a:t>
            </a:r>
          </a:p>
          <a:p>
            <a:pPr>
              <a:defRPr/>
            </a:pPr>
            <a:r>
              <a:rPr lang="fr-FR" smtClean="0"/>
              <a:t>Even these inventions unseen but heard</a:t>
            </a:r>
          </a:p>
          <a:p>
            <a:pPr>
              <a:defRPr/>
            </a:pPr>
            <a:r>
              <a:rPr lang="fr-FR" smtClean="0"/>
              <a:t>21-  PAS PAR LA FORCE NI LA VIOLENCE MAIS PAR L’ESPRIT, DIT LA PAROLE </a:t>
            </a:r>
          </a:p>
          <a:p>
            <a:pPr>
              <a:defRPr/>
            </a:pPr>
            <a:r>
              <a:rPr lang="fr-FR" smtClean="0"/>
              <a:t>Not by power or might but by my spirit says the Word</a:t>
            </a:r>
          </a:p>
          <a:p>
            <a:pPr>
              <a:defRPr/>
            </a:pPr>
            <a:r>
              <a:rPr lang="fr-FR" smtClean="0"/>
              <a:t>22-  ET QUI SERA CONTRE NOUS SI TU ES POUR NOUS : PERSONNE </a:t>
            </a:r>
          </a:p>
          <a:p>
            <a:pPr>
              <a:defRPr/>
            </a:pPr>
            <a:r>
              <a:rPr lang="fr-FR" smtClean="0"/>
              <a:t>And who can be against us if you for us (nobody )
23-  ET QUI PEUT NOUS FAIRE TAIRE SI TU ES AVEC NOUS : PERSONNE </a:t>
            </a:r>
          </a:p>
          <a:p>
            <a:pPr>
              <a:defRPr/>
            </a:pPr>
            <a:r>
              <a:rPr lang="fr-FR" smtClean="0"/>
              <a:t>And who can shut us down if you with us(nobody)</a:t>
            </a:r>
          </a:p>
          <a:p>
            <a:pPr>
              <a:defRPr/>
            </a:pPr>
            <a:r>
              <a:rPr lang="fr-FR" smtClean="0"/>
              <a:t>24-  ET QUI PEUT ARRÊTER CE QUE TU AS COMMENCÉ : PERSONNE </a:t>
            </a:r>
          </a:p>
          <a:p>
            <a:pPr>
              <a:defRPr/>
            </a:pPr>
            <a:r>
              <a:rPr lang="fr-FR" smtClean="0"/>
              <a:t>And who can stop a thing that you started(nobody)</a:t>
            </a:r>
          </a:p>
          <a:p>
            <a:pPr>
              <a:defRPr/>
            </a:pPr>
            <a:r>
              <a:rPr lang="fr-FR" smtClean="0"/>
              <a:t>25-  SI TU ES AVEC NOUS LÈVE LES MAINS, SOIS UN TÉMOIN </a:t>
            </a:r>
          </a:p>
          <a:p>
            <a:pPr>
              <a:defRPr/>
            </a:pPr>
            <a:r>
              <a:rPr lang="fr-FR" smtClean="0"/>
              <a:t>If you with us, put 'em up and be a witness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26-  QUELQU’UN PEUT-IL TÉMOIGNER ? OH ! YEAH YEAH YEAH YEAH YEAH     x2</a:t>
            </a:r>
          </a:p>
          <a:p>
            <a:pPr>
              <a:defRPr/>
            </a:pPr>
            <a:r>
              <a:rPr lang="fr-FR" smtClean="0"/>
              <a:t>	Can I get a witness? Ah yeah, yeah, yeah, yeah, yeah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1-  QUELQU’UN PEUT-IL TÉMOIGNER ? OH ! YEAH YEAH YEAH YEAH YEAH     x5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2-  JE CHERCHE DES FEMMES ET QUELQUES JEUNES HOMMES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Lookin' for some ladies and some young men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3-  POUR COURIR LA COURSE JUSQU’À LA FIN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To run the race and endure to the very end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PAS D’ABANDON NI DE DEMI-TOUR SI TU VEUX GAGNER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 turning back, no quitting if you're gonna win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À VOS MARQUES, PRÊT POUR COURIR COMME UN CHAMPION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Your mark, get set, running like a champion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CONNAIS-TU L’HISTOIRE DE JOSUÉ IL ÉTAIT JEUNE, FORT ET COURAGEUX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Have you heard the story about Joshua? He was young, strong, and courageous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CE N’ÉTAIT PAS PAR LA FORCE NI PAR LA PUISSANCE «MAIS PAR MON ESPRIT»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nor was it by might my friend "But by my Spirit," 
8-  C’EST CE QUE LE SEIGNEUR A DIT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that's what the Lord says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9-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10-  JE CROIS QUE DIEU T’APPELLE POUR BOULEVERSER TON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believe God is calling you my friend To shake your world upside-down and back again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TU PEUX AVOIR CENT ANS OU ÊTRE UN PETIT ENFANT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Might be a hundred you might just be a little kid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12-  TOUT COMME DAVID L’A FAIT TU PEUX VAINCRE DES GÉANTS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you can slay giants just the way that David did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JE ME SOUVIENS D’UN TEMPS DIFFICILE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remember times when it was difficult
14-  OÙ JE PRIAIS QUE DIEU ENVOIE UN MIRACLE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I prayed that God would send a miracle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JE NE SAIS PAS COMMENT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 don't know how  
16-  MAIS AU BON MOMENT, IL A FAIT UN CHEMIN OÙ IL N’Y EN AVAIT POINT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but right up to the very end He made a way outta' "no-way" and show 'nuff delivered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17-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18-  UNE FRONDE DANS MA POCHE ARRIÈRE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Sling shot in my back pocket track Bumpin with a rocket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19-  MES PIERRES SONT AVEC MOI PRÊTES POUR LE COMBAT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Battle rocks by my side Ready for appocolypse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20-  MÊME CES INVENTIONS MÉCONNUES MAIS DÉJÀ ENTENDUES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Even these inventions unseen but heard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21-  PAS PAR LA FORCE NI LA VIOLENCE MAIS PAR L’ESPRIT, DIT LA PAROLE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Not by power or might but by my spirit says the Word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22-  ET QUI SERA CONTRE NOUS SI TU ES POUR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be against us if you for us (nobody )
23-  ET QUI PEUT NOUS FAIRE TAIRE SI TU ES AVEC NOUS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shut us down if you with us(nobody)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24-  ET QUI PEUT ARRÊTER CE QUE TU AS COMMENCÉ : PERSONNE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And who can stop a thing that you started(nobody)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25-  SI TU ES AVEC NOUS LÈVE LES MAINS, SOIS UN TÉMOIN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If you with us, put 'em up and be a witness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26-  QUELQU’UN PEUT-IL TÉMOIGNER ? OH ! YEAH YEAH YEAH YEAH YEAH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	Can I get a witness? Ah yeah, yeah, yeah, yeah, yeah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2A325-136D-41F8-AC0F-A672C5D8093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226A3-F2C2-4EA7-B62F-189A144AB9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63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3368C-16DC-4FD8-A85F-EE20485FC6F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725A4-8B07-4987-AB0D-47C4B3D0ED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96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1A4DB-02F4-4D83-8ADC-9B3AD5E229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37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07974-E2A3-4BCD-B332-4EB3C54B4F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3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939EA-2CB9-4D5B-B912-423EF22CCDF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59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2A83E-048C-4409-A30D-93D2D4E9E11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00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CE7A5-8723-4DAF-A3E8-51D80DF460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29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588C7-3533-430A-8066-EB585907A6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29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3BCA84-768D-45DA-94F3-2A1DEEDADF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8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92AEF3-C286-44AB-AE2C-B58C940E15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QUELQU’UN PEUT-IL TÉMOIGNER ?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YEAH YEAH YEAH YEAH YEAH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CHERCHE DES FEMMES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QUELQUES JEUNES HOMMES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COURIR LA COURSE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LA FIN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D’ABANDON NI DE DEMI-TOUR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VEUX GAGNER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VOS MARQUES, PRÊT POUR COURIR COMME UN CHAMPION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CONNAIS-TU L’HISTOIRE DE JOSUÉ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ÉTAIT JEUNE, FORT ET COURAGEUX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N’ÉTAIT PAS PAR LA FORCE NI PAR LA PUISSANCE «MAIS PAR MON ESPRIT»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CE QUE LE SEIGNEUR A DIT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QUELQU’UN PEUT-IL TÉMOIGNER ?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YEAH YEAH YEAH YEAH YEAH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QUE DIEU T’APPELLE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BOULEVERSER TON MONDE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AVOIR CENT 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ÊTRE UN PETIT ENFANT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COMME DAVID L’A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VAINCRE DES GÉANTS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SOUVIENS D’UN TEMPS DIFFICILE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JE PRIAIS QUE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ENVOIE UN MIRACLE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SAIS PAS COMMENT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AU BON MOMENT, IL A FAIT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CHEMIN OÙ IL N’Y EN AVAIT POINT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QUELQU’UN PEUT-IL TÉMOIGNER ?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YEAH YEAH YEAH YEAH YEAH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FRONDE DANS MA POCHE ARRIÈRE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PIERRES SONT AVEC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PRÊTES POUR LE COMBAT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CES INVENTIONS MÉCONNUES MAIS DÉJÀ ENTENDUES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PAR LA FORCE NI LA VIOLENCE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PAR L’ESPRIT, DIT LA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SERA CONTRE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ES POUR NOUS : PERSONNE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PEUT NOUS FAIRE TAIRE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ES AVEC NOUS : PERSONNE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PEUT ARRÊTER CE QUE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COMMENCÉ : PERSONNE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ES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LÈVE LES MAINS, SOIS UN TÉMOIN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QUELQU’UN PEUT-IL TÉMOIGNER ?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YEAH YEAH YEAH YEAH YEAH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228</Words>
  <Application>Microsoft Office PowerPoint</Application>
  <PresentationFormat>Affichage à l'écran (4:3)</PresentationFormat>
  <Paragraphs>2853</Paragraphs>
  <Slides>26</Slides>
  <Notes>26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7" baseType="lpstr"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165</cp:revision>
  <dcterms:created xsi:type="dcterms:W3CDTF">2002-08-17T10:50:50Z</dcterms:created>
  <dcterms:modified xsi:type="dcterms:W3CDTF">2018-09-28T11:32:32Z</dcterms:modified>
</cp:coreProperties>
</file>