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90" r:id="rId2"/>
    <p:sldId id="292" r:id="rId3"/>
    <p:sldId id="291" r:id="rId4"/>
    <p:sldId id="293" r:id="rId5"/>
    <p:sldId id="294" r:id="rId6"/>
    <p:sldId id="295" r:id="rId7"/>
    <p:sldId id="296" r:id="rId8"/>
    <p:sldId id="30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7" r:id="rId19"/>
    <p:sldId id="308" r:id="rId20"/>
    <p:sldId id="309" r:id="rId21"/>
    <p:sldId id="310" r:id="rId22"/>
    <p:sldId id="311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13" autoAdjust="0"/>
    <p:restoredTop sz="33513" autoAdjust="0"/>
  </p:normalViewPr>
  <p:slideViewPr>
    <p:cSldViewPr>
      <p:cViewPr>
        <p:scale>
          <a:sx n="30" d="100"/>
          <a:sy n="30" d="100"/>
        </p:scale>
        <p:origin x="-480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442287F2-7B87-41A0-9E08-4BD81460F893}" type="datetimeFigureOut">
              <a:rPr lang="fr-FR"/>
              <a:pPr>
                <a:defRPr/>
              </a:pPr>
              <a:t>30/09/2018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8C1D036-35E2-4C5D-85F7-AE595C4B084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they’ll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LA MISÈRE SERONT EFFACÉES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erased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CHAQUE LARME QUE J’AI VERSÉE DÉTENUE DANS UNE BOUTEILLE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single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bottle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LA PAIX ET LA JOIE PRENEZ MA MAIN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happiness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right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promise land 
6-  À L’ENDROIT DE PLAISIR OÙ IL N’Y AURA NI DOULEUR NI TRISTESSE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pleasure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 pain, no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sorrow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Never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stolen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by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storm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darling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remember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Weeping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14-  PEUVENT DURER PENDANT LA NUIT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endure for a night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morning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light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don’t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today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tomorrow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beautiful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frame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wonderful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35 or size 2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hair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down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baby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has made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valuable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rock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BIENTÔT ET TRÈS BIENTÔT VIENDRA UN JOUR OÙ LES BLESSURES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Soon and very soon they’ll come a 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
2-  ET LA MISÈRE SERONT EFFACÉES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misery will be erased
3-  CHAQUE LARME QUE J’AI VERSÉE DÉTENUE DANS UNE BOUTEILLE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single tear I’ve cried will be held in a bottle
4-  LA PAIX ET LA JOIE PRENEZ MA MAIN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 and happiness take my hand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ET MENEZ-MOI TOUT DROIT DANS LA TERRE PROMISE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me right into the promise land 
6-  À L’ENDROIT DE PLAISIR OÙ IL N’Y AURA NI DOULEUR NI TRISTESSE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pleasure place where there will be No pain, no sorrow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CHANTEZ COMME JAMAIS AVANT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Sing Like Never before 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CRIEZ COMME JAMAIS AVANT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Shout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DANSEZ COMME JAMAIS AUPARAVANT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Dance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JAMAIS,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never before, like never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LORSQUE VOTRE CHANSON EST VOLÉE PAR LA TEMPÊTE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your song is stolen by a storm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LE VENT DANGEREUX COMMENCE À S’ÉLEVER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Danger in the wind begins to form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TENEZ FERME ET TRÈS CHER SOUVIENS-TOI QUE LES PLEURS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 up tall, hold on tight and darling just remember Weeping 
14-  PEUVENT DURER PENDANT LA NUIT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endure for a night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MAIS LA JOIE VIENDRA DANS LA LUMIÈRE DU MATIN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Joy is coming in the morning light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ALORS N’ABANDONNE PAS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don’t give up today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PARCE QUE LORSQUE LE SOLEIL SORTIRA DEMAIN 
Cause when the sun comes out tomorrow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******HEY GIRL******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HEY ! JEUNE FILLE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Hey girl   
	19-  TU ES SIMPLEMENT BELLE ET TON IMAGE EST MERVEILLEUSE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simply beautiful And your frame is wonderful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20-  58 ou taille 36 DE TES CHEVEUX JUSQU’À TES ORTEILS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Whether 35 or size 2 From you hair down to your baby toe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21-  DIEU TE DONNE DE LA VALEUR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 has made you valuable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22-  PERSONNE NE PEUT LE FAIRE  COMME TOI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Can't nobody rock it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BIENTÔT ET TRÈS BIENTÔT VIENDRA UN JOUR OÙ LES BLESSURES </a:t>
            </a:r>
          </a:p>
          <a:p>
            <a:pPr>
              <a:defRPr/>
            </a:pPr>
            <a:r>
              <a:rPr lang="fr-FR" smtClean="0"/>
              <a:t>Soon and very soon they’ll come a day</a:t>
            </a:r>
          </a:p>
          <a:p>
            <a:pPr>
              <a:defRPr/>
            </a:pPr>
            <a:r>
              <a:rPr lang="fr-FR" smtClean="0"/>
              <a:t>Hurt
2-  ET LA MISÈRE SERONT EFFACÉES </a:t>
            </a:r>
          </a:p>
          <a:p>
            <a:pPr>
              <a:defRPr/>
            </a:pPr>
            <a:r>
              <a:rPr lang="fr-FR" smtClean="0"/>
              <a:t>and misery will be erased
3-  CHAQUE LARME QUE J’AI VERSÉE DÉTENUE DANS UNE BOUTEILLE </a:t>
            </a:r>
          </a:p>
          <a:p>
            <a:pPr>
              <a:defRPr/>
            </a:pPr>
            <a:r>
              <a:rPr lang="fr-FR" smtClean="0"/>
              <a:t>Every single tear I’ve cried will be held in a bottle
4-  LA PAIX ET LA JOIE PRENEZ MA MAIN </a:t>
            </a:r>
          </a:p>
          <a:p>
            <a:pPr>
              <a:defRPr/>
            </a:pPr>
            <a:r>
              <a:rPr lang="fr-FR" smtClean="0"/>
              <a:t>Peace and happiness take my hand</a:t>
            </a:r>
          </a:p>
          <a:p>
            <a:pPr>
              <a:defRPr/>
            </a:pPr>
            <a:r>
              <a:rPr lang="fr-FR" smtClean="0"/>
              <a:t>5-  ET MENEZ-MOI TOUT DROIT DANS LA TERRE PROMISE</a:t>
            </a:r>
          </a:p>
          <a:p>
            <a:pPr>
              <a:defRPr/>
            </a:pPr>
            <a:r>
              <a:rPr lang="fr-FR" smtClean="0"/>
              <a:t>Walk me right into the promise land 
6-  À L’ENDROIT DE PLAISIR OÙ IL N’Y AURA NI DOULEUR NI TRISTESSE </a:t>
            </a:r>
          </a:p>
          <a:p>
            <a:pPr>
              <a:defRPr/>
            </a:pPr>
            <a:r>
              <a:rPr lang="fr-FR" smtClean="0"/>
              <a:t>To the pleasure place where there will be No pain, no sorrow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7-  CHANTEZ COMME JAMAIS AVANT AUPARAVANT </a:t>
            </a:r>
          </a:p>
          <a:p>
            <a:pPr>
              <a:defRPr/>
            </a:pPr>
            <a:r>
              <a:rPr lang="fr-FR" smtClean="0"/>
              <a:t>	Sing Like Never before Shout like never before</a:t>
            </a:r>
          </a:p>
          <a:p>
            <a:pPr>
              <a:defRPr/>
            </a:pPr>
            <a:r>
              <a:rPr lang="fr-FR" smtClean="0"/>
              <a:t>	8-  CRIEZ COMME JAMAIS AVANT</a:t>
            </a:r>
          </a:p>
          <a:p>
            <a:pPr>
              <a:defRPr/>
            </a:pPr>
            <a:r>
              <a:rPr lang="fr-FR" smtClean="0"/>
              <a:t>	Shout like never before</a:t>
            </a:r>
          </a:p>
          <a:p>
            <a:pPr>
              <a:defRPr/>
            </a:pPr>
            <a:r>
              <a:rPr lang="fr-FR" smtClean="0"/>
              <a:t>	9-  DANSEZ COMME JAMAIS AUPARAVANT </a:t>
            </a:r>
          </a:p>
          <a:p>
            <a:pPr>
              <a:defRPr/>
            </a:pPr>
            <a:r>
              <a:rPr lang="fr-FR" smtClean="0"/>
              <a:t>	Dance like never before</a:t>
            </a:r>
          </a:p>
          <a:p>
            <a:pPr>
              <a:defRPr/>
            </a:pPr>
            <a:r>
              <a:rPr lang="fr-FR" smtClean="0"/>
              <a:t>	10-  JAMAIS, JAMAIS AVANT </a:t>
            </a:r>
          </a:p>
          <a:p>
            <a:pPr>
              <a:defRPr/>
            </a:pPr>
            <a:r>
              <a:rPr lang="fr-FR" smtClean="0"/>
              <a:t>	Like never before, like never before</a:t>
            </a:r>
          </a:p>
          <a:p>
            <a:pPr>
              <a:defRPr/>
            </a:pPr>
            <a:r>
              <a:rPr lang="fr-FR" smtClean="0"/>
              <a:t>
11-  LORSQUE VOTRE CHANSON EST VOLÉE PAR LA TEMPÊTE</a:t>
            </a:r>
          </a:p>
          <a:p>
            <a:pPr>
              <a:defRPr/>
            </a:pPr>
            <a:r>
              <a:rPr lang="fr-FR" smtClean="0"/>
              <a:t>When your song is stolen by a storm</a:t>
            </a:r>
          </a:p>
          <a:p>
            <a:pPr>
              <a:defRPr/>
            </a:pPr>
            <a:r>
              <a:rPr lang="fr-FR" smtClean="0"/>
              <a:t>12-  LE VENT DANGEREUX COMMENCE À S’ÉLEVER HAUT </a:t>
            </a:r>
          </a:p>
          <a:p>
            <a:pPr>
              <a:defRPr/>
            </a:pPr>
            <a:r>
              <a:rPr lang="fr-FR" smtClean="0"/>
              <a:t>Danger in the wind begins to form</a:t>
            </a:r>
          </a:p>
          <a:p>
            <a:pPr>
              <a:defRPr/>
            </a:pPr>
            <a:r>
              <a:rPr lang="fr-FR" smtClean="0"/>
              <a:t>13-  TENEZ FERME ET TRÈS CHER SOUVIENS-TOI QUE LES PLEURS</a:t>
            </a:r>
          </a:p>
          <a:p>
            <a:pPr>
              <a:defRPr/>
            </a:pPr>
            <a:r>
              <a:rPr lang="fr-FR" smtClean="0"/>
              <a:t>Stand up tall, hold on tight and darling just remember Weeping 
14-  PEUVENT DURER PENDANT LA NUIT </a:t>
            </a:r>
          </a:p>
          <a:p>
            <a:pPr>
              <a:defRPr/>
            </a:pPr>
            <a:r>
              <a:rPr lang="fr-FR" smtClean="0"/>
              <a:t>may endure for a night</a:t>
            </a:r>
          </a:p>
          <a:p>
            <a:pPr>
              <a:defRPr/>
            </a:pPr>
            <a:r>
              <a:rPr lang="fr-FR" smtClean="0"/>
              <a:t>15-  MAIS LA JOIE VIENDRA DANS LA LUMIÈRE DU MATIN</a:t>
            </a:r>
          </a:p>
          <a:p>
            <a:pPr>
              <a:defRPr/>
            </a:pPr>
            <a:r>
              <a:rPr lang="fr-FR" smtClean="0"/>
              <a:t>Joy is coming in the morning light</a:t>
            </a:r>
          </a:p>
          <a:p>
            <a:pPr>
              <a:defRPr/>
            </a:pPr>
            <a:r>
              <a:rPr lang="fr-FR" smtClean="0"/>
              <a:t>16-  ALORS N’ABANDONNE PAS AUJOURD’HUI </a:t>
            </a:r>
          </a:p>
          <a:p>
            <a:pPr>
              <a:defRPr/>
            </a:pPr>
            <a:r>
              <a:rPr lang="fr-FR" smtClean="0"/>
              <a:t>So don’t give up today</a:t>
            </a:r>
          </a:p>
          <a:p>
            <a:pPr>
              <a:defRPr/>
            </a:pPr>
            <a:r>
              <a:rPr lang="fr-FR" smtClean="0"/>
              <a:t>17-  PARCE QUE LORSQUE LE SOLEIL SORTIRA DEMAIN 
Cause when the sun comes out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******HEY GIRL******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18-  HEY ! JEUNE FILLE</a:t>
            </a:r>
          </a:p>
          <a:p>
            <a:pPr>
              <a:defRPr/>
            </a:pPr>
            <a:r>
              <a:rPr lang="fr-FR" smtClean="0"/>
              <a:t>	Hey girl   
	19-  TU ES SIMPLEMENT BELLE ET TON IMAGE EST MERVEILLEUSE </a:t>
            </a:r>
          </a:p>
          <a:p>
            <a:pPr>
              <a:defRPr/>
            </a:pPr>
            <a:r>
              <a:rPr lang="fr-FR" smtClean="0"/>
              <a:t>	you're simply beautiful And your frame is wonderful</a:t>
            </a:r>
          </a:p>
          <a:p>
            <a:pPr>
              <a:defRPr/>
            </a:pPr>
            <a:r>
              <a:rPr lang="fr-FR" smtClean="0"/>
              <a:t>	20-  58 ou taille 36 DE TES CHEVEUX JUSQU’À TES ORTEILS</a:t>
            </a:r>
          </a:p>
          <a:p>
            <a:pPr>
              <a:defRPr/>
            </a:pPr>
            <a:r>
              <a:rPr lang="fr-FR" smtClean="0"/>
              <a:t>	Whether 35 or size 2 From you hair down to your baby toe</a:t>
            </a:r>
          </a:p>
          <a:p>
            <a:pPr>
              <a:defRPr/>
            </a:pPr>
            <a:r>
              <a:rPr lang="fr-FR" smtClean="0"/>
              <a:t>	21-  DIEU TE DONNE DE LA VALEUR </a:t>
            </a:r>
          </a:p>
          <a:p>
            <a:pPr>
              <a:defRPr/>
            </a:pPr>
            <a:r>
              <a:rPr lang="fr-FR" smtClean="0"/>
              <a:t>	God has made you valuable</a:t>
            </a:r>
          </a:p>
          <a:p>
            <a:pPr>
              <a:defRPr/>
            </a:pPr>
            <a:r>
              <a:rPr lang="fr-FR" smtClean="0"/>
              <a:t>	22-  PERSONNE NE PEUT LE FAIRE  COMME TOI</a:t>
            </a:r>
          </a:p>
          <a:p>
            <a:pPr>
              <a:defRPr/>
            </a:pPr>
            <a:r>
              <a:rPr lang="fr-FR" smtClean="0"/>
              <a:t>	Can't nobody rock it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BIENTÔT ET TRÈS BIENTÔT VIENDRA UN JOUR OÙ LES BLESSURES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Soon and very soon they’ll come a day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Hurt
2-  ET LA MISÈRE SERONT EFFACÉES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misery will be erased
3-  CHAQUE LARME QUE J’AI VERSÉE DÉTENUE DANS UNE BOUTEILLE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Every single tear I’ve cried will be held in a bottle
4-  LA PAIX ET LA JOIE PRENEZ MA MAIN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Peace and happiness take my hand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5-  ET MENEZ-MOI TOUT DROIT DANS LA TERRE PROMISE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Walk me right into the promise land 
6-  À L’ENDROIT DE PLAISIR OÙ IL N’Y AURA NI DOULEUR NI TRISTESSE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the pleasure place where there will be No pain, no sorrow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7-  CHANTEZ COMME JAMAIS AVANT AUPARAVANT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Sing Like Never before Shout like never before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8-  CRIEZ COMME JAMAIS AVANT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Shout like never before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9-  DANSEZ COMME JAMAIS AUPARAVANT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Dance like never before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10-  JAMAIS, JAMAIS AVANT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Like never before, like never before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11-  LORSQUE VOTRE CHANSON EST VOLÉE PAR LA TEMPÊTE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When your song is stolen by a storm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12-  LE VENT DANGEREUX COMMENCE À S’ÉLEVER HAUT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Danger in the wind begins to form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13-  TENEZ FERME ET TRÈS CHER SOUVIENS-TOI QUE LES PLEURS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Stand up tall, hold on tight and darling just remember Weeping 
14-  PEUVENT DURER PENDANT LA NUIT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may endure for a night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MAIS LA JOIE VIENDRA DANS LA LUMIÈRE DU MATIN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Joy is coming in the morning light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16-  ALORS N’ABANDONNE PAS AUJOURD’HUI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So don’t give up today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PARCE QUE LORSQUE LE SOLEIL SORTIRA DEMAIN 
Cause when the sun comes out tomorrow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******HEY GIRL******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18-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19-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20-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21-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BIENTÔT ET TRÈS BIENTÔT VIENDRA UN JOUR OÙ LES BLESSURES </a:t>
            </a:r>
          </a:p>
          <a:p>
            <a:pPr eaLnBrk="1" hangingPunct="1"/>
            <a:r>
              <a:rPr lang="fr-FR" altLang="fr-FR" sz="1200" smtClean="0"/>
              <a:t>Soon and very soon they’ll come a day</a:t>
            </a:r>
          </a:p>
          <a:p>
            <a:pPr eaLnBrk="1" hangingPunct="1"/>
            <a:r>
              <a:rPr lang="fr-FR" altLang="fr-FR" sz="1200" smtClean="0"/>
              <a:t>Hurt
2-  ET LA MISÈRE SERONT EFFACÉES </a:t>
            </a:r>
          </a:p>
          <a:p>
            <a:pPr eaLnBrk="1" hangingPunct="1"/>
            <a:r>
              <a:rPr lang="fr-FR" altLang="fr-FR" sz="1200" smtClean="0"/>
              <a:t>and misery will be erased
3-  CHAQUE LARME QUE J’AI VERSÉE DÉTENUE DANS UNE BOUTEILLE </a:t>
            </a:r>
          </a:p>
          <a:p>
            <a:pPr eaLnBrk="1" hangingPunct="1"/>
            <a:r>
              <a:rPr lang="fr-FR" altLang="fr-FR" sz="1200" smtClean="0"/>
              <a:t>Every single tear I’ve cried will be held in a bottle
4-  LA PAIX ET LA JOIE PRENEZ MA MAIN </a:t>
            </a:r>
          </a:p>
          <a:p>
            <a:pPr eaLnBrk="1" hangingPunct="1"/>
            <a:r>
              <a:rPr lang="fr-FR" altLang="fr-FR" sz="1200" smtClean="0"/>
              <a:t>Peace and happiness take my hand</a:t>
            </a:r>
          </a:p>
          <a:p>
            <a:pPr eaLnBrk="1" hangingPunct="1"/>
            <a:r>
              <a:rPr lang="fr-FR" altLang="fr-FR" sz="1200" smtClean="0"/>
              <a:t>5-  ET MENEZ-MOI TOUT DROIT DANS LA TERRE PROMISE</a:t>
            </a:r>
          </a:p>
          <a:p>
            <a:pPr eaLnBrk="1" hangingPunct="1"/>
            <a:r>
              <a:rPr lang="fr-FR" altLang="fr-FR" sz="1200" smtClean="0"/>
              <a:t>Walk me right into the promise land 
6-  À L’ENDROIT DE PLAISIR OÙ IL N’Y AURA NI DOULEUR NI TRISTESSE </a:t>
            </a:r>
          </a:p>
          <a:p>
            <a:pPr eaLnBrk="1" hangingPunct="1"/>
            <a:r>
              <a:rPr lang="fr-FR" altLang="fr-FR" sz="1200" smtClean="0"/>
              <a:t>To the pleasure place where there will be No pain, no sorrow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r>
              <a:rPr lang="fr-FR" altLang="fr-FR" sz="1200" smtClean="0"/>
              <a:t>	7-  CHANTEZ COMME JAMAIS AVANT AUPARAVANT </a:t>
            </a:r>
          </a:p>
          <a:p>
            <a:pPr eaLnBrk="1" hangingPunct="1"/>
            <a:r>
              <a:rPr lang="fr-FR" altLang="fr-FR" sz="1200" smtClean="0"/>
              <a:t>	Sing Like Never before Shout like never before</a:t>
            </a:r>
          </a:p>
          <a:p>
            <a:pPr eaLnBrk="1" hangingPunct="1"/>
            <a:r>
              <a:rPr lang="fr-FR" altLang="fr-FR" sz="1200" smtClean="0"/>
              <a:t>	8-  CRIEZ COMME JAMAIS AVANT</a:t>
            </a:r>
          </a:p>
          <a:p>
            <a:pPr eaLnBrk="1" hangingPunct="1"/>
            <a:r>
              <a:rPr lang="fr-FR" altLang="fr-FR" sz="1200" smtClean="0"/>
              <a:t>	Shout like never before</a:t>
            </a:r>
          </a:p>
          <a:p>
            <a:pPr eaLnBrk="1" hangingPunct="1"/>
            <a:r>
              <a:rPr lang="fr-FR" altLang="fr-FR" sz="1200" smtClean="0"/>
              <a:t>	9-  DANSEZ COMME JAMAIS AUPARAVANT </a:t>
            </a:r>
          </a:p>
          <a:p>
            <a:pPr eaLnBrk="1" hangingPunct="1"/>
            <a:r>
              <a:rPr lang="fr-FR" altLang="fr-FR" sz="1200" smtClean="0"/>
              <a:t>	Dance like never before</a:t>
            </a:r>
          </a:p>
          <a:p>
            <a:pPr eaLnBrk="1" hangingPunct="1"/>
            <a:r>
              <a:rPr lang="fr-FR" altLang="fr-FR" sz="1200" smtClean="0"/>
              <a:t>	10-  JAMAIS, JAMAIS AVANT </a:t>
            </a:r>
          </a:p>
          <a:p>
            <a:pPr eaLnBrk="1" hangingPunct="1"/>
            <a:r>
              <a:rPr lang="fr-FR" altLang="fr-FR" sz="1200" smtClean="0"/>
              <a:t>	Like never before, like never before</a:t>
            </a:r>
          </a:p>
          <a:p>
            <a:pPr eaLnBrk="1" hangingPunct="1"/>
            <a:r>
              <a:rPr lang="fr-FR" altLang="fr-FR" sz="1200" smtClean="0"/>
              <a:t>
11-  LORSQUE VOTRE CHANSON EST VOLÉE PAR LA TEMPÊTE</a:t>
            </a:r>
          </a:p>
          <a:p>
            <a:pPr eaLnBrk="1" hangingPunct="1"/>
            <a:r>
              <a:rPr lang="fr-FR" altLang="fr-FR" sz="1200" smtClean="0"/>
              <a:t>When your song is stolen by a storm</a:t>
            </a:r>
          </a:p>
          <a:p>
            <a:pPr eaLnBrk="1" hangingPunct="1"/>
            <a:r>
              <a:rPr lang="fr-FR" altLang="fr-FR" sz="1200" smtClean="0"/>
              <a:t>12-  LE VENT DANGEREUX COMMENCE À S’ÉLEVER HAUT </a:t>
            </a:r>
          </a:p>
          <a:p>
            <a:pPr eaLnBrk="1" hangingPunct="1"/>
            <a:r>
              <a:rPr lang="fr-FR" altLang="fr-FR" sz="1200" smtClean="0"/>
              <a:t>Danger in the wind begins to form</a:t>
            </a:r>
          </a:p>
          <a:p>
            <a:pPr eaLnBrk="1" hangingPunct="1"/>
            <a:r>
              <a:rPr lang="fr-FR" altLang="fr-FR" sz="1200" smtClean="0"/>
              <a:t>13-  TENEZ FERME ET TRÈS CHER SOUVIENS-TOI QUE LES PLEURS</a:t>
            </a:r>
          </a:p>
          <a:p>
            <a:pPr eaLnBrk="1" hangingPunct="1"/>
            <a:r>
              <a:rPr lang="fr-FR" altLang="fr-FR" sz="1200" smtClean="0"/>
              <a:t>Stand up tall, hold on tight and darling just remember Weeping 
14-  PEUVENT DURER PENDANT LA NUIT </a:t>
            </a:r>
          </a:p>
          <a:p>
            <a:pPr eaLnBrk="1" hangingPunct="1"/>
            <a:r>
              <a:rPr lang="fr-FR" altLang="fr-FR" sz="1200" smtClean="0"/>
              <a:t>may endure for a night</a:t>
            </a:r>
          </a:p>
          <a:p>
            <a:pPr eaLnBrk="1" hangingPunct="1"/>
            <a:r>
              <a:rPr lang="fr-FR" altLang="fr-FR" sz="1200" smtClean="0"/>
              <a:t>15-  MAIS LA JOIE VIENDRA DANS LA LUMIÈRE DU MATIN</a:t>
            </a:r>
          </a:p>
          <a:p>
            <a:pPr eaLnBrk="1" hangingPunct="1"/>
            <a:r>
              <a:rPr lang="fr-FR" altLang="fr-FR" sz="1200" smtClean="0"/>
              <a:t>Joy is coming in the morning light</a:t>
            </a:r>
          </a:p>
          <a:p>
            <a:pPr eaLnBrk="1" hangingPunct="1"/>
            <a:r>
              <a:rPr lang="fr-FR" altLang="fr-FR" sz="1200" smtClean="0"/>
              <a:t>16-  ALORS N’ABANDONNE PAS AUJOURD’HUI </a:t>
            </a:r>
          </a:p>
          <a:p>
            <a:pPr eaLnBrk="1" hangingPunct="1"/>
            <a:r>
              <a:rPr lang="fr-FR" altLang="fr-FR" sz="1200" smtClean="0"/>
              <a:t>So don’t give up today</a:t>
            </a:r>
          </a:p>
          <a:p>
            <a:pPr eaLnBrk="1" hangingPunct="1"/>
            <a:r>
              <a:rPr lang="fr-FR" altLang="fr-FR" sz="1200" smtClean="0"/>
              <a:t>17-  PARCE QUE LORSQUE LE SOLEIL SORTIRA DEMAIN 
Cause when the sun comes out tomorrow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******HEY GIRL******</a:t>
            </a:r>
          </a:p>
          <a:p>
            <a:pPr eaLnBrk="1" hangingPunct="1"/>
            <a:r>
              <a:rPr lang="fr-FR" altLang="fr-FR" sz="1200" smtClean="0"/>
              <a:t>	</a:t>
            </a:r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18-  HEY ! JEUNE FILLE</a:t>
            </a:r>
          </a:p>
          <a:p>
            <a:pPr eaLnBrk="1" hangingPunct="1"/>
            <a:r>
              <a:rPr lang="fr-FR" altLang="fr-FR" sz="1200" smtClean="0"/>
              <a:t>	Hey girl   
	19-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20-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21-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22-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BIENTÔT ET TRÈS BIENTÔT VIENDRA UN JOUR OÙ LES BLESSURES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Soon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very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soon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they’ll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come a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day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Hurt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2-  ET LA MISÈRE SERONT EFFACÉES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misery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will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erased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3-  CHAQUE LARME QUE J’AI VERSÉE DÉTENUE DANS UNE BOUTEILLE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Every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single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tear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I’ve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cried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will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held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a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bottle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4-  LA PAIX ET LA JOIE PRENEZ MA MAIN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Peace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happiness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take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my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hand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5-  ET MENEZ-MOI TOUT DROIT DANS LA TERRE PROMISE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Walk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me right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into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promise land 
6-  À L’ENDROIT DE PLAISIR OÙ IL N’Y AURA NI DOULEUR NI TRISTESSE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To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pleasure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place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there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will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No pain, no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sorrow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7-  CHANTEZ COMME JAMAIS AVANT AUPARAVANT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Never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before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Shout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never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before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8-  CRIEZ COMME JAMAIS AVANT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Shout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never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before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9-  DANSEZ COMME JAMAIS AUPARAVANT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Dance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never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before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10-  JAMAIS, JAMAIS AVANT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never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before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never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before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11-  LORSQUE VOTRE CHANSON EST VOLÉE PAR LA TEMPÊTE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stolen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by a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storm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12-  LE VENT DANGEREUX COMMENCE À S’ÉLEVER HAUT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Danger in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wind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begins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form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13-  TENEZ FERME ET TRÈS CHER SOUVIENS-TOI QUE LES PLEURS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Stand up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tall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hold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tight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darling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just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remember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Weeping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
14-  PEUVENT DURER PENDANT LA NUIT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may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endure for a night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15-  MAIS LA JOIE VIENDRA DANS LA LUMIÈRE DU MATIN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Joy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coming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morning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light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16-  ALORS N’ABANDONNE PAS AUJOURD’HUI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So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don’t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give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up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today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17-  PARCE QUE LORSQUE LE SOLEIL SORTIRA DEMAIN 
Cause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sun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comes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out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tomorrow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******HEY GIRL******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18-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Hey girl   
	19-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simply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frame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wonderful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20-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Whether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35 or size 2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From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down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baby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21-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God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has made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valuable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22-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rock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BIENTÔT ET TRÈS BIENTÔT VIENDRA UN JOUR OÙ LES BLESSURES </a:t>
            </a:r>
          </a:p>
          <a:p>
            <a:pPr eaLnBrk="1" hangingPunct="1"/>
            <a:r>
              <a:rPr lang="fr-FR" altLang="fr-FR" sz="1200" smtClean="0"/>
              <a:t>Soon and very soon they’ll come a day</a:t>
            </a:r>
          </a:p>
          <a:p>
            <a:pPr eaLnBrk="1" hangingPunct="1"/>
            <a:r>
              <a:rPr lang="fr-FR" altLang="fr-FR" sz="1200" smtClean="0"/>
              <a:t>Hurt
2-  ET LA MISÈRE SERONT EFFACÉES </a:t>
            </a:r>
          </a:p>
          <a:p>
            <a:pPr eaLnBrk="1" hangingPunct="1"/>
            <a:r>
              <a:rPr lang="fr-FR" altLang="fr-FR" sz="1200" smtClean="0"/>
              <a:t>and misery will be erased
3-  CHAQUE LARME QUE J’AI VERSÉE DÉTENUE DANS UNE BOUTEILLE </a:t>
            </a:r>
          </a:p>
          <a:p>
            <a:pPr eaLnBrk="1" hangingPunct="1"/>
            <a:r>
              <a:rPr lang="fr-FR" altLang="fr-FR" sz="1200" smtClean="0"/>
              <a:t>Every single tear I’ve cried will be held in a bottle
4-  LA PAIX ET LA JOIE PRENEZ MA MAIN </a:t>
            </a:r>
          </a:p>
          <a:p>
            <a:pPr eaLnBrk="1" hangingPunct="1"/>
            <a:r>
              <a:rPr lang="fr-FR" altLang="fr-FR" sz="1200" smtClean="0"/>
              <a:t>Peace and happiness take my hand</a:t>
            </a:r>
          </a:p>
          <a:p>
            <a:pPr eaLnBrk="1" hangingPunct="1"/>
            <a:r>
              <a:rPr lang="fr-FR" altLang="fr-FR" sz="1200" smtClean="0"/>
              <a:t>5-  ET MENEZ-MOI TOUT DROIT DANS LA TERRE PROMISE</a:t>
            </a:r>
          </a:p>
          <a:p>
            <a:pPr eaLnBrk="1" hangingPunct="1"/>
            <a:r>
              <a:rPr lang="fr-FR" altLang="fr-FR" sz="1200" smtClean="0"/>
              <a:t>Walk me right into the promise land 
6-  À L’ENDROIT DE PLAISIR OÙ IL N’Y AURA NI DOULEUR NI TRISTESSE </a:t>
            </a:r>
          </a:p>
          <a:p>
            <a:pPr eaLnBrk="1" hangingPunct="1"/>
            <a:r>
              <a:rPr lang="fr-FR" altLang="fr-FR" sz="1200" smtClean="0"/>
              <a:t>To the pleasure place where there will be No pain, no sorrow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r>
              <a:rPr lang="fr-FR" altLang="fr-FR" sz="1200" smtClean="0"/>
              <a:t>	7-  CHANTEZ COMME JAMAIS AVANT AUPARAVANT </a:t>
            </a:r>
          </a:p>
          <a:p>
            <a:pPr eaLnBrk="1" hangingPunct="1"/>
            <a:r>
              <a:rPr lang="fr-FR" altLang="fr-FR" sz="1200" smtClean="0"/>
              <a:t>	Sing Like Never before Shout like never before</a:t>
            </a:r>
          </a:p>
          <a:p>
            <a:pPr eaLnBrk="1" hangingPunct="1"/>
            <a:r>
              <a:rPr lang="fr-FR" altLang="fr-FR" sz="1200" smtClean="0"/>
              <a:t>	8-  CRIEZ COMME JAMAIS AVANT</a:t>
            </a:r>
          </a:p>
          <a:p>
            <a:pPr eaLnBrk="1" hangingPunct="1"/>
            <a:r>
              <a:rPr lang="fr-FR" altLang="fr-FR" sz="1200" smtClean="0"/>
              <a:t>	Shout like never before</a:t>
            </a:r>
          </a:p>
          <a:p>
            <a:pPr eaLnBrk="1" hangingPunct="1"/>
            <a:r>
              <a:rPr lang="fr-FR" altLang="fr-FR" sz="1200" smtClean="0"/>
              <a:t>	9-  DANSEZ COMME JAMAIS AUPARAVANT </a:t>
            </a:r>
          </a:p>
          <a:p>
            <a:pPr eaLnBrk="1" hangingPunct="1"/>
            <a:r>
              <a:rPr lang="fr-FR" altLang="fr-FR" sz="1200" smtClean="0"/>
              <a:t>	Dance like never before</a:t>
            </a:r>
          </a:p>
          <a:p>
            <a:pPr eaLnBrk="1" hangingPunct="1"/>
            <a:r>
              <a:rPr lang="fr-FR" altLang="fr-FR" sz="1200" smtClean="0"/>
              <a:t>	10-  JAMAIS, JAMAIS AVANT </a:t>
            </a:r>
          </a:p>
          <a:p>
            <a:pPr eaLnBrk="1" hangingPunct="1"/>
            <a:r>
              <a:rPr lang="fr-FR" altLang="fr-FR" sz="1200" smtClean="0"/>
              <a:t>	Like never before, like never before</a:t>
            </a:r>
          </a:p>
          <a:p>
            <a:pPr eaLnBrk="1" hangingPunct="1"/>
            <a:r>
              <a:rPr lang="fr-FR" altLang="fr-FR" sz="1200" smtClean="0"/>
              <a:t>
11-  LORSQUE VOTRE CHANSON EST VOLÉE PAR LA TEMPÊTE</a:t>
            </a:r>
          </a:p>
          <a:p>
            <a:pPr eaLnBrk="1" hangingPunct="1"/>
            <a:r>
              <a:rPr lang="fr-FR" altLang="fr-FR" sz="1200" smtClean="0"/>
              <a:t>When your song is stolen by a storm</a:t>
            </a:r>
          </a:p>
          <a:p>
            <a:pPr eaLnBrk="1" hangingPunct="1"/>
            <a:r>
              <a:rPr lang="fr-FR" altLang="fr-FR" sz="1200" smtClean="0"/>
              <a:t>12-  LE VENT DANGEREUX COMMENCE À S’ÉLEVER HAUT </a:t>
            </a:r>
          </a:p>
          <a:p>
            <a:pPr eaLnBrk="1" hangingPunct="1"/>
            <a:r>
              <a:rPr lang="fr-FR" altLang="fr-FR" sz="1200" smtClean="0"/>
              <a:t>Danger in the wind begins to form</a:t>
            </a:r>
          </a:p>
          <a:p>
            <a:pPr eaLnBrk="1" hangingPunct="1"/>
            <a:r>
              <a:rPr lang="fr-FR" altLang="fr-FR" sz="1200" smtClean="0"/>
              <a:t>13-  TENEZ FERME ET TRÈS CHER SOUVIENS-TOI QUE LES PLEURS</a:t>
            </a:r>
          </a:p>
          <a:p>
            <a:pPr eaLnBrk="1" hangingPunct="1"/>
            <a:r>
              <a:rPr lang="fr-FR" altLang="fr-FR" sz="1200" smtClean="0"/>
              <a:t>Stand up tall, hold on tight and darling just remember Weeping 
14-  PEUVENT DURER PENDANT LA NUIT </a:t>
            </a:r>
          </a:p>
          <a:p>
            <a:pPr eaLnBrk="1" hangingPunct="1"/>
            <a:r>
              <a:rPr lang="fr-FR" altLang="fr-FR" sz="1200" smtClean="0"/>
              <a:t>may endure for a night</a:t>
            </a:r>
          </a:p>
          <a:p>
            <a:pPr eaLnBrk="1" hangingPunct="1"/>
            <a:r>
              <a:rPr lang="fr-FR" altLang="fr-FR" sz="1200" smtClean="0"/>
              <a:t>15-  MAIS LA JOIE VIENDRA DANS LA LUMIÈRE DU MATIN</a:t>
            </a:r>
          </a:p>
          <a:p>
            <a:pPr eaLnBrk="1" hangingPunct="1"/>
            <a:r>
              <a:rPr lang="fr-FR" altLang="fr-FR" sz="1200" smtClean="0"/>
              <a:t>Joy is coming in the morning light</a:t>
            </a:r>
          </a:p>
          <a:p>
            <a:pPr eaLnBrk="1" hangingPunct="1"/>
            <a:r>
              <a:rPr lang="fr-FR" altLang="fr-FR" sz="1200" smtClean="0"/>
              <a:t>16-  ALORS N’ABANDONNE PAS AUJOURD’HUI </a:t>
            </a:r>
          </a:p>
          <a:p>
            <a:pPr eaLnBrk="1" hangingPunct="1"/>
            <a:r>
              <a:rPr lang="fr-FR" altLang="fr-FR" sz="1200" smtClean="0"/>
              <a:t>So don’t give up today</a:t>
            </a:r>
          </a:p>
          <a:p>
            <a:pPr eaLnBrk="1" hangingPunct="1"/>
            <a:r>
              <a:rPr lang="fr-FR" altLang="fr-FR" sz="1200" smtClean="0"/>
              <a:t>17-  PARCE QUE LORSQUE LE SOLEIL SORTIRA DEMAIN 
Cause when the sun comes out tomorrow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******HEY GIRL******</a:t>
            </a:r>
          </a:p>
          <a:p>
            <a:pPr eaLnBrk="1" hangingPunct="1"/>
            <a:r>
              <a:rPr lang="fr-FR" altLang="fr-FR" sz="1200" smtClean="0"/>
              <a:t>	</a:t>
            </a:r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18-  HEY ! JEUNE FILLE</a:t>
            </a:r>
          </a:p>
          <a:p>
            <a:pPr eaLnBrk="1" hangingPunct="1"/>
            <a:r>
              <a:rPr lang="fr-FR" altLang="fr-FR" sz="1200" smtClean="0"/>
              <a:t>	Hey girl   
	19-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20-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21-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22-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BIENTÔT ET TRÈS BIENTÔT VIENDRA UN JOUR OÙ LES BLESSURES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Soon and very soon they’ll come a day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Hurt
2-  ET LA MISÈRE SERONT EFFACÉES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misery will be erased
3-  CHAQUE LARME QUE J’AI VERSÉE DÉTENUE DANS UNE BOUTEILLE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Every single tear I’ve cried will be held in a bottle
4-  LA PAIX ET LA JOIE PRENEZ MA MAIN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Peace and happiness take my hand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5-  ET MENEZ-MOI TOUT DROIT DANS LA TERRE PROMISE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Walk me right into the promise land 
6-  À L’ENDROIT DE PLAISIR OÙ IL N’Y AURA NI DOULEUR NI TRISTESSE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the pleasure place where there will be No pain, no sorrow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7-  CHANTEZ COMME JAMAIS AVANT AUPARAVANT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Sing Like Never before Shout like never before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8-  CRIEZ COMME JAMAIS AVANT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Shout like never before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9-  DANSEZ COMME JAMAIS AUPARAVANT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Dance like never before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10-  JAMAIS, JAMAIS AVANT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Like never before, like never before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11-  LORSQUE VOTRE CHANSON EST VOLÉE PAR LA TEMPÊTE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When your song is stolen by a storm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12-  LE VENT DANGEREUX COMMENCE À S’ÉLEVER HAUT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Danger in the wind begins to form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13-  TENEZ FERME ET TRÈS CHER SOUVIENS-TOI QUE LES PLEURS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Stand up tall, hold on tight and darling just remember Weeping 
14-  PEUVENT DURER PENDANT LA NUIT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may endure for a night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MAIS LA JOIE VIENDRA DANS LA LUMIÈRE DU MATIN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Joy is coming in the morning light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16-  ALORS N’ABANDONNE PAS AUJOURD’HUI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So don’t give up today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PARCE QUE LORSQUE LE SOLEIL SORTIRA DEMAIN 
Cause when the sun comes out tomorrow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******HEY GIRL******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18-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19-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20-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21-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BIENTÔT ET TRÈS BIENTÔT VIENDRA UN JOUR OÙ LES BLESSURES </a:t>
            </a:r>
          </a:p>
          <a:p>
            <a:pPr eaLnBrk="1" hangingPunct="1"/>
            <a:r>
              <a:rPr lang="fr-FR" altLang="fr-FR" sz="1200" smtClean="0"/>
              <a:t>Soon and very soon they’ll come a day</a:t>
            </a:r>
          </a:p>
          <a:p>
            <a:pPr eaLnBrk="1" hangingPunct="1"/>
            <a:r>
              <a:rPr lang="fr-FR" altLang="fr-FR" sz="1200" smtClean="0"/>
              <a:t>Hurt
2-  ET LA MISÈRE SERONT EFFACÉES </a:t>
            </a:r>
          </a:p>
          <a:p>
            <a:pPr eaLnBrk="1" hangingPunct="1"/>
            <a:r>
              <a:rPr lang="fr-FR" altLang="fr-FR" sz="1200" smtClean="0"/>
              <a:t>and misery will be erased
3-  CHAQUE LARME QUE J’AI VERSÉE DÉTENUE DANS UNE BOUTEILLE </a:t>
            </a:r>
          </a:p>
          <a:p>
            <a:pPr eaLnBrk="1" hangingPunct="1"/>
            <a:r>
              <a:rPr lang="fr-FR" altLang="fr-FR" sz="1200" smtClean="0"/>
              <a:t>Every single tear I’ve cried will be held in a bottle
4-  LA PAIX ET LA JOIE PRENEZ MA MAIN </a:t>
            </a:r>
          </a:p>
          <a:p>
            <a:pPr eaLnBrk="1" hangingPunct="1"/>
            <a:r>
              <a:rPr lang="fr-FR" altLang="fr-FR" sz="1200" smtClean="0"/>
              <a:t>Peace and happiness take my hand</a:t>
            </a:r>
          </a:p>
          <a:p>
            <a:pPr eaLnBrk="1" hangingPunct="1"/>
            <a:r>
              <a:rPr lang="fr-FR" altLang="fr-FR" sz="1200" smtClean="0"/>
              <a:t>5-  ET MENEZ-MOI TOUT DROIT DANS LA TERRE PROMISE</a:t>
            </a:r>
          </a:p>
          <a:p>
            <a:pPr eaLnBrk="1" hangingPunct="1"/>
            <a:r>
              <a:rPr lang="fr-FR" altLang="fr-FR" sz="1200" smtClean="0"/>
              <a:t>Walk me right into the promise land 
6-  À L’ENDROIT DE PLAISIR OÙ IL N’Y AURA NI DOULEUR NI TRISTESSE </a:t>
            </a:r>
          </a:p>
          <a:p>
            <a:pPr eaLnBrk="1" hangingPunct="1"/>
            <a:r>
              <a:rPr lang="fr-FR" altLang="fr-FR" sz="1200" smtClean="0"/>
              <a:t>To the pleasure place where there will be No pain, no sorrow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r>
              <a:rPr lang="fr-FR" altLang="fr-FR" sz="1200" smtClean="0"/>
              <a:t>	7-  CHANTEZ COMME JAMAIS AVANT AUPARAVANT </a:t>
            </a:r>
          </a:p>
          <a:p>
            <a:pPr eaLnBrk="1" hangingPunct="1"/>
            <a:r>
              <a:rPr lang="fr-FR" altLang="fr-FR" sz="1200" smtClean="0"/>
              <a:t>	Sing Like Never before Shout like never before</a:t>
            </a:r>
          </a:p>
          <a:p>
            <a:pPr eaLnBrk="1" hangingPunct="1"/>
            <a:r>
              <a:rPr lang="fr-FR" altLang="fr-FR" sz="1200" smtClean="0"/>
              <a:t>	8-  CRIEZ COMME JAMAIS AVANT</a:t>
            </a:r>
          </a:p>
          <a:p>
            <a:pPr eaLnBrk="1" hangingPunct="1"/>
            <a:r>
              <a:rPr lang="fr-FR" altLang="fr-FR" sz="1200" smtClean="0"/>
              <a:t>	Shout like never before</a:t>
            </a:r>
          </a:p>
          <a:p>
            <a:pPr eaLnBrk="1" hangingPunct="1"/>
            <a:r>
              <a:rPr lang="fr-FR" altLang="fr-FR" sz="1200" smtClean="0"/>
              <a:t>	9-  DANSEZ COMME JAMAIS AUPARAVANT </a:t>
            </a:r>
          </a:p>
          <a:p>
            <a:pPr eaLnBrk="1" hangingPunct="1"/>
            <a:r>
              <a:rPr lang="fr-FR" altLang="fr-FR" sz="1200" smtClean="0"/>
              <a:t>	Dance like never before</a:t>
            </a:r>
          </a:p>
          <a:p>
            <a:pPr eaLnBrk="1" hangingPunct="1"/>
            <a:r>
              <a:rPr lang="fr-FR" altLang="fr-FR" sz="1200" smtClean="0"/>
              <a:t>	10-  JAMAIS, JAMAIS AVANT </a:t>
            </a:r>
          </a:p>
          <a:p>
            <a:pPr eaLnBrk="1" hangingPunct="1"/>
            <a:r>
              <a:rPr lang="fr-FR" altLang="fr-FR" sz="1200" smtClean="0"/>
              <a:t>	Like never before, like never before</a:t>
            </a:r>
          </a:p>
          <a:p>
            <a:pPr eaLnBrk="1" hangingPunct="1"/>
            <a:r>
              <a:rPr lang="fr-FR" altLang="fr-FR" sz="1200" smtClean="0"/>
              <a:t>
11-  LORSQUE VOTRE CHANSON EST VOLÉE PAR LA TEMPÊTE</a:t>
            </a:r>
          </a:p>
          <a:p>
            <a:pPr eaLnBrk="1" hangingPunct="1"/>
            <a:r>
              <a:rPr lang="fr-FR" altLang="fr-FR" sz="1200" smtClean="0"/>
              <a:t>When your song is stolen by a storm</a:t>
            </a:r>
          </a:p>
          <a:p>
            <a:pPr eaLnBrk="1" hangingPunct="1"/>
            <a:r>
              <a:rPr lang="fr-FR" altLang="fr-FR" sz="1200" smtClean="0"/>
              <a:t>12-  LE VENT DANGEREUX COMMENCE À S’ÉLEVER HAUT </a:t>
            </a:r>
          </a:p>
          <a:p>
            <a:pPr eaLnBrk="1" hangingPunct="1"/>
            <a:r>
              <a:rPr lang="fr-FR" altLang="fr-FR" sz="1200" smtClean="0"/>
              <a:t>Danger in the wind begins to form</a:t>
            </a:r>
          </a:p>
          <a:p>
            <a:pPr eaLnBrk="1" hangingPunct="1"/>
            <a:r>
              <a:rPr lang="fr-FR" altLang="fr-FR" sz="1200" smtClean="0"/>
              <a:t>13-  TENEZ FERME ET TRÈS CHER SOUVIENS-TOI QUE LES PLEURS</a:t>
            </a:r>
          </a:p>
          <a:p>
            <a:pPr eaLnBrk="1" hangingPunct="1"/>
            <a:r>
              <a:rPr lang="fr-FR" altLang="fr-FR" sz="1200" smtClean="0"/>
              <a:t>Stand up tall, hold on tight and darling just remember Weeping 
14-  PEUVENT DURER PENDANT LA NUIT </a:t>
            </a:r>
          </a:p>
          <a:p>
            <a:pPr eaLnBrk="1" hangingPunct="1"/>
            <a:r>
              <a:rPr lang="fr-FR" altLang="fr-FR" sz="1200" smtClean="0"/>
              <a:t>may endure for a night</a:t>
            </a:r>
          </a:p>
          <a:p>
            <a:pPr eaLnBrk="1" hangingPunct="1"/>
            <a:r>
              <a:rPr lang="fr-FR" altLang="fr-FR" sz="1200" smtClean="0"/>
              <a:t>15-  MAIS LA JOIE VIENDRA DANS LA LUMIÈRE DU MATIN</a:t>
            </a:r>
          </a:p>
          <a:p>
            <a:pPr eaLnBrk="1" hangingPunct="1"/>
            <a:r>
              <a:rPr lang="fr-FR" altLang="fr-FR" sz="1200" smtClean="0"/>
              <a:t>Joy is coming in the morning light</a:t>
            </a:r>
          </a:p>
          <a:p>
            <a:pPr eaLnBrk="1" hangingPunct="1"/>
            <a:r>
              <a:rPr lang="fr-FR" altLang="fr-FR" sz="1200" smtClean="0"/>
              <a:t>16-  ALORS N’ABANDONNE PAS AUJOURD’HUI </a:t>
            </a:r>
          </a:p>
          <a:p>
            <a:pPr eaLnBrk="1" hangingPunct="1"/>
            <a:r>
              <a:rPr lang="fr-FR" altLang="fr-FR" sz="1200" smtClean="0"/>
              <a:t>So don’t give up today</a:t>
            </a:r>
          </a:p>
          <a:p>
            <a:pPr eaLnBrk="1" hangingPunct="1"/>
            <a:r>
              <a:rPr lang="fr-FR" altLang="fr-FR" sz="1200" smtClean="0"/>
              <a:t>17-  PARCE QUE LORSQUE LE SOLEIL SORTIRA DEMAIN 
Cause when the sun comes out tomorrow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******HEY GIRL******</a:t>
            </a:r>
          </a:p>
          <a:p>
            <a:pPr eaLnBrk="1" hangingPunct="1"/>
            <a:r>
              <a:rPr lang="fr-FR" altLang="fr-FR" sz="1200" smtClean="0"/>
              <a:t>	</a:t>
            </a:r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18-  HEY ! JEUNE FILLE</a:t>
            </a:r>
          </a:p>
          <a:p>
            <a:pPr eaLnBrk="1" hangingPunct="1"/>
            <a:r>
              <a:rPr lang="fr-FR" altLang="fr-FR" sz="1200" smtClean="0"/>
              <a:t>	Hey girl   
	19-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20-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21-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22-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1-  BIENTÔT ET TRÈS BIENTÔT VIENDRA UN JOUR OÙ LES BLESSURES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Soon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very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soon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they’ll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come a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day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Hurt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2-  ET LA MISÈRE SERONT EFFACÉES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misery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will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erased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3-  CHAQUE LARME QUE J’AI VERSÉE DÉTENUE DANS UNE BOUTEILLE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Every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single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tear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I’ve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cried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will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held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a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bottle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4-  LA PAIX ET LA JOIE PRENEZ MA MAIN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Peace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happiness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take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my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hand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5-  ET MENEZ-MOI TOUT DROIT DANS LA TERRE PROMISE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Walk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me right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into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promise land 
6-  À L’ENDROIT DE PLAISIR OÙ IL N’Y AURA NI DOULEUR NI TRISTESSE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To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pleasure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place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there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will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No pain, no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sorrow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7-  CHANTEZ COMME JAMAIS AVANT AUPARAVANT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Never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before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Shout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never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before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8-  CRIEZ COMME JAMAIS AVANT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Shout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never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before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9-  DANSEZ COMME JAMAIS AUPARAVANT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Dance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never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before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10-  JAMAIS, JAMAIS AVANT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never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before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never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before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11-  LORSQUE VOTRE CHANSON EST VOLÉE PAR LA TEMPÊTE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stolen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by a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storm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12-  LE VENT DANGEREUX COMMENCE À S’ÉLEVER HAUT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Danger in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wind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begins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form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13-  TENEZ FERME ET TRÈS CHER SOUVIENS-TOI QUE LES PLEURS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Stand up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tall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hold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tight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darling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just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remember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Weeping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
14-  PEUVENT DURER PENDANT LA NUIT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may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endure for a night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15-  MAIS LA JOIE VIENDRA DANS LA LUMIÈRE DU MATIN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Joy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coming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morning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light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16-  ALORS N’ABANDONNE PAS AUJOURD’HUI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So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don’t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give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up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today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17-  PARCE QUE LORSQUE LE SOLEIL SORTIRA DEMAIN 
Cause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sun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comes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out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tomorrow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******HEY GIRL******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18-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Hey girl   
	19-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simply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frame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wonderful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20-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Whether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35 or size 2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From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down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baby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21-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God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has made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valuable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22-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rock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BIENTÔT ET TRÈS BIENTÔT VIENDRA UN JOUR OÙ LES BLESSURES </a:t>
            </a:r>
          </a:p>
          <a:p>
            <a:pPr eaLnBrk="1" hangingPunct="1"/>
            <a:r>
              <a:rPr lang="fr-FR" altLang="fr-FR" sz="1200" smtClean="0"/>
              <a:t>Soon and very soon they’ll come a day</a:t>
            </a:r>
          </a:p>
          <a:p>
            <a:pPr eaLnBrk="1" hangingPunct="1"/>
            <a:r>
              <a:rPr lang="fr-FR" altLang="fr-FR" sz="1200" smtClean="0"/>
              <a:t>Hurt
2-  ET LA MISÈRE SERONT EFFACÉES </a:t>
            </a:r>
          </a:p>
          <a:p>
            <a:pPr eaLnBrk="1" hangingPunct="1"/>
            <a:r>
              <a:rPr lang="fr-FR" altLang="fr-FR" sz="1200" smtClean="0"/>
              <a:t>and misery will be erased
3-  CHAQUE LARME QUE J’AI VERSÉE DÉTENUE DANS UNE BOUTEILLE </a:t>
            </a:r>
          </a:p>
          <a:p>
            <a:pPr eaLnBrk="1" hangingPunct="1"/>
            <a:r>
              <a:rPr lang="fr-FR" altLang="fr-FR" sz="1200" smtClean="0"/>
              <a:t>Every single tear I’ve cried will be held in a bottle
4-  LA PAIX ET LA JOIE PRENEZ MA MAIN </a:t>
            </a:r>
          </a:p>
          <a:p>
            <a:pPr eaLnBrk="1" hangingPunct="1"/>
            <a:r>
              <a:rPr lang="fr-FR" altLang="fr-FR" sz="1200" smtClean="0"/>
              <a:t>Peace and happiness take my hand</a:t>
            </a:r>
          </a:p>
          <a:p>
            <a:pPr eaLnBrk="1" hangingPunct="1"/>
            <a:r>
              <a:rPr lang="fr-FR" altLang="fr-FR" sz="1200" smtClean="0"/>
              <a:t>5-  ET MENEZ-MOI TOUT DROIT DANS LA TERRE PROMISE</a:t>
            </a:r>
          </a:p>
          <a:p>
            <a:pPr eaLnBrk="1" hangingPunct="1"/>
            <a:r>
              <a:rPr lang="fr-FR" altLang="fr-FR" sz="1200" smtClean="0"/>
              <a:t>Walk me right into the promise land 
6-  À L’ENDROIT DE PLAISIR OÙ IL N’Y AURA NI DOULEUR NI TRISTESSE </a:t>
            </a:r>
          </a:p>
          <a:p>
            <a:pPr eaLnBrk="1" hangingPunct="1"/>
            <a:r>
              <a:rPr lang="fr-FR" altLang="fr-FR" sz="1200" smtClean="0"/>
              <a:t>To the pleasure place where there will be No pain, no sorrow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r>
              <a:rPr lang="fr-FR" altLang="fr-FR" sz="1200" smtClean="0"/>
              <a:t>	7-  CHANTEZ COMME JAMAIS AVANT AUPARAVANT </a:t>
            </a:r>
          </a:p>
          <a:p>
            <a:pPr eaLnBrk="1" hangingPunct="1"/>
            <a:r>
              <a:rPr lang="fr-FR" altLang="fr-FR" sz="1200" smtClean="0"/>
              <a:t>	Sing Like Never before Shout like never before</a:t>
            </a:r>
          </a:p>
          <a:p>
            <a:pPr eaLnBrk="1" hangingPunct="1"/>
            <a:r>
              <a:rPr lang="fr-FR" altLang="fr-FR" sz="1200" smtClean="0"/>
              <a:t>	8-  CRIEZ COMME JAMAIS AVANT</a:t>
            </a:r>
          </a:p>
          <a:p>
            <a:pPr eaLnBrk="1" hangingPunct="1"/>
            <a:r>
              <a:rPr lang="fr-FR" altLang="fr-FR" sz="1200" smtClean="0"/>
              <a:t>	Shout like never before</a:t>
            </a:r>
          </a:p>
          <a:p>
            <a:pPr eaLnBrk="1" hangingPunct="1"/>
            <a:r>
              <a:rPr lang="fr-FR" altLang="fr-FR" sz="1200" smtClean="0"/>
              <a:t>	9-  DANSEZ COMME JAMAIS AUPARAVANT </a:t>
            </a:r>
          </a:p>
          <a:p>
            <a:pPr eaLnBrk="1" hangingPunct="1"/>
            <a:r>
              <a:rPr lang="fr-FR" altLang="fr-FR" sz="1200" smtClean="0"/>
              <a:t>	Dance like never before</a:t>
            </a:r>
          </a:p>
          <a:p>
            <a:pPr eaLnBrk="1" hangingPunct="1"/>
            <a:r>
              <a:rPr lang="fr-FR" altLang="fr-FR" sz="1200" smtClean="0"/>
              <a:t>	10-  JAMAIS, JAMAIS AVANT </a:t>
            </a:r>
          </a:p>
          <a:p>
            <a:pPr eaLnBrk="1" hangingPunct="1"/>
            <a:r>
              <a:rPr lang="fr-FR" altLang="fr-FR" sz="1200" smtClean="0"/>
              <a:t>	Like never before, like never before</a:t>
            </a:r>
          </a:p>
          <a:p>
            <a:pPr eaLnBrk="1" hangingPunct="1"/>
            <a:r>
              <a:rPr lang="fr-FR" altLang="fr-FR" sz="1200" smtClean="0"/>
              <a:t>
11-  LORSQUE VOTRE CHANSON EST VOLÉE PAR LA TEMPÊTE</a:t>
            </a:r>
          </a:p>
          <a:p>
            <a:pPr eaLnBrk="1" hangingPunct="1"/>
            <a:r>
              <a:rPr lang="fr-FR" altLang="fr-FR" sz="1200" smtClean="0"/>
              <a:t>When your song is stolen by a storm</a:t>
            </a:r>
          </a:p>
          <a:p>
            <a:pPr eaLnBrk="1" hangingPunct="1"/>
            <a:r>
              <a:rPr lang="fr-FR" altLang="fr-FR" sz="1200" smtClean="0"/>
              <a:t>12-  LE VENT DANGEREUX COMMENCE À S’ÉLEVER HAUT </a:t>
            </a:r>
          </a:p>
          <a:p>
            <a:pPr eaLnBrk="1" hangingPunct="1"/>
            <a:r>
              <a:rPr lang="fr-FR" altLang="fr-FR" sz="1200" smtClean="0"/>
              <a:t>Danger in the wind begins to form</a:t>
            </a:r>
          </a:p>
          <a:p>
            <a:pPr eaLnBrk="1" hangingPunct="1"/>
            <a:r>
              <a:rPr lang="fr-FR" altLang="fr-FR" sz="1200" smtClean="0"/>
              <a:t>13-  TENEZ FERME ET TRÈS CHER SOUVIENS-TOI QUE LES PLEURS</a:t>
            </a:r>
          </a:p>
          <a:p>
            <a:pPr eaLnBrk="1" hangingPunct="1"/>
            <a:r>
              <a:rPr lang="fr-FR" altLang="fr-FR" sz="1200" smtClean="0"/>
              <a:t>Stand up tall, hold on tight and darling just remember Weeping 
14-  PEUVENT DURER PENDANT LA NUIT </a:t>
            </a:r>
          </a:p>
          <a:p>
            <a:pPr eaLnBrk="1" hangingPunct="1"/>
            <a:r>
              <a:rPr lang="fr-FR" altLang="fr-FR" sz="1200" smtClean="0"/>
              <a:t>may endure for a night</a:t>
            </a:r>
          </a:p>
          <a:p>
            <a:pPr eaLnBrk="1" hangingPunct="1"/>
            <a:r>
              <a:rPr lang="fr-FR" altLang="fr-FR" sz="1200" smtClean="0"/>
              <a:t>15-  MAIS LA JOIE VIENDRA DANS LA LUMIÈRE DU MATIN</a:t>
            </a:r>
          </a:p>
          <a:p>
            <a:pPr eaLnBrk="1" hangingPunct="1"/>
            <a:r>
              <a:rPr lang="fr-FR" altLang="fr-FR" sz="1200" smtClean="0"/>
              <a:t>Joy is coming in the morning light</a:t>
            </a:r>
          </a:p>
          <a:p>
            <a:pPr eaLnBrk="1" hangingPunct="1"/>
            <a:r>
              <a:rPr lang="fr-FR" altLang="fr-FR" sz="1200" smtClean="0"/>
              <a:t>16-  ALORS N’ABANDONNE PAS AUJOURD’HUI </a:t>
            </a:r>
          </a:p>
          <a:p>
            <a:pPr eaLnBrk="1" hangingPunct="1"/>
            <a:r>
              <a:rPr lang="fr-FR" altLang="fr-FR" sz="1200" smtClean="0"/>
              <a:t>So don’t give up today</a:t>
            </a:r>
          </a:p>
          <a:p>
            <a:pPr eaLnBrk="1" hangingPunct="1"/>
            <a:r>
              <a:rPr lang="fr-FR" altLang="fr-FR" sz="1200" smtClean="0"/>
              <a:t>17-  PARCE QUE LORSQUE LE SOLEIL SORTIRA DEMAIN 
Cause when the sun comes out tomorrow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******HEY GIRL******</a:t>
            </a:r>
          </a:p>
          <a:p>
            <a:pPr eaLnBrk="1" hangingPunct="1"/>
            <a:r>
              <a:rPr lang="fr-FR" altLang="fr-FR" sz="1200" smtClean="0"/>
              <a:t>	</a:t>
            </a:r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18-  HEY ! JEUNE FILLE</a:t>
            </a:r>
          </a:p>
          <a:p>
            <a:pPr eaLnBrk="1" hangingPunct="1"/>
            <a:r>
              <a:rPr lang="fr-FR" altLang="fr-FR" sz="1200" smtClean="0"/>
              <a:t>	Hey girl   
	19-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20-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21-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22-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BIENTÔT ET TRÈS BIENTÔT VIENDRA UN JOUR OÙ LES BLESSURES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Soon and very soon they’ll come a day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Hurt
2-  ET LA MISÈRE SERONT EFFACÉES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misery will be erased
3-  CHAQUE LARME QUE J’AI VERSÉE DÉTENUE DANS UNE BOUTEILLE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Every single tear I’ve cried will be held in a bottle
4-  LA PAIX ET LA JOIE PRENEZ MA MAIN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Peace and happiness take my hand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5-  ET MENEZ-MOI TOUT DROIT DANS LA TERRE PROMISE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Walk me right into the promise land 
6-  À L’ENDROIT DE PLAISIR OÙ IL N’Y AURA NI DOULEUR NI TRISTESSE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the pleasure place where there will be No pain, no sorrow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7-  CHANTEZ COMME JAMAIS AVANT AUPARAVANT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Sing Like Never before Shout like never before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8-  CRIEZ COMME JAMAIS AVANT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Shout like never before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9-  DANSEZ COMME JAMAIS AUPARAVANT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Dance like never before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10-  JAMAIS, JAMAIS AVANT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Like never before, like never before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11-  LORSQUE VOTRE CHANSON EST VOLÉE PAR LA TEMPÊTE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When your song is stolen by a storm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12-  LE VENT DANGEREUX COMMENCE À S’ÉLEVER HAUT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Danger in the wind begins to form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13-  TENEZ FERME ET TRÈS CHER SOUVIENS-TOI QUE LES PLEURS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Stand up tall, hold on tight and darling just remember Weeping 
14-  PEUVENT DURER PENDANT LA NUIT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may endure for a night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MAIS LA JOIE VIENDRA DANS LA LUMIÈRE DU MATIN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Joy is coming in the morning light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16-  ALORS N’ABANDONNE PAS AUJOURD’HUI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So don’t give up today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PARCE QUE LORSQUE LE SOLEIL SORTIRA DEMAIN 
Cause when the sun comes out tomorrow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Refrain: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******HEY GIRL******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18-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19-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20-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21-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BIENTÔT ET TRÈS BIENTÔT VIENDRA UN JOUR OÙ LES BLESSURES </a:t>
            </a:r>
          </a:p>
          <a:p>
            <a:pPr eaLnBrk="1" hangingPunct="1"/>
            <a:r>
              <a:rPr lang="fr-FR" altLang="fr-FR" sz="1200" smtClean="0"/>
              <a:t>Soon and very soon they’ll come a day</a:t>
            </a:r>
          </a:p>
          <a:p>
            <a:pPr eaLnBrk="1" hangingPunct="1"/>
            <a:r>
              <a:rPr lang="fr-FR" altLang="fr-FR" sz="1200" smtClean="0"/>
              <a:t>Hurt
2-  ET LA MISÈRE SERONT EFFACÉES </a:t>
            </a:r>
          </a:p>
          <a:p>
            <a:pPr eaLnBrk="1" hangingPunct="1"/>
            <a:r>
              <a:rPr lang="fr-FR" altLang="fr-FR" sz="1200" smtClean="0"/>
              <a:t>and misery will be erased
3-  CHAQUE LARME QUE J’AI VERSÉE DÉTENUE DANS UNE BOUTEILLE </a:t>
            </a:r>
          </a:p>
          <a:p>
            <a:pPr eaLnBrk="1" hangingPunct="1"/>
            <a:r>
              <a:rPr lang="fr-FR" altLang="fr-FR" sz="1200" smtClean="0"/>
              <a:t>Every single tear I’ve cried will be held in a bottle
4-  LA PAIX ET LA JOIE PRENEZ MA MAIN </a:t>
            </a:r>
          </a:p>
          <a:p>
            <a:pPr eaLnBrk="1" hangingPunct="1"/>
            <a:r>
              <a:rPr lang="fr-FR" altLang="fr-FR" sz="1200" smtClean="0"/>
              <a:t>Peace and happiness take my hand</a:t>
            </a:r>
          </a:p>
          <a:p>
            <a:pPr eaLnBrk="1" hangingPunct="1"/>
            <a:r>
              <a:rPr lang="fr-FR" altLang="fr-FR" sz="1200" smtClean="0"/>
              <a:t>5-  ET MENEZ-MOI TOUT DROIT DANS LA TERRE PROMISE</a:t>
            </a:r>
          </a:p>
          <a:p>
            <a:pPr eaLnBrk="1" hangingPunct="1"/>
            <a:r>
              <a:rPr lang="fr-FR" altLang="fr-FR" sz="1200" smtClean="0"/>
              <a:t>Walk me right into the promise land 
6-  À L’ENDROIT DE PLAISIR OÙ IL N’Y AURA NI DOULEUR NI TRISTESSE </a:t>
            </a:r>
          </a:p>
          <a:p>
            <a:pPr eaLnBrk="1" hangingPunct="1"/>
            <a:r>
              <a:rPr lang="fr-FR" altLang="fr-FR" sz="1200" smtClean="0"/>
              <a:t>To the pleasure place where there will be No pain, no sorrow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r>
              <a:rPr lang="fr-FR" altLang="fr-FR" sz="1200" smtClean="0"/>
              <a:t>	7-  CHANTEZ COMME JAMAIS AVANT AUPARAVANT </a:t>
            </a:r>
          </a:p>
          <a:p>
            <a:pPr eaLnBrk="1" hangingPunct="1"/>
            <a:r>
              <a:rPr lang="fr-FR" altLang="fr-FR" sz="1200" smtClean="0"/>
              <a:t>	Sing Like Never before Shout like never before</a:t>
            </a:r>
          </a:p>
          <a:p>
            <a:pPr eaLnBrk="1" hangingPunct="1"/>
            <a:r>
              <a:rPr lang="fr-FR" altLang="fr-FR" sz="1200" smtClean="0"/>
              <a:t>	8-  CRIEZ COMME JAMAIS AVANT</a:t>
            </a:r>
          </a:p>
          <a:p>
            <a:pPr eaLnBrk="1" hangingPunct="1"/>
            <a:r>
              <a:rPr lang="fr-FR" altLang="fr-FR" sz="1200" smtClean="0"/>
              <a:t>	Shout like never before</a:t>
            </a:r>
          </a:p>
          <a:p>
            <a:pPr eaLnBrk="1" hangingPunct="1"/>
            <a:r>
              <a:rPr lang="fr-FR" altLang="fr-FR" sz="1200" smtClean="0"/>
              <a:t>	9-  DANSEZ COMME JAMAIS AUPARAVANT </a:t>
            </a:r>
          </a:p>
          <a:p>
            <a:pPr eaLnBrk="1" hangingPunct="1"/>
            <a:r>
              <a:rPr lang="fr-FR" altLang="fr-FR" sz="1200" smtClean="0"/>
              <a:t>	Dance like never before</a:t>
            </a:r>
          </a:p>
          <a:p>
            <a:pPr eaLnBrk="1" hangingPunct="1"/>
            <a:r>
              <a:rPr lang="fr-FR" altLang="fr-FR" sz="1200" smtClean="0"/>
              <a:t>	10-  JAMAIS, JAMAIS AVANT </a:t>
            </a:r>
          </a:p>
          <a:p>
            <a:pPr eaLnBrk="1" hangingPunct="1"/>
            <a:r>
              <a:rPr lang="fr-FR" altLang="fr-FR" sz="1200" smtClean="0"/>
              <a:t>	Like never before, like never before</a:t>
            </a:r>
          </a:p>
          <a:p>
            <a:pPr eaLnBrk="1" hangingPunct="1"/>
            <a:r>
              <a:rPr lang="fr-FR" altLang="fr-FR" sz="1200" smtClean="0"/>
              <a:t>
11-  LORSQUE VOTRE CHANSON EST VOLÉE PAR LA TEMPÊTE</a:t>
            </a:r>
          </a:p>
          <a:p>
            <a:pPr eaLnBrk="1" hangingPunct="1"/>
            <a:r>
              <a:rPr lang="fr-FR" altLang="fr-FR" sz="1200" smtClean="0"/>
              <a:t>When your song is stolen by a storm</a:t>
            </a:r>
          </a:p>
          <a:p>
            <a:pPr eaLnBrk="1" hangingPunct="1"/>
            <a:r>
              <a:rPr lang="fr-FR" altLang="fr-FR" sz="1200" smtClean="0"/>
              <a:t>12-  LE VENT DANGEREUX COMMENCE À S’ÉLEVER HAUT </a:t>
            </a:r>
          </a:p>
          <a:p>
            <a:pPr eaLnBrk="1" hangingPunct="1"/>
            <a:r>
              <a:rPr lang="fr-FR" altLang="fr-FR" sz="1200" smtClean="0"/>
              <a:t>Danger in the wind begins to form</a:t>
            </a:r>
          </a:p>
          <a:p>
            <a:pPr eaLnBrk="1" hangingPunct="1"/>
            <a:r>
              <a:rPr lang="fr-FR" altLang="fr-FR" sz="1200" smtClean="0"/>
              <a:t>13-  TENEZ FERME ET TRÈS CHER SOUVIENS-TOI QUE LES PLEURS</a:t>
            </a:r>
          </a:p>
          <a:p>
            <a:pPr eaLnBrk="1" hangingPunct="1"/>
            <a:r>
              <a:rPr lang="fr-FR" altLang="fr-FR" sz="1200" smtClean="0"/>
              <a:t>Stand up tall, hold on tight and darling just remember Weeping 
14-  PEUVENT DURER PENDANT LA NUIT </a:t>
            </a:r>
          </a:p>
          <a:p>
            <a:pPr eaLnBrk="1" hangingPunct="1"/>
            <a:r>
              <a:rPr lang="fr-FR" altLang="fr-FR" sz="1200" smtClean="0"/>
              <a:t>may endure for a night</a:t>
            </a:r>
          </a:p>
          <a:p>
            <a:pPr eaLnBrk="1" hangingPunct="1"/>
            <a:r>
              <a:rPr lang="fr-FR" altLang="fr-FR" sz="1200" smtClean="0"/>
              <a:t>15-  MAIS LA JOIE VIENDRA DANS LA LUMIÈRE DU MATIN</a:t>
            </a:r>
          </a:p>
          <a:p>
            <a:pPr eaLnBrk="1" hangingPunct="1"/>
            <a:r>
              <a:rPr lang="fr-FR" altLang="fr-FR" sz="1200" smtClean="0"/>
              <a:t>Joy is coming in the morning light</a:t>
            </a:r>
          </a:p>
          <a:p>
            <a:pPr eaLnBrk="1" hangingPunct="1"/>
            <a:r>
              <a:rPr lang="fr-FR" altLang="fr-FR" sz="1200" smtClean="0"/>
              <a:t>16-  ALORS N’ABANDONNE PAS AUJOURD’HUI </a:t>
            </a:r>
          </a:p>
          <a:p>
            <a:pPr eaLnBrk="1" hangingPunct="1"/>
            <a:r>
              <a:rPr lang="fr-FR" altLang="fr-FR" sz="1200" smtClean="0"/>
              <a:t>So don’t give up today</a:t>
            </a:r>
          </a:p>
          <a:p>
            <a:pPr eaLnBrk="1" hangingPunct="1"/>
            <a:r>
              <a:rPr lang="fr-FR" altLang="fr-FR" sz="1200" smtClean="0"/>
              <a:t>17-  PARCE QUE LORSQUE LE SOLEIL SORTIRA DEMAIN 
Cause when the sun comes out tomorrow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******HEY GIRL******</a:t>
            </a:r>
          </a:p>
          <a:p>
            <a:pPr eaLnBrk="1" hangingPunct="1"/>
            <a:r>
              <a:rPr lang="fr-FR" altLang="fr-FR" sz="1200" smtClean="0"/>
              <a:t>	</a:t>
            </a:r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18-  HEY ! JEUNE FILLE</a:t>
            </a:r>
          </a:p>
          <a:p>
            <a:pPr eaLnBrk="1" hangingPunct="1"/>
            <a:r>
              <a:rPr lang="fr-FR" altLang="fr-FR" sz="1200" smtClean="0"/>
              <a:t>	Hey girl   
	19-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20-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21-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22-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FA8488-5A9B-4571-9AC0-5513B488470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6800D5-BF1A-4F4A-93E4-060CF18594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D31C37-5B21-44BF-B016-2481D8AD711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42D31E-0E11-4D47-B0D1-09F5C61BC6F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53EB2-3D48-4F46-8B54-66D4D6399E0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A12E0-FA02-4077-B4BD-0E1B0608482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FC912D-DA97-4391-B952-8063C4C8D4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52BC0-DED1-42AF-8CC2-0FFAC6776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CBD3B1-07BC-4489-975C-82263898549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7CF4A9-F786-4268-B449-E56B55CCF46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95EC5-6D11-4078-9D0C-DBF4A1643D2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4959481E-89E0-44E5-B49B-4FD8D91FBC0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BIENTÔT ET TRÈS BIENTÔT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VIENDRA UN JOUR OÙ LES BLESSURES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MISÈRE SERONT EFFACÉES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LARME QUE J’AI VERSÉE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DÉTENUE DANS UNE BOUTEILLE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PAIX ET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PRENEZ MA 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MENEZ-MOI TOUT DROIT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TERRE PROMISE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L’ENDROIT DE PLAISIR OÙ IL N’Y AURA NI DOULEUR NI TRISTESSE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CHANTEZ COMME JAMAIS AVANT AUPARAVANT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CRIEZ COMME JAMAIS AVANT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DANSEZ COMME JAMAIS AUPARAVANT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JAMAIS, JAMAIS AVANT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LORSQUE VOTRE CHANSON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VOLÉE PAR LA TEMPÊTE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VENT DANGEREUX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COMMENCE À S’ÉLEVER 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TENEZ FERME ET TRÈS CHER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SOUVIENS-TOI QUE LES PLEURS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PEUVENT DURER PENDANT LA NUIT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LA JOIE VIENDRA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LUMIÈRE DU MATIN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N’ABANDONNE PAS AUJOURD’HUI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PARCE QUE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LORSQUE LE SOLEIL SORTIRA DEMAIN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HEY ! JEUNE FILLE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SIMPLEMENT BELLE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IMAGE EST MERVEILLEUSE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58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TAILLE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36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TES CHEVEUX JUSQU’À TES ORTEILS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TE DONNE DE LA VALEUR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PERSONNE NE PEUT LE FAIRE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TOI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2518</TotalTime>
  <Words>995</Words>
  <Application>Microsoft Office PowerPoint</Application>
  <PresentationFormat>Affichage à l'écran (4:3)</PresentationFormat>
  <Paragraphs>2049</Paragraphs>
  <Slides>22</Slides>
  <Notes>22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Default Design</vt:lpstr>
      <vt:lpstr>BIENTÔT ET TRÈS BIENTÔT  VIENDRA UN JOUR OÙ LES BLESSURES</vt:lpstr>
      <vt:lpstr>ET LA MISÈRE SERONT EFFACÉES</vt:lpstr>
      <vt:lpstr>CHAQUE LARME QUE J’AI VERSÉE  DÉTENUE DANS UNE BOUTEILLE</vt:lpstr>
      <vt:lpstr>LA PAIX ET LA JOIE, PRENEZ MA MAIN</vt:lpstr>
      <vt:lpstr>ET MENEZ-MOI TOUT DROIT  DANS LA TERRE PROMISE</vt:lpstr>
      <vt:lpstr>À L’ENDROIT DE PLAISIR OÙ IL N’Y AURA NI DOULEUR NI TRISTESSE</vt:lpstr>
      <vt:lpstr>CHANTEZ COMME JAMAIS AVANT AUPARAVANT</vt:lpstr>
      <vt:lpstr>CRIEZ COMME JAMAIS AVANT</vt:lpstr>
      <vt:lpstr>DANSEZ COMME JAMAIS AUPARAVANT</vt:lpstr>
      <vt:lpstr>JAMAIS, JAMAIS AVANT</vt:lpstr>
      <vt:lpstr>LORSQUE VOTRE CHANSON  EST VOLÉE PAR LA TEMPÊTE</vt:lpstr>
      <vt:lpstr>LE VENT DANGEREUX  COMMENCE À S’ÉLEVER HAUT</vt:lpstr>
      <vt:lpstr>TENEZ FERME ET TRÈS CHER  SOUVIENS-TOI QUE LES PLEURS</vt:lpstr>
      <vt:lpstr>PEUVENT DURER PENDANT LA NUIT</vt:lpstr>
      <vt:lpstr>MAIS LA JOIE VIENDRA  DANS LA LUMIÈRE DU MATIN</vt:lpstr>
      <vt:lpstr>ALORS N’ABANDONNE PAS AUJOURD’HUI</vt:lpstr>
      <vt:lpstr>PARCE QUE  LORSQUE LE SOLEIL SORTIRA DEMAIN</vt:lpstr>
      <vt:lpstr>Diapositive 18</vt:lpstr>
      <vt:lpstr>Diapositive 19</vt:lpstr>
      <vt:lpstr>Diapositive 20</vt:lpstr>
      <vt:lpstr>Diapositive 21</vt:lpstr>
      <vt:lpstr>Diapositive 22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168</cp:revision>
  <dcterms:created xsi:type="dcterms:W3CDTF">2002-08-17T10:50:50Z</dcterms:created>
  <dcterms:modified xsi:type="dcterms:W3CDTF">2018-09-30T07:33:05Z</dcterms:modified>
</cp:coreProperties>
</file>