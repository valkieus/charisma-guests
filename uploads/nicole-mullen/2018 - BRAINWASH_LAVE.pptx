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72" r:id="rId2"/>
    <p:sldId id="285" r:id="rId3"/>
    <p:sldId id="284" r:id="rId4"/>
    <p:sldId id="283" r:id="rId5"/>
    <p:sldId id="286" r:id="rId6"/>
    <p:sldId id="282" r:id="rId7"/>
    <p:sldId id="287" r:id="rId8"/>
    <p:sldId id="281" r:id="rId9"/>
    <p:sldId id="288" r:id="rId10"/>
    <p:sldId id="279" r:id="rId11"/>
    <p:sldId id="278" r:id="rId12"/>
    <p:sldId id="277" r:id="rId13"/>
    <p:sldId id="276" r:id="rId14"/>
    <p:sldId id="289" r:id="rId15"/>
    <p:sldId id="275" r:id="rId16"/>
    <p:sldId id="290" r:id="rId17"/>
    <p:sldId id="274" r:id="rId18"/>
    <p:sldId id="291" r:id="rId19"/>
    <p:sldId id="273" r:id="rId20"/>
    <p:sldId id="292" r:id="rId21"/>
    <p:sldId id="293" r:id="rId22"/>
    <p:sldId id="294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5" r:id="rId31"/>
    <p:sldId id="306" r:id="rId32"/>
    <p:sldId id="307" r:id="rId33"/>
    <p:sldId id="303" r:id="rId34"/>
    <p:sldId id="304" r:id="rId35"/>
    <p:sldId id="295" r:id="rId3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5910" autoAdjust="0"/>
  </p:normalViewPr>
  <p:slideViewPr>
    <p:cSldViewPr>
      <p:cViewPr varScale="1">
        <p:scale>
          <a:sx n="33" d="100"/>
          <a:sy n="33" d="100"/>
        </p:scale>
        <p:origin x="-49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AB2D3EF-E856-4E52-B047-8F4A3E4B099F}" type="datetimeFigureOut">
              <a:rPr lang="fr-FR"/>
              <a:pPr>
                <a:defRPr/>
              </a:pPr>
              <a:t>30/09/2018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65E03AB-1B0E-4BDF-8DB2-971B6B9307D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1113108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	1-  BESOIN D’ÊTRE LAVÉE DE LA TÊTE JUSQU’AUX PIEDS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head</a:t>
            </a:r>
            <a:r>
              <a:rPr lang="fr-FR" dirty="0" smtClean="0"/>
              <a:t> to </a:t>
            </a:r>
            <a:r>
              <a:rPr lang="fr-FR" dirty="0" err="1" smtClean="0"/>
              <a:t>my</a:t>
            </a:r>
            <a:r>
              <a:rPr lang="fr-FR" dirty="0" smtClean="0"/>
              <a:t> soul  
	2-  BESOIN D’ÊTRE LAVÉE JUSQUE DANS MES PENSÉES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, </a:t>
            </a:r>
            <a:r>
              <a:rPr lang="fr-FR" dirty="0" err="1" smtClean="0"/>
              <a:t>bring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down to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toes</a:t>
            </a:r>
            <a:r>
              <a:rPr lang="fr-FR" dirty="0" smtClean="0"/>
              <a:t> 
	3-  BESOIN D’ÊTRE LAVÉE, MON ÊTRE TOUT ENTIER VEUT ÊTRE L A V É ET RELAVÉ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in and </a:t>
            </a:r>
            <a:r>
              <a:rPr lang="fr-FR" dirty="0" err="1" smtClean="0"/>
              <a:t>our</a:t>
            </a:r>
            <a:r>
              <a:rPr lang="fr-FR" dirty="0" smtClean="0"/>
              <a:t> 'cause </a:t>
            </a:r>
            <a:r>
              <a:rPr lang="fr-FR" dirty="0" err="1" smtClean="0"/>
              <a:t>you</a:t>
            </a:r>
            <a:r>
              <a:rPr lang="fr-FR" dirty="0" smtClean="0"/>
              <a:t> know ~ I </a:t>
            </a:r>
            <a:r>
              <a:rPr lang="fr-FR" dirty="0" err="1" smtClean="0"/>
              <a:t>need</a:t>
            </a:r>
            <a:r>
              <a:rPr lang="fr-FR" dirty="0" smtClean="0"/>
              <a:t> a B R A I N double </a:t>
            </a:r>
            <a:r>
              <a:rPr lang="fr-FR" dirty="0" err="1" smtClean="0"/>
              <a:t>was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DÉPASSÉE PAR CE QUI PASSE À LA TÉLÉ</a:t>
            </a:r>
          </a:p>
          <a:p>
            <a:pPr>
              <a:defRPr/>
            </a:pPr>
            <a:r>
              <a:rPr lang="fr-FR" dirty="0" err="1" smtClean="0"/>
              <a:t>Overwhelmed</a:t>
            </a:r>
            <a:r>
              <a:rPr lang="fr-FR" dirty="0" smtClean="0"/>
              <a:t> by the </a:t>
            </a:r>
            <a:r>
              <a:rPr lang="fr-FR" dirty="0" err="1" smtClean="0"/>
              <a:t>stuff</a:t>
            </a:r>
            <a:r>
              <a:rPr lang="fr-FR" dirty="0" smtClean="0"/>
              <a:t> on TV  
5-  ET LA PRESSION QUE L’ON VEUT M’IMPOSER  </a:t>
            </a:r>
          </a:p>
          <a:p>
            <a:pPr>
              <a:defRPr/>
            </a:pPr>
            <a:r>
              <a:rPr lang="fr-FR" dirty="0" err="1" smtClean="0"/>
              <a:t>Overloaded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the pressure </a:t>
            </a:r>
            <a:r>
              <a:rPr lang="fr-FR" dirty="0" err="1" smtClean="0"/>
              <a:t>fallin</a:t>
            </a:r>
            <a:r>
              <a:rPr lang="fr-FR" dirty="0" smtClean="0"/>
              <a:t>' on me 
6-  UN PEU D’OXYGÈNE ! JE VEUX RESPIRER ! </a:t>
            </a:r>
          </a:p>
          <a:p>
            <a:pPr>
              <a:defRPr/>
            </a:pPr>
            <a:r>
              <a:rPr lang="fr-FR" dirty="0" err="1" smtClean="0"/>
              <a:t>Oxygen</a:t>
            </a:r>
            <a:r>
              <a:rPr lang="fr-FR" dirty="0" smtClean="0"/>
              <a:t>!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gotta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
7-  E-MAILS, MYSPACE NE CESSENT DE BIPER</a:t>
            </a:r>
          </a:p>
          <a:p>
            <a:pPr>
              <a:defRPr/>
            </a:pPr>
            <a:r>
              <a:rPr lang="fr-FR" dirty="0" smtClean="0"/>
              <a:t>Email, </a:t>
            </a:r>
            <a:r>
              <a:rPr lang="fr-FR" dirty="0" err="1" smtClean="0"/>
              <a:t>Myspace</a:t>
            </a:r>
            <a:r>
              <a:rPr lang="fr-FR" dirty="0" smtClean="0"/>
              <a:t>, </a:t>
            </a:r>
            <a:r>
              <a:rPr lang="fr-FR" dirty="0" err="1" smtClean="0"/>
              <a:t>backin</a:t>
            </a:r>
            <a:r>
              <a:rPr lang="fr-FR" dirty="0" smtClean="0"/>
              <a:t>' up all the time  
8-  MESSAGE VOCAL APPUIE SUR 1 POUR RÉÉCOUTER </a:t>
            </a:r>
          </a:p>
          <a:p>
            <a:pPr>
              <a:defRPr/>
            </a:pPr>
            <a:r>
              <a:rPr lang="fr-FR" dirty="0" err="1" smtClean="0"/>
              <a:t>Voicemail</a:t>
            </a:r>
            <a:r>
              <a:rPr lang="fr-FR" dirty="0" smtClean="0"/>
              <a:t>, </a:t>
            </a:r>
            <a:r>
              <a:rPr lang="fr-FR" dirty="0" err="1" smtClean="0"/>
              <a:t>press</a:t>
            </a:r>
            <a:r>
              <a:rPr lang="fr-FR" dirty="0" smtClean="0"/>
              <a:t> one if </a:t>
            </a:r>
            <a:r>
              <a:rPr lang="fr-FR" dirty="0" err="1" smtClean="0"/>
              <a:t>you're</a:t>
            </a:r>
            <a:r>
              <a:rPr lang="fr-FR" dirty="0" smtClean="0"/>
              <a:t> on the line 
9-  TRANSFORMEUR PEUX-TU RENOUVELER MES PENSÉES ? </a:t>
            </a:r>
          </a:p>
          <a:p>
            <a:pPr>
              <a:defRPr/>
            </a:pPr>
            <a:r>
              <a:rPr lang="fr-FR" dirty="0" smtClean="0"/>
              <a:t>Transformer,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renew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?</a:t>
            </a:r>
          </a:p>
          <a:p>
            <a:pPr>
              <a:defRPr/>
            </a:pPr>
            <a:r>
              <a:rPr lang="fr-FR" dirty="0" smtClean="0"/>
              <a:t> 
	10-  BESOIN D’ÊTRE LAVÉE DE LA TÊTE JUSQU’AUX PIEDS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head</a:t>
            </a:r>
            <a:r>
              <a:rPr lang="fr-FR" dirty="0" smtClean="0"/>
              <a:t> to </a:t>
            </a:r>
            <a:r>
              <a:rPr lang="fr-FR" dirty="0" err="1" smtClean="0"/>
              <a:t>my</a:t>
            </a:r>
            <a:r>
              <a:rPr lang="fr-FR" dirty="0" smtClean="0"/>
              <a:t> soul 
	11-  BESOIN D’ÊTRE LAVÉE JUSQUE DANS MES PENSÉES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, </a:t>
            </a:r>
            <a:r>
              <a:rPr lang="fr-FR" dirty="0" err="1" smtClean="0"/>
              <a:t>bring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down to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toes</a:t>
            </a:r>
            <a:r>
              <a:rPr lang="fr-FR" dirty="0" smtClean="0"/>
              <a:t> 
	12-  BESOIN D’ÊTRE LAVÉE, MON ÊTRE TOUT ENTIER VEUT ÊTRE L A V É ET RELAVÉ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in and </a:t>
            </a:r>
            <a:r>
              <a:rPr lang="fr-FR" dirty="0" err="1" smtClean="0"/>
              <a:t>our</a:t>
            </a:r>
            <a:r>
              <a:rPr lang="fr-FR" dirty="0" smtClean="0"/>
              <a:t> 'cause </a:t>
            </a:r>
            <a:r>
              <a:rPr lang="fr-FR" dirty="0" err="1" smtClean="0"/>
              <a:t>you</a:t>
            </a:r>
            <a:r>
              <a:rPr lang="fr-FR" dirty="0" smtClean="0"/>
              <a:t> know ~ I </a:t>
            </a:r>
            <a:r>
              <a:rPr lang="fr-FR" dirty="0" err="1" smtClean="0"/>
              <a:t>need</a:t>
            </a:r>
            <a:r>
              <a:rPr lang="fr-FR" dirty="0" smtClean="0"/>
              <a:t> a B R A I N double </a:t>
            </a:r>
            <a:r>
              <a:rPr lang="fr-FR" dirty="0" err="1" smtClean="0"/>
              <a:t>was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CET ARRIÈRE-GOÛT AU FOND DE MON ÂME</a:t>
            </a:r>
          </a:p>
          <a:p>
            <a:pPr>
              <a:defRPr/>
            </a:pPr>
            <a:r>
              <a:rPr lang="fr-FR" dirty="0" smtClean="0"/>
              <a:t>Smack dab in the front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 
14-  CE SONT LES CHOSES QUE J’AI FAITES DE MAL </a:t>
            </a:r>
          </a:p>
          <a:p>
            <a:pPr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</a:t>
            </a:r>
            <a:r>
              <a:rPr lang="fr-FR" dirty="0" err="1" smtClean="0"/>
              <a:t>wrong</a:t>
            </a:r>
            <a:r>
              <a:rPr lang="fr-FR" dirty="0" smtClean="0"/>
              <a:t> 
15-  QUI NE S’ARRÊTENT PAS DE REPASSER </a:t>
            </a:r>
          </a:p>
          <a:p>
            <a:pPr>
              <a:defRPr/>
            </a:pPr>
            <a:r>
              <a:rPr lang="fr-FR" dirty="0" err="1" smtClean="0"/>
              <a:t>Re</a:t>
            </a:r>
            <a:r>
              <a:rPr lang="fr-FR" dirty="0" smtClean="0"/>
              <a:t>-</a:t>
            </a:r>
            <a:r>
              <a:rPr lang="fr-FR" dirty="0" err="1" smtClean="0"/>
              <a:t>play</a:t>
            </a:r>
            <a:r>
              <a:rPr lang="fr-FR" dirty="0" smtClean="0"/>
              <a:t> and </a:t>
            </a:r>
            <a:r>
              <a:rPr lang="fr-FR" dirty="0" err="1" smtClean="0"/>
              <a:t>rewind</a:t>
            </a:r>
            <a:r>
              <a:rPr lang="fr-FR" dirty="0" smtClean="0"/>
              <a:t> 
16-  POURRAI-JE CETTE FOIS TOUT EFFACER ? </a:t>
            </a:r>
          </a:p>
          <a:p>
            <a:pPr>
              <a:defRPr/>
            </a:pPr>
            <a:r>
              <a:rPr lang="fr-FR" dirty="0" smtClean="0"/>
              <a:t>How </a:t>
            </a:r>
            <a:r>
              <a:rPr lang="fr-FR" dirty="0" err="1" smtClean="0"/>
              <a:t>can</a:t>
            </a:r>
            <a:r>
              <a:rPr lang="fr-FR" dirty="0" smtClean="0"/>
              <a:t> I </a:t>
            </a:r>
            <a:r>
              <a:rPr lang="fr-FR" dirty="0" err="1" smtClean="0"/>
              <a:t>erase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17-  CET ARRIÈRE-GOÛT DANS MA MENTALITÉ</a:t>
            </a:r>
          </a:p>
          <a:p>
            <a:pPr>
              <a:defRPr/>
            </a:pPr>
            <a:r>
              <a:rPr lang="fr-FR" dirty="0" smtClean="0"/>
              <a:t>Smack dab in the </a:t>
            </a:r>
            <a:r>
              <a:rPr lang="fr-FR" dirty="0" err="1" smtClean="0"/>
              <a:t>pit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soul  
18-  QUI CREUSE UN TROU DE CULPABILITÉ </a:t>
            </a:r>
          </a:p>
          <a:p>
            <a:pPr>
              <a:defRPr/>
            </a:pPr>
            <a:r>
              <a:rPr lang="fr-FR" dirty="0" smtClean="0"/>
              <a:t>This </a:t>
            </a:r>
            <a:r>
              <a:rPr lang="fr-FR" dirty="0" err="1" smtClean="0"/>
              <a:t>guilty</a:t>
            </a:r>
            <a:r>
              <a:rPr lang="fr-FR" dirty="0" smtClean="0"/>
              <a:t> </a:t>
            </a:r>
            <a:r>
              <a:rPr lang="fr-FR" dirty="0" err="1" smtClean="0"/>
              <a:t>feeling's</a:t>
            </a:r>
            <a:r>
              <a:rPr lang="fr-FR" dirty="0" smtClean="0"/>
              <a:t> </a:t>
            </a:r>
            <a:r>
              <a:rPr lang="fr-FR" dirty="0" err="1" smtClean="0"/>
              <a:t>diggin</a:t>
            </a:r>
            <a:r>
              <a:rPr lang="fr-FR" dirty="0" smtClean="0"/>
              <a:t>' a </a:t>
            </a:r>
            <a:r>
              <a:rPr lang="fr-FR" dirty="0" err="1" smtClean="0"/>
              <a:t>hole</a:t>
            </a:r>
            <a:r>
              <a:rPr lang="fr-FR" dirty="0" smtClean="0"/>
              <a:t> 
19-  JE PERDS LE CONTRÔLE DE MES PENSÉES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thoughts</a:t>
            </a:r>
            <a:r>
              <a:rPr lang="fr-FR" dirty="0" smtClean="0"/>
              <a:t> are </a:t>
            </a:r>
            <a:r>
              <a:rPr lang="fr-FR" dirty="0" err="1" smtClean="0"/>
              <a:t>spinnin</a:t>
            </a:r>
            <a:r>
              <a:rPr lang="fr-FR" dirty="0" smtClean="0"/>
              <a:t>' out of control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20-  BESOIN D’ÊTRE LAVÉE DE LA TÊTE JUSQU’AUX PIEDS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head</a:t>
            </a:r>
            <a:r>
              <a:rPr lang="fr-FR" dirty="0" smtClean="0"/>
              <a:t> to </a:t>
            </a:r>
            <a:r>
              <a:rPr lang="fr-FR" dirty="0" err="1" smtClean="0"/>
              <a:t>my</a:t>
            </a:r>
            <a:r>
              <a:rPr lang="fr-FR" dirty="0" smtClean="0"/>
              <a:t> soul 
	21-  BESOIN D’ÊTRE LAVÉE JUSQUE DANS MES PENSÉES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, </a:t>
            </a:r>
            <a:r>
              <a:rPr lang="fr-FR" dirty="0" err="1" smtClean="0"/>
              <a:t>bring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down to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toes</a:t>
            </a:r>
            <a:r>
              <a:rPr lang="fr-FR" dirty="0" smtClean="0"/>
              <a:t> 
	22-  BESOIN D’ÊTRE LAVÉE, MON ÊTRE TOUT ENTIER VEUT ÊTRE L A V É ET RELAVÉ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in and </a:t>
            </a:r>
            <a:r>
              <a:rPr lang="fr-FR" dirty="0" err="1" smtClean="0"/>
              <a:t>our</a:t>
            </a:r>
            <a:r>
              <a:rPr lang="fr-FR" dirty="0" smtClean="0"/>
              <a:t> 'cause </a:t>
            </a:r>
            <a:r>
              <a:rPr lang="fr-FR" dirty="0" err="1" smtClean="0"/>
              <a:t>you</a:t>
            </a:r>
            <a:r>
              <a:rPr lang="fr-FR" dirty="0" smtClean="0"/>
              <a:t> know ~ I </a:t>
            </a:r>
            <a:r>
              <a:rPr lang="fr-FR" dirty="0" err="1" smtClean="0"/>
              <a:t>need</a:t>
            </a:r>
            <a:r>
              <a:rPr lang="fr-FR" dirty="0" smtClean="0"/>
              <a:t> a B R A I N double </a:t>
            </a:r>
            <a:r>
              <a:rPr lang="fr-FR" dirty="0" err="1" smtClean="0"/>
              <a:t>was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23-  LE MONDE EST TYPIQUE POUR FAIRE VIVRE LA TRADITION  </a:t>
            </a:r>
          </a:p>
          <a:p>
            <a:pPr>
              <a:defRPr/>
            </a:pPr>
            <a:r>
              <a:rPr lang="fr-FR" dirty="0" smtClean="0"/>
              <a:t>The world </a:t>
            </a:r>
            <a:r>
              <a:rPr lang="fr-FR" dirty="0" err="1" smtClean="0"/>
              <a:t>is</a:t>
            </a:r>
            <a:r>
              <a:rPr lang="fr-FR" dirty="0" smtClean="0"/>
              <a:t> straight </a:t>
            </a:r>
            <a:r>
              <a:rPr lang="fr-FR" dirty="0" err="1" smtClean="0"/>
              <a:t>typical</a:t>
            </a:r>
            <a:r>
              <a:rPr lang="fr-FR" dirty="0" smtClean="0"/>
              <a:t> to rock the </a:t>
            </a:r>
            <a:r>
              <a:rPr lang="fr-FR" dirty="0" err="1" smtClean="0"/>
              <a:t>traditional</a:t>
            </a:r>
            <a:r>
              <a:rPr lang="fr-FR" dirty="0" smtClean="0"/>
              <a:t>
24-  EN FAISANT PENSER QUE C’EST LA VRAIE VIE </a:t>
            </a:r>
          </a:p>
          <a:p>
            <a:pPr>
              <a:defRPr/>
            </a:pPr>
            <a:r>
              <a:rPr lang="fr-FR" dirty="0" err="1" smtClean="0"/>
              <a:t>Kinda</a:t>
            </a:r>
            <a:r>
              <a:rPr lang="fr-FR" dirty="0" smtClean="0"/>
              <a:t> </a:t>
            </a:r>
            <a:r>
              <a:rPr lang="fr-FR" dirty="0" err="1" smtClean="0"/>
              <a:t>keep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real life </a:t>
            </a:r>
            <a:r>
              <a:rPr lang="fr-FR" dirty="0" err="1" smtClean="0"/>
              <a:t>livin</a:t>
            </a:r>
            <a:r>
              <a:rPr lang="fr-FR" dirty="0" smtClean="0"/>
              <a:t>' </a:t>
            </a:r>
            <a:r>
              <a:rPr lang="fr-FR" dirty="0" err="1" smtClean="0"/>
              <a:t>mind</a:t>
            </a:r>
            <a:r>
              <a:rPr lang="fr-FR" dirty="0" smtClean="0"/>
              <a:t> simple </a:t>
            </a:r>
            <a:r>
              <a:rPr lang="fr-FR" dirty="0" err="1" smtClean="0"/>
              <a:t>though</a:t>
            </a:r>
            <a:r>
              <a:rPr lang="fr-FR" dirty="0" smtClean="0"/>
              <a:t> 
25-  MON PASSÉ EST EN RÉMISSION EN DÉVELOPPANT MES STRATÉGIES 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remission</a:t>
            </a:r>
            <a:r>
              <a:rPr lang="fr-FR" dirty="0" smtClean="0"/>
              <a:t> </a:t>
            </a:r>
            <a:r>
              <a:rPr lang="fr-FR" dirty="0" err="1" smtClean="0"/>
              <a:t>Thrivin</a:t>
            </a:r>
            <a:r>
              <a:rPr lang="fr-FR" dirty="0" smtClean="0"/>
              <a:t>' on </a:t>
            </a:r>
            <a:r>
              <a:rPr lang="fr-FR" dirty="0" err="1" smtClean="0"/>
              <a:t>my</a:t>
            </a:r>
            <a:r>
              <a:rPr lang="fr-FR" dirty="0" smtClean="0"/>
              <a:t> conditions ~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26-  J’AI BESOIN DE RECOMMENCER  UN NOUVEAU DÉPART 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r>
              <a:rPr lang="fr-FR" dirty="0" smtClean="0"/>
              <a:t> ~ A </a:t>
            </a:r>
            <a:r>
              <a:rPr lang="fr-FR" dirty="0" err="1" smtClean="0"/>
              <a:t>fresh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to </a:t>
            </a:r>
            <a:r>
              <a:rPr lang="fr-FR" dirty="0" err="1" smtClean="0"/>
              <a:t>get</a:t>
            </a:r>
            <a:r>
              <a:rPr lang="fr-FR" dirty="0" smtClean="0"/>
              <a:t> down 
27-  JE VIENS DIRECTEMENT DU JERSEY SUD  UNE VILLE SALE, JE SUIS LIBRE </a:t>
            </a:r>
          </a:p>
          <a:p>
            <a:pPr>
              <a:defRPr/>
            </a:pPr>
            <a:r>
              <a:rPr lang="fr-FR" dirty="0" err="1" smtClean="0"/>
              <a:t>Comin</a:t>
            </a:r>
            <a:r>
              <a:rPr lang="fr-FR" dirty="0" smtClean="0"/>
              <a:t>' straight </a:t>
            </a:r>
            <a:r>
              <a:rPr lang="fr-FR" dirty="0" err="1" smtClean="0"/>
              <a:t>from</a:t>
            </a:r>
            <a:r>
              <a:rPr lang="fr-FR" dirty="0" smtClean="0"/>
              <a:t> Jersey </a:t>
            </a:r>
            <a:r>
              <a:rPr lang="fr-FR" dirty="0" err="1" smtClean="0"/>
              <a:t>roamin</a:t>
            </a:r>
            <a:r>
              <a:rPr lang="fr-FR" dirty="0" smtClean="0"/>
              <a:t>' in the land of the </a:t>
            </a:r>
            <a:r>
              <a:rPr lang="fr-FR" dirty="0" err="1" smtClean="0"/>
              <a:t>dirty</a:t>
            </a:r>
            <a:r>
              <a:rPr lang="fr-FR" dirty="0" smtClean="0"/>
              <a:t> </a:t>
            </a:r>
            <a:r>
              <a:rPr lang="fr-FR" dirty="0" err="1" smtClean="0"/>
              <a:t>south</a:t>
            </a:r>
            <a:r>
              <a:rPr lang="fr-FR" dirty="0" smtClean="0"/>
              <a:t>, free 
28-  JE M’ENFUIS DE LA MISÈRE AVEC LA MENTALITÉ DE CHRIST </a:t>
            </a:r>
          </a:p>
          <a:p>
            <a:pPr>
              <a:defRPr/>
            </a:pPr>
            <a:r>
              <a:rPr lang="fr-FR" dirty="0" err="1" smtClean="0"/>
              <a:t>Escapin</a:t>
            </a:r>
            <a:r>
              <a:rPr lang="fr-FR" dirty="0" smtClean="0"/>
              <a:t>' </a:t>
            </a:r>
            <a:r>
              <a:rPr lang="fr-FR" dirty="0" err="1" smtClean="0"/>
              <a:t>misery</a:t>
            </a:r>
            <a:r>
              <a:rPr lang="fr-FR" dirty="0" smtClean="0"/>
              <a:t> ~ </a:t>
            </a:r>
            <a:r>
              <a:rPr lang="fr-FR" dirty="0" err="1" smtClean="0"/>
              <a:t>With</a:t>
            </a:r>
            <a:r>
              <a:rPr lang="fr-FR" dirty="0" smtClean="0"/>
              <a:t> a Christ </a:t>
            </a:r>
            <a:r>
              <a:rPr lang="fr-FR" dirty="0" err="1" smtClean="0"/>
              <a:t>mentality</a:t>
            </a:r>
            <a:r>
              <a:rPr lang="fr-FR" dirty="0" smtClean="0"/>
              <a:t> 
29-  JE L’AI EUE EN VIVANT PAR LA PAROLE ELLE M’A LIBÉRÉE, YO, J’AI BESOIN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to have </a:t>
            </a:r>
            <a:r>
              <a:rPr lang="fr-FR" dirty="0" err="1" smtClean="0"/>
              <a:t>it</a:t>
            </a:r>
            <a:r>
              <a:rPr lang="fr-FR" dirty="0" smtClean="0"/>
              <a:t> ~ Living </a:t>
            </a:r>
            <a:r>
              <a:rPr lang="fr-FR" dirty="0" err="1" smtClean="0"/>
              <a:t>word</a:t>
            </a:r>
            <a:r>
              <a:rPr lang="fr-FR" dirty="0" smtClean="0"/>
              <a:t> habits ~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nice</a:t>
            </a:r>
            <a:r>
              <a:rPr lang="fr-FR" dirty="0" smtClean="0"/>
              <a:t> </a:t>
            </a:r>
            <a:r>
              <a:rPr lang="fr-FR" dirty="0" err="1" smtClean="0"/>
              <a:t>dippin</a:t>
            </a:r>
            <a:r>
              <a:rPr lang="fr-FR" dirty="0" smtClean="0"/>
              <a:t>' me </a:t>
            </a:r>
            <a:r>
              <a:rPr lang="fr-FR" dirty="0" err="1" smtClean="0"/>
              <a:t>twice</a:t>
            </a:r>
            <a:r>
              <a:rPr lang="fr-FR" dirty="0" smtClean="0"/>
              <a:t> </a:t>
            </a:r>
            <a:r>
              <a:rPr lang="fr-FR" dirty="0" err="1" smtClean="0"/>
              <a:t>Yo</a:t>
            </a:r>
            <a:r>
              <a:rPr lang="fr-FR" dirty="0" smtClean="0"/>
              <a:t>, ah I </a:t>
            </a:r>
            <a:r>
              <a:rPr lang="fr-FR" dirty="0" err="1" smtClean="0"/>
              <a:t>need</a:t>
            </a:r>
            <a:r>
              <a:rPr lang="fr-FR" dirty="0" smtClean="0"/>
              <a:t> a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30-  BESOIN D’ÊTRE LAVÉE DE LA TÊTE JUSQU’AUX PIEDS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head</a:t>
            </a:r>
            <a:r>
              <a:rPr lang="fr-FR" dirty="0" smtClean="0"/>
              <a:t> to </a:t>
            </a:r>
            <a:r>
              <a:rPr lang="fr-FR" dirty="0" err="1" smtClean="0"/>
              <a:t>my</a:t>
            </a:r>
            <a:r>
              <a:rPr lang="fr-FR" dirty="0" smtClean="0"/>
              <a:t> soul  
	31-  BESOIN D’ÊTRE LAVÉE JUSQUE DANS MES PENSÉES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, </a:t>
            </a:r>
            <a:r>
              <a:rPr lang="fr-FR" dirty="0" err="1" smtClean="0"/>
              <a:t>bring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down to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toes</a:t>
            </a:r>
            <a:r>
              <a:rPr lang="fr-FR" dirty="0" smtClean="0"/>
              <a:t> 
	32-  BESOIN D’ÊTRE LAVÉE, MON ÊTRE TOUT ENTIER VEUT ÊTRE L A V É ET RELAVÉ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in and </a:t>
            </a:r>
            <a:r>
              <a:rPr lang="fr-FR" dirty="0" err="1" smtClean="0"/>
              <a:t>our</a:t>
            </a:r>
            <a:r>
              <a:rPr lang="fr-FR" dirty="0" smtClean="0"/>
              <a:t> 'cause </a:t>
            </a:r>
            <a:r>
              <a:rPr lang="fr-FR" dirty="0" err="1" smtClean="0"/>
              <a:t>you</a:t>
            </a:r>
            <a:r>
              <a:rPr lang="fr-FR" dirty="0" smtClean="0"/>
              <a:t> know ~ I </a:t>
            </a:r>
            <a:r>
              <a:rPr lang="fr-FR" dirty="0" err="1" smtClean="0"/>
              <a:t>need</a:t>
            </a:r>
            <a:r>
              <a:rPr lang="fr-FR" dirty="0" smtClean="0"/>
              <a:t> a B R A I N double </a:t>
            </a:r>
            <a:r>
              <a:rPr lang="fr-FR" dirty="0" err="1" smtClean="0"/>
              <a:t>was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  
33-  NE VOUS CONFORMEZ PAS AU SIÈCLE PRÉSENT </a:t>
            </a:r>
          </a:p>
          <a:p>
            <a:pPr>
              <a:defRPr/>
            </a:pPr>
            <a:r>
              <a:rPr lang="fr-FR" dirty="0" smtClean="0"/>
              <a:t>Be not </a:t>
            </a:r>
            <a:r>
              <a:rPr lang="fr-FR" dirty="0" err="1" smtClean="0"/>
              <a:t>conformed</a:t>
            </a:r>
            <a:r>
              <a:rPr lang="fr-FR" dirty="0" smtClean="0"/>
              <a:t> to </a:t>
            </a:r>
            <a:r>
              <a:rPr lang="fr-FR" dirty="0" err="1" smtClean="0"/>
              <a:t>this</a:t>
            </a:r>
            <a:r>
              <a:rPr lang="fr-FR" dirty="0" smtClean="0"/>
              <a:t> world 
34-  MAIS SOYEZ TRANSFORMÉS PAR LE RENOUVELLEMENT DE L’INTELLIGENCE </a:t>
            </a:r>
          </a:p>
          <a:p>
            <a:pPr>
              <a:defRPr/>
            </a:pPr>
            <a:r>
              <a:rPr lang="fr-FR" dirty="0" smtClean="0"/>
              <a:t>But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transformed</a:t>
            </a:r>
            <a:r>
              <a:rPr lang="fr-FR" dirty="0" smtClean="0"/>
              <a:t> by the </a:t>
            </a:r>
            <a:r>
              <a:rPr lang="fr-FR" dirty="0" err="1" smtClean="0"/>
              <a:t>renewing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 
35-  L A V É ET RELAVÉ </a:t>
            </a:r>
          </a:p>
          <a:p>
            <a:pPr>
              <a:defRPr/>
            </a:pPr>
            <a:r>
              <a:rPr lang="fr-FR" dirty="0" smtClean="0"/>
              <a:t>double </a:t>
            </a:r>
            <a:r>
              <a:rPr lang="fr-FR" dirty="0" err="1" smtClean="0"/>
              <a:t>wash</a:t>
            </a:r>
            <a:r>
              <a:rPr lang="fr-FR" dirty="0" smtClean="0"/>
              <a:t>
</a:t>
            </a:r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head</a:t>
            </a:r>
            <a:r>
              <a:rPr lang="fr-FR" dirty="0" smtClean="0"/>
              <a:t> to </a:t>
            </a:r>
            <a:r>
              <a:rPr lang="fr-FR" dirty="0" err="1" smtClean="0"/>
              <a:t>my</a:t>
            </a:r>
            <a:r>
              <a:rPr lang="fr-FR" dirty="0" smtClean="0"/>
              <a:t> soul  
	2-  BESOIN D’ÊTRE LAVÉE JUSQUE DANS MES PENSÉES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, </a:t>
            </a:r>
            <a:r>
              <a:rPr lang="fr-FR" dirty="0" err="1" smtClean="0"/>
              <a:t>bring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down to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toes</a:t>
            </a:r>
            <a:r>
              <a:rPr lang="fr-FR" dirty="0" smtClean="0"/>
              <a:t> 
	3-  BESOIN D’ÊTRE LAVÉE, MON ÊTRE TOUT ENTIER VEUT ÊTRE L A V É ET RELAVÉ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in and </a:t>
            </a:r>
            <a:r>
              <a:rPr lang="fr-FR" dirty="0" err="1" smtClean="0"/>
              <a:t>our</a:t>
            </a:r>
            <a:r>
              <a:rPr lang="fr-FR" dirty="0" smtClean="0"/>
              <a:t> 'cause </a:t>
            </a:r>
            <a:r>
              <a:rPr lang="fr-FR" dirty="0" err="1" smtClean="0"/>
              <a:t>you</a:t>
            </a:r>
            <a:r>
              <a:rPr lang="fr-FR" dirty="0" smtClean="0"/>
              <a:t> know ~ I </a:t>
            </a:r>
            <a:r>
              <a:rPr lang="fr-FR" dirty="0" err="1" smtClean="0"/>
              <a:t>need</a:t>
            </a:r>
            <a:r>
              <a:rPr lang="fr-FR" dirty="0" smtClean="0"/>
              <a:t> a B R A I N double </a:t>
            </a:r>
            <a:r>
              <a:rPr lang="fr-FR" dirty="0" err="1" smtClean="0"/>
              <a:t>was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DÉPASSÉE PAR CE QUI PASSE À LA TÉLÉ</a:t>
            </a:r>
          </a:p>
          <a:p>
            <a:pPr>
              <a:defRPr/>
            </a:pPr>
            <a:r>
              <a:rPr lang="fr-FR" dirty="0" err="1" smtClean="0"/>
              <a:t>Overwhelmed</a:t>
            </a:r>
            <a:r>
              <a:rPr lang="fr-FR" dirty="0" smtClean="0"/>
              <a:t> by the </a:t>
            </a:r>
            <a:r>
              <a:rPr lang="fr-FR" dirty="0" err="1" smtClean="0"/>
              <a:t>stuff</a:t>
            </a:r>
            <a:r>
              <a:rPr lang="fr-FR" dirty="0" smtClean="0"/>
              <a:t> on TV  
5-  ET LA PRESSION QUE L’ON VEUT M’IMPOSER  </a:t>
            </a:r>
          </a:p>
          <a:p>
            <a:pPr>
              <a:defRPr/>
            </a:pPr>
            <a:r>
              <a:rPr lang="fr-FR" dirty="0" err="1" smtClean="0"/>
              <a:t>Overloaded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the pressure </a:t>
            </a:r>
            <a:r>
              <a:rPr lang="fr-FR" dirty="0" err="1" smtClean="0"/>
              <a:t>fallin</a:t>
            </a:r>
            <a:r>
              <a:rPr lang="fr-FR" dirty="0" smtClean="0"/>
              <a:t>' on me 
6-  UN PEU D’OXYGÈNE ! JE VEUX RESPIRER ! </a:t>
            </a:r>
          </a:p>
          <a:p>
            <a:pPr>
              <a:defRPr/>
            </a:pPr>
            <a:r>
              <a:rPr lang="fr-FR" dirty="0" err="1" smtClean="0"/>
              <a:t>Oxygen</a:t>
            </a:r>
            <a:r>
              <a:rPr lang="fr-FR" dirty="0" smtClean="0"/>
              <a:t>!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gotta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
7-  E-MAILS, MYSPACE NE CESSENT DE BIPER</a:t>
            </a:r>
          </a:p>
          <a:p>
            <a:pPr>
              <a:defRPr/>
            </a:pPr>
            <a:r>
              <a:rPr lang="fr-FR" dirty="0" smtClean="0"/>
              <a:t>Email, </a:t>
            </a:r>
            <a:r>
              <a:rPr lang="fr-FR" dirty="0" err="1" smtClean="0"/>
              <a:t>Myspace</a:t>
            </a:r>
            <a:r>
              <a:rPr lang="fr-FR" dirty="0" smtClean="0"/>
              <a:t>, </a:t>
            </a:r>
            <a:r>
              <a:rPr lang="fr-FR" dirty="0" err="1" smtClean="0"/>
              <a:t>backin</a:t>
            </a:r>
            <a:r>
              <a:rPr lang="fr-FR" dirty="0" smtClean="0"/>
              <a:t>' up all the time  
8-  MESSAGE VOCAL APPUIE SUR 1 POUR RÉÉCOUTER </a:t>
            </a:r>
          </a:p>
          <a:p>
            <a:pPr>
              <a:defRPr/>
            </a:pPr>
            <a:r>
              <a:rPr lang="fr-FR" dirty="0" err="1" smtClean="0"/>
              <a:t>Voicemail</a:t>
            </a:r>
            <a:r>
              <a:rPr lang="fr-FR" dirty="0" smtClean="0"/>
              <a:t>, </a:t>
            </a:r>
            <a:r>
              <a:rPr lang="fr-FR" dirty="0" err="1" smtClean="0"/>
              <a:t>press</a:t>
            </a:r>
            <a:r>
              <a:rPr lang="fr-FR" dirty="0" smtClean="0"/>
              <a:t> one if </a:t>
            </a:r>
            <a:r>
              <a:rPr lang="fr-FR" dirty="0" err="1" smtClean="0"/>
              <a:t>you're</a:t>
            </a:r>
            <a:r>
              <a:rPr lang="fr-FR" dirty="0" smtClean="0"/>
              <a:t> on the line 
9-  TRANSFORMEUR PEUX-TU RENOUVELER MES PENSÉES ? </a:t>
            </a:r>
          </a:p>
          <a:p>
            <a:pPr>
              <a:defRPr/>
            </a:pPr>
            <a:r>
              <a:rPr lang="fr-FR" dirty="0" smtClean="0"/>
              <a:t>Transformer,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renew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?</a:t>
            </a:r>
          </a:p>
          <a:p>
            <a:pPr>
              <a:defRPr/>
            </a:pPr>
            <a:r>
              <a:rPr lang="fr-FR" dirty="0" smtClean="0"/>
              <a:t> 
	10-  BESOIN D’ÊTRE LAVÉE DE LA TÊTE JUSQU’AUX PIEDS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head</a:t>
            </a:r>
            <a:r>
              <a:rPr lang="fr-FR" dirty="0" smtClean="0"/>
              <a:t> to </a:t>
            </a:r>
            <a:r>
              <a:rPr lang="fr-FR" dirty="0" err="1" smtClean="0"/>
              <a:t>my</a:t>
            </a:r>
            <a:r>
              <a:rPr lang="fr-FR" dirty="0" smtClean="0"/>
              <a:t> soul 
	11-  BESOIN D’ÊTRE LAVÉE JUSQUE DANS MES PENSÉES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, </a:t>
            </a:r>
            <a:r>
              <a:rPr lang="fr-FR" dirty="0" err="1" smtClean="0"/>
              <a:t>bring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down to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toes</a:t>
            </a:r>
            <a:r>
              <a:rPr lang="fr-FR" dirty="0" smtClean="0"/>
              <a:t> 
	12-  BESOIN D’ÊTRE LAVÉE, MON ÊTRE TOUT ENTIER VEUT ÊTRE L A V É ET RELAVÉ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in and </a:t>
            </a:r>
            <a:r>
              <a:rPr lang="fr-FR" dirty="0" err="1" smtClean="0"/>
              <a:t>our</a:t>
            </a:r>
            <a:r>
              <a:rPr lang="fr-FR" dirty="0" smtClean="0"/>
              <a:t> 'cause </a:t>
            </a:r>
            <a:r>
              <a:rPr lang="fr-FR" dirty="0" err="1" smtClean="0"/>
              <a:t>you</a:t>
            </a:r>
            <a:r>
              <a:rPr lang="fr-FR" dirty="0" smtClean="0"/>
              <a:t> know ~ I </a:t>
            </a:r>
            <a:r>
              <a:rPr lang="fr-FR" dirty="0" err="1" smtClean="0"/>
              <a:t>need</a:t>
            </a:r>
            <a:r>
              <a:rPr lang="fr-FR" dirty="0" smtClean="0"/>
              <a:t> a B R A I N double </a:t>
            </a:r>
            <a:r>
              <a:rPr lang="fr-FR" dirty="0" err="1" smtClean="0"/>
              <a:t>was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CET ARRIÈRE-GOÛT AU FOND DE MON ÂME</a:t>
            </a:r>
          </a:p>
          <a:p>
            <a:pPr>
              <a:defRPr/>
            </a:pPr>
            <a:r>
              <a:rPr lang="fr-FR" dirty="0" smtClean="0"/>
              <a:t>Smack dab in the front of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r>
              <a:rPr lang="fr-FR" dirty="0" smtClean="0"/>
              <a:t>  
14-  CE SONT LES CHOSES QUE J’AI FAITES DE MAL </a:t>
            </a:r>
          </a:p>
          <a:p>
            <a:pPr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</a:t>
            </a:r>
            <a:r>
              <a:rPr lang="fr-FR" dirty="0" err="1" smtClean="0"/>
              <a:t>wrong</a:t>
            </a:r>
            <a:r>
              <a:rPr lang="fr-FR" dirty="0" smtClean="0"/>
              <a:t> 
15-  QUI NE S’ARRÊTENT PAS DE REPASSER </a:t>
            </a:r>
          </a:p>
          <a:p>
            <a:pPr>
              <a:defRPr/>
            </a:pPr>
            <a:r>
              <a:rPr lang="fr-FR" dirty="0" err="1" smtClean="0"/>
              <a:t>Re</a:t>
            </a:r>
            <a:r>
              <a:rPr lang="fr-FR" dirty="0" smtClean="0"/>
              <a:t>-</a:t>
            </a:r>
            <a:r>
              <a:rPr lang="fr-FR" dirty="0" err="1" smtClean="0"/>
              <a:t>play</a:t>
            </a:r>
            <a:r>
              <a:rPr lang="fr-FR" dirty="0" smtClean="0"/>
              <a:t> and </a:t>
            </a:r>
            <a:r>
              <a:rPr lang="fr-FR" dirty="0" err="1" smtClean="0"/>
              <a:t>rewind</a:t>
            </a:r>
            <a:r>
              <a:rPr lang="fr-FR" dirty="0" smtClean="0"/>
              <a:t> 
16-  POURRAI-JE CETTE FOIS TOUT EFFACER ? </a:t>
            </a:r>
          </a:p>
          <a:p>
            <a:pPr>
              <a:defRPr/>
            </a:pPr>
            <a:r>
              <a:rPr lang="fr-FR" dirty="0" smtClean="0"/>
              <a:t>How </a:t>
            </a:r>
            <a:r>
              <a:rPr lang="fr-FR" dirty="0" err="1" smtClean="0"/>
              <a:t>can</a:t>
            </a:r>
            <a:r>
              <a:rPr lang="fr-FR" dirty="0" smtClean="0"/>
              <a:t> I </a:t>
            </a:r>
            <a:r>
              <a:rPr lang="fr-FR" dirty="0" err="1" smtClean="0"/>
              <a:t>erase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time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17-  CET ARRIÈRE-GOÛT DANS MA MENTALITÉ</a:t>
            </a:r>
          </a:p>
          <a:p>
            <a:pPr>
              <a:defRPr/>
            </a:pPr>
            <a:r>
              <a:rPr lang="fr-FR" dirty="0" smtClean="0"/>
              <a:t>Smack dab in the </a:t>
            </a:r>
            <a:r>
              <a:rPr lang="fr-FR" dirty="0" err="1" smtClean="0"/>
              <a:t>pit</a:t>
            </a:r>
            <a:r>
              <a:rPr lang="fr-FR" dirty="0" smtClean="0"/>
              <a:t> of </a:t>
            </a:r>
            <a:r>
              <a:rPr lang="fr-FR" dirty="0" err="1" smtClean="0"/>
              <a:t>my</a:t>
            </a:r>
            <a:r>
              <a:rPr lang="fr-FR" dirty="0" smtClean="0"/>
              <a:t> soul  
18-  QUI CREUSE UN TROU DE CULPABILITÉ </a:t>
            </a:r>
          </a:p>
          <a:p>
            <a:pPr>
              <a:defRPr/>
            </a:pPr>
            <a:r>
              <a:rPr lang="fr-FR" dirty="0" smtClean="0"/>
              <a:t>This </a:t>
            </a:r>
            <a:r>
              <a:rPr lang="fr-FR" dirty="0" err="1" smtClean="0"/>
              <a:t>guilty</a:t>
            </a:r>
            <a:r>
              <a:rPr lang="fr-FR" dirty="0" smtClean="0"/>
              <a:t> </a:t>
            </a:r>
            <a:r>
              <a:rPr lang="fr-FR" dirty="0" err="1" smtClean="0"/>
              <a:t>feeling's</a:t>
            </a:r>
            <a:r>
              <a:rPr lang="fr-FR" dirty="0" smtClean="0"/>
              <a:t> </a:t>
            </a:r>
            <a:r>
              <a:rPr lang="fr-FR" dirty="0" err="1" smtClean="0"/>
              <a:t>diggin</a:t>
            </a:r>
            <a:r>
              <a:rPr lang="fr-FR" dirty="0" smtClean="0"/>
              <a:t>' a </a:t>
            </a:r>
            <a:r>
              <a:rPr lang="fr-FR" dirty="0" err="1" smtClean="0"/>
              <a:t>hole</a:t>
            </a:r>
            <a:r>
              <a:rPr lang="fr-FR" dirty="0" smtClean="0"/>
              <a:t> 
19-  JE PERDS LE CONTRÔLE DE MES PENSÉES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thoughts</a:t>
            </a:r>
            <a:r>
              <a:rPr lang="fr-FR" dirty="0" smtClean="0"/>
              <a:t> are </a:t>
            </a:r>
            <a:r>
              <a:rPr lang="fr-FR" dirty="0" err="1" smtClean="0"/>
              <a:t>spinnin</a:t>
            </a:r>
            <a:r>
              <a:rPr lang="fr-FR" dirty="0" smtClean="0"/>
              <a:t>' out of control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20-  BESOIN D’ÊTRE LAVÉE DE LA TÊTE JUSQU’AUX PIEDS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head</a:t>
            </a:r>
            <a:r>
              <a:rPr lang="fr-FR" dirty="0" smtClean="0"/>
              <a:t> to </a:t>
            </a:r>
            <a:r>
              <a:rPr lang="fr-FR" dirty="0" err="1" smtClean="0"/>
              <a:t>my</a:t>
            </a:r>
            <a:r>
              <a:rPr lang="fr-FR" dirty="0" smtClean="0"/>
              <a:t> soul 
	21-  BESOIN D’ÊTRE LAVÉE JUSQUE DANS MES PENSÉES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, </a:t>
            </a:r>
            <a:r>
              <a:rPr lang="fr-FR" dirty="0" err="1" smtClean="0"/>
              <a:t>bring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down to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toes</a:t>
            </a:r>
            <a:r>
              <a:rPr lang="fr-FR" dirty="0" smtClean="0"/>
              <a:t> 
	22-  BESOIN D’ÊTRE LAVÉE, MON ÊTRE TOUT ENTIER VEUT ÊTRE L A V É ET RELAVÉ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in and </a:t>
            </a:r>
            <a:r>
              <a:rPr lang="fr-FR" dirty="0" err="1" smtClean="0"/>
              <a:t>our</a:t>
            </a:r>
            <a:r>
              <a:rPr lang="fr-FR" dirty="0" smtClean="0"/>
              <a:t> 'cause </a:t>
            </a:r>
            <a:r>
              <a:rPr lang="fr-FR" dirty="0" err="1" smtClean="0"/>
              <a:t>you</a:t>
            </a:r>
            <a:r>
              <a:rPr lang="fr-FR" dirty="0" smtClean="0"/>
              <a:t> know ~ I </a:t>
            </a:r>
            <a:r>
              <a:rPr lang="fr-FR" dirty="0" err="1" smtClean="0"/>
              <a:t>need</a:t>
            </a:r>
            <a:r>
              <a:rPr lang="fr-FR" dirty="0" smtClean="0"/>
              <a:t> a B R A I N double </a:t>
            </a:r>
            <a:r>
              <a:rPr lang="fr-FR" dirty="0" err="1" smtClean="0"/>
              <a:t>was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23-  LE MONDE EST TYPIQUE POUR FAIRE VIVRE LA TRADITION  </a:t>
            </a:r>
          </a:p>
          <a:p>
            <a:pPr>
              <a:defRPr/>
            </a:pPr>
            <a:r>
              <a:rPr lang="fr-FR" dirty="0" smtClean="0"/>
              <a:t>The world </a:t>
            </a:r>
            <a:r>
              <a:rPr lang="fr-FR" dirty="0" err="1" smtClean="0"/>
              <a:t>is</a:t>
            </a:r>
            <a:r>
              <a:rPr lang="fr-FR" dirty="0" smtClean="0"/>
              <a:t> straight </a:t>
            </a:r>
            <a:r>
              <a:rPr lang="fr-FR" dirty="0" err="1" smtClean="0"/>
              <a:t>typical</a:t>
            </a:r>
            <a:r>
              <a:rPr lang="fr-FR" dirty="0" smtClean="0"/>
              <a:t> to rock the </a:t>
            </a:r>
            <a:r>
              <a:rPr lang="fr-FR" dirty="0" err="1" smtClean="0"/>
              <a:t>traditional</a:t>
            </a:r>
            <a:r>
              <a:rPr lang="fr-FR" dirty="0" smtClean="0"/>
              <a:t>
24-  EN FAISANT PENSER QUE C’EST LA VRAIE VIE </a:t>
            </a:r>
          </a:p>
          <a:p>
            <a:pPr>
              <a:defRPr/>
            </a:pPr>
            <a:r>
              <a:rPr lang="fr-FR" dirty="0" err="1" smtClean="0"/>
              <a:t>Kinda</a:t>
            </a:r>
            <a:r>
              <a:rPr lang="fr-FR" dirty="0" smtClean="0"/>
              <a:t> </a:t>
            </a:r>
            <a:r>
              <a:rPr lang="fr-FR" dirty="0" err="1" smtClean="0"/>
              <a:t>keep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real life </a:t>
            </a:r>
            <a:r>
              <a:rPr lang="fr-FR" dirty="0" err="1" smtClean="0"/>
              <a:t>livin</a:t>
            </a:r>
            <a:r>
              <a:rPr lang="fr-FR" dirty="0" smtClean="0"/>
              <a:t>' </a:t>
            </a:r>
            <a:r>
              <a:rPr lang="fr-FR" dirty="0" err="1" smtClean="0"/>
              <a:t>mind</a:t>
            </a:r>
            <a:r>
              <a:rPr lang="fr-FR" dirty="0" smtClean="0"/>
              <a:t> simple </a:t>
            </a:r>
            <a:r>
              <a:rPr lang="fr-FR" dirty="0" err="1" smtClean="0"/>
              <a:t>though</a:t>
            </a:r>
            <a:r>
              <a:rPr lang="fr-FR" dirty="0" smtClean="0"/>
              <a:t> 
25-  MON PASSÉ EST EN RÉMISSION EN DÉVELOPPANT MES STRATÉGIES 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past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in </a:t>
            </a:r>
            <a:r>
              <a:rPr lang="fr-FR" dirty="0" err="1" smtClean="0"/>
              <a:t>remission</a:t>
            </a:r>
            <a:r>
              <a:rPr lang="fr-FR" dirty="0" smtClean="0"/>
              <a:t> </a:t>
            </a:r>
            <a:r>
              <a:rPr lang="fr-FR" dirty="0" err="1" smtClean="0"/>
              <a:t>Thrivin</a:t>
            </a:r>
            <a:r>
              <a:rPr lang="fr-FR" dirty="0" smtClean="0"/>
              <a:t>' on </a:t>
            </a:r>
            <a:r>
              <a:rPr lang="fr-FR" dirty="0" err="1" smtClean="0"/>
              <a:t>my</a:t>
            </a:r>
            <a:r>
              <a:rPr lang="fr-FR" dirty="0" smtClean="0"/>
              <a:t> conditions ~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26-  J’AI BESOIN DE RECOMMENCER  UN NOUVEAU DÉPART 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turn</a:t>
            </a:r>
            <a:r>
              <a:rPr lang="fr-FR" dirty="0" smtClean="0"/>
              <a:t> </a:t>
            </a:r>
            <a:r>
              <a:rPr lang="fr-FR" dirty="0" err="1" smtClean="0"/>
              <a:t>around</a:t>
            </a:r>
            <a:r>
              <a:rPr lang="fr-FR" dirty="0" smtClean="0"/>
              <a:t> ~ A </a:t>
            </a:r>
            <a:r>
              <a:rPr lang="fr-FR" dirty="0" err="1" smtClean="0"/>
              <a:t>fresh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to </a:t>
            </a:r>
            <a:r>
              <a:rPr lang="fr-FR" dirty="0" err="1" smtClean="0"/>
              <a:t>get</a:t>
            </a:r>
            <a:r>
              <a:rPr lang="fr-FR" dirty="0" smtClean="0"/>
              <a:t> down 
27-  JE VIENS DIRECTEMENT DU JERSEY SUD  UNE VILLE SALE, JE SUIS LIBRE </a:t>
            </a:r>
          </a:p>
          <a:p>
            <a:pPr>
              <a:defRPr/>
            </a:pPr>
            <a:r>
              <a:rPr lang="fr-FR" dirty="0" err="1" smtClean="0"/>
              <a:t>Comin</a:t>
            </a:r>
            <a:r>
              <a:rPr lang="fr-FR" dirty="0" smtClean="0"/>
              <a:t>' straight </a:t>
            </a:r>
            <a:r>
              <a:rPr lang="fr-FR" dirty="0" err="1" smtClean="0"/>
              <a:t>from</a:t>
            </a:r>
            <a:r>
              <a:rPr lang="fr-FR" dirty="0" smtClean="0"/>
              <a:t> Jersey </a:t>
            </a:r>
            <a:r>
              <a:rPr lang="fr-FR" dirty="0" err="1" smtClean="0"/>
              <a:t>roamin</a:t>
            </a:r>
            <a:r>
              <a:rPr lang="fr-FR" dirty="0" smtClean="0"/>
              <a:t>' in the land of the </a:t>
            </a:r>
            <a:r>
              <a:rPr lang="fr-FR" dirty="0" err="1" smtClean="0"/>
              <a:t>dirty</a:t>
            </a:r>
            <a:r>
              <a:rPr lang="fr-FR" dirty="0" smtClean="0"/>
              <a:t> </a:t>
            </a:r>
            <a:r>
              <a:rPr lang="fr-FR" dirty="0" err="1" smtClean="0"/>
              <a:t>south</a:t>
            </a:r>
            <a:r>
              <a:rPr lang="fr-FR" dirty="0" smtClean="0"/>
              <a:t>, free 
28-  JE M’ENFUIS DE LA MISÈRE AVEC LA MENTALITÉ DE CHRIST </a:t>
            </a:r>
          </a:p>
          <a:p>
            <a:pPr>
              <a:defRPr/>
            </a:pPr>
            <a:r>
              <a:rPr lang="fr-FR" dirty="0" err="1" smtClean="0"/>
              <a:t>Escapin</a:t>
            </a:r>
            <a:r>
              <a:rPr lang="fr-FR" dirty="0" smtClean="0"/>
              <a:t>' </a:t>
            </a:r>
            <a:r>
              <a:rPr lang="fr-FR" dirty="0" err="1" smtClean="0"/>
              <a:t>misery</a:t>
            </a:r>
            <a:r>
              <a:rPr lang="fr-FR" dirty="0" smtClean="0"/>
              <a:t> ~ </a:t>
            </a:r>
            <a:r>
              <a:rPr lang="fr-FR" dirty="0" err="1" smtClean="0"/>
              <a:t>With</a:t>
            </a:r>
            <a:r>
              <a:rPr lang="fr-FR" dirty="0" smtClean="0"/>
              <a:t> a Christ </a:t>
            </a:r>
            <a:r>
              <a:rPr lang="fr-FR" dirty="0" err="1" smtClean="0"/>
              <a:t>mentality</a:t>
            </a:r>
            <a:r>
              <a:rPr lang="fr-FR" dirty="0" smtClean="0"/>
              <a:t> 
29-  JE L’AI EUE EN VIVANT PAR LA PAROLE ELLE M’A LIBÉRÉE, YO, J’AI BESOIN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to have </a:t>
            </a:r>
            <a:r>
              <a:rPr lang="fr-FR" dirty="0" err="1" smtClean="0"/>
              <a:t>it</a:t>
            </a:r>
            <a:r>
              <a:rPr lang="fr-FR" dirty="0" smtClean="0"/>
              <a:t> ~ Living </a:t>
            </a:r>
            <a:r>
              <a:rPr lang="fr-FR" dirty="0" err="1" smtClean="0"/>
              <a:t>word</a:t>
            </a:r>
            <a:r>
              <a:rPr lang="fr-FR" dirty="0" smtClean="0"/>
              <a:t> habits ~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nice</a:t>
            </a:r>
            <a:r>
              <a:rPr lang="fr-FR" dirty="0" smtClean="0"/>
              <a:t> </a:t>
            </a:r>
            <a:r>
              <a:rPr lang="fr-FR" dirty="0" err="1" smtClean="0"/>
              <a:t>dippin</a:t>
            </a:r>
            <a:r>
              <a:rPr lang="fr-FR" dirty="0" smtClean="0"/>
              <a:t>' me </a:t>
            </a:r>
            <a:r>
              <a:rPr lang="fr-FR" dirty="0" err="1" smtClean="0"/>
              <a:t>twice</a:t>
            </a:r>
            <a:r>
              <a:rPr lang="fr-FR" dirty="0" smtClean="0"/>
              <a:t> </a:t>
            </a:r>
            <a:r>
              <a:rPr lang="fr-FR" dirty="0" err="1" smtClean="0"/>
              <a:t>Yo</a:t>
            </a:r>
            <a:r>
              <a:rPr lang="fr-FR" dirty="0" smtClean="0"/>
              <a:t>, ah I </a:t>
            </a:r>
            <a:r>
              <a:rPr lang="fr-FR" dirty="0" err="1" smtClean="0"/>
              <a:t>need</a:t>
            </a:r>
            <a:r>
              <a:rPr lang="fr-FR" dirty="0" smtClean="0"/>
              <a:t> a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30-  BESOIN D’ÊTRE LAVÉE DE LA TÊTE JUSQU’AUX PIEDS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head</a:t>
            </a:r>
            <a:r>
              <a:rPr lang="fr-FR" dirty="0" smtClean="0"/>
              <a:t> to </a:t>
            </a:r>
            <a:r>
              <a:rPr lang="fr-FR" dirty="0" err="1" smtClean="0"/>
              <a:t>my</a:t>
            </a:r>
            <a:r>
              <a:rPr lang="fr-FR" dirty="0" smtClean="0"/>
              <a:t> soul  
	31-  BESOIN D’ÊTRE LAVÉE JUSQUE DANS MES PENSÉES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, </a:t>
            </a:r>
            <a:r>
              <a:rPr lang="fr-FR" dirty="0" err="1" smtClean="0"/>
              <a:t>bring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down to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toes</a:t>
            </a:r>
            <a:r>
              <a:rPr lang="fr-FR" dirty="0" smtClean="0"/>
              <a:t> 
	32-  BESOIN D’ÊTRE LAVÉE, MON ÊTRE TOUT ENTIER VEUT ÊTRE L A V É ET RELAVÉ </a:t>
            </a:r>
          </a:p>
          <a:p>
            <a:pPr>
              <a:defRPr/>
            </a:pPr>
            <a:r>
              <a:rPr lang="fr-FR" dirty="0" smtClean="0"/>
              <a:t>	I </a:t>
            </a:r>
            <a:r>
              <a:rPr lang="fr-FR" dirty="0" err="1" smtClean="0"/>
              <a:t>need</a:t>
            </a:r>
            <a:r>
              <a:rPr lang="fr-FR" dirty="0" smtClean="0"/>
              <a:t> a </a:t>
            </a:r>
            <a:r>
              <a:rPr lang="fr-FR" dirty="0" err="1" smtClean="0"/>
              <a:t>brainwash</a:t>
            </a:r>
            <a:r>
              <a:rPr lang="fr-FR" dirty="0" smtClean="0"/>
              <a:t> in and </a:t>
            </a:r>
            <a:r>
              <a:rPr lang="fr-FR" dirty="0" err="1" smtClean="0"/>
              <a:t>our</a:t>
            </a:r>
            <a:r>
              <a:rPr lang="fr-FR" dirty="0" smtClean="0"/>
              <a:t> 'cause </a:t>
            </a:r>
            <a:r>
              <a:rPr lang="fr-FR" dirty="0" err="1" smtClean="0"/>
              <a:t>you</a:t>
            </a:r>
            <a:r>
              <a:rPr lang="fr-FR" dirty="0" smtClean="0"/>
              <a:t> know ~ I </a:t>
            </a:r>
            <a:r>
              <a:rPr lang="fr-FR" dirty="0" err="1" smtClean="0"/>
              <a:t>need</a:t>
            </a:r>
            <a:r>
              <a:rPr lang="fr-FR" dirty="0" smtClean="0"/>
              <a:t> a B R A I N double </a:t>
            </a:r>
            <a:r>
              <a:rPr lang="fr-FR" dirty="0" err="1" smtClean="0"/>
              <a:t>was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  
33-  NE VOUS CONFORMEZ PAS AU SIÈCLE PRÉSENT </a:t>
            </a:r>
          </a:p>
          <a:p>
            <a:pPr>
              <a:defRPr/>
            </a:pPr>
            <a:r>
              <a:rPr lang="fr-FR" dirty="0" smtClean="0"/>
              <a:t>Be not </a:t>
            </a:r>
            <a:r>
              <a:rPr lang="fr-FR" dirty="0" err="1" smtClean="0"/>
              <a:t>conformed</a:t>
            </a:r>
            <a:r>
              <a:rPr lang="fr-FR" dirty="0" smtClean="0"/>
              <a:t> to </a:t>
            </a:r>
            <a:r>
              <a:rPr lang="fr-FR" dirty="0" err="1" smtClean="0"/>
              <a:t>this</a:t>
            </a:r>
            <a:r>
              <a:rPr lang="fr-FR" dirty="0" smtClean="0"/>
              <a:t> world 
34-  MAIS SOYEZ TRANSFORMÉS PAR LE RENOUVELLEMENT DE L’INTELLIGENCE </a:t>
            </a:r>
          </a:p>
          <a:p>
            <a:pPr>
              <a:defRPr/>
            </a:pPr>
            <a:r>
              <a:rPr lang="fr-FR" dirty="0" smtClean="0"/>
              <a:t>But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transformed</a:t>
            </a:r>
            <a:r>
              <a:rPr lang="fr-FR" dirty="0" smtClean="0"/>
              <a:t> by the </a:t>
            </a:r>
            <a:r>
              <a:rPr lang="fr-FR" dirty="0" err="1" smtClean="0"/>
              <a:t>renewing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 
35-  L A V É ET RELAVÉ </a:t>
            </a:r>
          </a:p>
          <a:p>
            <a:pPr>
              <a:defRPr/>
            </a:pPr>
            <a:r>
              <a:rPr lang="fr-FR" dirty="0" smtClean="0"/>
              <a:t>double </a:t>
            </a:r>
            <a:r>
              <a:rPr lang="fr-FR" dirty="0" err="1" smtClean="0"/>
              <a:t>wash</a:t>
            </a:r>
            <a:r>
              <a:rPr lang="fr-FR" dirty="0" smtClean="0"/>
              <a:t>
</a:t>
            </a:r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1-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2-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DÉPASSÉE PAR CE QUI PASSE À LA TÉLÉ</a:t>
            </a:r>
          </a:p>
          <a:p>
            <a:pPr>
              <a:defRPr/>
            </a:pPr>
            <a:r>
              <a:rPr lang="fr-FR" smtClean="0"/>
              <a:t>Overwhelmed by the stuff on TV  
5-  ET LA PRESSION QUE L’ON VEUT M’IMPOSER  </a:t>
            </a:r>
          </a:p>
          <a:p>
            <a:pPr>
              <a:defRPr/>
            </a:pPr>
            <a:r>
              <a:rPr lang="fr-FR" smtClean="0"/>
              <a:t>Overloaded from the pressure fallin' on me 
6-  UN PEU D’OXYGÈNE ! JE VEUX RESPIRER ! </a:t>
            </a:r>
          </a:p>
          <a:p>
            <a:pPr>
              <a:defRPr/>
            </a:pPr>
            <a:r>
              <a:rPr lang="fr-FR" smtClean="0"/>
              <a:t>Oxygen! I've gotta breath
7-  E-MAILS, MYSPACE NE CESSENT DE BIPER</a:t>
            </a:r>
          </a:p>
          <a:p>
            <a:pPr>
              <a:defRPr/>
            </a:pPr>
            <a:r>
              <a:rPr lang="fr-FR" smtClean="0"/>
              <a:t>Email, Myspace, backin' up all the time  
8-  MESSAGE VOCAL APPUIE SUR 1 POUR RÉÉCOUTER </a:t>
            </a:r>
          </a:p>
          <a:p>
            <a:pPr>
              <a:defRPr/>
            </a:pPr>
            <a:r>
              <a:rPr lang="fr-FR" smtClean="0"/>
              <a:t>Voicemail, press one if you're on the line 
9-  TRANSFORMEUR PEUX-TU RENOUVELER MES PENSÉES ? </a:t>
            </a:r>
          </a:p>
          <a:p>
            <a:pPr>
              <a:defRPr/>
            </a:pPr>
            <a:r>
              <a:rPr lang="fr-FR" smtClean="0"/>
              <a:t>Transformer, can you renew my mind?</a:t>
            </a:r>
          </a:p>
          <a:p>
            <a:pPr>
              <a:defRPr/>
            </a:pPr>
            <a:r>
              <a:rPr lang="fr-FR" smtClean="0"/>
              <a:t> 
	10-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11-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12-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CET ARRIÈRE-GOÛT AU FOND DE MON ÂME</a:t>
            </a:r>
          </a:p>
          <a:p>
            <a:pPr>
              <a:defRPr/>
            </a:pPr>
            <a:r>
              <a:rPr lang="fr-FR" smtClean="0"/>
              <a:t>Smack dab in the front of my mind  
14-  CE SONT LES CHOSES QUE J’AI FAITES DE MAL </a:t>
            </a:r>
          </a:p>
          <a:p>
            <a:pPr>
              <a:defRPr/>
            </a:pPr>
            <a:r>
              <a:rPr lang="fr-FR" smtClean="0"/>
              <a:t>All that I've done wrong 
15-  QUI NE S’ARRÊTENT PAS DE REPASSER </a:t>
            </a:r>
          </a:p>
          <a:p>
            <a:pPr>
              <a:defRPr/>
            </a:pPr>
            <a:r>
              <a:rPr lang="fr-FR" smtClean="0"/>
              <a:t>Re-play and rewind 
16-  POURRAI-JE CETTE FOIS TOUT EFFACER ? </a:t>
            </a:r>
          </a:p>
          <a:p>
            <a:pPr>
              <a:defRPr/>
            </a:pPr>
            <a:r>
              <a:rPr lang="fr-FR" smtClean="0"/>
              <a:t>How can I erase it forever this time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CET ARRIÈRE-GOÛT DANS MA MENTALITÉ</a:t>
            </a:r>
          </a:p>
          <a:p>
            <a:pPr>
              <a:defRPr/>
            </a:pPr>
            <a:r>
              <a:rPr lang="fr-FR" smtClean="0"/>
              <a:t>Smack dab in the pit of my soul  
18-  QUI CREUSE UN TROU DE CULPABILITÉ </a:t>
            </a:r>
          </a:p>
          <a:p>
            <a:pPr>
              <a:defRPr/>
            </a:pPr>
            <a:r>
              <a:rPr lang="fr-FR" smtClean="0"/>
              <a:t>This guilty feeling's diggin' a hole 
19-  JE PERDS LE CONTRÔLE DE MES PENSÉES </a:t>
            </a:r>
          </a:p>
          <a:p>
            <a:pPr>
              <a:defRPr/>
            </a:pPr>
            <a:r>
              <a:rPr lang="fr-FR" smtClean="0"/>
              <a:t>And my thoughts are spinnin' out of control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20-  BESOIN D’ÊTRE LAVÉE DE LA TÊTE JUSQU’AUX PIEDS </a:t>
            </a:r>
          </a:p>
          <a:p>
            <a:pPr>
              <a:defRPr/>
            </a:pPr>
            <a:r>
              <a:rPr lang="fr-FR" smtClean="0"/>
              <a:t>	I need a brainwash from my head to my soul 
	21-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22-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LE MONDE EST TYPIQUE POUR FAIRE VIVRE LA TRADITION  </a:t>
            </a:r>
          </a:p>
          <a:p>
            <a:pPr>
              <a:defRPr/>
            </a:pPr>
            <a:r>
              <a:rPr lang="fr-FR" smtClean="0"/>
              <a:t>The world is straight typical to rock the traditional
24-  EN FAISANT PENSER QUE C’EST LA VRAIE VIE </a:t>
            </a:r>
          </a:p>
          <a:p>
            <a:pPr>
              <a:defRPr/>
            </a:pPr>
            <a:r>
              <a:rPr lang="fr-FR" smtClean="0"/>
              <a:t>Kinda keep it real life livin' mind simple though 
25-  MON PASSÉ EST EN RÉMISSION EN DÉVELOPPANT MES STRATÉGIES </a:t>
            </a:r>
          </a:p>
          <a:p>
            <a:pPr>
              <a:defRPr/>
            </a:pPr>
            <a:r>
              <a:rPr lang="fr-FR" smtClean="0"/>
              <a:t>My past is in remission Thrivin' on my conditions ~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J’AI BESOIN DE RECOMMENCER  UN NOUVEAU DÉPART  </a:t>
            </a:r>
          </a:p>
          <a:p>
            <a:pPr>
              <a:defRPr/>
            </a:pPr>
            <a:r>
              <a:rPr lang="fr-FR" smtClean="0"/>
              <a:t>I need a turn around ~ A fresh way to get down 
27-  JE VIENS DIRECTEMENT DU JERSEY SUD  UNE VILLE SALE, JE SUIS LIBRE </a:t>
            </a:r>
          </a:p>
          <a:p>
            <a:pPr>
              <a:defRPr/>
            </a:pPr>
            <a:r>
              <a:rPr lang="fr-FR" smtClean="0"/>
              <a:t>Comin' straight from Jersey roamin' in the land of the dirty south, free 
28-  JE M’ENFUIS DE LA MISÈRE AVEC LA MENTALITÉ DE CHRIST </a:t>
            </a:r>
          </a:p>
          <a:p>
            <a:pPr>
              <a:defRPr/>
            </a:pPr>
            <a:r>
              <a:rPr lang="fr-FR" smtClean="0"/>
              <a:t>Escapin' misery ~ With a Christ mentality 
29-  JE L’AI EUE EN VIVANT PAR LA PAROLE ELLE M’A LIBÉRÉE, YO, J’AI BESOIN</a:t>
            </a:r>
          </a:p>
          <a:p>
            <a:pPr>
              <a:defRPr/>
            </a:pPr>
            <a:r>
              <a:rPr lang="fr-FR" smtClean="0"/>
              <a:t>The only way to have it ~ Living word habits ~ Feels nice dippin' me twice Yo, ah I need a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30-  BESOIN D’ÊTRE LAVÉE DE LA TÊTE JUSQU’AUX PIEDS</a:t>
            </a:r>
          </a:p>
          <a:p>
            <a:pPr>
              <a:defRPr/>
            </a:pPr>
            <a:r>
              <a:rPr lang="fr-FR" smtClean="0"/>
              <a:t>	I need a brainwash from my head to my soul  
	31-  BESOIN D’ÊTRE LAVÉE JUSQUE DANS MES PENSÉES </a:t>
            </a:r>
          </a:p>
          <a:p>
            <a:pPr>
              <a:defRPr/>
            </a:pPr>
            <a:r>
              <a:rPr lang="fr-FR" smtClean="0"/>
              <a:t>	I need a brainwash, bring it down to my toes 
	32-  BESOIN D’ÊTRE LAVÉE, MON ÊTRE TOUT ENTIER VEUT ÊTRE L A V É ET RELAVÉ </a:t>
            </a:r>
          </a:p>
          <a:p>
            <a:pPr>
              <a:defRPr/>
            </a:pPr>
            <a:r>
              <a:rPr lang="fr-FR" smtClean="0"/>
              <a:t>	I need a brainwash in and our 'cause you know ~ I need a B R A I N double was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
33-  NE VOUS CONFORMEZ PAS AU SIÈCLE PRÉSENT </a:t>
            </a:r>
          </a:p>
          <a:p>
            <a:pPr>
              <a:defRPr/>
            </a:pPr>
            <a:r>
              <a:rPr lang="fr-FR" smtClean="0"/>
              <a:t>Be not conformed to this world 
34-  MAIS SOYEZ TRANSFORMÉS PAR LE RENOUVELLEMENT DE L’INTELLIGENCE </a:t>
            </a:r>
          </a:p>
          <a:p>
            <a:pPr>
              <a:defRPr/>
            </a:pPr>
            <a:r>
              <a:rPr lang="fr-FR" smtClean="0"/>
              <a:t>But be transformed by the renewing of your mind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 
35-  L A V É ET RELAVÉ </a:t>
            </a:r>
          </a:p>
          <a:p>
            <a:pPr>
              <a:defRPr/>
            </a:pPr>
            <a:r>
              <a:rPr lang="fr-FR" smtClean="0"/>
              <a:t>double wash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1-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2-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4-  DÉPASSÉE PAR CE QUI PASSE À LA TÉLÉ</a:t>
            </a:r>
          </a:p>
          <a:p>
            <a:pPr eaLnBrk="1" hangingPunct="1"/>
            <a:r>
              <a:rPr lang="fr-FR" altLang="fr-FR" sz="1200" smtClean="0"/>
              <a:t>Overwhelmed by the stuff on TV  
5-  ET LA PRESSION QUE L’ON VEUT M’IMPOSER  </a:t>
            </a:r>
          </a:p>
          <a:p>
            <a:pPr eaLnBrk="1" hangingPunct="1"/>
            <a:r>
              <a:rPr lang="fr-FR" altLang="fr-FR" sz="1200" smtClean="0"/>
              <a:t>Overloaded from the pressure fallin' on me 
6-  UN PEU D’OXYGÈNE ! JE VEUX RESPIRER ! </a:t>
            </a:r>
          </a:p>
          <a:p>
            <a:pPr eaLnBrk="1" hangingPunct="1"/>
            <a:r>
              <a:rPr lang="fr-FR" altLang="fr-FR" sz="1200" smtClean="0"/>
              <a:t>Oxygen! I've gotta breath
7-  E-MAILS, MYSPACE NE CESSENT DE BIPER</a:t>
            </a:r>
          </a:p>
          <a:p>
            <a:pPr eaLnBrk="1" hangingPunct="1"/>
            <a:r>
              <a:rPr lang="fr-FR" altLang="fr-FR" sz="1200" smtClean="0"/>
              <a:t>Email, Myspace, backin' up all the time  
8-  MESSAGE VOCAL APPUIE SUR 1 POUR RÉÉCOUTER </a:t>
            </a:r>
          </a:p>
          <a:p>
            <a:pPr eaLnBrk="1" hangingPunct="1"/>
            <a:r>
              <a:rPr lang="fr-FR" altLang="fr-FR" sz="1200" smtClean="0"/>
              <a:t>Voicemail, press one if you're on the line 
9-  TRANSFORMEUR PEUX-TU RENOUVELER MES PENSÉES ? </a:t>
            </a:r>
          </a:p>
          <a:p>
            <a:pPr eaLnBrk="1" hangingPunct="1"/>
            <a:r>
              <a:rPr lang="fr-FR" altLang="fr-FR" sz="1200" smtClean="0"/>
              <a:t>Transformer, can you renew my mind?</a:t>
            </a:r>
          </a:p>
          <a:p>
            <a:pPr eaLnBrk="1" hangingPunct="1"/>
            <a:r>
              <a:rPr lang="fr-FR" altLang="fr-FR" sz="1200" smtClean="0"/>
              <a:t> 
	10-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11-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12-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13-  CET ARRIÈRE-GOÛT AU FOND DE MON ÂME</a:t>
            </a:r>
          </a:p>
          <a:p>
            <a:pPr eaLnBrk="1" hangingPunct="1"/>
            <a:r>
              <a:rPr lang="fr-FR" altLang="fr-FR" sz="1200" smtClean="0"/>
              <a:t>Smack dab in the front of my mind  
14-  CE SONT LES CHOSES QUE J’AI FAITES DE MAL </a:t>
            </a:r>
          </a:p>
          <a:p>
            <a:pPr eaLnBrk="1" hangingPunct="1"/>
            <a:r>
              <a:rPr lang="fr-FR" altLang="fr-FR" sz="1200" smtClean="0"/>
              <a:t>All that I've done wrong 
15-  QUI NE S’ARRÊTENT PAS DE REPASSER </a:t>
            </a:r>
          </a:p>
          <a:p>
            <a:pPr eaLnBrk="1" hangingPunct="1"/>
            <a:r>
              <a:rPr lang="fr-FR" altLang="fr-FR" sz="1200" smtClean="0"/>
              <a:t>Re-play and rewind 
16-  POURRAI-JE CETTE FOIS TOUT EFFACER ? </a:t>
            </a:r>
          </a:p>
          <a:p>
            <a:pPr eaLnBrk="1" hangingPunct="1"/>
            <a:r>
              <a:rPr lang="fr-FR" altLang="fr-FR" sz="1200" smtClean="0"/>
              <a:t>How can I erase it forever this time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CET ARRIÈRE-GOÛT DANS MA MENTALITÉ</a:t>
            </a:r>
          </a:p>
          <a:p>
            <a:pPr eaLnBrk="1" hangingPunct="1"/>
            <a:r>
              <a:rPr lang="fr-FR" altLang="fr-FR" sz="1200" smtClean="0"/>
              <a:t>Smack dab in the pit of my soul  
18-  QUI CREUSE UN TROU DE CULPABILITÉ </a:t>
            </a:r>
          </a:p>
          <a:p>
            <a:pPr eaLnBrk="1" hangingPunct="1"/>
            <a:r>
              <a:rPr lang="fr-FR" altLang="fr-FR" sz="1200" smtClean="0"/>
              <a:t>This guilty feeling's diggin' a hole 
19-  JE PERDS LE CONTRÔLE DE MES PENSÉES </a:t>
            </a:r>
          </a:p>
          <a:p>
            <a:pPr eaLnBrk="1" hangingPunct="1"/>
            <a:r>
              <a:rPr lang="fr-FR" altLang="fr-FR" sz="1200" smtClean="0"/>
              <a:t>And my thoughts are spinnin' out of control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20-  BESOIN D’ÊTRE LAVÉE DE LA TÊTE JUSQU’AUX PIEDS </a:t>
            </a:r>
          </a:p>
          <a:p>
            <a:pPr eaLnBrk="1" hangingPunct="1"/>
            <a:r>
              <a:rPr lang="fr-FR" altLang="fr-FR" sz="1200" smtClean="0"/>
              <a:t>	I need a brainwash from my head to my soul 
	21-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22-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23-  LE MONDE EST TYPIQUE POUR FAIRE VIVRE LA TRADITION  </a:t>
            </a:r>
          </a:p>
          <a:p>
            <a:pPr eaLnBrk="1" hangingPunct="1"/>
            <a:r>
              <a:rPr lang="fr-FR" altLang="fr-FR" sz="1200" smtClean="0"/>
              <a:t>The world is straight typical to rock the traditional
24-  EN FAISANT PENSER QUE C’EST LA VRAIE VIE </a:t>
            </a:r>
          </a:p>
          <a:p>
            <a:pPr eaLnBrk="1" hangingPunct="1"/>
            <a:r>
              <a:rPr lang="fr-FR" altLang="fr-FR" sz="1200" smtClean="0"/>
              <a:t>Kinda keep it real life livin' mind simple though 
25-  MON PASSÉ EST EN RÉMISSION EN DÉVELOPPANT MES STRATÉGIES </a:t>
            </a:r>
          </a:p>
          <a:p>
            <a:pPr eaLnBrk="1" hangingPunct="1"/>
            <a:r>
              <a:rPr lang="fr-FR" altLang="fr-FR" sz="1200" smtClean="0"/>
              <a:t>My past is in remission Thrivin' on my conditions ~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26-  J’AI BESOIN DE RECOMMENCER  UN NOUVEAU DÉPART  </a:t>
            </a:r>
          </a:p>
          <a:p>
            <a:pPr eaLnBrk="1" hangingPunct="1"/>
            <a:r>
              <a:rPr lang="fr-FR" altLang="fr-FR" sz="1200" smtClean="0"/>
              <a:t>I need a turn around ~ A fresh way to get down 
27-  JE VIENS DIRECTEMENT DU JERSEY SUD  UNE VILLE SALE, JE SUIS LIBRE </a:t>
            </a:r>
          </a:p>
          <a:p>
            <a:pPr eaLnBrk="1" hangingPunct="1"/>
            <a:r>
              <a:rPr lang="fr-FR" altLang="fr-FR" sz="1200" smtClean="0"/>
              <a:t>Comin' straight from Jersey roamin' in the land of the dirty south, free 
28-  JE M’ENFUIS DE LA MISÈRE AVEC LA MENTALITÉ DE CHRIST </a:t>
            </a:r>
          </a:p>
          <a:p>
            <a:pPr eaLnBrk="1" hangingPunct="1"/>
            <a:r>
              <a:rPr lang="fr-FR" altLang="fr-FR" sz="1200" smtClean="0"/>
              <a:t>Escapin' misery ~ With a Christ mentality 
29-  JE L’AI EUE EN VIVANT PAR LA PAROLE ELLE M’A LIBÉRÉE, YO, J’AI BESOIN</a:t>
            </a:r>
          </a:p>
          <a:p>
            <a:pPr eaLnBrk="1" hangingPunct="1"/>
            <a:r>
              <a:rPr lang="fr-FR" altLang="fr-FR" sz="1200" smtClean="0"/>
              <a:t>The only way to have it ~ Living word habits ~ Feels nice dippin' me twice Yo, ah I need a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30-  BESOIN D’ÊTRE LAVÉE DE LA TÊTE JUSQU’AUX PIEDS</a:t>
            </a:r>
          </a:p>
          <a:p>
            <a:pPr eaLnBrk="1" hangingPunct="1"/>
            <a:r>
              <a:rPr lang="fr-FR" altLang="fr-FR" sz="1200" smtClean="0"/>
              <a:t>	I need a brainwash from my head to my soul  
	31-  BESOIN D’ÊTRE LAVÉE JUSQUE DANS MES PENSÉES </a:t>
            </a:r>
          </a:p>
          <a:p>
            <a:pPr eaLnBrk="1" hangingPunct="1"/>
            <a:r>
              <a:rPr lang="fr-FR" altLang="fr-FR" sz="1200" smtClean="0"/>
              <a:t>	I need a brainwash, bring it down to my toes 
	32-  BESOIN D’ÊTRE LAVÉE, MON ÊTRE TOUT ENTIER VEUT ÊTRE L A V É ET RELAVÉ </a:t>
            </a:r>
          </a:p>
          <a:p>
            <a:pPr eaLnBrk="1" hangingPunct="1"/>
            <a:r>
              <a:rPr lang="fr-FR" altLang="fr-FR" sz="1200" smtClean="0"/>
              <a:t>	I need a brainwash in and our 'cause you know ~ I need a B R A I N double was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   
33-  NE VOUS CONFORMEZ PAS AU SIÈCLE PRÉSENT </a:t>
            </a:r>
          </a:p>
          <a:p>
            <a:pPr eaLnBrk="1" hangingPunct="1"/>
            <a:r>
              <a:rPr lang="fr-FR" altLang="fr-FR" sz="1200" smtClean="0"/>
              <a:t>Be not conformed to this world 
34-  MAIS SOYEZ TRANSFORMÉS PAR LE RENOUVELLEMENT DE L’INTELLIGENCE </a:t>
            </a:r>
          </a:p>
          <a:p>
            <a:pPr eaLnBrk="1" hangingPunct="1"/>
            <a:r>
              <a:rPr lang="fr-FR" altLang="fr-FR" sz="1200" smtClean="0"/>
              <a:t>But be transformed by the renewing of your mind</a:t>
            </a:r>
          </a:p>
          <a:p>
            <a:pPr eaLnBrk="1" hangingPunct="1"/>
            <a:r>
              <a:rPr lang="fr-FR" altLang="fr-FR" sz="1200" smtClean="0"/>
              <a:t> </a:t>
            </a:r>
          </a:p>
          <a:p>
            <a:pPr eaLnBrk="1" hangingPunct="1"/>
            <a:r>
              <a:rPr lang="fr-FR" altLang="fr-FR" sz="1200" smtClean="0"/>
              <a:t> 
35-  L A V É ET RELAVÉ </a:t>
            </a:r>
          </a:p>
          <a:p>
            <a:pPr eaLnBrk="1" hangingPunct="1"/>
            <a:r>
              <a:rPr lang="fr-FR" altLang="fr-FR" sz="1200" smtClean="0"/>
              <a:t>double wash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E214A1-17FE-4E82-ACDD-951E5697130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31248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B4977-2611-4D4B-A05B-1944B134BE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93560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B225B-7860-4624-A5B4-034BE83008F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16603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0075DE-34B3-4181-9366-A65368578B3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422723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DF1DCA-B407-4163-9365-2A305670DBA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85252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9B9C8-B5CF-4DDD-9CBA-29E04104815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22691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2A9436-37E4-41C0-BE7C-1DA0FB0A13A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710234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C5E2F-F7AF-437B-A9D5-E162FC9A8C6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87183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84BBB-42BF-4772-868F-CC85CFBA538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63552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43D53-8640-4699-A865-426CA5C130F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518873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BB91DB-91CF-4B6F-94EB-4930B87932F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24323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A7C9DF5-E1AE-44A1-AE4A-D4574A801C0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TÊTE JUSQU’AUX PIEDS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JUSQUE DANS MES PENSÉES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LAVÉE, MON ÊTRE TOUT ENTIER VEUT ÊTRE L A V É ET RELAVÉ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DÉPASSÉE PAR CE QUI PASSE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TÉLÉ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PAR LA PRESSION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QUE L’ON VEUT M’IMPOSER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PEU D’OXYGÈNE !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RESPIRER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MAILS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, MYSPACE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CESSENT DE BIPER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MESSAGE VOCAL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APPUIE SUR 1 POUR RÉÉCOUTER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TRANSFORMEUR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PEUX-TU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RENOUVELER MES PENSÉES ?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TÊTE JUSQU’AUX PIEDS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JUSQUE DANS MES PENSÉES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LAVÉE, MON ÊTRE TOUT ENTIER VEUT ÊTRE L A V É ET RELAVÉ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ARRIÈRE-GOÛT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FOND DE MON ÂME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SONT LES CHOSES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J’AI FAITES DE MAL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NE S’ARRÊTENT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REPASSER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POURRAI-JE CETTE FOIS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EFFACER ?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ARRIÈRE-GOÛT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MA MENTALITÉ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CREUSE UN TROU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CULPABILITÉ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PERDS LE CONTRÔLE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MES PENSÉES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TÊTE JUSQU’AUX PIEDS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JUSQUE DANS MES PENSÉES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LAVÉE, MON ÊTRE TOUT ENTIER VEUT ÊTRE L A V É ET RELAVÉ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MONDE EST TYPIQUE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FAIRE VIVRE LA TRADITION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FAISANT PENSER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C’EST LA VRAIE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PASSÉ EST EN RÉMISSION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DÉVELOPPANT MES STRATÉGIES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BESOIN DE RECOMMENCER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NOUVEAU DÉPART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VIENS DIRECTEMENT DU JERSEY SUD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VILLE SALE, JE SUIS LIBRE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M’ENFUIS DE LA MISÈRE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LA MENTALITÉ DE CHRIST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L’AI EUE EN VIVANT PAR LA PAROLE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M’A LIBÉRÉE, YO, J’AI BESOIN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TÊTE JUSQU’AUX PIEDS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JUSQUE DANS MES PENSÉES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BESOIN D’ÊTRE LAVÉE, MON ÊTRE TOUT ENTIER VEUT ÊTRE L A V É ET RELAVÉ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VOUS CONFORMEZ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SIÈCLE PRÉSENT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SOYEZ TRANSFORMÉS PAR LE RENOUVELLEMENT DE L’INTELLIGENCE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 A V 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RELAVÉ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</TotalTime>
  <Words>308</Words>
  <Application>Microsoft Office PowerPoint</Application>
  <PresentationFormat>Affichage à l'écran (4:3)</PresentationFormat>
  <Paragraphs>4195</Paragraphs>
  <Slides>35</Slides>
  <Notes>35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172</cp:revision>
  <dcterms:created xsi:type="dcterms:W3CDTF">2002-08-17T10:50:50Z</dcterms:created>
  <dcterms:modified xsi:type="dcterms:W3CDTF">2018-09-30T08:29:44Z</dcterms:modified>
</cp:coreProperties>
</file>