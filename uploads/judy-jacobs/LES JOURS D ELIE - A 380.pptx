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327" r:id="rId2"/>
    <p:sldId id="332" r:id="rId3"/>
    <p:sldId id="341" r:id="rId4"/>
    <p:sldId id="331" r:id="rId5"/>
    <p:sldId id="354" r:id="rId6"/>
    <p:sldId id="333" r:id="rId7"/>
    <p:sldId id="355" r:id="rId8"/>
    <p:sldId id="334" r:id="rId9"/>
    <p:sldId id="335" r:id="rId10"/>
    <p:sldId id="336" r:id="rId11"/>
    <p:sldId id="356" r:id="rId12"/>
    <p:sldId id="357" r:id="rId13"/>
    <p:sldId id="337" r:id="rId14"/>
    <p:sldId id="359" r:id="rId15"/>
    <p:sldId id="360" r:id="rId16"/>
    <p:sldId id="344" r:id="rId17"/>
    <p:sldId id="361" r:id="rId18"/>
    <p:sldId id="362" r:id="rId19"/>
    <p:sldId id="345" r:id="rId20"/>
    <p:sldId id="363" r:id="rId21"/>
    <p:sldId id="364" r:id="rId22"/>
    <p:sldId id="365" r:id="rId23"/>
    <p:sldId id="366" r:id="rId24"/>
    <p:sldId id="358" r:id="rId25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389" autoAdjust="0"/>
    <p:restoredTop sz="44987" autoAdjust="0"/>
  </p:normalViewPr>
  <p:slideViewPr>
    <p:cSldViewPr>
      <p:cViewPr varScale="1">
        <p:scale>
          <a:sx n="46" d="100"/>
          <a:sy n="46" d="100"/>
        </p:scale>
        <p:origin x="-1584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6628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E4EF33A-DFFC-4DDF-9B60-AD5B6688E854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1-  VOICI VENUS LES JOURS D’ÉLIE DÉCLARANT LA PAROLE DU SEIGNEUR</a:t>
            </a:r>
          </a:p>
          <a:p>
            <a:r>
              <a:rPr lang="fr-FR" altLang="fr-FR" smtClean="0"/>
              <a:t>These are the days of Elijah Declaring the Word of the Lord</a:t>
            </a:r>
          </a:p>
          <a:p>
            <a:r>
              <a:rPr lang="fr-FR" altLang="fr-FR" smtClean="0"/>
              <a:t> 2-  VOICI LES JOURS DE TON SERVITEUR MOÏSE</a:t>
            </a:r>
          </a:p>
          <a:p>
            <a:r>
              <a:rPr lang="fr-FR" altLang="fr-FR" smtClean="0"/>
              <a:t>And these are the days of your servant Moses</a:t>
            </a:r>
          </a:p>
          <a:p>
            <a:r>
              <a:rPr lang="fr-FR" altLang="fr-FR" smtClean="0"/>
              <a:t>3-  LA JUSTICE EST DANS MON CŒUR</a:t>
            </a:r>
          </a:p>
          <a:p>
            <a:r>
              <a:rPr lang="fr-FR" altLang="fr-FR" smtClean="0"/>
              <a:t>Righteousness being restored</a:t>
            </a:r>
          </a:p>
          <a:p>
            <a:endParaRPr lang="fr-FR" altLang="fr-FR" smtClean="0"/>
          </a:p>
          <a:p>
            <a:r>
              <a:rPr lang="fr-FR" altLang="fr-FR" smtClean="0"/>
              <a:t>4-  ET PENDANT CES JOURS DE GRANDE ÉPREUVE</a:t>
            </a:r>
          </a:p>
          <a:p>
            <a:r>
              <a:rPr lang="fr-FR" altLang="fr-FR" smtClean="0"/>
              <a:t>And though these are days of great trial</a:t>
            </a:r>
          </a:p>
          <a:p>
            <a:r>
              <a:rPr lang="fr-FR" altLang="fr-FR" smtClean="0"/>
              <a:t>5-  DE FAMINE, DE TÉNÈBRE ET SOIF</a:t>
            </a:r>
          </a:p>
          <a:p>
            <a:r>
              <a:rPr lang="fr-FR" altLang="fr-FR" smtClean="0"/>
              <a:t>Of famine and darkness and sword</a:t>
            </a:r>
          </a:p>
          <a:p>
            <a:r>
              <a:rPr lang="fr-FR" altLang="fr-FR" smtClean="0"/>
              <a:t>6-  NOUS SOMMES CETTE VOIX DANS LE DÉSERT QUI CRIE</a:t>
            </a:r>
          </a:p>
          <a:p>
            <a:r>
              <a:rPr lang="fr-FR" altLang="fr-FR" smtClean="0"/>
              <a:t>Still we are the voice in the desert crying</a:t>
            </a:r>
          </a:p>
          <a:p>
            <a:r>
              <a:rPr lang="fr-FR" altLang="fr-FR" smtClean="0"/>
              <a:t>7-  PRÉPAREZ LE CHEMIN DU SEIGNEUR</a:t>
            </a:r>
          </a:p>
          <a:p>
            <a:r>
              <a:rPr lang="fr-FR" altLang="fr-FR" smtClean="0"/>
              <a:t>Prepare ye the way of the Lord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GLORIEUX IL VIENT AU-DESSUS DES CIEUX</a:t>
            </a:r>
          </a:p>
          <a:p>
            <a:r>
              <a:rPr lang="fr-FR" altLang="fr-FR" smtClean="0"/>
              <a:t>	Behold He comes Riding on the clouds</a:t>
            </a:r>
          </a:p>
          <a:p>
            <a:r>
              <a:rPr lang="fr-FR" altLang="fr-FR" smtClean="0"/>
              <a:t>	9-  BRILLANT COMME LE SOLEIL AU SON DES TROMPETTES</a:t>
            </a:r>
          </a:p>
          <a:p>
            <a:r>
              <a:rPr lang="fr-FR" altLang="fr-FR" smtClean="0"/>
              <a:t>	Shining like the sun at the trumpet call</a:t>
            </a:r>
          </a:p>
          <a:p>
            <a:r>
              <a:rPr lang="fr-FR" altLang="fr-FR" smtClean="0"/>
              <a:t>	10-  ÉLÈVE TA VOIX C’EST L’ANNÉE DE JUBILÉ 	</a:t>
            </a:r>
          </a:p>
          <a:p>
            <a:r>
              <a:rPr lang="fr-FR" altLang="fr-FR" smtClean="0"/>
              <a:t>	Lift your voice it’s the year of jubilee</a:t>
            </a:r>
          </a:p>
          <a:p>
            <a:r>
              <a:rPr lang="fr-FR" altLang="fr-FR" smtClean="0"/>
              <a:t>	11-  ET DU MONT SION LE SALUT VIENT                   X2</a:t>
            </a:r>
          </a:p>
          <a:p>
            <a:r>
              <a:rPr lang="fr-FR" altLang="fr-FR" smtClean="0"/>
              <a:t>	And out of Zion’s hill salvation comes</a:t>
            </a:r>
          </a:p>
          <a:p>
            <a:endParaRPr lang="fr-FR" altLang="fr-FR" smtClean="0"/>
          </a:p>
          <a:p>
            <a:r>
              <a:rPr lang="fr-FR" altLang="fr-FR" smtClean="0"/>
              <a:t>12-  VOICI LES JOURS DE TON PROPHÈTE</a:t>
            </a:r>
          </a:p>
          <a:p>
            <a:r>
              <a:rPr lang="fr-FR" altLang="fr-FR" smtClean="0"/>
              <a:t>These are the days of Ezekiel</a:t>
            </a:r>
          </a:p>
          <a:p>
            <a:r>
              <a:rPr lang="fr-FR" altLang="fr-FR" smtClean="0"/>
              <a:t>13-  LES OSSEMENTS SONT DEVENUS CHAIR</a:t>
            </a:r>
          </a:p>
          <a:p>
            <a:r>
              <a:rPr lang="fr-FR" altLang="fr-FR" smtClean="0"/>
              <a:t>The dry bones becoming as flesh</a:t>
            </a:r>
          </a:p>
          <a:p>
            <a:r>
              <a:rPr lang="fr-FR" altLang="fr-FR" smtClean="0"/>
              <a:t>14-  VOICI LES JOURS DE TON SERVITEUR DAVID</a:t>
            </a:r>
          </a:p>
          <a:p>
            <a:r>
              <a:rPr lang="fr-FR" altLang="fr-FR" smtClean="0"/>
              <a:t>And these are the days of your servant David</a:t>
            </a:r>
          </a:p>
          <a:p>
            <a:r>
              <a:rPr lang="fr-FR" altLang="fr-FR" smtClean="0"/>
              <a:t>15-  CONSTRUISANT UN TEMPLE DE LOUANGES</a:t>
            </a:r>
          </a:p>
          <a:p>
            <a:r>
              <a:rPr lang="fr-FR" altLang="fr-FR" smtClean="0"/>
              <a:t>Rebuilding a temple of praise</a:t>
            </a:r>
          </a:p>
          <a:p>
            <a:endParaRPr lang="fr-FR" altLang="fr-FR" smtClean="0"/>
          </a:p>
          <a:p>
            <a:r>
              <a:rPr lang="fr-FR" altLang="fr-FR" smtClean="0"/>
              <a:t>16-  VOICI LES JOURS DE LA RÉCOLTE</a:t>
            </a:r>
          </a:p>
          <a:p>
            <a:r>
              <a:rPr lang="fr-FR" altLang="fr-FR" smtClean="0"/>
              <a:t>And these are the days of the harvest</a:t>
            </a:r>
          </a:p>
          <a:p>
            <a:r>
              <a:rPr lang="fr-FR" altLang="fr-FR" smtClean="0"/>
              <a:t>17-  C'EST LE TEMPS DE LA GRANDE MOISSON </a:t>
            </a:r>
          </a:p>
          <a:p>
            <a:r>
              <a:rPr lang="fr-FR" altLang="fr-FR" smtClean="0"/>
              <a:t>The fields are as white in Your world</a:t>
            </a:r>
          </a:p>
          <a:p>
            <a:r>
              <a:rPr lang="fr-FR" altLang="fr-FR" smtClean="0"/>
              <a:t>18-  NOUS SOMMES LES OUVRIERS DE TA VIGNE, SEIGNEUR</a:t>
            </a:r>
          </a:p>
          <a:p>
            <a:r>
              <a:rPr lang="fr-FR" altLang="fr-FR" smtClean="0"/>
              <a:t>And we are the laborers in your vineyard</a:t>
            </a:r>
          </a:p>
          <a:p>
            <a:r>
              <a:rPr lang="fr-FR" altLang="fr-FR" smtClean="0"/>
              <a:t>19-  DÉCLARANT LA PAROLE DU SEIGNEUR</a:t>
            </a:r>
          </a:p>
          <a:p>
            <a:r>
              <a:rPr lang="fr-FR" altLang="fr-FR" smtClean="0"/>
              <a:t>Declaring the word of the Lord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20-  GLORIEUX IL VIENT AU-DESSUS DES CIEUX</a:t>
            </a:r>
          </a:p>
          <a:p>
            <a:r>
              <a:rPr lang="fr-FR" altLang="fr-FR" smtClean="0"/>
              <a:t>	Behold He comes Riding on the clouds</a:t>
            </a:r>
          </a:p>
          <a:p>
            <a:r>
              <a:rPr lang="fr-FR" altLang="fr-FR" smtClean="0"/>
              <a:t>	21-  BRILLANT COMME LE SOLEIL AU SON DES TROMPETTES</a:t>
            </a:r>
          </a:p>
          <a:p>
            <a:r>
              <a:rPr lang="fr-FR" altLang="fr-FR" smtClean="0"/>
              <a:t>	Shining like the sun at the trumpet call</a:t>
            </a:r>
          </a:p>
          <a:p>
            <a:r>
              <a:rPr lang="fr-FR" altLang="fr-FR" smtClean="0"/>
              <a:t>	22-  ÉLÈVE TA VOIX C’EST L’ANNÉE DE JUBILÉ 	</a:t>
            </a:r>
          </a:p>
          <a:p>
            <a:r>
              <a:rPr lang="fr-FR" altLang="fr-FR" smtClean="0"/>
              <a:t>	Lift your voice it’s the year of jubilee</a:t>
            </a:r>
          </a:p>
          <a:p>
            <a:r>
              <a:rPr lang="fr-FR" altLang="fr-FR" smtClean="0"/>
              <a:t>	23-  ET DU MONT SION LE SALUT VIENT                   X2</a:t>
            </a:r>
          </a:p>
          <a:p>
            <a:r>
              <a:rPr lang="fr-FR" altLang="fr-FR" smtClean="0"/>
              <a:t>	And out of Zion’s hill salvation comes</a:t>
            </a:r>
          </a:p>
          <a:p>
            <a:endParaRPr lang="fr-FR" altLang="fr-FR" smtClean="0"/>
          </a:p>
          <a:p>
            <a:r>
              <a:rPr lang="fr-FR" altLang="fr-FR" smtClean="0"/>
              <a:t>24-  NUL N'EST SEMBLABLE À YAHVÉ</a:t>
            </a:r>
          </a:p>
          <a:p>
            <a:r>
              <a:rPr lang="fr-FR" altLang="fr-FR" smtClean="0"/>
              <a:t>There’s no God like Jehovah</a:t>
            </a:r>
          </a:p>
          <a:p>
            <a:endParaRPr lang="fr-FR" altLang="fr-FR" smtClean="0"/>
          </a:p>
        </p:txBody>
      </p:sp>
      <p:sp>
        <p:nvSpPr>
          <p:cNvPr id="2765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altLang="fr-FR" smtClean="0"/>
              <a:t>	REFRAIN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1-  VOICI VENUS LES JOURS D’ÉLIE DÉCLARANT LA PAROLE DU SEIGNEUR</a:t>
            </a:r>
          </a:p>
          <a:p>
            <a:pPr eaLnBrk="1" hangingPunct="1"/>
            <a:r>
              <a:rPr lang="fr-FR" altLang="fr-FR" smtClean="0"/>
              <a:t>These are the days of Elijah Declaring the Word of the Lord</a:t>
            </a:r>
          </a:p>
          <a:p>
            <a:pPr eaLnBrk="1" hangingPunct="1"/>
            <a:r>
              <a:rPr lang="fr-FR" altLang="fr-FR" smtClean="0"/>
              <a:t> 2-  VOICI LES JOURS DE TON SERVITEUR MOÏSE</a:t>
            </a:r>
          </a:p>
          <a:p>
            <a:pPr eaLnBrk="1" hangingPunct="1"/>
            <a:r>
              <a:rPr lang="fr-FR" altLang="fr-FR" smtClean="0"/>
              <a:t>And these are the days of your servant Moses</a:t>
            </a:r>
          </a:p>
          <a:p>
            <a:pPr eaLnBrk="1" hangingPunct="1"/>
            <a:r>
              <a:rPr lang="fr-FR" altLang="fr-FR" smtClean="0"/>
              <a:t>3-  LA JUSTICE EST DANS MON CŒUR</a:t>
            </a:r>
          </a:p>
          <a:p>
            <a:pPr eaLnBrk="1" hangingPunct="1"/>
            <a:r>
              <a:rPr lang="fr-FR" altLang="fr-FR" smtClean="0"/>
              <a:t>Righteousness being restored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4-  ET PENDANT CES JOURS DE GRANDE ÉPREUVE</a:t>
            </a:r>
          </a:p>
          <a:p>
            <a:pPr eaLnBrk="1" hangingPunct="1"/>
            <a:r>
              <a:rPr lang="fr-FR" altLang="fr-FR" smtClean="0"/>
              <a:t>And though these are days of great trial</a:t>
            </a:r>
          </a:p>
          <a:p>
            <a:pPr eaLnBrk="1" hangingPunct="1"/>
            <a:r>
              <a:rPr lang="fr-FR" altLang="fr-FR" smtClean="0"/>
              <a:t>5-  DE FAMINE, DE TÉNÈBRE ET SOIF</a:t>
            </a:r>
          </a:p>
          <a:p>
            <a:pPr eaLnBrk="1" hangingPunct="1"/>
            <a:r>
              <a:rPr lang="fr-FR" altLang="fr-FR" smtClean="0"/>
              <a:t>Of famine and darkness and sword</a:t>
            </a:r>
          </a:p>
          <a:p>
            <a:pPr eaLnBrk="1" hangingPunct="1"/>
            <a:r>
              <a:rPr lang="fr-FR" altLang="fr-FR" smtClean="0"/>
              <a:t>6-  NOUS SOMMES CETTE VOIX DANS LE DÉSERT QUI CRIE</a:t>
            </a:r>
          </a:p>
          <a:p>
            <a:pPr eaLnBrk="1" hangingPunct="1"/>
            <a:r>
              <a:rPr lang="fr-FR" altLang="fr-FR" smtClean="0"/>
              <a:t>Still we are the voice in the desert crying</a:t>
            </a:r>
          </a:p>
          <a:p>
            <a:pPr eaLnBrk="1" hangingPunct="1"/>
            <a:r>
              <a:rPr lang="fr-FR" altLang="fr-FR" smtClean="0"/>
              <a:t>7-  PRÉPAREZ LE CHEMIN DU SEIGNEUR</a:t>
            </a:r>
          </a:p>
          <a:p>
            <a:pPr eaLnBrk="1" hangingPunct="1"/>
            <a:r>
              <a:rPr lang="fr-FR" altLang="fr-FR" smtClean="0"/>
              <a:t>Prepare ye the way of the Lord</a:t>
            </a:r>
          </a:p>
          <a:p>
            <a:pPr eaLnBrk="1" hangingPunct="1"/>
            <a:r>
              <a:rPr lang="fr-FR" altLang="fr-FR" smtClean="0"/>
              <a:t>	</a:t>
            </a:r>
          </a:p>
          <a:p>
            <a:pPr eaLnBrk="1" hangingPunct="1"/>
            <a:r>
              <a:rPr lang="fr-FR" altLang="fr-FR" smtClean="0"/>
              <a:t>	Refrain:</a:t>
            </a:r>
          </a:p>
          <a:p>
            <a:pPr eaLnBrk="1" hangingPunct="1"/>
            <a:r>
              <a:rPr lang="fr-FR" altLang="fr-FR" smtClean="0"/>
              <a:t>	8-  GLORIEUX IL VIENT AU-DESSUS DES CIEUX</a:t>
            </a:r>
          </a:p>
          <a:p>
            <a:pPr eaLnBrk="1" hangingPunct="1"/>
            <a:r>
              <a:rPr lang="fr-FR" altLang="fr-FR" smtClean="0"/>
              <a:t>	Behold He comes Riding on the clouds</a:t>
            </a:r>
          </a:p>
          <a:p>
            <a:pPr eaLnBrk="1" hangingPunct="1"/>
            <a:r>
              <a:rPr lang="fr-FR" altLang="fr-FR" smtClean="0"/>
              <a:t>	9-  BRILLANT COMME LE SOLEIL AU SON DES TROMPETTES</a:t>
            </a:r>
          </a:p>
          <a:p>
            <a:pPr eaLnBrk="1" hangingPunct="1"/>
            <a:r>
              <a:rPr lang="fr-FR" altLang="fr-FR" smtClean="0"/>
              <a:t>	Shining like the sun at the trumpet call</a:t>
            </a:r>
          </a:p>
          <a:p>
            <a:pPr eaLnBrk="1" hangingPunct="1"/>
            <a:r>
              <a:rPr lang="fr-FR" altLang="fr-FR" smtClean="0"/>
              <a:t>	10-  ÉLÈVE TA VOIX C’EST L’ANNÉE DE JUBILÉ 	</a:t>
            </a:r>
          </a:p>
          <a:p>
            <a:pPr eaLnBrk="1" hangingPunct="1"/>
            <a:r>
              <a:rPr lang="fr-FR" altLang="fr-FR" smtClean="0"/>
              <a:t>	Lift your voice it’s the year of jubilee</a:t>
            </a:r>
          </a:p>
          <a:p>
            <a:pPr eaLnBrk="1" hangingPunct="1"/>
            <a:r>
              <a:rPr lang="fr-FR" altLang="fr-FR" smtClean="0"/>
              <a:t>	11-  ET DU MONT SION LE SALUT VIENT                   X2</a:t>
            </a:r>
          </a:p>
          <a:p>
            <a:pPr eaLnBrk="1" hangingPunct="1"/>
            <a:r>
              <a:rPr lang="fr-FR" altLang="fr-FR" smtClean="0"/>
              <a:t>	And out of Zion’s hill salvation comes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12-  VOICI LES JOURS DE TON PROPHÈTE</a:t>
            </a:r>
          </a:p>
          <a:p>
            <a:pPr eaLnBrk="1" hangingPunct="1"/>
            <a:r>
              <a:rPr lang="fr-FR" altLang="fr-FR" smtClean="0"/>
              <a:t>These are the days of Ezekiel</a:t>
            </a:r>
          </a:p>
          <a:p>
            <a:pPr eaLnBrk="1" hangingPunct="1"/>
            <a:r>
              <a:rPr lang="fr-FR" altLang="fr-FR" smtClean="0"/>
              <a:t>13-  LES OSSEMENTS SONT DEVENUS CHAIR</a:t>
            </a:r>
          </a:p>
          <a:p>
            <a:pPr eaLnBrk="1" hangingPunct="1"/>
            <a:r>
              <a:rPr lang="fr-FR" altLang="fr-FR" smtClean="0"/>
              <a:t>The dry bones becoming as flesh</a:t>
            </a:r>
          </a:p>
          <a:p>
            <a:pPr eaLnBrk="1" hangingPunct="1"/>
            <a:r>
              <a:rPr lang="fr-FR" altLang="fr-FR" smtClean="0"/>
              <a:t>14-  VOICI LES JOURS DE TON SERVITEUR DAVID</a:t>
            </a:r>
          </a:p>
          <a:p>
            <a:pPr eaLnBrk="1" hangingPunct="1"/>
            <a:r>
              <a:rPr lang="fr-FR" altLang="fr-FR" smtClean="0"/>
              <a:t>And these are the days of your servant David</a:t>
            </a:r>
          </a:p>
          <a:p>
            <a:pPr eaLnBrk="1" hangingPunct="1"/>
            <a:r>
              <a:rPr lang="fr-FR" altLang="fr-FR" smtClean="0"/>
              <a:t>15-  CONSTRUISANT UN TEMPLE DE LOUANGES</a:t>
            </a:r>
          </a:p>
          <a:p>
            <a:pPr eaLnBrk="1" hangingPunct="1"/>
            <a:r>
              <a:rPr lang="fr-FR" altLang="fr-FR" smtClean="0"/>
              <a:t>Rebuilding a temple of praise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16-  VOICI LES JOURS DE LA RÉCOLTE</a:t>
            </a:r>
          </a:p>
          <a:p>
            <a:pPr eaLnBrk="1" hangingPunct="1"/>
            <a:r>
              <a:rPr lang="fr-FR" altLang="fr-FR" smtClean="0"/>
              <a:t>And these are the days of the harvest</a:t>
            </a:r>
          </a:p>
          <a:p>
            <a:pPr eaLnBrk="1" hangingPunct="1"/>
            <a:r>
              <a:rPr lang="fr-FR" altLang="fr-FR" smtClean="0"/>
              <a:t>17-  C'EST LE TEMPS DE LA GRANDE MOISSON </a:t>
            </a:r>
          </a:p>
          <a:p>
            <a:pPr eaLnBrk="1" hangingPunct="1"/>
            <a:r>
              <a:rPr lang="fr-FR" altLang="fr-FR" smtClean="0"/>
              <a:t>The fields are as white in Your world</a:t>
            </a:r>
          </a:p>
          <a:p>
            <a:pPr eaLnBrk="1" hangingPunct="1"/>
            <a:r>
              <a:rPr lang="fr-FR" altLang="fr-FR" smtClean="0"/>
              <a:t>18-  NOUS SOMMES LES OUVRIERS DE TA VIGNE, SEIGNEUR</a:t>
            </a:r>
          </a:p>
          <a:p>
            <a:pPr eaLnBrk="1" hangingPunct="1"/>
            <a:r>
              <a:rPr lang="fr-FR" altLang="fr-FR" smtClean="0"/>
              <a:t>And we are the laborers in your vineyard</a:t>
            </a:r>
          </a:p>
          <a:p>
            <a:pPr eaLnBrk="1" hangingPunct="1"/>
            <a:r>
              <a:rPr lang="fr-FR" altLang="fr-FR" smtClean="0"/>
              <a:t>19-  DÉCLARANT LA PAROLE DU SEIGNEUR</a:t>
            </a:r>
          </a:p>
          <a:p>
            <a:pPr eaLnBrk="1" hangingPunct="1"/>
            <a:r>
              <a:rPr lang="fr-FR" altLang="fr-FR" smtClean="0"/>
              <a:t>Declaring the word of the Lord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	Refrain:</a:t>
            </a:r>
          </a:p>
          <a:p>
            <a:pPr eaLnBrk="1" hangingPunct="1"/>
            <a:r>
              <a:rPr lang="fr-FR" altLang="fr-FR" smtClean="0"/>
              <a:t>	20-  GLORIEUX IL VIENT AU-DESSUS DES CIEUX</a:t>
            </a:r>
          </a:p>
          <a:p>
            <a:pPr eaLnBrk="1" hangingPunct="1"/>
            <a:r>
              <a:rPr lang="fr-FR" altLang="fr-FR" smtClean="0"/>
              <a:t>	Behold He comes Riding on the clouds</a:t>
            </a:r>
          </a:p>
          <a:p>
            <a:pPr eaLnBrk="1" hangingPunct="1"/>
            <a:r>
              <a:rPr lang="fr-FR" altLang="fr-FR" smtClean="0"/>
              <a:t>	21-  BRILLANT COMME LE SOLEIL AU SON DES TROMPETTES</a:t>
            </a:r>
          </a:p>
          <a:p>
            <a:pPr eaLnBrk="1" hangingPunct="1"/>
            <a:r>
              <a:rPr lang="fr-FR" altLang="fr-FR" smtClean="0"/>
              <a:t>	Shining like the sun at the trumpet call</a:t>
            </a:r>
          </a:p>
          <a:p>
            <a:pPr eaLnBrk="1" hangingPunct="1"/>
            <a:r>
              <a:rPr lang="fr-FR" altLang="fr-FR" smtClean="0"/>
              <a:t>	22-  ÉLÈVE TA VOIX C’EST L’ANNÉE DE JUBILÉ 	</a:t>
            </a:r>
          </a:p>
          <a:p>
            <a:pPr eaLnBrk="1" hangingPunct="1"/>
            <a:r>
              <a:rPr lang="fr-FR" altLang="fr-FR" smtClean="0"/>
              <a:t>	Lift your voice it’s the year of jubilee</a:t>
            </a:r>
          </a:p>
          <a:p>
            <a:pPr eaLnBrk="1" hangingPunct="1"/>
            <a:r>
              <a:rPr lang="fr-FR" altLang="fr-FR" smtClean="0"/>
              <a:t>	23-  ET DU MONT SION LE SALUT VIENT                   X2</a:t>
            </a:r>
          </a:p>
          <a:p>
            <a:pPr eaLnBrk="1" hangingPunct="1"/>
            <a:r>
              <a:rPr lang="fr-FR" altLang="fr-FR" smtClean="0"/>
              <a:t>	And out of Zion’s hill salvation comes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24-  NUL N'EST SEMBLABLE À YAHVÉ</a:t>
            </a:r>
          </a:p>
          <a:p>
            <a:pPr eaLnBrk="1" hangingPunct="1"/>
            <a:r>
              <a:rPr lang="fr-FR" altLang="fr-FR" smtClean="0"/>
              <a:t>There’s no God like Jehovah</a:t>
            </a:r>
          </a:p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1-  VOICI VENUS LES JOURS D’ÉLIE DÉCLARANT LA PAROLE DU SEIGNEUR</a:t>
            </a:r>
          </a:p>
          <a:p>
            <a:r>
              <a:rPr lang="fr-FR" altLang="fr-FR" smtClean="0"/>
              <a:t>These are the days of Elijah Declaring the Word of the Lord</a:t>
            </a:r>
          </a:p>
          <a:p>
            <a:r>
              <a:rPr lang="fr-FR" altLang="fr-FR" smtClean="0"/>
              <a:t> 2-  VOICI LES JOURS DE TON SERVITEUR MOÏSE</a:t>
            </a:r>
          </a:p>
          <a:p>
            <a:r>
              <a:rPr lang="fr-FR" altLang="fr-FR" smtClean="0"/>
              <a:t>And these are the days of your servant Moses</a:t>
            </a:r>
          </a:p>
          <a:p>
            <a:r>
              <a:rPr lang="fr-FR" altLang="fr-FR" smtClean="0"/>
              <a:t>3-  LA JUSTICE EST DANS MON CŒUR</a:t>
            </a:r>
          </a:p>
          <a:p>
            <a:r>
              <a:rPr lang="fr-FR" altLang="fr-FR" smtClean="0"/>
              <a:t>Righteousness being restored</a:t>
            </a:r>
          </a:p>
          <a:p>
            <a:endParaRPr lang="fr-FR" altLang="fr-FR" smtClean="0"/>
          </a:p>
          <a:p>
            <a:r>
              <a:rPr lang="fr-FR" altLang="fr-FR" smtClean="0"/>
              <a:t>4-  ET PENDANT CES JOURS DE GRANDE ÉPREUVE</a:t>
            </a:r>
          </a:p>
          <a:p>
            <a:r>
              <a:rPr lang="fr-FR" altLang="fr-FR" smtClean="0"/>
              <a:t>And though these are days of great trial</a:t>
            </a:r>
          </a:p>
          <a:p>
            <a:r>
              <a:rPr lang="fr-FR" altLang="fr-FR" smtClean="0"/>
              <a:t>5-  DE FAMINE, DE TÉNÈBRE ET SOIF</a:t>
            </a:r>
          </a:p>
          <a:p>
            <a:r>
              <a:rPr lang="fr-FR" altLang="fr-FR" smtClean="0"/>
              <a:t>Of famine and darkness and sword</a:t>
            </a:r>
          </a:p>
          <a:p>
            <a:r>
              <a:rPr lang="fr-FR" altLang="fr-FR" smtClean="0"/>
              <a:t>6-  NOUS SOMMES CETTE VOIX DANS LE DÉSERT QUI CRIE</a:t>
            </a:r>
          </a:p>
          <a:p>
            <a:r>
              <a:rPr lang="fr-FR" altLang="fr-FR" smtClean="0"/>
              <a:t>Still we are the voice in the desert crying</a:t>
            </a:r>
          </a:p>
          <a:p>
            <a:r>
              <a:rPr lang="fr-FR" altLang="fr-FR" smtClean="0"/>
              <a:t>7-  PRÉPAREZ LE CHEMIN DU SEIGNEUR</a:t>
            </a:r>
          </a:p>
          <a:p>
            <a:r>
              <a:rPr lang="fr-FR" altLang="fr-FR" smtClean="0"/>
              <a:t>Prepare ye the way of the Lord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GLORIEUX IL VIENT AU-DESSUS DES CIEUX</a:t>
            </a:r>
          </a:p>
          <a:p>
            <a:r>
              <a:rPr lang="fr-FR" altLang="fr-FR" smtClean="0"/>
              <a:t>	Behold He comes Riding on the clouds</a:t>
            </a:r>
          </a:p>
          <a:p>
            <a:r>
              <a:rPr lang="fr-FR" altLang="fr-FR" smtClean="0"/>
              <a:t>	9-  BRILLANT COMME LE SOLEIL AU SON DES TROMPETTES</a:t>
            </a:r>
          </a:p>
          <a:p>
            <a:r>
              <a:rPr lang="fr-FR" altLang="fr-FR" smtClean="0"/>
              <a:t>	Shining like the sun at the trumpet call</a:t>
            </a:r>
          </a:p>
          <a:p>
            <a:r>
              <a:rPr lang="fr-FR" altLang="fr-FR" smtClean="0"/>
              <a:t>	10-  ÉLÈVE TA VOIX C’EST L’ANNÉE DE JUBILÉ 	</a:t>
            </a:r>
          </a:p>
          <a:p>
            <a:r>
              <a:rPr lang="fr-FR" altLang="fr-FR" smtClean="0"/>
              <a:t>	Lift your voice it’s the year of jubilee</a:t>
            </a:r>
          </a:p>
          <a:p>
            <a:r>
              <a:rPr lang="fr-FR" altLang="fr-FR" smtClean="0"/>
              <a:t>	11-  ET DU MONT SION LE SALUT VIENT                   X2</a:t>
            </a:r>
          </a:p>
          <a:p>
            <a:r>
              <a:rPr lang="fr-FR" altLang="fr-FR" smtClean="0"/>
              <a:t>	And out of Zion’s hill salvation comes</a:t>
            </a:r>
          </a:p>
          <a:p>
            <a:endParaRPr lang="fr-FR" altLang="fr-FR" smtClean="0"/>
          </a:p>
          <a:p>
            <a:r>
              <a:rPr lang="fr-FR" altLang="fr-FR" smtClean="0"/>
              <a:t>12-  VOICI LES JOURS DE TON PROPHÈTE</a:t>
            </a:r>
          </a:p>
          <a:p>
            <a:r>
              <a:rPr lang="fr-FR" altLang="fr-FR" smtClean="0"/>
              <a:t>These are the days of Ezekiel</a:t>
            </a:r>
          </a:p>
          <a:p>
            <a:r>
              <a:rPr lang="fr-FR" altLang="fr-FR" smtClean="0"/>
              <a:t>13-  LES OSSEMENTS SONT DEVENUS CHAIR</a:t>
            </a:r>
          </a:p>
          <a:p>
            <a:r>
              <a:rPr lang="fr-FR" altLang="fr-FR" smtClean="0"/>
              <a:t>The dry bones becoming as flesh</a:t>
            </a:r>
          </a:p>
          <a:p>
            <a:r>
              <a:rPr lang="fr-FR" altLang="fr-FR" smtClean="0"/>
              <a:t>14-  VOICI LES JOURS DE TON SERVITEUR DAVID</a:t>
            </a:r>
          </a:p>
          <a:p>
            <a:r>
              <a:rPr lang="fr-FR" altLang="fr-FR" smtClean="0"/>
              <a:t>And these are the days of your servant David</a:t>
            </a:r>
          </a:p>
          <a:p>
            <a:r>
              <a:rPr lang="fr-FR" altLang="fr-FR" smtClean="0"/>
              <a:t>15-  CONSTRUISANT UN TEMPLE DE LOUANGES</a:t>
            </a:r>
          </a:p>
          <a:p>
            <a:r>
              <a:rPr lang="fr-FR" altLang="fr-FR" smtClean="0"/>
              <a:t>Rebuilding a temple of praise</a:t>
            </a:r>
          </a:p>
          <a:p>
            <a:endParaRPr lang="fr-FR" altLang="fr-FR" smtClean="0"/>
          </a:p>
          <a:p>
            <a:r>
              <a:rPr lang="fr-FR" altLang="fr-FR" smtClean="0"/>
              <a:t>16-  VOICI LES JOURS DE LA RÉCOLTE</a:t>
            </a:r>
          </a:p>
          <a:p>
            <a:r>
              <a:rPr lang="fr-FR" altLang="fr-FR" smtClean="0"/>
              <a:t>And these are the days of the harvest</a:t>
            </a:r>
          </a:p>
          <a:p>
            <a:r>
              <a:rPr lang="fr-FR" altLang="fr-FR" smtClean="0"/>
              <a:t>17-  C'EST LE TEMPS DE LA GRANDE MOISSON </a:t>
            </a:r>
          </a:p>
          <a:p>
            <a:r>
              <a:rPr lang="fr-FR" altLang="fr-FR" smtClean="0"/>
              <a:t>The fields are as white in Your world</a:t>
            </a:r>
          </a:p>
          <a:p>
            <a:r>
              <a:rPr lang="fr-FR" altLang="fr-FR" smtClean="0"/>
              <a:t>18-  NOUS SOMMES LES OUVRIERS DE TA VIGNE, SEIGNEUR</a:t>
            </a:r>
          </a:p>
          <a:p>
            <a:r>
              <a:rPr lang="fr-FR" altLang="fr-FR" smtClean="0"/>
              <a:t>And we are the laborers in your vineyard</a:t>
            </a:r>
          </a:p>
          <a:p>
            <a:r>
              <a:rPr lang="fr-FR" altLang="fr-FR" smtClean="0"/>
              <a:t>19-  DÉCLARANT LA PAROLE DU SEIGNEUR</a:t>
            </a:r>
          </a:p>
          <a:p>
            <a:r>
              <a:rPr lang="fr-FR" altLang="fr-FR" smtClean="0"/>
              <a:t>Declaring the word of the Lord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20-  GLORIEUX IL VIENT AU-DESSUS DES CIEUX</a:t>
            </a:r>
          </a:p>
          <a:p>
            <a:r>
              <a:rPr lang="fr-FR" altLang="fr-FR" smtClean="0"/>
              <a:t>	Behold He comes Riding on the clouds</a:t>
            </a:r>
          </a:p>
          <a:p>
            <a:r>
              <a:rPr lang="fr-FR" altLang="fr-FR" smtClean="0"/>
              <a:t>	21-  BRILLANT COMME LE SOLEIL AU SON DES TROMPETTES</a:t>
            </a:r>
          </a:p>
          <a:p>
            <a:r>
              <a:rPr lang="fr-FR" altLang="fr-FR" smtClean="0"/>
              <a:t>	Shining like the sun at the trumpet call</a:t>
            </a:r>
          </a:p>
          <a:p>
            <a:r>
              <a:rPr lang="fr-FR" altLang="fr-FR" smtClean="0"/>
              <a:t>	22-  ÉLÈVE TA VOIX C’EST L’ANNÉE DE JUBILÉ 	</a:t>
            </a:r>
          </a:p>
          <a:p>
            <a:r>
              <a:rPr lang="fr-FR" altLang="fr-FR" smtClean="0"/>
              <a:t>	Lift your voice it’s the year of jubilee</a:t>
            </a:r>
          </a:p>
          <a:p>
            <a:r>
              <a:rPr lang="fr-FR" altLang="fr-FR" smtClean="0"/>
              <a:t>	23-  ET DU MONT SION LE SALUT VIENT                   X2</a:t>
            </a:r>
          </a:p>
          <a:p>
            <a:r>
              <a:rPr lang="fr-FR" altLang="fr-FR" smtClean="0"/>
              <a:t>	And out of Zion’s hill salvation comes</a:t>
            </a:r>
          </a:p>
          <a:p>
            <a:endParaRPr lang="fr-FR" altLang="fr-FR" smtClean="0"/>
          </a:p>
          <a:p>
            <a:r>
              <a:rPr lang="fr-FR" altLang="fr-FR" smtClean="0"/>
              <a:t>24-  NUL N'EST SEMBLABLE À YAHVÉ</a:t>
            </a:r>
          </a:p>
          <a:p>
            <a:r>
              <a:rPr lang="fr-FR" altLang="fr-FR" smtClean="0"/>
              <a:t>There’s no God like Jehovah</a:t>
            </a:r>
          </a:p>
          <a:p>
            <a:endParaRPr lang="fr-FR" altLang="fr-FR" smtClean="0"/>
          </a:p>
        </p:txBody>
      </p:sp>
      <p:sp>
        <p:nvSpPr>
          <p:cNvPr id="2867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altLang="fr-FR" smtClean="0"/>
              <a:t>	REFRAIN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1-  VOICI VENUS LES JOURS D’ÉLIE DÉCLARANT LA PAROLE DU SEIGNEUR</a:t>
            </a:r>
          </a:p>
          <a:p>
            <a:pPr eaLnBrk="1" hangingPunct="1"/>
            <a:r>
              <a:rPr lang="fr-FR" altLang="fr-FR" smtClean="0"/>
              <a:t>These are the days of Elijah Declaring the Word of the Lord</a:t>
            </a:r>
          </a:p>
          <a:p>
            <a:pPr eaLnBrk="1" hangingPunct="1"/>
            <a:r>
              <a:rPr lang="fr-FR" altLang="fr-FR" smtClean="0"/>
              <a:t> 2-  VOICI LES JOURS DE TON SERVITEUR MOÏSE</a:t>
            </a:r>
          </a:p>
          <a:p>
            <a:pPr eaLnBrk="1" hangingPunct="1"/>
            <a:r>
              <a:rPr lang="fr-FR" altLang="fr-FR" smtClean="0"/>
              <a:t>And these are the days of your servant Moses</a:t>
            </a:r>
          </a:p>
          <a:p>
            <a:pPr eaLnBrk="1" hangingPunct="1"/>
            <a:r>
              <a:rPr lang="fr-FR" altLang="fr-FR" smtClean="0"/>
              <a:t>3-  LA JUSTICE EST DANS MON CŒUR</a:t>
            </a:r>
          </a:p>
          <a:p>
            <a:pPr eaLnBrk="1" hangingPunct="1"/>
            <a:r>
              <a:rPr lang="fr-FR" altLang="fr-FR" smtClean="0"/>
              <a:t>Righteousness being restored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4-  ET PENDANT CES JOURS DE GRANDE ÉPREUVE</a:t>
            </a:r>
          </a:p>
          <a:p>
            <a:pPr eaLnBrk="1" hangingPunct="1"/>
            <a:r>
              <a:rPr lang="fr-FR" altLang="fr-FR" smtClean="0"/>
              <a:t>And though these are days of great trial</a:t>
            </a:r>
          </a:p>
          <a:p>
            <a:pPr eaLnBrk="1" hangingPunct="1"/>
            <a:r>
              <a:rPr lang="fr-FR" altLang="fr-FR" smtClean="0"/>
              <a:t>5-  DE FAMINE, DE TÉNÈBRE ET SOIF</a:t>
            </a:r>
          </a:p>
          <a:p>
            <a:pPr eaLnBrk="1" hangingPunct="1"/>
            <a:r>
              <a:rPr lang="fr-FR" altLang="fr-FR" smtClean="0"/>
              <a:t>Of famine and darkness and sword</a:t>
            </a:r>
          </a:p>
          <a:p>
            <a:pPr eaLnBrk="1" hangingPunct="1"/>
            <a:r>
              <a:rPr lang="fr-FR" altLang="fr-FR" smtClean="0"/>
              <a:t>6-  NOUS SOMMES CETTE VOIX DANS LE DÉSERT QUI CRIE</a:t>
            </a:r>
          </a:p>
          <a:p>
            <a:pPr eaLnBrk="1" hangingPunct="1"/>
            <a:r>
              <a:rPr lang="fr-FR" altLang="fr-FR" smtClean="0"/>
              <a:t>Still we are the voice in the desert crying</a:t>
            </a:r>
          </a:p>
          <a:p>
            <a:pPr eaLnBrk="1" hangingPunct="1"/>
            <a:r>
              <a:rPr lang="fr-FR" altLang="fr-FR" smtClean="0"/>
              <a:t>7-  PRÉPAREZ LE CHEMIN DU SEIGNEUR</a:t>
            </a:r>
          </a:p>
          <a:p>
            <a:pPr eaLnBrk="1" hangingPunct="1"/>
            <a:r>
              <a:rPr lang="fr-FR" altLang="fr-FR" smtClean="0"/>
              <a:t>Prepare ye the way of the Lord</a:t>
            </a:r>
          </a:p>
          <a:p>
            <a:pPr eaLnBrk="1" hangingPunct="1"/>
            <a:r>
              <a:rPr lang="fr-FR" altLang="fr-FR" smtClean="0"/>
              <a:t>	</a:t>
            </a:r>
          </a:p>
          <a:p>
            <a:pPr eaLnBrk="1" hangingPunct="1"/>
            <a:r>
              <a:rPr lang="fr-FR" altLang="fr-FR" smtClean="0"/>
              <a:t>	Refrain:</a:t>
            </a:r>
          </a:p>
          <a:p>
            <a:pPr eaLnBrk="1" hangingPunct="1"/>
            <a:r>
              <a:rPr lang="fr-FR" altLang="fr-FR" smtClean="0"/>
              <a:t>	8-  GLORIEUX IL VIENT AU-DESSUS DES CIEUX</a:t>
            </a:r>
          </a:p>
          <a:p>
            <a:pPr eaLnBrk="1" hangingPunct="1"/>
            <a:r>
              <a:rPr lang="fr-FR" altLang="fr-FR" smtClean="0"/>
              <a:t>	Behold He comes Riding on the clouds</a:t>
            </a:r>
          </a:p>
          <a:p>
            <a:pPr eaLnBrk="1" hangingPunct="1"/>
            <a:r>
              <a:rPr lang="fr-FR" altLang="fr-FR" smtClean="0"/>
              <a:t>	9-  BRILLANT COMME LE SOLEIL AU SON DES TROMPETTES</a:t>
            </a:r>
          </a:p>
          <a:p>
            <a:pPr eaLnBrk="1" hangingPunct="1"/>
            <a:r>
              <a:rPr lang="fr-FR" altLang="fr-FR" smtClean="0"/>
              <a:t>	Shining like the sun at the trumpet call</a:t>
            </a:r>
          </a:p>
          <a:p>
            <a:pPr eaLnBrk="1" hangingPunct="1"/>
            <a:r>
              <a:rPr lang="fr-FR" altLang="fr-FR" smtClean="0"/>
              <a:t>	10-  ÉLÈVE TA VOIX C’EST L’ANNÉE DE JUBILÉ 	</a:t>
            </a:r>
          </a:p>
          <a:p>
            <a:pPr eaLnBrk="1" hangingPunct="1"/>
            <a:r>
              <a:rPr lang="fr-FR" altLang="fr-FR" smtClean="0"/>
              <a:t>	Lift your voice it’s the year of jubilee</a:t>
            </a:r>
          </a:p>
          <a:p>
            <a:pPr eaLnBrk="1" hangingPunct="1"/>
            <a:r>
              <a:rPr lang="fr-FR" altLang="fr-FR" smtClean="0"/>
              <a:t>	11-  ET DU MONT SION LE SALUT VIENT                   X2</a:t>
            </a:r>
          </a:p>
          <a:p>
            <a:pPr eaLnBrk="1" hangingPunct="1"/>
            <a:r>
              <a:rPr lang="fr-FR" altLang="fr-FR" smtClean="0"/>
              <a:t>	And out of Zion’s hill salvation comes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12-  VOICI LES JOURS DE TON PROPHÈTE</a:t>
            </a:r>
          </a:p>
          <a:p>
            <a:pPr eaLnBrk="1" hangingPunct="1"/>
            <a:r>
              <a:rPr lang="fr-FR" altLang="fr-FR" smtClean="0"/>
              <a:t>These are the days of Ezekiel</a:t>
            </a:r>
          </a:p>
          <a:p>
            <a:pPr eaLnBrk="1" hangingPunct="1"/>
            <a:r>
              <a:rPr lang="fr-FR" altLang="fr-FR" smtClean="0"/>
              <a:t>13-  LES OSSEMENTS SONT DEVENUS CHAIR</a:t>
            </a:r>
          </a:p>
          <a:p>
            <a:pPr eaLnBrk="1" hangingPunct="1"/>
            <a:r>
              <a:rPr lang="fr-FR" altLang="fr-FR" smtClean="0"/>
              <a:t>The dry bones becoming as flesh</a:t>
            </a:r>
          </a:p>
          <a:p>
            <a:pPr eaLnBrk="1" hangingPunct="1"/>
            <a:r>
              <a:rPr lang="fr-FR" altLang="fr-FR" smtClean="0"/>
              <a:t>14-  VOICI LES JOURS DE TON SERVITEUR DAVID</a:t>
            </a:r>
          </a:p>
          <a:p>
            <a:pPr eaLnBrk="1" hangingPunct="1"/>
            <a:r>
              <a:rPr lang="fr-FR" altLang="fr-FR" smtClean="0"/>
              <a:t>And these are the days of your servant David</a:t>
            </a:r>
          </a:p>
          <a:p>
            <a:pPr eaLnBrk="1" hangingPunct="1"/>
            <a:r>
              <a:rPr lang="fr-FR" altLang="fr-FR" smtClean="0"/>
              <a:t>15-  CONSTRUISANT UN TEMPLE DE LOUANGES</a:t>
            </a:r>
          </a:p>
          <a:p>
            <a:pPr eaLnBrk="1" hangingPunct="1"/>
            <a:r>
              <a:rPr lang="fr-FR" altLang="fr-FR" smtClean="0"/>
              <a:t>Rebuilding a temple of praise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16-  VOICI LES JOURS DE LA RÉCOLTE</a:t>
            </a:r>
          </a:p>
          <a:p>
            <a:pPr eaLnBrk="1" hangingPunct="1"/>
            <a:r>
              <a:rPr lang="fr-FR" altLang="fr-FR" smtClean="0"/>
              <a:t>And these are the days of the harvest</a:t>
            </a:r>
          </a:p>
          <a:p>
            <a:pPr eaLnBrk="1" hangingPunct="1"/>
            <a:r>
              <a:rPr lang="fr-FR" altLang="fr-FR" smtClean="0"/>
              <a:t>17-  C'EST LE TEMPS DE LA GRANDE MOISSON </a:t>
            </a:r>
          </a:p>
          <a:p>
            <a:pPr eaLnBrk="1" hangingPunct="1"/>
            <a:r>
              <a:rPr lang="fr-FR" altLang="fr-FR" smtClean="0"/>
              <a:t>The fields are as white in Your world</a:t>
            </a:r>
          </a:p>
          <a:p>
            <a:pPr eaLnBrk="1" hangingPunct="1"/>
            <a:r>
              <a:rPr lang="fr-FR" altLang="fr-FR" smtClean="0"/>
              <a:t>18-  NOUS SOMMES LES OUVRIERS DE TA VIGNE, SEIGNEUR</a:t>
            </a:r>
          </a:p>
          <a:p>
            <a:pPr eaLnBrk="1" hangingPunct="1"/>
            <a:r>
              <a:rPr lang="fr-FR" altLang="fr-FR" smtClean="0"/>
              <a:t>And we are the laborers in your vineyard</a:t>
            </a:r>
          </a:p>
          <a:p>
            <a:pPr eaLnBrk="1" hangingPunct="1"/>
            <a:r>
              <a:rPr lang="fr-FR" altLang="fr-FR" smtClean="0"/>
              <a:t>19-  DÉCLARANT LA PAROLE DU SEIGNEUR</a:t>
            </a:r>
          </a:p>
          <a:p>
            <a:pPr eaLnBrk="1" hangingPunct="1"/>
            <a:r>
              <a:rPr lang="fr-FR" altLang="fr-FR" smtClean="0"/>
              <a:t>Declaring the word of the Lord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	Refrain:</a:t>
            </a:r>
          </a:p>
          <a:p>
            <a:pPr eaLnBrk="1" hangingPunct="1"/>
            <a:r>
              <a:rPr lang="fr-FR" altLang="fr-FR" smtClean="0"/>
              <a:t>	20-  GLORIEUX IL VIENT AU-DESSUS DES CIEUX</a:t>
            </a:r>
          </a:p>
          <a:p>
            <a:pPr eaLnBrk="1" hangingPunct="1"/>
            <a:r>
              <a:rPr lang="fr-FR" altLang="fr-FR" smtClean="0"/>
              <a:t>	Behold He comes Riding on the clouds</a:t>
            </a:r>
          </a:p>
          <a:p>
            <a:pPr eaLnBrk="1" hangingPunct="1"/>
            <a:r>
              <a:rPr lang="fr-FR" altLang="fr-FR" smtClean="0"/>
              <a:t>	21-  BRILLANT COMME LE SOLEIL AU SON DES TROMPETTES</a:t>
            </a:r>
          </a:p>
          <a:p>
            <a:pPr eaLnBrk="1" hangingPunct="1"/>
            <a:r>
              <a:rPr lang="fr-FR" altLang="fr-FR" smtClean="0"/>
              <a:t>	Shining like the sun at the trumpet call</a:t>
            </a:r>
          </a:p>
          <a:p>
            <a:pPr eaLnBrk="1" hangingPunct="1"/>
            <a:r>
              <a:rPr lang="fr-FR" altLang="fr-FR" smtClean="0"/>
              <a:t>	22-  ÉLÈVE TA VOIX C’EST L’ANNÉE DE JUBILÉ 	</a:t>
            </a:r>
          </a:p>
          <a:p>
            <a:pPr eaLnBrk="1" hangingPunct="1"/>
            <a:r>
              <a:rPr lang="fr-FR" altLang="fr-FR" smtClean="0"/>
              <a:t>	Lift your voice it’s the year of jubilee</a:t>
            </a:r>
          </a:p>
          <a:p>
            <a:pPr eaLnBrk="1" hangingPunct="1"/>
            <a:r>
              <a:rPr lang="fr-FR" altLang="fr-FR" smtClean="0"/>
              <a:t>	23-  ET DU MONT SION LE SALUT VIENT                   X2</a:t>
            </a:r>
          </a:p>
          <a:p>
            <a:pPr eaLnBrk="1" hangingPunct="1"/>
            <a:r>
              <a:rPr lang="fr-FR" altLang="fr-FR" smtClean="0"/>
              <a:t>	And out of Zion’s hill salvation comes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24-  NUL N'EST SEMBLABLE À YAHVÉ</a:t>
            </a:r>
          </a:p>
          <a:p>
            <a:pPr eaLnBrk="1" hangingPunct="1"/>
            <a:r>
              <a:rPr lang="fr-FR" altLang="fr-FR" smtClean="0"/>
              <a:t>There’s no God like Jehovah</a:t>
            </a:r>
          </a:p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1-  VOICI VENUS LES JOURS D’ÉLIE DÉCLARANT LA PAROLE DU SEIGNEUR</a:t>
            </a:r>
          </a:p>
          <a:p>
            <a:r>
              <a:rPr lang="fr-FR" altLang="fr-FR" smtClean="0"/>
              <a:t>These are the days of Elijah Declaring the Word of the Lord</a:t>
            </a:r>
          </a:p>
          <a:p>
            <a:r>
              <a:rPr lang="fr-FR" altLang="fr-FR" smtClean="0"/>
              <a:t> 2-  VOICI LES JOURS DE TON SERVITEUR MOÏSE</a:t>
            </a:r>
          </a:p>
          <a:p>
            <a:r>
              <a:rPr lang="fr-FR" altLang="fr-FR" smtClean="0"/>
              <a:t>And these are the days of your servant Moses</a:t>
            </a:r>
          </a:p>
          <a:p>
            <a:r>
              <a:rPr lang="fr-FR" altLang="fr-FR" smtClean="0"/>
              <a:t>3-  LA JUSTICE EST DANS MON CŒUR</a:t>
            </a:r>
          </a:p>
          <a:p>
            <a:r>
              <a:rPr lang="fr-FR" altLang="fr-FR" smtClean="0"/>
              <a:t>Righteousness being restored</a:t>
            </a:r>
          </a:p>
          <a:p>
            <a:endParaRPr lang="fr-FR" altLang="fr-FR" smtClean="0"/>
          </a:p>
          <a:p>
            <a:r>
              <a:rPr lang="fr-FR" altLang="fr-FR" smtClean="0"/>
              <a:t>4-  ET PENDANT CES JOURS DE GRANDE ÉPREUVE</a:t>
            </a:r>
          </a:p>
          <a:p>
            <a:r>
              <a:rPr lang="fr-FR" altLang="fr-FR" smtClean="0"/>
              <a:t>And though these are days of great trial</a:t>
            </a:r>
          </a:p>
          <a:p>
            <a:r>
              <a:rPr lang="fr-FR" altLang="fr-FR" smtClean="0"/>
              <a:t>5-  DE FAMINE, DE TÉNÈBRE ET SOIF</a:t>
            </a:r>
          </a:p>
          <a:p>
            <a:r>
              <a:rPr lang="fr-FR" altLang="fr-FR" smtClean="0"/>
              <a:t>Of famine and darkness and sword</a:t>
            </a:r>
          </a:p>
          <a:p>
            <a:r>
              <a:rPr lang="fr-FR" altLang="fr-FR" smtClean="0"/>
              <a:t>6-  NOUS SOMMES CETTE VOIX DANS LE DÉSERT QUI CRIE</a:t>
            </a:r>
          </a:p>
          <a:p>
            <a:r>
              <a:rPr lang="fr-FR" altLang="fr-FR" smtClean="0"/>
              <a:t>Still we are the voice in the desert crying</a:t>
            </a:r>
          </a:p>
          <a:p>
            <a:r>
              <a:rPr lang="fr-FR" altLang="fr-FR" smtClean="0"/>
              <a:t>7-  PRÉPAREZ LE CHEMIN DU SEIGNEUR</a:t>
            </a:r>
          </a:p>
          <a:p>
            <a:r>
              <a:rPr lang="fr-FR" altLang="fr-FR" smtClean="0"/>
              <a:t>Prepare ye the way of the Lord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GLORIEUX IL VIENT AU-DESSUS DES CIEUX</a:t>
            </a:r>
          </a:p>
          <a:p>
            <a:r>
              <a:rPr lang="fr-FR" altLang="fr-FR" smtClean="0"/>
              <a:t>	Behold He comes Riding on the clouds</a:t>
            </a:r>
          </a:p>
          <a:p>
            <a:r>
              <a:rPr lang="fr-FR" altLang="fr-FR" smtClean="0"/>
              <a:t>	9-  BRILLANT COMME LE SOLEIL AU SON DES TROMPETTES</a:t>
            </a:r>
          </a:p>
          <a:p>
            <a:r>
              <a:rPr lang="fr-FR" altLang="fr-FR" smtClean="0"/>
              <a:t>	Shining like the sun at the trumpet call</a:t>
            </a:r>
          </a:p>
          <a:p>
            <a:r>
              <a:rPr lang="fr-FR" altLang="fr-FR" smtClean="0"/>
              <a:t>	10-  ÉLÈVE TA VOIX C’EST L’ANNÉE DE JUBILÉ 	</a:t>
            </a:r>
          </a:p>
          <a:p>
            <a:r>
              <a:rPr lang="fr-FR" altLang="fr-FR" smtClean="0"/>
              <a:t>	Lift your voice it’s the year of jubilee</a:t>
            </a:r>
          </a:p>
          <a:p>
            <a:r>
              <a:rPr lang="fr-FR" altLang="fr-FR" smtClean="0"/>
              <a:t>	11-  ET DU MONT SION LE SALUT VIENT                   X2</a:t>
            </a:r>
          </a:p>
          <a:p>
            <a:r>
              <a:rPr lang="fr-FR" altLang="fr-FR" smtClean="0"/>
              <a:t>	And out of Zion’s hill salvation comes</a:t>
            </a:r>
          </a:p>
          <a:p>
            <a:endParaRPr lang="fr-FR" altLang="fr-FR" smtClean="0"/>
          </a:p>
          <a:p>
            <a:r>
              <a:rPr lang="fr-FR" altLang="fr-FR" smtClean="0"/>
              <a:t>12-  VOICI LES JOURS DE TON PROPHÈTE</a:t>
            </a:r>
          </a:p>
          <a:p>
            <a:r>
              <a:rPr lang="fr-FR" altLang="fr-FR" smtClean="0"/>
              <a:t>These are the days of Ezekiel</a:t>
            </a:r>
          </a:p>
          <a:p>
            <a:r>
              <a:rPr lang="fr-FR" altLang="fr-FR" smtClean="0"/>
              <a:t>13-  LES OSSEMENTS SONT DEVENUS CHAIR</a:t>
            </a:r>
          </a:p>
          <a:p>
            <a:r>
              <a:rPr lang="fr-FR" altLang="fr-FR" smtClean="0"/>
              <a:t>The dry bones becoming as flesh</a:t>
            </a:r>
          </a:p>
          <a:p>
            <a:r>
              <a:rPr lang="fr-FR" altLang="fr-FR" smtClean="0"/>
              <a:t>14-  VOICI LES JOURS DE TON SERVITEUR DAVID</a:t>
            </a:r>
          </a:p>
          <a:p>
            <a:r>
              <a:rPr lang="fr-FR" altLang="fr-FR" smtClean="0"/>
              <a:t>And these are the days of your servant David</a:t>
            </a:r>
          </a:p>
          <a:p>
            <a:r>
              <a:rPr lang="fr-FR" altLang="fr-FR" smtClean="0"/>
              <a:t>15-  CONSTRUISANT UN TEMPLE DE LOUANGES</a:t>
            </a:r>
          </a:p>
          <a:p>
            <a:r>
              <a:rPr lang="fr-FR" altLang="fr-FR" smtClean="0"/>
              <a:t>Rebuilding a temple of praise</a:t>
            </a:r>
          </a:p>
          <a:p>
            <a:endParaRPr lang="fr-FR" altLang="fr-FR" smtClean="0"/>
          </a:p>
          <a:p>
            <a:r>
              <a:rPr lang="fr-FR" altLang="fr-FR" smtClean="0"/>
              <a:t>16-  VOICI LES JOURS DE LA RÉCOLTE</a:t>
            </a:r>
          </a:p>
          <a:p>
            <a:r>
              <a:rPr lang="fr-FR" altLang="fr-FR" smtClean="0"/>
              <a:t>And these are the days of the harvest</a:t>
            </a:r>
          </a:p>
          <a:p>
            <a:r>
              <a:rPr lang="fr-FR" altLang="fr-FR" smtClean="0"/>
              <a:t>17-  C'EST LE TEMPS DE LA GRANDE MOISSON </a:t>
            </a:r>
          </a:p>
          <a:p>
            <a:r>
              <a:rPr lang="fr-FR" altLang="fr-FR" smtClean="0"/>
              <a:t>The fields are as white in Your world</a:t>
            </a:r>
          </a:p>
          <a:p>
            <a:r>
              <a:rPr lang="fr-FR" altLang="fr-FR" smtClean="0"/>
              <a:t>18-  NOUS SOMMES LES OUVRIERS DE TA VIGNE, SEIGNEUR</a:t>
            </a:r>
          </a:p>
          <a:p>
            <a:r>
              <a:rPr lang="fr-FR" altLang="fr-FR" smtClean="0"/>
              <a:t>And we are the laborers in your vineyard</a:t>
            </a:r>
          </a:p>
          <a:p>
            <a:r>
              <a:rPr lang="fr-FR" altLang="fr-FR" smtClean="0"/>
              <a:t>19-  DÉCLARANT LA PAROLE DU SEIGNEUR</a:t>
            </a:r>
          </a:p>
          <a:p>
            <a:r>
              <a:rPr lang="fr-FR" altLang="fr-FR" smtClean="0"/>
              <a:t>Declaring the word of the Lord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20-  GLORIEUX IL VIENT AU-DESSUS DES CIEUX</a:t>
            </a:r>
          </a:p>
          <a:p>
            <a:r>
              <a:rPr lang="fr-FR" altLang="fr-FR" smtClean="0"/>
              <a:t>	Behold He comes Riding on the clouds</a:t>
            </a:r>
          </a:p>
          <a:p>
            <a:r>
              <a:rPr lang="fr-FR" altLang="fr-FR" smtClean="0"/>
              <a:t>	21-  BRILLANT COMME LE SOLEIL AU SON DES TROMPETTES</a:t>
            </a:r>
          </a:p>
          <a:p>
            <a:r>
              <a:rPr lang="fr-FR" altLang="fr-FR" smtClean="0"/>
              <a:t>	Shining like the sun at the trumpet call</a:t>
            </a:r>
          </a:p>
          <a:p>
            <a:r>
              <a:rPr lang="fr-FR" altLang="fr-FR" smtClean="0"/>
              <a:t>	22-  ÉLÈVE TA VOIX C’EST L’ANNÉE DE JUBILÉ 	</a:t>
            </a:r>
          </a:p>
          <a:p>
            <a:r>
              <a:rPr lang="fr-FR" altLang="fr-FR" smtClean="0"/>
              <a:t>	Lift your voice it’s the year of jubilee</a:t>
            </a:r>
          </a:p>
          <a:p>
            <a:r>
              <a:rPr lang="fr-FR" altLang="fr-FR" smtClean="0"/>
              <a:t>	23-  ET DU MONT SION LE SALUT VIENT                   X2</a:t>
            </a:r>
          </a:p>
          <a:p>
            <a:r>
              <a:rPr lang="fr-FR" altLang="fr-FR" smtClean="0"/>
              <a:t>	And out of Zion’s hill salvation comes</a:t>
            </a:r>
          </a:p>
          <a:p>
            <a:endParaRPr lang="fr-FR" altLang="fr-FR" smtClean="0"/>
          </a:p>
          <a:p>
            <a:r>
              <a:rPr lang="fr-FR" altLang="fr-FR" smtClean="0"/>
              <a:t>24-  NUL N'EST SEMBLABLE À YAHVÉ</a:t>
            </a:r>
          </a:p>
          <a:p>
            <a:r>
              <a:rPr lang="fr-FR" altLang="fr-FR" smtClean="0"/>
              <a:t>There’s no God like Jehovah</a:t>
            </a:r>
          </a:p>
          <a:p>
            <a:endParaRPr lang="fr-FR" altLang="fr-FR" smtClean="0"/>
          </a:p>
        </p:txBody>
      </p:sp>
      <p:sp>
        <p:nvSpPr>
          <p:cNvPr id="2969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altLang="fr-FR" smtClean="0"/>
              <a:t>	REFRAIN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1-  VOICI VENUS LES JOURS D’ÉLIE DÉCLARANT LA PAROLE DU SEIGNEUR</a:t>
            </a:r>
          </a:p>
          <a:p>
            <a:pPr eaLnBrk="1" hangingPunct="1"/>
            <a:r>
              <a:rPr lang="fr-FR" altLang="fr-FR" smtClean="0"/>
              <a:t>These are the days of Elijah Declaring the Word of the Lord</a:t>
            </a:r>
          </a:p>
          <a:p>
            <a:pPr eaLnBrk="1" hangingPunct="1"/>
            <a:r>
              <a:rPr lang="fr-FR" altLang="fr-FR" smtClean="0"/>
              <a:t> 2-  VOICI LES JOURS DE TON SERVITEUR MOÏSE</a:t>
            </a:r>
          </a:p>
          <a:p>
            <a:pPr eaLnBrk="1" hangingPunct="1"/>
            <a:r>
              <a:rPr lang="fr-FR" altLang="fr-FR" smtClean="0"/>
              <a:t>And these are the days of your servant Moses</a:t>
            </a:r>
          </a:p>
          <a:p>
            <a:pPr eaLnBrk="1" hangingPunct="1"/>
            <a:r>
              <a:rPr lang="fr-FR" altLang="fr-FR" smtClean="0"/>
              <a:t>3-  LA JUSTICE EST DANS MON CŒUR</a:t>
            </a:r>
          </a:p>
          <a:p>
            <a:pPr eaLnBrk="1" hangingPunct="1"/>
            <a:r>
              <a:rPr lang="fr-FR" altLang="fr-FR" smtClean="0"/>
              <a:t>Righteousness being restored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4-  ET PENDANT CES JOURS DE GRANDE ÉPREUVE</a:t>
            </a:r>
          </a:p>
          <a:p>
            <a:pPr eaLnBrk="1" hangingPunct="1"/>
            <a:r>
              <a:rPr lang="fr-FR" altLang="fr-FR" smtClean="0"/>
              <a:t>And though these are days of great trial</a:t>
            </a:r>
          </a:p>
          <a:p>
            <a:pPr eaLnBrk="1" hangingPunct="1"/>
            <a:r>
              <a:rPr lang="fr-FR" altLang="fr-FR" smtClean="0"/>
              <a:t>5-  DE FAMINE, DE TÉNÈBRE ET SOIF</a:t>
            </a:r>
          </a:p>
          <a:p>
            <a:pPr eaLnBrk="1" hangingPunct="1"/>
            <a:r>
              <a:rPr lang="fr-FR" altLang="fr-FR" smtClean="0"/>
              <a:t>Of famine and darkness and sword</a:t>
            </a:r>
          </a:p>
          <a:p>
            <a:pPr eaLnBrk="1" hangingPunct="1"/>
            <a:r>
              <a:rPr lang="fr-FR" altLang="fr-FR" smtClean="0"/>
              <a:t>6-  NOUS SOMMES CETTE VOIX DANS LE DÉSERT QUI CRIE</a:t>
            </a:r>
          </a:p>
          <a:p>
            <a:pPr eaLnBrk="1" hangingPunct="1"/>
            <a:r>
              <a:rPr lang="fr-FR" altLang="fr-FR" smtClean="0"/>
              <a:t>Still we are the voice in the desert crying</a:t>
            </a:r>
          </a:p>
          <a:p>
            <a:pPr eaLnBrk="1" hangingPunct="1"/>
            <a:r>
              <a:rPr lang="fr-FR" altLang="fr-FR" smtClean="0"/>
              <a:t>7-  PRÉPAREZ LE CHEMIN DU SEIGNEUR</a:t>
            </a:r>
          </a:p>
          <a:p>
            <a:pPr eaLnBrk="1" hangingPunct="1"/>
            <a:r>
              <a:rPr lang="fr-FR" altLang="fr-FR" smtClean="0"/>
              <a:t>Prepare ye the way of the Lord</a:t>
            </a:r>
          </a:p>
          <a:p>
            <a:pPr eaLnBrk="1" hangingPunct="1"/>
            <a:r>
              <a:rPr lang="fr-FR" altLang="fr-FR" smtClean="0"/>
              <a:t>	</a:t>
            </a:r>
          </a:p>
          <a:p>
            <a:pPr eaLnBrk="1" hangingPunct="1"/>
            <a:r>
              <a:rPr lang="fr-FR" altLang="fr-FR" smtClean="0"/>
              <a:t>	Refrain:</a:t>
            </a:r>
          </a:p>
          <a:p>
            <a:pPr eaLnBrk="1" hangingPunct="1"/>
            <a:r>
              <a:rPr lang="fr-FR" altLang="fr-FR" smtClean="0"/>
              <a:t>	8-  GLORIEUX IL VIENT AU-DESSUS DES CIEUX</a:t>
            </a:r>
          </a:p>
          <a:p>
            <a:pPr eaLnBrk="1" hangingPunct="1"/>
            <a:r>
              <a:rPr lang="fr-FR" altLang="fr-FR" smtClean="0"/>
              <a:t>	Behold He comes Riding on the clouds</a:t>
            </a:r>
          </a:p>
          <a:p>
            <a:pPr eaLnBrk="1" hangingPunct="1"/>
            <a:r>
              <a:rPr lang="fr-FR" altLang="fr-FR" smtClean="0"/>
              <a:t>	9-  BRILLANT COMME LE SOLEIL AU SON DES TROMPETTES</a:t>
            </a:r>
          </a:p>
          <a:p>
            <a:pPr eaLnBrk="1" hangingPunct="1"/>
            <a:r>
              <a:rPr lang="fr-FR" altLang="fr-FR" smtClean="0"/>
              <a:t>	Shining like the sun at the trumpet call</a:t>
            </a:r>
          </a:p>
          <a:p>
            <a:pPr eaLnBrk="1" hangingPunct="1"/>
            <a:r>
              <a:rPr lang="fr-FR" altLang="fr-FR" smtClean="0"/>
              <a:t>	10-  ÉLÈVE TA VOIX C’EST L’ANNÉE DE JUBILÉ 	</a:t>
            </a:r>
          </a:p>
          <a:p>
            <a:pPr eaLnBrk="1" hangingPunct="1"/>
            <a:r>
              <a:rPr lang="fr-FR" altLang="fr-FR" smtClean="0"/>
              <a:t>	Lift your voice it’s the year of jubilee</a:t>
            </a:r>
          </a:p>
          <a:p>
            <a:pPr eaLnBrk="1" hangingPunct="1"/>
            <a:r>
              <a:rPr lang="fr-FR" altLang="fr-FR" smtClean="0"/>
              <a:t>	11-  ET DU MONT SION LE SALUT VIENT                   X2</a:t>
            </a:r>
          </a:p>
          <a:p>
            <a:pPr eaLnBrk="1" hangingPunct="1"/>
            <a:r>
              <a:rPr lang="fr-FR" altLang="fr-FR" smtClean="0"/>
              <a:t>	And out of Zion’s hill salvation comes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12-  VOICI LES JOURS DE TON PROPHÈTE</a:t>
            </a:r>
          </a:p>
          <a:p>
            <a:pPr eaLnBrk="1" hangingPunct="1"/>
            <a:r>
              <a:rPr lang="fr-FR" altLang="fr-FR" smtClean="0"/>
              <a:t>These are the days of Ezekiel</a:t>
            </a:r>
          </a:p>
          <a:p>
            <a:pPr eaLnBrk="1" hangingPunct="1"/>
            <a:r>
              <a:rPr lang="fr-FR" altLang="fr-FR" smtClean="0"/>
              <a:t>13-  LES OSSEMENTS SONT DEVENUS CHAIR</a:t>
            </a:r>
          </a:p>
          <a:p>
            <a:pPr eaLnBrk="1" hangingPunct="1"/>
            <a:r>
              <a:rPr lang="fr-FR" altLang="fr-FR" smtClean="0"/>
              <a:t>The dry bones becoming as flesh</a:t>
            </a:r>
          </a:p>
          <a:p>
            <a:pPr eaLnBrk="1" hangingPunct="1"/>
            <a:r>
              <a:rPr lang="fr-FR" altLang="fr-FR" smtClean="0"/>
              <a:t>14-  VOICI LES JOURS DE TON SERVITEUR DAVID</a:t>
            </a:r>
          </a:p>
          <a:p>
            <a:pPr eaLnBrk="1" hangingPunct="1"/>
            <a:r>
              <a:rPr lang="fr-FR" altLang="fr-FR" smtClean="0"/>
              <a:t>And these are the days of your servant David</a:t>
            </a:r>
          </a:p>
          <a:p>
            <a:pPr eaLnBrk="1" hangingPunct="1"/>
            <a:r>
              <a:rPr lang="fr-FR" altLang="fr-FR" smtClean="0"/>
              <a:t>15-  CONSTRUISANT UN TEMPLE DE LOUANGES</a:t>
            </a:r>
          </a:p>
          <a:p>
            <a:pPr eaLnBrk="1" hangingPunct="1"/>
            <a:r>
              <a:rPr lang="fr-FR" altLang="fr-FR" smtClean="0"/>
              <a:t>Rebuilding a temple of praise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16-  VOICI LES JOURS DE LA RÉCOLTE</a:t>
            </a:r>
          </a:p>
          <a:p>
            <a:pPr eaLnBrk="1" hangingPunct="1"/>
            <a:r>
              <a:rPr lang="fr-FR" altLang="fr-FR" smtClean="0"/>
              <a:t>And these are the days of the harvest</a:t>
            </a:r>
          </a:p>
          <a:p>
            <a:pPr eaLnBrk="1" hangingPunct="1"/>
            <a:r>
              <a:rPr lang="fr-FR" altLang="fr-FR" smtClean="0"/>
              <a:t>17-  C'EST LE TEMPS DE LA GRANDE MOISSON </a:t>
            </a:r>
          </a:p>
          <a:p>
            <a:pPr eaLnBrk="1" hangingPunct="1"/>
            <a:r>
              <a:rPr lang="fr-FR" altLang="fr-FR" smtClean="0"/>
              <a:t>The fields are as white in Your world</a:t>
            </a:r>
          </a:p>
          <a:p>
            <a:pPr eaLnBrk="1" hangingPunct="1"/>
            <a:r>
              <a:rPr lang="fr-FR" altLang="fr-FR" smtClean="0"/>
              <a:t>18-  NOUS SOMMES LES OUVRIERS DE TA VIGNE, SEIGNEUR</a:t>
            </a:r>
          </a:p>
          <a:p>
            <a:pPr eaLnBrk="1" hangingPunct="1"/>
            <a:r>
              <a:rPr lang="fr-FR" altLang="fr-FR" smtClean="0"/>
              <a:t>And we are the laborers in your vineyard</a:t>
            </a:r>
          </a:p>
          <a:p>
            <a:pPr eaLnBrk="1" hangingPunct="1"/>
            <a:r>
              <a:rPr lang="fr-FR" altLang="fr-FR" smtClean="0"/>
              <a:t>19-  DÉCLARANT LA PAROLE DU SEIGNEUR</a:t>
            </a:r>
          </a:p>
          <a:p>
            <a:pPr eaLnBrk="1" hangingPunct="1"/>
            <a:r>
              <a:rPr lang="fr-FR" altLang="fr-FR" smtClean="0"/>
              <a:t>Declaring the word of the Lord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	Refrain:</a:t>
            </a:r>
          </a:p>
          <a:p>
            <a:pPr eaLnBrk="1" hangingPunct="1"/>
            <a:r>
              <a:rPr lang="fr-FR" altLang="fr-FR" smtClean="0"/>
              <a:t>	20-  GLORIEUX IL VIENT AU-DESSUS DES CIEUX</a:t>
            </a:r>
          </a:p>
          <a:p>
            <a:pPr eaLnBrk="1" hangingPunct="1"/>
            <a:r>
              <a:rPr lang="fr-FR" altLang="fr-FR" smtClean="0"/>
              <a:t>	Behold He comes Riding on the clouds</a:t>
            </a:r>
          </a:p>
          <a:p>
            <a:pPr eaLnBrk="1" hangingPunct="1"/>
            <a:r>
              <a:rPr lang="fr-FR" altLang="fr-FR" smtClean="0"/>
              <a:t>	21-  BRILLANT COMME LE SOLEIL AU SON DES TROMPETTES</a:t>
            </a:r>
          </a:p>
          <a:p>
            <a:pPr eaLnBrk="1" hangingPunct="1"/>
            <a:r>
              <a:rPr lang="fr-FR" altLang="fr-FR" smtClean="0"/>
              <a:t>	Shining like the sun at the trumpet call</a:t>
            </a:r>
          </a:p>
          <a:p>
            <a:pPr eaLnBrk="1" hangingPunct="1"/>
            <a:r>
              <a:rPr lang="fr-FR" altLang="fr-FR" smtClean="0"/>
              <a:t>	22-  ÉLÈVE TA VOIX C’EST L’ANNÉE DE JUBILÉ 	</a:t>
            </a:r>
          </a:p>
          <a:p>
            <a:pPr eaLnBrk="1" hangingPunct="1"/>
            <a:r>
              <a:rPr lang="fr-FR" altLang="fr-FR" smtClean="0"/>
              <a:t>	Lift your voice it’s the year of jubilee</a:t>
            </a:r>
          </a:p>
          <a:p>
            <a:pPr eaLnBrk="1" hangingPunct="1"/>
            <a:r>
              <a:rPr lang="fr-FR" altLang="fr-FR" smtClean="0"/>
              <a:t>	23-  ET DU MONT SION LE SALUT VIENT                   X2</a:t>
            </a:r>
          </a:p>
          <a:p>
            <a:pPr eaLnBrk="1" hangingPunct="1"/>
            <a:r>
              <a:rPr lang="fr-FR" altLang="fr-FR" smtClean="0"/>
              <a:t>	And out of Zion’s hill salvation comes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24-  NUL N'EST SEMBLABLE À YAHVÉ</a:t>
            </a:r>
          </a:p>
          <a:p>
            <a:pPr eaLnBrk="1" hangingPunct="1"/>
            <a:r>
              <a:rPr lang="fr-FR" altLang="fr-FR" smtClean="0"/>
              <a:t>There’s no God like Jehovah</a:t>
            </a:r>
          </a:p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1-  VOICI VENUS LES JOURS D’ÉLIE DÉCLARANT LA PAROLE DU SEIGNEUR</a:t>
            </a:r>
          </a:p>
          <a:p>
            <a:r>
              <a:rPr lang="fr-FR" altLang="fr-FR" smtClean="0"/>
              <a:t>These are the days of Elijah Declaring the Word of the Lord</a:t>
            </a:r>
          </a:p>
          <a:p>
            <a:r>
              <a:rPr lang="fr-FR" altLang="fr-FR" smtClean="0"/>
              <a:t> 2-  VOICI LES JOURS DE TON SERVITEUR MOÏSE</a:t>
            </a:r>
          </a:p>
          <a:p>
            <a:r>
              <a:rPr lang="fr-FR" altLang="fr-FR" smtClean="0"/>
              <a:t>And these are the days of your servant Moses</a:t>
            </a:r>
          </a:p>
          <a:p>
            <a:r>
              <a:rPr lang="fr-FR" altLang="fr-FR" smtClean="0"/>
              <a:t>3-  LA JUSTICE EST DANS MON CŒUR</a:t>
            </a:r>
          </a:p>
          <a:p>
            <a:r>
              <a:rPr lang="fr-FR" altLang="fr-FR" smtClean="0"/>
              <a:t>Righteousness being restored</a:t>
            </a:r>
          </a:p>
          <a:p>
            <a:endParaRPr lang="fr-FR" altLang="fr-FR" smtClean="0"/>
          </a:p>
          <a:p>
            <a:r>
              <a:rPr lang="fr-FR" altLang="fr-FR" smtClean="0"/>
              <a:t>4-  ET PENDANT CES JOURS DE GRANDE ÉPREUVE</a:t>
            </a:r>
          </a:p>
          <a:p>
            <a:r>
              <a:rPr lang="fr-FR" altLang="fr-FR" smtClean="0"/>
              <a:t>And though these are days of great trial</a:t>
            </a:r>
          </a:p>
          <a:p>
            <a:r>
              <a:rPr lang="fr-FR" altLang="fr-FR" smtClean="0"/>
              <a:t>5-  DE FAMINE, DE TÉNÈBRE ET SOIF</a:t>
            </a:r>
          </a:p>
          <a:p>
            <a:r>
              <a:rPr lang="fr-FR" altLang="fr-FR" smtClean="0"/>
              <a:t>Of famine and darkness and sword</a:t>
            </a:r>
          </a:p>
          <a:p>
            <a:r>
              <a:rPr lang="fr-FR" altLang="fr-FR" smtClean="0"/>
              <a:t>6-  NOUS SOMMES CETTE VOIX DANS LE DÉSERT QUI CRIE</a:t>
            </a:r>
          </a:p>
          <a:p>
            <a:r>
              <a:rPr lang="fr-FR" altLang="fr-FR" smtClean="0"/>
              <a:t>Still we are the voice in the desert crying</a:t>
            </a:r>
          </a:p>
          <a:p>
            <a:r>
              <a:rPr lang="fr-FR" altLang="fr-FR" smtClean="0"/>
              <a:t>7-  PRÉPAREZ LE CHEMIN DU SEIGNEUR</a:t>
            </a:r>
          </a:p>
          <a:p>
            <a:r>
              <a:rPr lang="fr-FR" altLang="fr-FR" smtClean="0"/>
              <a:t>Prepare ye the way of the Lord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GLORIEUX IL VIENT AU-DESSUS DES CIEUX</a:t>
            </a:r>
          </a:p>
          <a:p>
            <a:r>
              <a:rPr lang="fr-FR" altLang="fr-FR" smtClean="0"/>
              <a:t>	Behold He comes Riding on the clouds</a:t>
            </a:r>
          </a:p>
          <a:p>
            <a:r>
              <a:rPr lang="fr-FR" altLang="fr-FR" smtClean="0"/>
              <a:t>	9-  BRILLANT COMME LE SOLEIL AU SON DES TROMPETTES</a:t>
            </a:r>
          </a:p>
          <a:p>
            <a:r>
              <a:rPr lang="fr-FR" altLang="fr-FR" smtClean="0"/>
              <a:t>	Shining like the sun at the trumpet call</a:t>
            </a:r>
          </a:p>
          <a:p>
            <a:r>
              <a:rPr lang="fr-FR" altLang="fr-FR" smtClean="0"/>
              <a:t>	10-  ÉLÈVE TA VOIX C’EST L’ANNÉE DE JUBILÉ 	</a:t>
            </a:r>
          </a:p>
          <a:p>
            <a:r>
              <a:rPr lang="fr-FR" altLang="fr-FR" smtClean="0"/>
              <a:t>	Lift your voice it’s the year of jubilee</a:t>
            </a:r>
          </a:p>
          <a:p>
            <a:r>
              <a:rPr lang="fr-FR" altLang="fr-FR" smtClean="0"/>
              <a:t>	11-  ET DU MONT SION LE SALUT VIENT                   X2</a:t>
            </a:r>
          </a:p>
          <a:p>
            <a:r>
              <a:rPr lang="fr-FR" altLang="fr-FR" smtClean="0"/>
              <a:t>	And out of Zion’s hill salvation comes</a:t>
            </a:r>
          </a:p>
          <a:p>
            <a:endParaRPr lang="fr-FR" altLang="fr-FR" smtClean="0"/>
          </a:p>
          <a:p>
            <a:r>
              <a:rPr lang="fr-FR" altLang="fr-FR" smtClean="0"/>
              <a:t>12-  VOICI LES JOURS DE TON PROPHÈTE</a:t>
            </a:r>
          </a:p>
          <a:p>
            <a:r>
              <a:rPr lang="fr-FR" altLang="fr-FR" smtClean="0"/>
              <a:t>These are the days of Ezekiel</a:t>
            </a:r>
          </a:p>
          <a:p>
            <a:r>
              <a:rPr lang="fr-FR" altLang="fr-FR" smtClean="0"/>
              <a:t>13-  LES OSSEMENTS SONT DEVENUS CHAIR</a:t>
            </a:r>
          </a:p>
          <a:p>
            <a:r>
              <a:rPr lang="fr-FR" altLang="fr-FR" smtClean="0"/>
              <a:t>The dry bones becoming as flesh</a:t>
            </a:r>
          </a:p>
          <a:p>
            <a:r>
              <a:rPr lang="fr-FR" altLang="fr-FR" smtClean="0"/>
              <a:t>14-  VOICI LES JOURS DE TON SERVITEUR DAVID</a:t>
            </a:r>
          </a:p>
          <a:p>
            <a:r>
              <a:rPr lang="fr-FR" altLang="fr-FR" smtClean="0"/>
              <a:t>And these are the days of your servant David</a:t>
            </a:r>
          </a:p>
          <a:p>
            <a:r>
              <a:rPr lang="fr-FR" altLang="fr-FR" smtClean="0"/>
              <a:t>15-  CONSTRUISANT UN TEMPLE DE LOUANGES</a:t>
            </a:r>
          </a:p>
          <a:p>
            <a:r>
              <a:rPr lang="fr-FR" altLang="fr-FR" smtClean="0"/>
              <a:t>Rebuilding a temple of praise</a:t>
            </a:r>
          </a:p>
          <a:p>
            <a:endParaRPr lang="fr-FR" altLang="fr-FR" smtClean="0"/>
          </a:p>
          <a:p>
            <a:r>
              <a:rPr lang="fr-FR" altLang="fr-FR" smtClean="0"/>
              <a:t>16-  VOICI LES JOURS DE LA RÉCOLTE</a:t>
            </a:r>
          </a:p>
          <a:p>
            <a:r>
              <a:rPr lang="fr-FR" altLang="fr-FR" smtClean="0"/>
              <a:t>And these are the days of the harvest</a:t>
            </a:r>
          </a:p>
          <a:p>
            <a:r>
              <a:rPr lang="fr-FR" altLang="fr-FR" smtClean="0"/>
              <a:t>17-  C'EST LE TEMPS DE LA GRANDE MOISSON </a:t>
            </a:r>
          </a:p>
          <a:p>
            <a:r>
              <a:rPr lang="fr-FR" altLang="fr-FR" smtClean="0"/>
              <a:t>The fields are as white in Your world</a:t>
            </a:r>
          </a:p>
          <a:p>
            <a:r>
              <a:rPr lang="fr-FR" altLang="fr-FR" smtClean="0"/>
              <a:t>18-  NOUS SOMMES LES OUVRIERS DE TA VIGNE, SEIGNEUR</a:t>
            </a:r>
          </a:p>
          <a:p>
            <a:r>
              <a:rPr lang="fr-FR" altLang="fr-FR" smtClean="0"/>
              <a:t>And we are the laborers in your vineyard</a:t>
            </a:r>
          </a:p>
          <a:p>
            <a:r>
              <a:rPr lang="fr-FR" altLang="fr-FR" smtClean="0"/>
              <a:t>19-  DÉCLARANT LA PAROLE DU SEIGNEUR</a:t>
            </a:r>
          </a:p>
          <a:p>
            <a:r>
              <a:rPr lang="fr-FR" altLang="fr-FR" smtClean="0"/>
              <a:t>Declaring the word of the Lord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20-  GLORIEUX IL VIENT AU-DESSUS DES CIEUX</a:t>
            </a:r>
          </a:p>
          <a:p>
            <a:r>
              <a:rPr lang="fr-FR" altLang="fr-FR" smtClean="0"/>
              <a:t>	Behold He comes Riding on the clouds</a:t>
            </a:r>
          </a:p>
          <a:p>
            <a:r>
              <a:rPr lang="fr-FR" altLang="fr-FR" smtClean="0"/>
              <a:t>	21-  BRILLANT COMME LE SOLEIL AU SON DES TROMPETTES</a:t>
            </a:r>
          </a:p>
          <a:p>
            <a:r>
              <a:rPr lang="fr-FR" altLang="fr-FR" smtClean="0"/>
              <a:t>	Shining like the sun at the trumpet call</a:t>
            </a:r>
          </a:p>
          <a:p>
            <a:r>
              <a:rPr lang="fr-FR" altLang="fr-FR" smtClean="0"/>
              <a:t>	22-  ÉLÈVE TA VOIX C’EST L’ANNÉE DE JUBILÉ 	</a:t>
            </a:r>
          </a:p>
          <a:p>
            <a:r>
              <a:rPr lang="fr-FR" altLang="fr-FR" smtClean="0"/>
              <a:t>	Lift your voice it’s the year of jubilee</a:t>
            </a:r>
          </a:p>
          <a:p>
            <a:r>
              <a:rPr lang="fr-FR" altLang="fr-FR" smtClean="0"/>
              <a:t>	23-  ET DU MONT SION LE SALUT VIENT                   X2</a:t>
            </a:r>
          </a:p>
          <a:p>
            <a:r>
              <a:rPr lang="fr-FR" altLang="fr-FR" smtClean="0"/>
              <a:t>	And out of Zion’s hill salvation comes</a:t>
            </a:r>
          </a:p>
          <a:p>
            <a:endParaRPr lang="fr-FR" altLang="fr-FR" smtClean="0"/>
          </a:p>
          <a:p>
            <a:r>
              <a:rPr lang="fr-FR" altLang="fr-FR" smtClean="0"/>
              <a:t>24-  NUL N'EST SEMBLABLE À YAHVÉ</a:t>
            </a:r>
          </a:p>
          <a:p>
            <a:r>
              <a:rPr lang="fr-FR" altLang="fr-FR" smtClean="0"/>
              <a:t>There’s no God like Jehovah</a:t>
            </a:r>
          </a:p>
          <a:p>
            <a:endParaRPr lang="fr-FR" altLang="fr-FR" smtClean="0"/>
          </a:p>
        </p:txBody>
      </p:sp>
      <p:sp>
        <p:nvSpPr>
          <p:cNvPr id="3072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altLang="fr-FR" smtClean="0"/>
              <a:t>	REFRAIN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1-  VOICI VENUS LES JOURS D’ÉLIE DÉCLARANT LA PAROLE DU SEIGNEUR</a:t>
            </a:r>
          </a:p>
          <a:p>
            <a:pPr eaLnBrk="1" hangingPunct="1"/>
            <a:r>
              <a:rPr lang="fr-FR" altLang="fr-FR" smtClean="0"/>
              <a:t>These are the days of Elijah Declaring the Word of the Lord</a:t>
            </a:r>
          </a:p>
          <a:p>
            <a:pPr eaLnBrk="1" hangingPunct="1"/>
            <a:r>
              <a:rPr lang="fr-FR" altLang="fr-FR" smtClean="0"/>
              <a:t> 2-  VOICI LES JOURS DE TON SERVITEUR MOÏSE</a:t>
            </a:r>
          </a:p>
          <a:p>
            <a:pPr eaLnBrk="1" hangingPunct="1"/>
            <a:r>
              <a:rPr lang="fr-FR" altLang="fr-FR" smtClean="0"/>
              <a:t>And these are the days of your servant Moses</a:t>
            </a:r>
          </a:p>
          <a:p>
            <a:pPr eaLnBrk="1" hangingPunct="1"/>
            <a:r>
              <a:rPr lang="fr-FR" altLang="fr-FR" smtClean="0"/>
              <a:t>3-  LA JUSTICE EST DANS MON CŒUR</a:t>
            </a:r>
          </a:p>
          <a:p>
            <a:pPr eaLnBrk="1" hangingPunct="1"/>
            <a:r>
              <a:rPr lang="fr-FR" altLang="fr-FR" smtClean="0"/>
              <a:t>Righteousness being restored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4-  ET PENDANT CES JOURS DE GRANDE ÉPREUVE</a:t>
            </a:r>
          </a:p>
          <a:p>
            <a:pPr eaLnBrk="1" hangingPunct="1"/>
            <a:r>
              <a:rPr lang="fr-FR" altLang="fr-FR" smtClean="0"/>
              <a:t>And though these are days of great trial</a:t>
            </a:r>
          </a:p>
          <a:p>
            <a:pPr eaLnBrk="1" hangingPunct="1"/>
            <a:r>
              <a:rPr lang="fr-FR" altLang="fr-FR" smtClean="0"/>
              <a:t>5-  DE FAMINE, DE TÉNÈBRE ET SOIF</a:t>
            </a:r>
          </a:p>
          <a:p>
            <a:pPr eaLnBrk="1" hangingPunct="1"/>
            <a:r>
              <a:rPr lang="fr-FR" altLang="fr-FR" smtClean="0"/>
              <a:t>Of famine and darkness and sword</a:t>
            </a:r>
          </a:p>
          <a:p>
            <a:pPr eaLnBrk="1" hangingPunct="1"/>
            <a:r>
              <a:rPr lang="fr-FR" altLang="fr-FR" smtClean="0"/>
              <a:t>6-  NOUS SOMMES CETTE VOIX DANS LE DÉSERT QUI CRIE</a:t>
            </a:r>
          </a:p>
          <a:p>
            <a:pPr eaLnBrk="1" hangingPunct="1"/>
            <a:r>
              <a:rPr lang="fr-FR" altLang="fr-FR" smtClean="0"/>
              <a:t>Still we are the voice in the desert crying</a:t>
            </a:r>
          </a:p>
          <a:p>
            <a:pPr eaLnBrk="1" hangingPunct="1"/>
            <a:r>
              <a:rPr lang="fr-FR" altLang="fr-FR" smtClean="0"/>
              <a:t>7-  PRÉPAREZ LE CHEMIN DU SEIGNEUR</a:t>
            </a:r>
          </a:p>
          <a:p>
            <a:pPr eaLnBrk="1" hangingPunct="1"/>
            <a:r>
              <a:rPr lang="fr-FR" altLang="fr-FR" smtClean="0"/>
              <a:t>Prepare ye the way of the Lord</a:t>
            </a:r>
          </a:p>
          <a:p>
            <a:pPr eaLnBrk="1" hangingPunct="1"/>
            <a:r>
              <a:rPr lang="fr-FR" altLang="fr-FR" smtClean="0"/>
              <a:t>	</a:t>
            </a:r>
          </a:p>
          <a:p>
            <a:pPr eaLnBrk="1" hangingPunct="1"/>
            <a:r>
              <a:rPr lang="fr-FR" altLang="fr-FR" smtClean="0"/>
              <a:t>	Refrain:</a:t>
            </a:r>
          </a:p>
          <a:p>
            <a:pPr eaLnBrk="1" hangingPunct="1"/>
            <a:r>
              <a:rPr lang="fr-FR" altLang="fr-FR" smtClean="0"/>
              <a:t>	8-  GLORIEUX IL VIENT AU-DESSUS DES CIEUX</a:t>
            </a:r>
          </a:p>
          <a:p>
            <a:pPr eaLnBrk="1" hangingPunct="1"/>
            <a:r>
              <a:rPr lang="fr-FR" altLang="fr-FR" smtClean="0"/>
              <a:t>	Behold He comes Riding on the clouds</a:t>
            </a:r>
          </a:p>
          <a:p>
            <a:pPr eaLnBrk="1" hangingPunct="1"/>
            <a:r>
              <a:rPr lang="fr-FR" altLang="fr-FR" smtClean="0"/>
              <a:t>	9-  BRILLANT COMME LE SOLEIL AU SON DES TROMPETTES</a:t>
            </a:r>
          </a:p>
          <a:p>
            <a:pPr eaLnBrk="1" hangingPunct="1"/>
            <a:r>
              <a:rPr lang="fr-FR" altLang="fr-FR" smtClean="0"/>
              <a:t>	Shining like the sun at the trumpet call</a:t>
            </a:r>
          </a:p>
          <a:p>
            <a:pPr eaLnBrk="1" hangingPunct="1"/>
            <a:r>
              <a:rPr lang="fr-FR" altLang="fr-FR" smtClean="0"/>
              <a:t>	10-  ÉLÈVE TA VOIX C’EST L’ANNÉE DE JUBILÉ 	</a:t>
            </a:r>
          </a:p>
          <a:p>
            <a:pPr eaLnBrk="1" hangingPunct="1"/>
            <a:r>
              <a:rPr lang="fr-FR" altLang="fr-FR" smtClean="0"/>
              <a:t>	Lift your voice it’s the year of jubilee</a:t>
            </a:r>
          </a:p>
          <a:p>
            <a:pPr eaLnBrk="1" hangingPunct="1"/>
            <a:r>
              <a:rPr lang="fr-FR" altLang="fr-FR" smtClean="0"/>
              <a:t>	11-  ET DU MONT SION LE SALUT VIENT                   X2</a:t>
            </a:r>
          </a:p>
          <a:p>
            <a:pPr eaLnBrk="1" hangingPunct="1"/>
            <a:r>
              <a:rPr lang="fr-FR" altLang="fr-FR" smtClean="0"/>
              <a:t>	And out of Zion’s hill salvation comes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12-  VOICI LES JOURS DE TON PROPHÈTE</a:t>
            </a:r>
          </a:p>
          <a:p>
            <a:pPr eaLnBrk="1" hangingPunct="1"/>
            <a:r>
              <a:rPr lang="fr-FR" altLang="fr-FR" smtClean="0"/>
              <a:t>These are the days of Ezekiel</a:t>
            </a:r>
          </a:p>
          <a:p>
            <a:pPr eaLnBrk="1" hangingPunct="1"/>
            <a:r>
              <a:rPr lang="fr-FR" altLang="fr-FR" smtClean="0"/>
              <a:t>13-  LES OSSEMENTS SONT DEVENUS CHAIR</a:t>
            </a:r>
          </a:p>
          <a:p>
            <a:pPr eaLnBrk="1" hangingPunct="1"/>
            <a:r>
              <a:rPr lang="fr-FR" altLang="fr-FR" smtClean="0"/>
              <a:t>The dry bones becoming as flesh</a:t>
            </a:r>
          </a:p>
          <a:p>
            <a:pPr eaLnBrk="1" hangingPunct="1"/>
            <a:r>
              <a:rPr lang="fr-FR" altLang="fr-FR" smtClean="0"/>
              <a:t>14-  VOICI LES JOURS DE TON SERVITEUR DAVID</a:t>
            </a:r>
          </a:p>
          <a:p>
            <a:pPr eaLnBrk="1" hangingPunct="1"/>
            <a:r>
              <a:rPr lang="fr-FR" altLang="fr-FR" smtClean="0"/>
              <a:t>And these are the days of your servant David</a:t>
            </a:r>
          </a:p>
          <a:p>
            <a:pPr eaLnBrk="1" hangingPunct="1"/>
            <a:r>
              <a:rPr lang="fr-FR" altLang="fr-FR" smtClean="0"/>
              <a:t>15-  CONSTRUISANT UN TEMPLE DE LOUANGES</a:t>
            </a:r>
          </a:p>
          <a:p>
            <a:pPr eaLnBrk="1" hangingPunct="1"/>
            <a:r>
              <a:rPr lang="fr-FR" altLang="fr-FR" smtClean="0"/>
              <a:t>Rebuilding a temple of praise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16-  VOICI LES JOURS DE LA RÉCOLTE</a:t>
            </a:r>
          </a:p>
          <a:p>
            <a:pPr eaLnBrk="1" hangingPunct="1"/>
            <a:r>
              <a:rPr lang="fr-FR" altLang="fr-FR" smtClean="0"/>
              <a:t>And these are the days of the harvest</a:t>
            </a:r>
          </a:p>
          <a:p>
            <a:pPr eaLnBrk="1" hangingPunct="1"/>
            <a:r>
              <a:rPr lang="fr-FR" altLang="fr-FR" smtClean="0"/>
              <a:t>17-  C'EST LE TEMPS DE LA GRANDE MOISSON </a:t>
            </a:r>
          </a:p>
          <a:p>
            <a:pPr eaLnBrk="1" hangingPunct="1"/>
            <a:r>
              <a:rPr lang="fr-FR" altLang="fr-FR" smtClean="0"/>
              <a:t>The fields are as white in Your world</a:t>
            </a:r>
          </a:p>
          <a:p>
            <a:pPr eaLnBrk="1" hangingPunct="1"/>
            <a:r>
              <a:rPr lang="fr-FR" altLang="fr-FR" smtClean="0"/>
              <a:t>18-  NOUS SOMMES LES OUVRIERS DE TA VIGNE, SEIGNEUR</a:t>
            </a:r>
          </a:p>
          <a:p>
            <a:pPr eaLnBrk="1" hangingPunct="1"/>
            <a:r>
              <a:rPr lang="fr-FR" altLang="fr-FR" smtClean="0"/>
              <a:t>And we are the laborers in your vineyard</a:t>
            </a:r>
          </a:p>
          <a:p>
            <a:pPr eaLnBrk="1" hangingPunct="1"/>
            <a:r>
              <a:rPr lang="fr-FR" altLang="fr-FR" smtClean="0"/>
              <a:t>19-  DÉCLARANT LA PAROLE DU SEIGNEUR</a:t>
            </a:r>
          </a:p>
          <a:p>
            <a:pPr eaLnBrk="1" hangingPunct="1"/>
            <a:r>
              <a:rPr lang="fr-FR" altLang="fr-FR" smtClean="0"/>
              <a:t>Declaring the word of the Lord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	Refrain:</a:t>
            </a:r>
          </a:p>
          <a:p>
            <a:pPr eaLnBrk="1" hangingPunct="1"/>
            <a:r>
              <a:rPr lang="fr-FR" altLang="fr-FR" smtClean="0"/>
              <a:t>	20-  GLORIEUX IL VIENT AU-DESSUS DES CIEUX</a:t>
            </a:r>
          </a:p>
          <a:p>
            <a:pPr eaLnBrk="1" hangingPunct="1"/>
            <a:r>
              <a:rPr lang="fr-FR" altLang="fr-FR" smtClean="0"/>
              <a:t>	Behold He comes Riding on the clouds</a:t>
            </a:r>
          </a:p>
          <a:p>
            <a:pPr eaLnBrk="1" hangingPunct="1"/>
            <a:r>
              <a:rPr lang="fr-FR" altLang="fr-FR" smtClean="0"/>
              <a:t>	21-  BRILLANT COMME LE SOLEIL AU SON DES TROMPETTES</a:t>
            </a:r>
          </a:p>
          <a:p>
            <a:pPr eaLnBrk="1" hangingPunct="1"/>
            <a:r>
              <a:rPr lang="fr-FR" altLang="fr-FR" smtClean="0"/>
              <a:t>	Shining like the sun at the trumpet call</a:t>
            </a:r>
          </a:p>
          <a:p>
            <a:pPr eaLnBrk="1" hangingPunct="1"/>
            <a:r>
              <a:rPr lang="fr-FR" altLang="fr-FR" smtClean="0"/>
              <a:t>	22-  ÉLÈVE TA VOIX C’EST L’ANNÉE DE JUBILÉ 	</a:t>
            </a:r>
          </a:p>
          <a:p>
            <a:pPr eaLnBrk="1" hangingPunct="1"/>
            <a:r>
              <a:rPr lang="fr-FR" altLang="fr-FR" smtClean="0"/>
              <a:t>	Lift your voice it’s the year of jubilee</a:t>
            </a:r>
          </a:p>
          <a:p>
            <a:pPr eaLnBrk="1" hangingPunct="1"/>
            <a:r>
              <a:rPr lang="fr-FR" altLang="fr-FR" smtClean="0"/>
              <a:t>	23-  ET DU MONT SION LE SALUT VIENT                   X2</a:t>
            </a:r>
          </a:p>
          <a:p>
            <a:pPr eaLnBrk="1" hangingPunct="1"/>
            <a:r>
              <a:rPr lang="fr-FR" altLang="fr-FR" smtClean="0"/>
              <a:t>	And out of Zion’s hill salvation comes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24-  NUL N'EST SEMBLABLE À YAHVÉ</a:t>
            </a:r>
          </a:p>
          <a:p>
            <a:pPr eaLnBrk="1" hangingPunct="1"/>
            <a:r>
              <a:rPr lang="fr-FR" altLang="fr-FR" smtClean="0"/>
              <a:t>There’s no God like Jehovah</a:t>
            </a:r>
          </a:p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1-  VOICI VENUS LES JOURS D’ÉLIE DÉCLARANT LA PAROLE DU SEIGNEUR</a:t>
            </a:r>
          </a:p>
          <a:p>
            <a:r>
              <a:rPr lang="fr-FR" altLang="fr-FR" smtClean="0"/>
              <a:t>These are the days of Elijah Declaring the Word of the Lord</a:t>
            </a:r>
          </a:p>
          <a:p>
            <a:r>
              <a:rPr lang="fr-FR" altLang="fr-FR" smtClean="0"/>
              <a:t> 2-  VOICI LES JOURS DE TON SERVITEUR MOÏSE</a:t>
            </a:r>
          </a:p>
          <a:p>
            <a:r>
              <a:rPr lang="fr-FR" altLang="fr-FR" smtClean="0"/>
              <a:t>And these are the days of your servant Moses</a:t>
            </a:r>
          </a:p>
          <a:p>
            <a:r>
              <a:rPr lang="fr-FR" altLang="fr-FR" smtClean="0"/>
              <a:t>3-  LA JUSTICE EST DANS MON CŒUR</a:t>
            </a:r>
          </a:p>
          <a:p>
            <a:r>
              <a:rPr lang="fr-FR" altLang="fr-FR" smtClean="0"/>
              <a:t>Righteousness being restored</a:t>
            </a:r>
          </a:p>
          <a:p>
            <a:endParaRPr lang="fr-FR" altLang="fr-FR" smtClean="0"/>
          </a:p>
          <a:p>
            <a:r>
              <a:rPr lang="fr-FR" altLang="fr-FR" smtClean="0"/>
              <a:t>4-  ET PENDANT CES JOURS DE GRANDE ÉPREUVE</a:t>
            </a:r>
          </a:p>
          <a:p>
            <a:r>
              <a:rPr lang="fr-FR" altLang="fr-FR" smtClean="0"/>
              <a:t>And though these are days of great trial</a:t>
            </a:r>
          </a:p>
          <a:p>
            <a:r>
              <a:rPr lang="fr-FR" altLang="fr-FR" smtClean="0"/>
              <a:t>5-  DE FAMINE, DE TÉNÈBRE ET SOIF</a:t>
            </a:r>
          </a:p>
          <a:p>
            <a:r>
              <a:rPr lang="fr-FR" altLang="fr-FR" smtClean="0"/>
              <a:t>Of famine and darkness and sword</a:t>
            </a:r>
          </a:p>
          <a:p>
            <a:r>
              <a:rPr lang="fr-FR" altLang="fr-FR" smtClean="0"/>
              <a:t>6-  NOUS SOMMES CETTE VOIX DANS LE DÉSERT QUI CRIE</a:t>
            </a:r>
          </a:p>
          <a:p>
            <a:r>
              <a:rPr lang="fr-FR" altLang="fr-FR" smtClean="0"/>
              <a:t>Still we are the voice in the desert crying</a:t>
            </a:r>
          </a:p>
          <a:p>
            <a:r>
              <a:rPr lang="fr-FR" altLang="fr-FR" smtClean="0"/>
              <a:t>7-  PRÉPAREZ LE CHEMIN DU SEIGNEUR</a:t>
            </a:r>
          </a:p>
          <a:p>
            <a:r>
              <a:rPr lang="fr-FR" altLang="fr-FR" smtClean="0"/>
              <a:t>Prepare ye the way of the Lord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GLORIEUX IL VIENT AU-DESSUS DES CIEUX</a:t>
            </a:r>
          </a:p>
          <a:p>
            <a:r>
              <a:rPr lang="fr-FR" altLang="fr-FR" smtClean="0"/>
              <a:t>	Behold He comes Riding on the clouds</a:t>
            </a:r>
          </a:p>
          <a:p>
            <a:r>
              <a:rPr lang="fr-FR" altLang="fr-FR" smtClean="0"/>
              <a:t>	9-  BRILLANT COMME LE SOLEIL AU SON DES TROMPETTES</a:t>
            </a:r>
          </a:p>
          <a:p>
            <a:r>
              <a:rPr lang="fr-FR" altLang="fr-FR" smtClean="0"/>
              <a:t>	Shining like the sun at the trumpet call</a:t>
            </a:r>
          </a:p>
          <a:p>
            <a:r>
              <a:rPr lang="fr-FR" altLang="fr-FR" smtClean="0"/>
              <a:t>	10-  ÉLÈVE TA VOIX C’EST L’ANNÉE DE JUBILÉ 	</a:t>
            </a:r>
          </a:p>
          <a:p>
            <a:r>
              <a:rPr lang="fr-FR" altLang="fr-FR" smtClean="0"/>
              <a:t>	Lift your voice it’s the year of jubilee</a:t>
            </a:r>
          </a:p>
          <a:p>
            <a:r>
              <a:rPr lang="fr-FR" altLang="fr-FR" smtClean="0"/>
              <a:t>	11-  ET DU MONT SION LE SALUT VIENT                   X2</a:t>
            </a:r>
          </a:p>
          <a:p>
            <a:r>
              <a:rPr lang="fr-FR" altLang="fr-FR" smtClean="0"/>
              <a:t>	And out of Zion’s hill salvation comes</a:t>
            </a:r>
          </a:p>
          <a:p>
            <a:endParaRPr lang="fr-FR" altLang="fr-FR" smtClean="0"/>
          </a:p>
          <a:p>
            <a:r>
              <a:rPr lang="fr-FR" altLang="fr-FR" smtClean="0"/>
              <a:t>12-  VOICI LES JOURS DE TON PROPHÈTE</a:t>
            </a:r>
          </a:p>
          <a:p>
            <a:r>
              <a:rPr lang="fr-FR" altLang="fr-FR" smtClean="0"/>
              <a:t>These are the days of Ezekiel</a:t>
            </a:r>
          </a:p>
          <a:p>
            <a:r>
              <a:rPr lang="fr-FR" altLang="fr-FR" smtClean="0"/>
              <a:t>13-  LES OSSEMENTS SONT DEVENUS CHAIR</a:t>
            </a:r>
          </a:p>
          <a:p>
            <a:r>
              <a:rPr lang="fr-FR" altLang="fr-FR" smtClean="0"/>
              <a:t>The dry bones becoming as flesh</a:t>
            </a:r>
          </a:p>
          <a:p>
            <a:r>
              <a:rPr lang="fr-FR" altLang="fr-FR" smtClean="0"/>
              <a:t>14-  VOICI LES JOURS DE TON SERVITEUR DAVID</a:t>
            </a:r>
          </a:p>
          <a:p>
            <a:r>
              <a:rPr lang="fr-FR" altLang="fr-FR" smtClean="0"/>
              <a:t>And these are the days of your servant David</a:t>
            </a:r>
          </a:p>
          <a:p>
            <a:r>
              <a:rPr lang="fr-FR" altLang="fr-FR" smtClean="0"/>
              <a:t>15-  CONSTRUISANT UN TEMPLE DE LOUANGES</a:t>
            </a:r>
          </a:p>
          <a:p>
            <a:r>
              <a:rPr lang="fr-FR" altLang="fr-FR" smtClean="0"/>
              <a:t>Rebuilding a temple of praise</a:t>
            </a:r>
          </a:p>
          <a:p>
            <a:endParaRPr lang="fr-FR" altLang="fr-FR" smtClean="0"/>
          </a:p>
          <a:p>
            <a:r>
              <a:rPr lang="fr-FR" altLang="fr-FR" smtClean="0"/>
              <a:t>16-  VOICI LES JOURS DE LA RÉCOLTE</a:t>
            </a:r>
          </a:p>
          <a:p>
            <a:r>
              <a:rPr lang="fr-FR" altLang="fr-FR" smtClean="0"/>
              <a:t>And these are the days of the harvest</a:t>
            </a:r>
          </a:p>
          <a:p>
            <a:r>
              <a:rPr lang="fr-FR" altLang="fr-FR" smtClean="0"/>
              <a:t>17-  C'EST LE TEMPS DE LA GRANDE MOISSON </a:t>
            </a:r>
          </a:p>
          <a:p>
            <a:r>
              <a:rPr lang="fr-FR" altLang="fr-FR" smtClean="0"/>
              <a:t>The fields are as white in Your world</a:t>
            </a:r>
          </a:p>
          <a:p>
            <a:r>
              <a:rPr lang="fr-FR" altLang="fr-FR" smtClean="0"/>
              <a:t>18-  NOUS SOMMES LES OUVRIERS DE TA VIGNE, SEIGNEUR</a:t>
            </a:r>
          </a:p>
          <a:p>
            <a:r>
              <a:rPr lang="fr-FR" altLang="fr-FR" smtClean="0"/>
              <a:t>And we are the laborers in your vineyard</a:t>
            </a:r>
          </a:p>
          <a:p>
            <a:r>
              <a:rPr lang="fr-FR" altLang="fr-FR" smtClean="0"/>
              <a:t>19-  DÉCLARANT LA PAROLE DU SEIGNEUR</a:t>
            </a:r>
          </a:p>
          <a:p>
            <a:r>
              <a:rPr lang="fr-FR" altLang="fr-FR" smtClean="0"/>
              <a:t>Declaring the word of the Lord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20-  GLORIEUX IL VIENT AU-DESSUS DES CIEUX</a:t>
            </a:r>
          </a:p>
          <a:p>
            <a:r>
              <a:rPr lang="fr-FR" altLang="fr-FR" smtClean="0"/>
              <a:t>	Behold He comes Riding on the clouds</a:t>
            </a:r>
          </a:p>
          <a:p>
            <a:r>
              <a:rPr lang="fr-FR" altLang="fr-FR" smtClean="0"/>
              <a:t>	21-  BRILLANT COMME LE SOLEIL AU SON DES TROMPETTES</a:t>
            </a:r>
          </a:p>
          <a:p>
            <a:r>
              <a:rPr lang="fr-FR" altLang="fr-FR" smtClean="0"/>
              <a:t>	Shining like the sun at the trumpet call</a:t>
            </a:r>
          </a:p>
          <a:p>
            <a:r>
              <a:rPr lang="fr-FR" altLang="fr-FR" smtClean="0"/>
              <a:t>	22-  ÉLÈVE TA VOIX C’EST L’ANNÉE DE JUBILÉ 	</a:t>
            </a:r>
          </a:p>
          <a:p>
            <a:r>
              <a:rPr lang="fr-FR" altLang="fr-FR" smtClean="0"/>
              <a:t>	Lift your voice it’s the year of jubilee</a:t>
            </a:r>
          </a:p>
          <a:p>
            <a:r>
              <a:rPr lang="fr-FR" altLang="fr-FR" smtClean="0"/>
              <a:t>	23-  ET DU MONT SION LE SALUT VIENT                   X2</a:t>
            </a:r>
          </a:p>
          <a:p>
            <a:r>
              <a:rPr lang="fr-FR" altLang="fr-FR" smtClean="0"/>
              <a:t>	And out of Zion’s hill salvation comes</a:t>
            </a:r>
          </a:p>
          <a:p>
            <a:endParaRPr lang="fr-FR" altLang="fr-FR" smtClean="0"/>
          </a:p>
          <a:p>
            <a:r>
              <a:rPr lang="fr-FR" altLang="fr-FR" smtClean="0"/>
              <a:t>24-  NUL N'EST SEMBLABLE À YAHVÉ</a:t>
            </a:r>
          </a:p>
          <a:p>
            <a:r>
              <a:rPr lang="fr-FR" altLang="fr-FR" smtClean="0"/>
              <a:t>There’s no God like Jehovah</a:t>
            </a:r>
          </a:p>
          <a:p>
            <a:endParaRPr lang="fr-FR" altLang="fr-FR" smtClean="0"/>
          </a:p>
        </p:txBody>
      </p:sp>
      <p:sp>
        <p:nvSpPr>
          <p:cNvPr id="317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altLang="fr-FR" smtClean="0"/>
              <a:t>	REFRAIN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1-  VOICI VENUS LES JOURS D’ÉLIE DÉCLARANT LA PAROLE DU SEIGNEUR</a:t>
            </a:r>
          </a:p>
          <a:p>
            <a:pPr eaLnBrk="1" hangingPunct="1"/>
            <a:r>
              <a:rPr lang="fr-FR" altLang="fr-FR" smtClean="0"/>
              <a:t>These are the days of Elijah Declaring the Word of the Lord</a:t>
            </a:r>
          </a:p>
          <a:p>
            <a:pPr eaLnBrk="1" hangingPunct="1"/>
            <a:r>
              <a:rPr lang="fr-FR" altLang="fr-FR" smtClean="0"/>
              <a:t> 2-  VOICI LES JOURS DE TON SERVITEUR MOÏSE</a:t>
            </a:r>
          </a:p>
          <a:p>
            <a:pPr eaLnBrk="1" hangingPunct="1"/>
            <a:r>
              <a:rPr lang="fr-FR" altLang="fr-FR" smtClean="0"/>
              <a:t>And these are the days of your servant Moses</a:t>
            </a:r>
          </a:p>
          <a:p>
            <a:pPr eaLnBrk="1" hangingPunct="1"/>
            <a:r>
              <a:rPr lang="fr-FR" altLang="fr-FR" smtClean="0"/>
              <a:t>3-  LA JUSTICE EST DANS MON CŒUR</a:t>
            </a:r>
          </a:p>
          <a:p>
            <a:pPr eaLnBrk="1" hangingPunct="1"/>
            <a:r>
              <a:rPr lang="fr-FR" altLang="fr-FR" smtClean="0"/>
              <a:t>Righteousness being restored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4-  ET PENDANT CES JOURS DE GRANDE ÉPREUVE</a:t>
            </a:r>
          </a:p>
          <a:p>
            <a:pPr eaLnBrk="1" hangingPunct="1"/>
            <a:r>
              <a:rPr lang="fr-FR" altLang="fr-FR" smtClean="0"/>
              <a:t>And though these are days of great trial</a:t>
            </a:r>
          </a:p>
          <a:p>
            <a:pPr eaLnBrk="1" hangingPunct="1"/>
            <a:r>
              <a:rPr lang="fr-FR" altLang="fr-FR" smtClean="0"/>
              <a:t>5-  DE FAMINE, DE TÉNÈBRE ET SOIF</a:t>
            </a:r>
          </a:p>
          <a:p>
            <a:pPr eaLnBrk="1" hangingPunct="1"/>
            <a:r>
              <a:rPr lang="fr-FR" altLang="fr-FR" smtClean="0"/>
              <a:t>Of famine and darkness and sword</a:t>
            </a:r>
          </a:p>
          <a:p>
            <a:pPr eaLnBrk="1" hangingPunct="1"/>
            <a:r>
              <a:rPr lang="fr-FR" altLang="fr-FR" smtClean="0"/>
              <a:t>6-  NOUS SOMMES CETTE VOIX DANS LE DÉSERT QUI CRIE</a:t>
            </a:r>
          </a:p>
          <a:p>
            <a:pPr eaLnBrk="1" hangingPunct="1"/>
            <a:r>
              <a:rPr lang="fr-FR" altLang="fr-FR" smtClean="0"/>
              <a:t>Still we are the voice in the desert crying</a:t>
            </a:r>
          </a:p>
          <a:p>
            <a:pPr eaLnBrk="1" hangingPunct="1"/>
            <a:r>
              <a:rPr lang="fr-FR" altLang="fr-FR" smtClean="0"/>
              <a:t>7-  PRÉPAREZ LE CHEMIN DU SEIGNEUR</a:t>
            </a:r>
          </a:p>
          <a:p>
            <a:pPr eaLnBrk="1" hangingPunct="1"/>
            <a:r>
              <a:rPr lang="fr-FR" altLang="fr-FR" smtClean="0"/>
              <a:t>Prepare ye the way of the Lord</a:t>
            </a:r>
          </a:p>
          <a:p>
            <a:pPr eaLnBrk="1" hangingPunct="1"/>
            <a:r>
              <a:rPr lang="fr-FR" altLang="fr-FR" smtClean="0"/>
              <a:t>	</a:t>
            </a:r>
          </a:p>
          <a:p>
            <a:pPr eaLnBrk="1" hangingPunct="1"/>
            <a:r>
              <a:rPr lang="fr-FR" altLang="fr-FR" smtClean="0"/>
              <a:t>	Refrain:</a:t>
            </a:r>
          </a:p>
          <a:p>
            <a:pPr eaLnBrk="1" hangingPunct="1"/>
            <a:r>
              <a:rPr lang="fr-FR" altLang="fr-FR" smtClean="0"/>
              <a:t>	8-  GLORIEUX IL VIENT AU-DESSUS DES CIEUX</a:t>
            </a:r>
          </a:p>
          <a:p>
            <a:pPr eaLnBrk="1" hangingPunct="1"/>
            <a:r>
              <a:rPr lang="fr-FR" altLang="fr-FR" smtClean="0"/>
              <a:t>	Behold He comes Riding on the clouds</a:t>
            </a:r>
          </a:p>
          <a:p>
            <a:pPr eaLnBrk="1" hangingPunct="1"/>
            <a:r>
              <a:rPr lang="fr-FR" altLang="fr-FR" smtClean="0"/>
              <a:t>	9-  BRILLANT COMME LE SOLEIL AU SON DES TROMPETTES</a:t>
            </a:r>
          </a:p>
          <a:p>
            <a:pPr eaLnBrk="1" hangingPunct="1"/>
            <a:r>
              <a:rPr lang="fr-FR" altLang="fr-FR" smtClean="0"/>
              <a:t>	Shining like the sun at the trumpet call</a:t>
            </a:r>
          </a:p>
          <a:p>
            <a:pPr eaLnBrk="1" hangingPunct="1"/>
            <a:r>
              <a:rPr lang="fr-FR" altLang="fr-FR" smtClean="0"/>
              <a:t>	10-  ÉLÈVE TA VOIX C’EST L’ANNÉE DE JUBILÉ 	</a:t>
            </a:r>
          </a:p>
          <a:p>
            <a:pPr eaLnBrk="1" hangingPunct="1"/>
            <a:r>
              <a:rPr lang="fr-FR" altLang="fr-FR" smtClean="0"/>
              <a:t>	Lift your voice it’s the year of jubilee</a:t>
            </a:r>
          </a:p>
          <a:p>
            <a:pPr eaLnBrk="1" hangingPunct="1"/>
            <a:r>
              <a:rPr lang="fr-FR" altLang="fr-FR" smtClean="0"/>
              <a:t>	11-  ET DU MONT SION LE SALUT VIENT                   X2</a:t>
            </a:r>
          </a:p>
          <a:p>
            <a:pPr eaLnBrk="1" hangingPunct="1"/>
            <a:r>
              <a:rPr lang="fr-FR" altLang="fr-FR" smtClean="0"/>
              <a:t>	And out of Zion’s hill salvation comes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12-  VOICI LES JOURS DE TON PROPHÈTE</a:t>
            </a:r>
          </a:p>
          <a:p>
            <a:pPr eaLnBrk="1" hangingPunct="1"/>
            <a:r>
              <a:rPr lang="fr-FR" altLang="fr-FR" smtClean="0"/>
              <a:t>These are the days of Ezekiel</a:t>
            </a:r>
          </a:p>
          <a:p>
            <a:pPr eaLnBrk="1" hangingPunct="1"/>
            <a:r>
              <a:rPr lang="fr-FR" altLang="fr-FR" smtClean="0"/>
              <a:t>13-  LES OSSEMENTS SONT DEVENUS CHAIR</a:t>
            </a:r>
          </a:p>
          <a:p>
            <a:pPr eaLnBrk="1" hangingPunct="1"/>
            <a:r>
              <a:rPr lang="fr-FR" altLang="fr-FR" smtClean="0"/>
              <a:t>The dry bones becoming as flesh</a:t>
            </a:r>
          </a:p>
          <a:p>
            <a:pPr eaLnBrk="1" hangingPunct="1"/>
            <a:r>
              <a:rPr lang="fr-FR" altLang="fr-FR" smtClean="0"/>
              <a:t>14-  VOICI LES JOURS DE TON SERVITEUR DAVID</a:t>
            </a:r>
          </a:p>
          <a:p>
            <a:pPr eaLnBrk="1" hangingPunct="1"/>
            <a:r>
              <a:rPr lang="fr-FR" altLang="fr-FR" smtClean="0"/>
              <a:t>And these are the days of your servant David</a:t>
            </a:r>
          </a:p>
          <a:p>
            <a:pPr eaLnBrk="1" hangingPunct="1"/>
            <a:r>
              <a:rPr lang="fr-FR" altLang="fr-FR" smtClean="0"/>
              <a:t>15-  CONSTRUISANT UN TEMPLE DE LOUANGES</a:t>
            </a:r>
          </a:p>
          <a:p>
            <a:pPr eaLnBrk="1" hangingPunct="1"/>
            <a:r>
              <a:rPr lang="fr-FR" altLang="fr-FR" smtClean="0"/>
              <a:t>Rebuilding a temple of praise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16-  VOICI LES JOURS DE LA RÉCOLTE</a:t>
            </a:r>
          </a:p>
          <a:p>
            <a:pPr eaLnBrk="1" hangingPunct="1"/>
            <a:r>
              <a:rPr lang="fr-FR" altLang="fr-FR" smtClean="0"/>
              <a:t>And these are the days of the harvest</a:t>
            </a:r>
          </a:p>
          <a:p>
            <a:pPr eaLnBrk="1" hangingPunct="1"/>
            <a:r>
              <a:rPr lang="fr-FR" altLang="fr-FR" smtClean="0"/>
              <a:t>17-  C'EST LE TEMPS DE LA GRANDE MOISSON </a:t>
            </a:r>
          </a:p>
          <a:p>
            <a:pPr eaLnBrk="1" hangingPunct="1"/>
            <a:r>
              <a:rPr lang="fr-FR" altLang="fr-FR" smtClean="0"/>
              <a:t>The fields are as white in Your world</a:t>
            </a:r>
          </a:p>
          <a:p>
            <a:pPr eaLnBrk="1" hangingPunct="1"/>
            <a:r>
              <a:rPr lang="fr-FR" altLang="fr-FR" smtClean="0"/>
              <a:t>18-  NOUS SOMMES LES OUVRIERS DE TA VIGNE, SEIGNEUR</a:t>
            </a:r>
          </a:p>
          <a:p>
            <a:pPr eaLnBrk="1" hangingPunct="1"/>
            <a:r>
              <a:rPr lang="fr-FR" altLang="fr-FR" smtClean="0"/>
              <a:t>And we are the laborers in your vineyard</a:t>
            </a:r>
          </a:p>
          <a:p>
            <a:pPr eaLnBrk="1" hangingPunct="1"/>
            <a:r>
              <a:rPr lang="fr-FR" altLang="fr-FR" smtClean="0"/>
              <a:t>19-  DÉCLARANT LA PAROLE DU SEIGNEUR</a:t>
            </a:r>
          </a:p>
          <a:p>
            <a:pPr eaLnBrk="1" hangingPunct="1"/>
            <a:r>
              <a:rPr lang="fr-FR" altLang="fr-FR" smtClean="0"/>
              <a:t>Declaring the word of the Lord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	Refrain:</a:t>
            </a:r>
          </a:p>
          <a:p>
            <a:pPr eaLnBrk="1" hangingPunct="1"/>
            <a:r>
              <a:rPr lang="fr-FR" altLang="fr-FR" smtClean="0"/>
              <a:t>	20-  GLORIEUX IL VIENT AU-DESSUS DES CIEUX</a:t>
            </a:r>
          </a:p>
          <a:p>
            <a:pPr eaLnBrk="1" hangingPunct="1"/>
            <a:r>
              <a:rPr lang="fr-FR" altLang="fr-FR" smtClean="0"/>
              <a:t>	Behold He comes Riding on the clouds</a:t>
            </a:r>
          </a:p>
          <a:p>
            <a:pPr eaLnBrk="1" hangingPunct="1"/>
            <a:r>
              <a:rPr lang="fr-FR" altLang="fr-FR" smtClean="0"/>
              <a:t>	21-  BRILLANT COMME LE SOLEIL AU SON DES TROMPETTES</a:t>
            </a:r>
          </a:p>
          <a:p>
            <a:pPr eaLnBrk="1" hangingPunct="1"/>
            <a:r>
              <a:rPr lang="fr-FR" altLang="fr-FR" smtClean="0"/>
              <a:t>	Shining like the sun at the trumpet call</a:t>
            </a:r>
          </a:p>
          <a:p>
            <a:pPr eaLnBrk="1" hangingPunct="1"/>
            <a:r>
              <a:rPr lang="fr-FR" altLang="fr-FR" smtClean="0"/>
              <a:t>	22-  ÉLÈVE TA VOIX C’EST L’ANNÉE DE JUBILÉ 	</a:t>
            </a:r>
          </a:p>
          <a:p>
            <a:pPr eaLnBrk="1" hangingPunct="1"/>
            <a:r>
              <a:rPr lang="fr-FR" altLang="fr-FR" smtClean="0"/>
              <a:t>	Lift your voice it’s the year of jubilee</a:t>
            </a:r>
          </a:p>
          <a:p>
            <a:pPr eaLnBrk="1" hangingPunct="1"/>
            <a:r>
              <a:rPr lang="fr-FR" altLang="fr-FR" smtClean="0"/>
              <a:t>	23-  ET DU MONT SION LE SALUT VIENT                   X2</a:t>
            </a:r>
          </a:p>
          <a:p>
            <a:pPr eaLnBrk="1" hangingPunct="1"/>
            <a:r>
              <a:rPr lang="fr-FR" altLang="fr-FR" smtClean="0"/>
              <a:t>	And out of Zion’s hill salvation comes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24-  NUL N'EST SEMBLABLE À YAHVÉ</a:t>
            </a:r>
          </a:p>
          <a:p>
            <a:pPr eaLnBrk="1" hangingPunct="1"/>
            <a:r>
              <a:rPr lang="fr-FR" altLang="fr-FR" smtClean="0"/>
              <a:t>There’s no God like Jehovah</a:t>
            </a:r>
          </a:p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1-  VOICI VENUS LES JOURS D’ÉLIE DÉCLARANT LA PAROLE DU SEIGNEUR</a:t>
            </a:r>
          </a:p>
          <a:p>
            <a:r>
              <a:rPr lang="fr-FR" altLang="fr-FR" smtClean="0"/>
              <a:t>These are the days of Elijah Declaring the Word of the Lord</a:t>
            </a:r>
          </a:p>
          <a:p>
            <a:r>
              <a:rPr lang="fr-FR" altLang="fr-FR" smtClean="0"/>
              <a:t> 2-  VOICI LES JOURS DE TON SERVITEUR MOÏSE</a:t>
            </a:r>
          </a:p>
          <a:p>
            <a:r>
              <a:rPr lang="fr-FR" altLang="fr-FR" smtClean="0"/>
              <a:t>And these are the days of your servant Moses</a:t>
            </a:r>
          </a:p>
          <a:p>
            <a:r>
              <a:rPr lang="fr-FR" altLang="fr-FR" smtClean="0"/>
              <a:t>3-  LA JUSTICE EST DANS MON CŒUR</a:t>
            </a:r>
          </a:p>
          <a:p>
            <a:r>
              <a:rPr lang="fr-FR" altLang="fr-FR" smtClean="0"/>
              <a:t>Righteousness being restored</a:t>
            </a:r>
          </a:p>
          <a:p>
            <a:endParaRPr lang="fr-FR" altLang="fr-FR" smtClean="0"/>
          </a:p>
          <a:p>
            <a:r>
              <a:rPr lang="fr-FR" altLang="fr-FR" smtClean="0"/>
              <a:t>4-  ET PENDANT CES JOURS DE GRANDE ÉPREUVE</a:t>
            </a:r>
          </a:p>
          <a:p>
            <a:r>
              <a:rPr lang="fr-FR" altLang="fr-FR" smtClean="0"/>
              <a:t>And though these are days of great trial</a:t>
            </a:r>
          </a:p>
          <a:p>
            <a:r>
              <a:rPr lang="fr-FR" altLang="fr-FR" smtClean="0"/>
              <a:t>5-  DE FAMINE, DE TÉNÈBRE ET SOIF</a:t>
            </a:r>
          </a:p>
          <a:p>
            <a:r>
              <a:rPr lang="fr-FR" altLang="fr-FR" smtClean="0"/>
              <a:t>Of famine and darkness and sword</a:t>
            </a:r>
          </a:p>
          <a:p>
            <a:r>
              <a:rPr lang="fr-FR" altLang="fr-FR" smtClean="0"/>
              <a:t>6-  NOUS SOMMES CETTE VOIX DANS LE DÉSERT QUI CRIE</a:t>
            </a:r>
          </a:p>
          <a:p>
            <a:r>
              <a:rPr lang="fr-FR" altLang="fr-FR" smtClean="0"/>
              <a:t>Still we are the voice in the desert crying</a:t>
            </a:r>
          </a:p>
          <a:p>
            <a:r>
              <a:rPr lang="fr-FR" altLang="fr-FR" smtClean="0"/>
              <a:t>7-  PRÉPAREZ LE CHEMIN DU SEIGNEUR</a:t>
            </a:r>
          </a:p>
          <a:p>
            <a:r>
              <a:rPr lang="fr-FR" altLang="fr-FR" smtClean="0"/>
              <a:t>Prepare ye the way of the Lord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GLORIEUX IL VIENT AU-DESSUS DES CIEUX</a:t>
            </a:r>
          </a:p>
          <a:p>
            <a:r>
              <a:rPr lang="fr-FR" altLang="fr-FR" smtClean="0"/>
              <a:t>	Behold He comes Riding on the clouds</a:t>
            </a:r>
          </a:p>
          <a:p>
            <a:r>
              <a:rPr lang="fr-FR" altLang="fr-FR" smtClean="0"/>
              <a:t>	9-  BRILLANT COMME LE SOLEIL AU SON DES TROMPETTES</a:t>
            </a:r>
          </a:p>
          <a:p>
            <a:r>
              <a:rPr lang="fr-FR" altLang="fr-FR" smtClean="0"/>
              <a:t>	Shining like the sun at the trumpet call</a:t>
            </a:r>
          </a:p>
          <a:p>
            <a:r>
              <a:rPr lang="fr-FR" altLang="fr-FR" smtClean="0"/>
              <a:t>	10-  ÉLÈVE TA VOIX C’EST L’ANNÉE DE JUBILÉ 	</a:t>
            </a:r>
          </a:p>
          <a:p>
            <a:r>
              <a:rPr lang="fr-FR" altLang="fr-FR" smtClean="0"/>
              <a:t>	Lift your voice it’s the year of jubilee</a:t>
            </a:r>
          </a:p>
          <a:p>
            <a:r>
              <a:rPr lang="fr-FR" altLang="fr-FR" smtClean="0"/>
              <a:t>	11-  ET DU MONT SION LE SALUT VIENT                   X2</a:t>
            </a:r>
          </a:p>
          <a:p>
            <a:r>
              <a:rPr lang="fr-FR" altLang="fr-FR" smtClean="0"/>
              <a:t>	And out of Zion’s hill salvation comes</a:t>
            </a:r>
          </a:p>
          <a:p>
            <a:endParaRPr lang="fr-FR" altLang="fr-FR" smtClean="0"/>
          </a:p>
          <a:p>
            <a:r>
              <a:rPr lang="fr-FR" altLang="fr-FR" smtClean="0"/>
              <a:t>12-  VOICI LES JOURS DE TON PROPHÈTE</a:t>
            </a:r>
          </a:p>
          <a:p>
            <a:r>
              <a:rPr lang="fr-FR" altLang="fr-FR" smtClean="0"/>
              <a:t>These are the days of Ezekiel</a:t>
            </a:r>
          </a:p>
          <a:p>
            <a:r>
              <a:rPr lang="fr-FR" altLang="fr-FR" smtClean="0"/>
              <a:t>13-  LES OSSEMENTS SONT DEVENUS CHAIR</a:t>
            </a:r>
          </a:p>
          <a:p>
            <a:r>
              <a:rPr lang="fr-FR" altLang="fr-FR" smtClean="0"/>
              <a:t>The dry bones becoming as flesh</a:t>
            </a:r>
          </a:p>
          <a:p>
            <a:r>
              <a:rPr lang="fr-FR" altLang="fr-FR" smtClean="0"/>
              <a:t>14-  VOICI LES JOURS DE TON SERVITEUR DAVID</a:t>
            </a:r>
          </a:p>
          <a:p>
            <a:r>
              <a:rPr lang="fr-FR" altLang="fr-FR" smtClean="0"/>
              <a:t>And these are the days of your servant David</a:t>
            </a:r>
          </a:p>
          <a:p>
            <a:r>
              <a:rPr lang="fr-FR" altLang="fr-FR" smtClean="0"/>
              <a:t>15-  CONSTRUISANT UN TEMPLE DE LOUANGES</a:t>
            </a:r>
          </a:p>
          <a:p>
            <a:r>
              <a:rPr lang="fr-FR" altLang="fr-FR" smtClean="0"/>
              <a:t>Rebuilding a temple of praise</a:t>
            </a:r>
          </a:p>
          <a:p>
            <a:endParaRPr lang="fr-FR" altLang="fr-FR" smtClean="0"/>
          </a:p>
          <a:p>
            <a:r>
              <a:rPr lang="fr-FR" altLang="fr-FR" smtClean="0"/>
              <a:t>16-  VOICI LES JOURS DE LA RÉCOLTE</a:t>
            </a:r>
          </a:p>
          <a:p>
            <a:r>
              <a:rPr lang="fr-FR" altLang="fr-FR" smtClean="0"/>
              <a:t>And these are the days of the harvest</a:t>
            </a:r>
          </a:p>
          <a:p>
            <a:r>
              <a:rPr lang="fr-FR" altLang="fr-FR" smtClean="0"/>
              <a:t>17-  C'EST LE TEMPS DE LA GRANDE MOISSON </a:t>
            </a:r>
          </a:p>
          <a:p>
            <a:r>
              <a:rPr lang="fr-FR" altLang="fr-FR" smtClean="0"/>
              <a:t>The fields are as white in Your world</a:t>
            </a:r>
          </a:p>
          <a:p>
            <a:r>
              <a:rPr lang="fr-FR" altLang="fr-FR" smtClean="0"/>
              <a:t>18-  NOUS SOMMES LES OUVRIERS DE TA VIGNE, SEIGNEUR</a:t>
            </a:r>
          </a:p>
          <a:p>
            <a:r>
              <a:rPr lang="fr-FR" altLang="fr-FR" smtClean="0"/>
              <a:t>And we are the laborers in your vineyard</a:t>
            </a:r>
          </a:p>
          <a:p>
            <a:r>
              <a:rPr lang="fr-FR" altLang="fr-FR" smtClean="0"/>
              <a:t>19-  DÉCLARANT LA PAROLE DU SEIGNEUR</a:t>
            </a:r>
          </a:p>
          <a:p>
            <a:r>
              <a:rPr lang="fr-FR" altLang="fr-FR" smtClean="0"/>
              <a:t>Declaring the word of the Lord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20-  GLORIEUX IL VIENT AU-DESSUS DES CIEUX</a:t>
            </a:r>
          </a:p>
          <a:p>
            <a:r>
              <a:rPr lang="fr-FR" altLang="fr-FR" smtClean="0"/>
              <a:t>	Behold He comes Riding on the clouds</a:t>
            </a:r>
          </a:p>
          <a:p>
            <a:r>
              <a:rPr lang="fr-FR" altLang="fr-FR" smtClean="0"/>
              <a:t>	21-  BRILLANT COMME LE SOLEIL AU SON DES TROMPETTES</a:t>
            </a:r>
          </a:p>
          <a:p>
            <a:r>
              <a:rPr lang="fr-FR" altLang="fr-FR" smtClean="0"/>
              <a:t>	Shining like the sun at the trumpet call</a:t>
            </a:r>
          </a:p>
          <a:p>
            <a:r>
              <a:rPr lang="fr-FR" altLang="fr-FR" smtClean="0"/>
              <a:t>	22-  ÉLÈVE TA VOIX C’EST L’ANNÉE DE JUBILÉ 	</a:t>
            </a:r>
          </a:p>
          <a:p>
            <a:r>
              <a:rPr lang="fr-FR" altLang="fr-FR" smtClean="0"/>
              <a:t>	Lift your voice it’s the year of jubilee</a:t>
            </a:r>
          </a:p>
          <a:p>
            <a:r>
              <a:rPr lang="fr-FR" altLang="fr-FR" smtClean="0"/>
              <a:t>	23-  ET DU MONT SION LE SALUT VIENT                   X2</a:t>
            </a:r>
          </a:p>
          <a:p>
            <a:r>
              <a:rPr lang="fr-FR" altLang="fr-FR" smtClean="0"/>
              <a:t>	And out of Zion’s hill salvation comes</a:t>
            </a:r>
          </a:p>
          <a:p>
            <a:endParaRPr lang="fr-FR" altLang="fr-FR" smtClean="0"/>
          </a:p>
          <a:p>
            <a:r>
              <a:rPr lang="fr-FR" altLang="fr-FR" smtClean="0"/>
              <a:t>24-  NUL N'EST SEMBLABLE À YAHVÉ</a:t>
            </a:r>
          </a:p>
          <a:p>
            <a:r>
              <a:rPr lang="fr-FR" altLang="fr-FR" smtClean="0"/>
              <a:t>There’s no God like Jehovah</a:t>
            </a:r>
          </a:p>
          <a:p>
            <a:endParaRPr lang="fr-FR" altLang="fr-FR" smtClean="0"/>
          </a:p>
        </p:txBody>
      </p:sp>
      <p:sp>
        <p:nvSpPr>
          <p:cNvPr id="3277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altLang="fr-FR" smtClean="0"/>
              <a:t>	REFRAIN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1-  VOICI VENUS LES JOURS D’ÉLIE DÉCLARANT LA PAROLE DU SEIGNEUR</a:t>
            </a:r>
          </a:p>
          <a:p>
            <a:pPr eaLnBrk="1" hangingPunct="1"/>
            <a:r>
              <a:rPr lang="fr-FR" altLang="fr-FR" smtClean="0"/>
              <a:t>These are the days of Elijah Declaring the Word of the Lord</a:t>
            </a:r>
          </a:p>
          <a:p>
            <a:pPr eaLnBrk="1" hangingPunct="1"/>
            <a:r>
              <a:rPr lang="fr-FR" altLang="fr-FR" smtClean="0"/>
              <a:t> 2-  VOICI LES JOURS DE TON SERVITEUR MOÏSE</a:t>
            </a:r>
          </a:p>
          <a:p>
            <a:pPr eaLnBrk="1" hangingPunct="1"/>
            <a:r>
              <a:rPr lang="fr-FR" altLang="fr-FR" smtClean="0"/>
              <a:t>And these are the days of your servant Moses</a:t>
            </a:r>
          </a:p>
          <a:p>
            <a:pPr eaLnBrk="1" hangingPunct="1"/>
            <a:r>
              <a:rPr lang="fr-FR" altLang="fr-FR" smtClean="0"/>
              <a:t>3-  LA JUSTICE EST DANS MON CŒUR</a:t>
            </a:r>
          </a:p>
          <a:p>
            <a:pPr eaLnBrk="1" hangingPunct="1"/>
            <a:r>
              <a:rPr lang="fr-FR" altLang="fr-FR" smtClean="0"/>
              <a:t>Righteousness being restored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4-  ET PENDANT CES JOURS DE GRANDE ÉPREUVE</a:t>
            </a:r>
          </a:p>
          <a:p>
            <a:pPr eaLnBrk="1" hangingPunct="1"/>
            <a:r>
              <a:rPr lang="fr-FR" altLang="fr-FR" smtClean="0"/>
              <a:t>And though these are days of great trial</a:t>
            </a:r>
          </a:p>
          <a:p>
            <a:pPr eaLnBrk="1" hangingPunct="1"/>
            <a:r>
              <a:rPr lang="fr-FR" altLang="fr-FR" smtClean="0"/>
              <a:t>5-  DE FAMINE, DE TÉNÈBRE ET SOIF</a:t>
            </a:r>
          </a:p>
          <a:p>
            <a:pPr eaLnBrk="1" hangingPunct="1"/>
            <a:r>
              <a:rPr lang="fr-FR" altLang="fr-FR" smtClean="0"/>
              <a:t>Of famine and darkness and sword</a:t>
            </a:r>
          </a:p>
          <a:p>
            <a:pPr eaLnBrk="1" hangingPunct="1"/>
            <a:r>
              <a:rPr lang="fr-FR" altLang="fr-FR" smtClean="0"/>
              <a:t>6-  NOUS SOMMES CETTE VOIX DANS LE DÉSERT QUI CRIE</a:t>
            </a:r>
          </a:p>
          <a:p>
            <a:pPr eaLnBrk="1" hangingPunct="1"/>
            <a:r>
              <a:rPr lang="fr-FR" altLang="fr-FR" smtClean="0"/>
              <a:t>Still we are the voice in the desert crying</a:t>
            </a:r>
          </a:p>
          <a:p>
            <a:pPr eaLnBrk="1" hangingPunct="1"/>
            <a:r>
              <a:rPr lang="fr-FR" altLang="fr-FR" smtClean="0"/>
              <a:t>7-  PRÉPAREZ LE CHEMIN DU SEIGNEUR</a:t>
            </a:r>
          </a:p>
          <a:p>
            <a:pPr eaLnBrk="1" hangingPunct="1"/>
            <a:r>
              <a:rPr lang="fr-FR" altLang="fr-FR" smtClean="0"/>
              <a:t>Prepare ye the way of the Lord</a:t>
            </a:r>
          </a:p>
          <a:p>
            <a:pPr eaLnBrk="1" hangingPunct="1"/>
            <a:r>
              <a:rPr lang="fr-FR" altLang="fr-FR" smtClean="0"/>
              <a:t>	</a:t>
            </a:r>
          </a:p>
          <a:p>
            <a:pPr eaLnBrk="1" hangingPunct="1"/>
            <a:r>
              <a:rPr lang="fr-FR" altLang="fr-FR" smtClean="0"/>
              <a:t>	Refrain:</a:t>
            </a:r>
          </a:p>
          <a:p>
            <a:pPr eaLnBrk="1" hangingPunct="1"/>
            <a:r>
              <a:rPr lang="fr-FR" altLang="fr-FR" smtClean="0"/>
              <a:t>	8-  GLORIEUX IL VIENT AU-DESSUS DES CIEUX</a:t>
            </a:r>
          </a:p>
          <a:p>
            <a:pPr eaLnBrk="1" hangingPunct="1"/>
            <a:r>
              <a:rPr lang="fr-FR" altLang="fr-FR" smtClean="0"/>
              <a:t>	Behold He comes Riding on the clouds</a:t>
            </a:r>
          </a:p>
          <a:p>
            <a:pPr eaLnBrk="1" hangingPunct="1"/>
            <a:r>
              <a:rPr lang="fr-FR" altLang="fr-FR" smtClean="0"/>
              <a:t>	9-  BRILLANT COMME LE SOLEIL AU SON DES TROMPETTES</a:t>
            </a:r>
          </a:p>
          <a:p>
            <a:pPr eaLnBrk="1" hangingPunct="1"/>
            <a:r>
              <a:rPr lang="fr-FR" altLang="fr-FR" smtClean="0"/>
              <a:t>	Shining like the sun at the trumpet call</a:t>
            </a:r>
          </a:p>
          <a:p>
            <a:pPr eaLnBrk="1" hangingPunct="1"/>
            <a:r>
              <a:rPr lang="fr-FR" altLang="fr-FR" smtClean="0"/>
              <a:t>	10-  ÉLÈVE TA VOIX C’EST L’ANNÉE DE JUBILÉ 	</a:t>
            </a:r>
          </a:p>
          <a:p>
            <a:pPr eaLnBrk="1" hangingPunct="1"/>
            <a:r>
              <a:rPr lang="fr-FR" altLang="fr-FR" smtClean="0"/>
              <a:t>	Lift your voice it’s the year of jubilee</a:t>
            </a:r>
          </a:p>
          <a:p>
            <a:pPr eaLnBrk="1" hangingPunct="1"/>
            <a:r>
              <a:rPr lang="fr-FR" altLang="fr-FR" smtClean="0"/>
              <a:t>	11-  ET DU MONT SION LE SALUT VIENT                   X2</a:t>
            </a:r>
          </a:p>
          <a:p>
            <a:pPr eaLnBrk="1" hangingPunct="1"/>
            <a:r>
              <a:rPr lang="fr-FR" altLang="fr-FR" smtClean="0"/>
              <a:t>	And out of Zion’s hill salvation comes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12-  VOICI LES JOURS DE TON PROPHÈTE</a:t>
            </a:r>
          </a:p>
          <a:p>
            <a:pPr eaLnBrk="1" hangingPunct="1"/>
            <a:r>
              <a:rPr lang="fr-FR" altLang="fr-FR" smtClean="0"/>
              <a:t>These are the days of Ezekiel</a:t>
            </a:r>
          </a:p>
          <a:p>
            <a:pPr eaLnBrk="1" hangingPunct="1"/>
            <a:r>
              <a:rPr lang="fr-FR" altLang="fr-FR" smtClean="0"/>
              <a:t>13-  LES OSSEMENTS SONT DEVENUS CHAIR</a:t>
            </a:r>
          </a:p>
          <a:p>
            <a:pPr eaLnBrk="1" hangingPunct="1"/>
            <a:r>
              <a:rPr lang="fr-FR" altLang="fr-FR" smtClean="0"/>
              <a:t>The dry bones becoming as flesh</a:t>
            </a:r>
          </a:p>
          <a:p>
            <a:pPr eaLnBrk="1" hangingPunct="1"/>
            <a:r>
              <a:rPr lang="fr-FR" altLang="fr-FR" smtClean="0"/>
              <a:t>14-  VOICI LES JOURS DE TON SERVITEUR DAVID</a:t>
            </a:r>
          </a:p>
          <a:p>
            <a:pPr eaLnBrk="1" hangingPunct="1"/>
            <a:r>
              <a:rPr lang="fr-FR" altLang="fr-FR" smtClean="0"/>
              <a:t>And these are the days of your servant David</a:t>
            </a:r>
          </a:p>
          <a:p>
            <a:pPr eaLnBrk="1" hangingPunct="1"/>
            <a:r>
              <a:rPr lang="fr-FR" altLang="fr-FR" smtClean="0"/>
              <a:t>15-  CONSTRUISANT UN TEMPLE DE LOUANGES</a:t>
            </a:r>
          </a:p>
          <a:p>
            <a:pPr eaLnBrk="1" hangingPunct="1"/>
            <a:r>
              <a:rPr lang="fr-FR" altLang="fr-FR" smtClean="0"/>
              <a:t>Rebuilding a temple of praise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16-  VOICI LES JOURS DE LA RÉCOLTE</a:t>
            </a:r>
          </a:p>
          <a:p>
            <a:pPr eaLnBrk="1" hangingPunct="1"/>
            <a:r>
              <a:rPr lang="fr-FR" altLang="fr-FR" smtClean="0"/>
              <a:t>And these are the days of the harvest</a:t>
            </a:r>
          </a:p>
          <a:p>
            <a:pPr eaLnBrk="1" hangingPunct="1"/>
            <a:r>
              <a:rPr lang="fr-FR" altLang="fr-FR" smtClean="0"/>
              <a:t>17-  C'EST LE TEMPS DE LA GRANDE MOISSON </a:t>
            </a:r>
          </a:p>
          <a:p>
            <a:pPr eaLnBrk="1" hangingPunct="1"/>
            <a:r>
              <a:rPr lang="fr-FR" altLang="fr-FR" smtClean="0"/>
              <a:t>The fields are as white in Your world</a:t>
            </a:r>
          </a:p>
          <a:p>
            <a:pPr eaLnBrk="1" hangingPunct="1"/>
            <a:r>
              <a:rPr lang="fr-FR" altLang="fr-FR" smtClean="0"/>
              <a:t>18-  NOUS SOMMES LES OUVRIERS DE TA VIGNE, SEIGNEUR</a:t>
            </a:r>
          </a:p>
          <a:p>
            <a:pPr eaLnBrk="1" hangingPunct="1"/>
            <a:r>
              <a:rPr lang="fr-FR" altLang="fr-FR" smtClean="0"/>
              <a:t>And we are the laborers in your vineyard</a:t>
            </a:r>
          </a:p>
          <a:p>
            <a:pPr eaLnBrk="1" hangingPunct="1"/>
            <a:r>
              <a:rPr lang="fr-FR" altLang="fr-FR" smtClean="0"/>
              <a:t>19-  DÉCLARANT LA PAROLE DU SEIGNEUR</a:t>
            </a:r>
          </a:p>
          <a:p>
            <a:pPr eaLnBrk="1" hangingPunct="1"/>
            <a:r>
              <a:rPr lang="fr-FR" altLang="fr-FR" smtClean="0"/>
              <a:t>Declaring the word of the Lord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	Refrain:</a:t>
            </a:r>
          </a:p>
          <a:p>
            <a:pPr eaLnBrk="1" hangingPunct="1"/>
            <a:r>
              <a:rPr lang="fr-FR" altLang="fr-FR" smtClean="0"/>
              <a:t>	20-  GLORIEUX IL VIENT AU-DESSUS DES CIEUX</a:t>
            </a:r>
          </a:p>
          <a:p>
            <a:pPr eaLnBrk="1" hangingPunct="1"/>
            <a:r>
              <a:rPr lang="fr-FR" altLang="fr-FR" smtClean="0"/>
              <a:t>	Behold He comes Riding on the clouds</a:t>
            </a:r>
          </a:p>
          <a:p>
            <a:pPr eaLnBrk="1" hangingPunct="1"/>
            <a:r>
              <a:rPr lang="fr-FR" altLang="fr-FR" smtClean="0"/>
              <a:t>	21-  BRILLANT COMME LE SOLEIL AU SON DES TROMPETTES</a:t>
            </a:r>
          </a:p>
          <a:p>
            <a:pPr eaLnBrk="1" hangingPunct="1"/>
            <a:r>
              <a:rPr lang="fr-FR" altLang="fr-FR" smtClean="0"/>
              <a:t>	Shining like the sun at the trumpet call</a:t>
            </a:r>
          </a:p>
          <a:p>
            <a:pPr eaLnBrk="1" hangingPunct="1"/>
            <a:r>
              <a:rPr lang="fr-FR" altLang="fr-FR" smtClean="0"/>
              <a:t>	22-  ÉLÈVE TA VOIX C’EST L’ANNÉE DE JUBILÉ 	</a:t>
            </a:r>
          </a:p>
          <a:p>
            <a:pPr eaLnBrk="1" hangingPunct="1"/>
            <a:r>
              <a:rPr lang="fr-FR" altLang="fr-FR" smtClean="0"/>
              <a:t>	Lift your voice it’s the year of jubilee</a:t>
            </a:r>
          </a:p>
          <a:p>
            <a:pPr eaLnBrk="1" hangingPunct="1"/>
            <a:r>
              <a:rPr lang="fr-FR" altLang="fr-FR" smtClean="0"/>
              <a:t>	23-  ET DU MONT SION LE SALUT VIENT                   X2</a:t>
            </a:r>
          </a:p>
          <a:p>
            <a:pPr eaLnBrk="1" hangingPunct="1"/>
            <a:r>
              <a:rPr lang="fr-FR" altLang="fr-FR" smtClean="0"/>
              <a:t>	And out of Zion’s hill salvation comes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24-  NUL N'EST SEMBLABLE À YAHVÉ</a:t>
            </a:r>
          </a:p>
          <a:p>
            <a:pPr eaLnBrk="1" hangingPunct="1"/>
            <a:r>
              <a:rPr lang="fr-FR" altLang="fr-FR" smtClean="0"/>
              <a:t>There’s no God like Jehovah</a:t>
            </a:r>
          </a:p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1-  VOICI VENUS LES JOURS D’ÉLIE DÉCLARANT LA PAROLE DU SEIGNEUR</a:t>
            </a:r>
          </a:p>
          <a:p>
            <a:r>
              <a:rPr lang="fr-FR" altLang="fr-FR" smtClean="0"/>
              <a:t>These are the days of Elijah Declaring the Word of the Lord</a:t>
            </a:r>
          </a:p>
          <a:p>
            <a:r>
              <a:rPr lang="fr-FR" altLang="fr-FR" smtClean="0"/>
              <a:t> 2-  VOICI LES JOURS DE TON SERVITEUR MOÏSE</a:t>
            </a:r>
          </a:p>
          <a:p>
            <a:r>
              <a:rPr lang="fr-FR" altLang="fr-FR" smtClean="0"/>
              <a:t>And these are the days of your servant Moses</a:t>
            </a:r>
          </a:p>
          <a:p>
            <a:r>
              <a:rPr lang="fr-FR" altLang="fr-FR" smtClean="0"/>
              <a:t>3-  LA JUSTICE EST DANS MON CŒUR</a:t>
            </a:r>
          </a:p>
          <a:p>
            <a:r>
              <a:rPr lang="fr-FR" altLang="fr-FR" smtClean="0"/>
              <a:t>Righteousness being restored</a:t>
            </a:r>
          </a:p>
          <a:p>
            <a:endParaRPr lang="fr-FR" altLang="fr-FR" smtClean="0"/>
          </a:p>
          <a:p>
            <a:r>
              <a:rPr lang="fr-FR" altLang="fr-FR" smtClean="0"/>
              <a:t>4-  ET PENDANT CES JOURS DE GRANDE ÉPREUVE</a:t>
            </a:r>
          </a:p>
          <a:p>
            <a:r>
              <a:rPr lang="fr-FR" altLang="fr-FR" smtClean="0"/>
              <a:t>And though these are days of great trial</a:t>
            </a:r>
          </a:p>
          <a:p>
            <a:r>
              <a:rPr lang="fr-FR" altLang="fr-FR" smtClean="0"/>
              <a:t>5-  DE FAMINE, DE TÉNÈBRE ET SOIF</a:t>
            </a:r>
          </a:p>
          <a:p>
            <a:r>
              <a:rPr lang="fr-FR" altLang="fr-FR" smtClean="0"/>
              <a:t>Of famine and darkness and sword</a:t>
            </a:r>
          </a:p>
          <a:p>
            <a:r>
              <a:rPr lang="fr-FR" altLang="fr-FR" smtClean="0"/>
              <a:t>6-  NOUS SOMMES CETTE VOIX DANS LE DÉSERT QUI CRIE</a:t>
            </a:r>
          </a:p>
          <a:p>
            <a:r>
              <a:rPr lang="fr-FR" altLang="fr-FR" smtClean="0"/>
              <a:t>Still we are the voice in the desert crying</a:t>
            </a:r>
          </a:p>
          <a:p>
            <a:r>
              <a:rPr lang="fr-FR" altLang="fr-FR" smtClean="0"/>
              <a:t>7-  PRÉPAREZ LE CHEMIN DU SEIGNEUR</a:t>
            </a:r>
          </a:p>
          <a:p>
            <a:r>
              <a:rPr lang="fr-FR" altLang="fr-FR" smtClean="0"/>
              <a:t>Prepare ye the way of the Lord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GLORIEUX IL VIENT AU-DESSUS DES CIEUX</a:t>
            </a:r>
          </a:p>
          <a:p>
            <a:r>
              <a:rPr lang="fr-FR" altLang="fr-FR" smtClean="0"/>
              <a:t>	Behold He comes Riding on the clouds</a:t>
            </a:r>
          </a:p>
          <a:p>
            <a:r>
              <a:rPr lang="fr-FR" altLang="fr-FR" smtClean="0"/>
              <a:t>	9-  BRILLANT COMME LE SOLEIL AU SON DES TROMPETTES</a:t>
            </a:r>
          </a:p>
          <a:p>
            <a:r>
              <a:rPr lang="fr-FR" altLang="fr-FR" smtClean="0"/>
              <a:t>	Shining like the sun at the trumpet call</a:t>
            </a:r>
          </a:p>
          <a:p>
            <a:r>
              <a:rPr lang="fr-FR" altLang="fr-FR" smtClean="0"/>
              <a:t>	10-  ÉLÈVE TA VOIX C’EST L’ANNÉE DE JUBILÉ 	</a:t>
            </a:r>
          </a:p>
          <a:p>
            <a:r>
              <a:rPr lang="fr-FR" altLang="fr-FR" smtClean="0"/>
              <a:t>	Lift your voice it’s the year of jubilee</a:t>
            </a:r>
          </a:p>
          <a:p>
            <a:r>
              <a:rPr lang="fr-FR" altLang="fr-FR" smtClean="0"/>
              <a:t>	11-  ET DU MONT SION LE SALUT VIENT                   X2</a:t>
            </a:r>
          </a:p>
          <a:p>
            <a:r>
              <a:rPr lang="fr-FR" altLang="fr-FR" smtClean="0"/>
              <a:t>	And out of Zion’s hill salvation comes</a:t>
            </a:r>
          </a:p>
          <a:p>
            <a:endParaRPr lang="fr-FR" altLang="fr-FR" smtClean="0"/>
          </a:p>
          <a:p>
            <a:r>
              <a:rPr lang="fr-FR" altLang="fr-FR" smtClean="0"/>
              <a:t>12-  VOICI LES JOURS DE TON PROPHÈTE</a:t>
            </a:r>
          </a:p>
          <a:p>
            <a:r>
              <a:rPr lang="fr-FR" altLang="fr-FR" smtClean="0"/>
              <a:t>These are the days of Ezekiel</a:t>
            </a:r>
          </a:p>
          <a:p>
            <a:r>
              <a:rPr lang="fr-FR" altLang="fr-FR" smtClean="0"/>
              <a:t>13-  LES OSSEMENTS SONT DEVENUS CHAIR</a:t>
            </a:r>
          </a:p>
          <a:p>
            <a:r>
              <a:rPr lang="fr-FR" altLang="fr-FR" smtClean="0"/>
              <a:t>The dry bones becoming as flesh</a:t>
            </a:r>
          </a:p>
          <a:p>
            <a:r>
              <a:rPr lang="fr-FR" altLang="fr-FR" smtClean="0"/>
              <a:t>14-  VOICI LES JOURS DE TON SERVITEUR DAVID</a:t>
            </a:r>
          </a:p>
          <a:p>
            <a:r>
              <a:rPr lang="fr-FR" altLang="fr-FR" smtClean="0"/>
              <a:t>And these are the days of your servant David</a:t>
            </a:r>
          </a:p>
          <a:p>
            <a:r>
              <a:rPr lang="fr-FR" altLang="fr-FR" smtClean="0"/>
              <a:t>15-  CONSTRUISANT UN TEMPLE DE LOUANGES</a:t>
            </a:r>
          </a:p>
          <a:p>
            <a:r>
              <a:rPr lang="fr-FR" altLang="fr-FR" smtClean="0"/>
              <a:t>Rebuilding a temple of praise</a:t>
            </a:r>
          </a:p>
          <a:p>
            <a:endParaRPr lang="fr-FR" altLang="fr-FR" smtClean="0"/>
          </a:p>
          <a:p>
            <a:r>
              <a:rPr lang="fr-FR" altLang="fr-FR" smtClean="0"/>
              <a:t>16-  VOICI LES JOURS DE LA RÉCOLTE</a:t>
            </a:r>
          </a:p>
          <a:p>
            <a:r>
              <a:rPr lang="fr-FR" altLang="fr-FR" smtClean="0"/>
              <a:t>And these are the days of the harvest</a:t>
            </a:r>
          </a:p>
          <a:p>
            <a:r>
              <a:rPr lang="fr-FR" altLang="fr-FR" smtClean="0"/>
              <a:t>17-  C'EST LE TEMPS DE LA GRANDE MOISSON </a:t>
            </a:r>
          </a:p>
          <a:p>
            <a:r>
              <a:rPr lang="fr-FR" altLang="fr-FR" smtClean="0"/>
              <a:t>The fields are as white in Your world</a:t>
            </a:r>
          </a:p>
          <a:p>
            <a:r>
              <a:rPr lang="fr-FR" altLang="fr-FR" smtClean="0"/>
              <a:t>18-  NOUS SOMMES LES OUVRIERS DE TA VIGNE, SEIGNEUR</a:t>
            </a:r>
          </a:p>
          <a:p>
            <a:r>
              <a:rPr lang="fr-FR" altLang="fr-FR" smtClean="0"/>
              <a:t>And we are the laborers in your vineyard</a:t>
            </a:r>
          </a:p>
          <a:p>
            <a:r>
              <a:rPr lang="fr-FR" altLang="fr-FR" smtClean="0"/>
              <a:t>19-  DÉCLARANT LA PAROLE DU SEIGNEUR</a:t>
            </a:r>
          </a:p>
          <a:p>
            <a:r>
              <a:rPr lang="fr-FR" altLang="fr-FR" smtClean="0"/>
              <a:t>Declaring the word of the Lord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20-  GLORIEUX IL VIENT AU-DESSUS DES CIEUX</a:t>
            </a:r>
          </a:p>
          <a:p>
            <a:r>
              <a:rPr lang="fr-FR" altLang="fr-FR" smtClean="0"/>
              <a:t>	Behold He comes Riding on the clouds</a:t>
            </a:r>
          </a:p>
          <a:p>
            <a:r>
              <a:rPr lang="fr-FR" altLang="fr-FR" smtClean="0"/>
              <a:t>	21-  BRILLANT COMME LE SOLEIL AU SON DES TROMPETTES</a:t>
            </a:r>
          </a:p>
          <a:p>
            <a:r>
              <a:rPr lang="fr-FR" altLang="fr-FR" smtClean="0"/>
              <a:t>	Shining like the sun at the trumpet call</a:t>
            </a:r>
          </a:p>
          <a:p>
            <a:r>
              <a:rPr lang="fr-FR" altLang="fr-FR" smtClean="0"/>
              <a:t>	22-  ÉLÈVE TA VOIX C’EST L’ANNÉE DE JUBILÉ 	</a:t>
            </a:r>
          </a:p>
          <a:p>
            <a:r>
              <a:rPr lang="fr-FR" altLang="fr-FR" smtClean="0"/>
              <a:t>	Lift your voice it’s the year of jubilee</a:t>
            </a:r>
          </a:p>
          <a:p>
            <a:r>
              <a:rPr lang="fr-FR" altLang="fr-FR" smtClean="0"/>
              <a:t>	23-  ET DU MONT SION LE SALUT VIENT                   X2</a:t>
            </a:r>
          </a:p>
          <a:p>
            <a:r>
              <a:rPr lang="fr-FR" altLang="fr-FR" smtClean="0"/>
              <a:t>	And out of Zion’s hill salvation comes</a:t>
            </a:r>
          </a:p>
          <a:p>
            <a:endParaRPr lang="fr-FR" altLang="fr-FR" smtClean="0"/>
          </a:p>
          <a:p>
            <a:r>
              <a:rPr lang="fr-FR" altLang="fr-FR" smtClean="0"/>
              <a:t>24-  NUL N'EST SEMBLABLE À YAHVÉ</a:t>
            </a:r>
          </a:p>
          <a:p>
            <a:r>
              <a:rPr lang="fr-FR" altLang="fr-FR" smtClean="0"/>
              <a:t>There’s no God like Jehovah</a:t>
            </a:r>
          </a:p>
          <a:p>
            <a:endParaRPr lang="fr-FR" altLang="fr-FR" smtClean="0"/>
          </a:p>
        </p:txBody>
      </p:sp>
      <p:sp>
        <p:nvSpPr>
          <p:cNvPr id="337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altLang="fr-FR" smtClean="0"/>
              <a:t>	REFRAIN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1-  VOICI VENUS LES JOURS D’ÉLIE DÉCLARANT LA PAROLE DU SEIGNEUR</a:t>
            </a:r>
          </a:p>
          <a:p>
            <a:pPr eaLnBrk="1" hangingPunct="1"/>
            <a:r>
              <a:rPr lang="fr-FR" altLang="fr-FR" smtClean="0"/>
              <a:t>These are the days of Elijah Declaring the Word of the Lord</a:t>
            </a:r>
          </a:p>
          <a:p>
            <a:pPr eaLnBrk="1" hangingPunct="1"/>
            <a:r>
              <a:rPr lang="fr-FR" altLang="fr-FR" smtClean="0"/>
              <a:t> 2-  VOICI LES JOURS DE TON SERVITEUR MOÏSE</a:t>
            </a:r>
          </a:p>
          <a:p>
            <a:pPr eaLnBrk="1" hangingPunct="1"/>
            <a:r>
              <a:rPr lang="fr-FR" altLang="fr-FR" smtClean="0"/>
              <a:t>And these are the days of your servant Moses</a:t>
            </a:r>
          </a:p>
          <a:p>
            <a:pPr eaLnBrk="1" hangingPunct="1"/>
            <a:r>
              <a:rPr lang="fr-FR" altLang="fr-FR" smtClean="0"/>
              <a:t>3-  LA JUSTICE EST DANS MON CŒUR</a:t>
            </a:r>
          </a:p>
          <a:p>
            <a:pPr eaLnBrk="1" hangingPunct="1"/>
            <a:r>
              <a:rPr lang="fr-FR" altLang="fr-FR" smtClean="0"/>
              <a:t>Righteousness being restored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4-  ET PENDANT CES JOURS DE GRANDE ÉPREUVE</a:t>
            </a:r>
          </a:p>
          <a:p>
            <a:pPr eaLnBrk="1" hangingPunct="1"/>
            <a:r>
              <a:rPr lang="fr-FR" altLang="fr-FR" smtClean="0"/>
              <a:t>And though these are days of great trial</a:t>
            </a:r>
          </a:p>
          <a:p>
            <a:pPr eaLnBrk="1" hangingPunct="1"/>
            <a:r>
              <a:rPr lang="fr-FR" altLang="fr-FR" smtClean="0"/>
              <a:t>5-  DE FAMINE, DE TÉNÈBRE ET SOIF</a:t>
            </a:r>
          </a:p>
          <a:p>
            <a:pPr eaLnBrk="1" hangingPunct="1"/>
            <a:r>
              <a:rPr lang="fr-FR" altLang="fr-FR" smtClean="0"/>
              <a:t>Of famine and darkness and sword</a:t>
            </a:r>
          </a:p>
          <a:p>
            <a:pPr eaLnBrk="1" hangingPunct="1"/>
            <a:r>
              <a:rPr lang="fr-FR" altLang="fr-FR" smtClean="0"/>
              <a:t>6-  NOUS SOMMES CETTE VOIX DANS LE DÉSERT QUI CRIE</a:t>
            </a:r>
          </a:p>
          <a:p>
            <a:pPr eaLnBrk="1" hangingPunct="1"/>
            <a:r>
              <a:rPr lang="fr-FR" altLang="fr-FR" smtClean="0"/>
              <a:t>Still we are the voice in the desert crying</a:t>
            </a:r>
          </a:p>
          <a:p>
            <a:pPr eaLnBrk="1" hangingPunct="1"/>
            <a:r>
              <a:rPr lang="fr-FR" altLang="fr-FR" smtClean="0"/>
              <a:t>7-  PRÉPAREZ LE CHEMIN DU SEIGNEUR</a:t>
            </a:r>
          </a:p>
          <a:p>
            <a:pPr eaLnBrk="1" hangingPunct="1"/>
            <a:r>
              <a:rPr lang="fr-FR" altLang="fr-FR" smtClean="0"/>
              <a:t>Prepare ye the way of the Lord</a:t>
            </a:r>
          </a:p>
          <a:p>
            <a:pPr eaLnBrk="1" hangingPunct="1"/>
            <a:r>
              <a:rPr lang="fr-FR" altLang="fr-FR" smtClean="0"/>
              <a:t>	</a:t>
            </a:r>
          </a:p>
          <a:p>
            <a:pPr eaLnBrk="1" hangingPunct="1"/>
            <a:r>
              <a:rPr lang="fr-FR" altLang="fr-FR" smtClean="0"/>
              <a:t>	Refrain:</a:t>
            </a:r>
          </a:p>
          <a:p>
            <a:pPr eaLnBrk="1" hangingPunct="1"/>
            <a:r>
              <a:rPr lang="fr-FR" altLang="fr-FR" smtClean="0"/>
              <a:t>	8-  GLORIEUX IL VIENT AU-DESSUS DES CIEUX</a:t>
            </a:r>
          </a:p>
          <a:p>
            <a:pPr eaLnBrk="1" hangingPunct="1"/>
            <a:r>
              <a:rPr lang="fr-FR" altLang="fr-FR" smtClean="0"/>
              <a:t>	Behold He comes Riding on the clouds</a:t>
            </a:r>
          </a:p>
          <a:p>
            <a:pPr eaLnBrk="1" hangingPunct="1"/>
            <a:r>
              <a:rPr lang="fr-FR" altLang="fr-FR" smtClean="0"/>
              <a:t>	9-  BRILLANT COMME LE SOLEIL AU SON DES TROMPETTES</a:t>
            </a:r>
          </a:p>
          <a:p>
            <a:pPr eaLnBrk="1" hangingPunct="1"/>
            <a:r>
              <a:rPr lang="fr-FR" altLang="fr-FR" smtClean="0"/>
              <a:t>	Shining like the sun at the trumpet call</a:t>
            </a:r>
          </a:p>
          <a:p>
            <a:pPr eaLnBrk="1" hangingPunct="1"/>
            <a:r>
              <a:rPr lang="fr-FR" altLang="fr-FR" smtClean="0"/>
              <a:t>	10-  ÉLÈVE TA VOIX C’EST L’ANNÉE DE JUBILÉ 	</a:t>
            </a:r>
          </a:p>
          <a:p>
            <a:pPr eaLnBrk="1" hangingPunct="1"/>
            <a:r>
              <a:rPr lang="fr-FR" altLang="fr-FR" smtClean="0"/>
              <a:t>	Lift your voice it’s the year of jubilee</a:t>
            </a:r>
          </a:p>
          <a:p>
            <a:pPr eaLnBrk="1" hangingPunct="1"/>
            <a:r>
              <a:rPr lang="fr-FR" altLang="fr-FR" smtClean="0"/>
              <a:t>	11-  ET DU MONT SION LE SALUT VIENT                   X2</a:t>
            </a:r>
          </a:p>
          <a:p>
            <a:pPr eaLnBrk="1" hangingPunct="1"/>
            <a:r>
              <a:rPr lang="fr-FR" altLang="fr-FR" smtClean="0"/>
              <a:t>	And out of Zion’s hill salvation comes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12-  VOICI LES JOURS DE TON PROPHÈTE</a:t>
            </a:r>
          </a:p>
          <a:p>
            <a:pPr eaLnBrk="1" hangingPunct="1"/>
            <a:r>
              <a:rPr lang="fr-FR" altLang="fr-FR" smtClean="0"/>
              <a:t>These are the days of Ezekiel</a:t>
            </a:r>
          </a:p>
          <a:p>
            <a:pPr eaLnBrk="1" hangingPunct="1"/>
            <a:r>
              <a:rPr lang="fr-FR" altLang="fr-FR" smtClean="0"/>
              <a:t>13-  LES OSSEMENTS SONT DEVENUS CHAIR</a:t>
            </a:r>
          </a:p>
          <a:p>
            <a:pPr eaLnBrk="1" hangingPunct="1"/>
            <a:r>
              <a:rPr lang="fr-FR" altLang="fr-FR" smtClean="0"/>
              <a:t>The dry bones becoming as flesh</a:t>
            </a:r>
          </a:p>
          <a:p>
            <a:pPr eaLnBrk="1" hangingPunct="1"/>
            <a:r>
              <a:rPr lang="fr-FR" altLang="fr-FR" smtClean="0"/>
              <a:t>14-  VOICI LES JOURS DE TON SERVITEUR DAVID</a:t>
            </a:r>
          </a:p>
          <a:p>
            <a:pPr eaLnBrk="1" hangingPunct="1"/>
            <a:r>
              <a:rPr lang="fr-FR" altLang="fr-FR" smtClean="0"/>
              <a:t>And these are the days of your servant David</a:t>
            </a:r>
          </a:p>
          <a:p>
            <a:pPr eaLnBrk="1" hangingPunct="1"/>
            <a:r>
              <a:rPr lang="fr-FR" altLang="fr-FR" smtClean="0"/>
              <a:t>15-  CONSTRUISANT UN TEMPLE DE LOUANGES</a:t>
            </a:r>
          </a:p>
          <a:p>
            <a:pPr eaLnBrk="1" hangingPunct="1"/>
            <a:r>
              <a:rPr lang="fr-FR" altLang="fr-FR" smtClean="0"/>
              <a:t>Rebuilding a temple of praise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16-  VOICI LES JOURS DE LA RÉCOLTE</a:t>
            </a:r>
          </a:p>
          <a:p>
            <a:pPr eaLnBrk="1" hangingPunct="1"/>
            <a:r>
              <a:rPr lang="fr-FR" altLang="fr-FR" smtClean="0"/>
              <a:t>And these are the days of the harvest</a:t>
            </a:r>
          </a:p>
          <a:p>
            <a:pPr eaLnBrk="1" hangingPunct="1"/>
            <a:r>
              <a:rPr lang="fr-FR" altLang="fr-FR" smtClean="0"/>
              <a:t>17-  C'EST LE TEMPS DE LA GRANDE MOISSON </a:t>
            </a:r>
          </a:p>
          <a:p>
            <a:pPr eaLnBrk="1" hangingPunct="1"/>
            <a:r>
              <a:rPr lang="fr-FR" altLang="fr-FR" smtClean="0"/>
              <a:t>The fields are as white in Your world</a:t>
            </a:r>
          </a:p>
          <a:p>
            <a:pPr eaLnBrk="1" hangingPunct="1"/>
            <a:r>
              <a:rPr lang="fr-FR" altLang="fr-FR" smtClean="0"/>
              <a:t>18-  NOUS SOMMES LES OUVRIERS DE TA VIGNE, SEIGNEUR</a:t>
            </a:r>
          </a:p>
          <a:p>
            <a:pPr eaLnBrk="1" hangingPunct="1"/>
            <a:r>
              <a:rPr lang="fr-FR" altLang="fr-FR" smtClean="0"/>
              <a:t>And we are the laborers in your vineyard</a:t>
            </a:r>
          </a:p>
          <a:p>
            <a:pPr eaLnBrk="1" hangingPunct="1"/>
            <a:r>
              <a:rPr lang="fr-FR" altLang="fr-FR" smtClean="0"/>
              <a:t>19-  DÉCLARANT LA PAROLE DU SEIGNEUR</a:t>
            </a:r>
          </a:p>
          <a:p>
            <a:pPr eaLnBrk="1" hangingPunct="1"/>
            <a:r>
              <a:rPr lang="fr-FR" altLang="fr-FR" smtClean="0"/>
              <a:t>Declaring the word of the Lord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	Refrain:</a:t>
            </a:r>
          </a:p>
          <a:p>
            <a:pPr eaLnBrk="1" hangingPunct="1"/>
            <a:r>
              <a:rPr lang="fr-FR" altLang="fr-FR" smtClean="0"/>
              <a:t>	20-  GLORIEUX IL VIENT AU-DESSUS DES CIEUX</a:t>
            </a:r>
          </a:p>
          <a:p>
            <a:pPr eaLnBrk="1" hangingPunct="1"/>
            <a:r>
              <a:rPr lang="fr-FR" altLang="fr-FR" smtClean="0"/>
              <a:t>	Behold He comes Riding on the clouds</a:t>
            </a:r>
          </a:p>
          <a:p>
            <a:pPr eaLnBrk="1" hangingPunct="1"/>
            <a:r>
              <a:rPr lang="fr-FR" altLang="fr-FR" smtClean="0"/>
              <a:t>	21-  BRILLANT COMME LE SOLEIL AU SON DES TROMPETTES</a:t>
            </a:r>
          </a:p>
          <a:p>
            <a:pPr eaLnBrk="1" hangingPunct="1"/>
            <a:r>
              <a:rPr lang="fr-FR" altLang="fr-FR" smtClean="0"/>
              <a:t>	Shining like the sun at the trumpet call</a:t>
            </a:r>
          </a:p>
          <a:p>
            <a:pPr eaLnBrk="1" hangingPunct="1"/>
            <a:r>
              <a:rPr lang="fr-FR" altLang="fr-FR" smtClean="0"/>
              <a:t>	22-  ÉLÈVE TA VOIX C’EST L’ANNÉE DE JUBILÉ 	</a:t>
            </a:r>
          </a:p>
          <a:p>
            <a:pPr eaLnBrk="1" hangingPunct="1"/>
            <a:r>
              <a:rPr lang="fr-FR" altLang="fr-FR" smtClean="0"/>
              <a:t>	Lift your voice it’s the year of jubilee</a:t>
            </a:r>
          </a:p>
          <a:p>
            <a:pPr eaLnBrk="1" hangingPunct="1"/>
            <a:r>
              <a:rPr lang="fr-FR" altLang="fr-FR" smtClean="0"/>
              <a:t>	23-  ET DU MONT SION LE SALUT VIENT                   X2</a:t>
            </a:r>
          </a:p>
          <a:p>
            <a:pPr eaLnBrk="1" hangingPunct="1"/>
            <a:r>
              <a:rPr lang="fr-FR" altLang="fr-FR" smtClean="0"/>
              <a:t>	And out of Zion’s hill salvation comes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24-  NUL N'EST SEMBLABLE À YAHVÉ</a:t>
            </a:r>
          </a:p>
          <a:p>
            <a:pPr eaLnBrk="1" hangingPunct="1"/>
            <a:r>
              <a:rPr lang="fr-FR" altLang="fr-FR" smtClean="0"/>
              <a:t>There’s no God like Jehovah</a:t>
            </a:r>
          </a:p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1-  VOICI VENUS LES JOURS D’ÉLIE DÉCLARANT LA PAROLE DU SEIGNEUR</a:t>
            </a:r>
          </a:p>
          <a:p>
            <a:r>
              <a:rPr lang="fr-FR" altLang="fr-FR" smtClean="0"/>
              <a:t>These are the days of Elijah Declaring the Word of the Lord</a:t>
            </a:r>
          </a:p>
          <a:p>
            <a:r>
              <a:rPr lang="fr-FR" altLang="fr-FR" smtClean="0"/>
              <a:t> 2-  VOICI LES JOURS DE TON SERVITEUR MOÏSE</a:t>
            </a:r>
          </a:p>
          <a:p>
            <a:r>
              <a:rPr lang="fr-FR" altLang="fr-FR" smtClean="0"/>
              <a:t>And these are the days of your servant Moses</a:t>
            </a:r>
          </a:p>
          <a:p>
            <a:r>
              <a:rPr lang="fr-FR" altLang="fr-FR" smtClean="0"/>
              <a:t>3-  LA JUSTICE EST DANS MON CŒUR</a:t>
            </a:r>
          </a:p>
          <a:p>
            <a:r>
              <a:rPr lang="fr-FR" altLang="fr-FR" smtClean="0"/>
              <a:t>Righteousness being restored</a:t>
            </a:r>
          </a:p>
          <a:p>
            <a:endParaRPr lang="fr-FR" altLang="fr-FR" smtClean="0"/>
          </a:p>
          <a:p>
            <a:r>
              <a:rPr lang="fr-FR" altLang="fr-FR" smtClean="0"/>
              <a:t>4-  ET PENDANT CES JOURS DE GRANDE ÉPREUVE</a:t>
            </a:r>
          </a:p>
          <a:p>
            <a:r>
              <a:rPr lang="fr-FR" altLang="fr-FR" smtClean="0"/>
              <a:t>And though these are days of great trial</a:t>
            </a:r>
          </a:p>
          <a:p>
            <a:r>
              <a:rPr lang="fr-FR" altLang="fr-FR" smtClean="0"/>
              <a:t>5-  DE FAMINE, DE TÉNÈBRE ET SOIF</a:t>
            </a:r>
          </a:p>
          <a:p>
            <a:r>
              <a:rPr lang="fr-FR" altLang="fr-FR" smtClean="0"/>
              <a:t>Of famine and darkness and sword</a:t>
            </a:r>
          </a:p>
          <a:p>
            <a:r>
              <a:rPr lang="fr-FR" altLang="fr-FR" smtClean="0"/>
              <a:t>6-  NOUS SOMMES CETTE VOIX DANS LE DÉSERT QUI CRIE</a:t>
            </a:r>
          </a:p>
          <a:p>
            <a:r>
              <a:rPr lang="fr-FR" altLang="fr-FR" smtClean="0"/>
              <a:t>Still we are the voice in the desert crying</a:t>
            </a:r>
          </a:p>
          <a:p>
            <a:r>
              <a:rPr lang="fr-FR" altLang="fr-FR" smtClean="0"/>
              <a:t>7-  PRÉPAREZ LE CHEMIN DU SEIGNEUR</a:t>
            </a:r>
          </a:p>
          <a:p>
            <a:r>
              <a:rPr lang="fr-FR" altLang="fr-FR" smtClean="0"/>
              <a:t>Prepare ye the way of the Lord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GLORIEUX IL VIENT AU-DESSUS DES CIEUX</a:t>
            </a:r>
          </a:p>
          <a:p>
            <a:r>
              <a:rPr lang="fr-FR" altLang="fr-FR" smtClean="0"/>
              <a:t>	Behold He comes Riding on the clouds</a:t>
            </a:r>
          </a:p>
          <a:p>
            <a:r>
              <a:rPr lang="fr-FR" altLang="fr-FR" smtClean="0"/>
              <a:t>	9-  BRILLANT COMME LE SOLEIL AU SON DES TROMPETTES</a:t>
            </a:r>
          </a:p>
          <a:p>
            <a:r>
              <a:rPr lang="fr-FR" altLang="fr-FR" smtClean="0"/>
              <a:t>	Shining like the sun at the trumpet call</a:t>
            </a:r>
          </a:p>
          <a:p>
            <a:r>
              <a:rPr lang="fr-FR" altLang="fr-FR" smtClean="0"/>
              <a:t>	10-  ÉLÈVE TA VOIX C’EST L’ANNÉE DE JUBILÉ 	</a:t>
            </a:r>
          </a:p>
          <a:p>
            <a:r>
              <a:rPr lang="fr-FR" altLang="fr-FR" smtClean="0"/>
              <a:t>	Lift your voice it’s the year of jubilee</a:t>
            </a:r>
          </a:p>
          <a:p>
            <a:r>
              <a:rPr lang="fr-FR" altLang="fr-FR" smtClean="0"/>
              <a:t>	11-  ET DU MONT SION LE SALUT VIENT                   X2</a:t>
            </a:r>
          </a:p>
          <a:p>
            <a:r>
              <a:rPr lang="fr-FR" altLang="fr-FR" smtClean="0"/>
              <a:t>	And out of Zion’s hill salvation comes</a:t>
            </a:r>
          </a:p>
          <a:p>
            <a:endParaRPr lang="fr-FR" altLang="fr-FR" smtClean="0"/>
          </a:p>
          <a:p>
            <a:r>
              <a:rPr lang="fr-FR" altLang="fr-FR" smtClean="0"/>
              <a:t>12-  VOICI LES JOURS DE TON PROPHÈTE</a:t>
            </a:r>
          </a:p>
          <a:p>
            <a:r>
              <a:rPr lang="fr-FR" altLang="fr-FR" smtClean="0"/>
              <a:t>These are the days of Ezekiel</a:t>
            </a:r>
          </a:p>
          <a:p>
            <a:r>
              <a:rPr lang="fr-FR" altLang="fr-FR" smtClean="0"/>
              <a:t>13-  LES OSSEMENTS SONT DEVENUS CHAIR</a:t>
            </a:r>
          </a:p>
          <a:p>
            <a:r>
              <a:rPr lang="fr-FR" altLang="fr-FR" smtClean="0"/>
              <a:t>The dry bones becoming as flesh</a:t>
            </a:r>
          </a:p>
          <a:p>
            <a:r>
              <a:rPr lang="fr-FR" altLang="fr-FR" smtClean="0"/>
              <a:t>14-  VOICI LES JOURS DE TON SERVITEUR DAVID</a:t>
            </a:r>
          </a:p>
          <a:p>
            <a:r>
              <a:rPr lang="fr-FR" altLang="fr-FR" smtClean="0"/>
              <a:t>And these are the days of your servant David</a:t>
            </a:r>
          </a:p>
          <a:p>
            <a:r>
              <a:rPr lang="fr-FR" altLang="fr-FR" smtClean="0"/>
              <a:t>15-  CONSTRUISANT UN TEMPLE DE LOUANGES</a:t>
            </a:r>
          </a:p>
          <a:p>
            <a:r>
              <a:rPr lang="fr-FR" altLang="fr-FR" smtClean="0"/>
              <a:t>Rebuilding a temple of praise</a:t>
            </a:r>
          </a:p>
          <a:p>
            <a:endParaRPr lang="fr-FR" altLang="fr-FR" smtClean="0"/>
          </a:p>
          <a:p>
            <a:r>
              <a:rPr lang="fr-FR" altLang="fr-FR" smtClean="0"/>
              <a:t>16-  VOICI LES JOURS DE LA RÉCOLTE</a:t>
            </a:r>
          </a:p>
          <a:p>
            <a:r>
              <a:rPr lang="fr-FR" altLang="fr-FR" smtClean="0"/>
              <a:t>And these are the days of the harvest</a:t>
            </a:r>
          </a:p>
          <a:p>
            <a:r>
              <a:rPr lang="fr-FR" altLang="fr-FR" smtClean="0"/>
              <a:t>17-  C'EST LE TEMPS DE LA GRANDE MOISSON </a:t>
            </a:r>
          </a:p>
          <a:p>
            <a:r>
              <a:rPr lang="fr-FR" altLang="fr-FR" smtClean="0"/>
              <a:t>The fields are as white in Your world</a:t>
            </a:r>
          </a:p>
          <a:p>
            <a:r>
              <a:rPr lang="fr-FR" altLang="fr-FR" smtClean="0"/>
              <a:t>18-  NOUS SOMMES LES OUVRIERS DE TA VIGNE, SEIGNEUR</a:t>
            </a:r>
          </a:p>
          <a:p>
            <a:r>
              <a:rPr lang="fr-FR" altLang="fr-FR" smtClean="0"/>
              <a:t>And we are the laborers in your vineyard</a:t>
            </a:r>
          </a:p>
          <a:p>
            <a:r>
              <a:rPr lang="fr-FR" altLang="fr-FR" smtClean="0"/>
              <a:t>19-  DÉCLARANT LA PAROLE DU SEIGNEUR</a:t>
            </a:r>
          </a:p>
          <a:p>
            <a:r>
              <a:rPr lang="fr-FR" altLang="fr-FR" smtClean="0"/>
              <a:t>Declaring the word of the Lord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20-  GLORIEUX IL VIENT AU-DESSUS DES CIEUX</a:t>
            </a:r>
          </a:p>
          <a:p>
            <a:r>
              <a:rPr lang="fr-FR" altLang="fr-FR" smtClean="0"/>
              <a:t>	Behold He comes Riding on the clouds</a:t>
            </a:r>
          </a:p>
          <a:p>
            <a:r>
              <a:rPr lang="fr-FR" altLang="fr-FR" smtClean="0"/>
              <a:t>	21-  BRILLANT COMME LE SOLEIL AU SON DES TROMPETTES</a:t>
            </a:r>
          </a:p>
          <a:p>
            <a:r>
              <a:rPr lang="fr-FR" altLang="fr-FR" smtClean="0"/>
              <a:t>	Shining like the sun at the trumpet call</a:t>
            </a:r>
          </a:p>
          <a:p>
            <a:r>
              <a:rPr lang="fr-FR" altLang="fr-FR" smtClean="0"/>
              <a:t>	22-  ÉLÈVE TA VOIX C’EST L’ANNÉE DE JUBILÉ 	</a:t>
            </a:r>
          </a:p>
          <a:p>
            <a:r>
              <a:rPr lang="fr-FR" altLang="fr-FR" smtClean="0"/>
              <a:t>	Lift your voice it’s the year of jubilee</a:t>
            </a:r>
          </a:p>
          <a:p>
            <a:r>
              <a:rPr lang="fr-FR" altLang="fr-FR" smtClean="0"/>
              <a:t>	23-  ET DU MONT SION LE SALUT VIENT                   X2</a:t>
            </a:r>
          </a:p>
          <a:p>
            <a:r>
              <a:rPr lang="fr-FR" altLang="fr-FR" smtClean="0"/>
              <a:t>	And out of Zion’s hill salvation comes</a:t>
            </a:r>
          </a:p>
          <a:p>
            <a:endParaRPr lang="fr-FR" altLang="fr-FR" smtClean="0"/>
          </a:p>
          <a:p>
            <a:r>
              <a:rPr lang="fr-FR" altLang="fr-FR" smtClean="0"/>
              <a:t>24-  NUL N'EST SEMBLABLE À YAHVÉ</a:t>
            </a:r>
          </a:p>
          <a:p>
            <a:r>
              <a:rPr lang="fr-FR" altLang="fr-FR" smtClean="0"/>
              <a:t>There’s no God like Jehovah</a:t>
            </a:r>
          </a:p>
          <a:p>
            <a:endParaRPr lang="fr-FR" altLang="fr-FR" smtClean="0"/>
          </a:p>
        </p:txBody>
      </p:sp>
      <p:sp>
        <p:nvSpPr>
          <p:cNvPr id="3481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altLang="fr-FR" smtClean="0"/>
              <a:t>	REFRAIN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1-  VOICI VENUS LES JOURS D’ÉLIE DÉCLARANT LA PAROLE DU SEIGNEUR</a:t>
            </a:r>
          </a:p>
          <a:p>
            <a:pPr eaLnBrk="1" hangingPunct="1"/>
            <a:r>
              <a:rPr lang="fr-FR" altLang="fr-FR" smtClean="0"/>
              <a:t>These are the days of Elijah Declaring the Word of the Lord</a:t>
            </a:r>
          </a:p>
          <a:p>
            <a:pPr eaLnBrk="1" hangingPunct="1"/>
            <a:r>
              <a:rPr lang="fr-FR" altLang="fr-FR" smtClean="0"/>
              <a:t> 2-  VOICI LES JOURS DE TON SERVITEUR MOÏSE</a:t>
            </a:r>
          </a:p>
          <a:p>
            <a:pPr eaLnBrk="1" hangingPunct="1"/>
            <a:r>
              <a:rPr lang="fr-FR" altLang="fr-FR" smtClean="0"/>
              <a:t>And these are the days of your servant Moses</a:t>
            </a:r>
          </a:p>
          <a:p>
            <a:pPr eaLnBrk="1" hangingPunct="1"/>
            <a:r>
              <a:rPr lang="fr-FR" altLang="fr-FR" smtClean="0"/>
              <a:t>3-  LA JUSTICE EST DANS MON CŒUR</a:t>
            </a:r>
          </a:p>
          <a:p>
            <a:pPr eaLnBrk="1" hangingPunct="1"/>
            <a:r>
              <a:rPr lang="fr-FR" altLang="fr-FR" smtClean="0"/>
              <a:t>Righteousness being restored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4-  ET PENDANT CES JOURS DE GRANDE ÉPREUVE</a:t>
            </a:r>
          </a:p>
          <a:p>
            <a:pPr eaLnBrk="1" hangingPunct="1"/>
            <a:r>
              <a:rPr lang="fr-FR" altLang="fr-FR" smtClean="0"/>
              <a:t>And though these are days of great trial</a:t>
            </a:r>
          </a:p>
          <a:p>
            <a:pPr eaLnBrk="1" hangingPunct="1"/>
            <a:r>
              <a:rPr lang="fr-FR" altLang="fr-FR" smtClean="0"/>
              <a:t>5-  DE FAMINE, DE TÉNÈBRE ET SOIF</a:t>
            </a:r>
          </a:p>
          <a:p>
            <a:pPr eaLnBrk="1" hangingPunct="1"/>
            <a:r>
              <a:rPr lang="fr-FR" altLang="fr-FR" smtClean="0"/>
              <a:t>Of famine and darkness and sword</a:t>
            </a:r>
          </a:p>
          <a:p>
            <a:pPr eaLnBrk="1" hangingPunct="1"/>
            <a:r>
              <a:rPr lang="fr-FR" altLang="fr-FR" smtClean="0"/>
              <a:t>6-  NOUS SOMMES CETTE VOIX DANS LE DÉSERT QUI CRIE</a:t>
            </a:r>
          </a:p>
          <a:p>
            <a:pPr eaLnBrk="1" hangingPunct="1"/>
            <a:r>
              <a:rPr lang="fr-FR" altLang="fr-FR" smtClean="0"/>
              <a:t>Still we are the voice in the desert crying</a:t>
            </a:r>
          </a:p>
          <a:p>
            <a:pPr eaLnBrk="1" hangingPunct="1"/>
            <a:r>
              <a:rPr lang="fr-FR" altLang="fr-FR" smtClean="0"/>
              <a:t>7-  PRÉPAREZ LE CHEMIN DU SEIGNEUR</a:t>
            </a:r>
          </a:p>
          <a:p>
            <a:pPr eaLnBrk="1" hangingPunct="1"/>
            <a:r>
              <a:rPr lang="fr-FR" altLang="fr-FR" smtClean="0"/>
              <a:t>Prepare ye the way of the Lord</a:t>
            </a:r>
          </a:p>
          <a:p>
            <a:pPr eaLnBrk="1" hangingPunct="1"/>
            <a:r>
              <a:rPr lang="fr-FR" altLang="fr-FR" smtClean="0"/>
              <a:t>	</a:t>
            </a:r>
          </a:p>
          <a:p>
            <a:pPr eaLnBrk="1" hangingPunct="1"/>
            <a:r>
              <a:rPr lang="fr-FR" altLang="fr-FR" smtClean="0"/>
              <a:t>	Refrain:</a:t>
            </a:r>
          </a:p>
          <a:p>
            <a:pPr eaLnBrk="1" hangingPunct="1"/>
            <a:r>
              <a:rPr lang="fr-FR" altLang="fr-FR" smtClean="0"/>
              <a:t>	8-  GLORIEUX IL VIENT AU-DESSUS DES CIEUX</a:t>
            </a:r>
          </a:p>
          <a:p>
            <a:pPr eaLnBrk="1" hangingPunct="1"/>
            <a:r>
              <a:rPr lang="fr-FR" altLang="fr-FR" smtClean="0"/>
              <a:t>	Behold He comes Riding on the clouds</a:t>
            </a:r>
          </a:p>
          <a:p>
            <a:pPr eaLnBrk="1" hangingPunct="1"/>
            <a:r>
              <a:rPr lang="fr-FR" altLang="fr-FR" smtClean="0"/>
              <a:t>	9-  BRILLANT COMME LE SOLEIL AU SON DES TROMPETTES</a:t>
            </a:r>
          </a:p>
          <a:p>
            <a:pPr eaLnBrk="1" hangingPunct="1"/>
            <a:r>
              <a:rPr lang="fr-FR" altLang="fr-FR" smtClean="0"/>
              <a:t>	Shining like the sun at the trumpet call</a:t>
            </a:r>
          </a:p>
          <a:p>
            <a:pPr eaLnBrk="1" hangingPunct="1"/>
            <a:r>
              <a:rPr lang="fr-FR" altLang="fr-FR" smtClean="0"/>
              <a:t>	10-  ÉLÈVE TA VOIX C’EST L’ANNÉE DE JUBILÉ 	</a:t>
            </a:r>
          </a:p>
          <a:p>
            <a:pPr eaLnBrk="1" hangingPunct="1"/>
            <a:r>
              <a:rPr lang="fr-FR" altLang="fr-FR" smtClean="0"/>
              <a:t>	Lift your voice it’s the year of jubilee</a:t>
            </a:r>
          </a:p>
          <a:p>
            <a:pPr eaLnBrk="1" hangingPunct="1"/>
            <a:r>
              <a:rPr lang="fr-FR" altLang="fr-FR" smtClean="0"/>
              <a:t>	11-  ET DU MONT SION LE SALUT VIENT                   X2</a:t>
            </a:r>
          </a:p>
          <a:p>
            <a:pPr eaLnBrk="1" hangingPunct="1"/>
            <a:r>
              <a:rPr lang="fr-FR" altLang="fr-FR" smtClean="0"/>
              <a:t>	And out of Zion’s hill salvation comes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12-  VOICI LES JOURS DE TON PROPHÈTE</a:t>
            </a:r>
          </a:p>
          <a:p>
            <a:pPr eaLnBrk="1" hangingPunct="1"/>
            <a:r>
              <a:rPr lang="fr-FR" altLang="fr-FR" smtClean="0"/>
              <a:t>These are the days of Ezekiel</a:t>
            </a:r>
          </a:p>
          <a:p>
            <a:pPr eaLnBrk="1" hangingPunct="1"/>
            <a:r>
              <a:rPr lang="fr-FR" altLang="fr-FR" smtClean="0"/>
              <a:t>13-  LES OSSEMENTS SONT DEVENUS CHAIR</a:t>
            </a:r>
          </a:p>
          <a:p>
            <a:pPr eaLnBrk="1" hangingPunct="1"/>
            <a:r>
              <a:rPr lang="fr-FR" altLang="fr-FR" smtClean="0"/>
              <a:t>The dry bones becoming as flesh</a:t>
            </a:r>
          </a:p>
          <a:p>
            <a:pPr eaLnBrk="1" hangingPunct="1"/>
            <a:r>
              <a:rPr lang="fr-FR" altLang="fr-FR" smtClean="0"/>
              <a:t>14-  VOICI LES JOURS DE TON SERVITEUR DAVID</a:t>
            </a:r>
          </a:p>
          <a:p>
            <a:pPr eaLnBrk="1" hangingPunct="1"/>
            <a:r>
              <a:rPr lang="fr-FR" altLang="fr-FR" smtClean="0"/>
              <a:t>And these are the days of your servant David</a:t>
            </a:r>
          </a:p>
          <a:p>
            <a:pPr eaLnBrk="1" hangingPunct="1"/>
            <a:r>
              <a:rPr lang="fr-FR" altLang="fr-FR" smtClean="0"/>
              <a:t>15-  CONSTRUISANT UN TEMPLE DE LOUANGES</a:t>
            </a:r>
          </a:p>
          <a:p>
            <a:pPr eaLnBrk="1" hangingPunct="1"/>
            <a:r>
              <a:rPr lang="fr-FR" altLang="fr-FR" smtClean="0"/>
              <a:t>Rebuilding a temple of praise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16-  VOICI LES JOURS DE LA RÉCOLTE</a:t>
            </a:r>
          </a:p>
          <a:p>
            <a:pPr eaLnBrk="1" hangingPunct="1"/>
            <a:r>
              <a:rPr lang="fr-FR" altLang="fr-FR" smtClean="0"/>
              <a:t>And these are the days of the harvest</a:t>
            </a:r>
          </a:p>
          <a:p>
            <a:pPr eaLnBrk="1" hangingPunct="1"/>
            <a:r>
              <a:rPr lang="fr-FR" altLang="fr-FR" smtClean="0"/>
              <a:t>17-  C'EST LE TEMPS DE LA GRANDE MOISSON </a:t>
            </a:r>
          </a:p>
          <a:p>
            <a:pPr eaLnBrk="1" hangingPunct="1"/>
            <a:r>
              <a:rPr lang="fr-FR" altLang="fr-FR" smtClean="0"/>
              <a:t>The fields are as white in Your world</a:t>
            </a:r>
          </a:p>
          <a:p>
            <a:pPr eaLnBrk="1" hangingPunct="1"/>
            <a:r>
              <a:rPr lang="fr-FR" altLang="fr-FR" smtClean="0"/>
              <a:t>18-  NOUS SOMMES LES OUVRIERS DE TA VIGNE, SEIGNEUR</a:t>
            </a:r>
          </a:p>
          <a:p>
            <a:pPr eaLnBrk="1" hangingPunct="1"/>
            <a:r>
              <a:rPr lang="fr-FR" altLang="fr-FR" smtClean="0"/>
              <a:t>And we are the laborers in your vineyard</a:t>
            </a:r>
          </a:p>
          <a:p>
            <a:pPr eaLnBrk="1" hangingPunct="1"/>
            <a:r>
              <a:rPr lang="fr-FR" altLang="fr-FR" smtClean="0"/>
              <a:t>19-  DÉCLARANT LA PAROLE DU SEIGNEUR</a:t>
            </a:r>
          </a:p>
          <a:p>
            <a:pPr eaLnBrk="1" hangingPunct="1"/>
            <a:r>
              <a:rPr lang="fr-FR" altLang="fr-FR" smtClean="0"/>
              <a:t>Declaring the word of the Lord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	Refrain:</a:t>
            </a:r>
          </a:p>
          <a:p>
            <a:pPr eaLnBrk="1" hangingPunct="1"/>
            <a:r>
              <a:rPr lang="fr-FR" altLang="fr-FR" smtClean="0"/>
              <a:t>	20-  GLORIEUX IL VIENT AU-DESSUS DES CIEUX</a:t>
            </a:r>
          </a:p>
          <a:p>
            <a:pPr eaLnBrk="1" hangingPunct="1"/>
            <a:r>
              <a:rPr lang="fr-FR" altLang="fr-FR" smtClean="0"/>
              <a:t>	Behold He comes Riding on the clouds</a:t>
            </a:r>
          </a:p>
          <a:p>
            <a:pPr eaLnBrk="1" hangingPunct="1"/>
            <a:r>
              <a:rPr lang="fr-FR" altLang="fr-FR" smtClean="0"/>
              <a:t>	21-  BRILLANT COMME LE SOLEIL AU SON DES TROMPETTES</a:t>
            </a:r>
          </a:p>
          <a:p>
            <a:pPr eaLnBrk="1" hangingPunct="1"/>
            <a:r>
              <a:rPr lang="fr-FR" altLang="fr-FR" smtClean="0"/>
              <a:t>	Shining like the sun at the trumpet call</a:t>
            </a:r>
          </a:p>
          <a:p>
            <a:pPr eaLnBrk="1" hangingPunct="1"/>
            <a:r>
              <a:rPr lang="fr-FR" altLang="fr-FR" smtClean="0"/>
              <a:t>	22-  ÉLÈVE TA VOIX C’EST L’ANNÉE DE JUBILÉ 	</a:t>
            </a:r>
          </a:p>
          <a:p>
            <a:pPr eaLnBrk="1" hangingPunct="1"/>
            <a:r>
              <a:rPr lang="fr-FR" altLang="fr-FR" smtClean="0"/>
              <a:t>	Lift your voice it’s the year of jubilee</a:t>
            </a:r>
          </a:p>
          <a:p>
            <a:pPr eaLnBrk="1" hangingPunct="1"/>
            <a:r>
              <a:rPr lang="fr-FR" altLang="fr-FR" smtClean="0"/>
              <a:t>	23-  ET DU MONT SION LE SALUT VIENT                   X2</a:t>
            </a:r>
          </a:p>
          <a:p>
            <a:pPr eaLnBrk="1" hangingPunct="1"/>
            <a:r>
              <a:rPr lang="fr-FR" altLang="fr-FR" smtClean="0"/>
              <a:t>	And out of Zion’s hill salvation comes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24-  NUL N'EST SEMBLABLE À YAHVÉ</a:t>
            </a:r>
          </a:p>
          <a:p>
            <a:pPr eaLnBrk="1" hangingPunct="1"/>
            <a:r>
              <a:rPr lang="fr-FR" altLang="fr-FR" smtClean="0"/>
              <a:t>There’s no God like Jehovah</a:t>
            </a:r>
          </a:p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1-  VOICI VENUS LES JOURS D’ÉLIE DÉCLARANT LA PAROLE DU SEIGNEUR</a:t>
            </a:r>
          </a:p>
          <a:p>
            <a:r>
              <a:rPr lang="fr-FR" altLang="fr-FR" smtClean="0"/>
              <a:t>These are the days of Elijah Declaring the Word of the Lord</a:t>
            </a:r>
          </a:p>
          <a:p>
            <a:r>
              <a:rPr lang="fr-FR" altLang="fr-FR" smtClean="0"/>
              <a:t> 2-  VOICI LES JOURS DE TON SERVITEUR MOÏSE</a:t>
            </a:r>
          </a:p>
          <a:p>
            <a:r>
              <a:rPr lang="fr-FR" altLang="fr-FR" smtClean="0"/>
              <a:t>And these are the days of your servant Moses</a:t>
            </a:r>
          </a:p>
          <a:p>
            <a:r>
              <a:rPr lang="fr-FR" altLang="fr-FR" smtClean="0"/>
              <a:t>3-  LA JUSTICE EST DANS MON CŒUR</a:t>
            </a:r>
          </a:p>
          <a:p>
            <a:r>
              <a:rPr lang="fr-FR" altLang="fr-FR" smtClean="0"/>
              <a:t>Righteousness being restored</a:t>
            </a:r>
          </a:p>
          <a:p>
            <a:endParaRPr lang="fr-FR" altLang="fr-FR" smtClean="0"/>
          </a:p>
          <a:p>
            <a:r>
              <a:rPr lang="fr-FR" altLang="fr-FR" smtClean="0"/>
              <a:t>4-  ET PENDANT CES JOURS DE GRANDE ÉPREUVE</a:t>
            </a:r>
          </a:p>
          <a:p>
            <a:r>
              <a:rPr lang="fr-FR" altLang="fr-FR" smtClean="0"/>
              <a:t>And though these are days of great trial</a:t>
            </a:r>
          </a:p>
          <a:p>
            <a:r>
              <a:rPr lang="fr-FR" altLang="fr-FR" smtClean="0"/>
              <a:t>5-  DE FAMINE, DE TÉNÈBRE ET SOIF</a:t>
            </a:r>
          </a:p>
          <a:p>
            <a:r>
              <a:rPr lang="fr-FR" altLang="fr-FR" smtClean="0"/>
              <a:t>Of famine and darkness and sword</a:t>
            </a:r>
          </a:p>
          <a:p>
            <a:r>
              <a:rPr lang="fr-FR" altLang="fr-FR" smtClean="0"/>
              <a:t>6-  NOUS SOMMES CETTE VOIX DANS LE DÉSERT QUI CRIE</a:t>
            </a:r>
          </a:p>
          <a:p>
            <a:r>
              <a:rPr lang="fr-FR" altLang="fr-FR" smtClean="0"/>
              <a:t>Still we are the voice in the desert crying</a:t>
            </a:r>
          </a:p>
          <a:p>
            <a:r>
              <a:rPr lang="fr-FR" altLang="fr-FR" smtClean="0"/>
              <a:t>7-  PRÉPAREZ LE CHEMIN DU SEIGNEUR</a:t>
            </a:r>
          </a:p>
          <a:p>
            <a:r>
              <a:rPr lang="fr-FR" altLang="fr-FR" smtClean="0"/>
              <a:t>Prepare ye the way of the Lord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GLORIEUX IL VIENT AU-DESSUS DES CIEUX</a:t>
            </a:r>
          </a:p>
          <a:p>
            <a:r>
              <a:rPr lang="fr-FR" altLang="fr-FR" smtClean="0"/>
              <a:t>	Behold He comes Riding on the clouds</a:t>
            </a:r>
          </a:p>
          <a:p>
            <a:r>
              <a:rPr lang="fr-FR" altLang="fr-FR" smtClean="0"/>
              <a:t>	9-  BRILLANT COMME LE SOLEIL AU SON DES TROMPETTES</a:t>
            </a:r>
          </a:p>
          <a:p>
            <a:r>
              <a:rPr lang="fr-FR" altLang="fr-FR" smtClean="0"/>
              <a:t>	Shining like the sun at the trumpet call</a:t>
            </a:r>
          </a:p>
          <a:p>
            <a:r>
              <a:rPr lang="fr-FR" altLang="fr-FR" smtClean="0"/>
              <a:t>	10-  ÉLÈVE TA VOIX C’EST L’ANNÉE DE JUBILÉ 	</a:t>
            </a:r>
          </a:p>
          <a:p>
            <a:r>
              <a:rPr lang="fr-FR" altLang="fr-FR" smtClean="0"/>
              <a:t>	Lift your voice it’s the year of jubilee</a:t>
            </a:r>
          </a:p>
          <a:p>
            <a:r>
              <a:rPr lang="fr-FR" altLang="fr-FR" smtClean="0"/>
              <a:t>	11-  ET DU MONT SION LE SALUT VIENT                   X2</a:t>
            </a:r>
          </a:p>
          <a:p>
            <a:r>
              <a:rPr lang="fr-FR" altLang="fr-FR" smtClean="0"/>
              <a:t>	And out of Zion’s hill salvation comes</a:t>
            </a:r>
          </a:p>
          <a:p>
            <a:endParaRPr lang="fr-FR" altLang="fr-FR" smtClean="0"/>
          </a:p>
          <a:p>
            <a:r>
              <a:rPr lang="fr-FR" altLang="fr-FR" smtClean="0"/>
              <a:t>12-  VOICI LES JOURS DE TON PROPHÈTE</a:t>
            </a:r>
          </a:p>
          <a:p>
            <a:r>
              <a:rPr lang="fr-FR" altLang="fr-FR" smtClean="0"/>
              <a:t>These are the days of Ezekiel</a:t>
            </a:r>
          </a:p>
          <a:p>
            <a:r>
              <a:rPr lang="fr-FR" altLang="fr-FR" smtClean="0"/>
              <a:t>13-  LES OSSEMENTS SONT DEVENUS CHAIR</a:t>
            </a:r>
          </a:p>
          <a:p>
            <a:r>
              <a:rPr lang="fr-FR" altLang="fr-FR" smtClean="0"/>
              <a:t>The dry bones becoming as flesh</a:t>
            </a:r>
          </a:p>
          <a:p>
            <a:r>
              <a:rPr lang="fr-FR" altLang="fr-FR" smtClean="0"/>
              <a:t>14-  VOICI LES JOURS DE TON SERVITEUR DAVID</a:t>
            </a:r>
          </a:p>
          <a:p>
            <a:r>
              <a:rPr lang="fr-FR" altLang="fr-FR" smtClean="0"/>
              <a:t>And these are the days of your servant David</a:t>
            </a:r>
          </a:p>
          <a:p>
            <a:r>
              <a:rPr lang="fr-FR" altLang="fr-FR" smtClean="0"/>
              <a:t>15-  CONSTRUISANT UN TEMPLE DE LOUANGES</a:t>
            </a:r>
          </a:p>
          <a:p>
            <a:r>
              <a:rPr lang="fr-FR" altLang="fr-FR" smtClean="0"/>
              <a:t>Rebuilding a temple of praise</a:t>
            </a:r>
          </a:p>
          <a:p>
            <a:endParaRPr lang="fr-FR" altLang="fr-FR" smtClean="0"/>
          </a:p>
          <a:p>
            <a:r>
              <a:rPr lang="fr-FR" altLang="fr-FR" smtClean="0"/>
              <a:t>16-  VOICI LES JOURS DE LA RÉCOLTE</a:t>
            </a:r>
          </a:p>
          <a:p>
            <a:r>
              <a:rPr lang="fr-FR" altLang="fr-FR" smtClean="0"/>
              <a:t>And these are the days of the harvest</a:t>
            </a:r>
          </a:p>
          <a:p>
            <a:r>
              <a:rPr lang="fr-FR" altLang="fr-FR" smtClean="0"/>
              <a:t>17-  C'EST LE TEMPS DE LA GRANDE MOISSON </a:t>
            </a:r>
          </a:p>
          <a:p>
            <a:r>
              <a:rPr lang="fr-FR" altLang="fr-FR" smtClean="0"/>
              <a:t>The fields are as white in Your world</a:t>
            </a:r>
          </a:p>
          <a:p>
            <a:r>
              <a:rPr lang="fr-FR" altLang="fr-FR" smtClean="0"/>
              <a:t>18-  NOUS SOMMES LES OUVRIERS DE TA VIGNE, SEIGNEUR</a:t>
            </a:r>
          </a:p>
          <a:p>
            <a:r>
              <a:rPr lang="fr-FR" altLang="fr-FR" smtClean="0"/>
              <a:t>And we are the laborers in your vineyard</a:t>
            </a:r>
          </a:p>
          <a:p>
            <a:r>
              <a:rPr lang="fr-FR" altLang="fr-FR" smtClean="0"/>
              <a:t>19-  DÉCLARANT LA PAROLE DU SEIGNEUR</a:t>
            </a:r>
          </a:p>
          <a:p>
            <a:r>
              <a:rPr lang="fr-FR" altLang="fr-FR" smtClean="0"/>
              <a:t>Declaring the word of the Lord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20-  GLORIEUX IL VIENT AU-DESSUS DES CIEUX</a:t>
            </a:r>
          </a:p>
          <a:p>
            <a:r>
              <a:rPr lang="fr-FR" altLang="fr-FR" smtClean="0"/>
              <a:t>	Behold He comes Riding on the clouds</a:t>
            </a:r>
          </a:p>
          <a:p>
            <a:r>
              <a:rPr lang="fr-FR" altLang="fr-FR" smtClean="0"/>
              <a:t>	21-  BRILLANT COMME LE SOLEIL AU SON DES TROMPETTES</a:t>
            </a:r>
          </a:p>
          <a:p>
            <a:r>
              <a:rPr lang="fr-FR" altLang="fr-FR" smtClean="0"/>
              <a:t>	Shining like the sun at the trumpet call</a:t>
            </a:r>
          </a:p>
          <a:p>
            <a:r>
              <a:rPr lang="fr-FR" altLang="fr-FR" smtClean="0"/>
              <a:t>	22-  ÉLÈVE TA VOIX C’EST L’ANNÉE DE JUBILÉ 	</a:t>
            </a:r>
          </a:p>
          <a:p>
            <a:r>
              <a:rPr lang="fr-FR" altLang="fr-FR" smtClean="0"/>
              <a:t>	Lift your voice it’s the year of jubilee</a:t>
            </a:r>
          </a:p>
          <a:p>
            <a:r>
              <a:rPr lang="fr-FR" altLang="fr-FR" smtClean="0"/>
              <a:t>	23-  ET DU MONT SION LE SALUT VIENT                   X2</a:t>
            </a:r>
          </a:p>
          <a:p>
            <a:r>
              <a:rPr lang="fr-FR" altLang="fr-FR" smtClean="0"/>
              <a:t>	And out of Zion’s hill salvation comes</a:t>
            </a:r>
          </a:p>
          <a:p>
            <a:endParaRPr lang="fr-FR" altLang="fr-FR" smtClean="0"/>
          </a:p>
          <a:p>
            <a:r>
              <a:rPr lang="fr-FR" altLang="fr-FR" smtClean="0"/>
              <a:t>24-  NUL N'EST SEMBLABLE À YAHVÉ</a:t>
            </a:r>
          </a:p>
          <a:p>
            <a:r>
              <a:rPr lang="fr-FR" altLang="fr-FR" smtClean="0"/>
              <a:t>There’s no God like Jehovah</a:t>
            </a:r>
          </a:p>
          <a:p>
            <a:endParaRPr lang="fr-FR" altLang="fr-FR" smtClean="0"/>
          </a:p>
        </p:txBody>
      </p:sp>
      <p:sp>
        <p:nvSpPr>
          <p:cNvPr id="358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altLang="fr-FR" smtClean="0"/>
              <a:t>	REFRAIN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1-  VOICI VENUS LES JOURS D’ÉLIE DÉCLARANT LA PAROLE DU SEIGNEUR</a:t>
            </a:r>
          </a:p>
          <a:p>
            <a:pPr eaLnBrk="1" hangingPunct="1"/>
            <a:r>
              <a:rPr lang="fr-FR" altLang="fr-FR" smtClean="0"/>
              <a:t>These are the days of Elijah Declaring the Word of the Lord</a:t>
            </a:r>
          </a:p>
          <a:p>
            <a:pPr eaLnBrk="1" hangingPunct="1"/>
            <a:r>
              <a:rPr lang="fr-FR" altLang="fr-FR" smtClean="0"/>
              <a:t> 2-  VOICI LES JOURS DE TON SERVITEUR MOÏSE</a:t>
            </a:r>
          </a:p>
          <a:p>
            <a:pPr eaLnBrk="1" hangingPunct="1"/>
            <a:r>
              <a:rPr lang="fr-FR" altLang="fr-FR" smtClean="0"/>
              <a:t>And these are the days of your servant Moses</a:t>
            </a:r>
          </a:p>
          <a:p>
            <a:pPr eaLnBrk="1" hangingPunct="1"/>
            <a:r>
              <a:rPr lang="fr-FR" altLang="fr-FR" smtClean="0"/>
              <a:t>3-  LA JUSTICE EST DANS MON CŒUR</a:t>
            </a:r>
          </a:p>
          <a:p>
            <a:pPr eaLnBrk="1" hangingPunct="1"/>
            <a:r>
              <a:rPr lang="fr-FR" altLang="fr-FR" smtClean="0"/>
              <a:t>Righteousness being restored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4-  ET PENDANT CES JOURS DE GRANDE ÉPREUVE</a:t>
            </a:r>
          </a:p>
          <a:p>
            <a:pPr eaLnBrk="1" hangingPunct="1"/>
            <a:r>
              <a:rPr lang="fr-FR" altLang="fr-FR" smtClean="0"/>
              <a:t>And though these are days of great trial</a:t>
            </a:r>
          </a:p>
          <a:p>
            <a:pPr eaLnBrk="1" hangingPunct="1"/>
            <a:r>
              <a:rPr lang="fr-FR" altLang="fr-FR" smtClean="0"/>
              <a:t>5-  DE FAMINE, DE TÉNÈBRE ET SOIF</a:t>
            </a:r>
          </a:p>
          <a:p>
            <a:pPr eaLnBrk="1" hangingPunct="1"/>
            <a:r>
              <a:rPr lang="fr-FR" altLang="fr-FR" smtClean="0"/>
              <a:t>Of famine and darkness and sword</a:t>
            </a:r>
          </a:p>
          <a:p>
            <a:pPr eaLnBrk="1" hangingPunct="1"/>
            <a:r>
              <a:rPr lang="fr-FR" altLang="fr-FR" smtClean="0"/>
              <a:t>6-  NOUS SOMMES CETTE VOIX DANS LE DÉSERT QUI CRIE</a:t>
            </a:r>
          </a:p>
          <a:p>
            <a:pPr eaLnBrk="1" hangingPunct="1"/>
            <a:r>
              <a:rPr lang="fr-FR" altLang="fr-FR" smtClean="0"/>
              <a:t>Still we are the voice in the desert crying</a:t>
            </a:r>
          </a:p>
          <a:p>
            <a:pPr eaLnBrk="1" hangingPunct="1"/>
            <a:r>
              <a:rPr lang="fr-FR" altLang="fr-FR" smtClean="0"/>
              <a:t>7-  PRÉPAREZ LE CHEMIN DU SEIGNEUR</a:t>
            </a:r>
          </a:p>
          <a:p>
            <a:pPr eaLnBrk="1" hangingPunct="1"/>
            <a:r>
              <a:rPr lang="fr-FR" altLang="fr-FR" smtClean="0"/>
              <a:t>Prepare ye the way of the Lord</a:t>
            </a:r>
          </a:p>
          <a:p>
            <a:pPr eaLnBrk="1" hangingPunct="1"/>
            <a:r>
              <a:rPr lang="fr-FR" altLang="fr-FR" smtClean="0"/>
              <a:t>	</a:t>
            </a:r>
          </a:p>
          <a:p>
            <a:pPr eaLnBrk="1" hangingPunct="1"/>
            <a:r>
              <a:rPr lang="fr-FR" altLang="fr-FR" smtClean="0"/>
              <a:t>	Refrain:</a:t>
            </a:r>
          </a:p>
          <a:p>
            <a:pPr eaLnBrk="1" hangingPunct="1"/>
            <a:r>
              <a:rPr lang="fr-FR" altLang="fr-FR" smtClean="0"/>
              <a:t>	8-  GLORIEUX IL VIENT AU-DESSUS DES CIEUX</a:t>
            </a:r>
          </a:p>
          <a:p>
            <a:pPr eaLnBrk="1" hangingPunct="1"/>
            <a:r>
              <a:rPr lang="fr-FR" altLang="fr-FR" smtClean="0"/>
              <a:t>	Behold He comes Riding on the clouds</a:t>
            </a:r>
          </a:p>
          <a:p>
            <a:pPr eaLnBrk="1" hangingPunct="1"/>
            <a:r>
              <a:rPr lang="fr-FR" altLang="fr-FR" smtClean="0"/>
              <a:t>	9-  BRILLANT COMME LE SOLEIL AU SON DES TROMPETTES</a:t>
            </a:r>
          </a:p>
          <a:p>
            <a:pPr eaLnBrk="1" hangingPunct="1"/>
            <a:r>
              <a:rPr lang="fr-FR" altLang="fr-FR" smtClean="0"/>
              <a:t>	Shining like the sun at the trumpet call</a:t>
            </a:r>
          </a:p>
          <a:p>
            <a:pPr eaLnBrk="1" hangingPunct="1"/>
            <a:r>
              <a:rPr lang="fr-FR" altLang="fr-FR" smtClean="0"/>
              <a:t>	10-  ÉLÈVE TA VOIX C’EST L’ANNÉE DE JUBILÉ 	</a:t>
            </a:r>
          </a:p>
          <a:p>
            <a:pPr eaLnBrk="1" hangingPunct="1"/>
            <a:r>
              <a:rPr lang="fr-FR" altLang="fr-FR" smtClean="0"/>
              <a:t>	Lift your voice it’s the year of jubilee</a:t>
            </a:r>
          </a:p>
          <a:p>
            <a:pPr eaLnBrk="1" hangingPunct="1"/>
            <a:r>
              <a:rPr lang="fr-FR" altLang="fr-FR" smtClean="0"/>
              <a:t>	11-  ET DU MONT SION LE SALUT VIENT                   X2</a:t>
            </a:r>
          </a:p>
          <a:p>
            <a:pPr eaLnBrk="1" hangingPunct="1"/>
            <a:r>
              <a:rPr lang="fr-FR" altLang="fr-FR" smtClean="0"/>
              <a:t>	And out of Zion’s hill salvation comes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12-  VOICI LES JOURS DE TON PROPHÈTE</a:t>
            </a:r>
          </a:p>
          <a:p>
            <a:pPr eaLnBrk="1" hangingPunct="1"/>
            <a:r>
              <a:rPr lang="fr-FR" altLang="fr-FR" smtClean="0"/>
              <a:t>These are the days of Ezekiel</a:t>
            </a:r>
          </a:p>
          <a:p>
            <a:pPr eaLnBrk="1" hangingPunct="1"/>
            <a:r>
              <a:rPr lang="fr-FR" altLang="fr-FR" smtClean="0"/>
              <a:t>13-  LES OSSEMENTS SONT DEVENUS CHAIR</a:t>
            </a:r>
          </a:p>
          <a:p>
            <a:pPr eaLnBrk="1" hangingPunct="1"/>
            <a:r>
              <a:rPr lang="fr-FR" altLang="fr-FR" smtClean="0"/>
              <a:t>The dry bones becoming as flesh</a:t>
            </a:r>
          </a:p>
          <a:p>
            <a:pPr eaLnBrk="1" hangingPunct="1"/>
            <a:r>
              <a:rPr lang="fr-FR" altLang="fr-FR" smtClean="0"/>
              <a:t>14-  VOICI LES JOURS DE TON SERVITEUR DAVID</a:t>
            </a:r>
          </a:p>
          <a:p>
            <a:pPr eaLnBrk="1" hangingPunct="1"/>
            <a:r>
              <a:rPr lang="fr-FR" altLang="fr-FR" smtClean="0"/>
              <a:t>And these are the days of your servant David</a:t>
            </a:r>
          </a:p>
          <a:p>
            <a:pPr eaLnBrk="1" hangingPunct="1"/>
            <a:r>
              <a:rPr lang="fr-FR" altLang="fr-FR" smtClean="0"/>
              <a:t>15-  CONSTRUISANT UN TEMPLE DE LOUANGES</a:t>
            </a:r>
          </a:p>
          <a:p>
            <a:pPr eaLnBrk="1" hangingPunct="1"/>
            <a:r>
              <a:rPr lang="fr-FR" altLang="fr-FR" smtClean="0"/>
              <a:t>Rebuilding a temple of praise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16-  VOICI LES JOURS DE LA RÉCOLTE</a:t>
            </a:r>
          </a:p>
          <a:p>
            <a:pPr eaLnBrk="1" hangingPunct="1"/>
            <a:r>
              <a:rPr lang="fr-FR" altLang="fr-FR" smtClean="0"/>
              <a:t>And these are the days of the harvest</a:t>
            </a:r>
          </a:p>
          <a:p>
            <a:pPr eaLnBrk="1" hangingPunct="1"/>
            <a:r>
              <a:rPr lang="fr-FR" altLang="fr-FR" smtClean="0"/>
              <a:t>17-  C'EST LE TEMPS DE LA GRANDE MOISSON </a:t>
            </a:r>
          </a:p>
          <a:p>
            <a:pPr eaLnBrk="1" hangingPunct="1"/>
            <a:r>
              <a:rPr lang="fr-FR" altLang="fr-FR" smtClean="0"/>
              <a:t>The fields are as white in Your world</a:t>
            </a:r>
          </a:p>
          <a:p>
            <a:pPr eaLnBrk="1" hangingPunct="1"/>
            <a:r>
              <a:rPr lang="fr-FR" altLang="fr-FR" smtClean="0"/>
              <a:t>18-  NOUS SOMMES LES OUVRIERS DE TA VIGNE, SEIGNEUR</a:t>
            </a:r>
          </a:p>
          <a:p>
            <a:pPr eaLnBrk="1" hangingPunct="1"/>
            <a:r>
              <a:rPr lang="fr-FR" altLang="fr-FR" smtClean="0"/>
              <a:t>And we are the laborers in your vineyard</a:t>
            </a:r>
          </a:p>
          <a:p>
            <a:pPr eaLnBrk="1" hangingPunct="1"/>
            <a:r>
              <a:rPr lang="fr-FR" altLang="fr-FR" smtClean="0"/>
              <a:t>19-  DÉCLARANT LA PAROLE DU SEIGNEUR</a:t>
            </a:r>
          </a:p>
          <a:p>
            <a:pPr eaLnBrk="1" hangingPunct="1"/>
            <a:r>
              <a:rPr lang="fr-FR" altLang="fr-FR" smtClean="0"/>
              <a:t>Declaring the word of the Lord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	Refrain:</a:t>
            </a:r>
          </a:p>
          <a:p>
            <a:pPr eaLnBrk="1" hangingPunct="1"/>
            <a:r>
              <a:rPr lang="fr-FR" altLang="fr-FR" smtClean="0"/>
              <a:t>	20-  GLORIEUX IL VIENT AU-DESSUS DES CIEUX</a:t>
            </a:r>
          </a:p>
          <a:p>
            <a:pPr eaLnBrk="1" hangingPunct="1"/>
            <a:r>
              <a:rPr lang="fr-FR" altLang="fr-FR" smtClean="0"/>
              <a:t>	Behold He comes Riding on the clouds</a:t>
            </a:r>
          </a:p>
          <a:p>
            <a:pPr eaLnBrk="1" hangingPunct="1"/>
            <a:r>
              <a:rPr lang="fr-FR" altLang="fr-FR" smtClean="0"/>
              <a:t>	21-  BRILLANT COMME LE SOLEIL AU SON DES TROMPETTES</a:t>
            </a:r>
          </a:p>
          <a:p>
            <a:pPr eaLnBrk="1" hangingPunct="1"/>
            <a:r>
              <a:rPr lang="fr-FR" altLang="fr-FR" smtClean="0"/>
              <a:t>	Shining like the sun at the trumpet call</a:t>
            </a:r>
          </a:p>
          <a:p>
            <a:pPr eaLnBrk="1" hangingPunct="1"/>
            <a:r>
              <a:rPr lang="fr-FR" altLang="fr-FR" smtClean="0"/>
              <a:t>	22-  ÉLÈVE TA VOIX C’EST L’ANNÉE DE JUBILÉ 	</a:t>
            </a:r>
          </a:p>
          <a:p>
            <a:pPr eaLnBrk="1" hangingPunct="1"/>
            <a:r>
              <a:rPr lang="fr-FR" altLang="fr-FR" smtClean="0"/>
              <a:t>	Lift your voice it’s the year of jubilee</a:t>
            </a:r>
          </a:p>
          <a:p>
            <a:pPr eaLnBrk="1" hangingPunct="1"/>
            <a:r>
              <a:rPr lang="fr-FR" altLang="fr-FR" smtClean="0"/>
              <a:t>	23-  ET DU MONT SION LE SALUT VIENT                   X2</a:t>
            </a:r>
          </a:p>
          <a:p>
            <a:pPr eaLnBrk="1" hangingPunct="1"/>
            <a:r>
              <a:rPr lang="fr-FR" altLang="fr-FR" smtClean="0"/>
              <a:t>	And out of Zion’s hill salvation comes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24-  NUL N'EST SEMBLABLE À YAHVÉ</a:t>
            </a:r>
          </a:p>
          <a:p>
            <a:pPr eaLnBrk="1" hangingPunct="1"/>
            <a:r>
              <a:rPr lang="fr-FR" altLang="fr-FR" smtClean="0"/>
              <a:t>There’s no God like Jehovah</a:t>
            </a:r>
          </a:p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1-  VOICI VENUS LES JOURS D’ÉLIE DÉCLARANT LA PAROLE DU SEIGNEUR</a:t>
            </a:r>
          </a:p>
          <a:p>
            <a:r>
              <a:rPr lang="fr-FR" altLang="fr-FR" smtClean="0"/>
              <a:t>These are the days of Elijah Declaring the Word of the Lord</a:t>
            </a:r>
          </a:p>
          <a:p>
            <a:r>
              <a:rPr lang="fr-FR" altLang="fr-FR" smtClean="0"/>
              <a:t> 2-  VOICI LES JOURS DE TON SERVITEUR MOÏSE</a:t>
            </a:r>
          </a:p>
          <a:p>
            <a:r>
              <a:rPr lang="fr-FR" altLang="fr-FR" smtClean="0"/>
              <a:t>And these are the days of your servant Moses</a:t>
            </a:r>
          </a:p>
          <a:p>
            <a:r>
              <a:rPr lang="fr-FR" altLang="fr-FR" smtClean="0"/>
              <a:t>3-  LA JUSTICE EST DANS MON CŒUR</a:t>
            </a:r>
          </a:p>
          <a:p>
            <a:r>
              <a:rPr lang="fr-FR" altLang="fr-FR" smtClean="0"/>
              <a:t>Righteousness being restored</a:t>
            </a:r>
          </a:p>
          <a:p>
            <a:endParaRPr lang="fr-FR" altLang="fr-FR" smtClean="0"/>
          </a:p>
          <a:p>
            <a:r>
              <a:rPr lang="fr-FR" altLang="fr-FR" smtClean="0"/>
              <a:t>4-  ET PENDANT CES JOURS DE GRANDE ÉPREUVE</a:t>
            </a:r>
          </a:p>
          <a:p>
            <a:r>
              <a:rPr lang="fr-FR" altLang="fr-FR" smtClean="0"/>
              <a:t>And though these are days of great trial</a:t>
            </a:r>
          </a:p>
          <a:p>
            <a:r>
              <a:rPr lang="fr-FR" altLang="fr-FR" smtClean="0"/>
              <a:t>5-  DE FAMINE, DE TÉNÈBRE ET SOIF</a:t>
            </a:r>
          </a:p>
          <a:p>
            <a:r>
              <a:rPr lang="fr-FR" altLang="fr-FR" smtClean="0"/>
              <a:t>Of famine and darkness and sword</a:t>
            </a:r>
          </a:p>
          <a:p>
            <a:r>
              <a:rPr lang="fr-FR" altLang="fr-FR" smtClean="0"/>
              <a:t>6-  NOUS SOMMES CETTE VOIX DANS LE DÉSERT QUI CRIE</a:t>
            </a:r>
          </a:p>
          <a:p>
            <a:r>
              <a:rPr lang="fr-FR" altLang="fr-FR" smtClean="0"/>
              <a:t>Still we are the voice in the desert crying</a:t>
            </a:r>
          </a:p>
          <a:p>
            <a:r>
              <a:rPr lang="fr-FR" altLang="fr-FR" smtClean="0"/>
              <a:t>7-  PRÉPAREZ LE CHEMIN DU SEIGNEUR</a:t>
            </a:r>
          </a:p>
          <a:p>
            <a:r>
              <a:rPr lang="fr-FR" altLang="fr-FR" smtClean="0"/>
              <a:t>Prepare ye the way of the Lord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GLORIEUX IL VIENT AU-DESSUS DES CIEUX</a:t>
            </a:r>
          </a:p>
          <a:p>
            <a:r>
              <a:rPr lang="fr-FR" altLang="fr-FR" smtClean="0"/>
              <a:t>	Behold He comes Riding on the clouds</a:t>
            </a:r>
          </a:p>
          <a:p>
            <a:r>
              <a:rPr lang="fr-FR" altLang="fr-FR" smtClean="0"/>
              <a:t>	9-  BRILLANT COMME LE SOLEIL AU SON DES TROMPETTES</a:t>
            </a:r>
          </a:p>
          <a:p>
            <a:r>
              <a:rPr lang="fr-FR" altLang="fr-FR" smtClean="0"/>
              <a:t>	Shining like the sun at the trumpet call</a:t>
            </a:r>
          </a:p>
          <a:p>
            <a:r>
              <a:rPr lang="fr-FR" altLang="fr-FR" smtClean="0"/>
              <a:t>	10-  ÉLÈVE TA VOIX C’EST L’ANNÉE DE JUBILÉ 	</a:t>
            </a:r>
          </a:p>
          <a:p>
            <a:r>
              <a:rPr lang="fr-FR" altLang="fr-FR" smtClean="0"/>
              <a:t>	Lift your voice it’s the year of jubilee</a:t>
            </a:r>
          </a:p>
          <a:p>
            <a:r>
              <a:rPr lang="fr-FR" altLang="fr-FR" smtClean="0"/>
              <a:t>	11-  ET DU MONT SION LE SALUT VIENT                   X2</a:t>
            </a:r>
          </a:p>
          <a:p>
            <a:r>
              <a:rPr lang="fr-FR" altLang="fr-FR" smtClean="0"/>
              <a:t>	And out of Zion’s hill salvation comes</a:t>
            </a:r>
          </a:p>
          <a:p>
            <a:endParaRPr lang="fr-FR" altLang="fr-FR" smtClean="0"/>
          </a:p>
          <a:p>
            <a:r>
              <a:rPr lang="fr-FR" altLang="fr-FR" smtClean="0"/>
              <a:t>12-  VOICI LES JOURS DE TON PROPHÈTE</a:t>
            </a:r>
          </a:p>
          <a:p>
            <a:r>
              <a:rPr lang="fr-FR" altLang="fr-FR" smtClean="0"/>
              <a:t>These are the days of Ezekiel</a:t>
            </a:r>
          </a:p>
          <a:p>
            <a:r>
              <a:rPr lang="fr-FR" altLang="fr-FR" smtClean="0"/>
              <a:t>13-  LES OSSEMENTS SONT DEVENUS CHAIR</a:t>
            </a:r>
          </a:p>
          <a:p>
            <a:r>
              <a:rPr lang="fr-FR" altLang="fr-FR" smtClean="0"/>
              <a:t>The dry bones becoming as flesh</a:t>
            </a:r>
          </a:p>
          <a:p>
            <a:r>
              <a:rPr lang="fr-FR" altLang="fr-FR" smtClean="0"/>
              <a:t>14-  VOICI LES JOURS DE TON SERVITEUR DAVID</a:t>
            </a:r>
          </a:p>
          <a:p>
            <a:r>
              <a:rPr lang="fr-FR" altLang="fr-FR" smtClean="0"/>
              <a:t>And these are the days of your servant David</a:t>
            </a:r>
          </a:p>
          <a:p>
            <a:r>
              <a:rPr lang="fr-FR" altLang="fr-FR" smtClean="0"/>
              <a:t>15-  CONSTRUISANT UN TEMPLE DE LOUANGES</a:t>
            </a:r>
          </a:p>
          <a:p>
            <a:r>
              <a:rPr lang="fr-FR" altLang="fr-FR" smtClean="0"/>
              <a:t>Rebuilding a temple of praise</a:t>
            </a:r>
          </a:p>
          <a:p>
            <a:endParaRPr lang="fr-FR" altLang="fr-FR" smtClean="0"/>
          </a:p>
          <a:p>
            <a:r>
              <a:rPr lang="fr-FR" altLang="fr-FR" smtClean="0"/>
              <a:t>16-  VOICI LES JOURS DE LA RÉCOLTE</a:t>
            </a:r>
          </a:p>
          <a:p>
            <a:r>
              <a:rPr lang="fr-FR" altLang="fr-FR" smtClean="0"/>
              <a:t>And these are the days of the harvest</a:t>
            </a:r>
          </a:p>
          <a:p>
            <a:r>
              <a:rPr lang="fr-FR" altLang="fr-FR" smtClean="0"/>
              <a:t>17-  C'EST LE TEMPS DE LA GRANDE MOISSON </a:t>
            </a:r>
          </a:p>
          <a:p>
            <a:r>
              <a:rPr lang="fr-FR" altLang="fr-FR" smtClean="0"/>
              <a:t>The fields are as white in Your world</a:t>
            </a:r>
          </a:p>
          <a:p>
            <a:r>
              <a:rPr lang="fr-FR" altLang="fr-FR" smtClean="0"/>
              <a:t>18-  NOUS SOMMES LES OUVRIERS DE TA VIGNE, SEIGNEUR</a:t>
            </a:r>
          </a:p>
          <a:p>
            <a:r>
              <a:rPr lang="fr-FR" altLang="fr-FR" smtClean="0"/>
              <a:t>And we are the laborers in your vineyard</a:t>
            </a:r>
          </a:p>
          <a:p>
            <a:r>
              <a:rPr lang="fr-FR" altLang="fr-FR" smtClean="0"/>
              <a:t>19-  DÉCLARANT LA PAROLE DU SEIGNEUR</a:t>
            </a:r>
          </a:p>
          <a:p>
            <a:r>
              <a:rPr lang="fr-FR" altLang="fr-FR" smtClean="0"/>
              <a:t>Declaring the word of the Lord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20-  GLORIEUX IL VIENT AU-DESSUS DES CIEUX</a:t>
            </a:r>
          </a:p>
          <a:p>
            <a:r>
              <a:rPr lang="fr-FR" altLang="fr-FR" smtClean="0"/>
              <a:t>	Behold He comes Riding on the clouds</a:t>
            </a:r>
          </a:p>
          <a:p>
            <a:r>
              <a:rPr lang="fr-FR" altLang="fr-FR" smtClean="0"/>
              <a:t>	21-  BRILLANT COMME LE SOLEIL AU SON DES TROMPETTES</a:t>
            </a:r>
          </a:p>
          <a:p>
            <a:r>
              <a:rPr lang="fr-FR" altLang="fr-FR" smtClean="0"/>
              <a:t>	Shining like the sun at the trumpet call</a:t>
            </a:r>
          </a:p>
          <a:p>
            <a:r>
              <a:rPr lang="fr-FR" altLang="fr-FR" smtClean="0"/>
              <a:t>	22-  ÉLÈVE TA VOIX C’EST L’ANNÉE DE JUBILÉ 	</a:t>
            </a:r>
          </a:p>
          <a:p>
            <a:r>
              <a:rPr lang="fr-FR" altLang="fr-FR" smtClean="0"/>
              <a:t>	Lift your voice it’s the year of jubilee</a:t>
            </a:r>
          </a:p>
          <a:p>
            <a:r>
              <a:rPr lang="fr-FR" altLang="fr-FR" smtClean="0"/>
              <a:t>	23-  ET DU MONT SION LE SALUT VIENT                   X2</a:t>
            </a:r>
          </a:p>
          <a:p>
            <a:r>
              <a:rPr lang="fr-FR" altLang="fr-FR" smtClean="0"/>
              <a:t>	And out of Zion’s hill salvation comes</a:t>
            </a:r>
          </a:p>
          <a:p>
            <a:endParaRPr lang="fr-FR" altLang="fr-FR" smtClean="0"/>
          </a:p>
          <a:p>
            <a:r>
              <a:rPr lang="fr-FR" altLang="fr-FR" smtClean="0"/>
              <a:t>24-  NUL N'EST SEMBLABLE À YAHVÉ</a:t>
            </a:r>
          </a:p>
          <a:p>
            <a:r>
              <a:rPr lang="fr-FR" altLang="fr-FR" smtClean="0"/>
              <a:t>There’s no God like Jehovah</a:t>
            </a:r>
          </a:p>
          <a:p>
            <a:endParaRPr lang="fr-FR" altLang="fr-FR" smtClean="0"/>
          </a:p>
        </p:txBody>
      </p:sp>
      <p:sp>
        <p:nvSpPr>
          <p:cNvPr id="3686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altLang="fr-FR" smtClean="0"/>
              <a:t>	REFRAIN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1-  VOICI VENUS LES JOURS D’ÉLIE DÉCLARANT LA PAROLE DU SEIGNEUR</a:t>
            </a:r>
          </a:p>
          <a:p>
            <a:pPr eaLnBrk="1" hangingPunct="1"/>
            <a:r>
              <a:rPr lang="fr-FR" altLang="fr-FR" smtClean="0"/>
              <a:t>These are the days of Elijah Declaring the Word of the Lord</a:t>
            </a:r>
          </a:p>
          <a:p>
            <a:pPr eaLnBrk="1" hangingPunct="1"/>
            <a:r>
              <a:rPr lang="fr-FR" altLang="fr-FR" smtClean="0"/>
              <a:t> 2-  VOICI LES JOURS DE TON SERVITEUR MOÏSE</a:t>
            </a:r>
          </a:p>
          <a:p>
            <a:pPr eaLnBrk="1" hangingPunct="1"/>
            <a:r>
              <a:rPr lang="fr-FR" altLang="fr-FR" smtClean="0"/>
              <a:t>And these are the days of your servant Moses</a:t>
            </a:r>
          </a:p>
          <a:p>
            <a:pPr eaLnBrk="1" hangingPunct="1"/>
            <a:r>
              <a:rPr lang="fr-FR" altLang="fr-FR" smtClean="0"/>
              <a:t>3-  LA JUSTICE EST DANS MON CŒUR</a:t>
            </a:r>
          </a:p>
          <a:p>
            <a:pPr eaLnBrk="1" hangingPunct="1"/>
            <a:r>
              <a:rPr lang="fr-FR" altLang="fr-FR" smtClean="0"/>
              <a:t>Righteousness being restored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4-  ET PENDANT CES JOURS DE GRANDE ÉPREUVE</a:t>
            </a:r>
          </a:p>
          <a:p>
            <a:pPr eaLnBrk="1" hangingPunct="1"/>
            <a:r>
              <a:rPr lang="fr-FR" altLang="fr-FR" smtClean="0"/>
              <a:t>And though these are days of great trial</a:t>
            </a:r>
          </a:p>
          <a:p>
            <a:pPr eaLnBrk="1" hangingPunct="1"/>
            <a:r>
              <a:rPr lang="fr-FR" altLang="fr-FR" smtClean="0"/>
              <a:t>5-  DE FAMINE, DE TÉNÈBRE ET SOIF</a:t>
            </a:r>
          </a:p>
          <a:p>
            <a:pPr eaLnBrk="1" hangingPunct="1"/>
            <a:r>
              <a:rPr lang="fr-FR" altLang="fr-FR" smtClean="0"/>
              <a:t>Of famine and darkness and sword</a:t>
            </a:r>
          </a:p>
          <a:p>
            <a:pPr eaLnBrk="1" hangingPunct="1"/>
            <a:r>
              <a:rPr lang="fr-FR" altLang="fr-FR" smtClean="0"/>
              <a:t>6-  NOUS SOMMES CETTE VOIX DANS LE DÉSERT QUI CRIE</a:t>
            </a:r>
          </a:p>
          <a:p>
            <a:pPr eaLnBrk="1" hangingPunct="1"/>
            <a:r>
              <a:rPr lang="fr-FR" altLang="fr-FR" smtClean="0"/>
              <a:t>Still we are the voice in the desert crying</a:t>
            </a:r>
          </a:p>
          <a:p>
            <a:pPr eaLnBrk="1" hangingPunct="1"/>
            <a:r>
              <a:rPr lang="fr-FR" altLang="fr-FR" smtClean="0"/>
              <a:t>7-  PRÉPAREZ LE CHEMIN DU SEIGNEUR</a:t>
            </a:r>
          </a:p>
          <a:p>
            <a:pPr eaLnBrk="1" hangingPunct="1"/>
            <a:r>
              <a:rPr lang="fr-FR" altLang="fr-FR" smtClean="0"/>
              <a:t>Prepare ye the way of the Lord</a:t>
            </a:r>
          </a:p>
          <a:p>
            <a:pPr eaLnBrk="1" hangingPunct="1"/>
            <a:r>
              <a:rPr lang="fr-FR" altLang="fr-FR" smtClean="0"/>
              <a:t>	</a:t>
            </a:r>
          </a:p>
          <a:p>
            <a:pPr eaLnBrk="1" hangingPunct="1"/>
            <a:r>
              <a:rPr lang="fr-FR" altLang="fr-FR" smtClean="0"/>
              <a:t>	Refrain:</a:t>
            </a:r>
          </a:p>
          <a:p>
            <a:pPr eaLnBrk="1" hangingPunct="1"/>
            <a:r>
              <a:rPr lang="fr-FR" altLang="fr-FR" smtClean="0"/>
              <a:t>	8-  GLORIEUX IL VIENT AU-DESSUS DES CIEUX</a:t>
            </a:r>
          </a:p>
          <a:p>
            <a:pPr eaLnBrk="1" hangingPunct="1"/>
            <a:r>
              <a:rPr lang="fr-FR" altLang="fr-FR" smtClean="0"/>
              <a:t>	Behold He comes Riding on the clouds</a:t>
            </a:r>
          </a:p>
          <a:p>
            <a:pPr eaLnBrk="1" hangingPunct="1"/>
            <a:r>
              <a:rPr lang="fr-FR" altLang="fr-FR" smtClean="0"/>
              <a:t>	9-  BRILLANT COMME LE SOLEIL AU SON DES TROMPETTES</a:t>
            </a:r>
          </a:p>
          <a:p>
            <a:pPr eaLnBrk="1" hangingPunct="1"/>
            <a:r>
              <a:rPr lang="fr-FR" altLang="fr-FR" smtClean="0"/>
              <a:t>	Shining like the sun at the trumpet call</a:t>
            </a:r>
          </a:p>
          <a:p>
            <a:pPr eaLnBrk="1" hangingPunct="1"/>
            <a:r>
              <a:rPr lang="fr-FR" altLang="fr-FR" smtClean="0"/>
              <a:t>	10-  ÉLÈVE TA VOIX C’EST L’ANNÉE DE JUBILÉ 	</a:t>
            </a:r>
          </a:p>
          <a:p>
            <a:pPr eaLnBrk="1" hangingPunct="1"/>
            <a:r>
              <a:rPr lang="fr-FR" altLang="fr-FR" smtClean="0"/>
              <a:t>	Lift your voice it’s the year of jubilee</a:t>
            </a:r>
          </a:p>
          <a:p>
            <a:pPr eaLnBrk="1" hangingPunct="1"/>
            <a:r>
              <a:rPr lang="fr-FR" altLang="fr-FR" smtClean="0"/>
              <a:t>	11-  ET DU MONT SION LE SALUT VIENT                   X2</a:t>
            </a:r>
          </a:p>
          <a:p>
            <a:pPr eaLnBrk="1" hangingPunct="1"/>
            <a:r>
              <a:rPr lang="fr-FR" altLang="fr-FR" smtClean="0"/>
              <a:t>	And out of Zion’s hill salvation comes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12-  VOICI LES JOURS DE TON PROPHÈTE</a:t>
            </a:r>
          </a:p>
          <a:p>
            <a:pPr eaLnBrk="1" hangingPunct="1"/>
            <a:r>
              <a:rPr lang="fr-FR" altLang="fr-FR" smtClean="0"/>
              <a:t>These are the days of Ezekiel</a:t>
            </a:r>
          </a:p>
          <a:p>
            <a:pPr eaLnBrk="1" hangingPunct="1"/>
            <a:r>
              <a:rPr lang="fr-FR" altLang="fr-FR" smtClean="0"/>
              <a:t>13-  LES OSSEMENTS SONT DEVENUS CHAIR</a:t>
            </a:r>
          </a:p>
          <a:p>
            <a:pPr eaLnBrk="1" hangingPunct="1"/>
            <a:r>
              <a:rPr lang="fr-FR" altLang="fr-FR" smtClean="0"/>
              <a:t>The dry bones becoming as flesh</a:t>
            </a:r>
          </a:p>
          <a:p>
            <a:pPr eaLnBrk="1" hangingPunct="1"/>
            <a:r>
              <a:rPr lang="fr-FR" altLang="fr-FR" smtClean="0"/>
              <a:t>14-  VOICI LES JOURS DE TON SERVITEUR DAVID</a:t>
            </a:r>
          </a:p>
          <a:p>
            <a:pPr eaLnBrk="1" hangingPunct="1"/>
            <a:r>
              <a:rPr lang="fr-FR" altLang="fr-FR" smtClean="0"/>
              <a:t>And these are the days of your servant David</a:t>
            </a:r>
          </a:p>
          <a:p>
            <a:pPr eaLnBrk="1" hangingPunct="1"/>
            <a:r>
              <a:rPr lang="fr-FR" altLang="fr-FR" smtClean="0"/>
              <a:t>15-  CONSTRUISANT UN TEMPLE DE LOUANGES</a:t>
            </a:r>
          </a:p>
          <a:p>
            <a:pPr eaLnBrk="1" hangingPunct="1"/>
            <a:r>
              <a:rPr lang="fr-FR" altLang="fr-FR" smtClean="0"/>
              <a:t>Rebuilding a temple of praise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16-  VOICI LES JOURS DE LA RÉCOLTE</a:t>
            </a:r>
          </a:p>
          <a:p>
            <a:pPr eaLnBrk="1" hangingPunct="1"/>
            <a:r>
              <a:rPr lang="fr-FR" altLang="fr-FR" smtClean="0"/>
              <a:t>And these are the days of the harvest</a:t>
            </a:r>
          </a:p>
          <a:p>
            <a:pPr eaLnBrk="1" hangingPunct="1"/>
            <a:r>
              <a:rPr lang="fr-FR" altLang="fr-FR" smtClean="0"/>
              <a:t>17-  C'EST LE TEMPS DE LA GRANDE MOISSON </a:t>
            </a:r>
          </a:p>
          <a:p>
            <a:pPr eaLnBrk="1" hangingPunct="1"/>
            <a:r>
              <a:rPr lang="fr-FR" altLang="fr-FR" smtClean="0"/>
              <a:t>The fields are as white in Your world</a:t>
            </a:r>
          </a:p>
          <a:p>
            <a:pPr eaLnBrk="1" hangingPunct="1"/>
            <a:r>
              <a:rPr lang="fr-FR" altLang="fr-FR" smtClean="0"/>
              <a:t>18-  NOUS SOMMES LES OUVRIERS DE TA VIGNE, SEIGNEUR</a:t>
            </a:r>
          </a:p>
          <a:p>
            <a:pPr eaLnBrk="1" hangingPunct="1"/>
            <a:r>
              <a:rPr lang="fr-FR" altLang="fr-FR" smtClean="0"/>
              <a:t>And we are the laborers in your vineyard</a:t>
            </a:r>
          </a:p>
          <a:p>
            <a:pPr eaLnBrk="1" hangingPunct="1"/>
            <a:r>
              <a:rPr lang="fr-FR" altLang="fr-FR" smtClean="0"/>
              <a:t>19-  DÉCLARANT LA PAROLE DU SEIGNEUR</a:t>
            </a:r>
          </a:p>
          <a:p>
            <a:pPr eaLnBrk="1" hangingPunct="1"/>
            <a:r>
              <a:rPr lang="fr-FR" altLang="fr-FR" smtClean="0"/>
              <a:t>Declaring the word of the Lord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	Refrain:</a:t>
            </a:r>
          </a:p>
          <a:p>
            <a:pPr eaLnBrk="1" hangingPunct="1"/>
            <a:r>
              <a:rPr lang="fr-FR" altLang="fr-FR" smtClean="0"/>
              <a:t>	20-  GLORIEUX IL VIENT AU-DESSUS DES CIEUX</a:t>
            </a:r>
          </a:p>
          <a:p>
            <a:pPr eaLnBrk="1" hangingPunct="1"/>
            <a:r>
              <a:rPr lang="fr-FR" altLang="fr-FR" smtClean="0"/>
              <a:t>	Behold He comes Riding on the clouds</a:t>
            </a:r>
          </a:p>
          <a:p>
            <a:pPr eaLnBrk="1" hangingPunct="1"/>
            <a:r>
              <a:rPr lang="fr-FR" altLang="fr-FR" smtClean="0"/>
              <a:t>	21-  BRILLANT COMME LE SOLEIL AU SON DES TROMPETTES</a:t>
            </a:r>
          </a:p>
          <a:p>
            <a:pPr eaLnBrk="1" hangingPunct="1"/>
            <a:r>
              <a:rPr lang="fr-FR" altLang="fr-FR" smtClean="0"/>
              <a:t>	Shining like the sun at the trumpet call</a:t>
            </a:r>
          </a:p>
          <a:p>
            <a:pPr eaLnBrk="1" hangingPunct="1"/>
            <a:r>
              <a:rPr lang="fr-FR" altLang="fr-FR" smtClean="0"/>
              <a:t>	22-  ÉLÈVE TA VOIX C’EST L’ANNÉE DE JUBILÉ 	</a:t>
            </a:r>
          </a:p>
          <a:p>
            <a:pPr eaLnBrk="1" hangingPunct="1"/>
            <a:r>
              <a:rPr lang="fr-FR" altLang="fr-FR" smtClean="0"/>
              <a:t>	Lift your voice it’s the year of jubilee</a:t>
            </a:r>
          </a:p>
          <a:p>
            <a:pPr eaLnBrk="1" hangingPunct="1"/>
            <a:r>
              <a:rPr lang="fr-FR" altLang="fr-FR" smtClean="0"/>
              <a:t>	23-  ET DU MONT SION LE SALUT VIENT                   X2</a:t>
            </a:r>
          </a:p>
          <a:p>
            <a:pPr eaLnBrk="1" hangingPunct="1"/>
            <a:r>
              <a:rPr lang="fr-FR" altLang="fr-FR" smtClean="0"/>
              <a:t>	And out of Zion’s hill salvation comes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24-  NUL N'EST SEMBLABLE À YAHVÉ</a:t>
            </a:r>
          </a:p>
          <a:p>
            <a:pPr eaLnBrk="1" hangingPunct="1"/>
            <a:r>
              <a:rPr lang="fr-FR" altLang="fr-FR" smtClean="0"/>
              <a:t>There’s no God like Jehovah</a:t>
            </a:r>
          </a:p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1-  VOICI VENUS LES JOURS D’ÉLIE DÉCLARANT LA PAROLE DU SEIGNEUR</a:t>
            </a:r>
          </a:p>
          <a:p>
            <a:r>
              <a:rPr lang="fr-FR" altLang="fr-FR" smtClean="0"/>
              <a:t>These are the days of Elijah Declaring the Word of the Lord</a:t>
            </a:r>
          </a:p>
          <a:p>
            <a:r>
              <a:rPr lang="fr-FR" altLang="fr-FR" smtClean="0"/>
              <a:t> 2-  VOICI LES JOURS DE TON SERVITEUR MOÏSE</a:t>
            </a:r>
          </a:p>
          <a:p>
            <a:r>
              <a:rPr lang="fr-FR" altLang="fr-FR" smtClean="0"/>
              <a:t>And these are the days of your servant Moses</a:t>
            </a:r>
          </a:p>
          <a:p>
            <a:r>
              <a:rPr lang="fr-FR" altLang="fr-FR" smtClean="0"/>
              <a:t>3-  LA JUSTICE EST DANS MON CŒUR</a:t>
            </a:r>
          </a:p>
          <a:p>
            <a:r>
              <a:rPr lang="fr-FR" altLang="fr-FR" smtClean="0"/>
              <a:t>Righteousness being restored</a:t>
            </a:r>
          </a:p>
          <a:p>
            <a:endParaRPr lang="fr-FR" altLang="fr-FR" smtClean="0"/>
          </a:p>
          <a:p>
            <a:r>
              <a:rPr lang="fr-FR" altLang="fr-FR" smtClean="0"/>
              <a:t>4-  ET PENDANT CES JOURS DE GRANDE ÉPREUVE</a:t>
            </a:r>
          </a:p>
          <a:p>
            <a:r>
              <a:rPr lang="fr-FR" altLang="fr-FR" smtClean="0"/>
              <a:t>And though these are days of great trial</a:t>
            </a:r>
          </a:p>
          <a:p>
            <a:r>
              <a:rPr lang="fr-FR" altLang="fr-FR" smtClean="0"/>
              <a:t>5-  DE FAMINE, DE TÉNÈBRE ET SOIF</a:t>
            </a:r>
          </a:p>
          <a:p>
            <a:r>
              <a:rPr lang="fr-FR" altLang="fr-FR" smtClean="0"/>
              <a:t>Of famine and darkness and sword</a:t>
            </a:r>
          </a:p>
          <a:p>
            <a:r>
              <a:rPr lang="fr-FR" altLang="fr-FR" smtClean="0"/>
              <a:t>6-  NOUS SOMMES CETTE VOIX DANS LE DÉSERT QUI CRIE</a:t>
            </a:r>
          </a:p>
          <a:p>
            <a:r>
              <a:rPr lang="fr-FR" altLang="fr-FR" smtClean="0"/>
              <a:t>Still we are the voice in the desert crying</a:t>
            </a:r>
          </a:p>
          <a:p>
            <a:r>
              <a:rPr lang="fr-FR" altLang="fr-FR" smtClean="0"/>
              <a:t>7-  PRÉPAREZ LE CHEMIN DU SEIGNEUR</a:t>
            </a:r>
          </a:p>
          <a:p>
            <a:r>
              <a:rPr lang="fr-FR" altLang="fr-FR" smtClean="0"/>
              <a:t>Prepare ye the way of the Lord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GLORIEUX IL VIENT AU-DESSUS DES CIEUX</a:t>
            </a:r>
          </a:p>
          <a:p>
            <a:r>
              <a:rPr lang="fr-FR" altLang="fr-FR" smtClean="0"/>
              <a:t>	Behold He comes Riding on the clouds</a:t>
            </a:r>
          </a:p>
          <a:p>
            <a:r>
              <a:rPr lang="fr-FR" altLang="fr-FR" smtClean="0"/>
              <a:t>	9-  BRILLANT COMME LE SOLEIL AU SON DES TROMPETTES</a:t>
            </a:r>
          </a:p>
          <a:p>
            <a:r>
              <a:rPr lang="fr-FR" altLang="fr-FR" smtClean="0"/>
              <a:t>	Shining like the sun at the trumpet call</a:t>
            </a:r>
          </a:p>
          <a:p>
            <a:r>
              <a:rPr lang="fr-FR" altLang="fr-FR" smtClean="0"/>
              <a:t>	10-  ÉLÈVE TA VOIX C’EST L’ANNÉE DE JUBILÉ 	</a:t>
            </a:r>
          </a:p>
          <a:p>
            <a:r>
              <a:rPr lang="fr-FR" altLang="fr-FR" smtClean="0"/>
              <a:t>	Lift your voice it’s the year of jubilee</a:t>
            </a:r>
          </a:p>
          <a:p>
            <a:r>
              <a:rPr lang="fr-FR" altLang="fr-FR" smtClean="0"/>
              <a:t>	11-  ET DU MONT SION LE SALUT VIENT                   X2</a:t>
            </a:r>
          </a:p>
          <a:p>
            <a:r>
              <a:rPr lang="fr-FR" altLang="fr-FR" smtClean="0"/>
              <a:t>	And out of Zion’s hill salvation comes</a:t>
            </a:r>
          </a:p>
          <a:p>
            <a:endParaRPr lang="fr-FR" altLang="fr-FR" smtClean="0"/>
          </a:p>
          <a:p>
            <a:r>
              <a:rPr lang="fr-FR" altLang="fr-FR" smtClean="0"/>
              <a:t>12-  VOICI LES JOURS DE TON PROPHÈTE</a:t>
            </a:r>
          </a:p>
          <a:p>
            <a:r>
              <a:rPr lang="fr-FR" altLang="fr-FR" smtClean="0"/>
              <a:t>These are the days of Ezekiel</a:t>
            </a:r>
          </a:p>
          <a:p>
            <a:r>
              <a:rPr lang="fr-FR" altLang="fr-FR" smtClean="0"/>
              <a:t>13-  LES OSSEMENTS SONT DEVENUS CHAIR</a:t>
            </a:r>
          </a:p>
          <a:p>
            <a:r>
              <a:rPr lang="fr-FR" altLang="fr-FR" smtClean="0"/>
              <a:t>The dry bones becoming as flesh</a:t>
            </a:r>
          </a:p>
          <a:p>
            <a:r>
              <a:rPr lang="fr-FR" altLang="fr-FR" smtClean="0"/>
              <a:t>14-  VOICI LES JOURS DE TON SERVITEUR DAVID</a:t>
            </a:r>
          </a:p>
          <a:p>
            <a:r>
              <a:rPr lang="fr-FR" altLang="fr-FR" smtClean="0"/>
              <a:t>And these are the days of your servant David</a:t>
            </a:r>
          </a:p>
          <a:p>
            <a:r>
              <a:rPr lang="fr-FR" altLang="fr-FR" smtClean="0"/>
              <a:t>15-  CONSTRUISANT UN TEMPLE DE LOUANGES</a:t>
            </a:r>
          </a:p>
          <a:p>
            <a:r>
              <a:rPr lang="fr-FR" altLang="fr-FR" smtClean="0"/>
              <a:t>Rebuilding a temple of praise</a:t>
            </a:r>
          </a:p>
          <a:p>
            <a:endParaRPr lang="fr-FR" altLang="fr-FR" smtClean="0"/>
          </a:p>
          <a:p>
            <a:r>
              <a:rPr lang="fr-FR" altLang="fr-FR" smtClean="0"/>
              <a:t>16-  VOICI LES JOURS DE LA RÉCOLTE</a:t>
            </a:r>
          </a:p>
          <a:p>
            <a:r>
              <a:rPr lang="fr-FR" altLang="fr-FR" smtClean="0"/>
              <a:t>And these are the days of the harvest</a:t>
            </a:r>
          </a:p>
          <a:p>
            <a:r>
              <a:rPr lang="fr-FR" altLang="fr-FR" smtClean="0"/>
              <a:t>17-  C'EST LE TEMPS DE LA GRANDE MOISSON </a:t>
            </a:r>
          </a:p>
          <a:p>
            <a:r>
              <a:rPr lang="fr-FR" altLang="fr-FR" smtClean="0"/>
              <a:t>The fields are as white in Your world</a:t>
            </a:r>
          </a:p>
          <a:p>
            <a:r>
              <a:rPr lang="fr-FR" altLang="fr-FR" smtClean="0"/>
              <a:t>18-  NOUS SOMMES LES OUVRIERS DE TA VIGNE, SEIGNEUR</a:t>
            </a:r>
          </a:p>
          <a:p>
            <a:r>
              <a:rPr lang="fr-FR" altLang="fr-FR" smtClean="0"/>
              <a:t>And we are the laborers in your vineyard</a:t>
            </a:r>
          </a:p>
          <a:p>
            <a:r>
              <a:rPr lang="fr-FR" altLang="fr-FR" smtClean="0"/>
              <a:t>19-  DÉCLARANT LA PAROLE DU SEIGNEUR</a:t>
            </a:r>
          </a:p>
          <a:p>
            <a:r>
              <a:rPr lang="fr-FR" altLang="fr-FR" smtClean="0"/>
              <a:t>Declaring the word of the Lord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20-  GLORIEUX IL VIENT AU-DESSUS DES CIEUX</a:t>
            </a:r>
          </a:p>
          <a:p>
            <a:r>
              <a:rPr lang="fr-FR" altLang="fr-FR" smtClean="0"/>
              <a:t>	Behold He comes Riding on the clouds</a:t>
            </a:r>
          </a:p>
          <a:p>
            <a:r>
              <a:rPr lang="fr-FR" altLang="fr-FR" smtClean="0"/>
              <a:t>	21-  BRILLANT COMME LE SOLEIL AU SON DES TROMPETTES</a:t>
            </a:r>
          </a:p>
          <a:p>
            <a:r>
              <a:rPr lang="fr-FR" altLang="fr-FR" smtClean="0"/>
              <a:t>	Shining like the sun at the trumpet call</a:t>
            </a:r>
          </a:p>
          <a:p>
            <a:r>
              <a:rPr lang="fr-FR" altLang="fr-FR" smtClean="0"/>
              <a:t>	22-  ÉLÈVE TA VOIX C’EST L’ANNÉE DE JUBILÉ 	</a:t>
            </a:r>
          </a:p>
          <a:p>
            <a:r>
              <a:rPr lang="fr-FR" altLang="fr-FR" smtClean="0"/>
              <a:t>	Lift your voice it’s the year of jubilee</a:t>
            </a:r>
          </a:p>
          <a:p>
            <a:r>
              <a:rPr lang="fr-FR" altLang="fr-FR" smtClean="0"/>
              <a:t>	23-  ET DU MONT SION LE SALUT VIENT                   X2</a:t>
            </a:r>
          </a:p>
          <a:p>
            <a:r>
              <a:rPr lang="fr-FR" altLang="fr-FR" smtClean="0"/>
              <a:t>	And out of Zion’s hill salvation comes</a:t>
            </a:r>
          </a:p>
          <a:p>
            <a:endParaRPr lang="fr-FR" altLang="fr-FR" smtClean="0"/>
          </a:p>
          <a:p>
            <a:r>
              <a:rPr lang="fr-FR" altLang="fr-FR" smtClean="0"/>
              <a:t>24-  NUL N'EST SEMBLABLE À YAHVÉ</a:t>
            </a:r>
          </a:p>
          <a:p>
            <a:r>
              <a:rPr lang="fr-FR" altLang="fr-FR" smtClean="0"/>
              <a:t>There’s no God like Jehovah</a:t>
            </a:r>
          </a:p>
          <a:p>
            <a:endParaRPr lang="fr-FR" altLang="fr-FR" smtClean="0"/>
          </a:p>
        </p:txBody>
      </p:sp>
      <p:sp>
        <p:nvSpPr>
          <p:cNvPr id="378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altLang="fr-FR" smtClean="0"/>
              <a:t>	REFRAIN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1-  VOICI VENUS LES JOURS D’ÉLIE DÉCLARANT LA PAROLE DU SEIGNEUR</a:t>
            </a:r>
          </a:p>
          <a:p>
            <a:pPr eaLnBrk="1" hangingPunct="1"/>
            <a:r>
              <a:rPr lang="fr-FR" altLang="fr-FR" smtClean="0"/>
              <a:t>These are the days of Elijah Declaring the Word of the Lord</a:t>
            </a:r>
          </a:p>
          <a:p>
            <a:pPr eaLnBrk="1" hangingPunct="1"/>
            <a:r>
              <a:rPr lang="fr-FR" altLang="fr-FR" smtClean="0"/>
              <a:t> 2-  VOICI LES JOURS DE TON SERVITEUR MOÏSE</a:t>
            </a:r>
          </a:p>
          <a:p>
            <a:pPr eaLnBrk="1" hangingPunct="1"/>
            <a:r>
              <a:rPr lang="fr-FR" altLang="fr-FR" smtClean="0"/>
              <a:t>And these are the days of your servant Moses</a:t>
            </a:r>
          </a:p>
          <a:p>
            <a:pPr eaLnBrk="1" hangingPunct="1"/>
            <a:r>
              <a:rPr lang="fr-FR" altLang="fr-FR" smtClean="0"/>
              <a:t>3-  LA JUSTICE EST DANS MON CŒUR</a:t>
            </a:r>
          </a:p>
          <a:p>
            <a:pPr eaLnBrk="1" hangingPunct="1"/>
            <a:r>
              <a:rPr lang="fr-FR" altLang="fr-FR" smtClean="0"/>
              <a:t>Righteousness being restored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4-  ET PENDANT CES JOURS DE GRANDE ÉPREUVE</a:t>
            </a:r>
          </a:p>
          <a:p>
            <a:pPr eaLnBrk="1" hangingPunct="1"/>
            <a:r>
              <a:rPr lang="fr-FR" altLang="fr-FR" smtClean="0"/>
              <a:t>And though these are days of great trial</a:t>
            </a:r>
          </a:p>
          <a:p>
            <a:pPr eaLnBrk="1" hangingPunct="1"/>
            <a:r>
              <a:rPr lang="fr-FR" altLang="fr-FR" smtClean="0"/>
              <a:t>5-  DE FAMINE, DE TÉNÈBRE ET SOIF</a:t>
            </a:r>
          </a:p>
          <a:p>
            <a:pPr eaLnBrk="1" hangingPunct="1"/>
            <a:r>
              <a:rPr lang="fr-FR" altLang="fr-FR" smtClean="0"/>
              <a:t>Of famine and darkness and sword</a:t>
            </a:r>
          </a:p>
          <a:p>
            <a:pPr eaLnBrk="1" hangingPunct="1"/>
            <a:r>
              <a:rPr lang="fr-FR" altLang="fr-FR" smtClean="0"/>
              <a:t>6-  NOUS SOMMES CETTE VOIX DANS LE DÉSERT QUI CRIE</a:t>
            </a:r>
          </a:p>
          <a:p>
            <a:pPr eaLnBrk="1" hangingPunct="1"/>
            <a:r>
              <a:rPr lang="fr-FR" altLang="fr-FR" smtClean="0"/>
              <a:t>Still we are the voice in the desert crying</a:t>
            </a:r>
          </a:p>
          <a:p>
            <a:pPr eaLnBrk="1" hangingPunct="1"/>
            <a:r>
              <a:rPr lang="fr-FR" altLang="fr-FR" smtClean="0"/>
              <a:t>7-  PRÉPAREZ LE CHEMIN DU SEIGNEUR</a:t>
            </a:r>
          </a:p>
          <a:p>
            <a:pPr eaLnBrk="1" hangingPunct="1"/>
            <a:r>
              <a:rPr lang="fr-FR" altLang="fr-FR" smtClean="0"/>
              <a:t>Prepare ye the way of the Lord</a:t>
            </a:r>
          </a:p>
          <a:p>
            <a:pPr eaLnBrk="1" hangingPunct="1"/>
            <a:r>
              <a:rPr lang="fr-FR" altLang="fr-FR" smtClean="0"/>
              <a:t>	</a:t>
            </a:r>
          </a:p>
          <a:p>
            <a:pPr eaLnBrk="1" hangingPunct="1"/>
            <a:r>
              <a:rPr lang="fr-FR" altLang="fr-FR" smtClean="0"/>
              <a:t>	Refrain:</a:t>
            </a:r>
          </a:p>
          <a:p>
            <a:pPr eaLnBrk="1" hangingPunct="1"/>
            <a:r>
              <a:rPr lang="fr-FR" altLang="fr-FR" smtClean="0"/>
              <a:t>	8-  GLORIEUX IL VIENT AU-DESSUS DES CIEUX</a:t>
            </a:r>
          </a:p>
          <a:p>
            <a:pPr eaLnBrk="1" hangingPunct="1"/>
            <a:r>
              <a:rPr lang="fr-FR" altLang="fr-FR" smtClean="0"/>
              <a:t>	Behold He comes Riding on the clouds</a:t>
            </a:r>
          </a:p>
          <a:p>
            <a:pPr eaLnBrk="1" hangingPunct="1"/>
            <a:r>
              <a:rPr lang="fr-FR" altLang="fr-FR" smtClean="0"/>
              <a:t>	9-  BRILLANT COMME LE SOLEIL AU SON DES TROMPETTES</a:t>
            </a:r>
          </a:p>
          <a:p>
            <a:pPr eaLnBrk="1" hangingPunct="1"/>
            <a:r>
              <a:rPr lang="fr-FR" altLang="fr-FR" smtClean="0"/>
              <a:t>	Shining like the sun at the trumpet call</a:t>
            </a:r>
          </a:p>
          <a:p>
            <a:pPr eaLnBrk="1" hangingPunct="1"/>
            <a:r>
              <a:rPr lang="fr-FR" altLang="fr-FR" smtClean="0"/>
              <a:t>	10-  ÉLÈVE TA VOIX C’EST L’ANNÉE DE JUBILÉ 	</a:t>
            </a:r>
          </a:p>
          <a:p>
            <a:pPr eaLnBrk="1" hangingPunct="1"/>
            <a:r>
              <a:rPr lang="fr-FR" altLang="fr-FR" smtClean="0"/>
              <a:t>	Lift your voice it’s the year of jubilee</a:t>
            </a:r>
          </a:p>
          <a:p>
            <a:pPr eaLnBrk="1" hangingPunct="1"/>
            <a:r>
              <a:rPr lang="fr-FR" altLang="fr-FR" smtClean="0"/>
              <a:t>	11-  ET DU MONT SION LE SALUT VIENT                   X2</a:t>
            </a:r>
          </a:p>
          <a:p>
            <a:pPr eaLnBrk="1" hangingPunct="1"/>
            <a:r>
              <a:rPr lang="fr-FR" altLang="fr-FR" smtClean="0"/>
              <a:t>	And out of Zion’s hill salvation comes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12-  VOICI LES JOURS DE TON PROPHÈTE</a:t>
            </a:r>
          </a:p>
          <a:p>
            <a:pPr eaLnBrk="1" hangingPunct="1"/>
            <a:r>
              <a:rPr lang="fr-FR" altLang="fr-FR" smtClean="0"/>
              <a:t>These are the days of Ezekiel</a:t>
            </a:r>
          </a:p>
          <a:p>
            <a:pPr eaLnBrk="1" hangingPunct="1"/>
            <a:r>
              <a:rPr lang="fr-FR" altLang="fr-FR" smtClean="0"/>
              <a:t>13-  LES OSSEMENTS SONT DEVENUS CHAIR</a:t>
            </a:r>
          </a:p>
          <a:p>
            <a:pPr eaLnBrk="1" hangingPunct="1"/>
            <a:r>
              <a:rPr lang="fr-FR" altLang="fr-FR" smtClean="0"/>
              <a:t>The dry bones becoming as flesh</a:t>
            </a:r>
          </a:p>
          <a:p>
            <a:pPr eaLnBrk="1" hangingPunct="1"/>
            <a:r>
              <a:rPr lang="fr-FR" altLang="fr-FR" smtClean="0"/>
              <a:t>14-  VOICI LES JOURS DE TON SERVITEUR DAVID</a:t>
            </a:r>
          </a:p>
          <a:p>
            <a:pPr eaLnBrk="1" hangingPunct="1"/>
            <a:r>
              <a:rPr lang="fr-FR" altLang="fr-FR" smtClean="0"/>
              <a:t>And these are the days of your servant David</a:t>
            </a:r>
          </a:p>
          <a:p>
            <a:pPr eaLnBrk="1" hangingPunct="1"/>
            <a:r>
              <a:rPr lang="fr-FR" altLang="fr-FR" smtClean="0"/>
              <a:t>15-  CONSTRUISANT UN TEMPLE DE LOUANGES</a:t>
            </a:r>
          </a:p>
          <a:p>
            <a:pPr eaLnBrk="1" hangingPunct="1"/>
            <a:r>
              <a:rPr lang="fr-FR" altLang="fr-FR" smtClean="0"/>
              <a:t>Rebuilding a temple of praise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16-  VOICI LES JOURS DE LA RÉCOLTE</a:t>
            </a:r>
          </a:p>
          <a:p>
            <a:pPr eaLnBrk="1" hangingPunct="1"/>
            <a:r>
              <a:rPr lang="fr-FR" altLang="fr-FR" smtClean="0"/>
              <a:t>And these are the days of the harvest</a:t>
            </a:r>
          </a:p>
          <a:p>
            <a:pPr eaLnBrk="1" hangingPunct="1"/>
            <a:r>
              <a:rPr lang="fr-FR" altLang="fr-FR" smtClean="0"/>
              <a:t>17-  C'EST LE TEMPS DE LA GRANDE MOISSON </a:t>
            </a:r>
          </a:p>
          <a:p>
            <a:pPr eaLnBrk="1" hangingPunct="1"/>
            <a:r>
              <a:rPr lang="fr-FR" altLang="fr-FR" smtClean="0"/>
              <a:t>The fields are as white in Your world</a:t>
            </a:r>
          </a:p>
          <a:p>
            <a:pPr eaLnBrk="1" hangingPunct="1"/>
            <a:r>
              <a:rPr lang="fr-FR" altLang="fr-FR" smtClean="0"/>
              <a:t>18-  NOUS SOMMES LES OUVRIERS DE TA VIGNE, SEIGNEUR</a:t>
            </a:r>
          </a:p>
          <a:p>
            <a:pPr eaLnBrk="1" hangingPunct="1"/>
            <a:r>
              <a:rPr lang="fr-FR" altLang="fr-FR" smtClean="0"/>
              <a:t>And we are the laborers in your vineyard</a:t>
            </a:r>
          </a:p>
          <a:p>
            <a:pPr eaLnBrk="1" hangingPunct="1"/>
            <a:r>
              <a:rPr lang="fr-FR" altLang="fr-FR" smtClean="0"/>
              <a:t>19-  DÉCLARANT LA PAROLE DU SEIGNEUR</a:t>
            </a:r>
          </a:p>
          <a:p>
            <a:pPr eaLnBrk="1" hangingPunct="1"/>
            <a:r>
              <a:rPr lang="fr-FR" altLang="fr-FR" smtClean="0"/>
              <a:t>Declaring the word of the Lord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	Refrain:</a:t>
            </a:r>
          </a:p>
          <a:p>
            <a:pPr eaLnBrk="1" hangingPunct="1"/>
            <a:r>
              <a:rPr lang="fr-FR" altLang="fr-FR" smtClean="0"/>
              <a:t>	20-  GLORIEUX IL VIENT AU-DESSUS DES CIEUX</a:t>
            </a:r>
          </a:p>
          <a:p>
            <a:pPr eaLnBrk="1" hangingPunct="1"/>
            <a:r>
              <a:rPr lang="fr-FR" altLang="fr-FR" smtClean="0"/>
              <a:t>	Behold He comes Riding on the clouds</a:t>
            </a:r>
          </a:p>
          <a:p>
            <a:pPr eaLnBrk="1" hangingPunct="1"/>
            <a:r>
              <a:rPr lang="fr-FR" altLang="fr-FR" smtClean="0"/>
              <a:t>	21-  BRILLANT COMME LE SOLEIL AU SON DES TROMPETTES</a:t>
            </a:r>
          </a:p>
          <a:p>
            <a:pPr eaLnBrk="1" hangingPunct="1"/>
            <a:r>
              <a:rPr lang="fr-FR" altLang="fr-FR" smtClean="0"/>
              <a:t>	Shining like the sun at the trumpet call</a:t>
            </a:r>
          </a:p>
          <a:p>
            <a:pPr eaLnBrk="1" hangingPunct="1"/>
            <a:r>
              <a:rPr lang="fr-FR" altLang="fr-FR" smtClean="0"/>
              <a:t>	22-  ÉLÈVE TA VOIX C’EST L’ANNÉE DE JUBILÉ 	</a:t>
            </a:r>
          </a:p>
          <a:p>
            <a:pPr eaLnBrk="1" hangingPunct="1"/>
            <a:r>
              <a:rPr lang="fr-FR" altLang="fr-FR" smtClean="0"/>
              <a:t>	Lift your voice it’s the year of jubilee</a:t>
            </a:r>
          </a:p>
          <a:p>
            <a:pPr eaLnBrk="1" hangingPunct="1"/>
            <a:r>
              <a:rPr lang="fr-FR" altLang="fr-FR" smtClean="0"/>
              <a:t>	23-  ET DU MONT SION LE SALUT VIENT                   X2</a:t>
            </a:r>
          </a:p>
          <a:p>
            <a:pPr eaLnBrk="1" hangingPunct="1"/>
            <a:r>
              <a:rPr lang="fr-FR" altLang="fr-FR" smtClean="0"/>
              <a:t>	And out of Zion’s hill salvation comes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24-  NUL N'EST SEMBLABLE À YAHVÉ</a:t>
            </a:r>
          </a:p>
          <a:p>
            <a:pPr eaLnBrk="1" hangingPunct="1"/>
            <a:r>
              <a:rPr lang="fr-FR" altLang="fr-FR" smtClean="0"/>
              <a:t>There’s no God like Jehovah</a:t>
            </a:r>
          </a:p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1-  VOICI VENUS LES JOURS D’ÉLIE DÉCLARANT LA PAROLE DU SEIGNEUR</a:t>
            </a:r>
          </a:p>
          <a:p>
            <a:r>
              <a:rPr lang="fr-FR" altLang="fr-FR" smtClean="0"/>
              <a:t>These are the days of Elijah Declaring the Word of the Lord</a:t>
            </a:r>
          </a:p>
          <a:p>
            <a:r>
              <a:rPr lang="fr-FR" altLang="fr-FR" smtClean="0"/>
              <a:t> 2-  VOICI LES JOURS DE TON SERVITEUR MOÏSE</a:t>
            </a:r>
          </a:p>
          <a:p>
            <a:r>
              <a:rPr lang="fr-FR" altLang="fr-FR" smtClean="0"/>
              <a:t>And these are the days of your servant Moses</a:t>
            </a:r>
          </a:p>
          <a:p>
            <a:r>
              <a:rPr lang="fr-FR" altLang="fr-FR" smtClean="0"/>
              <a:t>3-  LA JUSTICE EST DANS MON CŒUR</a:t>
            </a:r>
          </a:p>
          <a:p>
            <a:r>
              <a:rPr lang="fr-FR" altLang="fr-FR" smtClean="0"/>
              <a:t>Righteousness being restored</a:t>
            </a:r>
          </a:p>
          <a:p>
            <a:endParaRPr lang="fr-FR" altLang="fr-FR" smtClean="0"/>
          </a:p>
          <a:p>
            <a:r>
              <a:rPr lang="fr-FR" altLang="fr-FR" smtClean="0"/>
              <a:t>4-  ET PENDANT CES JOURS DE GRANDE ÉPREUVE</a:t>
            </a:r>
          </a:p>
          <a:p>
            <a:r>
              <a:rPr lang="fr-FR" altLang="fr-FR" smtClean="0"/>
              <a:t>And though these are days of great trial</a:t>
            </a:r>
          </a:p>
          <a:p>
            <a:r>
              <a:rPr lang="fr-FR" altLang="fr-FR" smtClean="0"/>
              <a:t>5-  DE FAMINE, DE TÉNÈBRE ET SOIF</a:t>
            </a:r>
          </a:p>
          <a:p>
            <a:r>
              <a:rPr lang="fr-FR" altLang="fr-FR" smtClean="0"/>
              <a:t>Of famine and darkness and sword</a:t>
            </a:r>
          </a:p>
          <a:p>
            <a:r>
              <a:rPr lang="fr-FR" altLang="fr-FR" smtClean="0"/>
              <a:t>6-  NOUS SOMMES CETTE VOIX DANS LE DÉSERT QUI CRIE</a:t>
            </a:r>
          </a:p>
          <a:p>
            <a:r>
              <a:rPr lang="fr-FR" altLang="fr-FR" smtClean="0"/>
              <a:t>Still we are the voice in the desert crying</a:t>
            </a:r>
          </a:p>
          <a:p>
            <a:r>
              <a:rPr lang="fr-FR" altLang="fr-FR" smtClean="0"/>
              <a:t>7-  PRÉPAREZ LE CHEMIN DU SEIGNEUR</a:t>
            </a:r>
          </a:p>
          <a:p>
            <a:r>
              <a:rPr lang="fr-FR" altLang="fr-FR" smtClean="0"/>
              <a:t>Prepare ye the way of the Lord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GLORIEUX IL VIENT AU-DESSUS DES CIEUX</a:t>
            </a:r>
          </a:p>
          <a:p>
            <a:r>
              <a:rPr lang="fr-FR" altLang="fr-FR" smtClean="0"/>
              <a:t>	Behold He comes Riding on the clouds</a:t>
            </a:r>
          </a:p>
          <a:p>
            <a:r>
              <a:rPr lang="fr-FR" altLang="fr-FR" smtClean="0"/>
              <a:t>	9-  BRILLANT COMME LE SOLEIL AU SON DES TROMPETTES</a:t>
            </a:r>
          </a:p>
          <a:p>
            <a:r>
              <a:rPr lang="fr-FR" altLang="fr-FR" smtClean="0"/>
              <a:t>	Shining like the sun at the trumpet call</a:t>
            </a:r>
          </a:p>
          <a:p>
            <a:r>
              <a:rPr lang="fr-FR" altLang="fr-FR" smtClean="0"/>
              <a:t>	10-  ÉLÈVE TA VOIX C’EST L’ANNÉE DE JUBILÉ 	</a:t>
            </a:r>
          </a:p>
          <a:p>
            <a:r>
              <a:rPr lang="fr-FR" altLang="fr-FR" smtClean="0"/>
              <a:t>	Lift your voice it’s the year of jubilee</a:t>
            </a:r>
          </a:p>
          <a:p>
            <a:r>
              <a:rPr lang="fr-FR" altLang="fr-FR" smtClean="0"/>
              <a:t>	11-  ET DU MONT SION LE SALUT VIENT                   X2</a:t>
            </a:r>
          </a:p>
          <a:p>
            <a:r>
              <a:rPr lang="fr-FR" altLang="fr-FR" smtClean="0"/>
              <a:t>	And out of Zion’s hill salvation comes</a:t>
            </a:r>
          </a:p>
          <a:p>
            <a:endParaRPr lang="fr-FR" altLang="fr-FR" smtClean="0"/>
          </a:p>
          <a:p>
            <a:r>
              <a:rPr lang="fr-FR" altLang="fr-FR" smtClean="0"/>
              <a:t>12-  VOICI LES JOURS DE TON PROPHÈTE</a:t>
            </a:r>
          </a:p>
          <a:p>
            <a:r>
              <a:rPr lang="fr-FR" altLang="fr-FR" smtClean="0"/>
              <a:t>These are the days of Ezekiel</a:t>
            </a:r>
          </a:p>
          <a:p>
            <a:r>
              <a:rPr lang="fr-FR" altLang="fr-FR" smtClean="0"/>
              <a:t>13-  LES OSSEMENTS SONT DEVENUS CHAIR</a:t>
            </a:r>
          </a:p>
          <a:p>
            <a:r>
              <a:rPr lang="fr-FR" altLang="fr-FR" smtClean="0"/>
              <a:t>The dry bones becoming as flesh</a:t>
            </a:r>
          </a:p>
          <a:p>
            <a:r>
              <a:rPr lang="fr-FR" altLang="fr-FR" smtClean="0"/>
              <a:t>14-  VOICI LES JOURS DE TON SERVITEUR DAVID</a:t>
            </a:r>
          </a:p>
          <a:p>
            <a:r>
              <a:rPr lang="fr-FR" altLang="fr-FR" smtClean="0"/>
              <a:t>And these are the days of your servant David</a:t>
            </a:r>
          </a:p>
          <a:p>
            <a:r>
              <a:rPr lang="fr-FR" altLang="fr-FR" smtClean="0"/>
              <a:t>15-  CONSTRUISANT UN TEMPLE DE LOUANGES</a:t>
            </a:r>
          </a:p>
          <a:p>
            <a:r>
              <a:rPr lang="fr-FR" altLang="fr-FR" smtClean="0"/>
              <a:t>Rebuilding a temple of praise</a:t>
            </a:r>
          </a:p>
          <a:p>
            <a:endParaRPr lang="fr-FR" altLang="fr-FR" smtClean="0"/>
          </a:p>
          <a:p>
            <a:r>
              <a:rPr lang="fr-FR" altLang="fr-FR" smtClean="0"/>
              <a:t>16-  VOICI LES JOURS DE LA RÉCOLTE</a:t>
            </a:r>
          </a:p>
          <a:p>
            <a:r>
              <a:rPr lang="fr-FR" altLang="fr-FR" smtClean="0"/>
              <a:t>And these are the days of the harvest</a:t>
            </a:r>
          </a:p>
          <a:p>
            <a:r>
              <a:rPr lang="fr-FR" altLang="fr-FR" smtClean="0"/>
              <a:t>17-  C'EST LE TEMPS DE LA GRANDE MOISSON </a:t>
            </a:r>
          </a:p>
          <a:p>
            <a:r>
              <a:rPr lang="fr-FR" altLang="fr-FR" smtClean="0"/>
              <a:t>The fields are as white in Your world</a:t>
            </a:r>
          </a:p>
          <a:p>
            <a:r>
              <a:rPr lang="fr-FR" altLang="fr-FR" smtClean="0"/>
              <a:t>18-  NOUS SOMMES LES OUVRIERS DE TA VIGNE, SEIGNEUR</a:t>
            </a:r>
          </a:p>
          <a:p>
            <a:r>
              <a:rPr lang="fr-FR" altLang="fr-FR" smtClean="0"/>
              <a:t>And we are the laborers in your vineyard</a:t>
            </a:r>
          </a:p>
          <a:p>
            <a:r>
              <a:rPr lang="fr-FR" altLang="fr-FR" smtClean="0"/>
              <a:t>19-  DÉCLARANT LA PAROLE DU SEIGNEUR</a:t>
            </a:r>
          </a:p>
          <a:p>
            <a:r>
              <a:rPr lang="fr-FR" altLang="fr-FR" smtClean="0"/>
              <a:t>Declaring the word of the Lord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20-  GLORIEUX IL VIENT AU-DESSUS DES CIEUX</a:t>
            </a:r>
          </a:p>
          <a:p>
            <a:r>
              <a:rPr lang="fr-FR" altLang="fr-FR" smtClean="0"/>
              <a:t>	Behold He comes Riding on the clouds</a:t>
            </a:r>
          </a:p>
          <a:p>
            <a:r>
              <a:rPr lang="fr-FR" altLang="fr-FR" smtClean="0"/>
              <a:t>	21-  BRILLANT COMME LE SOLEIL AU SON DES TROMPETTES</a:t>
            </a:r>
          </a:p>
          <a:p>
            <a:r>
              <a:rPr lang="fr-FR" altLang="fr-FR" smtClean="0"/>
              <a:t>	Shining like the sun at the trumpet call</a:t>
            </a:r>
          </a:p>
          <a:p>
            <a:r>
              <a:rPr lang="fr-FR" altLang="fr-FR" smtClean="0"/>
              <a:t>	22-  ÉLÈVE TA VOIX C’EST L’ANNÉE DE JUBILÉ 	</a:t>
            </a:r>
          </a:p>
          <a:p>
            <a:r>
              <a:rPr lang="fr-FR" altLang="fr-FR" smtClean="0"/>
              <a:t>	Lift your voice it’s the year of jubilee</a:t>
            </a:r>
          </a:p>
          <a:p>
            <a:r>
              <a:rPr lang="fr-FR" altLang="fr-FR" smtClean="0"/>
              <a:t>	23-  ET DU MONT SION LE SALUT VIENT                   X2</a:t>
            </a:r>
          </a:p>
          <a:p>
            <a:r>
              <a:rPr lang="fr-FR" altLang="fr-FR" smtClean="0"/>
              <a:t>	And out of Zion’s hill salvation comes</a:t>
            </a:r>
          </a:p>
          <a:p>
            <a:endParaRPr lang="fr-FR" altLang="fr-FR" smtClean="0"/>
          </a:p>
          <a:p>
            <a:r>
              <a:rPr lang="fr-FR" altLang="fr-FR" smtClean="0"/>
              <a:t>24-  NUL N'EST SEMBLABLE À YAHVÉ</a:t>
            </a:r>
          </a:p>
          <a:p>
            <a:r>
              <a:rPr lang="fr-FR" altLang="fr-FR" smtClean="0"/>
              <a:t>There’s no God like Jehovah</a:t>
            </a:r>
          </a:p>
          <a:p>
            <a:endParaRPr lang="fr-FR" altLang="fr-FR" smtClean="0"/>
          </a:p>
        </p:txBody>
      </p:sp>
      <p:sp>
        <p:nvSpPr>
          <p:cNvPr id="3891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altLang="fr-FR" smtClean="0"/>
              <a:t>	REFRAIN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1-  VOICI VENUS LES JOURS D’ÉLIE DÉCLARANT LA PAROLE DU SEIGNEUR</a:t>
            </a:r>
          </a:p>
          <a:p>
            <a:pPr eaLnBrk="1" hangingPunct="1"/>
            <a:r>
              <a:rPr lang="fr-FR" altLang="fr-FR" smtClean="0"/>
              <a:t>These are the days of Elijah Declaring the Word of the Lord</a:t>
            </a:r>
          </a:p>
          <a:p>
            <a:pPr eaLnBrk="1" hangingPunct="1"/>
            <a:r>
              <a:rPr lang="fr-FR" altLang="fr-FR" smtClean="0"/>
              <a:t> 2-  VOICI LES JOURS DE TON SERVITEUR MOÏSE</a:t>
            </a:r>
          </a:p>
          <a:p>
            <a:pPr eaLnBrk="1" hangingPunct="1"/>
            <a:r>
              <a:rPr lang="fr-FR" altLang="fr-FR" smtClean="0"/>
              <a:t>And these are the days of your servant Moses</a:t>
            </a:r>
          </a:p>
          <a:p>
            <a:pPr eaLnBrk="1" hangingPunct="1"/>
            <a:r>
              <a:rPr lang="fr-FR" altLang="fr-FR" smtClean="0"/>
              <a:t>3-  LA JUSTICE EST DANS MON CŒUR</a:t>
            </a:r>
          </a:p>
          <a:p>
            <a:pPr eaLnBrk="1" hangingPunct="1"/>
            <a:r>
              <a:rPr lang="fr-FR" altLang="fr-FR" smtClean="0"/>
              <a:t>Righteousness being restored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4-  ET PENDANT CES JOURS DE GRANDE ÉPREUVE</a:t>
            </a:r>
          </a:p>
          <a:p>
            <a:pPr eaLnBrk="1" hangingPunct="1"/>
            <a:r>
              <a:rPr lang="fr-FR" altLang="fr-FR" smtClean="0"/>
              <a:t>And though these are days of great trial</a:t>
            </a:r>
          </a:p>
          <a:p>
            <a:pPr eaLnBrk="1" hangingPunct="1"/>
            <a:r>
              <a:rPr lang="fr-FR" altLang="fr-FR" smtClean="0"/>
              <a:t>5-  DE FAMINE, DE TÉNÈBRE ET SOIF</a:t>
            </a:r>
          </a:p>
          <a:p>
            <a:pPr eaLnBrk="1" hangingPunct="1"/>
            <a:r>
              <a:rPr lang="fr-FR" altLang="fr-FR" smtClean="0"/>
              <a:t>Of famine and darkness and sword</a:t>
            </a:r>
          </a:p>
          <a:p>
            <a:pPr eaLnBrk="1" hangingPunct="1"/>
            <a:r>
              <a:rPr lang="fr-FR" altLang="fr-FR" smtClean="0"/>
              <a:t>6-  NOUS SOMMES CETTE VOIX DANS LE DÉSERT QUI CRIE</a:t>
            </a:r>
          </a:p>
          <a:p>
            <a:pPr eaLnBrk="1" hangingPunct="1"/>
            <a:r>
              <a:rPr lang="fr-FR" altLang="fr-FR" smtClean="0"/>
              <a:t>Still we are the voice in the desert crying</a:t>
            </a:r>
          </a:p>
          <a:p>
            <a:pPr eaLnBrk="1" hangingPunct="1"/>
            <a:r>
              <a:rPr lang="fr-FR" altLang="fr-FR" smtClean="0"/>
              <a:t>7-  PRÉPAREZ LE CHEMIN DU SEIGNEUR</a:t>
            </a:r>
          </a:p>
          <a:p>
            <a:pPr eaLnBrk="1" hangingPunct="1"/>
            <a:r>
              <a:rPr lang="fr-FR" altLang="fr-FR" smtClean="0"/>
              <a:t>Prepare ye the way of the Lord</a:t>
            </a:r>
          </a:p>
          <a:p>
            <a:pPr eaLnBrk="1" hangingPunct="1"/>
            <a:r>
              <a:rPr lang="fr-FR" altLang="fr-FR" smtClean="0"/>
              <a:t>	</a:t>
            </a:r>
          </a:p>
          <a:p>
            <a:pPr eaLnBrk="1" hangingPunct="1"/>
            <a:r>
              <a:rPr lang="fr-FR" altLang="fr-FR" smtClean="0"/>
              <a:t>	Refrain:</a:t>
            </a:r>
          </a:p>
          <a:p>
            <a:pPr eaLnBrk="1" hangingPunct="1"/>
            <a:r>
              <a:rPr lang="fr-FR" altLang="fr-FR" smtClean="0"/>
              <a:t>	8-  GLORIEUX IL VIENT AU-DESSUS DES CIEUX</a:t>
            </a:r>
          </a:p>
          <a:p>
            <a:pPr eaLnBrk="1" hangingPunct="1"/>
            <a:r>
              <a:rPr lang="fr-FR" altLang="fr-FR" smtClean="0"/>
              <a:t>	Behold He comes Riding on the clouds</a:t>
            </a:r>
          </a:p>
          <a:p>
            <a:pPr eaLnBrk="1" hangingPunct="1"/>
            <a:r>
              <a:rPr lang="fr-FR" altLang="fr-FR" smtClean="0"/>
              <a:t>	9-  BRILLANT COMME LE SOLEIL AU SON DES TROMPETTES</a:t>
            </a:r>
          </a:p>
          <a:p>
            <a:pPr eaLnBrk="1" hangingPunct="1"/>
            <a:r>
              <a:rPr lang="fr-FR" altLang="fr-FR" smtClean="0"/>
              <a:t>	Shining like the sun at the trumpet call</a:t>
            </a:r>
          </a:p>
          <a:p>
            <a:pPr eaLnBrk="1" hangingPunct="1"/>
            <a:r>
              <a:rPr lang="fr-FR" altLang="fr-FR" smtClean="0"/>
              <a:t>	10-  ÉLÈVE TA VOIX C’EST L’ANNÉE DE JUBILÉ 	</a:t>
            </a:r>
          </a:p>
          <a:p>
            <a:pPr eaLnBrk="1" hangingPunct="1"/>
            <a:r>
              <a:rPr lang="fr-FR" altLang="fr-FR" smtClean="0"/>
              <a:t>	Lift your voice it’s the year of jubilee</a:t>
            </a:r>
          </a:p>
          <a:p>
            <a:pPr eaLnBrk="1" hangingPunct="1"/>
            <a:r>
              <a:rPr lang="fr-FR" altLang="fr-FR" smtClean="0"/>
              <a:t>	11-  ET DU MONT SION LE SALUT VIENT                   X2</a:t>
            </a:r>
          </a:p>
          <a:p>
            <a:pPr eaLnBrk="1" hangingPunct="1"/>
            <a:r>
              <a:rPr lang="fr-FR" altLang="fr-FR" smtClean="0"/>
              <a:t>	And out of Zion’s hill salvation comes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12-  VOICI LES JOURS DE TON PROPHÈTE</a:t>
            </a:r>
          </a:p>
          <a:p>
            <a:pPr eaLnBrk="1" hangingPunct="1"/>
            <a:r>
              <a:rPr lang="fr-FR" altLang="fr-FR" smtClean="0"/>
              <a:t>These are the days of Ezekiel</a:t>
            </a:r>
          </a:p>
          <a:p>
            <a:pPr eaLnBrk="1" hangingPunct="1"/>
            <a:r>
              <a:rPr lang="fr-FR" altLang="fr-FR" smtClean="0"/>
              <a:t>13-  LES OSSEMENTS SONT DEVENUS CHAIR</a:t>
            </a:r>
          </a:p>
          <a:p>
            <a:pPr eaLnBrk="1" hangingPunct="1"/>
            <a:r>
              <a:rPr lang="fr-FR" altLang="fr-FR" smtClean="0"/>
              <a:t>The dry bones becoming as flesh</a:t>
            </a:r>
          </a:p>
          <a:p>
            <a:pPr eaLnBrk="1" hangingPunct="1"/>
            <a:r>
              <a:rPr lang="fr-FR" altLang="fr-FR" smtClean="0"/>
              <a:t>14-  VOICI LES JOURS DE TON SERVITEUR DAVID</a:t>
            </a:r>
          </a:p>
          <a:p>
            <a:pPr eaLnBrk="1" hangingPunct="1"/>
            <a:r>
              <a:rPr lang="fr-FR" altLang="fr-FR" smtClean="0"/>
              <a:t>And these are the days of your servant David</a:t>
            </a:r>
          </a:p>
          <a:p>
            <a:pPr eaLnBrk="1" hangingPunct="1"/>
            <a:r>
              <a:rPr lang="fr-FR" altLang="fr-FR" smtClean="0"/>
              <a:t>15-  CONSTRUISANT UN TEMPLE DE LOUANGES</a:t>
            </a:r>
          </a:p>
          <a:p>
            <a:pPr eaLnBrk="1" hangingPunct="1"/>
            <a:r>
              <a:rPr lang="fr-FR" altLang="fr-FR" smtClean="0"/>
              <a:t>Rebuilding a temple of praise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16-  VOICI LES JOURS DE LA RÉCOLTE</a:t>
            </a:r>
          </a:p>
          <a:p>
            <a:pPr eaLnBrk="1" hangingPunct="1"/>
            <a:r>
              <a:rPr lang="fr-FR" altLang="fr-FR" smtClean="0"/>
              <a:t>And these are the days of the harvest</a:t>
            </a:r>
          </a:p>
          <a:p>
            <a:pPr eaLnBrk="1" hangingPunct="1"/>
            <a:r>
              <a:rPr lang="fr-FR" altLang="fr-FR" smtClean="0"/>
              <a:t>17-  C'EST LE TEMPS DE LA GRANDE MOISSON </a:t>
            </a:r>
          </a:p>
          <a:p>
            <a:pPr eaLnBrk="1" hangingPunct="1"/>
            <a:r>
              <a:rPr lang="fr-FR" altLang="fr-FR" smtClean="0"/>
              <a:t>The fields are as white in Your world</a:t>
            </a:r>
          </a:p>
          <a:p>
            <a:pPr eaLnBrk="1" hangingPunct="1"/>
            <a:r>
              <a:rPr lang="fr-FR" altLang="fr-FR" smtClean="0"/>
              <a:t>18-  NOUS SOMMES LES OUVRIERS DE TA VIGNE, SEIGNEUR</a:t>
            </a:r>
          </a:p>
          <a:p>
            <a:pPr eaLnBrk="1" hangingPunct="1"/>
            <a:r>
              <a:rPr lang="fr-FR" altLang="fr-FR" smtClean="0"/>
              <a:t>And we are the laborers in your vineyard</a:t>
            </a:r>
          </a:p>
          <a:p>
            <a:pPr eaLnBrk="1" hangingPunct="1"/>
            <a:r>
              <a:rPr lang="fr-FR" altLang="fr-FR" smtClean="0"/>
              <a:t>19-  DÉCLARANT LA PAROLE DU SEIGNEUR</a:t>
            </a:r>
          </a:p>
          <a:p>
            <a:pPr eaLnBrk="1" hangingPunct="1"/>
            <a:r>
              <a:rPr lang="fr-FR" altLang="fr-FR" smtClean="0"/>
              <a:t>Declaring the word of the Lord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	Refrain:</a:t>
            </a:r>
          </a:p>
          <a:p>
            <a:pPr eaLnBrk="1" hangingPunct="1"/>
            <a:r>
              <a:rPr lang="fr-FR" altLang="fr-FR" smtClean="0"/>
              <a:t>	20-  GLORIEUX IL VIENT AU-DESSUS DES CIEUX</a:t>
            </a:r>
          </a:p>
          <a:p>
            <a:pPr eaLnBrk="1" hangingPunct="1"/>
            <a:r>
              <a:rPr lang="fr-FR" altLang="fr-FR" smtClean="0"/>
              <a:t>	Behold He comes Riding on the clouds</a:t>
            </a:r>
          </a:p>
          <a:p>
            <a:pPr eaLnBrk="1" hangingPunct="1"/>
            <a:r>
              <a:rPr lang="fr-FR" altLang="fr-FR" smtClean="0"/>
              <a:t>	21-  BRILLANT COMME LE SOLEIL AU SON DES TROMPETTES</a:t>
            </a:r>
          </a:p>
          <a:p>
            <a:pPr eaLnBrk="1" hangingPunct="1"/>
            <a:r>
              <a:rPr lang="fr-FR" altLang="fr-FR" smtClean="0"/>
              <a:t>	Shining like the sun at the trumpet call</a:t>
            </a:r>
          </a:p>
          <a:p>
            <a:pPr eaLnBrk="1" hangingPunct="1"/>
            <a:r>
              <a:rPr lang="fr-FR" altLang="fr-FR" smtClean="0"/>
              <a:t>	22-  ÉLÈVE TA VOIX C’EST L’ANNÉE DE JUBILÉ 	</a:t>
            </a:r>
          </a:p>
          <a:p>
            <a:pPr eaLnBrk="1" hangingPunct="1"/>
            <a:r>
              <a:rPr lang="fr-FR" altLang="fr-FR" smtClean="0"/>
              <a:t>	Lift your voice it’s the year of jubilee</a:t>
            </a:r>
          </a:p>
          <a:p>
            <a:pPr eaLnBrk="1" hangingPunct="1"/>
            <a:r>
              <a:rPr lang="fr-FR" altLang="fr-FR" smtClean="0"/>
              <a:t>	23-  ET DU MONT SION LE SALUT VIENT                   X2</a:t>
            </a:r>
          </a:p>
          <a:p>
            <a:pPr eaLnBrk="1" hangingPunct="1"/>
            <a:r>
              <a:rPr lang="fr-FR" altLang="fr-FR" smtClean="0"/>
              <a:t>	And out of Zion’s hill salvation comes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24-  NUL N'EST SEMBLABLE À YAHVÉ</a:t>
            </a:r>
          </a:p>
          <a:p>
            <a:pPr eaLnBrk="1" hangingPunct="1"/>
            <a:r>
              <a:rPr lang="fr-FR" altLang="fr-FR" smtClean="0"/>
              <a:t>There’s no God like Jehovah</a:t>
            </a:r>
          </a:p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1-  VOICI VENUS LES JOURS D’ÉLIE DÉCLARANT LA PAROLE DU SEIGNEUR</a:t>
            </a:r>
          </a:p>
          <a:p>
            <a:r>
              <a:rPr lang="fr-FR" altLang="fr-FR" smtClean="0"/>
              <a:t>These are the days of Elijah Declaring the Word of the Lord</a:t>
            </a:r>
          </a:p>
          <a:p>
            <a:r>
              <a:rPr lang="fr-FR" altLang="fr-FR" smtClean="0"/>
              <a:t> 2-  VOICI LES JOURS DE TON SERVITEUR MOÏSE</a:t>
            </a:r>
          </a:p>
          <a:p>
            <a:r>
              <a:rPr lang="fr-FR" altLang="fr-FR" smtClean="0"/>
              <a:t>And these are the days of your servant Moses</a:t>
            </a:r>
          </a:p>
          <a:p>
            <a:r>
              <a:rPr lang="fr-FR" altLang="fr-FR" smtClean="0"/>
              <a:t>3-  LA JUSTICE EST DANS MON CŒUR</a:t>
            </a:r>
          </a:p>
          <a:p>
            <a:r>
              <a:rPr lang="fr-FR" altLang="fr-FR" smtClean="0"/>
              <a:t>Righteousness being restored</a:t>
            </a:r>
          </a:p>
          <a:p>
            <a:endParaRPr lang="fr-FR" altLang="fr-FR" smtClean="0"/>
          </a:p>
          <a:p>
            <a:r>
              <a:rPr lang="fr-FR" altLang="fr-FR" smtClean="0"/>
              <a:t>4-  ET PENDANT CES JOURS DE GRANDE ÉPREUVE</a:t>
            </a:r>
          </a:p>
          <a:p>
            <a:r>
              <a:rPr lang="fr-FR" altLang="fr-FR" smtClean="0"/>
              <a:t>And though these are days of great trial</a:t>
            </a:r>
          </a:p>
          <a:p>
            <a:r>
              <a:rPr lang="fr-FR" altLang="fr-FR" smtClean="0"/>
              <a:t>5-  DE FAMINE, DE TÉNÈBRE ET SOIF</a:t>
            </a:r>
          </a:p>
          <a:p>
            <a:r>
              <a:rPr lang="fr-FR" altLang="fr-FR" smtClean="0"/>
              <a:t>Of famine and darkness and sword</a:t>
            </a:r>
          </a:p>
          <a:p>
            <a:r>
              <a:rPr lang="fr-FR" altLang="fr-FR" smtClean="0"/>
              <a:t>6-  NOUS SOMMES CETTE VOIX DANS LE DÉSERT QUI CRIE</a:t>
            </a:r>
          </a:p>
          <a:p>
            <a:r>
              <a:rPr lang="fr-FR" altLang="fr-FR" smtClean="0"/>
              <a:t>Still we are the voice in the desert crying</a:t>
            </a:r>
          </a:p>
          <a:p>
            <a:r>
              <a:rPr lang="fr-FR" altLang="fr-FR" smtClean="0"/>
              <a:t>7-  PRÉPAREZ LE CHEMIN DU SEIGNEUR</a:t>
            </a:r>
          </a:p>
          <a:p>
            <a:r>
              <a:rPr lang="fr-FR" altLang="fr-FR" smtClean="0"/>
              <a:t>Prepare ye the way of the Lord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GLORIEUX IL VIENT AU-DESSUS DES CIEUX</a:t>
            </a:r>
          </a:p>
          <a:p>
            <a:r>
              <a:rPr lang="fr-FR" altLang="fr-FR" smtClean="0"/>
              <a:t>	Behold He comes Riding on the clouds</a:t>
            </a:r>
          </a:p>
          <a:p>
            <a:r>
              <a:rPr lang="fr-FR" altLang="fr-FR" smtClean="0"/>
              <a:t>	9-  BRILLANT COMME LE SOLEIL AU SON DES TROMPETTES</a:t>
            </a:r>
          </a:p>
          <a:p>
            <a:r>
              <a:rPr lang="fr-FR" altLang="fr-FR" smtClean="0"/>
              <a:t>	Shining like the sun at the trumpet call</a:t>
            </a:r>
          </a:p>
          <a:p>
            <a:r>
              <a:rPr lang="fr-FR" altLang="fr-FR" smtClean="0"/>
              <a:t>	10-  ÉLÈVE TA VOIX C’EST L’ANNÉE DE JUBILÉ 	</a:t>
            </a:r>
          </a:p>
          <a:p>
            <a:r>
              <a:rPr lang="fr-FR" altLang="fr-FR" smtClean="0"/>
              <a:t>	Lift your voice it’s the year of jubilee</a:t>
            </a:r>
          </a:p>
          <a:p>
            <a:r>
              <a:rPr lang="fr-FR" altLang="fr-FR" smtClean="0"/>
              <a:t>	11-  ET DU MONT SION LE SALUT VIENT                   X2</a:t>
            </a:r>
          </a:p>
          <a:p>
            <a:r>
              <a:rPr lang="fr-FR" altLang="fr-FR" smtClean="0"/>
              <a:t>	And out of Zion’s hill salvation comes</a:t>
            </a:r>
          </a:p>
          <a:p>
            <a:endParaRPr lang="fr-FR" altLang="fr-FR" smtClean="0"/>
          </a:p>
          <a:p>
            <a:r>
              <a:rPr lang="fr-FR" altLang="fr-FR" smtClean="0"/>
              <a:t>12-  VOICI LES JOURS DE TON PROPHÈTE</a:t>
            </a:r>
          </a:p>
          <a:p>
            <a:r>
              <a:rPr lang="fr-FR" altLang="fr-FR" smtClean="0"/>
              <a:t>These are the days of Ezekiel</a:t>
            </a:r>
          </a:p>
          <a:p>
            <a:r>
              <a:rPr lang="fr-FR" altLang="fr-FR" smtClean="0"/>
              <a:t>13-  LES OSSEMENTS SONT DEVENUS CHAIR</a:t>
            </a:r>
          </a:p>
          <a:p>
            <a:r>
              <a:rPr lang="fr-FR" altLang="fr-FR" smtClean="0"/>
              <a:t>The dry bones becoming as flesh</a:t>
            </a:r>
          </a:p>
          <a:p>
            <a:r>
              <a:rPr lang="fr-FR" altLang="fr-FR" smtClean="0"/>
              <a:t>14-  VOICI LES JOURS DE TON SERVITEUR DAVID</a:t>
            </a:r>
          </a:p>
          <a:p>
            <a:r>
              <a:rPr lang="fr-FR" altLang="fr-FR" smtClean="0"/>
              <a:t>And these are the days of your servant David</a:t>
            </a:r>
          </a:p>
          <a:p>
            <a:r>
              <a:rPr lang="fr-FR" altLang="fr-FR" smtClean="0"/>
              <a:t>15-  CONSTRUISANT UN TEMPLE DE LOUANGES</a:t>
            </a:r>
          </a:p>
          <a:p>
            <a:r>
              <a:rPr lang="fr-FR" altLang="fr-FR" smtClean="0"/>
              <a:t>Rebuilding a temple of praise</a:t>
            </a:r>
          </a:p>
          <a:p>
            <a:endParaRPr lang="fr-FR" altLang="fr-FR" smtClean="0"/>
          </a:p>
          <a:p>
            <a:r>
              <a:rPr lang="fr-FR" altLang="fr-FR" smtClean="0"/>
              <a:t>16-  VOICI LES JOURS DE LA RÉCOLTE</a:t>
            </a:r>
          </a:p>
          <a:p>
            <a:r>
              <a:rPr lang="fr-FR" altLang="fr-FR" smtClean="0"/>
              <a:t>And these are the days of the harvest</a:t>
            </a:r>
          </a:p>
          <a:p>
            <a:r>
              <a:rPr lang="fr-FR" altLang="fr-FR" smtClean="0"/>
              <a:t>17-  C'EST LE TEMPS DE LA GRANDE MOISSON </a:t>
            </a:r>
          </a:p>
          <a:p>
            <a:r>
              <a:rPr lang="fr-FR" altLang="fr-FR" smtClean="0"/>
              <a:t>The fields are as white in Your world</a:t>
            </a:r>
          </a:p>
          <a:p>
            <a:r>
              <a:rPr lang="fr-FR" altLang="fr-FR" smtClean="0"/>
              <a:t>18-  NOUS SOMMES LES OUVRIERS DE TA VIGNE, SEIGNEUR</a:t>
            </a:r>
          </a:p>
          <a:p>
            <a:r>
              <a:rPr lang="fr-FR" altLang="fr-FR" smtClean="0"/>
              <a:t>And we are the laborers in your vineyard</a:t>
            </a:r>
          </a:p>
          <a:p>
            <a:r>
              <a:rPr lang="fr-FR" altLang="fr-FR" smtClean="0"/>
              <a:t>19-  DÉCLARANT LA PAROLE DU SEIGNEUR</a:t>
            </a:r>
          </a:p>
          <a:p>
            <a:r>
              <a:rPr lang="fr-FR" altLang="fr-FR" smtClean="0"/>
              <a:t>Declaring the word of the Lord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20-  GLORIEUX IL VIENT AU-DESSUS DES CIEUX</a:t>
            </a:r>
          </a:p>
          <a:p>
            <a:r>
              <a:rPr lang="fr-FR" altLang="fr-FR" smtClean="0"/>
              <a:t>	Behold He comes Riding on the clouds</a:t>
            </a:r>
          </a:p>
          <a:p>
            <a:r>
              <a:rPr lang="fr-FR" altLang="fr-FR" smtClean="0"/>
              <a:t>	21-  BRILLANT COMME LE SOLEIL AU SON DES TROMPETTES</a:t>
            </a:r>
          </a:p>
          <a:p>
            <a:r>
              <a:rPr lang="fr-FR" altLang="fr-FR" smtClean="0"/>
              <a:t>	Shining like the sun at the trumpet call</a:t>
            </a:r>
          </a:p>
          <a:p>
            <a:r>
              <a:rPr lang="fr-FR" altLang="fr-FR" smtClean="0"/>
              <a:t>	22-  ÉLÈVE TA VOIX C’EST L’ANNÉE DE JUBILÉ 	</a:t>
            </a:r>
          </a:p>
          <a:p>
            <a:r>
              <a:rPr lang="fr-FR" altLang="fr-FR" smtClean="0"/>
              <a:t>	Lift your voice it’s the year of jubilee</a:t>
            </a:r>
          </a:p>
          <a:p>
            <a:r>
              <a:rPr lang="fr-FR" altLang="fr-FR" smtClean="0"/>
              <a:t>	23-  ET DU MONT SION LE SALUT VIENT                   X2</a:t>
            </a:r>
          </a:p>
          <a:p>
            <a:r>
              <a:rPr lang="fr-FR" altLang="fr-FR" smtClean="0"/>
              <a:t>	And out of Zion’s hill salvation comes</a:t>
            </a:r>
          </a:p>
          <a:p>
            <a:endParaRPr lang="fr-FR" altLang="fr-FR" smtClean="0"/>
          </a:p>
          <a:p>
            <a:r>
              <a:rPr lang="fr-FR" altLang="fr-FR" smtClean="0"/>
              <a:t>24-  NUL N'EST SEMBLABLE À YAHVÉ</a:t>
            </a:r>
          </a:p>
          <a:p>
            <a:r>
              <a:rPr lang="fr-FR" altLang="fr-FR" smtClean="0"/>
              <a:t>There’s no God like Jehovah</a:t>
            </a:r>
          </a:p>
          <a:p>
            <a:endParaRPr lang="fr-FR" altLang="fr-FR" smtClean="0"/>
          </a:p>
        </p:txBody>
      </p:sp>
      <p:sp>
        <p:nvSpPr>
          <p:cNvPr id="3993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altLang="fr-FR" smtClean="0"/>
              <a:t>	REFRAIN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1-  VOICI VENUS LES JOURS D’ÉLIE DÉCLARANT LA PAROLE DU SEIGNEUR</a:t>
            </a:r>
          </a:p>
          <a:p>
            <a:pPr eaLnBrk="1" hangingPunct="1"/>
            <a:r>
              <a:rPr lang="fr-FR" altLang="fr-FR" smtClean="0"/>
              <a:t>These are the days of Elijah Declaring the Word of the Lord</a:t>
            </a:r>
          </a:p>
          <a:p>
            <a:pPr eaLnBrk="1" hangingPunct="1"/>
            <a:r>
              <a:rPr lang="fr-FR" altLang="fr-FR" smtClean="0"/>
              <a:t> 2-  VOICI LES JOURS DE TON SERVITEUR MOÏSE</a:t>
            </a:r>
          </a:p>
          <a:p>
            <a:pPr eaLnBrk="1" hangingPunct="1"/>
            <a:r>
              <a:rPr lang="fr-FR" altLang="fr-FR" smtClean="0"/>
              <a:t>And these are the days of your servant Moses</a:t>
            </a:r>
          </a:p>
          <a:p>
            <a:pPr eaLnBrk="1" hangingPunct="1"/>
            <a:r>
              <a:rPr lang="fr-FR" altLang="fr-FR" smtClean="0"/>
              <a:t>3-  LA JUSTICE EST DANS MON CŒUR</a:t>
            </a:r>
          </a:p>
          <a:p>
            <a:pPr eaLnBrk="1" hangingPunct="1"/>
            <a:r>
              <a:rPr lang="fr-FR" altLang="fr-FR" smtClean="0"/>
              <a:t>Righteousness being restored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4-  ET PENDANT CES JOURS DE GRANDE ÉPREUVE</a:t>
            </a:r>
          </a:p>
          <a:p>
            <a:pPr eaLnBrk="1" hangingPunct="1"/>
            <a:r>
              <a:rPr lang="fr-FR" altLang="fr-FR" smtClean="0"/>
              <a:t>And though these are days of great trial</a:t>
            </a:r>
          </a:p>
          <a:p>
            <a:pPr eaLnBrk="1" hangingPunct="1"/>
            <a:r>
              <a:rPr lang="fr-FR" altLang="fr-FR" smtClean="0"/>
              <a:t>5-  DE FAMINE, DE TÉNÈBRE ET SOIF</a:t>
            </a:r>
          </a:p>
          <a:p>
            <a:pPr eaLnBrk="1" hangingPunct="1"/>
            <a:r>
              <a:rPr lang="fr-FR" altLang="fr-FR" smtClean="0"/>
              <a:t>Of famine and darkness and sword</a:t>
            </a:r>
          </a:p>
          <a:p>
            <a:pPr eaLnBrk="1" hangingPunct="1"/>
            <a:r>
              <a:rPr lang="fr-FR" altLang="fr-FR" smtClean="0"/>
              <a:t>6-  NOUS SOMMES CETTE VOIX DANS LE DÉSERT QUI CRIE</a:t>
            </a:r>
          </a:p>
          <a:p>
            <a:pPr eaLnBrk="1" hangingPunct="1"/>
            <a:r>
              <a:rPr lang="fr-FR" altLang="fr-FR" smtClean="0"/>
              <a:t>Still we are the voice in the desert crying</a:t>
            </a:r>
          </a:p>
          <a:p>
            <a:pPr eaLnBrk="1" hangingPunct="1"/>
            <a:r>
              <a:rPr lang="fr-FR" altLang="fr-FR" smtClean="0"/>
              <a:t>7-  PRÉPAREZ LE CHEMIN DU SEIGNEUR</a:t>
            </a:r>
          </a:p>
          <a:p>
            <a:pPr eaLnBrk="1" hangingPunct="1"/>
            <a:r>
              <a:rPr lang="fr-FR" altLang="fr-FR" smtClean="0"/>
              <a:t>Prepare ye the way of the Lord</a:t>
            </a:r>
          </a:p>
          <a:p>
            <a:pPr eaLnBrk="1" hangingPunct="1"/>
            <a:r>
              <a:rPr lang="fr-FR" altLang="fr-FR" smtClean="0"/>
              <a:t>	</a:t>
            </a:r>
          </a:p>
          <a:p>
            <a:pPr eaLnBrk="1" hangingPunct="1"/>
            <a:r>
              <a:rPr lang="fr-FR" altLang="fr-FR" smtClean="0"/>
              <a:t>	Refrain:</a:t>
            </a:r>
          </a:p>
          <a:p>
            <a:pPr eaLnBrk="1" hangingPunct="1"/>
            <a:r>
              <a:rPr lang="fr-FR" altLang="fr-FR" smtClean="0"/>
              <a:t>	8-  GLORIEUX IL VIENT AU-DESSUS DES CIEUX</a:t>
            </a:r>
          </a:p>
          <a:p>
            <a:pPr eaLnBrk="1" hangingPunct="1"/>
            <a:r>
              <a:rPr lang="fr-FR" altLang="fr-FR" smtClean="0"/>
              <a:t>	Behold He comes Riding on the clouds</a:t>
            </a:r>
          </a:p>
          <a:p>
            <a:pPr eaLnBrk="1" hangingPunct="1"/>
            <a:r>
              <a:rPr lang="fr-FR" altLang="fr-FR" smtClean="0"/>
              <a:t>	9-  BRILLANT COMME LE SOLEIL AU SON DES TROMPETTES</a:t>
            </a:r>
          </a:p>
          <a:p>
            <a:pPr eaLnBrk="1" hangingPunct="1"/>
            <a:r>
              <a:rPr lang="fr-FR" altLang="fr-FR" smtClean="0"/>
              <a:t>	Shining like the sun at the trumpet call</a:t>
            </a:r>
          </a:p>
          <a:p>
            <a:pPr eaLnBrk="1" hangingPunct="1"/>
            <a:r>
              <a:rPr lang="fr-FR" altLang="fr-FR" smtClean="0"/>
              <a:t>	10-  ÉLÈVE TA VOIX C’EST L’ANNÉE DE JUBILÉ 	</a:t>
            </a:r>
          </a:p>
          <a:p>
            <a:pPr eaLnBrk="1" hangingPunct="1"/>
            <a:r>
              <a:rPr lang="fr-FR" altLang="fr-FR" smtClean="0"/>
              <a:t>	Lift your voice it’s the year of jubilee</a:t>
            </a:r>
          </a:p>
          <a:p>
            <a:pPr eaLnBrk="1" hangingPunct="1"/>
            <a:r>
              <a:rPr lang="fr-FR" altLang="fr-FR" smtClean="0"/>
              <a:t>	11-  ET DU MONT SION LE SALUT VIENT                   X2</a:t>
            </a:r>
          </a:p>
          <a:p>
            <a:pPr eaLnBrk="1" hangingPunct="1"/>
            <a:r>
              <a:rPr lang="fr-FR" altLang="fr-FR" smtClean="0"/>
              <a:t>	And out of Zion’s hill salvation comes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12-  VOICI LES JOURS DE TON PROPHÈTE</a:t>
            </a:r>
          </a:p>
          <a:p>
            <a:pPr eaLnBrk="1" hangingPunct="1"/>
            <a:r>
              <a:rPr lang="fr-FR" altLang="fr-FR" smtClean="0"/>
              <a:t>These are the days of Ezekiel</a:t>
            </a:r>
          </a:p>
          <a:p>
            <a:pPr eaLnBrk="1" hangingPunct="1"/>
            <a:r>
              <a:rPr lang="fr-FR" altLang="fr-FR" smtClean="0"/>
              <a:t>13-  LES OSSEMENTS SONT DEVENUS CHAIR</a:t>
            </a:r>
          </a:p>
          <a:p>
            <a:pPr eaLnBrk="1" hangingPunct="1"/>
            <a:r>
              <a:rPr lang="fr-FR" altLang="fr-FR" smtClean="0"/>
              <a:t>The dry bones becoming as flesh</a:t>
            </a:r>
          </a:p>
          <a:p>
            <a:pPr eaLnBrk="1" hangingPunct="1"/>
            <a:r>
              <a:rPr lang="fr-FR" altLang="fr-FR" smtClean="0"/>
              <a:t>14-  VOICI LES JOURS DE TON SERVITEUR DAVID</a:t>
            </a:r>
          </a:p>
          <a:p>
            <a:pPr eaLnBrk="1" hangingPunct="1"/>
            <a:r>
              <a:rPr lang="fr-FR" altLang="fr-FR" smtClean="0"/>
              <a:t>And these are the days of your servant David</a:t>
            </a:r>
          </a:p>
          <a:p>
            <a:pPr eaLnBrk="1" hangingPunct="1"/>
            <a:r>
              <a:rPr lang="fr-FR" altLang="fr-FR" smtClean="0"/>
              <a:t>15-  CONSTRUISANT UN TEMPLE DE LOUANGES</a:t>
            </a:r>
          </a:p>
          <a:p>
            <a:pPr eaLnBrk="1" hangingPunct="1"/>
            <a:r>
              <a:rPr lang="fr-FR" altLang="fr-FR" smtClean="0"/>
              <a:t>Rebuilding a temple of praise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16-  VOICI LES JOURS DE LA RÉCOLTE</a:t>
            </a:r>
          </a:p>
          <a:p>
            <a:pPr eaLnBrk="1" hangingPunct="1"/>
            <a:r>
              <a:rPr lang="fr-FR" altLang="fr-FR" smtClean="0"/>
              <a:t>And these are the days of the harvest</a:t>
            </a:r>
          </a:p>
          <a:p>
            <a:pPr eaLnBrk="1" hangingPunct="1"/>
            <a:r>
              <a:rPr lang="fr-FR" altLang="fr-FR" smtClean="0"/>
              <a:t>17-  C'EST LE TEMPS DE LA GRANDE MOISSON </a:t>
            </a:r>
          </a:p>
          <a:p>
            <a:pPr eaLnBrk="1" hangingPunct="1"/>
            <a:r>
              <a:rPr lang="fr-FR" altLang="fr-FR" smtClean="0"/>
              <a:t>The fields are as white in Your world</a:t>
            </a:r>
          </a:p>
          <a:p>
            <a:pPr eaLnBrk="1" hangingPunct="1"/>
            <a:r>
              <a:rPr lang="fr-FR" altLang="fr-FR" smtClean="0"/>
              <a:t>18-  NOUS SOMMES LES OUVRIERS DE TA VIGNE, SEIGNEUR</a:t>
            </a:r>
          </a:p>
          <a:p>
            <a:pPr eaLnBrk="1" hangingPunct="1"/>
            <a:r>
              <a:rPr lang="fr-FR" altLang="fr-FR" smtClean="0"/>
              <a:t>And we are the laborers in your vineyard</a:t>
            </a:r>
          </a:p>
          <a:p>
            <a:pPr eaLnBrk="1" hangingPunct="1"/>
            <a:r>
              <a:rPr lang="fr-FR" altLang="fr-FR" smtClean="0"/>
              <a:t>19-  DÉCLARANT LA PAROLE DU SEIGNEUR</a:t>
            </a:r>
          </a:p>
          <a:p>
            <a:pPr eaLnBrk="1" hangingPunct="1"/>
            <a:r>
              <a:rPr lang="fr-FR" altLang="fr-FR" smtClean="0"/>
              <a:t>Declaring the word of the Lord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	Refrain:</a:t>
            </a:r>
          </a:p>
          <a:p>
            <a:pPr eaLnBrk="1" hangingPunct="1"/>
            <a:r>
              <a:rPr lang="fr-FR" altLang="fr-FR" smtClean="0"/>
              <a:t>	20-  GLORIEUX IL VIENT AU-DESSUS DES CIEUX</a:t>
            </a:r>
          </a:p>
          <a:p>
            <a:pPr eaLnBrk="1" hangingPunct="1"/>
            <a:r>
              <a:rPr lang="fr-FR" altLang="fr-FR" smtClean="0"/>
              <a:t>	Behold He comes Riding on the clouds</a:t>
            </a:r>
          </a:p>
          <a:p>
            <a:pPr eaLnBrk="1" hangingPunct="1"/>
            <a:r>
              <a:rPr lang="fr-FR" altLang="fr-FR" smtClean="0"/>
              <a:t>	21-  BRILLANT COMME LE SOLEIL AU SON DES TROMPETTES</a:t>
            </a:r>
          </a:p>
          <a:p>
            <a:pPr eaLnBrk="1" hangingPunct="1"/>
            <a:r>
              <a:rPr lang="fr-FR" altLang="fr-FR" smtClean="0"/>
              <a:t>	Shining like the sun at the trumpet call</a:t>
            </a:r>
          </a:p>
          <a:p>
            <a:pPr eaLnBrk="1" hangingPunct="1"/>
            <a:r>
              <a:rPr lang="fr-FR" altLang="fr-FR" smtClean="0"/>
              <a:t>	22-  ÉLÈVE TA VOIX C’EST L’ANNÉE DE JUBILÉ 	</a:t>
            </a:r>
          </a:p>
          <a:p>
            <a:pPr eaLnBrk="1" hangingPunct="1"/>
            <a:r>
              <a:rPr lang="fr-FR" altLang="fr-FR" smtClean="0"/>
              <a:t>	Lift your voice it’s the year of jubilee</a:t>
            </a:r>
          </a:p>
          <a:p>
            <a:pPr eaLnBrk="1" hangingPunct="1"/>
            <a:r>
              <a:rPr lang="fr-FR" altLang="fr-FR" smtClean="0"/>
              <a:t>	23-  ET DU MONT SION LE SALUT VIENT                   X2</a:t>
            </a:r>
          </a:p>
          <a:p>
            <a:pPr eaLnBrk="1" hangingPunct="1"/>
            <a:r>
              <a:rPr lang="fr-FR" altLang="fr-FR" smtClean="0"/>
              <a:t>	And out of Zion’s hill salvation comes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24-  NUL N'EST SEMBLABLE À YAHVÉ</a:t>
            </a:r>
          </a:p>
          <a:p>
            <a:pPr eaLnBrk="1" hangingPunct="1"/>
            <a:r>
              <a:rPr lang="fr-FR" altLang="fr-FR" smtClean="0"/>
              <a:t>There’s no God like Jehovah</a:t>
            </a:r>
          </a:p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1-  VOICI VENUS LES JOURS D’ÉLIE DÉCLARANT LA PAROLE DU SEIGNEUR</a:t>
            </a:r>
          </a:p>
          <a:p>
            <a:r>
              <a:rPr lang="fr-FR" altLang="fr-FR" smtClean="0"/>
              <a:t>These are the days of Elijah Declaring the Word of the Lord</a:t>
            </a:r>
          </a:p>
          <a:p>
            <a:r>
              <a:rPr lang="fr-FR" altLang="fr-FR" smtClean="0"/>
              <a:t> 2-  VOICI LES JOURS DE TON SERVITEUR MOÏSE</a:t>
            </a:r>
          </a:p>
          <a:p>
            <a:r>
              <a:rPr lang="fr-FR" altLang="fr-FR" smtClean="0"/>
              <a:t>And these are the days of your servant Moses</a:t>
            </a:r>
          </a:p>
          <a:p>
            <a:r>
              <a:rPr lang="fr-FR" altLang="fr-FR" smtClean="0"/>
              <a:t>3-  LA JUSTICE EST DANS MON CŒUR</a:t>
            </a:r>
          </a:p>
          <a:p>
            <a:r>
              <a:rPr lang="fr-FR" altLang="fr-FR" smtClean="0"/>
              <a:t>Righteousness being restored</a:t>
            </a:r>
          </a:p>
          <a:p>
            <a:endParaRPr lang="fr-FR" altLang="fr-FR" smtClean="0"/>
          </a:p>
          <a:p>
            <a:r>
              <a:rPr lang="fr-FR" altLang="fr-FR" smtClean="0"/>
              <a:t>4-  ET PENDANT CES JOURS DE GRANDE ÉPREUVE</a:t>
            </a:r>
          </a:p>
          <a:p>
            <a:r>
              <a:rPr lang="fr-FR" altLang="fr-FR" smtClean="0"/>
              <a:t>And though these are days of great trial</a:t>
            </a:r>
          </a:p>
          <a:p>
            <a:r>
              <a:rPr lang="fr-FR" altLang="fr-FR" smtClean="0"/>
              <a:t>5-  DE FAMINE, DE TÉNÈBRE ET SOIF</a:t>
            </a:r>
          </a:p>
          <a:p>
            <a:r>
              <a:rPr lang="fr-FR" altLang="fr-FR" smtClean="0"/>
              <a:t>Of famine and darkness and sword</a:t>
            </a:r>
          </a:p>
          <a:p>
            <a:r>
              <a:rPr lang="fr-FR" altLang="fr-FR" smtClean="0"/>
              <a:t>6-  NOUS SOMMES CETTE VOIX DANS LE DÉSERT QUI CRIE</a:t>
            </a:r>
          </a:p>
          <a:p>
            <a:r>
              <a:rPr lang="fr-FR" altLang="fr-FR" smtClean="0"/>
              <a:t>Still we are the voice in the desert crying</a:t>
            </a:r>
          </a:p>
          <a:p>
            <a:r>
              <a:rPr lang="fr-FR" altLang="fr-FR" smtClean="0"/>
              <a:t>7-  PRÉPAREZ LE CHEMIN DU SEIGNEUR</a:t>
            </a:r>
          </a:p>
          <a:p>
            <a:r>
              <a:rPr lang="fr-FR" altLang="fr-FR" smtClean="0"/>
              <a:t>Prepare ye the way of the Lord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GLORIEUX IL VIENT AU-DESSUS DES CIEUX</a:t>
            </a:r>
          </a:p>
          <a:p>
            <a:r>
              <a:rPr lang="fr-FR" altLang="fr-FR" smtClean="0"/>
              <a:t>	Behold He comes Riding on the clouds</a:t>
            </a:r>
          </a:p>
          <a:p>
            <a:r>
              <a:rPr lang="fr-FR" altLang="fr-FR" smtClean="0"/>
              <a:t>	9-  BRILLANT COMME LE SOLEIL AU SON DES TROMPETTES</a:t>
            </a:r>
          </a:p>
          <a:p>
            <a:r>
              <a:rPr lang="fr-FR" altLang="fr-FR" smtClean="0"/>
              <a:t>	Shining like the sun at the trumpet call</a:t>
            </a:r>
          </a:p>
          <a:p>
            <a:r>
              <a:rPr lang="fr-FR" altLang="fr-FR" smtClean="0"/>
              <a:t>	10-  ÉLÈVE TA VOIX C’EST L’ANNÉE DE JUBILÉ 	</a:t>
            </a:r>
          </a:p>
          <a:p>
            <a:r>
              <a:rPr lang="fr-FR" altLang="fr-FR" smtClean="0"/>
              <a:t>	Lift your voice it’s the year of jubilee</a:t>
            </a:r>
          </a:p>
          <a:p>
            <a:r>
              <a:rPr lang="fr-FR" altLang="fr-FR" smtClean="0"/>
              <a:t>	11-  ET DU MONT SION LE SALUT VIENT                   X2</a:t>
            </a:r>
          </a:p>
          <a:p>
            <a:r>
              <a:rPr lang="fr-FR" altLang="fr-FR" smtClean="0"/>
              <a:t>	And out of Zion’s hill salvation comes</a:t>
            </a:r>
          </a:p>
          <a:p>
            <a:endParaRPr lang="fr-FR" altLang="fr-FR" smtClean="0"/>
          </a:p>
          <a:p>
            <a:r>
              <a:rPr lang="fr-FR" altLang="fr-FR" smtClean="0"/>
              <a:t>12-  VOICI LES JOURS DE TON PROPHÈTE</a:t>
            </a:r>
          </a:p>
          <a:p>
            <a:r>
              <a:rPr lang="fr-FR" altLang="fr-FR" smtClean="0"/>
              <a:t>These are the days of Ezekiel</a:t>
            </a:r>
          </a:p>
          <a:p>
            <a:r>
              <a:rPr lang="fr-FR" altLang="fr-FR" smtClean="0"/>
              <a:t>13-  LES OSSEMENTS SONT DEVENUS CHAIR</a:t>
            </a:r>
          </a:p>
          <a:p>
            <a:r>
              <a:rPr lang="fr-FR" altLang="fr-FR" smtClean="0"/>
              <a:t>The dry bones becoming as flesh</a:t>
            </a:r>
          </a:p>
          <a:p>
            <a:r>
              <a:rPr lang="fr-FR" altLang="fr-FR" smtClean="0"/>
              <a:t>14-  VOICI LES JOURS DE TON SERVITEUR DAVID</a:t>
            </a:r>
          </a:p>
          <a:p>
            <a:r>
              <a:rPr lang="fr-FR" altLang="fr-FR" smtClean="0"/>
              <a:t>And these are the days of your servant David</a:t>
            </a:r>
          </a:p>
          <a:p>
            <a:r>
              <a:rPr lang="fr-FR" altLang="fr-FR" smtClean="0"/>
              <a:t>15-  CONSTRUISANT UN TEMPLE DE LOUANGES</a:t>
            </a:r>
          </a:p>
          <a:p>
            <a:r>
              <a:rPr lang="fr-FR" altLang="fr-FR" smtClean="0"/>
              <a:t>Rebuilding a temple of praise</a:t>
            </a:r>
          </a:p>
          <a:p>
            <a:endParaRPr lang="fr-FR" altLang="fr-FR" smtClean="0"/>
          </a:p>
          <a:p>
            <a:r>
              <a:rPr lang="fr-FR" altLang="fr-FR" smtClean="0"/>
              <a:t>16-  VOICI LES JOURS DE LA RÉCOLTE</a:t>
            </a:r>
          </a:p>
          <a:p>
            <a:r>
              <a:rPr lang="fr-FR" altLang="fr-FR" smtClean="0"/>
              <a:t>And these are the days of the harvest</a:t>
            </a:r>
          </a:p>
          <a:p>
            <a:r>
              <a:rPr lang="fr-FR" altLang="fr-FR" smtClean="0"/>
              <a:t>17-  C'EST LE TEMPS DE LA GRANDE MOISSON </a:t>
            </a:r>
          </a:p>
          <a:p>
            <a:r>
              <a:rPr lang="fr-FR" altLang="fr-FR" smtClean="0"/>
              <a:t>The fields are as white in Your world</a:t>
            </a:r>
          </a:p>
          <a:p>
            <a:r>
              <a:rPr lang="fr-FR" altLang="fr-FR" smtClean="0"/>
              <a:t>18-  NOUS SOMMES LES OUVRIERS DE TA VIGNE, SEIGNEUR</a:t>
            </a:r>
          </a:p>
          <a:p>
            <a:r>
              <a:rPr lang="fr-FR" altLang="fr-FR" smtClean="0"/>
              <a:t>And we are the laborers in your vineyard</a:t>
            </a:r>
          </a:p>
          <a:p>
            <a:r>
              <a:rPr lang="fr-FR" altLang="fr-FR" smtClean="0"/>
              <a:t>19-  DÉCLARANT LA PAROLE DU SEIGNEUR</a:t>
            </a:r>
          </a:p>
          <a:p>
            <a:r>
              <a:rPr lang="fr-FR" altLang="fr-FR" smtClean="0"/>
              <a:t>Declaring the word of the Lord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20-  GLORIEUX IL VIENT AU-DESSUS DES CIEUX</a:t>
            </a:r>
          </a:p>
          <a:p>
            <a:r>
              <a:rPr lang="fr-FR" altLang="fr-FR" smtClean="0"/>
              <a:t>	Behold He comes Riding on the clouds</a:t>
            </a:r>
          </a:p>
          <a:p>
            <a:r>
              <a:rPr lang="fr-FR" altLang="fr-FR" smtClean="0"/>
              <a:t>	21-  BRILLANT COMME LE SOLEIL AU SON DES TROMPETTES</a:t>
            </a:r>
          </a:p>
          <a:p>
            <a:r>
              <a:rPr lang="fr-FR" altLang="fr-FR" smtClean="0"/>
              <a:t>	Shining like the sun at the trumpet call</a:t>
            </a:r>
          </a:p>
          <a:p>
            <a:r>
              <a:rPr lang="fr-FR" altLang="fr-FR" smtClean="0"/>
              <a:t>	22-  ÉLÈVE TA VOIX C’EST L’ANNÉE DE JUBILÉ 	</a:t>
            </a:r>
          </a:p>
          <a:p>
            <a:r>
              <a:rPr lang="fr-FR" altLang="fr-FR" smtClean="0"/>
              <a:t>	Lift your voice it’s the year of jubilee</a:t>
            </a:r>
          </a:p>
          <a:p>
            <a:r>
              <a:rPr lang="fr-FR" altLang="fr-FR" smtClean="0"/>
              <a:t>	23-  ET DU MONT SION LE SALUT VIENT                   X2</a:t>
            </a:r>
          </a:p>
          <a:p>
            <a:r>
              <a:rPr lang="fr-FR" altLang="fr-FR" smtClean="0"/>
              <a:t>	And out of Zion’s hill salvation comes</a:t>
            </a:r>
          </a:p>
          <a:p>
            <a:endParaRPr lang="fr-FR" altLang="fr-FR" smtClean="0"/>
          </a:p>
          <a:p>
            <a:r>
              <a:rPr lang="fr-FR" altLang="fr-FR" smtClean="0"/>
              <a:t>24-  NUL N'EST SEMBLABLE À YAHVÉ</a:t>
            </a:r>
          </a:p>
          <a:p>
            <a:r>
              <a:rPr lang="fr-FR" altLang="fr-FR" smtClean="0"/>
              <a:t>There’s no God like Jehovah</a:t>
            </a:r>
          </a:p>
          <a:p>
            <a:endParaRPr lang="fr-FR" altLang="fr-FR" smtClean="0"/>
          </a:p>
        </p:txBody>
      </p:sp>
      <p:sp>
        <p:nvSpPr>
          <p:cNvPr id="4096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altLang="fr-FR" smtClean="0"/>
              <a:t>	REFRAIN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1-  VOICI VENUS LES JOURS D’ÉLIE DÉCLARANT LA PAROLE DU SEIGNEUR</a:t>
            </a:r>
          </a:p>
          <a:p>
            <a:pPr eaLnBrk="1" hangingPunct="1"/>
            <a:r>
              <a:rPr lang="fr-FR" altLang="fr-FR" smtClean="0"/>
              <a:t>These are the days of Elijah Declaring the Word of the Lord</a:t>
            </a:r>
          </a:p>
          <a:p>
            <a:pPr eaLnBrk="1" hangingPunct="1"/>
            <a:r>
              <a:rPr lang="fr-FR" altLang="fr-FR" smtClean="0"/>
              <a:t> 2-  VOICI LES JOURS DE TON SERVITEUR MOÏSE</a:t>
            </a:r>
          </a:p>
          <a:p>
            <a:pPr eaLnBrk="1" hangingPunct="1"/>
            <a:r>
              <a:rPr lang="fr-FR" altLang="fr-FR" smtClean="0"/>
              <a:t>And these are the days of your servant Moses</a:t>
            </a:r>
          </a:p>
          <a:p>
            <a:pPr eaLnBrk="1" hangingPunct="1"/>
            <a:r>
              <a:rPr lang="fr-FR" altLang="fr-FR" smtClean="0"/>
              <a:t>3-  LA JUSTICE EST DANS MON CŒUR</a:t>
            </a:r>
          </a:p>
          <a:p>
            <a:pPr eaLnBrk="1" hangingPunct="1"/>
            <a:r>
              <a:rPr lang="fr-FR" altLang="fr-FR" smtClean="0"/>
              <a:t>Righteousness being restored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4-  ET PENDANT CES JOURS DE GRANDE ÉPREUVE</a:t>
            </a:r>
          </a:p>
          <a:p>
            <a:pPr eaLnBrk="1" hangingPunct="1"/>
            <a:r>
              <a:rPr lang="fr-FR" altLang="fr-FR" smtClean="0"/>
              <a:t>And though these are days of great trial</a:t>
            </a:r>
          </a:p>
          <a:p>
            <a:pPr eaLnBrk="1" hangingPunct="1"/>
            <a:r>
              <a:rPr lang="fr-FR" altLang="fr-FR" smtClean="0"/>
              <a:t>5-  DE FAMINE, DE TÉNÈBRE ET SOIF</a:t>
            </a:r>
          </a:p>
          <a:p>
            <a:pPr eaLnBrk="1" hangingPunct="1"/>
            <a:r>
              <a:rPr lang="fr-FR" altLang="fr-FR" smtClean="0"/>
              <a:t>Of famine and darkness and sword</a:t>
            </a:r>
          </a:p>
          <a:p>
            <a:pPr eaLnBrk="1" hangingPunct="1"/>
            <a:r>
              <a:rPr lang="fr-FR" altLang="fr-FR" smtClean="0"/>
              <a:t>6-  NOUS SOMMES CETTE VOIX DANS LE DÉSERT QUI CRIE</a:t>
            </a:r>
          </a:p>
          <a:p>
            <a:pPr eaLnBrk="1" hangingPunct="1"/>
            <a:r>
              <a:rPr lang="fr-FR" altLang="fr-FR" smtClean="0"/>
              <a:t>Still we are the voice in the desert crying</a:t>
            </a:r>
          </a:p>
          <a:p>
            <a:pPr eaLnBrk="1" hangingPunct="1"/>
            <a:r>
              <a:rPr lang="fr-FR" altLang="fr-FR" smtClean="0"/>
              <a:t>7-  PRÉPAREZ LE CHEMIN DU SEIGNEUR</a:t>
            </a:r>
          </a:p>
          <a:p>
            <a:pPr eaLnBrk="1" hangingPunct="1"/>
            <a:r>
              <a:rPr lang="fr-FR" altLang="fr-FR" smtClean="0"/>
              <a:t>Prepare ye the way of the Lord</a:t>
            </a:r>
          </a:p>
          <a:p>
            <a:pPr eaLnBrk="1" hangingPunct="1"/>
            <a:r>
              <a:rPr lang="fr-FR" altLang="fr-FR" smtClean="0"/>
              <a:t>	</a:t>
            </a:r>
          </a:p>
          <a:p>
            <a:pPr eaLnBrk="1" hangingPunct="1"/>
            <a:r>
              <a:rPr lang="fr-FR" altLang="fr-FR" smtClean="0"/>
              <a:t>	Refrain:</a:t>
            </a:r>
          </a:p>
          <a:p>
            <a:pPr eaLnBrk="1" hangingPunct="1"/>
            <a:r>
              <a:rPr lang="fr-FR" altLang="fr-FR" smtClean="0"/>
              <a:t>	8-  GLORIEUX IL VIENT AU-DESSUS DES CIEUX</a:t>
            </a:r>
          </a:p>
          <a:p>
            <a:pPr eaLnBrk="1" hangingPunct="1"/>
            <a:r>
              <a:rPr lang="fr-FR" altLang="fr-FR" smtClean="0"/>
              <a:t>	Behold He comes Riding on the clouds</a:t>
            </a:r>
          </a:p>
          <a:p>
            <a:pPr eaLnBrk="1" hangingPunct="1"/>
            <a:r>
              <a:rPr lang="fr-FR" altLang="fr-FR" smtClean="0"/>
              <a:t>	9-  BRILLANT COMME LE SOLEIL AU SON DES TROMPETTES</a:t>
            </a:r>
          </a:p>
          <a:p>
            <a:pPr eaLnBrk="1" hangingPunct="1"/>
            <a:r>
              <a:rPr lang="fr-FR" altLang="fr-FR" smtClean="0"/>
              <a:t>	Shining like the sun at the trumpet call</a:t>
            </a:r>
          </a:p>
          <a:p>
            <a:pPr eaLnBrk="1" hangingPunct="1"/>
            <a:r>
              <a:rPr lang="fr-FR" altLang="fr-FR" smtClean="0"/>
              <a:t>	10-  ÉLÈVE TA VOIX C’EST L’ANNÉE DE JUBILÉ 	</a:t>
            </a:r>
          </a:p>
          <a:p>
            <a:pPr eaLnBrk="1" hangingPunct="1"/>
            <a:r>
              <a:rPr lang="fr-FR" altLang="fr-FR" smtClean="0"/>
              <a:t>	Lift your voice it’s the year of jubilee</a:t>
            </a:r>
          </a:p>
          <a:p>
            <a:pPr eaLnBrk="1" hangingPunct="1"/>
            <a:r>
              <a:rPr lang="fr-FR" altLang="fr-FR" smtClean="0"/>
              <a:t>	11-  ET DU MONT SION LE SALUT VIENT                   X2</a:t>
            </a:r>
          </a:p>
          <a:p>
            <a:pPr eaLnBrk="1" hangingPunct="1"/>
            <a:r>
              <a:rPr lang="fr-FR" altLang="fr-FR" smtClean="0"/>
              <a:t>	And out of Zion’s hill salvation comes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12-  VOICI LES JOURS DE TON PROPHÈTE</a:t>
            </a:r>
          </a:p>
          <a:p>
            <a:pPr eaLnBrk="1" hangingPunct="1"/>
            <a:r>
              <a:rPr lang="fr-FR" altLang="fr-FR" smtClean="0"/>
              <a:t>These are the days of Ezekiel</a:t>
            </a:r>
          </a:p>
          <a:p>
            <a:pPr eaLnBrk="1" hangingPunct="1"/>
            <a:r>
              <a:rPr lang="fr-FR" altLang="fr-FR" smtClean="0"/>
              <a:t>13-  LES OSSEMENTS SONT DEVENUS CHAIR</a:t>
            </a:r>
          </a:p>
          <a:p>
            <a:pPr eaLnBrk="1" hangingPunct="1"/>
            <a:r>
              <a:rPr lang="fr-FR" altLang="fr-FR" smtClean="0"/>
              <a:t>The dry bones becoming as flesh</a:t>
            </a:r>
          </a:p>
          <a:p>
            <a:pPr eaLnBrk="1" hangingPunct="1"/>
            <a:r>
              <a:rPr lang="fr-FR" altLang="fr-FR" smtClean="0"/>
              <a:t>14-  VOICI LES JOURS DE TON SERVITEUR DAVID</a:t>
            </a:r>
          </a:p>
          <a:p>
            <a:pPr eaLnBrk="1" hangingPunct="1"/>
            <a:r>
              <a:rPr lang="fr-FR" altLang="fr-FR" smtClean="0"/>
              <a:t>And these are the days of your servant David</a:t>
            </a:r>
          </a:p>
          <a:p>
            <a:pPr eaLnBrk="1" hangingPunct="1"/>
            <a:r>
              <a:rPr lang="fr-FR" altLang="fr-FR" smtClean="0"/>
              <a:t>15-  CONSTRUISANT UN TEMPLE DE LOUANGES</a:t>
            </a:r>
          </a:p>
          <a:p>
            <a:pPr eaLnBrk="1" hangingPunct="1"/>
            <a:r>
              <a:rPr lang="fr-FR" altLang="fr-FR" smtClean="0"/>
              <a:t>Rebuilding a temple of praise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16-  VOICI LES JOURS DE LA RÉCOLTE</a:t>
            </a:r>
          </a:p>
          <a:p>
            <a:pPr eaLnBrk="1" hangingPunct="1"/>
            <a:r>
              <a:rPr lang="fr-FR" altLang="fr-FR" smtClean="0"/>
              <a:t>And these are the days of the harvest</a:t>
            </a:r>
          </a:p>
          <a:p>
            <a:pPr eaLnBrk="1" hangingPunct="1"/>
            <a:r>
              <a:rPr lang="fr-FR" altLang="fr-FR" smtClean="0"/>
              <a:t>17-  C'EST LE TEMPS DE LA GRANDE MOISSON </a:t>
            </a:r>
          </a:p>
          <a:p>
            <a:pPr eaLnBrk="1" hangingPunct="1"/>
            <a:r>
              <a:rPr lang="fr-FR" altLang="fr-FR" smtClean="0"/>
              <a:t>The fields are as white in Your world</a:t>
            </a:r>
          </a:p>
          <a:p>
            <a:pPr eaLnBrk="1" hangingPunct="1"/>
            <a:r>
              <a:rPr lang="fr-FR" altLang="fr-FR" smtClean="0"/>
              <a:t>18-  NOUS SOMMES LES OUVRIERS DE TA VIGNE, SEIGNEUR</a:t>
            </a:r>
          </a:p>
          <a:p>
            <a:pPr eaLnBrk="1" hangingPunct="1"/>
            <a:r>
              <a:rPr lang="fr-FR" altLang="fr-FR" smtClean="0"/>
              <a:t>And we are the laborers in your vineyard</a:t>
            </a:r>
          </a:p>
          <a:p>
            <a:pPr eaLnBrk="1" hangingPunct="1"/>
            <a:r>
              <a:rPr lang="fr-FR" altLang="fr-FR" smtClean="0"/>
              <a:t>19-  DÉCLARANT LA PAROLE DU SEIGNEUR</a:t>
            </a:r>
          </a:p>
          <a:p>
            <a:pPr eaLnBrk="1" hangingPunct="1"/>
            <a:r>
              <a:rPr lang="fr-FR" altLang="fr-FR" smtClean="0"/>
              <a:t>Declaring the word of the Lord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	Refrain:</a:t>
            </a:r>
          </a:p>
          <a:p>
            <a:pPr eaLnBrk="1" hangingPunct="1"/>
            <a:r>
              <a:rPr lang="fr-FR" altLang="fr-FR" smtClean="0"/>
              <a:t>	20-  GLORIEUX IL VIENT AU-DESSUS DES CIEUX</a:t>
            </a:r>
          </a:p>
          <a:p>
            <a:pPr eaLnBrk="1" hangingPunct="1"/>
            <a:r>
              <a:rPr lang="fr-FR" altLang="fr-FR" smtClean="0"/>
              <a:t>	Behold He comes Riding on the clouds</a:t>
            </a:r>
          </a:p>
          <a:p>
            <a:pPr eaLnBrk="1" hangingPunct="1"/>
            <a:r>
              <a:rPr lang="fr-FR" altLang="fr-FR" smtClean="0"/>
              <a:t>	21-  BRILLANT COMME LE SOLEIL AU SON DES TROMPETTES</a:t>
            </a:r>
          </a:p>
          <a:p>
            <a:pPr eaLnBrk="1" hangingPunct="1"/>
            <a:r>
              <a:rPr lang="fr-FR" altLang="fr-FR" smtClean="0"/>
              <a:t>	Shining like the sun at the trumpet call</a:t>
            </a:r>
          </a:p>
          <a:p>
            <a:pPr eaLnBrk="1" hangingPunct="1"/>
            <a:r>
              <a:rPr lang="fr-FR" altLang="fr-FR" smtClean="0"/>
              <a:t>	22-  ÉLÈVE TA VOIX C’EST L’ANNÉE DE JUBILÉ 	</a:t>
            </a:r>
          </a:p>
          <a:p>
            <a:pPr eaLnBrk="1" hangingPunct="1"/>
            <a:r>
              <a:rPr lang="fr-FR" altLang="fr-FR" smtClean="0"/>
              <a:t>	Lift your voice it’s the year of jubilee</a:t>
            </a:r>
          </a:p>
          <a:p>
            <a:pPr eaLnBrk="1" hangingPunct="1"/>
            <a:r>
              <a:rPr lang="fr-FR" altLang="fr-FR" smtClean="0"/>
              <a:t>	23-  ET DU MONT SION LE SALUT VIENT                   X2</a:t>
            </a:r>
          </a:p>
          <a:p>
            <a:pPr eaLnBrk="1" hangingPunct="1"/>
            <a:r>
              <a:rPr lang="fr-FR" altLang="fr-FR" smtClean="0"/>
              <a:t>	And out of Zion’s hill salvation comes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24-  NUL N'EST SEMBLABLE À YAHVÉ</a:t>
            </a:r>
          </a:p>
          <a:p>
            <a:pPr eaLnBrk="1" hangingPunct="1"/>
            <a:r>
              <a:rPr lang="fr-FR" altLang="fr-FR" smtClean="0"/>
              <a:t>There’s no God like Jehovah</a:t>
            </a:r>
          </a:p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1-  VOICI VENUS LES JOURS D’ÉLIE DÉCLARANT LA PAROLE DU SEIGNEUR</a:t>
            </a:r>
          </a:p>
          <a:p>
            <a:r>
              <a:rPr lang="fr-FR" altLang="fr-FR" smtClean="0"/>
              <a:t>These are the days of Elijah Declaring the Word of the Lord</a:t>
            </a:r>
          </a:p>
          <a:p>
            <a:r>
              <a:rPr lang="fr-FR" altLang="fr-FR" smtClean="0"/>
              <a:t> 2-  VOICI LES JOURS DE TON SERVITEUR MOÏSE</a:t>
            </a:r>
          </a:p>
          <a:p>
            <a:r>
              <a:rPr lang="fr-FR" altLang="fr-FR" smtClean="0"/>
              <a:t>And these are the days of your servant Moses</a:t>
            </a:r>
          </a:p>
          <a:p>
            <a:r>
              <a:rPr lang="fr-FR" altLang="fr-FR" smtClean="0"/>
              <a:t>3-  LA JUSTICE EST DANS MON CŒUR</a:t>
            </a:r>
          </a:p>
          <a:p>
            <a:r>
              <a:rPr lang="fr-FR" altLang="fr-FR" smtClean="0"/>
              <a:t>Righteousness being restored</a:t>
            </a:r>
          </a:p>
          <a:p>
            <a:endParaRPr lang="fr-FR" altLang="fr-FR" smtClean="0"/>
          </a:p>
          <a:p>
            <a:r>
              <a:rPr lang="fr-FR" altLang="fr-FR" smtClean="0"/>
              <a:t>4-  ET PENDANT CES JOURS DE GRANDE ÉPREUVE</a:t>
            </a:r>
          </a:p>
          <a:p>
            <a:r>
              <a:rPr lang="fr-FR" altLang="fr-FR" smtClean="0"/>
              <a:t>And though these are days of great trial</a:t>
            </a:r>
          </a:p>
          <a:p>
            <a:r>
              <a:rPr lang="fr-FR" altLang="fr-FR" smtClean="0"/>
              <a:t>5-  DE FAMINE, DE TÉNÈBRE ET SOIF</a:t>
            </a:r>
          </a:p>
          <a:p>
            <a:r>
              <a:rPr lang="fr-FR" altLang="fr-FR" smtClean="0"/>
              <a:t>Of famine and darkness and sword</a:t>
            </a:r>
          </a:p>
          <a:p>
            <a:r>
              <a:rPr lang="fr-FR" altLang="fr-FR" smtClean="0"/>
              <a:t>6-  NOUS SOMMES CETTE VOIX DANS LE DÉSERT QUI CRIE</a:t>
            </a:r>
          </a:p>
          <a:p>
            <a:r>
              <a:rPr lang="fr-FR" altLang="fr-FR" smtClean="0"/>
              <a:t>Still we are the voice in the desert crying</a:t>
            </a:r>
          </a:p>
          <a:p>
            <a:r>
              <a:rPr lang="fr-FR" altLang="fr-FR" smtClean="0"/>
              <a:t>7-  PRÉPAREZ LE CHEMIN DU SEIGNEUR</a:t>
            </a:r>
          </a:p>
          <a:p>
            <a:r>
              <a:rPr lang="fr-FR" altLang="fr-FR" smtClean="0"/>
              <a:t>Prepare ye the way of the Lord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GLORIEUX IL VIENT AU-DESSUS DES CIEUX</a:t>
            </a:r>
          </a:p>
          <a:p>
            <a:r>
              <a:rPr lang="fr-FR" altLang="fr-FR" smtClean="0"/>
              <a:t>	Behold He comes Riding on the clouds</a:t>
            </a:r>
          </a:p>
          <a:p>
            <a:r>
              <a:rPr lang="fr-FR" altLang="fr-FR" smtClean="0"/>
              <a:t>	9-  BRILLANT COMME LE SOLEIL AU SON DES TROMPETTES</a:t>
            </a:r>
          </a:p>
          <a:p>
            <a:r>
              <a:rPr lang="fr-FR" altLang="fr-FR" smtClean="0"/>
              <a:t>	Shining like the sun at the trumpet call</a:t>
            </a:r>
          </a:p>
          <a:p>
            <a:r>
              <a:rPr lang="fr-FR" altLang="fr-FR" smtClean="0"/>
              <a:t>	10-  ÉLÈVE TA VOIX C’EST L’ANNÉE DE JUBILÉ 	</a:t>
            </a:r>
          </a:p>
          <a:p>
            <a:r>
              <a:rPr lang="fr-FR" altLang="fr-FR" smtClean="0"/>
              <a:t>	Lift your voice it’s the year of jubilee</a:t>
            </a:r>
          </a:p>
          <a:p>
            <a:r>
              <a:rPr lang="fr-FR" altLang="fr-FR" smtClean="0"/>
              <a:t>	11-  ET DU MONT SION LE SALUT VIENT                   X2</a:t>
            </a:r>
          </a:p>
          <a:p>
            <a:r>
              <a:rPr lang="fr-FR" altLang="fr-FR" smtClean="0"/>
              <a:t>	And out of Zion’s hill salvation comes</a:t>
            </a:r>
          </a:p>
          <a:p>
            <a:endParaRPr lang="fr-FR" altLang="fr-FR" smtClean="0"/>
          </a:p>
          <a:p>
            <a:r>
              <a:rPr lang="fr-FR" altLang="fr-FR" smtClean="0"/>
              <a:t>12-  VOICI LES JOURS DE TON PROPHÈTE</a:t>
            </a:r>
          </a:p>
          <a:p>
            <a:r>
              <a:rPr lang="fr-FR" altLang="fr-FR" smtClean="0"/>
              <a:t>These are the days of Ezekiel</a:t>
            </a:r>
          </a:p>
          <a:p>
            <a:r>
              <a:rPr lang="fr-FR" altLang="fr-FR" smtClean="0"/>
              <a:t>13-  LES OSSEMENTS SONT DEVENUS CHAIR</a:t>
            </a:r>
          </a:p>
          <a:p>
            <a:r>
              <a:rPr lang="fr-FR" altLang="fr-FR" smtClean="0"/>
              <a:t>The dry bones becoming as flesh</a:t>
            </a:r>
          </a:p>
          <a:p>
            <a:r>
              <a:rPr lang="fr-FR" altLang="fr-FR" smtClean="0"/>
              <a:t>14-  VOICI LES JOURS DE TON SERVITEUR DAVID</a:t>
            </a:r>
          </a:p>
          <a:p>
            <a:r>
              <a:rPr lang="fr-FR" altLang="fr-FR" smtClean="0"/>
              <a:t>And these are the days of your servant David</a:t>
            </a:r>
          </a:p>
          <a:p>
            <a:r>
              <a:rPr lang="fr-FR" altLang="fr-FR" smtClean="0"/>
              <a:t>15-  CONSTRUISANT UN TEMPLE DE LOUANGES</a:t>
            </a:r>
          </a:p>
          <a:p>
            <a:r>
              <a:rPr lang="fr-FR" altLang="fr-FR" smtClean="0"/>
              <a:t>Rebuilding a temple of praise</a:t>
            </a:r>
          </a:p>
          <a:p>
            <a:endParaRPr lang="fr-FR" altLang="fr-FR" smtClean="0"/>
          </a:p>
          <a:p>
            <a:r>
              <a:rPr lang="fr-FR" altLang="fr-FR" smtClean="0"/>
              <a:t>16-  VOICI LES JOURS DE LA RÉCOLTE</a:t>
            </a:r>
          </a:p>
          <a:p>
            <a:r>
              <a:rPr lang="fr-FR" altLang="fr-FR" smtClean="0"/>
              <a:t>And these are the days of the harvest</a:t>
            </a:r>
          </a:p>
          <a:p>
            <a:r>
              <a:rPr lang="fr-FR" altLang="fr-FR" smtClean="0"/>
              <a:t>17-  C'EST LE TEMPS DE LA GRANDE MOISSON </a:t>
            </a:r>
          </a:p>
          <a:p>
            <a:r>
              <a:rPr lang="fr-FR" altLang="fr-FR" smtClean="0"/>
              <a:t>The fields are as white in Your world</a:t>
            </a:r>
          </a:p>
          <a:p>
            <a:r>
              <a:rPr lang="fr-FR" altLang="fr-FR" smtClean="0"/>
              <a:t>18-  NOUS SOMMES LES OUVRIERS DE TA VIGNE, SEIGNEUR</a:t>
            </a:r>
          </a:p>
          <a:p>
            <a:r>
              <a:rPr lang="fr-FR" altLang="fr-FR" smtClean="0"/>
              <a:t>And we are the laborers in your vineyard</a:t>
            </a:r>
          </a:p>
          <a:p>
            <a:r>
              <a:rPr lang="fr-FR" altLang="fr-FR" smtClean="0"/>
              <a:t>19-  DÉCLARANT LA PAROLE DU SEIGNEUR</a:t>
            </a:r>
          </a:p>
          <a:p>
            <a:r>
              <a:rPr lang="fr-FR" altLang="fr-FR" smtClean="0"/>
              <a:t>Declaring the word of the Lord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20-  GLORIEUX IL VIENT AU-DESSUS DES CIEUX</a:t>
            </a:r>
          </a:p>
          <a:p>
            <a:r>
              <a:rPr lang="fr-FR" altLang="fr-FR" smtClean="0"/>
              <a:t>	Behold He comes Riding on the clouds</a:t>
            </a:r>
          </a:p>
          <a:p>
            <a:r>
              <a:rPr lang="fr-FR" altLang="fr-FR" smtClean="0"/>
              <a:t>	21-  BRILLANT COMME LE SOLEIL AU SON DES TROMPETTES</a:t>
            </a:r>
          </a:p>
          <a:p>
            <a:r>
              <a:rPr lang="fr-FR" altLang="fr-FR" smtClean="0"/>
              <a:t>	Shining like the sun at the trumpet call</a:t>
            </a:r>
          </a:p>
          <a:p>
            <a:r>
              <a:rPr lang="fr-FR" altLang="fr-FR" smtClean="0"/>
              <a:t>	22-  ÉLÈVE TA VOIX C’EST L’ANNÉE DE JUBILÉ 	</a:t>
            </a:r>
          </a:p>
          <a:p>
            <a:r>
              <a:rPr lang="fr-FR" altLang="fr-FR" smtClean="0"/>
              <a:t>	Lift your voice it’s the year of jubilee</a:t>
            </a:r>
          </a:p>
          <a:p>
            <a:r>
              <a:rPr lang="fr-FR" altLang="fr-FR" smtClean="0"/>
              <a:t>	23-  ET DU MONT SION LE SALUT VIENT                   X2</a:t>
            </a:r>
          </a:p>
          <a:p>
            <a:r>
              <a:rPr lang="fr-FR" altLang="fr-FR" smtClean="0"/>
              <a:t>	And out of Zion’s hill salvation comes</a:t>
            </a:r>
          </a:p>
          <a:p>
            <a:endParaRPr lang="fr-FR" altLang="fr-FR" smtClean="0"/>
          </a:p>
          <a:p>
            <a:r>
              <a:rPr lang="fr-FR" altLang="fr-FR" smtClean="0"/>
              <a:t>24-  NUL N'EST SEMBLABLE À YAHVÉ</a:t>
            </a:r>
          </a:p>
          <a:p>
            <a:r>
              <a:rPr lang="fr-FR" altLang="fr-FR" smtClean="0"/>
              <a:t>There’s no God like Jehovah</a:t>
            </a:r>
          </a:p>
          <a:p>
            <a:endParaRPr lang="fr-FR" altLang="fr-FR" smtClean="0"/>
          </a:p>
        </p:txBody>
      </p:sp>
      <p:sp>
        <p:nvSpPr>
          <p:cNvPr id="4198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altLang="fr-FR" smtClean="0"/>
              <a:t>	REFRAIN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1-  VOICI VENUS LES JOURS D’ÉLIE DÉCLARANT LA PAROLE DU SEIGNEUR</a:t>
            </a:r>
          </a:p>
          <a:p>
            <a:pPr eaLnBrk="1" hangingPunct="1"/>
            <a:r>
              <a:rPr lang="fr-FR" altLang="fr-FR" smtClean="0"/>
              <a:t>These are the days of Elijah Declaring the Word of the Lord</a:t>
            </a:r>
          </a:p>
          <a:p>
            <a:pPr eaLnBrk="1" hangingPunct="1"/>
            <a:r>
              <a:rPr lang="fr-FR" altLang="fr-FR" smtClean="0"/>
              <a:t> 2-  VOICI LES JOURS DE TON SERVITEUR MOÏSE</a:t>
            </a:r>
          </a:p>
          <a:p>
            <a:pPr eaLnBrk="1" hangingPunct="1"/>
            <a:r>
              <a:rPr lang="fr-FR" altLang="fr-FR" smtClean="0"/>
              <a:t>And these are the days of your servant Moses</a:t>
            </a:r>
          </a:p>
          <a:p>
            <a:pPr eaLnBrk="1" hangingPunct="1"/>
            <a:r>
              <a:rPr lang="fr-FR" altLang="fr-FR" smtClean="0"/>
              <a:t>3-  LA JUSTICE EST DANS MON CŒUR</a:t>
            </a:r>
          </a:p>
          <a:p>
            <a:pPr eaLnBrk="1" hangingPunct="1"/>
            <a:r>
              <a:rPr lang="fr-FR" altLang="fr-FR" smtClean="0"/>
              <a:t>Righteousness being restored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4-  ET PENDANT CES JOURS DE GRANDE ÉPREUVE</a:t>
            </a:r>
          </a:p>
          <a:p>
            <a:pPr eaLnBrk="1" hangingPunct="1"/>
            <a:r>
              <a:rPr lang="fr-FR" altLang="fr-FR" smtClean="0"/>
              <a:t>And though these are days of great trial</a:t>
            </a:r>
          </a:p>
          <a:p>
            <a:pPr eaLnBrk="1" hangingPunct="1"/>
            <a:r>
              <a:rPr lang="fr-FR" altLang="fr-FR" smtClean="0"/>
              <a:t>5-  DE FAMINE, DE TÉNÈBRE ET SOIF</a:t>
            </a:r>
          </a:p>
          <a:p>
            <a:pPr eaLnBrk="1" hangingPunct="1"/>
            <a:r>
              <a:rPr lang="fr-FR" altLang="fr-FR" smtClean="0"/>
              <a:t>Of famine and darkness and sword</a:t>
            </a:r>
          </a:p>
          <a:p>
            <a:pPr eaLnBrk="1" hangingPunct="1"/>
            <a:r>
              <a:rPr lang="fr-FR" altLang="fr-FR" smtClean="0"/>
              <a:t>6-  NOUS SOMMES CETTE VOIX DANS LE DÉSERT QUI CRIE</a:t>
            </a:r>
          </a:p>
          <a:p>
            <a:pPr eaLnBrk="1" hangingPunct="1"/>
            <a:r>
              <a:rPr lang="fr-FR" altLang="fr-FR" smtClean="0"/>
              <a:t>Still we are the voice in the desert crying</a:t>
            </a:r>
          </a:p>
          <a:p>
            <a:pPr eaLnBrk="1" hangingPunct="1"/>
            <a:r>
              <a:rPr lang="fr-FR" altLang="fr-FR" smtClean="0"/>
              <a:t>7-  PRÉPAREZ LE CHEMIN DU SEIGNEUR</a:t>
            </a:r>
          </a:p>
          <a:p>
            <a:pPr eaLnBrk="1" hangingPunct="1"/>
            <a:r>
              <a:rPr lang="fr-FR" altLang="fr-FR" smtClean="0"/>
              <a:t>Prepare ye the way of the Lord</a:t>
            </a:r>
          </a:p>
          <a:p>
            <a:pPr eaLnBrk="1" hangingPunct="1"/>
            <a:r>
              <a:rPr lang="fr-FR" altLang="fr-FR" smtClean="0"/>
              <a:t>	</a:t>
            </a:r>
          </a:p>
          <a:p>
            <a:pPr eaLnBrk="1" hangingPunct="1"/>
            <a:r>
              <a:rPr lang="fr-FR" altLang="fr-FR" smtClean="0"/>
              <a:t>	Refrain:</a:t>
            </a:r>
          </a:p>
          <a:p>
            <a:pPr eaLnBrk="1" hangingPunct="1"/>
            <a:r>
              <a:rPr lang="fr-FR" altLang="fr-FR" smtClean="0"/>
              <a:t>	8-  GLORIEUX IL VIENT AU-DESSUS DES CIEUX</a:t>
            </a:r>
          </a:p>
          <a:p>
            <a:pPr eaLnBrk="1" hangingPunct="1"/>
            <a:r>
              <a:rPr lang="fr-FR" altLang="fr-FR" smtClean="0"/>
              <a:t>	Behold He comes Riding on the clouds</a:t>
            </a:r>
          </a:p>
          <a:p>
            <a:pPr eaLnBrk="1" hangingPunct="1"/>
            <a:r>
              <a:rPr lang="fr-FR" altLang="fr-FR" smtClean="0"/>
              <a:t>	9-  BRILLANT COMME LE SOLEIL AU SON DES TROMPETTES</a:t>
            </a:r>
          </a:p>
          <a:p>
            <a:pPr eaLnBrk="1" hangingPunct="1"/>
            <a:r>
              <a:rPr lang="fr-FR" altLang="fr-FR" smtClean="0"/>
              <a:t>	Shining like the sun at the trumpet call</a:t>
            </a:r>
          </a:p>
          <a:p>
            <a:pPr eaLnBrk="1" hangingPunct="1"/>
            <a:r>
              <a:rPr lang="fr-FR" altLang="fr-FR" smtClean="0"/>
              <a:t>	10-  ÉLÈVE TA VOIX C’EST L’ANNÉE DE JUBILÉ 	</a:t>
            </a:r>
          </a:p>
          <a:p>
            <a:pPr eaLnBrk="1" hangingPunct="1"/>
            <a:r>
              <a:rPr lang="fr-FR" altLang="fr-FR" smtClean="0"/>
              <a:t>	Lift your voice it’s the year of jubilee</a:t>
            </a:r>
          </a:p>
          <a:p>
            <a:pPr eaLnBrk="1" hangingPunct="1"/>
            <a:r>
              <a:rPr lang="fr-FR" altLang="fr-FR" smtClean="0"/>
              <a:t>	11-  ET DU MONT SION LE SALUT VIENT                   X2</a:t>
            </a:r>
          </a:p>
          <a:p>
            <a:pPr eaLnBrk="1" hangingPunct="1"/>
            <a:r>
              <a:rPr lang="fr-FR" altLang="fr-FR" smtClean="0"/>
              <a:t>	And out of Zion’s hill salvation comes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12-  VOICI LES JOURS DE TON PROPHÈTE</a:t>
            </a:r>
          </a:p>
          <a:p>
            <a:pPr eaLnBrk="1" hangingPunct="1"/>
            <a:r>
              <a:rPr lang="fr-FR" altLang="fr-FR" smtClean="0"/>
              <a:t>These are the days of Ezekiel</a:t>
            </a:r>
          </a:p>
          <a:p>
            <a:pPr eaLnBrk="1" hangingPunct="1"/>
            <a:r>
              <a:rPr lang="fr-FR" altLang="fr-FR" smtClean="0"/>
              <a:t>13-  LES OSSEMENTS SONT DEVENUS CHAIR</a:t>
            </a:r>
          </a:p>
          <a:p>
            <a:pPr eaLnBrk="1" hangingPunct="1"/>
            <a:r>
              <a:rPr lang="fr-FR" altLang="fr-FR" smtClean="0"/>
              <a:t>The dry bones becoming as flesh</a:t>
            </a:r>
          </a:p>
          <a:p>
            <a:pPr eaLnBrk="1" hangingPunct="1"/>
            <a:r>
              <a:rPr lang="fr-FR" altLang="fr-FR" smtClean="0"/>
              <a:t>14-  VOICI LES JOURS DE TON SERVITEUR DAVID</a:t>
            </a:r>
          </a:p>
          <a:p>
            <a:pPr eaLnBrk="1" hangingPunct="1"/>
            <a:r>
              <a:rPr lang="fr-FR" altLang="fr-FR" smtClean="0"/>
              <a:t>And these are the days of your servant David</a:t>
            </a:r>
          </a:p>
          <a:p>
            <a:pPr eaLnBrk="1" hangingPunct="1"/>
            <a:r>
              <a:rPr lang="fr-FR" altLang="fr-FR" smtClean="0"/>
              <a:t>15-  CONSTRUISANT UN TEMPLE DE LOUANGES</a:t>
            </a:r>
          </a:p>
          <a:p>
            <a:pPr eaLnBrk="1" hangingPunct="1"/>
            <a:r>
              <a:rPr lang="fr-FR" altLang="fr-FR" smtClean="0"/>
              <a:t>Rebuilding a temple of praise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16-  VOICI LES JOURS DE LA RÉCOLTE</a:t>
            </a:r>
          </a:p>
          <a:p>
            <a:pPr eaLnBrk="1" hangingPunct="1"/>
            <a:r>
              <a:rPr lang="fr-FR" altLang="fr-FR" smtClean="0"/>
              <a:t>And these are the days of the harvest</a:t>
            </a:r>
          </a:p>
          <a:p>
            <a:pPr eaLnBrk="1" hangingPunct="1"/>
            <a:r>
              <a:rPr lang="fr-FR" altLang="fr-FR" smtClean="0"/>
              <a:t>17-  C'EST LE TEMPS DE LA GRANDE MOISSON </a:t>
            </a:r>
          </a:p>
          <a:p>
            <a:pPr eaLnBrk="1" hangingPunct="1"/>
            <a:r>
              <a:rPr lang="fr-FR" altLang="fr-FR" smtClean="0"/>
              <a:t>The fields are as white in Your world</a:t>
            </a:r>
          </a:p>
          <a:p>
            <a:pPr eaLnBrk="1" hangingPunct="1"/>
            <a:r>
              <a:rPr lang="fr-FR" altLang="fr-FR" smtClean="0"/>
              <a:t>18-  NOUS SOMMES LES OUVRIERS DE TA VIGNE, SEIGNEUR</a:t>
            </a:r>
          </a:p>
          <a:p>
            <a:pPr eaLnBrk="1" hangingPunct="1"/>
            <a:r>
              <a:rPr lang="fr-FR" altLang="fr-FR" smtClean="0"/>
              <a:t>And we are the laborers in your vineyard</a:t>
            </a:r>
          </a:p>
          <a:p>
            <a:pPr eaLnBrk="1" hangingPunct="1"/>
            <a:r>
              <a:rPr lang="fr-FR" altLang="fr-FR" smtClean="0"/>
              <a:t>19-  DÉCLARANT LA PAROLE DU SEIGNEUR</a:t>
            </a:r>
          </a:p>
          <a:p>
            <a:pPr eaLnBrk="1" hangingPunct="1"/>
            <a:r>
              <a:rPr lang="fr-FR" altLang="fr-FR" smtClean="0"/>
              <a:t>Declaring the word of the Lord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	Refrain:</a:t>
            </a:r>
          </a:p>
          <a:p>
            <a:pPr eaLnBrk="1" hangingPunct="1"/>
            <a:r>
              <a:rPr lang="fr-FR" altLang="fr-FR" smtClean="0"/>
              <a:t>	20-  GLORIEUX IL VIENT AU-DESSUS DES CIEUX</a:t>
            </a:r>
          </a:p>
          <a:p>
            <a:pPr eaLnBrk="1" hangingPunct="1"/>
            <a:r>
              <a:rPr lang="fr-FR" altLang="fr-FR" smtClean="0"/>
              <a:t>	Behold He comes Riding on the clouds</a:t>
            </a:r>
          </a:p>
          <a:p>
            <a:pPr eaLnBrk="1" hangingPunct="1"/>
            <a:r>
              <a:rPr lang="fr-FR" altLang="fr-FR" smtClean="0"/>
              <a:t>	21-  BRILLANT COMME LE SOLEIL AU SON DES TROMPETTES</a:t>
            </a:r>
          </a:p>
          <a:p>
            <a:pPr eaLnBrk="1" hangingPunct="1"/>
            <a:r>
              <a:rPr lang="fr-FR" altLang="fr-FR" smtClean="0"/>
              <a:t>	Shining like the sun at the trumpet call</a:t>
            </a:r>
          </a:p>
          <a:p>
            <a:pPr eaLnBrk="1" hangingPunct="1"/>
            <a:r>
              <a:rPr lang="fr-FR" altLang="fr-FR" smtClean="0"/>
              <a:t>	22-  ÉLÈVE TA VOIX C’EST L’ANNÉE DE JUBILÉ 	</a:t>
            </a:r>
          </a:p>
          <a:p>
            <a:pPr eaLnBrk="1" hangingPunct="1"/>
            <a:r>
              <a:rPr lang="fr-FR" altLang="fr-FR" smtClean="0"/>
              <a:t>	Lift your voice it’s the year of jubilee</a:t>
            </a:r>
          </a:p>
          <a:p>
            <a:pPr eaLnBrk="1" hangingPunct="1"/>
            <a:r>
              <a:rPr lang="fr-FR" altLang="fr-FR" smtClean="0"/>
              <a:t>	23-  ET DU MONT SION LE SALUT VIENT                   X2</a:t>
            </a:r>
          </a:p>
          <a:p>
            <a:pPr eaLnBrk="1" hangingPunct="1"/>
            <a:r>
              <a:rPr lang="fr-FR" altLang="fr-FR" smtClean="0"/>
              <a:t>	And out of Zion’s hill salvation comes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24-  NUL N'EST SEMBLABLE À YAHVÉ</a:t>
            </a:r>
          </a:p>
          <a:p>
            <a:pPr eaLnBrk="1" hangingPunct="1"/>
            <a:r>
              <a:rPr lang="fr-FR" altLang="fr-FR" smtClean="0"/>
              <a:t>There’s no God like Jehovah</a:t>
            </a:r>
          </a:p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1-  VOICI VENUS LES JOURS D’ÉLIE DÉCLARANT LA PAROLE DU SEIGNEUR</a:t>
            </a:r>
          </a:p>
          <a:p>
            <a:r>
              <a:rPr lang="fr-FR" altLang="fr-FR" smtClean="0"/>
              <a:t>These are the days of Elijah Declaring the Word of the Lord</a:t>
            </a:r>
          </a:p>
          <a:p>
            <a:r>
              <a:rPr lang="fr-FR" altLang="fr-FR" smtClean="0"/>
              <a:t> 2-  VOICI LES JOURS DE TON SERVITEUR MOÏSE</a:t>
            </a:r>
          </a:p>
          <a:p>
            <a:r>
              <a:rPr lang="fr-FR" altLang="fr-FR" smtClean="0"/>
              <a:t>And these are the days of your servant Moses</a:t>
            </a:r>
          </a:p>
          <a:p>
            <a:r>
              <a:rPr lang="fr-FR" altLang="fr-FR" smtClean="0"/>
              <a:t>3-  LA JUSTICE EST DANS MON CŒUR</a:t>
            </a:r>
          </a:p>
          <a:p>
            <a:r>
              <a:rPr lang="fr-FR" altLang="fr-FR" smtClean="0"/>
              <a:t>Righteousness being restored</a:t>
            </a:r>
          </a:p>
          <a:p>
            <a:endParaRPr lang="fr-FR" altLang="fr-FR" smtClean="0"/>
          </a:p>
          <a:p>
            <a:r>
              <a:rPr lang="fr-FR" altLang="fr-FR" smtClean="0"/>
              <a:t>4-  ET PENDANT CES JOURS DE GRANDE ÉPREUVE</a:t>
            </a:r>
          </a:p>
          <a:p>
            <a:r>
              <a:rPr lang="fr-FR" altLang="fr-FR" smtClean="0"/>
              <a:t>And though these are days of great trial</a:t>
            </a:r>
          </a:p>
          <a:p>
            <a:r>
              <a:rPr lang="fr-FR" altLang="fr-FR" smtClean="0"/>
              <a:t>5-  DE FAMINE, DE TÉNÈBRE ET SOIF</a:t>
            </a:r>
          </a:p>
          <a:p>
            <a:r>
              <a:rPr lang="fr-FR" altLang="fr-FR" smtClean="0"/>
              <a:t>Of famine and darkness and sword</a:t>
            </a:r>
          </a:p>
          <a:p>
            <a:r>
              <a:rPr lang="fr-FR" altLang="fr-FR" smtClean="0"/>
              <a:t>6-  NOUS SOMMES CETTE VOIX DANS LE DÉSERT QUI CRIE</a:t>
            </a:r>
          </a:p>
          <a:p>
            <a:r>
              <a:rPr lang="fr-FR" altLang="fr-FR" smtClean="0"/>
              <a:t>Still we are the voice in the desert crying</a:t>
            </a:r>
          </a:p>
          <a:p>
            <a:r>
              <a:rPr lang="fr-FR" altLang="fr-FR" smtClean="0"/>
              <a:t>7-  PRÉPAREZ LE CHEMIN DU SEIGNEUR</a:t>
            </a:r>
          </a:p>
          <a:p>
            <a:r>
              <a:rPr lang="fr-FR" altLang="fr-FR" smtClean="0"/>
              <a:t>Prepare ye the way of the Lord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GLORIEUX IL VIENT AU-DESSUS DES CIEUX</a:t>
            </a:r>
          </a:p>
          <a:p>
            <a:r>
              <a:rPr lang="fr-FR" altLang="fr-FR" smtClean="0"/>
              <a:t>	Behold He comes Riding on the clouds</a:t>
            </a:r>
          </a:p>
          <a:p>
            <a:r>
              <a:rPr lang="fr-FR" altLang="fr-FR" smtClean="0"/>
              <a:t>	9-  BRILLANT COMME LE SOLEIL AU SON DES TROMPETTES</a:t>
            </a:r>
          </a:p>
          <a:p>
            <a:r>
              <a:rPr lang="fr-FR" altLang="fr-FR" smtClean="0"/>
              <a:t>	Shining like the sun at the trumpet call</a:t>
            </a:r>
          </a:p>
          <a:p>
            <a:r>
              <a:rPr lang="fr-FR" altLang="fr-FR" smtClean="0"/>
              <a:t>	10-  ÉLÈVE TA VOIX C’EST L’ANNÉE DE JUBILÉ 	</a:t>
            </a:r>
          </a:p>
          <a:p>
            <a:r>
              <a:rPr lang="fr-FR" altLang="fr-FR" smtClean="0"/>
              <a:t>	Lift your voice it’s the year of jubilee</a:t>
            </a:r>
          </a:p>
          <a:p>
            <a:r>
              <a:rPr lang="fr-FR" altLang="fr-FR" smtClean="0"/>
              <a:t>	11-  ET DU MONT SION LE SALUT VIENT                   X2</a:t>
            </a:r>
          </a:p>
          <a:p>
            <a:r>
              <a:rPr lang="fr-FR" altLang="fr-FR" smtClean="0"/>
              <a:t>	And out of Zion’s hill salvation comes</a:t>
            </a:r>
          </a:p>
          <a:p>
            <a:endParaRPr lang="fr-FR" altLang="fr-FR" smtClean="0"/>
          </a:p>
          <a:p>
            <a:r>
              <a:rPr lang="fr-FR" altLang="fr-FR" smtClean="0"/>
              <a:t>12-  VOICI LES JOURS DE TON PROPHÈTE</a:t>
            </a:r>
          </a:p>
          <a:p>
            <a:r>
              <a:rPr lang="fr-FR" altLang="fr-FR" smtClean="0"/>
              <a:t>These are the days of Ezekiel</a:t>
            </a:r>
          </a:p>
          <a:p>
            <a:r>
              <a:rPr lang="fr-FR" altLang="fr-FR" smtClean="0"/>
              <a:t>13-  LES OSSEMENTS SONT DEVENUS CHAIR</a:t>
            </a:r>
          </a:p>
          <a:p>
            <a:r>
              <a:rPr lang="fr-FR" altLang="fr-FR" smtClean="0"/>
              <a:t>The dry bones becoming as flesh</a:t>
            </a:r>
          </a:p>
          <a:p>
            <a:r>
              <a:rPr lang="fr-FR" altLang="fr-FR" smtClean="0"/>
              <a:t>14-  VOICI LES JOURS DE TON SERVITEUR DAVID</a:t>
            </a:r>
          </a:p>
          <a:p>
            <a:r>
              <a:rPr lang="fr-FR" altLang="fr-FR" smtClean="0"/>
              <a:t>And these are the days of your servant David</a:t>
            </a:r>
          </a:p>
          <a:p>
            <a:r>
              <a:rPr lang="fr-FR" altLang="fr-FR" smtClean="0"/>
              <a:t>15-  CONSTRUISANT UN TEMPLE DE LOUANGES</a:t>
            </a:r>
          </a:p>
          <a:p>
            <a:r>
              <a:rPr lang="fr-FR" altLang="fr-FR" smtClean="0"/>
              <a:t>Rebuilding a temple of praise</a:t>
            </a:r>
          </a:p>
          <a:p>
            <a:endParaRPr lang="fr-FR" altLang="fr-FR" smtClean="0"/>
          </a:p>
          <a:p>
            <a:r>
              <a:rPr lang="fr-FR" altLang="fr-FR" smtClean="0"/>
              <a:t>16-  VOICI LES JOURS DE LA RÉCOLTE</a:t>
            </a:r>
          </a:p>
          <a:p>
            <a:r>
              <a:rPr lang="fr-FR" altLang="fr-FR" smtClean="0"/>
              <a:t>And these are the days of the harvest</a:t>
            </a:r>
          </a:p>
          <a:p>
            <a:r>
              <a:rPr lang="fr-FR" altLang="fr-FR" smtClean="0"/>
              <a:t>17-  C'EST LE TEMPS DE LA GRANDE MOISSON </a:t>
            </a:r>
          </a:p>
          <a:p>
            <a:r>
              <a:rPr lang="fr-FR" altLang="fr-FR" smtClean="0"/>
              <a:t>The fields are as white in Your world</a:t>
            </a:r>
          </a:p>
          <a:p>
            <a:r>
              <a:rPr lang="fr-FR" altLang="fr-FR" smtClean="0"/>
              <a:t>18-  NOUS SOMMES LES OUVRIERS DE TA VIGNE, SEIGNEUR</a:t>
            </a:r>
          </a:p>
          <a:p>
            <a:r>
              <a:rPr lang="fr-FR" altLang="fr-FR" smtClean="0"/>
              <a:t>And we are the laborers in your vineyard</a:t>
            </a:r>
          </a:p>
          <a:p>
            <a:r>
              <a:rPr lang="fr-FR" altLang="fr-FR" smtClean="0"/>
              <a:t>19-  DÉCLARANT LA PAROLE DU SEIGNEUR</a:t>
            </a:r>
          </a:p>
          <a:p>
            <a:r>
              <a:rPr lang="fr-FR" altLang="fr-FR" smtClean="0"/>
              <a:t>Declaring the word of the Lord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20-  GLORIEUX IL VIENT AU-DESSUS DES CIEUX</a:t>
            </a:r>
          </a:p>
          <a:p>
            <a:r>
              <a:rPr lang="fr-FR" altLang="fr-FR" smtClean="0"/>
              <a:t>	Behold He comes Riding on the clouds</a:t>
            </a:r>
          </a:p>
          <a:p>
            <a:r>
              <a:rPr lang="fr-FR" altLang="fr-FR" smtClean="0"/>
              <a:t>	21-  BRILLANT COMME LE SOLEIL AU SON DES TROMPETTES</a:t>
            </a:r>
          </a:p>
          <a:p>
            <a:r>
              <a:rPr lang="fr-FR" altLang="fr-FR" smtClean="0"/>
              <a:t>	Shining like the sun at the trumpet call</a:t>
            </a:r>
          </a:p>
          <a:p>
            <a:r>
              <a:rPr lang="fr-FR" altLang="fr-FR" smtClean="0"/>
              <a:t>	22-  ÉLÈVE TA VOIX C’EST L’ANNÉE DE JUBILÉ 	</a:t>
            </a:r>
          </a:p>
          <a:p>
            <a:r>
              <a:rPr lang="fr-FR" altLang="fr-FR" smtClean="0"/>
              <a:t>	Lift your voice it’s the year of jubilee</a:t>
            </a:r>
          </a:p>
          <a:p>
            <a:r>
              <a:rPr lang="fr-FR" altLang="fr-FR" smtClean="0"/>
              <a:t>	23-  ET DU MONT SION LE SALUT VIENT                   X2</a:t>
            </a:r>
          </a:p>
          <a:p>
            <a:r>
              <a:rPr lang="fr-FR" altLang="fr-FR" smtClean="0"/>
              <a:t>	And out of Zion’s hill salvation comes</a:t>
            </a:r>
          </a:p>
          <a:p>
            <a:endParaRPr lang="fr-FR" altLang="fr-FR" smtClean="0"/>
          </a:p>
          <a:p>
            <a:r>
              <a:rPr lang="fr-FR" altLang="fr-FR" smtClean="0"/>
              <a:t>24-  NUL N'EST SEMBLABLE À YAHVÉ</a:t>
            </a:r>
          </a:p>
          <a:p>
            <a:r>
              <a:rPr lang="fr-FR" altLang="fr-FR" smtClean="0"/>
              <a:t>There’s no God like Jehovah</a:t>
            </a:r>
          </a:p>
          <a:p>
            <a:endParaRPr lang="fr-FR" altLang="fr-FR" smtClean="0"/>
          </a:p>
        </p:txBody>
      </p:sp>
      <p:sp>
        <p:nvSpPr>
          <p:cNvPr id="4301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altLang="fr-FR" smtClean="0"/>
              <a:t>	REFRAIN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1-  VOICI VENUS LES JOURS D’ÉLIE DÉCLARANT LA PAROLE DU SEIGNEUR</a:t>
            </a:r>
          </a:p>
          <a:p>
            <a:pPr eaLnBrk="1" hangingPunct="1"/>
            <a:r>
              <a:rPr lang="fr-FR" altLang="fr-FR" smtClean="0"/>
              <a:t>These are the days of Elijah Declaring the Word of the Lord</a:t>
            </a:r>
          </a:p>
          <a:p>
            <a:pPr eaLnBrk="1" hangingPunct="1"/>
            <a:r>
              <a:rPr lang="fr-FR" altLang="fr-FR" smtClean="0"/>
              <a:t> 2-  VOICI LES JOURS DE TON SERVITEUR MOÏSE</a:t>
            </a:r>
          </a:p>
          <a:p>
            <a:pPr eaLnBrk="1" hangingPunct="1"/>
            <a:r>
              <a:rPr lang="fr-FR" altLang="fr-FR" smtClean="0"/>
              <a:t>And these are the days of your servant Moses</a:t>
            </a:r>
          </a:p>
          <a:p>
            <a:pPr eaLnBrk="1" hangingPunct="1"/>
            <a:r>
              <a:rPr lang="fr-FR" altLang="fr-FR" smtClean="0"/>
              <a:t>3-  LA JUSTICE EST DANS MON CŒUR</a:t>
            </a:r>
          </a:p>
          <a:p>
            <a:pPr eaLnBrk="1" hangingPunct="1"/>
            <a:r>
              <a:rPr lang="fr-FR" altLang="fr-FR" smtClean="0"/>
              <a:t>Righteousness being restored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4-  ET PENDANT CES JOURS DE GRANDE ÉPREUVE</a:t>
            </a:r>
          </a:p>
          <a:p>
            <a:pPr eaLnBrk="1" hangingPunct="1"/>
            <a:r>
              <a:rPr lang="fr-FR" altLang="fr-FR" smtClean="0"/>
              <a:t>And though these are days of great trial</a:t>
            </a:r>
          </a:p>
          <a:p>
            <a:pPr eaLnBrk="1" hangingPunct="1"/>
            <a:r>
              <a:rPr lang="fr-FR" altLang="fr-FR" smtClean="0"/>
              <a:t>5-  DE FAMINE, DE TÉNÈBRE ET SOIF</a:t>
            </a:r>
          </a:p>
          <a:p>
            <a:pPr eaLnBrk="1" hangingPunct="1"/>
            <a:r>
              <a:rPr lang="fr-FR" altLang="fr-FR" smtClean="0"/>
              <a:t>Of famine and darkness and sword</a:t>
            </a:r>
          </a:p>
          <a:p>
            <a:pPr eaLnBrk="1" hangingPunct="1"/>
            <a:r>
              <a:rPr lang="fr-FR" altLang="fr-FR" smtClean="0"/>
              <a:t>6-  NOUS SOMMES CETTE VOIX DANS LE DÉSERT QUI CRIE</a:t>
            </a:r>
          </a:p>
          <a:p>
            <a:pPr eaLnBrk="1" hangingPunct="1"/>
            <a:r>
              <a:rPr lang="fr-FR" altLang="fr-FR" smtClean="0"/>
              <a:t>Still we are the voice in the desert crying</a:t>
            </a:r>
          </a:p>
          <a:p>
            <a:pPr eaLnBrk="1" hangingPunct="1"/>
            <a:r>
              <a:rPr lang="fr-FR" altLang="fr-FR" smtClean="0"/>
              <a:t>7-  PRÉPAREZ LE CHEMIN DU SEIGNEUR</a:t>
            </a:r>
          </a:p>
          <a:p>
            <a:pPr eaLnBrk="1" hangingPunct="1"/>
            <a:r>
              <a:rPr lang="fr-FR" altLang="fr-FR" smtClean="0"/>
              <a:t>Prepare ye the way of the Lord</a:t>
            </a:r>
          </a:p>
          <a:p>
            <a:pPr eaLnBrk="1" hangingPunct="1"/>
            <a:r>
              <a:rPr lang="fr-FR" altLang="fr-FR" smtClean="0"/>
              <a:t>	</a:t>
            </a:r>
          </a:p>
          <a:p>
            <a:pPr eaLnBrk="1" hangingPunct="1"/>
            <a:r>
              <a:rPr lang="fr-FR" altLang="fr-FR" smtClean="0"/>
              <a:t>	Refrain:</a:t>
            </a:r>
          </a:p>
          <a:p>
            <a:pPr eaLnBrk="1" hangingPunct="1"/>
            <a:r>
              <a:rPr lang="fr-FR" altLang="fr-FR" smtClean="0"/>
              <a:t>	8-  GLORIEUX IL VIENT AU-DESSUS DES CIEUX</a:t>
            </a:r>
          </a:p>
          <a:p>
            <a:pPr eaLnBrk="1" hangingPunct="1"/>
            <a:r>
              <a:rPr lang="fr-FR" altLang="fr-FR" smtClean="0"/>
              <a:t>	Behold He comes Riding on the clouds</a:t>
            </a:r>
          </a:p>
          <a:p>
            <a:pPr eaLnBrk="1" hangingPunct="1"/>
            <a:r>
              <a:rPr lang="fr-FR" altLang="fr-FR" smtClean="0"/>
              <a:t>	9-  BRILLANT COMME LE SOLEIL AU SON DES TROMPETTES</a:t>
            </a:r>
          </a:p>
          <a:p>
            <a:pPr eaLnBrk="1" hangingPunct="1"/>
            <a:r>
              <a:rPr lang="fr-FR" altLang="fr-FR" smtClean="0"/>
              <a:t>	Shining like the sun at the trumpet call</a:t>
            </a:r>
          </a:p>
          <a:p>
            <a:pPr eaLnBrk="1" hangingPunct="1"/>
            <a:r>
              <a:rPr lang="fr-FR" altLang="fr-FR" smtClean="0"/>
              <a:t>	10-  ÉLÈVE TA VOIX C’EST L’ANNÉE DE JUBILÉ 	</a:t>
            </a:r>
          </a:p>
          <a:p>
            <a:pPr eaLnBrk="1" hangingPunct="1"/>
            <a:r>
              <a:rPr lang="fr-FR" altLang="fr-FR" smtClean="0"/>
              <a:t>	Lift your voice it’s the year of jubilee</a:t>
            </a:r>
          </a:p>
          <a:p>
            <a:pPr eaLnBrk="1" hangingPunct="1"/>
            <a:r>
              <a:rPr lang="fr-FR" altLang="fr-FR" smtClean="0"/>
              <a:t>	11-  ET DU MONT SION LE SALUT VIENT                   X2</a:t>
            </a:r>
          </a:p>
          <a:p>
            <a:pPr eaLnBrk="1" hangingPunct="1"/>
            <a:r>
              <a:rPr lang="fr-FR" altLang="fr-FR" smtClean="0"/>
              <a:t>	And out of Zion’s hill salvation comes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12-  VOICI LES JOURS DE TON PROPHÈTE</a:t>
            </a:r>
          </a:p>
          <a:p>
            <a:pPr eaLnBrk="1" hangingPunct="1"/>
            <a:r>
              <a:rPr lang="fr-FR" altLang="fr-FR" smtClean="0"/>
              <a:t>These are the days of Ezekiel</a:t>
            </a:r>
          </a:p>
          <a:p>
            <a:pPr eaLnBrk="1" hangingPunct="1"/>
            <a:r>
              <a:rPr lang="fr-FR" altLang="fr-FR" smtClean="0"/>
              <a:t>13-  LES OSSEMENTS SONT DEVENUS CHAIR</a:t>
            </a:r>
          </a:p>
          <a:p>
            <a:pPr eaLnBrk="1" hangingPunct="1"/>
            <a:r>
              <a:rPr lang="fr-FR" altLang="fr-FR" smtClean="0"/>
              <a:t>The dry bones becoming as flesh</a:t>
            </a:r>
          </a:p>
          <a:p>
            <a:pPr eaLnBrk="1" hangingPunct="1"/>
            <a:r>
              <a:rPr lang="fr-FR" altLang="fr-FR" smtClean="0"/>
              <a:t>14-  VOICI LES JOURS DE TON SERVITEUR DAVID</a:t>
            </a:r>
          </a:p>
          <a:p>
            <a:pPr eaLnBrk="1" hangingPunct="1"/>
            <a:r>
              <a:rPr lang="fr-FR" altLang="fr-FR" smtClean="0"/>
              <a:t>And these are the days of your servant David</a:t>
            </a:r>
          </a:p>
          <a:p>
            <a:pPr eaLnBrk="1" hangingPunct="1"/>
            <a:r>
              <a:rPr lang="fr-FR" altLang="fr-FR" smtClean="0"/>
              <a:t>15-  CONSTRUISANT UN TEMPLE DE LOUANGES</a:t>
            </a:r>
          </a:p>
          <a:p>
            <a:pPr eaLnBrk="1" hangingPunct="1"/>
            <a:r>
              <a:rPr lang="fr-FR" altLang="fr-FR" smtClean="0"/>
              <a:t>Rebuilding a temple of praise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16-  VOICI LES JOURS DE LA RÉCOLTE</a:t>
            </a:r>
          </a:p>
          <a:p>
            <a:pPr eaLnBrk="1" hangingPunct="1"/>
            <a:r>
              <a:rPr lang="fr-FR" altLang="fr-FR" smtClean="0"/>
              <a:t>And these are the days of the harvest</a:t>
            </a:r>
          </a:p>
          <a:p>
            <a:pPr eaLnBrk="1" hangingPunct="1"/>
            <a:r>
              <a:rPr lang="fr-FR" altLang="fr-FR" smtClean="0"/>
              <a:t>17-  C'EST LE TEMPS DE LA GRANDE MOISSON </a:t>
            </a:r>
          </a:p>
          <a:p>
            <a:pPr eaLnBrk="1" hangingPunct="1"/>
            <a:r>
              <a:rPr lang="fr-FR" altLang="fr-FR" smtClean="0"/>
              <a:t>The fields are as white in Your world</a:t>
            </a:r>
          </a:p>
          <a:p>
            <a:pPr eaLnBrk="1" hangingPunct="1"/>
            <a:r>
              <a:rPr lang="fr-FR" altLang="fr-FR" smtClean="0"/>
              <a:t>18-  NOUS SOMMES LES OUVRIERS DE TA VIGNE, SEIGNEUR</a:t>
            </a:r>
          </a:p>
          <a:p>
            <a:pPr eaLnBrk="1" hangingPunct="1"/>
            <a:r>
              <a:rPr lang="fr-FR" altLang="fr-FR" smtClean="0"/>
              <a:t>And we are the laborers in your vineyard</a:t>
            </a:r>
          </a:p>
          <a:p>
            <a:pPr eaLnBrk="1" hangingPunct="1"/>
            <a:r>
              <a:rPr lang="fr-FR" altLang="fr-FR" smtClean="0"/>
              <a:t>19-  DÉCLARANT LA PAROLE DU SEIGNEUR</a:t>
            </a:r>
          </a:p>
          <a:p>
            <a:pPr eaLnBrk="1" hangingPunct="1"/>
            <a:r>
              <a:rPr lang="fr-FR" altLang="fr-FR" smtClean="0"/>
              <a:t>Declaring the word of the Lord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	Refrain:</a:t>
            </a:r>
          </a:p>
          <a:p>
            <a:pPr eaLnBrk="1" hangingPunct="1"/>
            <a:r>
              <a:rPr lang="fr-FR" altLang="fr-FR" smtClean="0"/>
              <a:t>	20-  GLORIEUX IL VIENT AU-DESSUS DES CIEUX</a:t>
            </a:r>
          </a:p>
          <a:p>
            <a:pPr eaLnBrk="1" hangingPunct="1"/>
            <a:r>
              <a:rPr lang="fr-FR" altLang="fr-FR" smtClean="0"/>
              <a:t>	Behold He comes Riding on the clouds</a:t>
            </a:r>
          </a:p>
          <a:p>
            <a:pPr eaLnBrk="1" hangingPunct="1"/>
            <a:r>
              <a:rPr lang="fr-FR" altLang="fr-FR" smtClean="0"/>
              <a:t>	21-  BRILLANT COMME LE SOLEIL AU SON DES TROMPETTES</a:t>
            </a:r>
          </a:p>
          <a:p>
            <a:pPr eaLnBrk="1" hangingPunct="1"/>
            <a:r>
              <a:rPr lang="fr-FR" altLang="fr-FR" smtClean="0"/>
              <a:t>	Shining like the sun at the trumpet call</a:t>
            </a:r>
          </a:p>
          <a:p>
            <a:pPr eaLnBrk="1" hangingPunct="1"/>
            <a:r>
              <a:rPr lang="fr-FR" altLang="fr-FR" smtClean="0"/>
              <a:t>	22-  ÉLÈVE TA VOIX C’EST L’ANNÉE DE JUBILÉ 	</a:t>
            </a:r>
          </a:p>
          <a:p>
            <a:pPr eaLnBrk="1" hangingPunct="1"/>
            <a:r>
              <a:rPr lang="fr-FR" altLang="fr-FR" smtClean="0"/>
              <a:t>	Lift your voice it’s the year of jubilee</a:t>
            </a:r>
          </a:p>
          <a:p>
            <a:pPr eaLnBrk="1" hangingPunct="1"/>
            <a:r>
              <a:rPr lang="fr-FR" altLang="fr-FR" smtClean="0"/>
              <a:t>	23-  ET DU MONT SION LE SALUT VIENT                   X2</a:t>
            </a:r>
          </a:p>
          <a:p>
            <a:pPr eaLnBrk="1" hangingPunct="1"/>
            <a:r>
              <a:rPr lang="fr-FR" altLang="fr-FR" smtClean="0"/>
              <a:t>	And out of Zion’s hill salvation comes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24-  NUL N'EST SEMBLABLE À YAHVÉ</a:t>
            </a:r>
          </a:p>
          <a:p>
            <a:pPr eaLnBrk="1" hangingPunct="1"/>
            <a:r>
              <a:rPr lang="fr-FR" altLang="fr-FR" smtClean="0"/>
              <a:t>There’s no God like Jehovah</a:t>
            </a:r>
          </a:p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1-  VOICI VENUS LES JOURS D’ÉLIE DÉCLARANT LA PAROLE DU SEIGNEUR</a:t>
            </a:r>
          </a:p>
          <a:p>
            <a:r>
              <a:rPr lang="fr-FR" altLang="fr-FR" smtClean="0"/>
              <a:t>These are the days of Elijah Declaring the Word of the Lord</a:t>
            </a:r>
          </a:p>
          <a:p>
            <a:r>
              <a:rPr lang="fr-FR" altLang="fr-FR" smtClean="0"/>
              <a:t> 2-  VOICI LES JOURS DE TON SERVITEUR MOÏSE</a:t>
            </a:r>
          </a:p>
          <a:p>
            <a:r>
              <a:rPr lang="fr-FR" altLang="fr-FR" smtClean="0"/>
              <a:t>And these are the days of your servant Moses</a:t>
            </a:r>
          </a:p>
          <a:p>
            <a:r>
              <a:rPr lang="fr-FR" altLang="fr-FR" smtClean="0"/>
              <a:t>3-  LA JUSTICE EST DANS MON CŒUR</a:t>
            </a:r>
          </a:p>
          <a:p>
            <a:r>
              <a:rPr lang="fr-FR" altLang="fr-FR" smtClean="0"/>
              <a:t>Righteousness being restored</a:t>
            </a:r>
          </a:p>
          <a:p>
            <a:endParaRPr lang="fr-FR" altLang="fr-FR" smtClean="0"/>
          </a:p>
          <a:p>
            <a:r>
              <a:rPr lang="fr-FR" altLang="fr-FR" smtClean="0"/>
              <a:t>4-  ET PENDANT CES JOURS DE GRANDE ÉPREUVE</a:t>
            </a:r>
          </a:p>
          <a:p>
            <a:r>
              <a:rPr lang="fr-FR" altLang="fr-FR" smtClean="0"/>
              <a:t>And though these are days of great trial</a:t>
            </a:r>
          </a:p>
          <a:p>
            <a:r>
              <a:rPr lang="fr-FR" altLang="fr-FR" smtClean="0"/>
              <a:t>5-  DE FAMINE, DE TÉNÈBRE ET SOIF</a:t>
            </a:r>
          </a:p>
          <a:p>
            <a:r>
              <a:rPr lang="fr-FR" altLang="fr-FR" smtClean="0"/>
              <a:t>Of famine and darkness and sword</a:t>
            </a:r>
          </a:p>
          <a:p>
            <a:r>
              <a:rPr lang="fr-FR" altLang="fr-FR" smtClean="0"/>
              <a:t>6-  NOUS SOMMES CETTE VOIX DANS LE DÉSERT QUI CRIE</a:t>
            </a:r>
          </a:p>
          <a:p>
            <a:r>
              <a:rPr lang="fr-FR" altLang="fr-FR" smtClean="0"/>
              <a:t>Still we are the voice in the desert crying</a:t>
            </a:r>
          </a:p>
          <a:p>
            <a:r>
              <a:rPr lang="fr-FR" altLang="fr-FR" smtClean="0"/>
              <a:t>7-  PRÉPAREZ LE CHEMIN DU SEIGNEUR</a:t>
            </a:r>
          </a:p>
          <a:p>
            <a:r>
              <a:rPr lang="fr-FR" altLang="fr-FR" smtClean="0"/>
              <a:t>Prepare ye the way of the Lord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GLORIEUX IL VIENT AU-DESSUS DES CIEUX</a:t>
            </a:r>
          </a:p>
          <a:p>
            <a:r>
              <a:rPr lang="fr-FR" altLang="fr-FR" smtClean="0"/>
              <a:t>	Behold He comes Riding on the clouds</a:t>
            </a:r>
          </a:p>
          <a:p>
            <a:r>
              <a:rPr lang="fr-FR" altLang="fr-FR" smtClean="0"/>
              <a:t>	9-  BRILLANT COMME LE SOLEIL AU SON DES TROMPETTES</a:t>
            </a:r>
          </a:p>
          <a:p>
            <a:r>
              <a:rPr lang="fr-FR" altLang="fr-FR" smtClean="0"/>
              <a:t>	Shining like the sun at the trumpet call</a:t>
            </a:r>
          </a:p>
          <a:p>
            <a:r>
              <a:rPr lang="fr-FR" altLang="fr-FR" smtClean="0"/>
              <a:t>	10-  ÉLÈVE TA VOIX C’EST L’ANNÉE DE JUBILÉ 	</a:t>
            </a:r>
          </a:p>
          <a:p>
            <a:r>
              <a:rPr lang="fr-FR" altLang="fr-FR" smtClean="0"/>
              <a:t>	Lift your voice it’s the year of jubilee</a:t>
            </a:r>
          </a:p>
          <a:p>
            <a:r>
              <a:rPr lang="fr-FR" altLang="fr-FR" smtClean="0"/>
              <a:t>	11-  ET DU MONT SION LE SALUT VIENT                   X2</a:t>
            </a:r>
          </a:p>
          <a:p>
            <a:r>
              <a:rPr lang="fr-FR" altLang="fr-FR" smtClean="0"/>
              <a:t>	And out of Zion’s hill salvation comes</a:t>
            </a:r>
          </a:p>
          <a:p>
            <a:endParaRPr lang="fr-FR" altLang="fr-FR" smtClean="0"/>
          </a:p>
          <a:p>
            <a:r>
              <a:rPr lang="fr-FR" altLang="fr-FR" smtClean="0"/>
              <a:t>12-  VOICI LES JOURS DE TON PROPHÈTE</a:t>
            </a:r>
          </a:p>
          <a:p>
            <a:r>
              <a:rPr lang="fr-FR" altLang="fr-FR" smtClean="0"/>
              <a:t>These are the days of Ezekiel</a:t>
            </a:r>
          </a:p>
          <a:p>
            <a:r>
              <a:rPr lang="fr-FR" altLang="fr-FR" smtClean="0"/>
              <a:t>13-  LES OSSEMENTS SONT DEVENUS CHAIR</a:t>
            </a:r>
          </a:p>
          <a:p>
            <a:r>
              <a:rPr lang="fr-FR" altLang="fr-FR" smtClean="0"/>
              <a:t>The dry bones becoming as flesh</a:t>
            </a:r>
          </a:p>
          <a:p>
            <a:r>
              <a:rPr lang="fr-FR" altLang="fr-FR" smtClean="0"/>
              <a:t>14-  VOICI LES JOURS DE TON SERVITEUR DAVID</a:t>
            </a:r>
          </a:p>
          <a:p>
            <a:r>
              <a:rPr lang="fr-FR" altLang="fr-FR" smtClean="0"/>
              <a:t>And these are the days of your servant David</a:t>
            </a:r>
          </a:p>
          <a:p>
            <a:r>
              <a:rPr lang="fr-FR" altLang="fr-FR" smtClean="0"/>
              <a:t>15-  CONSTRUISANT UN TEMPLE DE LOUANGES</a:t>
            </a:r>
          </a:p>
          <a:p>
            <a:r>
              <a:rPr lang="fr-FR" altLang="fr-FR" smtClean="0"/>
              <a:t>Rebuilding a temple of praise</a:t>
            </a:r>
          </a:p>
          <a:p>
            <a:endParaRPr lang="fr-FR" altLang="fr-FR" smtClean="0"/>
          </a:p>
          <a:p>
            <a:r>
              <a:rPr lang="fr-FR" altLang="fr-FR" smtClean="0"/>
              <a:t>16-  VOICI LES JOURS DE LA RÉCOLTE</a:t>
            </a:r>
          </a:p>
          <a:p>
            <a:r>
              <a:rPr lang="fr-FR" altLang="fr-FR" smtClean="0"/>
              <a:t>And these are the days of the harvest</a:t>
            </a:r>
          </a:p>
          <a:p>
            <a:r>
              <a:rPr lang="fr-FR" altLang="fr-FR" smtClean="0"/>
              <a:t>17-  C'EST LE TEMPS DE LA GRANDE MOISSON </a:t>
            </a:r>
          </a:p>
          <a:p>
            <a:r>
              <a:rPr lang="fr-FR" altLang="fr-FR" smtClean="0"/>
              <a:t>The fields are as white in Your world</a:t>
            </a:r>
          </a:p>
          <a:p>
            <a:r>
              <a:rPr lang="fr-FR" altLang="fr-FR" smtClean="0"/>
              <a:t>18-  NOUS SOMMES LES OUVRIERS DE TA VIGNE, SEIGNEUR</a:t>
            </a:r>
          </a:p>
          <a:p>
            <a:r>
              <a:rPr lang="fr-FR" altLang="fr-FR" smtClean="0"/>
              <a:t>And we are the laborers in your vineyard</a:t>
            </a:r>
          </a:p>
          <a:p>
            <a:r>
              <a:rPr lang="fr-FR" altLang="fr-FR" smtClean="0"/>
              <a:t>19-  DÉCLARANT LA PAROLE DU SEIGNEUR</a:t>
            </a:r>
          </a:p>
          <a:p>
            <a:r>
              <a:rPr lang="fr-FR" altLang="fr-FR" smtClean="0"/>
              <a:t>Declaring the word of the Lord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20-  GLORIEUX IL VIENT AU-DESSUS DES CIEUX</a:t>
            </a:r>
          </a:p>
          <a:p>
            <a:r>
              <a:rPr lang="fr-FR" altLang="fr-FR" smtClean="0"/>
              <a:t>	Behold He comes Riding on the clouds</a:t>
            </a:r>
          </a:p>
          <a:p>
            <a:r>
              <a:rPr lang="fr-FR" altLang="fr-FR" smtClean="0"/>
              <a:t>	21-  BRILLANT COMME LE SOLEIL AU SON DES TROMPETTES</a:t>
            </a:r>
          </a:p>
          <a:p>
            <a:r>
              <a:rPr lang="fr-FR" altLang="fr-FR" smtClean="0"/>
              <a:t>	Shining like the sun at the trumpet call</a:t>
            </a:r>
          </a:p>
          <a:p>
            <a:r>
              <a:rPr lang="fr-FR" altLang="fr-FR" smtClean="0"/>
              <a:t>	22-  ÉLÈVE TA VOIX C’EST L’ANNÉE DE JUBILÉ 	</a:t>
            </a:r>
          </a:p>
          <a:p>
            <a:r>
              <a:rPr lang="fr-FR" altLang="fr-FR" smtClean="0"/>
              <a:t>	Lift your voice it’s the year of jubilee</a:t>
            </a:r>
          </a:p>
          <a:p>
            <a:r>
              <a:rPr lang="fr-FR" altLang="fr-FR" smtClean="0"/>
              <a:t>	23-  ET DU MONT SION LE SALUT VIENT                   X2</a:t>
            </a:r>
          </a:p>
          <a:p>
            <a:r>
              <a:rPr lang="fr-FR" altLang="fr-FR" smtClean="0"/>
              <a:t>	And out of Zion’s hill salvation comes</a:t>
            </a:r>
          </a:p>
          <a:p>
            <a:endParaRPr lang="fr-FR" altLang="fr-FR" smtClean="0"/>
          </a:p>
          <a:p>
            <a:r>
              <a:rPr lang="fr-FR" altLang="fr-FR" smtClean="0"/>
              <a:t>24-  NUL N'EST SEMBLABLE À YAHVÉ</a:t>
            </a:r>
          </a:p>
          <a:p>
            <a:r>
              <a:rPr lang="fr-FR" altLang="fr-FR" smtClean="0"/>
              <a:t>There’s no God like Jehovah</a:t>
            </a:r>
          </a:p>
          <a:p>
            <a:endParaRPr lang="fr-FR" altLang="fr-FR" smtClean="0"/>
          </a:p>
        </p:txBody>
      </p:sp>
      <p:sp>
        <p:nvSpPr>
          <p:cNvPr id="4403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altLang="fr-FR" smtClean="0"/>
              <a:t>	REFRAIN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1-  VOICI VENUS LES JOURS D’ÉLIE DÉCLARANT LA PAROLE DU SEIGNEUR</a:t>
            </a:r>
          </a:p>
          <a:p>
            <a:pPr eaLnBrk="1" hangingPunct="1"/>
            <a:r>
              <a:rPr lang="fr-FR" altLang="fr-FR" smtClean="0"/>
              <a:t>These are the days of Elijah Declaring the Word of the Lord</a:t>
            </a:r>
          </a:p>
          <a:p>
            <a:pPr eaLnBrk="1" hangingPunct="1"/>
            <a:r>
              <a:rPr lang="fr-FR" altLang="fr-FR" smtClean="0"/>
              <a:t> 2-  VOICI LES JOURS DE TON SERVITEUR MOÏSE</a:t>
            </a:r>
          </a:p>
          <a:p>
            <a:pPr eaLnBrk="1" hangingPunct="1"/>
            <a:r>
              <a:rPr lang="fr-FR" altLang="fr-FR" smtClean="0"/>
              <a:t>And these are the days of your servant Moses</a:t>
            </a:r>
          </a:p>
          <a:p>
            <a:pPr eaLnBrk="1" hangingPunct="1"/>
            <a:r>
              <a:rPr lang="fr-FR" altLang="fr-FR" smtClean="0"/>
              <a:t>3-  LA JUSTICE EST DANS MON CŒUR</a:t>
            </a:r>
          </a:p>
          <a:p>
            <a:pPr eaLnBrk="1" hangingPunct="1"/>
            <a:r>
              <a:rPr lang="fr-FR" altLang="fr-FR" smtClean="0"/>
              <a:t>Righteousness being restored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4-  ET PENDANT CES JOURS DE GRANDE ÉPREUVE</a:t>
            </a:r>
          </a:p>
          <a:p>
            <a:pPr eaLnBrk="1" hangingPunct="1"/>
            <a:r>
              <a:rPr lang="fr-FR" altLang="fr-FR" smtClean="0"/>
              <a:t>And though these are days of great trial</a:t>
            </a:r>
          </a:p>
          <a:p>
            <a:pPr eaLnBrk="1" hangingPunct="1"/>
            <a:r>
              <a:rPr lang="fr-FR" altLang="fr-FR" smtClean="0"/>
              <a:t>5-  DE FAMINE, DE TÉNÈBRE ET SOIF</a:t>
            </a:r>
          </a:p>
          <a:p>
            <a:pPr eaLnBrk="1" hangingPunct="1"/>
            <a:r>
              <a:rPr lang="fr-FR" altLang="fr-FR" smtClean="0"/>
              <a:t>Of famine and darkness and sword</a:t>
            </a:r>
          </a:p>
          <a:p>
            <a:pPr eaLnBrk="1" hangingPunct="1"/>
            <a:r>
              <a:rPr lang="fr-FR" altLang="fr-FR" smtClean="0"/>
              <a:t>6-  NOUS SOMMES CETTE VOIX DANS LE DÉSERT QUI CRIE</a:t>
            </a:r>
          </a:p>
          <a:p>
            <a:pPr eaLnBrk="1" hangingPunct="1"/>
            <a:r>
              <a:rPr lang="fr-FR" altLang="fr-FR" smtClean="0"/>
              <a:t>Still we are the voice in the desert crying</a:t>
            </a:r>
          </a:p>
          <a:p>
            <a:pPr eaLnBrk="1" hangingPunct="1"/>
            <a:r>
              <a:rPr lang="fr-FR" altLang="fr-FR" smtClean="0"/>
              <a:t>7-  PRÉPAREZ LE CHEMIN DU SEIGNEUR</a:t>
            </a:r>
          </a:p>
          <a:p>
            <a:pPr eaLnBrk="1" hangingPunct="1"/>
            <a:r>
              <a:rPr lang="fr-FR" altLang="fr-FR" smtClean="0"/>
              <a:t>Prepare ye the way of the Lord</a:t>
            </a:r>
          </a:p>
          <a:p>
            <a:pPr eaLnBrk="1" hangingPunct="1"/>
            <a:r>
              <a:rPr lang="fr-FR" altLang="fr-FR" smtClean="0"/>
              <a:t>	</a:t>
            </a:r>
          </a:p>
          <a:p>
            <a:pPr eaLnBrk="1" hangingPunct="1"/>
            <a:r>
              <a:rPr lang="fr-FR" altLang="fr-FR" smtClean="0"/>
              <a:t>	Refrain:</a:t>
            </a:r>
          </a:p>
          <a:p>
            <a:pPr eaLnBrk="1" hangingPunct="1"/>
            <a:r>
              <a:rPr lang="fr-FR" altLang="fr-FR" smtClean="0"/>
              <a:t>	8-  GLORIEUX IL VIENT AU-DESSUS DES CIEUX</a:t>
            </a:r>
          </a:p>
          <a:p>
            <a:pPr eaLnBrk="1" hangingPunct="1"/>
            <a:r>
              <a:rPr lang="fr-FR" altLang="fr-FR" smtClean="0"/>
              <a:t>	Behold He comes Riding on the clouds</a:t>
            </a:r>
          </a:p>
          <a:p>
            <a:pPr eaLnBrk="1" hangingPunct="1"/>
            <a:r>
              <a:rPr lang="fr-FR" altLang="fr-FR" smtClean="0"/>
              <a:t>	9-  BRILLANT COMME LE SOLEIL AU SON DES TROMPETTES</a:t>
            </a:r>
          </a:p>
          <a:p>
            <a:pPr eaLnBrk="1" hangingPunct="1"/>
            <a:r>
              <a:rPr lang="fr-FR" altLang="fr-FR" smtClean="0"/>
              <a:t>	Shining like the sun at the trumpet call</a:t>
            </a:r>
          </a:p>
          <a:p>
            <a:pPr eaLnBrk="1" hangingPunct="1"/>
            <a:r>
              <a:rPr lang="fr-FR" altLang="fr-FR" smtClean="0"/>
              <a:t>	10-  ÉLÈVE TA VOIX C’EST L’ANNÉE DE JUBILÉ 	</a:t>
            </a:r>
          </a:p>
          <a:p>
            <a:pPr eaLnBrk="1" hangingPunct="1"/>
            <a:r>
              <a:rPr lang="fr-FR" altLang="fr-FR" smtClean="0"/>
              <a:t>	Lift your voice it’s the year of jubilee</a:t>
            </a:r>
          </a:p>
          <a:p>
            <a:pPr eaLnBrk="1" hangingPunct="1"/>
            <a:r>
              <a:rPr lang="fr-FR" altLang="fr-FR" smtClean="0"/>
              <a:t>	11-  ET DU MONT SION LE SALUT VIENT                   X2</a:t>
            </a:r>
          </a:p>
          <a:p>
            <a:pPr eaLnBrk="1" hangingPunct="1"/>
            <a:r>
              <a:rPr lang="fr-FR" altLang="fr-FR" smtClean="0"/>
              <a:t>	And out of Zion’s hill salvation comes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12-  VOICI LES JOURS DE TON PROPHÈTE</a:t>
            </a:r>
          </a:p>
          <a:p>
            <a:pPr eaLnBrk="1" hangingPunct="1"/>
            <a:r>
              <a:rPr lang="fr-FR" altLang="fr-FR" smtClean="0"/>
              <a:t>These are the days of Ezekiel</a:t>
            </a:r>
          </a:p>
          <a:p>
            <a:pPr eaLnBrk="1" hangingPunct="1"/>
            <a:r>
              <a:rPr lang="fr-FR" altLang="fr-FR" smtClean="0"/>
              <a:t>13-  LES OSSEMENTS SONT DEVENUS CHAIR</a:t>
            </a:r>
          </a:p>
          <a:p>
            <a:pPr eaLnBrk="1" hangingPunct="1"/>
            <a:r>
              <a:rPr lang="fr-FR" altLang="fr-FR" smtClean="0"/>
              <a:t>The dry bones becoming as flesh</a:t>
            </a:r>
          </a:p>
          <a:p>
            <a:pPr eaLnBrk="1" hangingPunct="1"/>
            <a:r>
              <a:rPr lang="fr-FR" altLang="fr-FR" smtClean="0"/>
              <a:t>14-  VOICI LES JOURS DE TON SERVITEUR DAVID</a:t>
            </a:r>
          </a:p>
          <a:p>
            <a:pPr eaLnBrk="1" hangingPunct="1"/>
            <a:r>
              <a:rPr lang="fr-FR" altLang="fr-FR" smtClean="0"/>
              <a:t>And these are the days of your servant David</a:t>
            </a:r>
          </a:p>
          <a:p>
            <a:pPr eaLnBrk="1" hangingPunct="1"/>
            <a:r>
              <a:rPr lang="fr-FR" altLang="fr-FR" smtClean="0"/>
              <a:t>15-  CONSTRUISANT UN TEMPLE DE LOUANGES</a:t>
            </a:r>
          </a:p>
          <a:p>
            <a:pPr eaLnBrk="1" hangingPunct="1"/>
            <a:r>
              <a:rPr lang="fr-FR" altLang="fr-FR" smtClean="0"/>
              <a:t>Rebuilding a temple of praise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16-  VOICI LES JOURS DE LA RÉCOLTE</a:t>
            </a:r>
          </a:p>
          <a:p>
            <a:pPr eaLnBrk="1" hangingPunct="1"/>
            <a:r>
              <a:rPr lang="fr-FR" altLang="fr-FR" smtClean="0"/>
              <a:t>And these are the days of the harvest</a:t>
            </a:r>
          </a:p>
          <a:p>
            <a:pPr eaLnBrk="1" hangingPunct="1"/>
            <a:r>
              <a:rPr lang="fr-FR" altLang="fr-FR" smtClean="0"/>
              <a:t>17-  C'EST LE TEMPS DE LA GRANDE MOISSON </a:t>
            </a:r>
          </a:p>
          <a:p>
            <a:pPr eaLnBrk="1" hangingPunct="1"/>
            <a:r>
              <a:rPr lang="fr-FR" altLang="fr-FR" smtClean="0"/>
              <a:t>The fields are as white in Your world</a:t>
            </a:r>
          </a:p>
          <a:p>
            <a:pPr eaLnBrk="1" hangingPunct="1"/>
            <a:r>
              <a:rPr lang="fr-FR" altLang="fr-FR" smtClean="0"/>
              <a:t>18-  NOUS SOMMES LES OUVRIERS DE TA VIGNE, SEIGNEUR</a:t>
            </a:r>
          </a:p>
          <a:p>
            <a:pPr eaLnBrk="1" hangingPunct="1"/>
            <a:r>
              <a:rPr lang="fr-FR" altLang="fr-FR" smtClean="0"/>
              <a:t>And we are the laborers in your vineyard</a:t>
            </a:r>
          </a:p>
          <a:p>
            <a:pPr eaLnBrk="1" hangingPunct="1"/>
            <a:r>
              <a:rPr lang="fr-FR" altLang="fr-FR" smtClean="0"/>
              <a:t>19-  DÉCLARANT LA PAROLE DU SEIGNEUR</a:t>
            </a:r>
          </a:p>
          <a:p>
            <a:pPr eaLnBrk="1" hangingPunct="1"/>
            <a:r>
              <a:rPr lang="fr-FR" altLang="fr-FR" smtClean="0"/>
              <a:t>Declaring the word of the Lord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	Refrain:</a:t>
            </a:r>
          </a:p>
          <a:p>
            <a:pPr eaLnBrk="1" hangingPunct="1"/>
            <a:r>
              <a:rPr lang="fr-FR" altLang="fr-FR" smtClean="0"/>
              <a:t>	20-  GLORIEUX IL VIENT AU-DESSUS DES CIEUX</a:t>
            </a:r>
          </a:p>
          <a:p>
            <a:pPr eaLnBrk="1" hangingPunct="1"/>
            <a:r>
              <a:rPr lang="fr-FR" altLang="fr-FR" smtClean="0"/>
              <a:t>	Behold He comes Riding on the clouds</a:t>
            </a:r>
          </a:p>
          <a:p>
            <a:pPr eaLnBrk="1" hangingPunct="1"/>
            <a:r>
              <a:rPr lang="fr-FR" altLang="fr-FR" smtClean="0"/>
              <a:t>	21-  BRILLANT COMME LE SOLEIL AU SON DES TROMPETTES</a:t>
            </a:r>
          </a:p>
          <a:p>
            <a:pPr eaLnBrk="1" hangingPunct="1"/>
            <a:r>
              <a:rPr lang="fr-FR" altLang="fr-FR" smtClean="0"/>
              <a:t>	Shining like the sun at the trumpet call</a:t>
            </a:r>
          </a:p>
          <a:p>
            <a:pPr eaLnBrk="1" hangingPunct="1"/>
            <a:r>
              <a:rPr lang="fr-FR" altLang="fr-FR" smtClean="0"/>
              <a:t>	22-  ÉLÈVE TA VOIX C’EST L’ANNÉE DE JUBILÉ 	</a:t>
            </a:r>
          </a:p>
          <a:p>
            <a:pPr eaLnBrk="1" hangingPunct="1"/>
            <a:r>
              <a:rPr lang="fr-FR" altLang="fr-FR" smtClean="0"/>
              <a:t>	Lift your voice it’s the year of jubilee</a:t>
            </a:r>
          </a:p>
          <a:p>
            <a:pPr eaLnBrk="1" hangingPunct="1"/>
            <a:r>
              <a:rPr lang="fr-FR" altLang="fr-FR" smtClean="0"/>
              <a:t>	23-  ET DU MONT SION LE SALUT VIENT                   X2</a:t>
            </a:r>
          </a:p>
          <a:p>
            <a:pPr eaLnBrk="1" hangingPunct="1"/>
            <a:r>
              <a:rPr lang="fr-FR" altLang="fr-FR" smtClean="0"/>
              <a:t>	And out of Zion’s hill salvation comes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24-  NUL N'EST SEMBLABLE À YAHVÉ</a:t>
            </a:r>
          </a:p>
          <a:p>
            <a:pPr eaLnBrk="1" hangingPunct="1"/>
            <a:r>
              <a:rPr lang="fr-FR" altLang="fr-FR" smtClean="0"/>
              <a:t>There’s no God like Jehovah</a:t>
            </a:r>
          </a:p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1-  VOICI VENUS LES JOURS D’ÉLIE DÉCLARANT LA PAROLE DU SEIGNEUR</a:t>
            </a:r>
          </a:p>
          <a:p>
            <a:r>
              <a:rPr lang="fr-FR" altLang="fr-FR" smtClean="0"/>
              <a:t>These are the days of Elijah Declaring the Word of the Lord</a:t>
            </a:r>
          </a:p>
          <a:p>
            <a:r>
              <a:rPr lang="fr-FR" altLang="fr-FR" smtClean="0"/>
              <a:t> 2-  VOICI LES JOURS DE TON SERVITEUR MOÏSE</a:t>
            </a:r>
          </a:p>
          <a:p>
            <a:r>
              <a:rPr lang="fr-FR" altLang="fr-FR" smtClean="0"/>
              <a:t>And these are the days of your servant Moses</a:t>
            </a:r>
          </a:p>
          <a:p>
            <a:r>
              <a:rPr lang="fr-FR" altLang="fr-FR" smtClean="0"/>
              <a:t>3-  LA JUSTICE EST DANS MON CŒUR</a:t>
            </a:r>
          </a:p>
          <a:p>
            <a:r>
              <a:rPr lang="fr-FR" altLang="fr-FR" smtClean="0"/>
              <a:t>Righteousness being restored</a:t>
            </a:r>
          </a:p>
          <a:p>
            <a:endParaRPr lang="fr-FR" altLang="fr-FR" smtClean="0"/>
          </a:p>
          <a:p>
            <a:r>
              <a:rPr lang="fr-FR" altLang="fr-FR" smtClean="0"/>
              <a:t>4-  ET PENDANT CES JOURS DE GRANDE ÉPREUVE</a:t>
            </a:r>
          </a:p>
          <a:p>
            <a:r>
              <a:rPr lang="fr-FR" altLang="fr-FR" smtClean="0"/>
              <a:t>And though these are days of great trial</a:t>
            </a:r>
          </a:p>
          <a:p>
            <a:r>
              <a:rPr lang="fr-FR" altLang="fr-FR" smtClean="0"/>
              <a:t>5-  DE FAMINE, DE TÉNÈBRE ET SOIF</a:t>
            </a:r>
          </a:p>
          <a:p>
            <a:r>
              <a:rPr lang="fr-FR" altLang="fr-FR" smtClean="0"/>
              <a:t>Of famine and darkness and sword</a:t>
            </a:r>
          </a:p>
          <a:p>
            <a:r>
              <a:rPr lang="fr-FR" altLang="fr-FR" smtClean="0"/>
              <a:t>6-  NOUS SOMMES CETTE VOIX DANS LE DÉSERT QUI CRIE</a:t>
            </a:r>
          </a:p>
          <a:p>
            <a:r>
              <a:rPr lang="fr-FR" altLang="fr-FR" smtClean="0"/>
              <a:t>Still we are the voice in the desert crying</a:t>
            </a:r>
          </a:p>
          <a:p>
            <a:r>
              <a:rPr lang="fr-FR" altLang="fr-FR" smtClean="0"/>
              <a:t>7-  PRÉPAREZ LE CHEMIN DU SEIGNEUR</a:t>
            </a:r>
          </a:p>
          <a:p>
            <a:r>
              <a:rPr lang="fr-FR" altLang="fr-FR" smtClean="0"/>
              <a:t>Prepare ye the way of the Lord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GLORIEUX IL VIENT AU-DESSUS DES CIEUX</a:t>
            </a:r>
          </a:p>
          <a:p>
            <a:r>
              <a:rPr lang="fr-FR" altLang="fr-FR" smtClean="0"/>
              <a:t>	Behold He comes Riding on the clouds</a:t>
            </a:r>
          </a:p>
          <a:p>
            <a:r>
              <a:rPr lang="fr-FR" altLang="fr-FR" smtClean="0"/>
              <a:t>	9-  BRILLANT COMME LE SOLEIL AU SON DES TROMPETTES</a:t>
            </a:r>
          </a:p>
          <a:p>
            <a:r>
              <a:rPr lang="fr-FR" altLang="fr-FR" smtClean="0"/>
              <a:t>	Shining like the sun at the trumpet call</a:t>
            </a:r>
          </a:p>
          <a:p>
            <a:r>
              <a:rPr lang="fr-FR" altLang="fr-FR" smtClean="0"/>
              <a:t>	10-  ÉLÈVE TA VOIX C’EST L’ANNÉE DE JUBILÉ 	</a:t>
            </a:r>
          </a:p>
          <a:p>
            <a:r>
              <a:rPr lang="fr-FR" altLang="fr-FR" smtClean="0"/>
              <a:t>	Lift your voice it’s the year of jubilee</a:t>
            </a:r>
          </a:p>
          <a:p>
            <a:r>
              <a:rPr lang="fr-FR" altLang="fr-FR" smtClean="0"/>
              <a:t>	11-  ET DU MONT SION LE SALUT VIENT                   X2</a:t>
            </a:r>
          </a:p>
          <a:p>
            <a:r>
              <a:rPr lang="fr-FR" altLang="fr-FR" smtClean="0"/>
              <a:t>	And out of Zion’s hill salvation comes</a:t>
            </a:r>
          </a:p>
          <a:p>
            <a:endParaRPr lang="fr-FR" altLang="fr-FR" smtClean="0"/>
          </a:p>
          <a:p>
            <a:r>
              <a:rPr lang="fr-FR" altLang="fr-FR" smtClean="0"/>
              <a:t>12-  VOICI LES JOURS DE TON PROPHÈTE</a:t>
            </a:r>
          </a:p>
          <a:p>
            <a:r>
              <a:rPr lang="fr-FR" altLang="fr-FR" smtClean="0"/>
              <a:t>These are the days of Ezekiel</a:t>
            </a:r>
          </a:p>
          <a:p>
            <a:r>
              <a:rPr lang="fr-FR" altLang="fr-FR" smtClean="0"/>
              <a:t>13-  LES OSSEMENTS SONT DEVENUS CHAIR</a:t>
            </a:r>
          </a:p>
          <a:p>
            <a:r>
              <a:rPr lang="fr-FR" altLang="fr-FR" smtClean="0"/>
              <a:t>The dry bones becoming as flesh</a:t>
            </a:r>
          </a:p>
          <a:p>
            <a:r>
              <a:rPr lang="fr-FR" altLang="fr-FR" smtClean="0"/>
              <a:t>14-  VOICI LES JOURS DE TON SERVITEUR DAVID</a:t>
            </a:r>
          </a:p>
          <a:p>
            <a:r>
              <a:rPr lang="fr-FR" altLang="fr-FR" smtClean="0"/>
              <a:t>And these are the days of your servant David</a:t>
            </a:r>
          </a:p>
          <a:p>
            <a:r>
              <a:rPr lang="fr-FR" altLang="fr-FR" smtClean="0"/>
              <a:t>15-  CONSTRUISANT UN TEMPLE DE LOUANGES</a:t>
            </a:r>
          </a:p>
          <a:p>
            <a:r>
              <a:rPr lang="fr-FR" altLang="fr-FR" smtClean="0"/>
              <a:t>Rebuilding a temple of praise</a:t>
            </a:r>
          </a:p>
          <a:p>
            <a:endParaRPr lang="fr-FR" altLang="fr-FR" smtClean="0"/>
          </a:p>
          <a:p>
            <a:r>
              <a:rPr lang="fr-FR" altLang="fr-FR" smtClean="0"/>
              <a:t>16-  VOICI LES JOURS DE LA RÉCOLTE</a:t>
            </a:r>
          </a:p>
          <a:p>
            <a:r>
              <a:rPr lang="fr-FR" altLang="fr-FR" smtClean="0"/>
              <a:t>And these are the days of the harvest</a:t>
            </a:r>
          </a:p>
          <a:p>
            <a:r>
              <a:rPr lang="fr-FR" altLang="fr-FR" smtClean="0"/>
              <a:t>17-  C'EST LE TEMPS DE LA GRANDE MOISSON </a:t>
            </a:r>
          </a:p>
          <a:p>
            <a:r>
              <a:rPr lang="fr-FR" altLang="fr-FR" smtClean="0"/>
              <a:t>The fields are as white in Your world</a:t>
            </a:r>
          </a:p>
          <a:p>
            <a:r>
              <a:rPr lang="fr-FR" altLang="fr-FR" smtClean="0"/>
              <a:t>18-  NOUS SOMMES LES OUVRIERS DE TA VIGNE, SEIGNEUR</a:t>
            </a:r>
          </a:p>
          <a:p>
            <a:r>
              <a:rPr lang="fr-FR" altLang="fr-FR" smtClean="0"/>
              <a:t>And we are the laborers in your vineyard</a:t>
            </a:r>
          </a:p>
          <a:p>
            <a:r>
              <a:rPr lang="fr-FR" altLang="fr-FR" smtClean="0"/>
              <a:t>19-  DÉCLARANT LA PAROLE DU SEIGNEUR</a:t>
            </a:r>
          </a:p>
          <a:p>
            <a:r>
              <a:rPr lang="fr-FR" altLang="fr-FR" smtClean="0"/>
              <a:t>Declaring the word of the Lord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20-  GLORIEUX IL VIENT AU-DESSUS DES CIEUX</a:t>
            </a:r>
          </a:p>
          <a:p>
            <a:r>
              <a:rPr lang="fr-FR" altLang="fr-FR" smtClean="0"/>
              <a:t>	Behold He comes Riding on the clouds</a:t>
            </a:r>
          </a:p>
          <a:p>
            <a:r>
              <a:rPr lang="fr-FR" altLang="fr-FR" smtClean="0"/>
              <a:t>	21-  BRILLANT COMME LE SOLEIL AU SON DES TROMPETTES</a:t>
            </a:r>
          </a:p>
          <a:p>
            <a:r>
              <a:rPr lang="fr-FR" altLang="fr-FR" smtClean="0"/>
              <a:t>	Shining like the sun at the trumpet call</a:t>
            </a:r>
          </a:p>
          <a:p>
            <a:r>
              <a:rPr lang="fr-FR" altLang="fr-FR" smtClean="0"/>
              <a:t>	22-  ÉLÈVE TA VOIX C’EST L’ANNÉE DE JUBILÉ 	</a:t>
            </a:r>
          </a:p>
          <a:p>
            <a:r>
              <a:rPr lang="fr-FR" altLang="fr-FR" smtClean="0"/>
              <a:t>	Lift your voice it’s the year of jubilee</a:t>
            </a:r>
          </a:p>
          <a:p>
            <a:r>
              <a:rPr lang="fr-FR" altLang="fr-FR" smtClean="0"/>
              <a:t>	23-  ET DU MONT SION LE SALUT VIENT                   X2</a:t>
            </a:r>
          </a:p>
          <a:p>
            <a:r>
              <a:rPr lang="fr-FR" altLang="fr-FR" smtClean="0"/>
              <a:t>	And out of Zion’s hill salvation comes</a:t>
            </a:r>
          </a:p>
          <a:p>
            <a:endParaRPr lang="fr-FR" altLang="fr-FR" smtClean="0"/>
          </a:p>
          <a:p>
            <a:r>
              <a:rPr lang="fr-FR" altLang="fr-FR" smtClean="0"/>
              <a:t>24-  NUL N'EST SEMBLABLE À YAHVÉ</a:t>
            </a:r>
          </a:p>
          <a:p>
            <a:r>
              <a:rPr lang="fr-FR" altLang="fr-FR" smtClean="0"/>
              <a:t>There’s no God like Jehovah</a:t>
            </a:r>
          </a:p>
          <a:p>
            <a:endParaRPr lang="fr-FR" altLang="fr-FR" smtClean="0"/>
          </a:p>
        </p:txBody>
      </p:sp>
      <p:sp>
        <p:nvSpPr>
          <p:cNvPr id="4505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altLang="fr-FR" smtClean="0"/>
              <a:t>	REFRAIN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1-  VOICI VENUS LES JOURS D’ÉLIE DÉCLARANT LA PAROLE DU SEIGNEUR</a:t>
            </a:r>
          </a:p>
          <a:p>
            <a:pPr eaLnBrk="1" hangingPunct="1"/>
            <a:r>
              <a:rPr lang="fr-FR" altLang="fr-FR" smtClean="0"/>
              <a:t>These are the days of Elijah Declaring the Word of the Lord</a:t>
            </a:r>
          </a:p>
          <a:p>
            <a:pPr eaLnBrk="1" hangingPunct="1"/>
            <a:r>
              <a:rPr lang="fr-FR" altLang="fr-FR" smtClean="0"/>
              <a:t> 2-  VOICI LES JOURS DE TON SERVITEUR MOÏSE</a:t>
            </a:r>
          </a:p>
          <a:p>
            <a:pPr eaLnBrk="1" hangingPunct="1"/>
            <a:r>
              <a:rPr lang="fr-FR" altLang="fr-FR" smtClean="0"/>
              <a:t>And these are the days of your servant Moses</a:t>
            </a:r>
          </a:p>
          <a:p>
            <a:pPr eaLnBrk="1" hangingPunct="1"/>
            <a:r>
              <a:rPr lang="fr-FR" altLang="fr-FR" smtClean="0"/>
              <a:t>3-  LA JUSTICE EST DANS MON CŒUR</a:t>
            </a:r>
          </a:p>
          <a:p>
            <a:pPr eaLnBrk="1" hangingPunct="1"/>
            <a:r>
              <a:rPr lang="fr-FR" altLang="fr-FR" smtClean="0"/>
              <a:t>Righteousness being restored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4-  ET PENDANT CES JOURS DE GRANDE ÉPREUVE</a:t>
            </a:r>
          </a:p>
          <a:p>
            <a:pPr eaLnBrk="1" hangingPunct="1"/>
            <a:r>
              <a:rPr lang="fr-FR" altLang="fr-FR" smtClean="0"/>
              <a:t>And though these are days of great trial</a:t>
            </a:r>
          </a:p>
          <a:p>
            <a:pPr eaLnBrk="1" hangingPunct="1"/>
            <a:r>
              <a:rPr lang="fr-FR" altLang="fr-FR" smtClean="0"/>
              <a:t>5-  DE FAMINE, DE TÉNÈBRE ET SOIF</a:t>
            </a:r>
          </a:p>
          <a:p>
            <a:pPr eaLnBrk="1" hangingPunct="1"/>
            <a:r>
              <a:rPr lang="fr-FR" altLang="fr-FR" smtClean="0"/>
              <a:t>Of famine and darkness and sword</a:t>
            </a:r>
          </a:p>
          <a:p>
            <a:pPr eaLnBrk="1" hangingPunct="1"/>
            <a:r>
              <a:rPr lang="fr-FR" altLang="fr-FR" smtClean="0"/>
              <a:t>6-  NOUS SOMMES CETTE VOIX DANS LE DÉSERT QUI CRIE</a:t>
            </a:r>
          </a:p>
          <a:p>
            <a:pPr eaLnBrk="1" hangingPunct="1"/>
            <a:r>
              <a:rPr lang="fr-FR" altLang="fr-FR" smtClean="0"/>
              <a:t>Still we are the voice in the desert crying</a:t>
            </a:r>
          </a:p>
          <a:p>
            <a:pPr eaLnBrk="1" hangingPunct="1"/>
            <a:r>
              <a:rPr lang="fr-FR" altLang="fr-FR" smtClean="0"/>
              <a:t>7-  PRÉPAREZ LE CHEMIN DU SEIGNEUR</a:t>
            </a:r>
          </a:p>
          <a:p>
            <a:pPr eaLnBrk="1" hangingPunct="1"/>
            <a:r>
              <a:rPr lang="fr-FR" altLang="fr-FR" smtClean="0"/>
              <a:t>Prepare ye the way of the Lord</a:t>
            </a:r>
          </a:p>
          <a:p>
            <a:pPr eaLnBrk="1" hangingPunct="1"/>
            <a:r>
              <a:rPr lang="fr-FR" altLang="fr-FR" smtClean="0"/>
              <a:t>	</a:t>
            </a:r>
          </a:p>
          <a:p>
            <a:pPr eaLnBrk="1" hangingPunct="1"/>
            <a:r>
              <a:rPr lang="fr-FR" altLang="fr-FR" smtClean="0"/>
              <a:t>	Refrain:</a:t>
            </a:r>
          </a:p>
          <a:p>
            <a:pPr eaLnBrk="1" hangingPunct="1"/>
            <a:r>
              <a:rPr lang="fr-FR" altLang="fr-FR" smtClean="0"/>
              <a:t>	8-  GLORIEUX IL VIENT AU-DESSUS DES CIEUX</a:t>
            </a:r>
          </a:p>
          <a:p>
            <a:pPr eaLnBrk="1" hangingPunct="1"/>
            <a:r>
              <a:rPr lang="fr-FR" altLang="fr-FR" smtClean="0"/>
              <a:t>	Behold He comes Riding on the clouds</a:t>
            </a:r>
          </a:p>
          <a:p>
            <a:pPr eaLnBrk="1" hangingPunct="1"/>
            <a:r>
              <a:rPr lang="fr-FR" altLang="fr-FR" smtClean="0"/>
              <a:t>	9-  BRILLANT COMME LE SOLEIL AU SON DES TROMPETTES</a:t>
            </a:r>
          </a:p>
          <a:p>
            <a:pPr eaLnBrk="1" hangingPunct="1"/>
            <a:r>
              <a:rPr lang="fr-FR" altLang="fr-FR" smtClean="0"/>
              <a:t>	Shining like the sun at the trumpet call</a:t>
            </a:r>
          </a:p>
          <a:p>
            <a:pPr eaLnBrk="1" hangingPunct="1"/>
            <a:r>
              <a:rPr lang="fr-FR" altLang="fr-FR" smtClean="0"/>
              <a:t>	10-  ÉLÈVE TA VOIX C’EST L’ANNÉE DE JUBILÉ 	</a:t>
            </a:r>
          </a:p>
          <a:p>
            <a:pPr eaLnBrk="1" hangingPunct="1"/>
            <a:r>
              <a:rPr lang="fr-FR" altLang="fr-FR" smtClean="0"/>
              <a:t>	Lift your voice it’s the year of jubilee</a:t>
            </a:r>
          </a:p>
          <a:p>
            <a:pPr eaLnBrk="1" hangingPunct="1"/>
            <a:r>
              <a:rPr lang="fr-FR" altLang="fr-FR" smtClean="0"/>
              <a:t>	11-  ET DU MONT SION LE SALUT VIENT                   X2</a:t>
            </a:r>
          </a:p>
          <a:p>
            <a:pPr eaLnBrk="1" hangingPunct="1"/>
            <a:r>
              <a:rPr lang="fr-FR" altLang="fr-FR" smtClean="0"/>
              <a:t>	And out of Zion’s hill salvation comes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12-  VOICI LES JOURS DE TON PROPHÈTE</a:t>
            </a:r>
          </a:p>
          <a:p>
            <a:pPr eaLnBrk="1" hangingPunct="1"/>
            <a:r>
              <a:rPr lang="fr-FR" altLang="fr-FR" smtClean="0"/>
              <a:t>These are the days of Ezekiel</a:t>
            </a:r>
          </a:p>
          <a:p>
            <a:pPr eaLnBrk="1" hangingPunct="1"/>
            <a:r>
              <a:rPr lang="fr-FR" altLang="fr-FR" smtClean="0"/>
              <a:t>13-  LES OSSEMENTS SONT DEVENUS CHAIR</a:t>
            </a:r>
          </a:p>
          <a:p>
            <a:pPr eaLnBrk="1" hangingPunct="1"/>
            <a:r>
              <a:rPr lang="fr-FR" altLang="fr-FR" smtClean="0"/>
              <a:t>The dry bones becoming as flesh</a:t>
            </a:r>
          </a:p>
          <a:p>
            <a:pPr eaLnBrk="1" hangingPunct="1"/>
            <a:r>
              <a:rPr lang="fr-FR" altLang="fr-FR" smtClean="0"/>
              <a:t>14-  VOICI LES JOURS DE TON SERVITEUR DAVID</a:t>
            </a:r>
          </a:p>
          <a:p>
            <a:pPr eaLnBrk="1" hangingPunct="1"/>
            <a:r>
              <a:rPr lang="fr-FR" altLang="fr-FR" smtClean="0"/>
              <a:t>And these are the days of your servant David</a:t>
            </a:r>
          </a:p>
          <a:p>
            <a:pPr eaLnBrk="1" hangingPunct="1"/>
            <a:r>
              <a:rPr lang="fr-FR" altLang="fr-FR" smtClean="0"/>
              <a:t>15-  CONSTRUISANT UN TEMPLE DE LOUANGES</a:t>
            </a:r>
          </a:p>
          <a:p>
            <a:pPr eaLnBrk="1" hangingPunct="1"/>
            <a:r>
              <a:rPr lang="fr-FR" altLang="fr-FR" smtClean="0"/>
              <a:t>Rebuilding a temple of praise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16-  VOICI LES JOURS DE LA RÉCOLTE</a:t>
            </a:r>
          </a:p>
          <a:p>
            <a:pPr eaLnBrk="1" hangingPunct="1"/>
            <a:r>
              <a:rPr lang="fr-FR" altLang="fr-FR" smtClean="0"/>
              <a:t>And these are the days of the harvest</a:t>
            </a:r>
          </a:p>
          <a:p>
            <a:pPr eaLnBrk="1" hangingPunct="1"/>
            <a:r>
              <a:rPr lang="fr-FR" altLang="fr-FR" smtClean="0"/>
              <a:t>17-  C'EST LE TEMPS DE LA GRANDE MOISSON </a:t>
            </a:r>
          </a:p>
          <a:p>
            <a:pPr eaLnBrk="1" hangingPunct="1"/>
            <a:r>
              <a:rPr lang="fr-FR" altLang="fr-FR" smtClean="0"/>
              <a:t>The fields are as white in Your world</a:t>
            </a:r>
          </a:p>
          <a:p>
            <a:pPr eaLnBrk="1" hangingPunct="1"/>
            <a:r>
              <a:rPr lang="fr-FR" altLang="fr-FR" smtClean="0"/>
              <a:t>18-  NOUS SOMMES LES OUVRIERS DE TA VIGNE, SEIGNEUR</a:t>
            </a:r>
          </a:p>
          <a:p>
            <a:pPr eaLnBrk="1" hangingPunct="1"/>
            <a:r>
              <a:rPr lang="fr-FR" altLang="fr-FR" smtClean="0"/>
              <a:t>And we are the laborers in your vineyard</a:t>
            </a:r>
          </a:p>
          <a:p>
            <a:pPr eaLnBrk="1" hangingPunct="1"/>
            <a:r>
              <a:rPr lang="fr-FR" altLang="fr-FR" smtClean="0"/>
              <a:t>19-  DÉCLARANT LA PAROLE DU SEIGNEUR</a:t>
            </a:r>
          </a:p>
          <a:p>
            <a:pPr eaLnBrk="1" hangingPunct="1"/>
            <a:r>
              <a:rPr lang="fr-FR" altLang="fr-FR" smtClean="0"/>
              <a:t>Declaring the word of the Lord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	Refrain:</a:t>
            </a:r>
          </a:p>
          <a:p>
            <a:pPr eaLnBrk="1" hangingPunct="1"/>
            <a:r>
              <a:rPr lang="fr-FR" altLang="fr-FR" smtClean="0"/>
              <a:t>	20-  GLORIEUX IL VIENT AU-DESSUS DES CIEUX</a:t>
            </a:r>
          </a:p>
          <a:p>
            <a:pPr eaLnBrk="1" hangingPunct="1"/>
            <a:r>
              <a:rPr lang="fr-FR" altLang="fr-FR" smtClean="0"/>
              <a:t>	Behold He comes Riding on the clouds</a:t>
            </a:r>
          </a:p>
          <a:p>
            <a:pPr eaLnBrk="1" hangingPunct="1"/>
            <a:r>
              <a:rPr lang="fr-FR" altLang="fr-FR" smtClean="0"/>
              <a:t>	21-  BRILLANT COMME LE SOLEIL AU SON DES TROMPETTES</a:t>
            </a:r>
          </a:p>
          <a:p>
            <a:pPr eaLnBrk="1" hangingPunct="1"/>
            <a:r>
              <a:rPr lang="fr-FR" altLang="fr-FR" smtClean="0"/>
              <a:t>	Shining like the sun at the trumpet call</a:t>
            </a:r>
          </a:p>
          <a:p>
            <a:pPr eaLnBrk="1" hangingPunct="1"/>
            <a:r>
              <a:rPr lang="fr-FR" altLang="fr-FR" smtClean="0"/>
              <a:t>	22-  ÉLÈVE TA VOIX C’EST L’ANNÉE DE JUBILÉ 	</a:t>
            </a:r>
          </a:p>
          <a:p>
            <a:pPr eaLnBrk="1" hangingPunct="1"/>
            <a:r>
              <a:rPr lang="fr-FR" altLang="fr-FR" smtClean="0"/>
              <a:t>	Lift your voice it’s the year of jubilee</a:t>
            </a:r>
          </a:p>
          <a:p>
            <a:pPr eaLnBrk="1" hangingPunct="1"/>
            <a:r>
              <a:rPr lang="fr-FR" altLang="fr-FR" smtClean="0"/>
              <a:t>	23-  ET DU MONT SION LE SALUT VIENT                   X2</a:t>
            </a:r>
          </a:p>
          <a:p>
            <a:pPr eaLnBrk="1" hangingPunct="1"/>
            <a:r>
              <a:rPr lang="fr-FR" altLang="fr-FR" smtClean="0"/>
              <a:t>	And out of Zion’s hill salvation comes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24-  NUL N'EST SEMBLABLE À YAHVÉ</a:t>
            </a:r>
          </a:p>
          <a:p>
            <a:pPr eaLnBrk="1" hangingPunct="1"/>
            <a:r>
              <a:rPr lang="fr-FR" altLang="fr-FR" smtClean="0"/>
              <a:t>There’s no God like Jehovah</a:t>
            </a:r>
          </a:p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1-  VOICI VENUS LES JOURS D’ÉLIE DÉCLARANT LA PAROLE DU SEIGNEUR</a:t>
            </a:r>
          </a:p>
          <a:p>
            <a:r>
              <a:rPr lang="fr-FR" altLang="fr-FR" smtClean="0"/>
              <a:t>These are the days of Elijah Declaring the Word of the Lord</a:t>
            </a:r>
          </a:p>
          <a:p>
            <a:r>
              <a:rPr lang="fr-FR" altLang="fr-FR" smtClean="0"/>
              <a:t> 2-  VOICI LES JOURS DE TON SERVITEUR MOÏSE</a:t>
            </a:r>
          </a:p>
          <a:p>
            <a:r>
              <a:rPr lang="fr-FR" altLang="fr-FR" smtClean="0"/>
              <a:t>And these are the days of your servant Moses</a:t>
            </a:r>
          </a:p>
          <a:p>
            <a:r>
              <a:rPr lang="fr-FR" altLang="fr-FR" smtClean="0"/>
              <a:t>3-  LA JUSTICE EST DANS MON CŒUR</a:t>
            </a:r>
          </a:p>
          <a:p>
            <a:r>
              <a:rPr lang="fr-FR" altLang="fr-FR" smtClean="0"/>
              <a:t>Righteousness being restored</a:t>
            </a:r>
          </a:p>
          <a:p>
            <a:endParaRPr lang="fr-FR" altLang="fr-FR" smtClean="0"/>
          </a:p>
          <a:p>
            <a:r>
              <a:rPr lang="fr-FR" altLang="fr-FR" smtClean="0"/>
              <a:t>4-  ET PENDANT CES JOURS DE GRANDE ÉPREUVE</a:t>
            </a:r>
          </a:p>
          <a:p>
            <a:r>
              <a:rPr lang="fr-FR" altLang="fr-FR" smtClean="0"/>
              <a:t>And though these are days of great trial</a:t>
            </a:r>
          </a:p>
          <a:p>
            <a:r>
              <a:rPr lang="fr-FR" altLang="fr-FR" smtClean="0"/>
              <a:t>5-  DE FAMINE, DE TÉNÈBRE ET SOIF</a:t>
            </a:r>
          </a:p>
          <a:p>
            <a:r>
              <a:rPr lang="fr-FR" altLang="fr-FR" smtClean="0"/>
              <a:t>Of famine and darkness and sword</a:t>
            </a:r>
          </a:p>
          <a:p>
            <a:r>
              <a:rPr lang="fr-FR" altLang="fr-FR" smtClean="0"/>
              <a:t>6-  NOUS SOMMES CETTE VOIX DANS LE DÉSERT QUI CRIE</a:t>
            </a:r>
          </a:p>
          <a:p>
            <a:r>
              <a:rPr lang="fr-FR" altLang="fr-FR" smtClean="0"/>
              <a:t>Still we are the voice in the desert crying</a:t>
            </a:r>
          </a:p>
          <a:p>
            <a:r>
              <a:rPr lang="fr-FR" altLang="fr-FR" smtClean="0"/>
              <a:t>7-  PRÉPAREZ LE CHEMIN DU SEIGNEUR</a:t>
            </a:r>
          </a:p>
          <a:p>
            <a:r>
              <a:rPr lang="fr-FR" altLang="fr-FR" smtClean="0"/>
              <a:t>Prepare ye the way of the Lord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GLORIEUX IL VIENT AU-DESSUS DES CIEUX</a:t>
            </a:r>
          </a:p>
          <a:p>
            <a:r>
              <a:rPr lang="fr-FR" altLang="fr-FR" smtClean="0"/>
              <a:t>	Behold He comes Riding on the clouds</a:t>
            </a:r>
          </a:p>
          <a:p>
            <a:r>
              <a:rPr lang="fr-FR" altLang="fr-FR" smtClean="0"/>
              <a:t>	9-  BRILLANT COMME LE SOLEIL AU SON DES TROMPETTES</a:t>
            </a:r>
          </a:p>
          <a:p>
            <a:r>
              <a:rPr lang="fr-FR" altLang="fr-FR" smtClean="0"/>
              <a:t>	Shining like the sun at the trumpet call</a:t>
            </a:r>
          </a:p>
          <a:p>
            <a:r>
              <a:rPr lang="fr-FR" altLang="fr-FR" smtClean="0"/>
              <a:t>	10-  ÉLÈVE TA VOIX C’EST L’ANNÉE DE JUBILÉ 	</a:t>
            </a:r>
          </a:p>
          <a:p>
            <a:r>
              <a:rPr lang="fr-FR" altLang="fr-FR" smtClean="0"/>
              <a:t>	Lift your voice it’s the year of jubilee</a:t>
            </a:r>
          </a:p>
          <a:p>
            <a:r>
              <a:rPr lang="fr-FR" altLang="fr-FR" smtClean="0"/>
              <a:t>	11-  ET DU MONT SION LE SALUT VIENT                   X2</a:t>
            </a:r>
          </a:p>
          <a:p>
            <a:r>
              <a:rPr lang="fr-FR" altLang="fr-FR" smtClean="0"/>
              <a:t>	And out of Zion’s hill salvation comes</a:t>
            </a:r>
          </a:p>
          <a:p>
            <a:endParaRPr lang="fr-FR" altLang="fr-FR" smtClean="0"/>
          </a:p>
          <a:p>
            <a:r>
              <a:rPr lang="fr-FR" altLang="fr-FR" smtClean="0"/>
              <a:t>12-  VOICI LES JOURS DE TON PROPHÈTE</a:t>
            </a:r>
          </a:p>
          <a:p>
            <a:r>
              <a:rPr lang="fr-FR" altLang="fr-FR" smtClean="0"/>
              <a:t>These are the days of Ezekiel</a:t>
            </a:r>
          </a:p>
          <a:p>
            <a:r>
              <a:rPr lang="fr-FR" altLang="fr-FR" smtClean="0"/>
              <a:t>13-  LES OSSEMENTS SONT DEVENUS CHAIR</a:t>
            </a:r>
          </a:p>
          <a:p>
            <a:r>
              <a:rPr lang="fr-FR" altLang="fr-FR" smtClean="0"/>
              <a:t>The dry bones becoming as flesh</a:t>
            </a:r>
          </a:p>
          <a:p>
            <a:r>
              <a:rPr lang="fr-FR" altLang="fr-FR" smtClean="0"/>
              <a:t>14-  VOICI LES JOURS DE TON SERVITEUR DAVID</a:t>
            </a:r>
          </a:p>
          <a:p>
            <a:r>
              <a:rPr lang="fr-FR" altLang="fr-FR" smtClean="0"/>
              <a:t>And these are the days of your servant David</a:t>
            </a:r>
          </a:p>
          <a:p>
            <a:r>
              <a:rPr lang="fr-FR" altLang="fr-FR" smtClean="0"/>
              <a:t>15-  CONSTRUISANT UN TEMPLE DE LOUANGES</a:t>
            </a:r>
          </a:p>
          <a:p>
            <a:r>
              <a:rPr lang="fr-FR" altLang="fr-FR" smtClean="0"/>
              <a:t>Rebuilding a temple of praise</a:t>
            </a:r>
          </a:p>
          <a:p>
            <a:endParaRPr lang="fr-FR" altLang="fr-FR" smtClean="0"/>
          </a:p>
          <a:p>
            <a:r>
              <a:rPr lang="fr-FR" altLang="fr-FR" smtClean="0"/>
              <a:t>16-  VOICI LES JOURS DE LA RÉCOLTE</a:t>
            </a:r>
          </a:p>
          <a:p>
            <a:r>
              <a:rPr lang="fr-FR" altLang="fr-FR" smtClean="0"/>
              <a:t>And these are the days of the harvest</a:t>
            </a:r>
          </a:p>
          <a:p>
            <a:r>
              <a:rPr lang="fr-FR" altLang="fr-FR" smtClean="0"/>
              <a:t>17-  C'EST LE TEMPS DE LA GRANDE MOISSON </a:t>
            </a:r>
          </a:p>
          <a:p>
            <a:r>
              <a:rPr lang="fr-FR" altLang="fr-FR" smtClean="0"/>
              <a:t>The fields are as white in Your world</a:t>
            </a:r>
          </a:p>
          <a:p>
            <a:r>
              <a:rPr lang="fr-FR" altLang="fr-FR" smtClean="0"/>
              <a:t>18-  NOUS SOMMES LES OUVRIERS DE TA VIGNE, SEIGNEUR</a:t>
            </a:r>
          </a:p>
          <a:p>
            <a:r>
              <a:rPr lang="fr-FR" altLang="fr-FR" smtClean="0"/>
              <a:t>And we are the laborers in your vineyard</a:t>
            </a:r>
          </a:p>
          <a:p>
            <a:r>
              <a:rPr lang="fr-FR" altLang="fr-FR" smtClean="0"/>
              <a:t>19-  DÉCLARANT LA PAROLE DU SEIGNEUR</a:t>
            </a:r>
          </a:p>
          <a:p>
            <a:r>
              <a:rPr lang="fr-FR" altLang="fr-FR" smtClean="0"/>
              <a:t>Declaring the word of the Lord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20-  GLORIEUX IL VIENT AU-DESSUS DES CIEUX</a:t>
            </a:r>
          </a:p>
          <a:p>
            <a:r>
              <a:rPr lang="fr-FR" altLang="fr-FR" smtClean="0"/>
              <a:t>	Behold He comes Riding on the clouds</a:t>
            </a:r>
          </a:p>
          <a:p>
            <a:r>
              <a:rPr lang="fr-FR" altLang="fr-FR" smtClean="0"/>
              <a:t>	21-  BRILLANT COMME LE SOLEIL AU SON DES TROMPETTES</a:t>
            </a:r>
          </a:p>
          <a:p>
            <a:r>
              <a:rPr lang="fr-FR" altLang="fr-FR" smtClean="0"/>
              <a:t>	Shining like the sun at the trumpet call</a:t>
            </a:r>
          </a:p>
          <a:p>
            <a:r>
              <a:rPr lang="fr-FR" altLang="fr-FR" smtClean="0"/>
              <a:t>	22-  ÉLÈVE TA VOIX C’EST L’ANNÉE DE JUBILÉ 	</a:t>
            </a:r>
          </a:p>
          <a:p>
            <a:r>
              <a:rPr lang="fr-FR" altLang="fr-FR" smtClean="0"/>
              <a:t>	Lift your voice it’s the year of jubilee</a:t>
            </a:r>
          </a:p>
          <a:p>
            <a:r>
              <a:rPr lang="fr-FR" altLang="fr-FR" smtClean="0"/>
              <a:t>	23-  ET DU MONT SION LE SALUT VIENT                   X2</a:t>
            </a:r>
          </a:p>
          <a:p>
            <a:r>
              <a:rPr lang="fr-FR" altLang="fr-FR" smtClean="0"/>
              <a:t>	And out of Zion’s hill salvation comes</a:t>
            </a:r>
          </a:p>
          <a:p>
            <a:endParaRPr lang="fr-FR" altLang="fr-FR" smtClean="0"/>
          </a:p>
          <a:p>
            <a:r>
              <a:rPr lang="fr-FR" altLang="fr-FR" smtClean="0"/>
              <a:t>24-  NUL N'EST SEMBLABLE À YAHVÉ</a:t>
            </a:r>
          </a:p>
          <a:p>
            <a:r>
              <a:rPr lang="fr-FR" altLang="fr-FR" smtClean="0"/>
              <a:t>There’s no God like Jehovah</a:t>
            </a:r>
          </a:p>
          <a:p>
            <a:endParaRPr lang="fr-FR" altLang="fr-FR" smtClean="0"/>
          </a:p>
        </p:txBody>
      </p:sp>
      <p:sp>
        <p:nvSpPr>
          <p:cNvPr id="4608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altLang="fr-FR" smtClean="0"/>
              <a:t>	REFRAIN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1-  VOICI VENUS LES JOURS D’ÉLIE DÉCLARANT LA PAROLE DU SEIGNEUR</a:t>
            </a:r>
          </a:p>
          <a:p>
            <a:pPr eaLnBrk="1" hangingPunct="1"/>
            <a:r>
              <a:rPr lang="fr-FR" altLang="fr-FR" smtClean="0"/>
              <a:t>These are the days of Elijah Declaring the Word of the Lord</a:t>
            </a:r>
          </a:p>
          <a:p>
            <a:pPr eaLnBrk="1" hangingPunct="1"/>
            <a:r>
              <a:rPr lang="fr-FR" altLang="fr-FR" smtClean="0"/>
              <a:t> 2-  VOICI LES JOURS DE TON SERVITEUR MOÏSE</a:t>
            </a:r>
          </a:p>
          <a:p>
            <a:pPr eaLnBrk="1" hangingPunct="1"/>
            <a:r>
              <a:rPr lang="fr-FR" altLang="fr-FR" smtClean="0"/>
              <a:t>And these are the days of your servant Moses</a:t>
            </a:r>
          </a:p>
          <a:p>
            <a:pPr eaLnBrk="1" hangingPunct="1"/>
            <a:r>
              <a:rPr lang="fr-FR" altLang="fr-FR" smtClean="0"/>
              <a:t>3-  LA JUSTICE EST DANS MON CŒUR</a:t>
            </a:r>
          </a:p>
          <a:p>
            <a:pPr eaLnBrk="1" hangingPunct="1"/>
            <a:r>
              <a:rPr lang="fr-FR" altLang="fr-FR" smtClean="0"/>
              <a:t>Righteousness being restored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4-  ET PENDANT CES JOURS DE GRANDE ÉPREUVE</a:t>
            </a:r>
          </a:p>
          <a:p>
            <a:pPr eaLnBrk="1" hangingPunct="1"/>
            <a:r>
              <a:rPr lang="fr-FR" altLang="fr-FR" smtClean="0"/>
              <a:t>And though these are days of great trial</a:t>
            </a:r>
          </a:p>
          <a:p>
            <a:pPr eaLnBrk="1" hangingPunct="1"/>
            <a:r>
              <a:rPr lang="fr-FR" altLang="fr-FR" smtClean="0"/>
              <a:t>5-  DE FAMINE, DE TÉNÈBRE ET SOIF</a:t>
            </a:r>
          </a:p>
          <a:p>
            <a:pPr eaLnBrk="1" hangingPunct="1"/>
            <a:r>
              <a:rPr lang="fr-FR" altLang="fr-FR" smtClean="0"/>
              <a:t>Of famine and darkness and sword</a:t>
            </a:r>
          </a:p>
          <a:p>
            <a:pPr eaLnBrk="1" hangingPunct="1"/>
            <a:r>
              <a:rPr lang="fr-FR" altLang="fr-FR" smtClean="0"/>
              <a:t>6-  NOUS SOMMES CETTE VOIX DANS LE DÉSERT QUI CRIE</a:t>
            </a:r>
          </a:p>
          <a:p>
            <a:pPr eaLnBrk="1" hangingPunct="1"/>
            <a:r>
              <a:rPr lang="fr-FR" altLang="fr-FR" smtClean="0"/>
              <a:t>Still we are the voice in the desert crying</a:t>
            </a:r>
          </a:p>
          <a:p>
            <a:pPr eaLnBrk="1" hangingPunct="1"/>
            <a:r>
              <a:rPr lang="fr-FR" altLang="fr-FR" smtClean="0"/>
              <a:t>7-  PRÉPAREZ LE CHEMIN DU SEIGNEUR</a:t>
            </a:r>
          </a:p>
          <a:p>
            <a:pPr eaLnBrk="1" hangingPunct="1"/>
            <a:r>
              <a:rPr lang="fr-FR" altLang="fr-FR" smtClean="0"/>
              <a:t>Prepare ye the way of the Lord</a:t>
            </a:r>
          </a:p>
          <a:p>
            <a:pPr eaLnBrk="1" hangingPunct="1"/>
            <a:r>
              <a:rPr lang="fr-FR" altLang="fr-FR" smtClean="0"/>
              <a:t>	</a:t>
            </a:r>
          </a:p>
          <a:p>
            <a:pPr eaLnBrk="1" hangingPunct="1"/>
            <a:r>
              <a:rPr lang="fr-FR" altLang="fr-FR" smtClean="0"/>
              <a:t>	Refrain:</a:t>
            </a:r>
          </a:p>
          <a:p>
            <a:pPr eaLnBrk="1" hangingPunct="1"/>
            <a:r>
              <a:rPr lang="fr-FR" altLang="fr-FR" smtClean="0"/>
              <a:t>	8-  GLORIEUX IL VIENT AU-DESSUS DES CIEUX</a:t>
            </a:r>
          </a:p>
          <a:p>
            <a:pPr eaLnBrk="1" hangingPunct="1"/>
            <a:r>
              <a:rPr lang="fr-FR" altLang="fr-FR" smtClean="0"/>
              <a:t>	Behold He comes Riding on the clouds</a:t>
            </a:r>
          </a:p>
          <a:p>
            <a:pPr eaLnBrk="1" hangingPunct="1"/>
            <a:r>
              <a:rPr lang="fr-FR" altLang="fr-FR" smtClean="0"/>
              <a:t>	9-  BRILLANT COMME LE SOLEIL AU SON DES TROMPETTES</a:t>
            </a:r>
          </a:p>
          <a:p>
            <a:pPr eaLnBrk="1" hangingPunct="1"/>
            <a:r>
              <a:rPr lang="fr-FR" altLang="fr-FR" smtClean="0"/>
              <a:t>	Shining like the sun at the trumpet call</a:t>
            </a:r>
          </a:p>
          <a:p>
            <a:pPr eaLnBrk="1" hangingPunct="1"/>
            <a:r>
              <a:rPr lang="fr-FR" altLang="fr-FR" smtClean="0"/>
              <a:t>	10-  ÉLÈVE TA VOIX C’EST L’ANNÉE DE JUBILÉ 	</a:t>
            </a:r>
          </a:p>
          <a:p>
            <a:pPr eaLnBrk="1" hangingPunct="1"/>
            <a:r>
              <a:rPr lang="fr-FR" altLang="fr-FR" smtClean="0"/>
              <a:t>	Lift your voice it’s the year of jubilee</a:t>
            </a:r>
          </a:p>
          <a:p>
            <a:pPr eaLnBrk="1" hangingPunct="1"/>
            <a:r>
              <a:rPr lang="fr-FR" altLang="fr-FR" smtClean="0"/>
              <a:t>	11-  ET DU MONT SION LE SALUT VIENT                   X2</a:t>
            </a:r>
          </a:p>
          <a:p>
            <a:pPr eaLnBrk="1" hangingPunct="1"/>
            <a:r>
              <a:rPr lang="fr-FR" altLang="fr-FR" smtClean="0"/>
              <a:t>	And out of Zion’s hill salvation comes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12-  VOICI LES JOURS DE TON PROPHÈTE</a:t>
            </a:r>
          </a:p>
          <a:p>
            <a:pPr eaLnBrk="1" hangingPunct="1"/>
            <a:r>
              <a:rPr lang="fr-FR" altLang="fr-FR" smtClean="0"/>
              <a:t>These are the days of Ezekiel</a:t>
            </a:r>
          </a:p>
          <a:p>
            <a:pPr eaLnBrk="1" hangingPunct="1"/>
            <a:r>
              <a:rPr lang="fr-FR" altLang="fr-FR" smtClean="0"/>
              <a:t>13-  LES OSSEMENTS SONT DEVENUS CHAIR</a:t>
            </a:r>
          </a:p>
          <a:p>
            <a:pPr eaLnBrk="1" hangingPunct="1"/>
            <a:r>
              <a:rPr lang="fr-FR" altLang="fr-FR" smtClean="0"/>
              <a:t>The dry bones becoming as flesh</a:t>
            </a:r>
          </a:p>
          <a:p>
            <a:pPr eaLnBrk="1" hangingPunct="1"/>
            <a:r>
              <a:rPr lang="fr-FR" altLang="fr-FR" smtClean="0"/>
              <a:t>14-  VOICI LES JOURS DE TON SERVITEUR DAVID</a:t>
            </a:r>
          </a:p>
          <a:p>
            <a:pPr eaLnBrk="1" hangingPunct="1"/>
            <a:r>
              <a:rPr lang="fr-FR" altLang="fr-FR" smtClean="0"/>
              <a:t>And these are the days of your servant David</a:t>
            </a:r>
          </a:p>
          <a:p>
            <a:pPr eaLnBrk="1" hangingPunct="1"/>
            <a:r>
              <a:rPr lang="fr-FR" altLang="fr-FR" smtClean="0"/>
              <a:t>15-  CONSTRUISANT UN TEMPLE DE LOUANGES</a:t>
            </a:r>
          </a:p>
          <a:p>
            <a:pPr eaLnBrk="1" hangingPunct="1"/>
            <a:r>
              <a:rPr lang="fr-FR" altLang="fr-FR" smtClean="0"/>
              <a:t>Rebuilding a temple of praise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16-  VOICI LES JOURS DE LA RÉCOLTE</a:t>
            </a:r>
          </a:p>
          <a:p>
            <a:pPr eaLnBrk="1" hangingPunct="1"/>
            <a:r>
              <a:rPr lang="fr-FR" altLang="fr-FR" smtClean="0"/>
              <a:t>And these are the days of the harvest</a:t>
            </a:r>
          </a:p>
          <a:p>
            <a:pPr eaLnBrk="1" hangingPunct="1"/>
            <a:r>
              <a:rPr lang="fr-FR" altLang="fr-FR" smtClean="0"/>
              <a:t>17-  C'EST LE TEMPS DE LA GRANDE MOISSON </a:t>
            </a:r>
          </a:p>
          <a:p>
            <a:pPr eaLnBrk="1" hangingPunct="1"/>
            <a:r>
              <a:rPr lang="fr-FR" altLang="fr-FR" smtClean="0"/>
              <a:t>The fields are as white in Your world</a:t>
            </a:r>
          </a:p>
          <a:p>
            <a:pPr eaLnBrk="1" hangingPunct="1"/>
            <a:r>
              <a:rPr lang="fr-FR" altLang="fr-FR" smtClean="0"/>
              <a:t>18-  NOUS SOMMES LES OUVRIERS DE TA VIGNE, SEIGNEUR</a:t>
            </a:r>
          </a:p>
          <a:p>
            <a:pPr eaLnBrk="1" hangingPunct="1"/>
            <a:r>
              <a:rPr lang="fr-FR" altLang="fr-FR" smtClean="0"/>
              <a:t>And we are the laborers in your vineyard</a:t>
            </a:r>
          </a:p>
          <a:p>
            <a:pPr eaLnBrk="1" hangingPunct="1"/>
            <a:r>
              <a:rPr lang="fr-FR" altLang="fr-FR" smtClean="0"/>
              <a:t>19-  DÉCLARANT LA PAROLE DU SEIGNEUR</a:t>
            </a:r>
          </a:p>
          <a:p>
            <a:pPr eaLnBrk="1" hangingPunct="1"/>
            <a:r>
              <a:rPr lang="fr-FR" altLang="fr-FR" smtClean="0"/>
              <a:t>Declaring the word of the Lord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	Refrain:</a:t>
            </a:r>
          </a:p>
          <a:p>
            <a:pPr eaLnBrk="1" hangingPunct="1"/>
            <a:r>
              <a:rPr lang="fr-FR" altLang="fr-FR" smtClean="0"/>
              <a:t>	20-  GLORIEUX IL VIENT AU-DESSUS DES CIEUX</a:t>
            </a:r>
          </a:p>
          <a:p>
            <a:pPr eaLnBrk="1" hangingPunct="1"/>
            <a:r>
              <a:rPr lang="fr-FR" altLang="fr-FR" smtClean="0"/>
              <a:t>	Behold He comes Riding on the clouds</a:t>
            </a:r>
          </a:p>
          <a:p>
            <a:pPr eaLnBrk="1" hangingPunct="1"/>
            <a:r>
              <a:rPr lang="fr-FR" altLang="fr-FR" smtClean="0"/>
              <a:t>	21-  BRILLANT COMME LE SOLEIL AU SON DES TROMPETTES</a:t>
            </a:r>
          </a:p>
          <a:p>
            <a:pPr eaLnBrk="1" hangingPunct="1"/>
            <a:r>
              <a:rPr lang="fr-FR" altLang="fr-FR" smtClean="0"/>
              <a:t>	Shining like the sun at the trumpet call</a:t>
            </a:r>
          </a:p>
          <a:p>
            <a:pPr eaLnBrk="1" hangingPunct="1"/>
            <a:r>
              <a:rPr lang="fr-FR" altLang="fr-FR" smtClean="0"/>
              <a:t>	22-  ÉLÈVE TA VOIX C’EST L’ANNÉE DE JUBILÉ 	</a:t>
            </a:r>
          </a:p>
          <a:p>
            <a:pPr eaLnBrk="1" hangingPunct="1"/>
            <a:r>
              <a:rPr lang="fr-FR" altLang="fr-FR" smtClean="0"/>
              <a:t>	Lift your voice it’s the year of jubilee</a:t>
            </a:r>
          </a:p>
          <a:p>
            <a:pPr eaLnBrk="1" hangingPunct="1"/>
            <a:r>
              <a:rPr lang="fr-FR" altLang="fr-FR" smtClean="0"/>
              <a:t>	23-  ET DU MONT SION LE SALUT VIENT                   X2</a:t>
            </a:r>
          </a:p>
          <a:p>
            <a:pPr eaLnBrk="1" hangingPunct="1"/>
            <a:r>
              <a:rPr lang="fr-FR" altLang="fr-FR" smtClean="0"/>
              <a:t>	And out of Zion’s hill salvation comes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24-  NUL N'EST SEMBLABLE À YAHVÉ</a:t>
            </a:r>
          </a:p>
          <a:p>
            <a:pPr eaLnBrk="1" hangingPunct="1"/>
            <a:r>
              <a:rPr lang="fr-FR" altLang="fr-FR" smtClean="0"/>
              <a:t>There’s no God like Jehovah</a:t>
            </a:r>
          </a:p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1-  VOICI VENUS LES JOURS D’ÉLIE DÉCLARANT LA PAROLE DU SEIGNEUR</a:t>
            </a:r>
          </a:p>
          <a:p>
            <a:r>
              <a:rPr lang="fr-FR" altLang="fr-FR" smtClean="0"/>
              <a:t>These are the days of Elijah Declaring the Word of the Lord</a:t>
            </a:r>
          </a:p>
          <a:p>
            <a:r>
              <a:rPr lang="fr-FR" altLang="fr-FR" smtClean="0"/>
              <a:t> 2-  VOICI LES JOURS DE TON SERVITEUR MOÏSE</a:t>
            </a:r>
          </a:p>
          <a:p>
            <a:r>
              <a:rPr lang="fr-FR" altLang="fr-FR" smtClean="0"/>
              <a:t>And these are the days of your servant Moses</a:t>
            </a:r>
          </a:p>
          <a:p>
            <a:r>
              <a:rPr lang="fr-FR" altLang="fr-FR" smtClean="0"/>
              <a:t>3-  LA JUSTICE EST DANS MON CŒUR</a:t>
            </a:r>
          </a:p>
          <a:p>
            <a:r>
              <a:rPr lang="fr-FR" altLang="fr-FR" smtClean="0"/>
              <a:t>Righteousness being restored</a:t>
            </a:r>
          </a:p>
          <a:p>
            <a:endParaRPr lang="fr-FR" altLang="fr-FR" smtClean="0"/>
          </a:p>
          <a:p>
            <a:r>
              <a:rPr lang="fr-FR" altLang="fr-FR" smtClean="0"/>
              <a:t>4-  ET PENDANT CES JOURS DE GRANDE ÉPREUVE</a:t>
            </a:r>
          </a:p>
          <a:p>
            <a:r>
              <a:rPr lang="fr-FR" altLang="fr-FR" smtClean="0"/>
              <a:t>And though these are days of great trial</a:t>
            </a:r>
          </a:p>
          <a:p>
            <a:r>
              <a:rPr lang="fr-FR" altLang="fr-FR" smtClean="0"/>
              <a:t>5-  DE FAMINE, DE TÉNÈBRE ET SOIF</a:t>
            </a:r>
          </a:p>
          <a:p>
            <a:r>
              <a:rPr lang="fr-FR" altLang="fr-FR" smtClean="0"/>
              <a:t>Of famine and darkness and sword</a:t>
            </a:r>
          </a:p>
          <a:p>
            <a:r>
              <a:rPr lang="fr-FR" altLang="fr-FR" smtClean="0"/>
              <a:t>6-  NOUS SOMMES CETTE VOIX DANS LE DÉSERT QUI CRIE</a:t>
            </a:r>
          </a:p>
          <a:p>
            <a:r>
              <a:rPr lang="fr-FR" altLang="fr-FR" smtClean="0"/>
              <a:t>Still we are the voice in the desert crying</a:t>
            </a:r>
          </a:p>
          <a:p>
            <a:r>
              <a:rPr lang="fr-FR" altLang="fr-FR" smtClean="0"/>
              <a:t>7-  PRÉPAREZ LE CHEMIN DU SEIGNEUR</a:t>
            </a:r>
          </a:p>
          <a:p>
            <a:r>
              <a:rPr lang="fr-FR" altLang="fr-FR" smtClean="0"/>
              <a:t>Prepare ye the way of the Lord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GLORIEUX IL VIENT AU-DESSUS DES CIEUX</a:t>
            </a:r>
          </a:p>
          <a:p>
            <a:r>
              <a:rPr lang="fr-FR" altLang="fr-FR" smtClean="0"/>
              <a:t>	Behold He comes Riding on the clouds</a:t>
            </a:r>
          </a:p>
          <a:p>
            <a:r>
              <a:rPr lang="fr-FR" altLang="fr-FR" smtClean="0"/>
              <a:t>	9-  BRILLANT COMME LE SOLEIL AU SON DES TROMPETTES</a:t>
            </a:r>
          </a:p>
          <a:p>
            <a:r>
              <a:rPr lang="fr-FR" altLang="fr-FR" smtClean="0"/>
              <a:t>	Shining like the sun at the trumpet call</a:t>
            </a:r>
          </a:p>
          <a:p>
            <a:r>
              <a:rPr lang="fr-FR" altLang="fr-FR" smtClean="0"/>
              <a:t>	10-  ÉLÈVE TA VOIX C’EST L’ANNÉE DE JUBILÉ 	</a:t>
            </a:r>
          </a:p>
          <a:p>
            <a:r>
              <a:rPr lang="fr-FR" altLang="fr-FR" smtClean="0"/>
              <a:t>	Lift your voice it’s the year of jubilee</a:t>
            </a:r>
          </a:p>
          <a:p>
            <a:r>
              <a:rPr lang="fr-FR" altLang="fr-FR" smtClean="0"/>
              <a:t>	11-  ET DU MONT SION LE SALUT VIENT                   X2</a:t>
            </a:r>
          </a:p>
          <a:p>
            <a:r>
              <a:rPr lang="fr-FR" altLang="fr-FR" smtClean="0"/>
              <a:t>	And out of Zion’s hill salvation comes</a:t>
            </a:r>
          </a:p>
          <a:p>
            <a:endParaRPr lang="fr-FR" altLang="fr-FR" smtClean="0"/>
          </a:p>
          <a:p>
            <a:r>
              <a:rPr lang="fr-FR" altLang="fr-FR" smtClean="0"/>
              <a:t>12-  VOICI LES JOURS DE TON PROPHÈTE</a:t>
            </a:r>
          </a:p>
          <a:p>
            <a:r>
              <a:rPr lang="fr-FR" altLang="fr-FR" smtClean="0"/>
              <a:t>These are the days of Ezekiel</a:t>
            </a:r>
          </a:p>
          <a:p>
            <a:r>
              <a:rPr lang="fr-FR" altLang="fr-FR" smtClean="0"/>
              <a:t>13-  LES OSSEMENTS SONT DEVENUS CHAIR</a:t>
            </a:r>
          </a:p>
          <a:p>
            <a:r>
              <a:rPr lang="fr-FR" altLang="fr-FR" smtClean="0"/>
              <a:t>The dry bones becoming as flesh</a:t>
            </a:r>
          </a:p>
          <a:p>
            <a:r>
              <a:rPr lang="fr-FR" altLang="fr-FR" smtClean="0"/>
              <a:t>14-  VOICI LES JOURS DE TON SERVITEUR DAVID</a:t>
            </a:r>
          </a:p>
          <a:p>
            <a:r>
              <a:rPr lang="fr-FR" altLang="fr-FR" smtClean="0"/>
              <a:t>And these are the days of your servant David</a:t>
            </a:r>
          </a:p>
          <a:p>
            <a:r>
              <a:rPr lang="fr-FR" altLang="fr-FR" smtClean="0"/>
              <a:t>15-  CONSTRUISANT UN TEMPLE DE LOUANGES</a:t>
            </a:r>
          </a:p>
          <a:p>
            <a:r>
              <a:rPr lang="fr-FR" altLang="fr-FR" smtClean="0"/>
              <a:t>Rebuilding a temple of praise</a:t>
            </a:r>
          </a:p>
          <a:p>
            <a:endParaRPr lang="fr-FR" altLang="fr-FR" smtClean="0"/>
          </a:p>
          <a:p>
            <a:r>
              <a:rPr lang="fr-FR" altLang="fr-FR" smtClean="0"/>
              <a:t>16-  VOICI LES JOURS DE LA RÉCOLTE</a:t>
            </a:r>
          </a:p>
          <a:p>
            <a:r>
              <a:rPr lang="fr-FR" altLang="fr-FR" smtClean="0"/>
              <a:t>And these are the days of the harvest</a:t>
            </a:r>
          </a:p>
          <a:p>
            <a:r>
              <a:rPr lang="fr-FR" altLang="fr-FR" smtClean="0"/>
              <a:t>17-  C'EST LE TEMPS DE LA GRANDE MOISSON </a:t>
            </a:r>
          </a:p>
          <a:p>
            <a:r>
              <a:rPr lang="fr-FR" altLang="fr-FR" smtClean="0"/>
              <a:t>The fields are as white in Your world</a:t>
            </a:r>
          </a:p>
          <a:p>
            <a:r>
              <a:rPr lang="fr-FR" altLang="fr-FR" smtClean="0"/>
              <a:t>18-  NOUS SOMMES LES OUVRIERS DE TA VIGNE, SEIGNEUR</a:t>
            </a:r>
          </a:p>
          <a:p>
            <a:r>
              <a:rPr lang="fr-FR" altLang="fr-FR" smtClean="0"/>
              <a:t>And we are the laborers in your vineyard</a:t>
            </a:r>
          </a:p>
          <a:p>
            <a:r>
              <a:rPr lang="fr-FR" altLang="fr-FR" smtClean="0"/>
              <a:t>19-  DÉCLARANT LA PAROLE DU SEIGNEUR</a:t>
            </a:r>
          </a:p>
          <a:p>
            <a:r>
              <a:rPr lang="fr-FR" altLang="fr-FR" smtClean="0"/>
              <a:t>Declaring the word of the Lord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20-  GLORIEUX IL VIENT AU-DESSUS DES CIEUX</a:t>
            </a:r>
          </a:p>
          <a:p>
            <a:r>
              <a:rPr lang="fr-FR" altLang="fr-FR" smtClean="0"/>
              <a:t>	Behold He comes Riding on the clouds</a:t>
            </a:r>
          </a:p>
          <a:p>
            <a:r>
              <a:rPr lang="fr-FR" altLang="fr-FR" smtClean="0"/>
              <a:t>	21-  BRILLANT COMME LE SOLEIL AU SON DES TROMPETTES</a:t>
            </a:r>
          </a:p>
          <a:p>
            <a:r>
              <a:rPr lang="fr-FR" altLang="fr-FR" smtClean="0"/>
              <a:t>	Shining like the sun at the trumpet call</a:t>
            </a:r>
          </a:p>
          <a:p>
            <a:r>
              <a:rPr lang="fr-FR" altLang="fr-FR" smtClean="0"/>
              <a:t>	22-  ÉLÈVE TA VOIX C’EST L’ANNÉE DE JUBILÉ 	</a:t>
            </a:r>
          </a:p>
          <a:p>
            <a:r>
              <a:rPr lang="fr-FR" altLang="fr-FR" smtClean="0"/>
              <a:t>	Lift your voice it’s the year of jubilee</a:t>
            </a:r>
          </a:p>
          <a:p>
            <a:r>
              <a:rPr lang="fr-FR" altLang="fr-FR" smtClean="0"/>
              <a:t>	23-  ET DU MONT SION LE SALUT VIENT                   X2</a:t>
            </a:r>
          </a:p>
          <a:p>
            <a:r>
              <a:rPr lang="fr-FR" altLang="fr-FR" smtClean="0"/>
              <a:t>	And out of Zion’s hill salvation comes</a:t>
            </a:r>
          </a:p>
          <a:p>
            <a:endParaRPr lang="fr-FR" altLang="fr-FR" smtClean="0"/>
          </a:p>
          <a:p>
            <a:r>
              <a:rPr lang="fr-FR" altLang="fr-FR" smtClean="0"/>
              <a:t>24-  NUL N'EST SEMBLABLE À YAHVÉ</a:t>
            </a:r>
          </a:p>
          <a:p>
            <a:r>
              <a:rPr lang="fr-FR" altLang="fr-FR" smtClean="0"/>
              <a:t>There’s no God like Jehovah</a:t>
            </a:r>
          </a:p>
          <a:p>
            <a:endParaRPr lang="fr-FR" altLang="fr-FR" smtClean="0"/>
          </a:p>
        </p:txBody>
      </p:sp>
      <p:sp>
        <p:nvSpPr>
          <p:cNvPr id="4710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altLang="fr-FR" smtClean="0"/>
              <a:t>	REFRAIN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1-  VOICI VENUS LES JOURS D’ÉLIE DÉCLARANT LA PAROLE DU SEIGNEUR</a:t>
            </a:r>
          </a:p>
          <a:p>
            <a:pPr eaLnBrk="1" hangingPunct="1"/>
            <a:r>
              <a:rPr lang="fr-FR" altLang="fr-FR" smtClean="0"/>
              <a:t>These are the days of Elijah Declaring the Word of the Lord</a:t>
            </a:r>
          </a:p>
          <a:p>
            <a:pPr eaLnBrk="1" hangingPunct="1"/>
            <a:r>
              <a:rPr lang="fr-FR" altLang="fr-FR" smtClean="0"/>
              <a:t> 2-  VOICI LES JOURS DE TON SERVITEUR MOÏSE</a:t>
            </a:r>
          </a:p>
          <a:p>
            <a:pPr eaLnBrk="1" hangingPunct="1"/>
            <a:r>
              <a:rPr lang="fr-FR" altLang="fr-FR" smtClean="0"/>
              <a:t>And these are the days of your servant Moses</a:t>
            </a:r>
          </a:p>
          <a:p>
            <a:pPr eaLnBrk="1" hangingPunct="1"/>
            <a:r>
              <a:rPr lang="fr-FR" altLang="fr-FR" smtClean="0"/>
              <a:t>3-  LA JUSTICE EST DANS MON CŒUR</a:t>
            </a:r>
          </a:p>
          <a:p>
            <a:pPr eaLnBrk="1" hangingPunct="1"/>
            <a:r>
              <a:rPr lang="fr-FR" altLang="fr-FR" smtClean="0"/>
              <a:t>Righteousness being restored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4-  ET PENDANT CES JOURS DE GRANDE ÉPREUVE</a:t>
            </a:r>
          </a:p>
          <a:p>
            <a:pPr eaLnBrk="1" hangingPunct="1"/>
            <a:r>
              <a:rPr lang="fr-FR" altLang="fr-FR" smtClean="0"/>
              <a:t>And though these are days of great trial</a:t>
            </a:r>
          </a:p>
          <a:p>
            <a:pPr eaLnBrk="1" hangingPunct="1"/>
            <a:r>
              <a:rPr lang="fr-FR" altLang="fr-FR" smtClean="0"/>
              <a:t>5-  DE FAMINE, DE TÉNÈBRE ET SOIF</a:t>
            </a:r>
          </a:p>
          <a:p>
            <a:pPr eaLnBrk="1" hangingPunct="1"/>
            <a:r>
              <a:rPr lang="fr-FR" altLang="fr-FR" smtClean="0"/>
              <a:t>Of famine and darkness and sword</a:t>
            </a:r>
          </a:p>
          <a:p>
            <a:pPr eaLnBrk="1" hangingPunct="1"/>
            <a:r>
              <a:rPr lang="fr-FR" altLang="fr-FR" smtClean="0"/>
              <a:t>6-  NOUS SOMMES CETTE VOIX DANS LE DÉSERT QUI CRIE</a:t>
            </a:r>
          </a:p>
          <a:p>
            <a:pPr eaLnBrk="1" hangingPunct="1"/>
            <a:r>
              <a:rPr lang="fr-FR" altLang="fr-FR" smtClean="0"/>
              <a:t>Still we are the voice in the desert crying</a:t>
            </a:r>
          </a:p>
          <a:p>
            <a:pPr eaLnBrk="1" hangingPunct="1"/>
            <a:r>
              <a:rPr lang="fr-FR" altLang="fr-FR" smtClean="0"/>
              <a:t>7-  PRÉPAREZ LE CHEMIN DU SEIGNEUR</a:t>
            </a:r>
          </a:p>
          <a:p>
            <a:pPr eaLnBrk="1" hangingPunct="1"/>
            <a:r>
              <a:rPr lang="fr-FR" altLang="fr-FR" smtClean="0"/>
              <a:t>Prepare ye the way of the Lord</a:t>
            </a:r>
          </a:p>
          <a:p>
            <a:pPr eaLnBrk="1" hangingPunct="1"/>
            <a:r>
              <a:rPr lang="fr-FR" altLang="fr-FR" smtClean="0"/>
              <a:t>	</a:t>
            </a:r>
          </a:p>
          <a:p>
            <a:pPr eaLnBrk="1" hangingPunct="1"/>
            <a:r>
              <a:rPr lang="fr-FR" altLang="fr-FR" smtClean="0"/>
              <a:t>	Refrain:</a:t>
            </a:r>
          </a:p>
          <a:p>
            <a:pPr eaLnBrk="1" hangingPunct="1"/>
            <a:r>
              <a:rPr lang="fr-FR" altLang="fr-FR" smtClean="0"/>
              <a:t>	8-  GLORIEUX IL VIENT AU-DESSUS DES CIEUX</a:t>
            </a:r>
          </a:p>
          <a:p>
            <a:pPr eaLnBrk="1" hangingPunct="1"/>
            <a:r>
              <a:rPr lang="fr-FR" altLang="fr-FR" smtClean="0"/>
              <a:t>	Behold He comes Riding on the clouds</a:t>
            </a:r>
          </a:p>
          <a:p>
            <a:pPr eaLnBrk="1" hangingPunct="1"/>
            <a:r>
              <a:rPr lang="fr-FR" altLang="fr-FR" smtClean="0"/>
              <a:t>	9-  BRILLANT COMME LE SOLEIL AU SON DES TROMPETTES</a:t>
            </a:r>
          </a:p>
          <a:p>
            <a:pPr eaLnBrk="1" hangingPunct="1"/>
            <a:r>
              <a:rPr lang="fr-FR" altLang="fr-FR" smtClean="0"/>
              <a:t>	Shining like the sun at the trumpet call</a:t>
            </a:r>
          </a:p>
          <a:p>
            <a:pPr eaLnBrk="1" hangingPunct="1"/>
            <a:r>
              <a:rPr lang="fr-FR" altLang="fr-FR" smtClean="0"/>
              <a:t>	10-  ÉLÈVE TA VOIX C’EST L’ANNÉE DE JUBILÉ 	</a:t>
            </a:r>
          </a:p>
          <a:p>
            <a:pPr eaLnBrk="1" hangingPunct="1"/>
            <a:r>
              <a:rPr lang="fr-FR" altLang="fr-FR" smtClean="0"/>
              <a:t>	Lift your voice it’s the year of jubilee</a:t>
            </a:r>
          </a:p>
          <a:p>
            <a:pPr eaLnBrk="1" hangingPunct="1"/>
            <a:r>
              <a:rPr lang="fr-FR" altLang="fr-FR" smtClean="0"/>
              <a:t>	11-  ET DU MONT SION LE SALUT VIENT                   X2</a:t>
            </a:r>
          </a:p>
          <a:p>
            <a:pPr eaLnBrk="1" hangingPunct="1"/>
            <a:r>
              <a:rPr lang="fr-FR" altLang="fr-FR" smtClean="0"/>
              <a:t>	And out of Zion’s hill salvation comes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12-  VOICI LES JOURS DE TON PROPHÈTE</a:t>
            </a:r>
          </a:p>
          <a:p>
            <a:pPr eaLnBrk="1" hangingPunct="1"/>
            <a:r>
              <a:rPr lang="fr-FR" altLang="fr-FR" smtClean="0"/>
              <a:t>These are the days of Ezekiel</a:t>
            </a:r>
          </a:p>
          <a:p>
            <a:pPr eaLnBrk="1" hangingPunct="1"/>
            <a:r>
              <a:rPr lang="fr-FR" altLang="fr-FR" smtClean="0"/>
              <a:t>13-  LES OSSEMENTS SONT DEVENUS CHAIR</a:t>
            </a:r>
          </a:p>
          <a:p>
            <a:pPr eaLnBrk="1" hangingPunct="1"/>
            <a:r>
              <a:rPr lang="fr-FR" altLang="fr-FR" smtClean="0"/>
              <a:t>The dry bones becoming as flesh</a:t>
            </a:r>
          </a:p>
          <a:p>
            <a:pPr eaLnBrk="1" hangingPunct="1"/>
            <a:r>
              <a:rPr lang="fr-FR" altLang="fr-FR" smtClean="0"/>
              <a:t>14-  VOICI LES JOURS DE TON SERVITEUR DAVID</a:t>
            </a:r>
          </a:p>
          <a:p>
            <a:pPr eaLnBrk="1" hangingPunct="1"/>
            <a:r>
              <a:rPr lang="fr-FR" altLang="fr-FR" smtClean="0"/>
              <a:t>And these are the days of your servant David</a:t>
            </a:r>
          </a:p>
          <a:p>
            <a:pPr eaLnBrk="1" hangingPunct="1"/>
            <a:r>
              <a:rPr lang="fr-FR" altLang="fr-FR" smtClean="0"/>
              <a:t>15-  CONSTRUISANT UN TEMPLE DE LOUANGES</a:t>
            </a:r>
          </a:p>
          <a:p>
            <a:pPr eaLnBrk="1" hangingPunct="1"/>
            <a:r>
              <a:rPr lang="fr-FR" altLang="fr-FR" smtClean="0"/>
              <a:t>Rebuilding a temple of praise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16-  VOICI LES JOURS DE LA RÉCOLTE</a:t>
            </a:r>
          </a:p>
          <a:p>
            <a:pPr eaLnBrk="1" hangingPunct="1"/>
            <a:r>
              <a:rPr lang="fr-FR" altLang="fr-FR" smtClean="0"/>
              <a:t>And these are the days of the harvest</a:t>
            </a:r>
          </a:p>
          <a:p>
            <a:pPr eaLnBrk="1" hangingPunct="1"/>
            <a:r>
              <a:rPr lang="fr-FR" altLang="fr-FR" smtClean="0"/>
              <a:t>17-  C'EST LE TEMPS DE LA GRANDE MOISSON </a:t>
            </a:r>
          </a:p>
          <a:p>
            <a:pPr eaLnBrk="1" hangingPunct="1"/>
            <a:r>
              <a:rPr lang="fr-FR" altLang="fr-FR" smtClean="0"/>
              <a:t>The fields are as white in Your world</a:t>
            </a:r>
          </a:p>
          <a:p>
            <a:pPr eaLnBrk="1" hangingPunct="1"/>
            <a:r>
              <a:rPr lang="fr-FR" altLang="fr-FR" smtClean="0"/>
              <a:t>18-  NOUS SOMMES LES OUVRIERS DE TA VIGNE, SEIGNEUR</a:t>
            </a:r>
          </a:p>
          <a:p>
            <a:pPr eaLnBrk="1" hangingPunct="1"/>
            <a:r>
              <a:rPr lang="fr-FR" altLang="fr-FR" smtClean="0"/>
              <a:t>And we are the laborers in your vineyard</a:t>
            </a:r>
          </a:p>
          <a:p>
            <a:pPr eaLnBrk="1" hangingPunct="1"/>
            <a:r>
              <a:rPr lang="fr-FR" altLang="fr-FR" smtClean="0"/>
              <a:t>19-  DÉCLARANT LA PAROLE DU SEIGNEUR</a:t>
            </a:r>
          </a:p>
          <a:p>
            <a:pPr eaLnBrk="1" hangingPunct="1"/>
            <a:r>
              <a:rPr lang="fr-FR" altLang="fr-FR" smtClean="0"/>
              <a:t>Declaring the word of the Lord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	Refrain:</a:t>
            </a:r>
          </a:p>
          <a:p>
            <a:pPr eaLnBrk="1" hangingPunct="1"/>
            <a:r>
              <a:rPr lang="fr-FR" altLang="fr-FR" smtClean="0"/>
              <a:t>	20-  GLORIEUX IL VIENT AU-DESSUS DES CIEUX</a:t>
            </a:r>
          </a:p>
          <a:p>
            <a:pPr eaLnBrk="1" hangingPunct="1"/>
            <a:r>
              <a:rPr lang="fr-FR" altLang="fr-FR" smtClean="0"/>
              <a:t>	Behold He comes Riding on the clouds</a:t>
            </a:r>
          </a:p>
          <a:p>
            <a:pPr eaLnBrk="1" hangingPunct="1"/>
            <a:r>
              <a:rPr lang="fr-FR" altLang="fr-FR" smtClean="0"/>
              <a:t>	21-  BRILLANT COMME LE SOLEIL AU SON DES TROMPETTES</a:t>
            </a:r>
          </a:p>
          <a:p>
            <a:pPr eaLnBrk="1" hangingPunct="1"/>
            <a:r>
              <a:rPr lang="fr-FR" altLang="fr-FR" smtClean="0"/>
              <a:t>	Shining like the sun at the trumpet call</a:t>
            </a:r>
          </a:p>
          <a:p>
            <a:pPr eaLnBrk="1" hangingPunct="1"/>
            <a:r>
              <a:rPr lang="fr-FR" altLang="fr-FR" smtClean="0"/>
              <a:t>	22-  ÉLÈVE TA VOIX C’EST L’ANNÉE DE JUBILÉ 	</a:t>
            </a:r>
          </a:p>
          <a:p>
            <a:pPr eaLnBrk="1" hangingPunct="1"/>
            <a:r>
              <a:rPr lang="fr-FR" altLang="fr-FR" smtClean="0"/>
              <a:t>	Lift your voice it’s the year of jubilee</a:t>
            </a:r>
          </a:p>
          <a:p>
            <a:pPr eaLnBrk="1" hangingPunct="1"/>
            <a:r>
              <a:rPr lang="fr-FR" altLang="fr-FR" smtClean="0"/>
              <a:t>	23-  ET DU MONT SION LE SALUT VIENT                   X2</a:t>
            </a:r>
          </a:p>
          <a:p>
            <a:pPr eaLnBrk="1" hangingPunct="1"/>
            <a:r>
              <a:rPr lang="fr-FR" altLang="fr-FR" smtClean="0"/>
              <a:t>	And out of Zion’s hill salvation comes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24-  NUL N'EST SEMBLABLE À YAHVÉ</a:t>
            </a:r>
          </a:p>
          <a:p>
            <a:pPr eaLnBrk="1" hangingPunct="1"/>
            <a:r>
              <a:rPr lang="fr-FR" altLang="fr-FR" smtClean="0"/>
              <a:t>There’s no God like Jehovah</a:t>
            </a:r>
          </a:p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1-  VOICI VENUS LES JOURS D’ÉLIE DÉCLARANT LA PAROLE DU SEIGNEUR</a:t>
            </a:r>
          </a:p>
          <a:p>
            <a:r>
              <a:rPr lang="fr-FR" altLang="fr-FR" smtClean="0"/>
              <a:t>These are the days of Elijah Declaring the Word of the Lord</a:t>
            </a:r>
          </a:p>
          <a:p>
            <a:r>
              <a:rPr lang="fr-FR" altLang="fr-FR" smtClean="0"/>
              <a:t> 2-  VOICI LES JOURS DE TON SERVITEUR MOÏSE</a:t>
            </a:r>
          </a:p>
          <a:p>
            <a:r>
              <a:rPr lang="fr-FR" altLang="fr-FR" smtClean="0"/>
              <a:t>And these are the days of your servant Moses</a:t>
            </a:r>
          </a:p>
          <a:p>
            <a:r>
              <a:rPr lang="fr-FR" altLang="fr-FR" smtClean="0"/>
              <a:t>3-  LA JUSTICE EST DANS MON CŒUR</a:t>
            </a:r>
          </a:p>
          <a:p>
            <a:r>
              <a:rPr lang="fr-FR" altLang="fr-FR" smtClean="0"/>
              <a:t>Righteousness being restored</a:t>
            </a:r>
          </a:p>
          <a:p>
            <a:endParaRPr lang="fr-FR" altLang="fr-FR" smtClean="0"/>
          </a:p>
          <a:p>
            <a:r>
              <a:rPr lang="fr-FR" altLang="fr-FR" smtClean="0"/>
              <a:t>4-  ET PENDANT CES JOURS DE GRANDE ÉPREUVE</a:t>
            </a:r>
          </a:p>
          <a:p>
            <a:r>
              <a:rPr lang="fr-FR" altLang="fr-FR" smtClean="0"/>
              <a:t>And though these are days of great trial</a:t>
            </a:r>
          </a:p>
          <a:p>
            <a:r>
              <a:rPr lang="fr-FR" altLang="fr-FR" smtClean="0"/>
              <a:t>5-  DE FAMINE, DE TÉNÈBRE ET SOIF</a:t>
            </a:r>
          </a:p>
          <a:p>
            <a:r>
              <a:rPr lang="fr-FR" altLang="fr-FR" smtClean="0"/>
              <a:t>Of famine and darkness and sword</a:t>
            </a:r>
          </a:p>
          <a:p>
            <a:r>
              <a:rPr lang="fr-FR" altLang="fr-FR" smtClean="0"/>
              <a:t>6-  NOUS SOMMES CETTE VOIX DANS LE DÉSERT QUI CRIE</a:t>
            </a:r>
          </a:p>
          <a:p>
            <a:r>
              <a:rPr lang="fr-FR" altLang="fr-FR" smtClean="0"/>
              <a:t>Still we are the voice in the desert crying</a:t>
            </a:r>
          </a:p>
          <a:p>
            <a:r>
              <a:rPr lang="fr-FR" altLang="fr-FR" smtClean="0"/>
              <a:t>7-  PRÉPAREZ LE CHEMIN DU SEIGNEUR</a:t>
            </a:r>
          </a:p>
          <a:p>
            <a:r>
              <a:rPr lang="fr-FR" altLang="fr-FR" smtClean="0"/>
              <a:t>Prepare ye the way of the Lord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GLORIEUX IL VIENT AU-DESSUS DES CIEUX</a:t>
            </a:r>
          </a:p>
          <a:p>
            <a:r>
              <a:rPr lang="fr-FR" altLang="fr-FR" smtClean="0"/>
              <a:t>	Behold He comes Riding on the clouds</a:t>
            </a:r>
          </a:p>
          <a:p>
            <a:r>
              <a:rPr lang="fr-FR" altLang="fr-FR" smtClean="0"/>
              <a:t>	9-  BRILLANT COMME LE SOLEIL AU SON DES TROMPETTES</a:t>
            </a:r>
          </a:p>
          <a:p>
            <a:r>
              <a:rPr lang="fr-FR" altLang="fr-FR" smtClean="0"/>
              <a:t>	Shining like the sun at the trumpet call</a:t>
            </a:r>
          </a:p>
          <a:p>
            <a:r>
              <a:rPr lang="fr-FR" altLang="fr-FR" smtClean="0"/>
              <a:t>	10-  ÉLÈVE TA VOIX C’EST L’ANNÉE DE JUBILÉ 	</a:t>
            </a:r>
          </a:p>
          <a:p>
            <a:r>
              <a:rPr lang="fr-FR" altLang="fr-FR" smtClean="0"/>
              <a:t>	Lift your voice it’s the year of jubilee</a:t>
            </a:r>
          </a:p>
          <a:p>
            <a:r>
              <a:rPr lang="fr-FR" altLang="fr-FR" smtClean="0"/>
              <a:t>	11-  ET DU MONT SION LE SALUT VIENT                   X2</a:t>
            </a:r>
          </a:p>
          <a:p>
            <a:r>
              <a:rPr lang="fr-FR" altLang="fr-FR" smtClean="0"/>
              <a:t>	And out of Zion’s hill salvation comes</a:t>
            </a:r>
          </a:p>
          <a:p>
            <a:endParaRPr lang="fr-FR" altLang="fr-FR" smtClean="0"/>
          </a:p>
          <a:p>
            <a:r>
              <a:rPr lang="fr-FR" altLang="fr-FR" smtClean="0"/>
              <a:t>12-  VOICI LES JOURS DE TON PROPHÈTE</a:t>
            </a:r>
          </a:p>
          <a:p>
            <a:r>
              <a:rPr lang="fr-FR" altLang="fr-FR" smtClean="0"/>
              <a:t>These are the days of Ezekiel</a:t>
            </a:r>
          </a:p>
          <a:p>
            <a:r>
              <a:rPr lang="fr-FR" altLang="fr-FR" smtClean="0"/>
              <a:t>13-  LES OSSEMENTS SONT DEVENUS CHAIR</a:t>
            </a:r>
          </a:p>
          <a:p>
            <a:r>
              <a:rPr lang="fr-FR" altLang="fr-FR" smtClean="0"/>
              <a:t>The dry bones becoming as flesh</a:t>
            </a:r>
          </a:p>
          <a:p>
            <a:r>
              <a:rPr lang="fr-FR" altLang="fr-FR" smtClean="0"/>
              <a:t>14-  VOICI LES JOURS DE TON SERVITEUR DAVID</a:t>
            </a:r>
          </a:p>
          <a:p>
            <a:r>
              <a:rPr lang="fr-FR" altLang="fr-FR" smtClean="0"/>
              <a:t>And these are the days of your servant David</a:t>
            </a:r>
          </a:p>
          <a:p>
            <a:r>
              <a:rPr lang="fr-FR" altLang="fr-FR" smtClean="0"/>
              <a:t>15-  CONSTRUISANT UN TEMPLE DE LOUANGES</a:t>
            </a:r>
          </a:p>
          <a:p>
            <a:r>
              <a:rPr lang="fr-FR" altLang="fr-FR" smtClean="0"/>
              <a:t>Rebuilding a temple of praise</a:t>
            </a:r>
          </a:p>
          <a:p>
            <a:endParaRPr lang="fr-FR" altLang="fr-FR" smtClean="0"/>
          </a:p>
          <a:p>
            <a:r>
              <a:rPr lang="fr-FR" altLang="fr-FR" smtClean="0"/>
              <a:t>16-  VOICI LES JOURS DE LA RÉCOLTE</a:t>
            </a:r>
          </a:p>
          <a:p>
            <a:r>
              <a:rPr lang="fr-FR" altLang="fr-FR" smtClean="0"/>
              <a:t>And these are the days of the harvest</a:t>
            </a:r>
          </a:p>
          <a:p>
            <a:r>
              <a:rPr lang="fr-FR" altLang="fr-FR" smtClean="0"/>
              <a:t>17-  C'EST LE TEMPS DE LA GRANDE MOISSON </a:t>
            </a:r>
          </a:p>
          <a:p>
            <a:r>
              <a:rPr lang="fr-FR" altLang="fr-FR" smtClean="0"/>
              <a:t>The fields are as white in Your world</a:t>
            </a:r>
          </a:p>
          <a:p>
            <a:r>
              <a:rPr lang="fr-FR" altLang="fr-FR" smtClean="0"/>
              <a:t>18-  NOUS SOMMES LES OUVRIERS DE TA VIGNE, SEIGNEUR</a:t>
            </a:r>
          </a:p>
          <a:p>
            <a:r>
              <a:rPr lang="fr-FR" altLang="fr-FR" smtClean="0"/>
              <a:t>And we are the laborers in your vineyard</a:t>
            </a:r>
          </a:p>
          <a:p>
            <a:r>
              <a:rPr lang="fr-FR" altLang="fr-FR" smtClean="0"/>
              <a:t>19-  DÉCLARANT LA PAROLE DU SEIGNEUR</a:t>
            </a:r>
          </a:p>
          <a:p>
            <a:r>
              <a:rPr lang="fr-FR" altLang="fr-FR" smtClean="0"/>
              <a:t>Declaring the word of the Lord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20-  GLORIEUX IL VIENT AU-DESSUS DES CIEUX</a:t>
            </a:r>
          </a:p>
          <a:p>
            <a:r>
              <a:rPr lang="fr-FR" altLang="fr-FR" smtClean="0"/>
              <a:t>	Behold He comes Riding on the clouds</a:t>
            </a:r>
          </a:p>
          <a:p>
            <a:r>
              <a:rPr lang="fr-FR" altLang="fr-FR" smtClean="0"/>
              <a:t>	21-  BRILLANT COMME LE SOLEIL AU SON DES TROMPETTES</a:t>
            </a:r>
          </a:p>
          <a:p>
            <a:r>
              <a:rPr lang="fr-FR" altLang="fr-FR" smtClean="0"/>
              <a:t>	Shining like the sun at the trumpet call</a:t>
            </a:r>
          </a:p>
          <a:p>
            <a:r>
              <a:rPr lang="fr-FR" altLang="fr-FR" smtClean="0"/>
              <a:t>	22-  ÉLÈVE TA VOIX C’EST L’ANNÉE DE JUBILÉ 	</a:t>
            </a:r>
          </a:p>
          <a:p>
            <a:r>
              <a:rPr lang="fr-FR" altLang="fr-FR" smtClean="0"/>
              <a:t>	Lift your voice it’s the year of jubilee</a:t>
            </a:r>
          </a:p>
          <a:p>
            <a:r>
              <a:rPr lang="fr-FR" altLang="fr-FR" smtClean="0"/>
              <a:t>	23-  ET DU MONT SION LE SALUT VIENT                   X2</a:t>
            </a:r>
          </a:p>
          <a:p>
            <a:r>
              <a:rPr lang="fr-FR" altLang="fr-FR" smtClean="0"/>
              <a:t>	And out of Zion’s hill salvation comes</a:t>
            </a:r>
          </a:p>
          <a:p>
            <a:endParaRPr lang="fr-FR" altLang="fr-FR" smtClean="0"/>
          </a:p>
          <a:p>
            <a:r>
              <a:rPr lang="fr-FR" altLang="fr-FR" smtClean="0"/>
              <a:t>24-  NUL N'EST SEMBLABLE À YAHVÉ</a:t>
            </a:r>
          </a:p>
          <a:p>
            <a:r>
              <a:rPr lang="fr-FR" altLang="fr-FR" smtClean="0"/>
              <a:t>There’s no God like Jehovah</a:t>
            </a:r>
          </a:p>
          <a:p>
            <a:endParaRPr lang="fr-FR" altLang="fr-FR" smtClean="0"/>
          </a:p>
        </p:txBody>
      </p:sp>
      <p:sp>
        <p:nvSpPr>
          <p:cNvPr id="4813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altLang="fr-FR" smtClean="0"/>
              <a:t>	REFRAIN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1-  VOICI VENUS LES JOURS D’ÉLIE DÉCLARANT LA PAROLE DU SEIGNEUR</a:t>
            </a:r>
          </a:p>
          <a:p>
            <a:pPr eaLnBrk="1" hangingPunct="1"/>
            <a:r>
              <a:rPr lang="fr-FR" altLang="fr-FR" smtClean="0"/>
              <a:t>These are the days of Elijah Declaring the Word of the Lord</a:t>
            </a:r>
          </a:p>
          <a:p>
            <a:pPr eaLnBrk="1" hangingPunct="1"/>
            <a:r>
              <a:rPr lang="fr-FR" altLang="fr-FR" smtClean="0"/>
              <a:t> 2-  VOICI LES JOURS DE TON SERVITEUR MOÏSE</a:t>
            </a:r>
          </a:p>
          <a:p>
            <a:pPr eaLnBrk="1" hangingPunct="1"/>
            <a:r>
              <a:rPr lang="fr-FR" altLang="fr-FR" smtClean="0"/>
              <a:t>And these are the days of your servant Moses</a:t>
            </a:r>
          </a:p>
          <a:p>
            <a:pPr eaLnBrk="1" hangingPunct="1"/>
            <a:r>
              <a:rPr lang="fr-FR" altLang="fr-FR" smtClean="0"/>
              <a:t>3-  LA JUSTICE EST DANS MON CŒUR</a:t>
            </a:r>
          </a:p>
          <a:p>
            <a:pPr eaLnBrk="1" hangingPunct="1"/>
            <a:r>
              <a:rPr lang="fr-FR" altLang="fr-FR" smtClean="0"/>
              <a:t>Righteousness being restored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4-  ET PENDANT CES JOURS DE GRANDE ÉPREUVE</a:t>
            </a:r>
          </a:p>
          <a:p>
            <a:pPr eaLnBrk="1" hangingPunct="1"/>
            <a:r>
              <a:rPr lang="fr-FR" altLang="fr-FR" smtClean="0"/>
              <a:t>And though these are days of great trial</a:t>
            </a:r>
          </a:p>
          <a:p>
            <a:pPr eaLnBrk="1" hangingPunct="1"/>
            <a:r>
              <a:rPr lang="fr-FR" altLang="fr-FR" smtClean="0"/>
              <a:t>5-  DE FAMINE, DE TÉNÈBRE ET SOIF</a:t>
            </a:r>
          </a:p>
          <a:p>
            <a:pPr eaLnBrk="1" hangingPunct="1"/>
            <a:r>
              <a:rPr lang="fr-FR" altLang="fr-FR" smtClean="0"/>
              <a:t>Of famine and darkness and sword</a:t>
            </a:r>
          </a:p>
          <a:p>
            <a:pPr eaLnBrk="1" hangingPunct="1"/>
            <a:r>
              <a:rPr lang="fr-FR" altLang="fr-FR" smtClean="0"/>
              <a:t>6-  NOUS SOMMES CETTE VOIX DANS LE DÉSERT QUI CRIE</a:t>
            </a:r>
          </a:p>
          <a:p>
            <a:pPr eaLnBrk="1" hangingPunct="1"/>
            <a:r>
              <a:rPr lang="fr-FR" altLang="fr-FR" smtClean="0"/>
              <a:t>Still we are the voice in the desert crying</a:t>
            </a:r>
          </a:p>
          <a:p>
            <a:pPr eaLnBrk="1" hangingPunct="1"/>
            <a:r>
              <a:rPr lang="fr-FR" altLang="fr-FR" smtClean="0"/>
              <a:t>7-  PRÉPAREZ LE CHEMIN DU SEIGNEUR</a:t>
            </a:r>
          </a:p>
          <a:p>
            <a:pPr eaLnBrk="1" hangingPunct="1"/>
            <a:r>
              <a:rPr lang="fr-FR" altLang="fr-FR" smtClean="0"/>
              <a:t>Prepare ye the way of the Lord</a:t>
            </a:r>
          </a:p>
          <a:p>
            <a:pPr eaLnBrk="1" hangingPunct="1"/>
            <a:r>
              <a:rPr lang="fr-FR" altLang="fr-FR" smtClean="0"/>
              <a:t>	</a:t>
            </a:r>
          </a:p>
          <a:p>
            <a:pPr eaLnBrk="1" hangingPunct="1"/>
            <a:r>
              <a:rPr lang="fr-FR" altLang="fr-FR" smtClean="0"/>
              <a:t>	Refrain:</a:t>
            </a:r>
          </a:p>
          <a:p>
            <a:pPr eaLnBrk="1" hangingPunct="1"/>
            <a:r>
              <a:rPr lang="fr-FR" altLang="fr-FR" smtClean="0"/>
              <a:t>	8-  GLORIEUX IL VIENT AU-DESSUS DES CIEUX</a:t>
            </a:r>
          </a:p>
          <a:p>
            <a:pPr eaLnBrk="1" hangingPunct="1"/>
            <a:r>
              <a:rPr lang="fr-FR" altLang="fr-FR" smtClean="0"/>
              <a:t>	Behold He comes Riding on the clouds</a:t>
            </a:r>
          </a:p>
          <a:p>
            <a:pPr eaLnBrk="1" hangingPunct="1"/>
            <a:r>
              <a:rPr lang="fr-FR" altLang="fr-FR" smtClean="0"/>
              <a:t>	9-  BRILLANT COMME LE SOLEIL AU SON DES TROMPETTES</a:t>
            </a:r>
          </a:p>
          <a:p>
            <a:pPr eaLnBrk="1" hangingPunct="1"/>
            <a:r>
              <a:rPr lang="fr-FR" altLang="fr-FR" smtClean="0"/>
              <a:t>	Shining like the sun at the trumpet call</a:t>
            </a:r>
          </a:p>
          <a:p>
            <a:pPr eaLnBrk="1" hangingPunct="1"/>
            <a:r>
              <a:rPr lang="fr-FR" altLang="fr-FR" smtClean="0"/>
              <a:t>	10-  ÉLÈVE TA VOIX C’EST L’ANNÉE DE JUBILÉ 	</a:t>
            </a:r>
          </a:p>
          <a:p>
            <a:pPr eaLnBrk="1" hangingPunct="1"/>
            <a:r>
              <a:rPr lang="fr-FR" altLang="fr-FR" smtClean="0"/>
              <a:t>	Lift your voice it’s the year of jubilee</a:t>
            </a:r>
          </a:p>
          <a:p>
            <a:pPr eaLnBrk="1" hangingPunct="1"/>
            <a:r>
              <a:rPr lang="fr-FR" altLang="fr-FR" smtClean="0"/>
              <a:t>	11-  ET DU MONT SION LE SALUT VIENT                   X2</a:t>
            </a:r>
          </a:p>
          <a:p>
            <a:pPr eaLnBrk="1" hangingPunct="1"/>
            <a:r>
              <a:rPr lang="fr-FR" altLang="fr-FR" smtClean="0"/>
              <a:t>	And out of Zion’s hill salvation comes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12-  VOICI LES JOURS DE TON PROPHÈTE</a:t>
            </a:r>
          </a:p>
          <a:p>
            <a:pPr eaLnBrk="1" hangingPunct="1"/>
            <a:r>
              <a:rPr lang="fr-FR" altLang="fr-FR" smtClean="0"/>
              <a:t>These are the days of Ezekiel</a:t>
            </a:r>
          </a:p>
          <a:p>
            <a:pPr eaLnBrk="1" hangingPunct="1"/>
            <a:r>
              <a:rPr lang="fr-FR" altLang="fr-FR" smtClean="0"/>
              <a:t>13-  LES OSSEMENTS SONT DEVENUS CHAIR</a:t>
            </a:r>
          </a:p>
          <a:p>
            <a:pPr eaLnBrk="1" hangingPunct="1"/>
            <a:r>
              <a:rPr lang="fr-FR" altLang="fr-FR" smtClean="0"/>
              <a:t>The dry bones becoming as flesh</a:t>
            </a:r>
          </a:p>
          <a:p>
            <a:pPr eaLnBrk="1" hangingPunct="1"/>
            <a:r>
              <a:rPr lang="fr-FR" altLang="fr-FR" smtClean="0"/>
              <a:t>14-  VOICI LES JOURS DE TON SERVITEUR DAVID</a:t>
            </a:r>
          </a:p>
          <a:p>
            <a:pPr eaLnBrk="1" hangingPunct="1"/>
            <a:r>
              <a:rPr lang="fr-FR" altLang="fr-FR" smtClean="0"/>
              <a:t>And these are the days of your servant David</a:t>
            </a:r>
          </a:p>
          <a:p>
            <a:pPr eaLnBrk="1" hangingPunct="1"/>
            <a:r>
              <a:rPr lang="fr-FR" altLang="fr-FR" smtClean="0"/>
              <a:t>15-  CONSTRUISANT UN TEMPLE DE LOUANGES</a:t>
            </a:r>
          </a:p>
          <a:p>
            <a:pPr eaLnBrk="1" hangingPunct="1"/>
            <a:r>
              <a:rPr lang="fr-FR" altLang="fr-FR" smtClean="0"/>
              <a:t>Rebuilding a temple of praise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16-  VOICI LES JOURS DE LA RÉCOLTE</a:t>
            </a:r>
          </a:p>
          <a:p>
            <a:pPr eaLnBrk="1" hangingPunct="1"/>
            <a:r>
              <a:rPr lang="fr-FR" altLang="fr-FR" smtClean="0"/>
              <a:t>And these are the days of the harvest</a:t>
            </a:r>
          </a:p>
          <a:p>
            <a:pPr eaLnBrk="1" hangingPunct="1"/>
            <a:r>
              <a:rPr lang="fr-FR" altLang="fr-FR" smtClean="0"/>
              <a:t>17-  C'EST LE TEMPS DE LA GRANDE MOISSON </a:t>
            </a:r>
          </a:p>
          <a:p>
            <a:pPr eaLnBrk="1" hangingPunct="1"/>
            <a:r>
              <a:rPr lang="fr-FR" altLang="fr-FR" smtClean="0"/>
              <a:t>The fields are as white in Your world</a:t>
            </a:r>
          </a:p>
          <a:p>
            <a:pPr eaLnBrk="1" hangingPunct="1"/>
            <a:r>
              <a:rPr lang="fr-FR" altLang="fr-FR" smtClean="0"/>
              <a:t>18-  NOUS SOMMES LES OUVRIERS DE TA VIGNE, SEIGNEUR</a:t>
            </a:r>
          </a:p>
          <a:p>
            <a:pPr eaLnBrk="1" hangingPunct="1"/>
            <a:r>
              <a:rPr lang="fr-FR" altLang="fr-FR" smtClean="0"/>
              <a:t>And we are the laborers in your vineyard</a:t>
            </a:r>
          </a:p>
          <a:p>
            <a:pPr eaLnBrk="1" hangingPunct="1"/>
            <a:r>
              <a:rPr lang="fr-FR" altLang="fr-FR" smtClean="0"/>
              <a:t>19-  DÉCLARANT LA PAROLE DU SEIGNEUR</a:t>
            </a:r>
          </a:p>
          <a:p>
            <a:pPr eaLnBrk="1" hangingPunct="1"/>
            <a:r>
              <a:rPr lang="fr-FR" altLang="fr-FR" smtClean="0"/>
              <a:t>Declaring the word of the Lord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	Refrain:</a:t>
            </a:r>
          </a:p>
          <a:p>
            <a:pPr eaLnBrk="1" hangingPunct="1"/>
            <a:r>
              <a:rPr lang="fr-FR" altLang="fr-FR" smtClean="0"/>
              <a:t>	20-  GLORIEUX IL VIENT AU-DESSUS DES CIEUX</a:t>
            </a:r>
          </a:p>
          <a:p>
            <a:pPr eaLnBrk="1" hangingPunct="1"/>
            <a:r>
              <a:rPr lang="fr-FR" altLang="fr-FR" smtClean="0"/>
              <a:t>	Behold He comes Riding on the clouds</a:t>
            </a:r>
          </a:p>
          <a:p>
            <a:pPr eaLnBrk="1" hangingPunct="1"/>
            <a:r>
              <a:rPr lang="fr-FR" altLang="fr-FR" smtClean="0"/>
              <a:t>	21-  BRILLANT COMME LE SOLEIL AU SON DES TROMPETTES</a:t>
            </a:r>
          </a:p>
          <a:p>
            <a:pPr eaLnBrk="1" hangingPunct="1"/>
            <a:r>
              <a:rPr lang="fr-FR" altLang="fr-FR" smtClean="0"/>
              <a:t>	Shining like the sun at the trumpet call</a:t>
            </a:r>
          </a:p>
          <a:p>
            <a:pPr eaLnBrk="1" hangingPunct="1"/>
            <a:r>
              <a:rPr lang="fr-FR" altLang="fr-FR" smtClean="0"/>
              <a:t>	22-  ÉLÈVE TA VOIX C’EST L’ANNÉE DE JUBILÉ 	</a:t>
            </a:r>
          </a:p>
          <a:p>
            <a:pPr eaLnBrk="1" hangingPunct="1"/>
            <a:r>
              <a:rPr lang="fr-FR" altLang="fr-FR" smtClean="0"/>
              <a:t>	Lift your voice it’s the year of jubilee</a:t>
            </a:r>
          </a:p>
          <a:p>
            <a:pPr eaLnBrk="1" hangingPunct="1"/>
            <a:r>
              <a:rPr lang="fr-FR" altLang="fr-FR" smtClean="0"/>
              <a:t>	23-  ET DU MONT SION LE SALUT VIENT                   X2</a:t>
            </a:r>
          </a:p>
          <a:p>
            <a:pPr eaLnBrk="1" hangingPunct="1"/>
            <a:r>
              <a:rPr lang="fr-FR" altLang="fr-FR" smtClean="0"/>
              <a:t>	And out of Zion’s hill salvation comes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24-  NUL N'EST SEMBLABLE À YAHVÉ</a:t>
            </a:r>
          </a:p>
          <a:p>
            <a:pPr eaLnBrk="1" hangingPunct="1"/>
            <a:r>
              <a:rPr lang="fr-FR" altLang="fr-FR" smtClean="0"/>
              <a:t>There’s no God like Jehovah</a:t>
            </a:r>
          </a:p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1-  VOICI VENUS LES JOURS D’ÉLIE DÉCLARANT LA PAROLE DU SEIGNEUR</a:t>
            </a:r>
          </a:p>
          <a:p>
            <a:r>
              <a:rPr lang="fr-FR" altLang="fr-FR" smtClean="0"/>
              <a:t>These are the days of Elijah Declaring the Word of the Lord</a:t>
            </a:r>
          </a:p>
          <a:p>
            <a:r>
              <a:rPr lang="fr-FR" altLang="fr-FR" smtClean="0"/>
              <a:t> 2-  VOICI LES JOURS DE TON SERVITEUR MOÏSE</a:t>
            </a:r>
          </a:p>
          <a:p>
            <a:r>
              <a:rPr lang="fr-FR" altLang="fr-FR" smtClean="0"/>
              <a:t>And these are the days of your servant Moses</a:t>
            </a:r>
          </a:p>
          <a:p>
            <a:r>
              <a:rPr lang="fr-FR" altLang="fr-FR" smtClean="0"/>
              <a:t>3-  LA JUSTICE EST DANS MON CŒUR</a:t>
            </a:r>
          </a:p>
          <a:p>
            <a:r>
              <a:rPr lang="fr-FR" altLang="fr-FR" smtClean="0"/>
              <a:t>Righteousness being restored</a:t>
            </a:r>
          </a:p>
          <a:p>
            <a:endParaRPr lang="fr-FR" altLang="fr-FR" smtClean="0"/>
          </a:p>
          <a:p>
            <a:r>
              <a:rPr lang="fr-FR" altLang="fr-FR" smtClean="0"/>
              <a:t>4-  ET PENDANT CES JOURS DE GRANDE ÉPREUVE</a:t>
            </a:r>
          </a:p>
          <a:p>
            <a:r>
              <a:rPr lang="fr-FR" altLang="fr-FR" smtClean="0"/>
              <a:t>And though these are days of great trial</a:t>
            </a:r>
          </a:p>
          <a:p>
            <a:r>
              <a:rPr lang="fr-FR" altLang="fr-FR" smtClean="0"/>
              <a:t>5-  DE FAMINE, DE TÉNÈBRE ET SOIF</a:t>
            </a:r>
          </a:p>
          <a:p>
            <a:r>
              <a:rPr lang="fr-FR" altLang="fr-FR" smtClean="0"/>
              <a:t>Of famine and darkness and sword</a:t>
            </a:r>
          </a:p>
          <a:p>
            <a:r>
              <a:rPr lang="fr-FR" altLang="fr-FR" smtClean="0"/>
              <a:t>6-  NOUS SOMMES CETTE VOIX DANS LE DÉSERT QUI CRIE</a:t>
            </a:r>
          </a:p>
          <a:p>
            <a:r>
              <a:rPr lang="fr-FR" altLang="fr-FR" smtClean="0"/>
              <a:t>Still we are the voice in the desert crying</a:t>
            </a:r>
          </a:p>
          <a:p>
            <a:r>
              <a:rPr lang="fr-FR" altLang="fr-FR" smtClean="0"/>
              <a:t>7-  PRÉPAREZ LE CHEMIN DU SEIGNEUR</a:t>
            </a:r>
          </a:p>
          <a:p>
            <a:r>
              <a:rPr lang="fr-FR" altLang="fr-FR" smtClean="0"/>
              <a:t>Prepare ye the way of the Lord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GLORIEUX IL VIENT AU-DESSUS DES CIEUX</a:t>
            </a:r>
          </a:p>
          <a:p>
            <a:r>
              <a:rPr lang="fr-FR" altLang="fr-FR" smtClean="0"/>
              <a:t>	Behold He comes Riding on the clouds</a:t>
            </a:r>
          </a:p>
          <a:p>
            <a:r>
              <a:rPr lang="fr-FR" altLang="fr-FR" smtClean="0"/>
              <a:t>	9-  BRILLANT COMME LE SOLEIL AU SON DES TROMPETTES</a:t>
            </a:r>
          </a:p>
          <a:p>
            <a:r>
              <a:rPr lang="fr-FR" altLang="fr-FR" smtClean="0"/>
              <a:t>	Shining like the sun at the trumpet call</a:t>
            </a:r>
          </a:p>
          <a:p>
            <a:r>
              <a:rPr lang="fr-FR" altLang="fr-FR" smtClean="0"/>
              <a:t>	10-  ÉLÈVE TA VOIX C’EST L’ANNÉE DE JUBILÉ 	</a:t>
            </a:r>
          </a:p>
          <a:p>
            <a:r>
              <a:rPr lang="fr-FR" altLang="fr-FR" smtClean="0"/>
              <a:t>	Lift your voice it’s the year of jubilee</a:t>
            </a:r>
          </a:p>
          <a:p>
            <a:r>
              <a:rPr lang="fr-FR" altLang="fr-FR" smtClean="0"/>
              <a:t>	11-  ET DU MONT SION LE SALUT VIENT                   X2</a:t>
            </a:r>
          </a:p>
          <a:p>
            <a:r>
              <a:rPr lang="fr-FR" altLang="fr-FR" smtClean="0"/>
              <a:t>	And out of Zion’s hill salvation comes</a:t>
            </a:r>
          </a:p>
          <a:p>
            <a:endParaRPr lang="fr-FR" altLang="fr-FR" smtClean="0"/>
          </a:p>
          <a:p>
            <a:r>
              <a:rPr lang="fr-FR" altLang="fr-FR" smtClean="0"/>
              <a:t>12-  VOICI LES JOURS DE TON PROPHÈTE</a:t>
            </a:r>
          </a:p>
          <a:p>
            <a:r>
              <a:rPr lang="fr-FR" altLang="fr-FR" smtClean="0"/>
              <a:t>These are the days of Ezekiel</a:t>
            </a:r>
          </a:p>
          <a:p>
            <a:r>
              <a:rPr lang="fr-FR" altLang="fr-FR" smtClean="0"/>
              <a:t>13-  LES OSSEMENTS SONT DEVENUS CHAIR</a:t>
            </a:r>
          </a:p>
          <a:p>
            <a:r>
              <a:rPr lang="fr-FR" altLang="fr-FR" smtClean="0"/>
              <a:t>The dry bones becoming as flesh</a:t>
            </a:r>
          </a:p>
          <a:p>
            <a:r>
              <a:rPr lang="fr-FR" altLang="fr-FR" smtClean="0"/>
              <a:t>14-  VOICI LES JOURS DE TON SERVITEUR DAVID</a:t>
            </a:r>
          </a:p>
          <a:p>
            <a:r>
              <a:rPr lang="fr-FR" altLang="fr-FR" smtClean="0"/>
              <a:t>And these are the days of your servant David</a:t>
            </a:r>
          </a:p>
          <a:p>
            <a:r>
              <a:rPr lang="fr-FR" altLang="fr-FR" smtClean="0"/>
              <a:t>15-  CONSTRUISANT UN TEMPLE DE LOUANGES</a:t>
            </a:r>
          </a:p>
          <a:p>
            <a:r>
              <a:rPr lang="fr-FR" altLang="fr-FR" smtClean="0"/>
              <a:t>Rebuilding a temple of praise</a:t>
            </a:r>
          </a:p>
          <a:p>
            <a:endParaRPr lang="fr-FR" altLang="fr-FR" smtClean="0"/>
          </a:p>
          <a:p>
            <a:r>
              <a:rPr lang="fr-FR" altLang="fr-FR" smtClean="0"/>
              <a:t>16-  VOICI LES JOURS DE LA RÉCOLTE</a:t>
            </a:r>
          </a:p>
          <a:p>
            <a:r>
              <a:rPr lang="fr-FR" altLang="fr-FR" smtClean="0"/>
              <a:t>And these are the days of the harvest</a:t>
            </a:r>
          </a:p>
          <a:p>
            <a:r>
              <a:rPr lang="fr-FR" altLang="fr-FR" smtClean="0"/>
              <a:t>17-  C'EST LE TEMPS DE LA GRANDE MOISSON </a:t>
            </a:r>
          </a:p>
          <a:p>
            <a:r>
              <a:rPr lang="fr-FR" altLang="fr-FR" smtClean="0"/>
              <a:t>The fields are as white in Your world</a:t>
            </a:r>
          </a:p>
          <a:p>
            <a:r>
              <a:rPr lang="fr-FR" altLang="fr-FR" smtClean="0"/>
              <a:t>18-  NOUS SOMMES LES OUVRIERS DE TA VIGNE, SEIGNEUR</a:t>
            </a:r>
          </a:p>
          <a:p>
            <a:r>
              <a:rPr lang="fr-FR" altLang="fr-FR" smtClean="0"/>
              <a:t>And we are the laborers in your vineyard</a:t>
            </a:r>
          </a:p>
          <a:p>
            <a:r>
              <a:rPr lang="fr-FR" altLang="fr-FR" smtClean="0"/>
              <a:t>19-  DÉCLARANT LA PAROLE DU SEIGNEUR</a:t>
            </a:r>
          </a:p>
          <a:p>
            <a:r>
              <a:rPr lang="fr-FR" altLang="fr-FR" smtClean="0"/>
              <a:t>Declaring the word of the Lord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20-  GLORIEUX IL VIENT AU-DESSUS DES CIEUX</a:t>
            </a:r>
          </a:p>
          <a:p>
            <a:r>
              <a:rPr lang="fr-FR" altLang="fr-FR" smtClean="0"/>
              <a:t>	Behold He comes Riding on the clouds</a:t>
            </a:r>
          </a:p>
          <a:p>
            <a:r>
              <a:rPr lang="fr-FR" altLang="fr-FR" smtClean="0"/>
              <a:t>	21-  BRILLANT COMME LE SOLEIL AU SON DES TROMPETTES</a:t>
            </a:r>
          </a:p>
          <a:p>
            <a:r>
              <a:rPr lang="fr-FR" altLang="fr-FR" smtClean="0"/>
              <a:t>	Shining like the sun at the trumpet call</a:t>
            </a:r>
          </a:p>
          <a:p>
            <a:r>
              <a:rPr lang="fr-FR" altLang="fr-FR" smtClean="0"/>
              <a:t>	22-  ÉLÈVE TA VOIX C’EST L’ANNÉE DE JUBILÉ 	</a:t>
            </a:r>
          </a:p>
          <a:p>
            <a:r>
              <a:rPr lang="fr-FR" altLang="fr-FR" smtClean="0"/>
              <a:t>	Lift your voice it’s the year of jubilee</a:t>
            </a:r>
          </a:p>
          <a:p>
            <a:r>
              <a:rPr lang="fr-FR" altLang="fr-FR" smtClean="0"/>
              <a:t>	23-  ET DU MONT SION LE SALUT VIENT                   X2</a:t>
            </a:r>
          </a:p>
          <a:p>
            <a:r>
              <a:rPr lang="fr-FR" altLang="fr-FR" smtClean="0"/>
              <a:t>	And out of Zion’s hill salvation comes</a:t>
            </a:r>
          </a:p>
          <a:p>
            <a:endParaRPr lang="fr-FR" altLang="fr-FR" smtClean="0"/>
          </a:p>
          <a:p>
            <a:r>
              <a:rPr lang="fr-FR" altLang="fr-FR" smtClean="0"/>
              <a:t>24-  NUL N'EST SEMBLABLE À YAHVÉ</a:t>
            </a:r>
          </a:p>
          <a:p>
            <a:r>
              <a:rPr lang="fr-FR" altLang="fr-FR" smtClean="0"/>
              <a:t>There’s no God like Jehovah</a:t>
            </a:r>
          </a:p>
          <a:p>
            <a:endParaRPr lang="fr-FR" altLang="fr-FR" smtClean="0"/>
          </a:p>
        </p:txBody>
      </p:sp>
      <p:sp>
        <p:nvSpPr>
          <p:cNvPr id="4915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altLang="fr-FR" smtClean="0"/>
              <a:t>	REFRAIN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1-  VOICI VENUS LES JOURS D’ÉLIE DÉCLARANT LA PAROLE DU SEIGNEUR</a:t>
            </a:r>
          </a:p>
          <a:p>
            <a:pPr eaLnBrk="1" hangingPunct="1"/>
            <a:r>
              <a:rPr lang="fr-FR" altLang="fr-FR" smtClean="0"/>
              <a:t>These are the days of Elijah Declaring the Word of the Lord</a:t>
            </a:r>
          </a:p>
          <a:p>
            <a:pPr eaLnBrk="1" hangingPunct="1"/>
            <a:r>
              <a:rPr lang="fr-FR" altLang="fr-FR" smtClean="0"/>
              <a:t> 2-  VOICI LES JOURS DE TON SERVITEUR MOÏSE</a:t>
            </a:r>
          </a:p>
          <a:p>
            <a:pPr eaLnBrk="1" hangingPunct="1"/>
            <a:r>
              <a:rPr lang="fr-FR" altLang="fr-FR" smtClean="0"/>
              <a:t>And these are the days of your servant Moses</a:t>
            </a:r>
          </a:p>
          <a:p>
            <a:pPr eaLnBrk="1" hangingPunct="1"/>
            <a:r>
              <a:rPr lang="fr-FR" altLang="fr-FR" smtClean="0"/>
              <a:t>3-  LA JUSTICE EST DANS MON CŒUR</a:t>
            </a:r>
          </a:p>
          <a:p>
            <a:pPr eaLnBrk="1" hangingPunct="1"/>
            <a:r>
              <a:rPr lang="fr-FR" altLang="fr-FR" smtClean="0"/>
              <a:t>Righteousness being restored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4-  ET PENDANT CES JOURS DE GRANDE ÉPREUVE</a:t>
            </a:r>
          </a:p>
          <a:p>
            <a:pPr eaLnBrk="1" hangingPunct="1"/>
            <a:r>
              <a:rPr lang="fr-FR" altLang="fr-FR" smtClean="0"/>
              <a:t>And though these are days of great trial</a:t>
            </a:r>
          </a:p>
          <a:p>
            <a:pPr eaLnBrk="1" hangingPunct="1"/>
            <a:r>
              <a:rPr lang="fr-FR" altLang="fr-FR" smtClean="0"/>
              <a:t>5-  DE FAMINE, DE TÉNÈBRE ET SOIF</a:t>
            </a:r>
          </a:p>
          <a:p>
            <a:pPr eaLnBrk="1" hangingPunct="1"/>
            <a:r>
              <a:rPr lang="fr-FR" altLang="fr-FR" smtClean="0"/>
              <a:t>Of famine and darkness and sword</a:t>
            </a:r>
          </a:p>
          <a:p>
            <a:pPr eaLnBrk="1" hangingPunct="1"/>
            <a:r>
              <a:rPr lang="fr-FR" altLang="fr-FR" smtClean="0"/>
              <a:t>6-  NOUS SOMMES CETTE VOIX DANS LE DÉSERT QUI CRIE</a:t>
            </a:r>
          </a:p>
          <a:p>
            <a:pPr eaLnBrk="1" hangingPunct="1"/>
            <a:r>
              <a:rPr lang="fr-FR" altLang="fr-FR" smtClean="0"/>
              <a:t>Still we are the voice in the desert crying</a:t>
            </a:r>
          </a:p>
          <a:p>
            <a:pPr eaLnBrk="1" hangingPunct="1"/>
            <a:r>
              <a:rPr lang="fr-FR" altLang="fr-FR" smtClean="0"/>
              <a:t>7-  PRÉPAREZ LE CHEMIN DU SEIGNEUR</a:t>
            </a:r>
          </a:p>
          <a:p>
            <a:pPr eaLnBrk="1" hangingPunct="1"/>
            <a:r>
              <a:rPr lang="fr-FR" altLang="fr-FR" smtClean="0"/>
              <a:t>Prepare ye the way of the Lord</a:t>
            </a:r>
          </a:p>
          <a:p>
            <a:pPr eaLnBrk="1" hangingPunct="1"/>
            <a:r>
              <a:rPr lang="fr-FR" altLang="fr-FR" smtClean="0"/>
              <a:t>	</a:t>
            </a:r>
          </a:p>
          <a:p>
            <a:pPr eaLnBrk="1" hangingPunct="1"/>
            <a:r>
              <a:rPr lang="fr-FR" altLang="fr-FR" smtClean="0"/>
              <a:t>	Refrain:</a:t>
            </a:r>
          </a:p>
          <a:p>
            <a:pPr eaLnBrk="1" hangingPunct="1"/>
            <a:r>
              <a:rPr lang="fr-FR" altLang="fr-FR" smtClean="0"/>
              <a:t>	8-  GLORIEUX IL VIENT AU-DESSUS DES CIEUX</a:t>
            </a:r>
          </a:p>
          <a:p>
            <a:pPr eaLnBrk="1" hangingPunct="1"/>
            <a:r>
              <a:rPr lang="fr-FR" altLang="fr-FR" smtClean="0"/>
              <a:t>	Behold He comes Riding on the clouds</a:t>
            </a:r>
          </a:p>
          <a:p>
            <a:pPr eaLnBrk="1" hangingPunct="1"/>
            <a:r>
              <a:rPr lang="fr-FR" altLang="fr-FR" smtClean="0"/>
              <a:t>	9-  BRILLANT COMME LE SOLEIL AU SON DES TROMPETTES</a:t>
            </a:r>
          </a:p>
          <a:p>
            <a:pPr eaLnBrk="1" hangingPunct="1"/>
            <a:r>
              <a:rPr lang="fr-FR" altLang="fr-FR" smtClean="0"/>
              <a:t>	Shining like the sun at the trumpet call</a:t>
            </a:r>
          </a:p>
          <a:p>
            <a:pPr eaLnBrk="1" hangingPunct="1"/>
            <a:r>
              <a:rPr lang="fr-FR" altLang="fr-FR" smtClean="0"/>
              <a:t>	10-  ÉLÈVE TA VOIX C’EST L’ANNÉE DE JUBILÉ 	</a:t>
            </a:r>
          </a:p>
          <a:p>
            <a:pPr eaLnBrk="1" hangingPunct="1"/>
            <a:r>
              <a:rPr lang="fr-FR" altLang="fr-FR" smtClean="0"/>
              <a:t>	Lift your voice it’s the year of jubilee</a:t>
            </a:r>
          </a:p>
          <a:p>
            <a:pPr eaLnBrk="1" hangingPunct="1"/>
            <a:r>
              <a:rPr lang="fr-FR" altLang="fr-FR" smtClean="0"/>
              <a:t>	11-  ET DU MONT SION LE SALUT VIENT                   X2</a:t>
            </a:r>
          </a:p>
          <a:p>
            <a:pPr eaLnBrk="1" hangingPunct="1"/>
            <a:r>
              <a:rPr lang="fr-FR" altLang="fr-FR" smtClean="0"/>
              <a:t>	And out of Zion’s hill salvation comes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12-  VOICI LES JOURS DE TON PROPHÈTE</a:t>
            </a:r>
          </a:p>
          <a:p>
            <a:pPr eaLnBrk="1" hangingPunct="1"/>
            <a:r>
              <a:rPr lang="fr-FR" altLang="fr-FR" smtClean="0"/>
              <a:t>These are the days of Ezekiel</a:t>
            </a:r>
          </a:p>
          <a:p>
            <a:pPr eaLnBrk="1" hangingPunct="1"/>
            <a:r>
              <a:rPr lang="fr-FR" altLang="fr-FR" smtClean="0"/>
              <a:t>13-  LES OSSEMENTS SONT DEVENUS CHAIR</a:t>
            </a:r>
          </a:p>
          <a:p>
            <a:pPr eaLnBrk="1" hangingPunct="1"/>
            <a:r>
              <a:rPr lang="fr-FR" altLang="fr-FR" smtClean="0"/>
              <a:t>The dry bones becoming as flesh</a:t>
            </a:r>
          </a:p>
          <a:p>
            <a:pPr eaLnBrk="1" hangingPunct="1"/>
            <a:r>
              <a:rPr lang="fr-FR" altLang="fr-FR" smtClean="0"/>
              <a:t>14-  VOICI LES JOURS DE TON SERVITEUR DAVID</a:t>
            </a:r>
          </a:p>
          <a:p>
            <a:pPr eaLnBrk="1" hangingPunct="1"/>
            <a:r>
              <a:rPr lang="fr-FR" altLang="fr-FR" smtClean="0"/>
              <a:t>And these are the days of your servant David</a:t>
            </a:r>
          </a:p>
          <a:p>
            <a:pPr eaLnBrk="1" hangingPunct="1"/>
            <a:r>
              <a:rPr lang="fr-FR" altLang="fr-FR" smtClean="0"/>
              <a:t>15-  CONSTRUISANT UN TEMPLE DE LOUANGES</a:t>
            </a:r>
          </a:p>
          <a:p>
            <a:pPr eaLnBrk="1" hangingPunct="1"/>
            <a:r>
              <a:rPr lang="fr-FR" altLang="fr-FR" smtClean="0"/>
              <a:t>Rebuilding a temple of praise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16-  VOICI LES JOURS DE LA RÉCOLTE</a:t>
            </a:r>
          </a:p>
          <a:p>
            <a:pPr eaLnBrk="1" hangingPunct="1"/>
            <a:r>
              <a:rPr lang="fr-FR" altLang="fr-FR" smtClean="0"/>
              <a:t>And these are the days of the harvest</a:t>
            </a:r>
          </a:p>
          <a:p>
            <a:pPr eaLnBrk="1" hangingPunct="1"/>
            <a:r>
              <a:rPr lang="fr-FR" altLang="fr-FR" smtClean="0"/>
              <a:t>17-  C'EST LE TEMPS DE LA GRANDE MOISSON </a:t>
            </a:r>
          </a:p>
          <a:p>
            <a:pPr eaLnBrk="1" hangingPunct="1"/>
            <a:r>
              <a:rPr lang="fr-FR" altLang="fr-FR" smtClean="0"/>
              <a:t>The fields are as white in Your world</a:t>
            </a:r>
          </a:p>
          <a:p>
            <a:pPr eaLnBrk="1" hangingPunct="1"/>
            <a:r>
              <a:rPr lang="fr-FR" altLang="fr-FR" smtClean="0"/>
              <a:t>18-  NOUS SOMMES LES OUVRIERS DE TA VIGNE, SEIGNEUR</a:t>
            </a:r>
          </a:p>
          <a:p>
            <a:pPr eaLnBrk="1" hangingPunct="1"/>
            <a:r>
              <a:rPr lang="fr-FR" altLang="fr-FR" smtClean="0"/>
              <a:t>And we are the laborers in your vineyard</a:t>
            </a:r>
          </a:p>
          <a:p>
            <a:pPr eaLnBrk="1" hangingPunct="1"/>
            <a:r>
              <a:rPr lang="fr-FR" altLang="fr-FR" smtClean="0"/>
              <a:t>19-  DÉCLARANT LA PAROLE DU SEIGNEUR</a:t>
            </a:r>
          </a:p>
          <a:p>
            <a:pPr eaLnBrk="1" hangingPunct="1"/>
            <a:r>
              <a:rPr lang="fr-FR" altLang="fr-FR" smtClean="0"/>
              <a:t>Declaring the word of the Lord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	Refrain:</a:t>
            </a:r>
          </a:p>
          <a:p>
            <a:pPr eaLnBrk="1" hangingPunct="1"/>
            <a:r>
              <a:rPr lang="fr-FR" altLang="fr-FR" smtClean="0"/>
              <a:t>	20-  GLORIEUX IL VIENT AU-DESSUS DES CIEUX</a:t>
            </a:r>
          </a:p>
          <a:p>
            <a:pPr eaLnBrk="1" hangingPunct="1"/>
            <a:r>
              <a:rPr lang="fr-FR" altLang="fr-FR" smtClean="0"/>
              <a:t>	Behold He comes Riding on the clouds</a:t>
            </a:r>
          </a:p>
          <a:p>
            <a:pPr eaLnBrk="1" hangingPunct="1"/>
            <a:r>
              <a:rPr lang="fr-FR" altLang="fr-FR" smtClean="0"/>
              <a:t>	21-  BRILLANT COMME LE SOLEIL AU SON DES TROMPETTES</a:t>
            </a:r>
          </a:p>
          <a:p>
            <a:pPr eaLnBrk="1" hangingPunct="1"/>
            <a:r>
              <a:rPr lang="fr-FR" altLang="fr-FR" smtClean="0"/>
              <a:t>	Shining like the sun at the trumpet call</a:t>
            </a:r>
          </a:p>
          <a:p>
            <a:pPr eaLnBrk="1" hangingPunct="1"/>
            <a:r>
              <a:rPr lang="fr-FR" altLang="fr-FR" smtClean="0"/>
              <a:t>	22-  ÉLÈVE TA VOIX C’EST L’ANNÉE DE JUBILÉ 	</a:t>
            </a:r>
          </a:p>
          <a:p>
            <a:pPr eaLnBrk="1" hangingPunct="1"/>
            <a:r>
              <a:rPr lang="fr-FR" altLang="fr-FR" smtClean="0"/>
              <a:t>	Lift your voice it’s the year of jubilee</a:t>
            </a:r>
          </a:p>
          <a:p>
            <a:pPr eaLnBrk="1" hangingPunct="1"/>
            <a:r>
              <a:rPr lang="fr-FR" altLang="fr-FR" smtClean="0"/>
              <a:t>	23-  ET DU MONT SION LE SALUT VIENT                   X2</a:t>
            </a:r>
          </a:p>
          <a:p>
            <a:pPr eaLnBrk="1" hangingPunct="1"/>
            <a:r>
              <a:rPr lang="fr-FR" altLang="fr-FR" smtClean="0"/>
              <a:t>	And out of Zion’s hill salvation comes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24-  NUL N'EST SEMBLABLE À YAHVÉ</a:t>
            </a:r>
          </a:p>
          <a:p>
            <a:pPr eaLnBrk="1" hangingPunct="1"/>
            <a:r>
              <a:rPr lang="fr-FR" altLang="fr-FR" smtClean="0"/>
              <a:t>There’s no God like Jehovah</a:t>
            </a:r>
          </a:p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1-  VOICI VENUS LES JOURS D’ÉLIE DÉCLARANT LA PAROLE DU SEIGNEUR</a:t>
            </a:r>
          </a:p>
          <a:p>
            <a:r>
              <a:rPr lang="fr-FR" altLang="fr-FR" smtClean="0"/>
              <a:t>These are the days of Elijah Declaring the Word of the Lord</a:t>
            </a:r>
          </a:p>
          <a:p>
            <a:r>
              <a:rPr lang="fr-FR" altLang="fr-FR" smtClean="0"/>
              <a:t> 2-  VOICI LES JOURS DE TON SERVITEUR MOÏSE</a:t>
            </a:r>
          </a:p>
          <a:p>
            <a:r>
              <a:rPr lang="fr-FR" altLang="fr-FR" smtClean="0"/>
              <a:t>And these are the days of your servant Moses</a:t>
            </a:r>
          </a:p>
          <a:p>
            <a:r>
              <a:rPr lang="fr-FR" altLang="fr-FR" smtClean="0"/>
              <a:t>3-  LA JUSTICE EST DANS MON CŒUR</a:t>
            </a:r>
          </a:p>
          <a:p>
            <a:r>
              <a:rPr lang="fr-FR" altLang="fr-FR" smtClean="0"/>
              <a:t>Righteousness being restored</a:t>
            </a:r>
          </a:p>
          <a:p>
            <a:endParaRPr lang="fr-FR" altLang="fr-FR" smtClean="0"/>
          </a:p>
          <a:p>
            <a:r>
              <a:rPr lang="fr-FR" altLang="fr-FR" smtClean="0"/>
              <a:t>4-  ET PENDANT CES JOURS DE GRANDE ÉPREUVE</a:t>
            </a:r>
          </a:p>
          <a:p>
            <a:r>
              <a:rPr lang="fr-FR" altLang="fr-FR" smtClean="0"/>
              <a:t>And though these are days of great trial</a:t>
            </a:r>
          </a:p>
          <a:p>
            <a:r>
              <a:rPr lang="fr-FR" altLang="fr-FR" smtClean="0"/>
              <a:t>5-  DE FAMINE, DE TÉNÈBRE ET SOIF</a:t>
            </a:r>
          </a:p>
          <a:p>
            <a:r>
              <a:rPr lang="fr-FR" altLang="fr-FR" smtClean="0"/>
              <a:t>Of famine and darkness and sword</a:t>
            </a:r>
          </a:p>
          <a:p>
            <a:r>
              <a:rPr lang="fr-FR" altLang="fr-FR" smtClean="0"/>
              <a:t>6-  NOUS SOMMES CETTE VOIX DANS LE DÉSERT QUI CRIE</a:t>
            </a:r>
          </a:p>
          <a:p>
            <a:r>
              <a:rPr lang="fr-FR" altLang="fr-FR" smtClean="0"/>
              <a:t>Still we are the voice in the desert crying</a:t>
            </a:r>
          </a:p>
          <a:p>
            <a:r>
              <a:rPr lang="fr-FR" altLang="fr-FR" smtClean="0"/>
              <a:t>7-  PRÉPAREZ LE CHEMIN DU SEIGNEUR</a:t>
            </a:r>
          </a:p>
          <a:p>
            <a:r>
              <a:rPr lang="fr-FR" altLang="fr-FR" smtClean="0"/>
              <a:t>Prepare ye the way of the Lord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GLORIEUX IL VIENT AU-DESSUS DES CIEUX</a:t>
            </a:r>
          </a:p>
          <a:p>
            <a:r>
              <a:rPr lang="fr-FR" altLang="fr-FR" smtClean="0"/>
              <a:t>	Behold He comes Riding on the clouds</a:t>
            </a:r>
          </a:p>
          <a:p>
            <a:r>
              <a:rPr lang="fr-FR" altLang="fr-FR" smtClean="0"/>
              <a:t>	9-  BRILLANT COMME LE SOLEIL AU SON DES TROMPETTES</a:t>
            </a:r>
          </a:p>
          <a:p>
            <a:r>
              <a:rPr lang="fr-FR" altLang="fr-FR" smtClean="0"/>
              <a:t>	Shining like the sun at the trumpet call</a:t>
            </a:r>
          </a:p>
          <a:p>
            <a:r>
              <a:rPr lang="fr-FR" altLang="fr-FR" smtClean="0"/>
              <a:t>	10-  ÉLÈVE TA VOIX C’EST L’ANNÉE DE JUBILÉ 	</a:t>
            </a:r>
          </a:p>
          <a:p>
            <a:r>
              <a:rPr lang="fr-FR" altLang="fr-FR" smtClean="0"/>
              <a:t>	Lift your voice it’s the year of jubilee</a:t>
            </a:r>
          </a:p>
          <a:p>
            <a:r>
              <a:rPr lang="fr-FR" altLang="fr-FR" smtClean="0"/>
              <a:t>	11-  ET DU MONT SION LE SALUT VIENT                   X2</a:t>
            </a:r>
          </a:p>
          <a:p>
            <a:r>
              <a:rPr lang="fr-FR" altLang="fr-FR" smtClean="0"/>
              <a:t>	And out of Zion’s hill salvation comes</a:t>
            </a:r>
          </a:p>
          <a:p>
            <a:endParaRPr lang="fr-FR" altLang="fr-FR" smtClean="0"/>
          </a:p>
          <a:p>
            <a:r>
              <a:rPr lang="fr-FR" altLang="fr-FR" smtClean="0"/>
              <a:t>12-  VOICI LES JOURS DE TON PROPHÈTE</a:t>
            </a:r>
          </a:p>
          <a:p>
            <a:r>
              <a:rPr lang="fr-FR" altLang="fr-FR" smtClean="0"/>
              <a:t>These are the days of Ezekiel</a:t>
            </a:r>
          </a:p>
          <a:p>
            <a:r>
              <a:rPr lang="fr-FR" altLang="fr-FR" smtClean="0"/>
              <a:t>13-  LES OSSEMENTS SONT DEVENUS CHAIR</a:t>
            </a:r>
          </a:p>
          <a:p>
            <a:r>
              <a:rPr lang="fr-FR" altLang="fr-FR" smtClean="0"/>
              <a:t>The dry bones becoming as flesh</a:t>
            </a:r>
          </a:p>
          <a:p>
            <a:r>
              <a:rPr lang="fr-FR" altLang="fr-FR" smtClean="0"/>
              <a:t>14-  VOICI LES JOURS DE TON SERVITEUR DAVID</a:t>
            </a:r>
          </a:p>
          <a:p>
            <a:r>
              <a:rPr lang="fr-FR" altLang="fr-FR" smtClean="0"/>
              <a:t>And these are the days of your servant David</a:t>
            </a:r>
          </a:p>
          <a:p>
            <a:r>
              <a:rPr lang="fr-FR" altLang="fr-FR" smtClean="0"/>
              <a:t>15-  CONSTRUISANT UN TEMPLE DE LOUANGES</a:t>
            </a:r>
          </a:p>
          <a:p>
            <a:r>
              <a:rPr lang="fr-FR" altLang="fr-FR" smtClean="0"/>
              <a:t>Rebuilding a temple of praise</a:t>
            </a:r>
          </a:p>
          <a:p>
            <a:endParaRPr lang="fr-FR" altLang="fr-FR" smtClean="0"/>
          </a:p>
          <a:p>
            <a:r>
              <a:rPr lang="fr-FR" altLang="fr-FR" smtClean="0"/>
              <a:t>16-  VOICI LES JOURS DE LA RÉCOLTE</a:t>
            </a:r>
          </a:p>
          <a:p>
            <a:r>
              <a:rPr lang="fr-FR" altLang="fr-FR" smtClean="0"/>
              <a:t>And these are the days of the harvest</a:t>
            </a:r>
          </a:p>
          <a:p>
            <a:r>
              <a:rPr lang="fr-FR" altLang="fr-FR" smtClean="0"/>
              <a:t>17-  C'EST LE TEMPS DE LA GRANDE MOISSON </a:t>
            </a:r>
          </a:p>
          <a:p>
            <a:r>
              <a:rPr lang="fr-FR" altLang="fr-FR" smtClean="0"/>
              <a:t>The fields are as white in Your world</a:t>
            </a:r>
          </a:p>
          <a:p>
            <a:r>
              <a:rPr lang="fr-FR" altLang="fr-FR" smtClean="0"/>
              <a:t>18-  NOUS SOMMES LES OUVRIERS DE TA VIGNE, SEIGNEUR</a:t>
            </a:r>
          </a:p>
          <a:p>
            <a:r>
              <a:rPr lang="fr-FR" altLang="fr-FR" smtClean="0"/>
              <a:t>And we are the laborers in your vineyard</a:t>
            </a:r>
          </a:p>
          <a:p>
            <a:r>
              <a:rPr lang="fr-FR" altLang="fr-FR" smtClean="0"/>
              <a:t>19-  DÉCLARANT LA PAROLE DU SEIGNEUR</a:t>
            </a:r>
          </a:p>
          <a:p>
            <a:r>
              <a:rPr lang="fr-FR" altLang="fr-FR" smtClean="0"/>
              <a:t>Declaring the word of the Lord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20-  GLORIEUX IL VIENT AU-DESSUS DES CIEUX</a:t>
            </a:r>
          </a:p>
          <a:p>
            <a:r>
              <a:rPr lang="fr-FR" altLang="fr-FR" smtClean="0"/>
              <a:t>	Behold He comes Riding on the clouds</a:t>
            </a:r>
          </a:p>
          <a:p>
            <a:r>
              <a:rPr lang="fr-FR" altLang="fr-FR" smtClean="0"/>
              <a:t>	21-  BRILLANT COMME LE SOLEIL AU SON DES TROMPETTES</a:t>
            </a:r>
          </a:p>
          <a:p>
            <a:r>
              <a:rPr lang="fr-FR" altLang="fr-FR" smtClean="0"/>
              <a:t>	Shining like the sun at the trumpet call</a:t>
            </a:r>
          </a:p>
          <a:p>
            <a:r>
              <a:rPr lang="fr-FR" altLang="fr-FR" smtClean="0"/>
              <a:t>	22-  ÉLÈVE TA VOIX C’EST L’ANNÉE DE JUBILÉ 	</a:t>
            </a:r>
          </a:p>
          <a:p>
            <a:r>
              <a:rPr lang="fr-FR" altLang="fr-FR" smtClean="0"/>
              <a:t>	Lift your voice it’s the year of jubilee</a:t>
            </a:r>
          </a:p>
          <a:p>
            <a:r>
              <a:rPr lang="fr-FR" altLang="fr-FR" smtClean="0"/>
              <a:t>	23-  ET DU MONT SION LE SALUT VIENT                   X2</a:t>
            </a:r>
          </a:p>
          <a:p>
            <a:r>
              <a:rPr lang="fr-FR" altLang="fr-FR" smtClean="0"/>
              <a:t>	And out of Zion’s hill salvation comes</a:t>
            </a:r>
          </a:p>
          <a:p>
            <a:endParaRPr lang="fr-FR" altLang="fr-FR" smtClean="0"/>
          </a:p>
          <a:p>
            <a:r>
              <a:rPr lang="fr-FR" altLang="fr-FR" smtClean="0"/>
              <a:t>24-  NUL N'EST SEMBLABLE À YAHVÉ</a:t>
            </a:r>
          </a:p>
          <a:p>
            <a:r>
              <a:rPr lang="fr-FR" altLang="fr-FR" smtClean="0"/>
              <a:t>There’s no God like Jehovah</a:t>
            </a:r>
          </a:p>
          <a:p>
            <a:endParaRPr lang="fr-FR" altLang="fr-FR" smtClean="0"/>
          </a:p>
        </p:txBody>
      </p:sp>
      <p:sp>
        <p:nvSpPr>
          <p:cNvPr id="5017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altLang="fr-FR" smtClean="0"/>
              <a:t>	REFRAIN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1-  VOICI VENUS LES JOURS D’ÉLIE DÉCLARANT LA PAROLE DU SEIGNEUR</a:t>
            </a:r>
          </a:p>
          <a:p>
            <a:pPr eaLnBrk="1" hangingPunct="1"/>
            <a:r>
              <a:rPr lang="fr-FR" altLang="fr-FR" smtClean="0"/>
              <a:t>These are the days of Elijah Declaring the Word of the Lord</a:t>
            </a:r>
          </a:p>
          <a:p>
            <a:pPr eaLnBrk="1" hangingPunct="1"/>
            <a:r>
              <a:rPr lang="fr-FR" altLang="fr-FR" smtClean="0"/>
              <a:t> 2-  VOICI LES JOURS DE TON SERVITEUR MOÏSE</a:t>
            </a:r>
          </a:p>
          <a:p>
            <a:pPr eaLnBrk="1" hangingPunct="1"/>
            <a:r>
              <a:rPr lang="fr-FR" altLang="fr-FR" smtClean="0"/>
              <a:t>And these are the days of your servant Moses</a:t>
            </a:r>
          </a:p>
          <a:p>
            <a:pPr eaLnBrk="1" hangingPunct="1"/>
            <a:r>
              <a:rPr lang="fr-FR" altLang="fr-FR" smtClean="0"/>
              <a:t>3-  LA JUSTICE EST DANS MON CŒUR</a:t>
            </a:r>
          </a:p>
          <a:p>
            <a:pPr eaLnBrk="1" hangingPunct="1"/>
            <a:r>
              <a:rPr lang="fr-FR" altLang="fr-FR" smtClean="0"/>
              <a:t>Righteousness being restored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4-  ET PENDANT CES JOURS DE GRANDE ÉPREUVE</a:t>
            </a:r>
          </a:p>
          <a:p>
            <a:pPr eaLnBrk="1" hangingPunct="1"/>
            <a:r>
              <a:rPr lang="fr-FR" altLang="fr-FR" smtClean="0"/>
              <a:t>And though these are days of great trial</a:t>
            </a:r>
          </a:p>
          <a:p>
            <a:pPr eaLnBrk="1" hangingPunct="1"/>
            <a:r>
              <a:rPr lang="fr-FR" altLang="fr-FR" smtClean="0"/>
              <a:t>5-  DE FAMINE, DE TÉNÈBRE ET SOIF</a:t>
            </a:r>
          </a:p>
          <a:p>
            <a:pPr eaLnBrk="1" hangingPunct="1"/>
            <a:r>
              <a:rPr lang="fr-FR" altLang="fr-FR" smtClean="0"/>
              <a:t>Of famine and darkness and sword</a:t>
            </a:r>
          </a:p>
          <a:p>
            <a:pPr eaLnBrk="1" hangingPunct="1"/>
            <a:r>
              <a:rPr lang="fr-FR" altLang="fr-FR" smtClean="0"/>
              <a:t>6-  NOUS SOMMES CETTE VOIX DANS LE DÉSERT QUI CRIE</a:t>
            </a:r>
          </a:p>
          <a:p>
            <a:pPr eaLnBrk="1" hangingPunct="1"/>
            <a:r>
              <a:rPr lang="fr-FR" altLang="fr-FR" smtClean="0"/>
              <a:t>Still we are the voice in the desert crying</a:t>
            </a:r>
          </a:p>
          <a:p>
            <a:pPr eaLnBrk="1" hangingPunct="1"/>
            <a:r>
              <a:rPr lang="fr-FR" altLang="fr-FR" smtClean="0"/>
              <a:t>7-  PRÉPAREZ LE CHEMIN DU SEIGNEUR</a:t>
            </a:r>
          </a:p>
          <a:p>
            <a:pPr eaLnBrk="1" hangingPunct="1"/>
            <a:r>
              <a:rPr lang="fr-FR" altLang="fr-FR" smtClean="0"/>
              <a:t>Prepare ye the way of the Lord</a:t>
            </a:r>
          </a:p>
          <a:p>
            <a:pPr eaLnBrk="1" hangingPunct="1"/>
            <a:r>
              <a:rPr lang="fr-FR" altLang="fr-FR" smtClean="0"/>
              <a:t>	</a:t>
            </a:r>
          </a:p>
          <a:p>
            <a:pPr eaLnBrk="1" hangingPunct="1"/>
            <a:r>
              <a:rPr lang="fr-FR" altLang="fr-FR" smtClean="0"/>
              <a:t>	Refrain:</a:t>
            </a:r>
          </a:p>
          <a:p>
            <a:pPr eaLnBrk="1" hangingPunct="1"/>
            <a:r>
              <a:rPr lang="fr-FR" altLang="fr-FR" smtClean="0"/>
              <a:t>	8-  GLORIEUX IL VIENT AU-DESSUS DES CIEUX</a:t>
            </a:r>
          </a:p>
          <a:p>
            <a:pPr eaLnBrk="1" hangingPunct="1"/>
            <a:r>
              <a:rPr lang="fr-FR" altLang="fr-FR" smtClean="0"/>
              <a:t>	Behold He comes Riding on the clouds</a:t>
            </a:r>
          </a:p>
          <a:p>
            <a:pPr eaLnBrk="1" hangingPunct="1"/>
            <a:r>
              <a:rPr lang="fr-FR" altLang="fr-FR" smtClean="0"/>
              <a:t>	9-  BRILLANT COMME LE SOLEIL AU SON DES TROMPETTES</a:t>
            </a:r>
          </a:p>
          <a:p>
            <a:pPr eaLnBrk="1" hangingPunct="1"/>
            <a:r>
              <a:rPr lang="fr-FR" altLang="fr-FR" smtClean="0"/>
              <a:t>	Shining like the sun at the trumpet call</a:t>
            </a:r>
          </a:p>
          <a:p>
            <a:pPr eaLnBrk="1" hangingPunct="1"/>
            <a:r>
              <a:rPr lang="fr-FR" altLang="fr-FR" smtClean="0"/>
              <a:t>	10-  ÉLÈVE TA VOIX C’EST L’ANNÉE DE JUBILÉ 	</a:t>
            </a:r>
          </a:p>
          <a:p>
            <a:pPr eaLnBrk="1" hangingPunct="1"/>
            <a:r>
              <a:rPr lang="fr-FR" altLang="fr-FR" smtClean="0"/>
              <a:t>	Lift your voice it’s the year of jubilee</a:t>
            </a:r>
          </a:p>
          <a:p>
            <a:pPr eaLnBrk="1" hangingPunct="1"/>
            <a:r>
              <a:rPr lang="fr-FR" altLang="fr-FR" smtClean="0"/>
              <a:t>	11-  ET DU MONT SION LE SALUT VIENT                   X2</a:t>
            </a:r>
          </a:p>
          <a:p>
            <a:pPr eaLnBrk="1" hangingPunct="1"/>
            <a:r>
              <a:rPr lang="fr-FR" altLang="fr-FR" smtClean="0"/>
              <a:t>	And out of Zion’s hill salvation comes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12-  VOICI LES JOURS DE TON PROPHÈTE</a:t>
            </a:r>
          </a:p>
          <a:p>
            <a:pPr eaLnBrk="1" hangingPunct="1"/>
            <a:r>
              <a:rPr lang="fr-FR" altLang="fr-FR" smtClean="0"/>
              <a:t>These are the days of Ezekiel</a:t>
            </a:r>
          </a:p>
          <a:p>
            <a:pPr eaLnBrk="1" hangingPunct="1"/>
            <a:r>
              <a:rPr lang="fr-FR" altLang="fr-FR" smtClean="0"/>
              <a:t>13-  LES OSSEMENTS SONT DEVENUS CHAIR</a:t>
            </a:r>
          </a:p>
          <a:p>
            <a:pPr eaLnBrk="1" hangingPunct="1"/>
            <a:r>
              <a:rPr lang="fr-FR" altLang="fr-FR" smtClean="0"/>
              <a:t>The dry bones becoming as flesh</a:t>
            </a:r>
          </a:p>
          <a:p>
            <a:pPr eaLnBrk="1" hangingPunct="1"/>
            <a:r>
              <a:rPr lang="fr-FR" altLang="fr-FR" smtClean="0"/>
              <a:t>14-  VOICI LES JOURS DE TON SERVITEUR DAVID</a:t>
            </a:r>
          </a:p>
          <a:p>
            <a:pPr eaLnBrk="1" hangingPunct="1"/>
            <a:r>
              <a:rPr lang="fr-FR" altLang="fr-FR" smtClean="0"/>
              <a:t>And these are the days of your servant David</a:t>
            </a:r>
          </a:p>
          <a:p>
            <a:pPr eaLnBrk="1" hangingPunct="1"/>
            <a:r>
              <a:rPr lang="fr-FR" altLang="fr-FR" smtClean="0"/>
              <a:t>15-  CONSTRUISANT UN TEMPLE DE LOUANGES</a:t>
            </a:r>
          </a:p>
          <a:p>
            <a:pPr eaLnBrk="1" hangingPunct="1"/>
            <a:r>
              <a:rPr lang="fr-FR" altLang="fr-FR" smtClean="0"/>
              <a:t>Rebuilding a temple of praise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16-  VOICI LES JOURS DE LA RÉCOLTE</a:t>
            </a:r>
          </a:p>
          <a:p>
            <a:pPr eaLnBrk="1" hangingPunct="1"/>
            <a:r>
              <a:rPr lang="fr-FR" altLang="fr-FR" smtClean="0"/>
              <a:t>And these are the days of the harvest</a:t>
            </a:r>
          </a:p>
          <a:p>
            <a:pPr eaLnBrk="1" hangingPunct="1"/>
            <a:r>
              <a:rPr lang="fr-FR" altLang="fr-FR" smtClean="0"/>
              <a:t>17-  C'EST LE TEMPS DE LA GRANDE MOISSON </a:t>
            </a:r>
          </a:p>
          <a:p>
            <a:pPr eaLnBrk="1" hangingPunct="1"/>
            <a:r>
              <a:rPr lang="fr-FR" altLang="fr-FR" smtClean="0"/>
              <a:t>The fields are as white in Your world</a:t>
            </a:r>
          </a:p>
          <a:p>
            <a:pPr eaLnBrk="1" hangingPunct="1"/>
            <a:r>
              <a:rPr lang="fr-FR" altLang="fr-FR" smtClean="0"/>
              <a:t>18-  NOUS SOMMES LES OUVRIERS DE TA VIGNE, SEIGNEUR</a:t>
            </a:r>
          </a:p>
          <a:p>
            <a:pPr eaLnBrk="1" hangingPunct="1"/>
            <a:r>
              <a:rPr lang="fr-FR" altLang="fr-FR" smtClean="0"/>
              <a:t>And we are the laborers in your vineyard</a:t>
            </a:r>
          </a:p>
          <a:p>
            <a:pPr eaLnBrk="1" hangingPunct="1"/>
            <a:r>
              <a:rPr lang="fr-FR" altLang="fr-FR" smtClean="0"/>
              <a:t>19-  DÉCLARANT LA PAROLE DU SEIGNEUR</a:t>
            </a:r>
          </a:p>
          <a:p>
            <a:pPr eaLnBrk="1" hangingPunct="1"/>
            <a:r>
              <a:rPr lang="fr-FR" altLang="fr-FR" smtClean="0"/>
              <a:t>Declaring the word of the Lord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	Refrain:</a:t>
            </a:r>
          </a:p>
          <a:p>
            <a:pPr eaLnBrk="1" hangingPunct="1"/>
            <a:r>
              <a:rPr lang="fr-FR" altLang="fr-FR" smtClean="0"/>
              <a:t>	20-  GLORIEUX IL VIENT AU-DESSUS DES CIEUX</a:t>
            </a:r>
          </a:p>
          <a:p>
            <a:pPr eaLnBrk="1" hangingPunct="1"/>
            <a:r>
              <a:rPr lang="fr-FR" altLang="fr-FR" smtClean="0"/>
              <a:t>	Behold He comes Riding on the clouds</a:t>
            </a:r>
          </a:p>
          <a:p>
            <a:pPr eaLnBrk="1" hangingPunct="1"/>
            <a:r>
              <a:rPr lang="fr-FR" altLang="fr-FR" smtClean="0"/>
              <a:t>	21-  BRILLANT COMME LE SOLEIL AU SON DES TROMPETTES</a:t>
            </a:r>
          </a:p>
          <a:p>
            <a:pPr eaLnBrk="1" hangingPunct="1"/>
            <a:r>
              <a:rPr lang="fr-FR" altLang="fr-FR" smtClean="0"/>
              <a:t>	Shining like the sun at the trumpet call</a:t>
            </a:r>
          </a:p>
          <a:p>
            <a:pPr eaLnBrk="1" hangingPunct="1"/>
            <a:r>
              <a:rPr lang="fr-FR" altLang="fr-FR" smtClean="0"/>
              <a:t>	22-  ÉLÈVE TA VOIX C’EST L’ANNÉE DE JUBILÉ 	</a:t>
            </a:r>
          </a:p>
          <a:p>
            <a:pPr eaLnBrk="1" hangingPunct="1"/>
            <a:r>
              <a:rPr lang="fr-FR" altLang="fr-FR" smtClean="0"/>
              <a:t>	Lift your voice it’s the year of jubilee</a:t>
            </a:r>
          </a:p>
          <a:p>
            <a:pPr eaLnBrk="1" hangingPunct="1"/>
            <a:r>
              <a:rPr lang="fr-FR" altLang="fr-FR" smtClean="0"/>
              <a:t>	23-  ET DU MONT SION LE SALUT VIENT                   X2</a:t>
            </a:r>
          </a:p>
          <a:p>
            <a:pPr eaLnBrk="1" hangingPunct="1"/>
            <a:r>
              <a:rPr lang="fr-FR" altLang="fr-FR" smtClean="0"/>
              <a:t>	And out of Zion’s hill salvation comes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24-  NUL N'EST SEMBLABLE À YAHVÉ</a:t>
            </a:r>
          </a:p>
          <a:p>
            <a:pPr eaLnBrk="1" hangingPunct="1"/>
            <a:r>
              <a:rPr lang="fr-FR" altLang="fr-FR" smtClean="0"/>
              <a:t>There’s no God like Jehovah</a:t>
            </a:r>
          </a:p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1-  VOICI VENUS LES JOURS D’ÉLIE DÉCLARANT LA PAROLE DU SEIGNEUR</a:t>
            </a:r>
          </a:p>
          <a:p>
            <a:r>
              <a:rPr lang="fr-FR" altLang="fr-FR" smtClean="0"/>
              <a:t>These are the days of Elijah Declaring the Word of the Lord</a:t>
            </a:r>
          </a:p>
          <a:p>
            <a:r>
              <a:rPr lang="fr-FR" altLang="fr-FR" smtClean="0"/>
              <a:t> 2-  VOICI LES JOURS DE TON SERVITEUR MOÏSE</a:t>
            </a:r>
          </a:p>
          <a:p>
            <a:r>
              <a:rPr lang="fr-FR" altLang="fr-FR" smtClean="0"/>
              <a:t>And these are the days of your servant Moses</a:t>
            </a:r>
          </a:p>
          <a:p>
            <a:r>
              <a:rPr lang="fr-FR" altLang="fr-FR" smtClean="0"/>
              <a:t>3-  LA JUSTICE EST DANS MON CŒUR</a:t>
            </a:r>
          </a:p>
          <a:p>
            <a:r>
              <a:rPr lang="fr-FR" altLang="fr-FR" smtClean="0"/>
              <a:t>Righteousness being restored</a:t>
            </a:r>
          </a:p>
          <a:p>
            <a:endParaRPr lang="fr-FR" altLang="fr-FR" smtClean="0"/>
          </a:p>
          <a:p>
            <a:r>
              <a:rPr lang="fr-FR" altLang="fr-FR" smtClean="0"/>
              <a:t>4-  ET PENDANT CES JOURS DE GRANDE ÉPREUVE</a:t>
            </a:r>
          </a:p>
          <a:p>
            <a:r>
              <a:rPr lang="fr-FR" altLang="fr-FR" smtClean="0"/>
              <a:t>And though these are days of great trial</a:t>
            </a:r>
          </a:p>
          <a:p>
            <a:r>
              <a:rPr lang="fr-FR" altLang="fr-FR" smtClean="0"/>
              <a:t>5-  DE FAMINE, DE TÉNÈBRE ET SOIF</a:t>
            </a:r>
          </a:p>
          <a:p>
            <a:r>
              <a:rPr lang="fr-FR" altLang="fr-FR" smtClean="0"/>
              <a:t>Of famine and darkness and sword</a:t>
            </a:r>
          </a:p>
          <a:p>
            <a:r>
              <a:rPr lang="fr-FR" altLang="fr-FR" smtClean="0"/>
              <a:t>6-  NOUS SOMMES CETTE VOIX DANS LE DÉSERT QUI CRIE</a:t>
            </a:r>
          </a:p>
          <a:p>
            <a:r>
              <a:rPr lang="fr-FR" altLang="fr-FR" smtClean="0"/>
              <a:t>Still we are the voice in the desert crying</a:t>
            </a:r>
          </a:p>
          <a:p>
            <a:r>
              <a:rPr lang="fr-FR" altLang="fr-FR" smtClean="0"/>
              <a:t>7-  PRÉPAREZ LE CHEMIN DU SEIGNEUR</a:t>
            </a:r>
          </a:p>
          <a:p>
            <a:r>
              <a:rPr lang="fr-FR" altLang="fr-FR" smtClean="0"/>
              <a:t>Prepare ye the way of the Lord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8-  GLORIEUX IL VIENT AU-DESSUS DES CIEUX</a:t>
            </a:r>
          </a:p>
          <a:p>
            <a:r>
              <a:rPr lang="fr-FR" altLang="fr-FR" smtClean="0"/>
              <a:t>	Behold He comes Riding on the clouds</a:t>
            </a:r>
          </a:p>
          <a:p>
            <a:r>
              <a:rPr lang="fr-FR" altLang="fr-FR" smtClean="0"/>
              <a:t>	9-  BRILLANT COMME LE SOLEIL AU SON DES TROMPETTES</a:t>
            </a:r>
          </a:p>
          <a:p>
            <a:r>
              <a:rPr lang="fr-FR" altLang="fr-FR" smtClean="0"/>
              <a:t>	Shining like the sun at the trumpet call</a:t>
            </a:r>
          </a:p>
          <a:p>
            <a:r>
              <a:rPr lang="fr-FR" altLang="fr-FR" smtClean="0"/>
              <a:t>	10-  ÉLÈVE TA VOIX C’EST L’ANNÉE DE JUBILÉ 	</a:t>
            </a:r>
          </a:p>
          <a:p>
            <a:r>
              <a:rPr lang="fr-FR" altLang="fr-FR" smtClean="0"/>
              <a:t>	Lift your voice it’s the year of jubilee</a:t>
            </a:r>
          </a:p>
          <a:p>
            <a:r>
              <a:rPr lang="fr-FR" altLang="fr-FR" smtClean="0"/>
              <a:t>	11-  ET DU MONT SION LE SALUT VIENT                   X2</a:t>
            </a:r>
          </a:p>
          <a:p>
            <a:r>
              <a:rPr lang="fr-FR" altLang="fr-FR" smtClean="0"/>
              <a:t>	And out of Zion’s hill salvation comes</a:t>
            </a:r>
          </a:p>
          <a:p>
            <a:endParaRPr lang="fr-FR" altLang="fr-FR" smtClean="0"/>
          </a:p>
          <a:p>
            <a:r>
              <a:rPr lang="fr-FR" altLang="fr-FR" smtClean="0"/>
              <a:t>12-  VOICI LES JOURS DE TON PROPHÈTE</a:t>
            </a:r>
          </a:p>
          <a:p>
            <a:r>
              <a:rPr lang="fr-FR" altLang="fr-FR" smtClean="0"/>
              <a:t>These are the days of Ezekiel</a:t>
            </a:r>
          </a:p>
          <a:p>
            <a:r>
              <a:rPr lang="fr-FR" altLang="fr-FR" smtClean="0"/>
              <a:t>13-  LES OSSEMENTS SONT DEVENUS CHAIR</a:t>
            </a:r>
          </a:p>
          <a:p>
            <a:r>
              <a:rPr lang="fr-FR" altLang="fr-FR" smtClean="0"/>
              <a:t>The dry bones becoming as flesh</a:t>
            </a:r>
          </a:p>
          <a:p>
            <a:r>
              <a:rPr lang="fr-FR" altLang="fr-FR" smtClean="0"/>
              <a:t>14-  VOICI LES JOURS DE TON SERVITEUR DAVID</a:t>
            </a:r>
          </a:p>
          <a:p>
            <a:r>
              <a:rPr lang="fr-FR" altLang="fr-FR" smtClean="0"/>
              <a:t>And these are the days of your servant David</a:t>
            </a:r>
          </a:p>
          <a:p>
            <a:r>
              <a:rPr lang="fr-FR" altLang="fr-FR" smtClean="0"/>
              <a:t>15-  CONSTRUISANT UN TEMPLE DE LOUANGES</a:t>
            </a:r>
          </a:p>
          <a:p>
            <a:r>
              <a:rPr lang="fr-FR" altLang="fr-FR" smtClean="0"/>
              <a:t>Rebuilding a temple of praise</a:t>
            </a:r>
          </a:p>
          <a:p>
            <a:endParaRPr lang="fr-FR" altLang="fr-FR" smtClean="0"/>
          </a:p>
          <a:p>
            <a:r>
              <a:rPr lang="fr-FR" altLang="fr-FR" smtClean="0"/>
              <a:t>16-  VOICI LES JOURS DE LA RÉCOLTE</a:t>
            </a:r>
          </a:p>
          <a:p>
            <a:r>
              <a:rPr lang="fr-FR" altLang="fr-FR" smtClean="0"/>
              <a:t>And these are the days of the harvest</a:t>
            </a:r>
          </a:p>
          <a:p>
            <a:r>
              <a:rPr lang="fr-FR" altLang="fr-FR" smtClean="0"/>
              <a:t>17-  C'EST LE TEMPS DE LA GRANDE MOISSON </a:t>
            </a:r>
          </a:p>
          <a:p>
            <a:r>
              <a:rPr lang="fr-FR" altLang="fr-FR" smtClean="0"/>
              <a:t>The fields are as white in Your world</a:t>
            </a:r>
          </a:p>
          <a:p>
            <a:r>
              <a:rPr lang="fr-FR" altLang="fr-FR" smtClean="0"/>
              <a:t>18-  NOUS SOMMES LES OUVRIERS DE TA VIGNE, SEIGNEUR</a:t>
            </a:r>
          </a:p>
          <a:p>
            <a:r>
              <a:rPr lang="fr-FR" altLang="fr-FR" smtClean="0"/>
              <a:t>And we are the laborers in your vineyard</a:t>
            </a:r>
          </a:p>
          <a:p>
            <a:r>
              <a:rPr lang="fr-FR" altLang="fr-FR" smtClean="0"/>
              <a:t>19-  DÉCLARANT LA PAROLE DU SEIGNEUR</a:t>
            </a:r>
          </a:p>
          <a:p>
            <a:r>
              <a:rPr lang="fr-FR" altLang="fr-FR" smtClean="0"/>
              <a:t>Declaring the word of the Lord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20-  GLORIEUX IL VIENT AU-DESSUS DES CIEUX</a:t>
            </a:r>
          </a:p>
          <a:p>
            <a:r>
              <a:rPr lang="fr-FR" altLang="fr-FR" smtClean="0"/>
              <a:t>	Behold He comes Riding on the clouds</a:t>
            </a:r>
          </a:p>
          <a:p>
            <a:r>
              <a:rPr lang="fr-FR" altLang="fr-FR" smtClean="0"/>
              <a:t>	21-  BRILLANT COMME LE SOLEIL AU SON DES TROMPETTES</a:t>
            </a:r>
          </a:p>
          <a:p>
            <a:r>
              <a:rPr lang="fr-FR" altLang="fr-FR" smtClean="0"/>
              <a:t>	Shining like the sun at the trumpet call</a:t>
            </a:r>
          </a:p>
          <a:p>
            <a:r>
              <a:rPr lang="fr-FR" altLang="fr-FR" smtClean="0"/>
              <a:t>	22-  ÉLÈVE TA VOIX C’EST L’ANNÉE DE JUBILÉ 	</a:t>
            </a:r>
          </a:p>
          <a:p>
            <a:r>
              <a:rPr lang="fr-FR" altLang="fr-FR" smtClean="0"/>
              <a:t>	Lift your voice it’s the year of jubilee</a:t>
            </a:r>
          </a:p>
          <a:p>
            <a:r>
              <a:rPr lang="fr-FR" altLang="fr-FR" smtClean="0"/>
              <a:t>	23-  ET DU MONT SION LE SALUT VIENT                   X2</a:t>
            </a:r>
          </a:p>
          <a:p>
            <a:r>
              <a:rPr lang="fr-FR" altLang="fr-FR" smtClean="0"/>
              <a:t>	And out of Zion’s hill salvation comes</a:t>
            </a:r>
          </a:p>
          <a:p>
            <a:endParaRPr lang="fr-FR" altLang="fr-FR" smtClean="0"/>
          </a:p>
          <a:p>
            <a:r>
              <a:rPr lang="fr-FR" altLang="fr-FR" smtClean="0"/>
              <a:t>24-  NUL N'EST SEMBLABLE À YAHVÉ</a:t>
            </a:r>
          </a:p>
          <a:p>
            <a:r>
              <a:rPr lang="fr-FR" altLang="fr-FR" smtClean="0"/>
              <a:t>There’s no God like Jehovah</a:t>
            </a:r>
          </a:p>
          <a:p>
            <a:endParaRPr lang="fr-FR" altLang="fr-FR" smtClean="0"/>
          </a:p>
        </p:txBody>
      </p:sp>
      <p:sp>
        <p:nvSpPr>
          <p:cNvPr id="5120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altLang="fr-FR" smtClean="0"/>
              <a:t>	REFRAIN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1-  VOICI VENUS LES JOURS D’ÉLIE DÉCLARANT LA PAROLE DU SEIGNEUR</a:t>
            </a:r>
          </a:p>
          <a:p>
            <a:pPr eaLnBrk="1" hangingPunct="1"/>
            <a:r>
              <a:rPr lang="fr-FR" altLang="fr-FR" smtClean="0"/>
              <a:t>These are the days of Elijah Declaring the Word of the Lord</a:t>
            </a:r>
          </a:p>
          <a:p>
            <a:pPr eaLnBrk="1" hangingPunct="1"/>
            <a:r>
              <a:rPr lang="fr-FR" altLang="fr-FR" smtClean="0"/>
              <a:t> 2-  VOICI LES JOURS DE TON SERVITEUR MOÏSE</a:t>
            </a:r>
          </a:p>
          <a:p>
            <a:pPr eaLnBrk="1" hangingPunct="1"/>
            <a:r>
              <a:rPr lang="fr-FR" altLang="fr-FR" smtClean="0"/>
              <a:t>And these are the days of your servant Moses</a:t>
            </a:r>
          </a:p>
          <a:p>
            <a:pPr eaLnBrk="1" hangingPunct="1"/>
            <a:r>
              <a:rPr lang="fr-FR" altLang="fr-FR" smtClean="0"/>
              <a:t>3-  LA JUSTICE EST DANS MON CŒUR</a:t>
            </a:r>
          </a:p>
          <a:p>
            <a:pPr eaLnBrk="1" hangingPunct="1"/>
            <a:r>
              <a:rPr lang="fr-FR" altLang="fr-FR" smtClean="0"/>
              <a:t>Righteousness being restored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4-  ET PENDANT CES JOURS DE GRANDE ÉPREUVE</a:t>
            </a:r>
          </a:p>
          <a:p>
            <a:pPr eaLnBrk="1" hangingPunct="1"/>
            <a:r>
              <a:rPr lang="fr-FR" altLang="fr-FR" smtClean="0"/>
              <a:t>And though these are days of great trial</a:t>
            </a:r>
          </a:p>
          <a:p>
            <a:pPr eaLnBrk="1" hangingPunct="1"/>
            <a:r>
              <a:rPr lang="fr-FR" altLang="fr-FR" smtClean="0"/>
              <a:t>5-  DE FAMINE, DE TÉNÈBRE ET SOIF</a:t>
            </a:r>
          </a:p>
          <a:p>
            <a:pPr eaLnBrk="1" hangingPunct="1"/>
            <a:r>
              <a:rPr lang="fr-FR" altLang="fr-FR" smtClean="0"/>
              <a:t>Of famine and darkness and sword</a:t>
            </a:r>
          </a:p>
          <a:p>
            <a:pPr eaLnBrk="1" hangingPunct="1"/>
            <a:r>
              <a:rPr lang="fr-FR" altLang="fr-FR" smtClean="0"/>
              <a:t>6-  NOUS SOMMES CETTE VOIX DANS LE DÉSERT QUI CRIE</a:t>
            </a:r>
          </a:p>
          <a:p>
            <a:pPr eaLnBrk="1" hangingPunct="1"/>
            <a:r>
              <a:rPr lang="fr-FR" altLang="fr-FR" smtClean="0"/>
              <a:t>Still we are the voice in the desert crying</a:t>
            </a:r>
          </a:p>
          <a:p>
            <a:pPr eaLnBrk="1" hangingPunct="1"/>
            <a:r>
              <a:rPr lang="fr-FR" altLang="fr-FR" smtClean="0"/>
              <a:t>7-  PRÉPAREZ LE CHEMIN DU SEIGNEUR</a:t>
            </a:r>
          </a:p>
          <a:p>
            <a:pPr eaLnBrk="1" hangingPunct="1"/>
            <a:r>
              <a:rPr lang="fr-FR" altLang="fr-FR" smtClean="0"/>
              <a:t>Prepare ye the way of the Lord</a:t>
            </a:r>
          </a:p>
          <a:p>
            <a:pPr eaLnBrk="1" hangingPunct="1"/>
            <a:r>
              <a:rPr lang="fr-FR" altLang="fr-FR" smtClean="0"/>
              <a:t>	</a:t>
            </a:r>
          </a:p>
          <a:p>
            <a:pPr eaLnBrk="1" hangingPunct="1"/>
            <a:r>
              <a:rPr lang="fr-FR" altLang="fr-FR" smtClean="0"/>
              <a:t>	Refrain:</a:t>
            </a:r>
          </a:p>
          <a:p>
            <a:pPr eaLnBrk="1" hangingPunct="1"/>
            <a:r>
              <a:rPr lang="fr-FR" altLang="fr-FR" smtClean="0"/>
              <a:t>	8-  GLORIEUX IL VIENT AU-DESSUS DES CIEUX</a:t>
            </a:r>
          </a:p>
          <a:p>
            <a:pPr eaLnBrk="1" hangingPunct="1"/>
            <a:r>
              <a:rPr lang="fr-FR" altLang="fr-FR" smtClean="0"/>
              <a:t>	Behold He comes Riding on the clouds</a:t>
            </a:r>
          </a:p>
          <a:p>
            <a:pPr eaLnBrk="1" hangingPunct="1"/>
            <a:r>
              <a:rPr lang="fr-FR" altLang="fr-FR" smtClean="0"/>
              <a:t>	9-  BRILLANT COMME LE SOLEIL AU SON DES TROMPETTES</a:t>
            </a:r>
          </a:p>
          <a:p>
            <a:pPr eaLnBrk="1" hangingPunct="1"/>
            <a:r>
              <a:rPr lang="fr-FR" altLang="fr-FR" smtClean="0"/>
              <a:t>	Shining like the sun at the trumpet call</a:t>
            </a:r>
          </a:p>
          <a:p>
            <a:pPr eaLnBrk="1" hangingPunct="1"/>
            <a:r>
              <a:rPr lang="fr-FR" altLang="fr-FR" smtClean="0"/>
              <a:t>	10-  ÉLÈVE TA VOIX C’EST L’ANNÉE DE JUBILÉ 	</a:t>
            </a:r>
          </a:p>
          <a:p>
            <a:pPr eaLnBrk="1" hangingPunct="1"/>
            <a:r>
              <a:rPr lang="fr-FR" altLang="fr-FR" smtClean="0"/>
              <a:t>	Lift your voice it’s the year of jubilee</a:t>
            </a:r>
          </a:p>
          <a:p>
            <a:pPr eaLnBrk="1" hangingPunct="1"/>
            <a:r>
              <a:rPr lang="fr-FR" altLang="fr-FR" smtClean="0"/>
              <a:t>	11-  ET DU MONT SION LE SALUT VIENT                   X2</a:t>
            </a:r>
          </a:p>
          <a:p>
            <a:pPr eaLnBrk="1" hangingPunct="1"/>
            <a:r>
              <a:rPr lang="fr-FR" altLang="fr-FR" smtClean="0"/>
              <a:t>	And out of Zion’s hill salvation comes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12-  VOICI LES JOURS DE TON PROPHÈTE</a:t>
            </a:r>
          </a:p>
          <a:p>
            <a:pPr eaLnBrk="1" hangingPunct="1"/>
            <a:r>
              <a:rPr lang="fr-FR" altLang="fr-FR" smtClean="0"/>
              <a:t>These are the days of Ezekiel</a:t>
            </a:r>
          </a:p>
          <a:p>
            <a:pPr eaLnBrk="1" hangingPunct="1"/>
            <a:r>
              <a:rPr lang="fr-FR" altLang="fr-FR" smtClean="0"/>
              <a:t>13-  LES OSSEMENTS SONT DEVENUS CHAIR</a:t>
            </a:r>
          </a:p>
          <a:p>
            <a:pPr eaLnBrk="1" hangingPunct="1"/>
            <a:r>
              <a:rPr lang="fr-FR" altLang="fr-FR" smtClean="0"/>
              <a:t>The dry bones becoming as flesh</a:t>
            </a:r>
          </a:p>
          <a:p>
            <a:pPr eaLnBrk="1" hangingPunct="1"/>
            <a:r>
              <a:rPr lang="fr-FR" altLang="fr-FR" smtClean="0"/>
              <a:t>14-  VOICI LES JOURS DE TON SERVITEUR DAVID</a:t>
            </a:r>
          </a:p>
          <a:p>
            <a:pPr eaLnBrk="1" hangingPunct="1"/>
            <a:r>
              <a:rPr lang="fr-FR" altLang="fr-FR" smtClean="0"/>
              <a:t>And these are the days of your servant David</a:t>
            </a:r>
          </a:p>
          <a:p>
            <a:pPr eaLnBrk="1" hangingPunct="1"/>
            <a:r>
              <a:rPr lang="fr-FR" altLang="fr-FR" smtClean="0"/>
              <a:t>15-  CONSTRUISANT UN TEMPLE DE LOUANGES</a:t>
            </a:r>
          </a:p>
          <a:p>
            <a:pPr eaLnBrk="1" hangingPunct="1"/>
            <a:r>
              <a:rPr lang="fr-FR" altLang="fr-FR" smtClean="0"/>
              <a:t>Rebuilding a temple of praise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16-  VOICI LES JOURS DE LA RÉCOLTE</a:t>
            </a:r>
          </a:p>
          <a:p>
            <a:pPr eaLnBrk="1" hangingPunct="1"/>
            <a:r>
              <a:rPr lang="fr-FR" altLang="fr-FR" smtClean="0"/>
              <a:t>And these are the days of the harvest</a:t>
            </a:r>
          </a:p>
          <a:p>
            <a:pPr eaLnBrk="1" hangingPunct="1"/>
            <a:r>
              <a:rPr lang="fr-FR" altLang="fr-FR" smtClean="0"/>
              <a:t>17-  C'EST LE TEMPS DE LA GRANDE MOISSON </a:t>
            </a:r>
          </a:p>
          <a:p>
            <a:pPr eaLnBrk="1" hangingPunct="1"/>
            <a:r>
              <a:rPr lang="fr-FR" altLang="fr-FR" smtClean="0"/>
              <a:t>The fields are as white in Your world</a:t>
            </a:r>
          </a:p>
          <a:p>
            <a:pPr eaLnBrk="1" hangingPunct="1"/>
            <a:r>
              <a:rPr lang="fr-FR" altLang="fr-FR" smtClean="0"/>
              <a:t>18-  NOUS SOMMES LES OUVRIERS DE TA VIGNE, SEIGNEUR</a:t>
            </a:r>
          </a:p>
          <a:p>
            <a:pPr eaLnBrk="1" hangingPunct="1"/>
            <a:r>
              <a:rPr lang="fr-FR" altLang="fr-FR" smtClean="0"/>
              <a:t>And we are the laborers in your vineyard</a:t>
            </a:r>
          </a:p>
          <a:p>
            <a:pPr eaLnBrk="1" hangingPunct="1"/>
            <a:r>
              <a:rPr lang="fr-FR" altLang="fr-FR" smtClean="0"/>
              <a:t>19-  DÉCLARANT LA PAROLE DU SEIGNEUR</a:t>
            </a:r>
          </a:p>
          <a:p>
            <a:pPr eaLnBrk="1" hangingPunct="1"/>
            <a:r>
              <a:rPr lang="fr-FR" altLang="fr-FR" smtClean="0"/>
              <a:t>Declaring the word of the Lord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	Refrain:</a:t>
            </a:r>
          </a:p>
          <a:p>
            <a:pPr eaLnBrk="1" hangingPunct="1"/>
            <a:r>
              <a:rPr lang="fr-FR" altLang="fr-FR" smtClean="0"/>
              <a:t>	20-  GLORIEUX IL VIENT AU-DESSUS DES CIEUX</a:t>
            </a:r>
          </a:p>
          <a:p>
            <a:pPr eaLnBrk="1" hangingPunct="1"/>
            <a:r>
              <a:rPr lang="fr-FR" altLang="fr-FR" smtClean="0"/>
              <a:t>	Behold He comes Riding on the clouds</a:t>
            </a:r>
          </a:p>
          <a:p>
            <a:pPr eaLnBrk="1" hangingPunct="1"/>
            <a:r>
              <a:rPr lang="fr-FR" altLang="fr-FR" smtClean="0"/>
              <a:t>	21-  BRILLANT COMME LE SOLEIL AU SON DES TROMPETTES</a:t>
            </a:r>
          </a:p>
          <a:p>
            <a:pPr eaLnBrk="1" hangingPunct="1"/>
            <a:r>
              <a:rPr lang="fr-FR" altLang="fr-FR" smtClean="0"/>
              <a:t>	Shining like the sun at the trumpet call</a:t>
            </a:r>
          </a:p>
          <a:p>
            <a:pPr eaLnBrk="1" hangingPunct="1"/>
            <a:r>
              <a:rPr lang="fr-FR" altLang="fr-FR" smtClean="0"/>
              <a:t>	22-  ÉLÈVE TA VOIX C’EST L’ANNÉE DE JUBILÉ 	</a:t>
            </a:r>
          </a:p>
          <a:p>
            <a:pPr eaLnBrk="1" hangingPunct="1"/>
            <a:r>
              <a:rPr lang="fr-FR" altLang="fr-FR" smtClean="0"/>
              <a:t>	Lift your voice it’s the year of jubilee</a:t>
            </a:r>
          </a:p>
          <a:p>
            <a:pPr eaLnBrk="1" hangingPunct="1"/>
            <a:r>
              <a:rPr lang="fr-FR" altLang="fr-FR" smtClean="0"/>
              <a:t>	23-  ET DU MONT SION LE SALUT VIENT                   X2</a:t>
            </a:r>
          </a:p>
          <a:p>
            <a:pPr eaLnBrk="1" hangingPunct="1"/>
            <a:r>
              <a:rPr lang="fr-FR" altLang="fr-FR" smtClean="0"/>
              <a:t>	And out of Zion’s hill salvation comes</a:t>
            </a:r>
          </a:p>
          <a:p>
            <a:pPr eaLnBrk="1" hangingPunct="1"/>
            <a:endParaRPr lang="fr-FR" altLang="fr-FR" smtClean="0"/>
          </a:p>
          <a:p>
            <a:pPr eaLnBrk="1" hangingPunct="1"/>
            <a:r>
              <a:rPr lang="fr-FR" altLang="fr-FR" smtClean="0"/>
              <a:t>24-  NUL N'EST SEMBLABLE À YAHVÉ</a:t>
            </a:r>
          </a:p>
          <a:p>
            <a:pPr eaLnBrk="1" hangingPunct="1"/>
            <a:r>
              <a:rPr lang="fr-FR" altLang="fr-FR" smtClean="0"/>
              <a:t>There’s no God like Jehovah</a:t>
            </a:r>
          </a:p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9A79EC-E517-433F-973B-0936EE888184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4F2700-3A9E-4532-8247-A3FA74519588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B7DE4C-2B36-457B-AF4C-D4E5F46AEFC3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A159FB-5C04-4E27-A152-F0841EEE0622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3D2008-9EF7-46BF-8636-943F7EEA0ACE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D9C885-238B-4278-A505-833078D2649F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84707D-929A-4591-9C57-983776D2667C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3B1240-B544-47BC-A5CC-876DDDF19DE4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D2B230-D5A4-46B1-9A96-67F0EA0F4C01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7448D5-4F32-4C06-BAC9-C8E484699A7D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4BD998-6CC1-4E3A-BCEB-7016FCDE1076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4AE0595C-8A9D-4B33-82DA-0C8782549AA2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762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VOICI VENU LES JOURS D’ÉLIE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DÉCLARANT LA PAROLE DU SEIGNEUR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-762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VOICI LES JOURS </a:t>
            </a:r>
          </a:p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 TON SERVITEUR MOÏSE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-7620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LA JUSTICE EST DANS MON CŒUR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-762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PENDANT CES JOURS </a:t>
            </a:r>
          </a:p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 GRANDE ÉPREUVE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-7620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FAMINE, DE TÉNÈBRES ET SOIF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-762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SOMMES CETTE VOIX </a:t>
            </a:r>
          </a:p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DANS LE DÉSERT QUI CRIE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-7620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PRÉPAREZ LE CHEMIN DU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-762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GLORIEUX </a:t>
            </a:r>
          </a:p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IL VIENT AU-DESSUS DES CIEUX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-762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BRILLANT COMME LE SOLEIL </a:t>
            </a:r>
          </a:p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AU SON DES TROMPETTES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-762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ÉLÈVE TA VOIX</a:t>
            </a:r>
          </a:p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C’EST L’ANNÉE DE JUBILÉ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-7620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DU MONT SION LE SALUT VIENT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-7620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VOICI LES JOURS DE TON PROPHÈTE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0" y="-762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LES OSSEMENTS </a:t>
            </a:r>
          </a:p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SONT DEVENUS CHAIR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-762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VOICI LES JOURS </a:t>
            </a:r>
          </a:p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 TON SERVITEUR DAVID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8"/>
          <p:cNvSpPr>
            <a:spLocks noChangeArrowheads="1"/>
          </p:cNvSpPr>
          <p:nvPr/>
        </p:nvSpPr>
        <p:spPr bwMode="auto">
          <a:xfrm>
            <a:off x="0" y="-762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CONSTRUISANT UN TEMPLE </a:t>
            </a:r>
          </a:p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 LOUANGES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762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VOICI LES JOURS DE LA RÉCOLTE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-762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C'EST LE TEMPS </a:t>
            </a:r>
          </a:p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 LA GRANDE MOISSON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8"/>
          <p:cNvSpPr>
            <a:spLocks noChangeArrowheads="1"/>
          </p:cNvSpPr>
          <p:nvPr/>
        </p:nvSpPr>
        <p:spPr bwMode="auto">
          <a:xfrm>
            <a:off x="0" y="-762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NOUS SOMMES LES OUVRIERS </a:t>
            </a:r>
          </a:p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 TA VIGNE,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8"/>
          <p:cNvSpPr>
            <a:spLocks noChangeArrowheads="1"/>
          </p:cNvSpPr>
          <p:nvPr/>
        </p:nvSpPr>
        <p:spPr bwMode="auto">
          <a:xfrm>
            <a:off x="0" y="-7620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DÉCLARANT LA PAROLE</a:t>
            </a:r>
          </a:p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DU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-762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GLORIEUX </a:t>
            </a:r>
          </a:p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IL VIENT AU-DESSUS DES CIEUX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-762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BRILLANT COMME LE SOLEIL </a:t>
            </a:r>
          </a:p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AU SON DES TROMPETTES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-762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ÉLÈVE TA VOIX</a:t>
            </a:r>
          </a:p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C’EST L’ANNÉE DE JUBILÉ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-7620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DU MONT SION LE SALUT VIENT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8"/>
          <p:cNvSpPr>
            <a:spLocks noChangeArrowheads="1"/>
          </p:cNvSpPr>
          <p:nvPr/>
        </p:nvSpPr>
        <p:spPr bwMode="auto">
          <a:xfrm>
            <a:off x="0" y="-7620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NUL N'EST SEMBLABLE À YAHVÉ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620</TotalTime>
  <Words>162</Words>
  <Application>Microsoft Office PowerPoint</Application>
  <PresentationFormat>On-screen Show (4:3)</PresentationFormat>
  <Paragraphs>2824</Paragraphs>
  <Slides>24</Slides>
  <Notes>24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7" baseType="lpstr">
      <vt:lpstr>Times New Roman</vt:lpstr>
      <vt:lpstr>Arial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73</cp:revision>
  <dcterms:created xsi:type="dcterms:W3CDTF">2002-08-17T13:23:56Z</dcterms:created>
  <dcterms:modified xsi:type="dcterms:W3CDTF">2017-10-29T08:14:53Z</dcterms:modified>
</cp:coreProperties>
</file>