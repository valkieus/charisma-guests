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1" r:id="rId12"/>
    <p:sldId id="282" r:id="rId13"/>
    <p:sldId id="283" r:id="rId14"/>
    <p:sldId id="284" r:id="rId15"/>
    <p:sldId id="285" r:id="rId16"/>
    <p:sldId id="286" r:id="rId1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2941" autoAdjust="0"/>
  </p:normalViewPr>
  <p:slideViewPr>
    <p:cSldViewPr>
      <p:cViewPr varScale="1">
        <p:scale>
          <a:sx n="44" d="100"/>
          <a:sy n="44" d="100"/>
        </p:scale>
        <p:origin x="-12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3613D8F-F89D-434F-8D42-BD18BBEBB7F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1A430F0-C28D-442F-9BF6-0FE6F5E2D30F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COURS APRÈS TOI TU VEILLES SUR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I’m</a:t>
            </a:r>
            <a:r>
              <a:rPr lang="fr-FR" dirty="0" smtClean="0"/>
              <a:t> running </a:t>
            </a:r>
            <a:r>
              <a:rPr lang="fr-FR" dirty="0" err="1" smtClean="0"/>
              <a:t>after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r>
              <a:rPr lang="fr-FR" dirty="0" smtClean="0"/>
              <a:t> </a:t>
            </a: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watching</a:t>
            </a:r>
            <a:r>
              <a:rPr lang="fr-FR" dirty="0" smtClean="0"/>
              <a:t> over me 
2-  DANS TES BRAS GRANDS OUVERTS OÙ JE PEUX ME CACHER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 open </a:t>
            </a:r>
            <a:r>
              <a:rPr lang="fr-FR" dirty="0" err="1" smtClean="0"/>
              <a:t>wide</a:t>
            </a:r>
            <a:r>
              <a:rPr lang="fr-FR" dirty="0" smtClean="0"/>
              <a:t> </a:t>
            </a:r>
            <a:r>
              <a:rPr lang="fr-FR" dirty="0" err="1" smtClean="0"/>
              <a:t>There’s</a:t>
            </a:r>
            <a:r>
              <a:rPr lang="fr-FR" dirty="0" smtClean="0"/>
              <a:t> a place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hide</a:t>
            </a:r>
            <a:r>
              <a:rPr lang="fr-FR" dirty="0" smtClean="0"/>
              <a:t>
3-  TU ES LE DÉSIRE DE MON CŒUR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heart’s</a:t>
            </a:r>
            <a:r>
              <a:rPr lang="fr-FR" dirty="0" smtClean="0"/>
              <a:t> </a:t>
            </a:r>
            <a:r>
              <a:rPr lang="fr-FR" dirty="0" err="1" smtClean="0"/>
              <a:t>desire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JOIE ÉTERNELLE UNE PAIX SANS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Everlasting</a:t>
            </a:r>
            <a:r>
              <a:rPr lang="fr-FR" dirty="0" smtClean="0"/>
              <a:t> </a:t>
            </a:r>
            <a:r>
              <a:rPr lang="fr-FR" dirty="0" err="1" smtClean="0"/>
              <a:t>joy</a:t>
            </a:r>
            <a:r>
              <a:rPr lang="fr-FR" dirty="0" smtClean="0"/>
              <a:t> Never </a:t>
            </a:r>
            <a:r>
              <a:rPr lang="fr-FR" dirty="0" err="1" smtClean="0"/>
              <a:t>ending</a:t>
            </a:r>
            <a:r>
              <a:rPr lang="fr-FR" dirty="0" smtClean="0"/>
              <a:t> </a:t>
            </a:r>
            <a:r>
              <a:rPr lang="fr-FR" dirty="0" err="1" smtClean="0"/>
              <a:t>peace</a:t>
            </a:r>
            <a:r>
              <a:rPr lang="fr-FR" dirty="0" smtClean="0"/>
              <a:t>
5-  TU ES TOUT CE DONT J’AI BESOIN TU ES TOUT CE QUE JE VEUX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You’re</a:t>
            </a:r>
            <a:r>
              <a:rPr lang="fr-FR" dirty="0" smtClean="0"/>
              <a:t> all 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You’re</a:t>
            </a:r>
            <a:r>
              <a:rPr lang="fr-FR" dirty="0" smtClean="0"/>
              <a:t> all I </a:t>
            </a:r>
            <a:r>
              <a:rPr lang="fr-FR" dirty="0" err="1" smtClean="0"/>
              <a:t>wantYou</a:t>
            </a:r>
            <a:r>
              <a:rPr lang="fr-FR" dirty="0" smtClean="0"/>
              <a:t>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heart’s</a:t>
            </a:r>
            <a:r>
              <a:rPr lang="fr-FR" dirty="0" smtClean="0"/>
              <a:t> </a:t>
            </a:r>
            <a:r>
              <a:rPr lang="fr-FR" dirty="0" err="1" smtClean="0"/>
              <a:t>desire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TU ES LE PLUS GRAND LE PLUS SAGE PARMI LES SAGES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greater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the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Wiser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the </a:t>
            </a:r>
            <a:r>
              <a:rPr lang="fr-FR" dirty="0" err="1" smtClean="0"/>
              <a:t>wise</a:t>
            </a:r>
            <a:r>
              <a:rPr lang="fr-FR" dirty="0" smtClean="0"/>
              <a:t> 
	7-  EN TOI EST MON ESPÉRANCE ET MA GUÉRISON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In </a:t>
            </a:r>
            <a:r>
              <a:rPr lang="fr-FR" dirty="0" err="1" smtClean="0"/>
              <a:t>you</a:t>
            </a:r>
            <a:r>
              <a:rPr lang="fr-FR" dirty="0" smtClean="0"/>
              <a:t> I </a:t>
            </a:r>
            <a:r>
              <a:rPr lang="fr-FR" dirty="0" err="1" smtClean="0"/>
              <a:t>find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 I </a:t>
            </a:r>
            <a:r>
              <a:rPr lang="fr-FR" dirty="0" err="1" smtClean="0"/>
              <a:t>find</a:t>
            </a:r>
            <a:r>
              <a:rPr lang="fr-FR" dirty="0" smtClean="0"/>
              <a:t> </a:t>
            </a:r>
            <a:r>
              <a:rPr lang="fr-FR" dirty="0" err="1" smtClean="0"/>
              <a:t>healing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TON AMOUR EST SI PROFOND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deeper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the </a:t>
            </a:r>
            <a:r>
              <a:rPr lang="fr-FR" dirty="0" err="1" smtClean="0"/>
              <a:t>deep</a:t>
            </a:r>
            <a:r>
              <a:rPr lang="fr-FR" dirty="0" smtClean="0"/>
              <a:t>
	9-  SEIGNEUR TU ES FORT QUAND JE SUIS FAIBLE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Lord, </a:t>
            </a: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strong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weak</a:t>
            </a:r>
            <a:r>
              <a:rPr lang="fr-FR" dirty="0" smtClean="0"/>
              <a:t> 
	10-  EN TOI JE ME CONFIE, TU ES MON ABRI TU ES LE DÉSIRE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In </a:t>
            </a:r>
            <a:r>
              <a:rPr lang="fr-FR" dirty="0" err="1" smtClean="0"/>
              <a:t>you</a:t>
            </a:r>
            <a:r>
              <a:rPr lang="fr-FR" dirty="0" smtClean="0"/>
              <a:t> I </a:t>
            </a:r>
            <a:r>
              <a:rPr lang="fr-FR" dirty="0" err="1" smtClean="0"/>
              <a:t>confide</a:t>
            </a:r>
            <a:r>
              <a:rPr lang="fr-FR" dirty="0" smtClean="0"/>
              <a:t> </a:t>
            </a:r>
            <a:r>
              <a:rPr lang="fr-FR" dirty="0" err="1" smtClean="0"/>
              <a:t>There’s</a:t>
            </a:r>
            <a:r>
              <a:rPr lang="fr-FR" dirty="0" smtClean="0"/>
              <a:t> a place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hide</a:t>
            </a:r>
            <a:r>
              <a:rPr lang="fr-FR" dirty="0" smtClean="0"/>
              <a:t> You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heart’s</a:t>
            </a:r>
            <a:r>
              <a:rPr lang="fr-FR" dirty="0" smtClean="0"/>
              <a:t> </a:t>
            </a:r>
            <a:r>
              <a:rPr lang="fr-FR" dirty="0" err="1" smtClean="0"/>
              <a:t>desire</a:t>
            </a:r>
            <a:r>
              <a:rPr lang="fr-FR" dirty="0" smtClean="0"/>
              <a:t>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NOUS TE RENDONS GLOIRE  ET HONNEUR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deserve</a:t>
            </a:r>
            <a:r>
              <a:rPr lang="fr-FR" dirty="0" smtClean="0"/>
              <a:t> the </a:t>
            </a:r>
            <a:r>
              <a:rPr lang="fr-FR" dirty="0" err="1" smtClean="0"/>
              <a:t>glory</a:t>
            </a:r>
            <a:r>
              <a:rPr lang="fr-FR" dirty="0" smtClean="0"/>
              <a:t> And the </a:t>
            </a:r>
            <a:r>
              <a:rPr lang="fr-FR" dirty="0" err="1" smtClean="0"/>
              <a:t>honor</a:t>
            </a:r>
            <a:r>
              <a:rPr lang="fr-FR" dirty="0" smtClean="0"/>
              <a:t>
12-  NOUS LEVONS LES MAINS  ET TE LOUONS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Lord </a:t>
            </a:r>
            <a:r>
              <a:rPr lang="fr-FR" dirty="0" err="1" smtClean="0"/>
              <a:t>we</a:t>
            </a:r>
            <a:r>
              <a:rPr lang="fr-FR" dirty="0" smtClean="0"/>
              <a:t> lift </a:t>
            </a:r>
            <a:r>
              <a:rPr lang="fr-FR" dirty="0" err="1" smtClean="0"/>
              <a:t>our</a:t>
            </a:r>
            <a:r>
              <a:rPr lang="fr-FR" dirty="0" smtClean="0"/>
              <a:t> hands in </a:t>
            </a:r>
            <a:r>
              <a:rPr lang="fr-FR" dirty="0" err="1" smtClean="0"/>
              <a:t>worship</a:t>
            </a:r>
            <a:r>
              <a:rPr lang="fr-FR" dirty="0" smtClean="0"/>
              <a:t>
13-  EN EXALTANT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As </a:t>
            </a:r>
            <a:r>
              <a:rPr lang="fr-FR" dirty="0" err="1" smtClean="0"/>
              <a:t>we</a:t>
            </a:r>
            <a:r>
              <a:rPr lang="fr-FR" dirty="0" smtClean="0"/>
              <a:t> lift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CAR TU ES GRAND  SEIGNEUR, TU FAIS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great</a:t>
            </a:r>
            <a:r>
              <a:rPr lang="fr-FR" dirty="0" smtClean="0"/>
              <a:t> You do miracles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no one </a:t>
            </a:r>
            <a:r>
              <a:rPr lang="fr-FR" dirty="0" err="1" smtClean="0"/>
              <a:t>else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no one </a:t>
            </a:r>
            <a:r>
              <a:rPr lang="fr-FR" dirty="0" err="1" smtClean="0"/>
              <a:t>else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JE COURS APRÈS TOI TU VEILLES SUR MOI </a:t>
            </a:r>
          </a:p>
          <a:p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r>
              <a:rPr lang="fr-FR" altLang="fr-FR" smtClean="0"/>
              <a:t>With Your arms open wide There’s a place I can hide
3-  TU ES LE DÉSIRE DE MON CŒUR  </a:t>
            </a:r>
          </a:p>
          <a:p>
            <a:r>
              <a:rPr lang="fr-FR" altLang="fr-FR" smtClean="0"/>
              <a:t>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4-  JOIE ÉTERNELLE UNE PAIX SANS FIN </a:t>
            </a:r>
          </a:p>
          <a:p>
            <a:r>
              <a:rPr lang="fr-FR" altLang="fr-FR" smtClean="0"/>
              <a:t>Everlasting joy Never ending peace
5-  TU ES TOUT CE DONT J’AI BESOIN TU ES TOUT CE QUE JE VEUX </a:t>
            </a:r>
          </a:p>
          <a:p>
            <a:r>
              <a:rPr lang="fr-FR" altLang="fr-FR" smtClean="0"/>
              <a:t>You’re all I need You’re all I wantYou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	6-  TU ES LE PLUS GRAND LE PLUS SAGE PARMI LES SAGES</a:t>
            </a:r>
          </a:p>
          <a:p>
            <a:r>
              <a:rPr lang="fr-FR" altLang="fr-FR" smtClean="0"/>
              <a:t>	You are greater that the great Wiser than the wise 
	7-  EN TOI EST MON ESPÉRANCE ET MA GUÉRISON </a:t>
            </a:r>
          </a:p>
          <a:p>
            <a:r>
              <a:rPr lang="fr-FR" altLang="fr-FR" smtClean="0"/>
              <a:t>	In you I find hope I find healing</a:t>
            </a:r>
          </a:p>
          <a:p>
            <a:endParaRPr lang="fr-FR" altLang="fr-FR" smtClean="0"/>
          </a:p>
          <a:p>
            <a:r>
              <a:rPr lang="fr-FR" altLang="fr-FR" smtClean="0"/>
              <a:t>	8-  TON AMOUR EST SI PROFOND </a:t>
            </a:r>
          </a:p>
          <a:p>
            <a:r>
              <a:rPr lang="fr-FR" altLang="fr-FR" smtClean="0"/>
              <a:t>	Your love is deeper that the deep
	9-  SEIGNEUR TU ES FORT QUAND JE SUIS FAIBLE </a:t>
            </a:r>
          </a:p>
          <a:p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r>
              <a:rPr lang="fr-FR" altLang="fr-FR" smtClean="0"/>
              <a:t>	In you I confide There’s a place I can hide You are my heart’s desire		X2</a:t>
            </a:r>
          </a:p>
          <a:p>
            <a:endParaRPr lang="fr-FR" altLang="fr-FR" smtClean="0"/>
          </a:p>
          <a:p>
            <a:r>
              <a:rPr lang="fr-FR" altLang="fr-FR" smtClean="0"/>
              <a:t>	*****</a:t>
            </a:r>
          </a:p>
          <a:p>
            <a:r>
              <a:rPr lang="fr-FR" altLang="fr-FR" smtClean="0"/>
              <a:t>11-  NOUS TE RENDONS GLOIRE  ET HONNEUR </a:t>
            </a:r>
          </a:p>
          <a:p>
            <a:r>
              <a:rPr lang="fr-FR" altLang="fr-FR" smtClean="0"/>
              <a:t>You deserve the glory And the honor
12-  NOUS LEVONS LES MAINS  ET TE LOUONS </a:t>
            </a:r>
          </a:p>
          <a:p>
            <a:r>
              <a:rPr lang="fr-FR" altLang="fr-FR" smtClean="0"/>
              <a:t>Lord we lift our hands in worship
13-  EN EXALTANT TON SAINT NOM </a:t>
            </a:r>
          </a:p>
          <a:p>
            <a:r>
              <a:rPr lang="fr-FR" altLang="fr-FR" smtClean="0"/>
              <a:t>As we lift your holy name</a:t>
            </a:r>
          </a:p>
          <a:p>
            <a:endParaRPr lang="fr-FR" altLang="fr-FR" smtClean="0"/>
          </a:p>
          <a:p>
            <a:r>
              <a:rPr lang="fr-FR" altLang="fr-FR" smtClean="0"/>
              <a:t>14-  CAR TU ES GRAND  SEIGNEUR, TU FAIS DES MERVEILLES </a:t>
            </a:r>
          </a:p>
          <a:p>
            <a:r>
              <a:rPr lang="fr-FR" altLang="fr-FR" smtClean="0"/>
              <a:t>You are great You do miracles so great</a:t>
            </a:r>
          </a:p>
          <a:p>
            <a:r>
              <a:rPr lang="fr-FR" altLang="fr-FR" smtClean="0"/>
              <a:t>15-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  <a:p>
            <a:r>
              <a:rPr lang="fr-FR" altLang="fr-FR" smtClean="0"/>
              <a:t>16-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COURS APRÈS TOI TU VEILLES SUR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I’m running after Thee You’re watching over me 
2-  DANS TES BRAS GRANDS OUVERTS OÙ JE PEUX ME CACHER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Your arms open wide There’s a place I can hide
3-  TU ES LE DÉSIRE DE MON CŒUR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JOIE ÉTERNELLE UNE PAIX SANS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Everlasting joy Never ending peace
5-  TU ES TOUT CE DONT J’AI BESOIN TU ES TOUT CE QUE JE VEUX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all I need You’re all I wantYou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LE PLUS GRAND LE PLUS SAGE PARMI LES SAGES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greater that the great Wiser than the wise 
	7-  EN TOI EST MON ESPÉRANCE ET MA GUÉRISON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find hope I find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TON AMOUR EST SI PROFOND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 is deeper that the deep
	9-  SEIGNEUR TU ES FORT QUAND JE SUIS FAIBLE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Lord, You’re strong when I’m weak 
	10-  EN TOI JE ME CONFIE, TU ES MON ABRI TU ES LE DÉSIRE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confide There’s a place I can hide You are my heart’s desire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TE RENDONS GLOIRE  ET HONNEUR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deserve the glory And the honor
12-  NOUS LEVONS LES MAINS  ET TE LOUONS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we lift our hands in worship
13-  EN EXALTANT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lift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CAR TU ES GRAND  SEIGNEUR, TU FAIS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great You do miracles so great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JE COURS APRÈS TOI TU VEILLES SUR MOI </a:t>
            </a:r>
          </a:p>
          <a:p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r>
              <a:rPr lang="fr-FR" altLang="fr-FR" smtClean="0"/>
              <a:t>With Your arms open wide There’s a place I can hide
3-  TU ES LE DÉSIRE DE MON CŒUR  </a:t>
            </a:r>
          </a:p>
          <a:p>
            <a:r>
              <a:rPr lang="fr-FR" altLang="fr-FR" smtClean="0"/>
              <a:t>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4-  JOIE ÉTERNELLE UNE PAIX SANS FIN </a:t>
            </a:r>
          </a:p>
          <a:p>
            <a:r>
              <a:rPr lang="fr-FR" altLang="fr-FR" smtClean="0"/>
              <a:t>Everlasting joy Never ending peace
5-  TU ES TOUT CE DONT J’AI BESOIN TU ES TOUT CE QUE JE VEUX </a:t>
            </a:r>
          </a:p>
          <a:p>
            <a:r>
              <a:rPr lang="fr-FR" altLang="fr-FR" smtClean="0"/>
              <a:t>You’re all I need You’re all I wantYou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	6-  TU ES LE PLUS GRAND LE PLUS SAGE PARMI LES SAGES</a:t>
            </a:r>
          </a:p>
          <a:p>
            <a:r>
              <a:rPr lang="fr-FR" altLang="fr-FR" smtClean="0"/>
              <a:t>	You are greater that the great Wiser than the wise 
	7-  EN TOI EST MON ESPÉRANCE ET MA GUÉRISON </a:t>
            </a:r>
          </a:p>
          <a:p>
            <a:r>
              <a:rPr lang="fr-FR" altLang="fr-FR" smtClean="0"/>
              <a:t>	In you I find hope I find healing</a:t>
            </a:r>
          </a:p>
          <a:p>
            <a:endParaRPr lang="fr-FR" altLang="fr-FR" smtClean="0"/>
          </a:p>
          <a:p>
            <a:r>
              <a:rPr lang="fr-FR" altLang="fr-FR" smtClean="0"/>
              <a:t>	8-  TON AMOUR EST SI PROFOND </a:t>
            </a:r>
          </a:p>
          <a:p>
            <a:r>
              <a:rPr lang="fr-FR" altLang="fr-FR" smtClean="0"/>
              <a:t>	Your love is deeper that the deep
	9-  SEIGNEUR TU ES FORT QUAND JE SUIS FAIBLE </a:t>
            </a:r>
          </a:p>
          <a:p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r>
              <a:rPr lang="fr-FR" altLang="fr-FR" smtClean="0"/>
              <a:t>	In you I confide There’s a place I can hide You are my heart’s desire		X2</a:t>
            </a:r>
          </a:p>
          <a:p>
            <a:endParaRPr lang="fr-FR" altLang="fr-FR" smtClean="0"/>
          </a:p>
          <a:p>
            <a:r>
              <a:rPr lang="fr-FR" altLang="fr-FR" smtClean="0"/>
              <a:t>	*****</a:t>
            </a:r>
          </a:p>
          <a:p>
            <a:r>
              <a:rPr lang="fr-FR" altLang="fr-FR" smtClean="0"/>
              <a:t>11-  NOUS TE RENDONS GLOIRE  ET HONNEUR </a:t>
            </a:r>
          </a:p>
          <a:p>
            <a:r>
              <a:rPr lang="fr-FR" altLang="fr-FR" smtClean="0"/>
              <a:t>You deserve the glory And the honor
12-  NOUS LEVONS LES MAINS  ET TE LOUONS </a:t>
            </a:r>
          </a:p>
          <a:p>
            <a:r>
              <a:rPr lang="fr-FR" altLang="fr-FR" smtClean="0"/>
              <a:t>Lord we lift our hands in worship
13-  EN EXALTANT TON SAINT NOM </a:t>
            </a:r>
          </a:p>
          <a:p>
            <a:r>
              <a:rPr lang="fr-FR" altLang="fr-FR" smtClean="0"/>
              <a:t>As we lift your holy name</a:t>
            </a:r>
          </a:p>
          <a:p>
            <a:endParaRPr lang="fr-FR" altLang="fr-FR" smtClean="0"/>
          </a:p>
          <a:p>
            <a:r>
              <a:rPr lang="fr-FR" altLang="fr-FR" smtClean="0"/>
              <a:t>14-  CAR TU ES GRAND  SEIGNEUR, TU FAIS DES MERVEILLES </a:t>
            </a:r>
          </a:p>
          <a:p>
            <a:r>
              <a:rPr lang="fr-FR" altLang="fr-FR" smtClean="0"/>
              <a:t>You are great You do miracles so great</a:t>
            </a:r>
          </a:p>
          <a:p>
            <a:r>
              <a:rPr lang="fr-FR" altLang="fr-FR" smtClean="0"/>
              <a:t>15-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  <a:p>
            <a:r>
              <a:rPr lang="fr-FR" altLang="fr-FR" smtClean="0"/>
              <a:t>16-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COURS APRÈS TOI TU VEILLES SUR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I’m running after Thee You’re watching over me 
2-  DANS TES BRAS GRANDS OUVERTS OÙ JE PEUX ME CACHER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Your arms open wide There’s a place I can hide
3-  TU ES LE DÉSIRE DE MON CŒUR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JOIE ÉTERNELLE UNE PAIX SANS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Everlasting joy Never ending peace
5-  TU ES TOUT CE DONT J’AI BESOIN TU ES TOUT CE QUE JE VEUX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all I need You’re all I wantYou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LE PLUS GRAND LE PLUS SAGE PARMI LES SAGES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greater that the great Wiser than the wise 
	7-  EN TOI EST MON ESPÉRANCE ET MA GUÉRISON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find hope I find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TON AMOUR EST SI PROFOND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 is deeper that the deep
	9-  SEIGNEUR TU ES FORT QUAND JE SUIS FAIBLE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Lord, You’re strong when I’m weak 
	10-  EN TOI JE ME CONFIE, TU ES MON ABRI TU ES LE DÉSIRE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confide There’s a place I can hide You are my heart’s desire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TE RENDONS GLOIRE  ET HONNEUR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deserve the glory And the honor
12-  NOUS LEVONS LES MAINS  ET TE LOUONS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we lift our hands in worship
13-  EN EXALTANT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lift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CAR TU ES GRAND  SEIGNEUR, TU FAIS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great You do miracles so great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JE COURS APRÈS TOI TU VEILLES SUR MOI </a:t>
            </a:r>
          </a:p>
          <a:p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r>
              <a:rPr lang="fr-FR" altLang="fr-FR" smtClean="0"/>
              <a:t>With Your arms open wide There’s a place I can hide
3-  TU ES LE DÉSIRE DE MON CŒUR  </a:t>
            </a:r>
          </a:p>
          <a:p>
            <a:r>
              <a:rPr lang="fr-FR" altLang="fr-FR" smtClean="0"/>
              <a:t>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4-  JOIE ÉTERNELLE UNE PAIX SANS FIN </a:t>
            </a:r>
          </a:p>
          <a:p>
            <a:r>
              <a:rPr lang="fr-FR" altLang="fr-FR" smtClean="0"/>
              <a:t>Everlasting joy Never ending peace
5-  TU ES TOUT CE DONT J’AI BESOIN TU ES TOUT CE QUE JE VEUX </a:t>
            </a:r>
          </a:p>
          <a:p>
            <a:r>
              <a:rPr lang="fr-FR" altLang="fr-FR" smtClean="0"/>
              <a:t>You’re all I need You’re all I wantYou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	6-  TU ES LE PLUS GRAND LE PLUS SAGE PARMI LES SAGES</a:t>
            </a:r>
          </a:p>
          <a:p>
            <a:r>
              <a:rPr lang="fr-FR" altLang="fr-FR" smtClean="0"/>
              <a:t>	You are greater that the great Wiser than the wise 
	7-  EN TOI EST MON ESPÉRANCE ET MA GUÉRISON </a:t>
            </a:r>
          </a:p>
          <a:p>
            <a:r>
              <a:rPr lang="fr-FR" altLang="fr-FR" smtClean="0"/>
              <a:t>	In you I find hope I find healing</a:t>
            </a:r>
          </a:p>
          <a:p>
            <a:endParaRPr lang="fr-FR" altLang="fr-FR" smtClean="0"/>
          </a:p>
          <a:p>
            <a:r>
              <a:rPr lang="fr-FR" altLang="fr-FR" smtClean="0"/>
              <a:t>	8-  TON AMOUR EST SI PROFOND </a:t>
            </a:r>
          </a:p>
          <a:p>
            <a:r>
              <a:rPr lang="fr-FR" altLang="fr-FR" smtClean="0"/>
              <a:t>	Your love is deeper that the deep
	9-  SEIGNEUR TU ES FORT QUAND JE SUIS FAIBLE </a:t>
            </a:r>
          </a:p>
          <a:p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r>
              <a:rPr lang="fr-FR" altLang="fr-FR" smtClean="0"/>
              <a:t>	In you I confide There’s a place I can hide You are my heart’s desire		X2</a:t>
            </a:r>
          </a:p>
          <a:p>
            <a:endParaRPr lang="fr-FR" altLang="fr-FR" smtClean="0"/>
          </a:p>
          <a:p>
            <a:r>
              <a:rPr lang="fr-FR" altLang="fr-FR" smtClean="0"/>
              <a:t>	*****</a:t>
            </a:r>
          </a:p>
          <a:p>
            <a:r>
              <a:rPr lang="fr-FR" altLang="fr-FR" smtClean="0"/>
              <a:t>11-  NOUS TE RENDONS GLOIRE  ET HONNEUR </a:t>
            </a:r>
          </a:p>
          <a:p>
            <a:r>
              <a:rPr lang="fr-FR" altLang="fr-FR" smtClean="0"/>
              <a:t>You deserve the glory And the honor
12-  NOUS LEVONS LES MAINS  ET TE LOUONS </a:t>
            </a:r>
          </a:p>
          <a:p>
            <a:r>
              <a:rPr lang="fr-FR" altLang="fr-FR" smtClean="0"/>
              <a:t>Lord we lift our hands in worship
13-  EN EXALTANT TON SAINT NOM </a:t>
            </a:r>
          </a:p>
          <a:p>
            <a:r>
              <a:rPr lang="fr-FR" altLang="fr-FR" smtClean="0"/>
              <a:t>As we lift your holy name</a:t>
            </a:r>
          </a:p>
          <a:p>
            <a:endParaRPr lang="fr-FR" altLang="fr-FR" smtClean="0"/>
          </a:p>
          <a:p>
            <a:r>
              <a:rPr lang="fr-FR" altLang="fr-FR" smtClean="0"/>
              <a:t>14-  CAR TU ES GRAND  SEIGNEUR, TU FAIS DES MERVEILLES </a:t>
            </a:r>
          </a:p>
          <a:p>
            <a:r>
              <a:rPr lang="fr-FR" altLang="fr-FR" smtClean="0"/>
              <a:t>You are great You do miracles so great</a:t>
            </a:r>
          </a:p>
          <a:p>
            <a:r>
              <a:rPr lang="fr-FR" altLang="fr-FR" smtClean="0"/>
              <a:t>15-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  <a:p>
            <a:r>
              <a:rPr lang="fr-FR" altLang="fr-FR" smtClean="0"/>
              <a:t>16-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COURS APRÈS TOI TU VEILLES SUR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I’m</a:t>
            </a:r>
            <a:r>
              <a:rPr lang="fr-FR" dirty="0" smtClean="0"/>
              <a:t> running </a:t>
            </a:r>
            <a:r>
              <a:rPr lang="fr-FR" dirty="0" err="1" smtClean="0"/>
              <a:t>after</a:t>
            </a:r>
            <a:r>
              <a:rPr lang="fr-FR" dirty="0" smtClean="0"/>
              <a:t> </a:t>
            </a:r>
            <a:r>
              <a:rPr lang="fr-FR" dirty="0" err="1" smtClean="0"/>
              <a:t>Thee</a:t>
            </a:r>
            <a:r>
              <a:rPr lang="fr-FR" dirty="0" smtClean="0"/>
              <a:t> </a:t>
            </a: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watching</a:t>
            </a:r>
            <a:r>
              <a:rPr lang="fr-FR" dirty="0" smtClean="0"/>
              <a:t> over me 
2-  DANS TES BRAS GRANDS OUVERTS OÙ JE PEUX ME CACHER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 open </a:t>
            </a:r>
            <a:r>
              <a:rPr lang="fr-FR" dirty="0" err="1" smtClean="0"/>
              <a:t>wide</a:t>
            </a:r>
            <a:r>
              <a:rPr lang="fr-FR" dirty="0" smtClean="0"/>
              <a:t> </a:t>
            </a:r>
            <a:r>
              <a:rPr lang="fr-FR" dirty="0" err="1" smtClean="0"/>
              <a:t>There’s</a:t>
            </a:r>
            <a:r>
              <a:rPr lang="fr-FR" dirty="0" smtClean="0"/>
              <a:t> a place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hide</a:t>
            </a:r>
            <a:r>
              <a:rPr lang="fr-FR" dirty="0" smtClean="0"/>
              <a:t>
3-  TU ES LE DÉSIRE DE MON CŒUR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heart’s</a:t>
            </a:r>
            <a:r>
              <a:rPr lang="fr-FR" dirty="0" smtClean="0"/>
              <a:t> </a:t>
            </a:r>
            <a:r>
              <a:rPr lang="fr-FR" dirty="0" err="1" smtClean="0"/>
              <a:t>desire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JOIE ÉTERNELLE UNE PAIX SANS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Everlasting</a:t>
            </a:r>
            <a:r>
              <a:rPr lang="fr-FR" dirty="0" smtClean="0"/>
              <a:t> </a:t>
            </a:r>
            <a:r>
              <a:rPr lang="fr-FR" dirty="0" err="1" smtClean="0"/>
              <a:t>joy</a:t>
            </a:r>
            <a:r>
              <a:rPr lang="fr-FR" dirty="0" smtClean="0"/>
              <a:t> Never </a:t>
            </a:r>
            <a:r>
              <a:rPr lang="fr-FR" dirty="0" err="1" smtClean="0"/>
              <a:t>ending</a:t>
            </a:r>
            <a:r>
              <a:rPr lang="fr-FR" dirty="0" smtClean="0"/>
              <a:t> </a:t>
            </a:r>
            <a:r>
              <a:rPr lang="fr-FR" dirty="0" err="1" smtClean="0"/>
              <a:t>peace</a:t>
            </a:r>
            <a:r>
              <a:rPr lang="fr-FR" dirty="0" smtClean="0"/>
              <a:t>
5-  TU ES TOUT CE DONT J’AI BESOIN TU ES TOUT CE QUE JE VEUX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You’re</a:t>
            </a:r>
            <a:r>
              <a:rPr lang="fr-FR" dirty="0" smtClean="0"/>
              <a:t> all 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You’re</a:t>
            </a:r>
            <a:r>
              <a:rPr lang="fr-FR" dirty="0" smtClean="0"/>
              <a:t> all I </a:t>
            </a:r>
            <a:r>
              <a:rPr lang="fr-FR" dirty="0" err="1" smtClean="0"/>
              <a:t>wantYou</a:t>
            </a:r>
            <a:r>
              <a:rPr lang="fr-FR" dirty="0" smtClean="0"/>
              <a:t>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heart’s</a:t>
            </a:r>
            <a:r>
              <a:rPr lang="fr-FR" dirty="0" smtClean="0"/>
              <a:t> </a:t>
            </a:r>
            <a:r>
              <a:rPr lang="fr-FR" dirty="0" err="1" smtClean="0"/>
              <a:t>desire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TU ES LE PLUS GRAND LE PLUS SAGE PARMI LES SAGES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greater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the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Wiser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the </a:t>
            </a:r>
            <a:r>
              <a:rPr lang="fr-FR" dirty="0" err="1" smtClean="0"/>
              <a:t>wise</a:t>
            </a:r>
            <a:r>
              <a:rPr lang="fr-FR" dirty="0" smtClean="0"/>
              <a:t> 
	7-  EN TOI EST MON ESPÉRANCE ET MA GUÉRISON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In </a:t>
            </a:r>
            <a:r>
              <a:rPr lang="fr-FR" dirty="0" err="1" smtClean="0"/>
              <a:t>you</a:t>
            </a:r>
            <a:r>
              <a:rPr lang="fr-FR" dirty="0" smtClean="0"/>
              <a:t> I </a:t>
            </a:r>
            <a:r>
              <a:rPr lang="fr-FR" dirty="0" err="1" smtClean="0"/>
              <a:t>find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 I </a:t>
            </a:r>
            <a:r>
              <a:rPr lang="fr-FR" dirty="0" err="1" smtClean="0"/>
              <a:t>find</a:t>
            </a:r>
            <a:r>
              <a:rPr lang="fr-FR" dirty="0" smtClean="0"/>
              <a:t> </a:t>
            </a:r>
            <a:r>
              <a:rPr lang="fr-FR" dirty="0" err="1" smtClean="0"/>
              <a:t>healing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TON AMOUR EST SI PROFOND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deeper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the </a:t>
            </a:r>
            <a:r>
              <a:rPr lang="fr-FR" dirty="0" err="1" smtClean="0"/>
              <a:t>deep</a:t>
            </a:r>
            <a:r>
              <a:rPr lang="fr-FR" dirty="0" smtClean="0"/>
              <a:t>
	9-  SEIGNEUR TU ES FORT QUAND JE SUIS FAIBLE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Lord, </a:t>
            </a: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strong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weak</a:t>
            </a:r>
            <a:r>
              <a:rPr lang="fr-FR" dirty="0" smtClean="0"/>
              <a:t> 
	10-  EN TOI JE ME CONFIE, TU ES MON ABRI TU ES LE DÉSIRE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In </a:t>
            </a:r>
            <a:r>
              <a:rPr lang="fr-FR" dirty="0" err="1" smtClean="0"/>
              <a:t>you</a:t>
            </a:r>
            <a:r>
              <a:rPr lang="fr-FR" dirty="0" smtClean="0"/>
              <a:t> I </a:t>
            </a:r>
            <a:r>
              <a:rPr lang="fr-FR" dirty="0" err="1" smtClean="0"/>
              <a:t>confide</a:t>
            </a:r>
            <a:r>
              <a:rPr lang="fr-FR" dirty="0" smtClean="0"/>
              <a:t> </a:t>
            </a:r>
            <a:r>
              <a:rPr lang="fr-FR" dirty="0" err="1" smtClean="0"/>
              <a:t>There’s</a:t>
            </a:r>
            <a:r>
              <a:rPr lang="fr-FR" dirty="0" smtClean="0"/>
              <a:t> a place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hide</a:t>
            </a:r>
            <a:r>
              <a:rPr lang="fr-FR" dirty="0" smtClean="0"/>
              <a:t> You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heart’s</a:t>
            </a:r>
            <a:r>
              <a:rPr lang="fr-FR" dirty="0" smtClean="0"/>
              <a:t> </a:t>
            </a:r>
            <a:r>
              <a:rPr lang="fr-FR" dirty="0" err="1" smtClean="0"/>
              <a:t>desire</a:t>
            </a:r>
            <a:r>
              <a:rPr lang="fr-FR" dirty="0" smtClean="0"/>
              <a:t>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NOUS TE RENDONS GLOIRE  ET HONNEUR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deserve</a:t>
            </a:r>
            <a:r>
              <a:rPr lang="fr-FR" dirty="0" smtClean="0"/>
              <a:t> the </a:t>
            </a:r>
            <a:r>
              <a:rPr lang="fr-FR" dirty="0" err="1" smtClean="0"/>
              <a:t>glory</a:t>
            </a:r>
            <a:r>
              <a:rPr lang="fr-FR" dirty="0" smtClean="0"/>
              <a:t> And the </a:t>
            </a:r>
            <a:r>
              <a:rPr lang="fr-FR" dirty="0" err="1" smtClean="0"/>
              <a:t>honor</a:t>
            </a:r>
            <a:r>
              <a:rPr lang="fr-FR" dirty="0" smtClean="0"/>
              <a:t>
12-  NOUS LEVONS LES MAINS  ET TE LOUONS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Lord </a:t>
            </a:r>
            <a:r>
              <a:rPr lang="fr-FR" dirty="0" err="1" smtClean="0"/>
              <a:t>we</a:t>
            </a:r>
            <a:r>
              <a:rPr lang="fr-FR" dirty="0" smtClean="0"/>
              <a:t> lift </a:t>
            </a:r>
            <a:r>
              <a:rPr lang="fr-FR" dirty="0" err="1" smtClean="0"/>
              <a:t>our</a:t>
            </a:r>
            <a:r>
              <a:rPr lang="fr-FR" dirty="0" smtClean="0"/>
              <a:t> hands in </a:t>
            </a:r>
            <a:r>
              <a:rPr lang="fr-FR" dirty="0" err="1" smtClean="0"/>
              <a:t>worship</a:t>
            </a:r>
            <a:r>
              <a:rPr lang="fr-FR" dirty="0" smtClean="0"/>
              <a:t>
13-  EN EXALTANT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As </a:t>
            </a:r>
            <a:r>
              <a:rPr lang="fr-FR" dirty="0" err="1" smtClean="0"/>
              <a:t>we</a:t>
            </a:r>
            <a:r>
              <a:rPr lang="fr-FR" dirty="0" smtClean="0"/>
              <a:t> lift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CAR TU ES GRAND  SEIGNEUR, TU FAIS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great</a:t>
            </a:r>
            <a:r>
              <a:rPr lang="fr-FR" dirty="0" smtClean="0"/>
              <a:t> You do miracles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great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no one </a:t>
            </a:r>
            <a:r>
              <a:rPr lang="fr-FR" dirty="0" err="1" smtClean="0"/>
              <a:t>else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no one </a:t>
            </a:r>
            <a:r>
              <a:rPr lang="fr-FR" dirty="0" err="1" smtClean="0"/>
              <a:t>else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JE COURS APRÈS TOI TU VEILLES SUR MOI </a:t>
            </a:r>
          </a:p>
          <a:p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r>
              <a:rPr lang="fr-FR" altLang="fr-FR" smtClean="0"/>
              <a:t>With Your arms open wide There’s a place I can hide
3-  TU ES LE DÉSIRE DE MON CŒUR  </a:t>
            </a:r>
          </a:p>
          <a:p>
            <a:r>
              <a:rPr lang="fr-FR" altLang="fr-FR" smtClean="0"/>
              <a:t>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4-  JOIE ÉTERNELLE UNE PAIX SANS FIN </a:t>
            </a:r>
          </a:p>
          <a:p>
            <a:r>
              <a:rPr lang="fr-FR" altLang="fr-FR" smtClean="0"/>
              <a:t>Everlasting joy Never ending peace
5-  TU ES TOUT CE DONT J’AI BESOIN TU ES TOUT CE QUE JE VEUX </a:t>
            </a:r>
          </a:p>
          <a:p>
            <a:r>
              <a:rPr lang="fr-FR" altLang="fr-FR" smtClean="0"/>
              <a:t>You’re all I need You’re all I wantYou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	6-  TU ES LE PLUS GRAND LE PLUS SAGE PARMI LES SAGES</a:t>
            </a:r>
          </a:p>
          <a:p>
            <a:r>
              <a:rPr lang="fr-FR" altLang="fr-FR" smtClean="0"/>
              <a:t>	You are greater that the great Wiser than the wise 
	7-  EN TOI EST MON ESPÉRANCE ET MA GUÉRISON </a:t>
            </a:r>
          </a:p>
          <a:p>
            <a:r>
              <a:rPr lang="fr-FR" altLang="fr-FR" smtClean="0"/>
              <a:t>	In you I find hope I find healing</a:t>
            </a:r>
          </a:p>
          <a:p>
            <a:endParaRPr lang="fr-FR" altLang="fr-FR" smtClean="0"/>
          </a:p>
          <a:p>
            <a:r>
              <a:rPr lang="fr-FR" altLang="fr-FR" smtClean="0"/>
              <a:t>	8-  TON AMOUR EST SI PROFOND </a:t>
            </a:r>
          </a:p>
          <a:p>
            <a:r>
              <a:rPr lang="fr-FR" altLang="fr-FR" smtClean="0"/>
              <a:t>	Your love is deeper that the deep
	9-  SEIGNEUR TU ES FORT QUAND JE SUIS FAIBLE </a:t>
            </a:r>
          </a:p>
          <a:p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r>
              <a:rPr lang="fr-FR" altLang="fr-FR" smtClean="0"/>
              <a:t>	In you I confide There’s a place I can hide You are my heart’s desire		X2</a:t>
            </a:r>
          </a:p>
          <a:p>
            <a:endParaRPr lang="fr-FR" altLang="fr-FR" smtClean="0"/>
          </a:p>
          <a:p>
            <a:r>
              <a:rPr lang="fr-FR" altLang="fr-FR" smtClean="0"/>
              <a:t>	*****</a:t>
            </a:r>
          </a:p>
          <a:p>
            <a:r>
              <a:rPr lang="fr-FR" altLang="fr-FR" smtClean="0"/>
              <a:t>11-  NOUS TE RENDONS GLOIRE  ET HONNEUR </a:t>
            </a:r>
          </a:p>
          <a:p>
            <a:r>
              <a:rPr lang="fr-FR" altLang="fr-FR" smtClean="0"/>
              <a:t>You deserve the glory And the honor
12-  NOUS LEVONS LES MAINS  ET TE LOUONS </a:t>
            </a:r>
          </a:p>
          <a:p>
            <a:r>
              <a:rPr lang="fr-FR" altLang="fr-FR" smtClean="0"/>
              <a:t>Lord we lift our hands in worship
13-  EN EXALTANT TON SAINT NOM </a:t>
            </a:r>
          </a:p>
          <a:p>
            <a:r>
              <a:rPr lang="fr-FR" altLang="fr-FR" smtClean="0"/>
              <a:t>As we lift your holy name</a:t>
            </a:r>
          </a:p>
          <a:p>
            <a:endParaRPr lang="fr-FR" altLang="fr-FR" smtClean="0"/>
          </a:p>
          <a:p>
            <a:r>
              <a:rPr lang="fr-FR" altLang="fr-FR" smtClean="0"/>
              <a:t>14-  CAR TU ES GRAND  SEIGNEUR, TU FAIS DES MERVEILLES </a:t>
            </a:r>
          </a:p>
          <a:p>
            <a:r>
              <a:rPr lang="fr-FR" altLang="fr-FR" smtClean="0"/>
              <a:t>You are great You do miracles so great</a:t>
            </a:r>
          </a:p>
          <a:p>
            <a:r>
              <a:rPr lang="fr-FR" altLang="fr-FR" smtClean="0"/>
              <a:t>15-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  <a:p>
            <a:r>
              <a:rPr lang="fr-FR" altLang="fr-FR" smtClean="0"/>
              <a:t>16-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COURS APRÈS TOI TU VEILLES SUR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I’m running after Thee You’re watching over me 
2-  DANS TES BRAS GRANDS OUVERTS OÙ JE PEUX ME CACHER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Your arms open wide There’s a place I can hide
3-  TU ES LE DÉSIRE DE MON CŒUR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JOIE ÉTERNELLE UNE PAIX SANS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Everlasting joy Never ending peace
5-  TU ES TOUT CE DONT J’AI BESOIN TU ES TOUT CE QUE JE VEUX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all I need You’re all I wantYou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LE PLUS GRAND LE PLUS SAGE PARMI LES SAGES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greater that the great Wiser than the wise 
	7-  EN TOI EST MON ESPÉRANCE ET MA GUÉRISON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find hope I find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TON AMOUR EST SI PROFOND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 is deeper that the deep
	9-  SEIGNEUR TU ES FORT QUAND JE SUIS FAIBLE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Lord, You’re strong when I’m weak 
	10-  EN TOI JE ME CONFIE, TU ES MON ABRI TU ES LE DÉSIRE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confide There’s a place I can hide You are my heart’s desire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TE RENDONS GLOIRE  ET HONNEUR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deserve the glory And the honor
12-  NOUS LEVONS LES MAINS  ET TE LOUONS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we lift our hands in worship
13-  EN EXALTANT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lift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CAR TU ES GRAND  SEIGNEUR, TU FAIS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great You do miracles so great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JE COURS APRÈS TOI TU VEILLES SUR MOI </a:t>
            </a:r>
          </a:p>
          <a:p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r>
              <a:rPr lang="fr-FR" altLang="fr-FR" smtClean="0"/>
              <a:t>With Your arms open wide There’s a place I can hide
3-  TU ES LE DÉSIRE DE MON CŒUR  </a:t>
            </a:r>
          </a:p>
          <a:p>
            <a:r>
              <a:rPr lang="fr-FR" altLang="fr-FR" smtClean="0"/>
              <a:t>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4-  JOIE ÉTERNELLE UNE PAIX SANS FIN </a:t>
            </a:r>
          </a:p>
          <a:p>
            <a:r>
              <a:rPr lang="fr-FR" altLang="fr-FR" smtClean="0"/>
              <a:t>Everlasting joy Never ending peace
5-  TU ES TOUT CE DONT J’AI BESOIN TU ES TOUT CE QUE JE VEUX </a:t>
            </a:r>
          </a:p>
          <a:p>
            <a:r>
              <a:rPr lang="fr-FR" altLang="fr-FR" smtClean="0"/>
              <a:t>You’re all I need You’re all I wantYou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	6-  TU ES LE PLUS GRAND LE PLUS SAGE PARMI LES SAGES</a:t>
            </a:r>
          </a:p>
          <a:p>
            <a:r>
              <a:rPr lang="fr-FR" altLang="fr-FR" smtClean="0"/>
              <a:t>	You are greater that the great Wiser than the wise 
	7-  EN TOI EST MON ESPÉRANCE ET MA GUÉRISON </a:t>
            </a:r>
          </a:p>
          <a:p>
            <a:r>
              <a:rPr lang="fr-FR" altLang="fr-FR" smtClean="0"/>
              <a:t>	In you I find hope I find healing</a:t>
            </a:r>
          </a:p>
          <a:p>
            <a:endParaRPr lang="fr-FR" altLang="fr-FR" smtClean="0"/>
          </a:p>
          <a:p>
            <a:r>
              <a:rPr lang="fr-FR" altLang="fr-FR" smtClean="0"/>
              <a:t>	8-  TON AMOUR EST SI PROFOND </a:t>
            </a:r>
          </a:p>
          <a:p>
            <a:r>
              <a:rPr lang="fr-FR" altLang="fr-FR" smtClean="0"/>
              <a:t>	Your love is deeper that the deep
	9-  SEIGNEUR TU ES FORT QUAND JE SUIS FAIBLE </a:t>
            </a:r>
          </a:p>
          <a:p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r>
              <a:rPr lang="fr-FR" altLang="fr-FR" smtClean="0"/>
              <a:t>	In you I confide There’s a place I can hide You are my heart’s desire		X2</a:t>
            </a:r>
          </a:p>
          <a:p>
            <a:endParaRPr lang="fr-FR" altLang="fr-FR" smtClean="0"/>
          </a:p>
          <a:p>
            <a:r>
              <a:rPr lang="fr-FR" altLang="fr-FR" smtClean="0"/>
              <a:t>	*****</a:t>
            </a:r>
          </a:p>
          <a:p>
            <a:r>
              <a:rPr lang="fr-FR" altLang="fr-FR" smtClean="0"/>
              <a:t>11-  NOUS TE RENDONS GLOIRE  ET HONNEUR </a:t>
            </a:r>
          </a:p>
          <a:p>
            <a:r>
              <a:rPr lang="fr-FR" altLang="fr-FR" smtClean="0"/>
              <a:t>You deserve the glory And the honor
12-  NOUS LEVONS LES MAINS  ET TE LOUONS </a:t>
            </a:r>
          </a:p>
          <a:p>
            <a:r>
              <a:rPr lang="fr-FR" altLang="fr-FR" smtClean="0"/>
              <a:t>Lord we lift our hands in worship
13-  EN EXALTANT TON SAINT NOM </a:t>
            </a:r>
          </a:p>
          <a:p>
            <a:r>
              <a:rPr lang="fr-FR" altLang="fr-FR" smtClean="0"/>
              <a:t>As we lift your holy name</a:t>
            </a:r>
          </a:p>
          <a:p>
            <a:endParaRPr lang="fr-FR" altLang="fr-FR" smtClean="0"/>
          </a:p>
          <a:p>
            <a:r>
              <a:rPr lang="fr-FR" altLang="fr-FR" smtClean="0"/>
              <a:t>14-  CAR TU ES GRAND  SEIGNEUR, TU FAIS DES MERVEILLES </a:t>
            </a:r>
          </a:p>
          <a:p>
            <a:r>
              <a:rPr lang="fr-FR" altLang="fr-FR" smtClean="0"/>
              <a:t>You are great You do miracles so great</a:t>
            </a:r>
          </a:p>
          <a:p>
            <a:r>
              <a:rPr lang="fr-FR" altLang="fr-FR" smtClean="0"/>
              <a:t>15-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  <a:p>
            <a:r>
              <a:rPr lang="fr-FR" altLang="fr-FR" smtClean="0"/>
              <a:t>16-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COURS APRÈS TOI TU VEILLES SUR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I’m running after Thee You’re watching over me 
2-  DANS TES BRAS GRANDS OUVERTS OÙ JE PEUX ME CACHER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Your arms open wide There’s a place I can hide
3-  TU ES LE DÉSIRE DE MON CŒUR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JOIE ÉTERNELLE UNE PAIX SANS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Everlasting joy Never ending peace
5-  TU ES TOUT CE DONT J’AI BESOIN TU ES TOUT CE QUE JE VEUX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all I need You’re all I wantYou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LE PLUS GRAND LE PLUS SAGE PARMI LES SAGES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greater that the great Wiser than the wise 
	7-  EN TOI EST MON ESPÉRANCE ET MA GUÉRISON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find hope I find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TON AMOUR EST SI PROFOND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 is deeper that the deep
	9-  SEIGNEUR TU ES FORT QUAND JE SUIS FAIBLE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Lord, You’re strong when I’m weak 
	10-  EN TOI JE ME CONFIE, TU ES MON ABRI TU ES LE DÉSIRE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confide There’s a place I can hide You are my heart’s desire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TE RENDONS GLOIRE  ET HONNEUR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deserve the glory And the honor
12-  NOUS LEVONS LES MAINS  ET TE LOUONS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we lift our hands in worship
13-  EN EXALTANT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lift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CAR TU ES GRAND  SEIGNEUR, TU FAIS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great You do miracles so great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JE COURS APRÈS TOI TU VEILLES SUR MOI </a:t>
            </a:r>
          </a:p>
          <a:p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r>
              <a:rPr lang="fr-FR" altLang="fr-FR" smtClean="0"/>
              <a:t>With Your arms open wide There’s a place I can hide
3-  TU ES LE DÉSIRE DE MON CŒUR  </a:t>
            </a:r>
          </a:p>
          <a:p>
            <a:r>
              <a:rPr lang="fr-FR" altLang="fr-FR" smtClean="0"/>
              <a:t>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4-  JOIE ÉTERNELLE UNE PAIX SANS FIN </a:t>
            </a:r>
          </a:p>
          <a:p>
            <a:r>
              <a:rPr lang="fr-FR" altLang="fr-FR" smtClean="0"/>
              <a:t>Everlasting joy Never ending peace
5-  TU ES TOUT CE DONT J’AI BESOIN TU ES TOUT CE QUE JE VEUX </a:t>
            </a:r>
          </a:p>
          <a:p>
            <a:r>
              <a:rPr lang="fr-FR" altLang="fr-FR" smtClean="0"/>
              <a:t>You’re all I need You’re all I wantYou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	6-  TU ES LE PLUS GRAND LE PLUS SAGE PARMI LES SAGES</a:t>
            </a:r>
          </a:p>
          <a:p>
            <a:r>
              <a:rPr lang="fr-FR" altLang="fr-FR" smtClean="0"/>
              <a:t>	You are greater that the great Wiser than the wise 
	7-  EN TOI EST MON ESPÉRANCE ET MA GUÉRISON </a:t>
            </a:r>
          </a:p>
          <a:p>
            <a:r>
              <a:rPr lang="fr-FR" altLang="fr-FR" smtClean="0"/>
              <a:t>	In you I find hope I find healing</a:t>
            </a:r>
          </a:p>
          <a:p>
            <a:endParaRPr lang="fr-FR" altLang="fr-FR" smtClean="0"/>
          </a:p>
          <a:p>
            <a:r>
              <a:rPr lang="fr-FR" altLang="fr-FR" smtClean="0"/>
              <a:t>	8-  TON AMOUR EST SI PROFOND </a:t>
            </a:r>
          </a:p>
          <a:p>
            <a:r>
              <a:rPr lang="fr-FR" altLang="fr-FR" smtClean="0"/>
              <a:t>	Your love is deeper that the deep
	9-  SEIGNEUR TU ES FORT QUAND JE SUIS FAIBLE </a:t>
            </a:r>
          </a:p>
          <a:p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r>
              <a:rPr lang="fr-FR" altLang="fr-FR" smtClean="0"/>
              <a:t>	In you I confide There’s a place I can hide You are my heart’s desire		X2</a:t>
            </a:r>
          </a:p>
          <a:p>
            <a:endParaRPr lang="fr-FR" altLang="fr-FR" smtClean="0"/>
          </a:p>
          <a:p>
            <a:r>
              <a:rPr lang="fr-FR" altLang="fr-FR" smtClean="0"/>
              <a:t>	*****</a:t>
            </a:r>
          </a:p>
          <a:p>
            <a:r>
              <a:rPr lang="fr-FR" altLang="fr-FR" smtClean="0"/>
              <a:t>11-  NOUS TE RENDONS GLOIRE  ET HONNEUR </a:t>
            </a:r>
          </a:p>
          <a:p>
            <a:r>
              <a:rPr lang="fr-FR" altLang="fr-FR" smtClean="0"/>
              <a:t>You deserve the glory And the honor
12-  NOUS LEVONS LES MAINS  ET TE LOUONS </a:t>
            </a:r>
          </a:p>
          <a:p>
            <a:r>
              <a:rPr lang="fr-FR" altLang="fr-FR" smtClean="0"/>
              <a:t>Lord we lift our hands in worship
13-  EN EXALTANT TON SAINT NOM </a:t>
            </a:r>
          </a:p>
          <a:p>
            <a:r>
              <a:rPr lang="fr-FR" altLang="fr-FR" smtClean="0"/>
              <a:t>As we lift your holy name</a:t>
            </a:r>
          </a:p>
          <a:p>
            <a:endParaRPr lang="fr-FR" altLang="fr-FR" smtClean="0"/>
          </a:p>
          <a:p>
            <a:r>
              <a:rPr lang="fr-FR" altLang="fr-FR" smtClean="0"/>
              <a:t>14-  CAR TU ES GRAND  SEIGNEUR, TU FAIS DES MERVEILLES </a:t>
            </a:r>
          </a:p>
          <a:p>
            <a:r>
              <a:rPr lang="fr-FR" altLang="fr-FR" smtClean="0"/>
              <a:t>You are great You do miracles so great</a:t>
            </a:r>
          </a:p>
          <a:p>
            <a:r>
              <a:rPr lang="fr-FR" altLang="fr-FR" smtClean="0"/>
              <a:t>15-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  <a:p>
            <a:r>
              <a:rPr lang="fr-FR" altLang="fr-FR" smtClean="0"/>
              <a:t>16-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COURS APRÈS TOI TU VEILLES SUR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I’m running after Thee You’re watching over me 
2-  DANS TES BRAS GRANDS OUVERTS OÙ JE PEUX ME CACHER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Your arms open wide There’s a place I can hide
3-  TU ES LE DÉSIRE DE MON CŒUR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JOIE ÉTERNELLE UNE PAIX SANS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Everlasting joy Never ending peace
5-  TU ES TOUT CE DONT J’AI BESOIN TU ES TOUT CE QUE JE VEUX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all I need You’re all I wantYou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LE PLUS GRAND LE PLUS SAGE PARMI LES SAGES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greater that the great Wiser than the wise 
	7-  EN TOI EST MON ESPÉRANCE ET MA GUÉRISON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find hope I find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TON AMOUR EST SI PROFOND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 is deeper that the deep
	9-  SEIGNEUR TU ES FORT QUAND JE SUIS FAIBLE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Lord, You’re strong when I’m weak 
	10-  EN TOI JE ME CONFIE, TU ES MON ABRI TU ES LE DÉSIRE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confide There’s a place I can hide You are my heart’s desire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TE RENDONS GLOIRE  ET HONNEUR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deserve the glory And the honor
12-  NOUS LEVONS LES MAINS  ET TE LOUONS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we lift our hands in worship
13-  EN EXALTANT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lift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CAR TU ES GRAND  SEIGNEUR, TU FAIS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great You do miracles so great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JE COURS APRÈS TOI TU VEILLES SUR MOI </a:t>
            </a:r>
          </a:p>
          <a:p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r>
              <a:rPr lang="fr-FR" altLang="fr-FR" smtClean="0"/>
              <a:t>With Your arms open wide There’s a place I can hide
3-  TU ES LE DÉSIRE DE MON CŒUR  </a:t>
            </a:r>
          </a:p>
          <a:p>
            <a:r>
              <a:rPr lang="fr-FR" altLang="fr-FR" smtClean="0"/>
              <a:t>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4-  JOIE ÉTERNELLE UNE PAIX SANS FIN </a:t>
            </a:r>
          </a:p>
          <a:p>
            <a:r>
              <a:rPr lang="fr-FR" altLang="fr-FR" smtClean="0"/>
              <a:t>Everlasting joy Never ending peace
5-  TU ES TOUT CE DONT J’AI BESOIN TU ES TOUT CE QUE JE VEUX </a:t>
            </a:r>
          </a:p>
          <a:p>
            <a:r>
              <a:rPr lang="fr-FR" altLang="fr-FR" smtClean="0"/>
              <a:t>You’re all I need You’re all I wantYou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	6-  TU ES LE PLUS GRAND LE PLUS SAGE PARMI LES SAGES</a:t>
            </a:r>
          </a:p>
          <a:p>
            <a:r>
              <a:rPr lang="fr-FR" altLang="fr-FR" smtClean="0"/>
              <a:t>	You are greater that the great Wiser than the wise 
	7-  EN TOI EST MON ESPÉRANCE ET MA GUÉRISON </a:t>
            </a:r>
          </a:p>
          <a:p>
            <a:r>
              <a:rPr lang="fr-FR" altLang="fr-FR" smtClean="0"/>
              <a:t>	In you I find hope I find healing</a:t>
            </a:r>
          </a:p>
          <a:p>
            <a:endParaRPr lang="fr-FR" altLang="fr-FR" smtClean="0"/>
          </a:p>
          <a:p>
            <a:r>
              <a:rPr lang="fr-FR" altLang="fr-FR" smtClean="0"/>
              <a:t>	8-  TON AMOUR EST SI PROFOND </a:t>
            </a:r>
          </a:p>
          <a:p>
            <a:r>
              <a:rPr lang="fr-FR" altLang="fr-FR" smtClean="0"/>
              <a:t>	Your love is deeper that the deep
	9-  SEIGNEUR TU ES FORT QUAND JE SUIS FAIBLE </a:t>
            </a:r>
          </a:p>
          <a:p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r>
              <a:rPr lang="fr-FR" altLang="fr-FR" smtClean="0"/>
              <a:t>	In you I confide There’s a place I can hide You are my heart’s desire		X2</a:t>
            </a:r>
          </a:p>
          <a:p>
            <a:endParaRPr lang="fr-FR" altLang="fr-FR" smtClean="0"/>
          </a:p>
          <a:p>
            <a:r>
              <a:rPr lang="fr-FR" altLang="fr-FR" smtClean="0"/>
              <a:t>	*****</a:t>
            </a:r>
          </a:p>
          <a:p>
            <a:r>
              <a:rPr lang="fr-FR" altLang="fr-FR" smtClean="0"/>
              <a:t>11-  NOUS TE RENDONS GLOIRE  ET HONNEUR </a:t>
            </a:r>
          </a:p>
          <a:p>
            <a:r>
              <a:rPr lang="fr-FR" altLang="fr-FR" smtClean="0"/>
              <a:t>You deserve the glory And the honor
12-  NOUS LEVONS LES MAINS  ET TE LOUONS </a:t>
            </a:r>
          </a:p>
          <a:p>
            <a:r>
              <a:rPr lang="fr-FR" altLang="fr-FR" smtClean="0"/>
              <a:t>Lord we lift our hands in worship
13-  EN EXALTANT TON SAINT NOM </a:t>
            </a:r>
          </a:p>
          <a:p>
            <a:r>
              <a:rPr lang="fr-FR" altLang="fr-FR" smtClean="0"/>
              <a:t>As we lift your holy name</a:t>
            </a:r>
          </a:p>
          <a:p>
            <a:endParaRPr lang="fr-FR" altLang="fr-FR" smtClean="0"/>
          </a:p>
          <a:p>
            <a:r>
              <a:rPr lang="fr-FR" altLang="fr-FR" smtClean="0"/>
              <a:t>14-  CAR TU ES GRAND  SEIGNEUR, TU FAIS DES MERVEILLES </a:t>
            </a:r>
          </a:p>
          <a:p>
            <a:r>
              <a:rPr lang="fr-FR" altLang="fr-FR" smtClean="0"/>
              <a:t>You are great You do miracles so great</a:t>
            </a:r>
          </a:p>
          <a:p>
            <a:r>
              <a:rPr lang="fr-FR" altLang="fr-FR" smtClean="0"/>
              <a:t>15-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  <a:p>
            <a:r>
              <a:rPr lang="fr-FR" altLang="fr-FR" smtClean="0"/>
              <a:t>16-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COURS APRÈS TOI TU VEILLES SUR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I’m running after Thee You’re watching over me 
2-  DANS TES BRAS GRANDS OUVERTS OÙ JE PEUX ME CACHER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Your arms open wide There’s a place I can hide
3-  TU ES LE DÉSIRE DE MON CŒUR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JOIE ÉTERNELLE UNE PAIX SANS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Everlasting joy Never ending peace
5-  TU ES TOUT CE DONT J’AI BESOIN TU ES TOUT CE QUE JE VEUX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all I need You’re all I wantYou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LE PLUS GRAND LE PLUS SAGE PARMI LES SAGES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greater that the great Wiser than the wise 
	7-  EN TOI EST MON ESPÉRANCE ET MA GUÉRISON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find hope I find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TON AMOUR EST SI PROFOND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 is deeper that the deep
	9-  SEIGNEUR TU ES FORT QUAND JE SUIS FAIBLE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Lord, You’re strong when I’m weak 
	10-  EN TOI JE ME CONFIE, TU ES MON ABRI TU ES LE DÉSIRE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confide There’s a place I can hide You are my heart’s desire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TE RENDONS GLOIRE  ET HONNEUR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deserve the glory And the honor
12-  NOUS LEVONS LES MAINS  ET TE LOUONS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we lift our hands in worship
13-  EN EXALTANT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lift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CAR TU ES GRAND  SEIGNEUR, TU FAIS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great You do miracles so great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JE COURS APRÈS TOI TU VEILLES SUR MOI </a:t>
            </a:r>
          </a:p>
          <a:p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r>
              <a:rPr lang="fr-FR" altLang="fr-FR" smtClean="0"/>
              <a:t>With Your arms open wide There’s a place I can hide
3-  TU ES LE DÉSIRE DE MON CŒUR  </a:t>
            </a:r>
          </a:p>
          <a:p>
            <a:r>
              <a:rPr lang="fr-FR" altLang="fr-FR" smtClean="0"/>
              <a:t>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4-  JOIE ÉTERNELLE UNE PAIX SANS FIN </a:t>
            </a:r>
          </a:p>
          <a:p>
            <a:r>
              <a:rPr lang="fr-FR" altLang="fr-FR" smtClean="0"/>
              <a:t>Everlasting joy Never ending peace
5-  TU ES TOUT CE DONT J’AI BESOIN TU ES TOUT CE QUE JE VEUX </a:t>
            </a:r>
          </a:p>
          <a:p>
            <a:r>
              <a:rPr lang="fr-FR" altLang="fr-FR" smtClean="0"/>
              <a:t>You’re all I need You’re all I wantYou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	6-  TU ES LE PLUS GRAND LE PLUS SAGE PARMI LES SAGES</a:t>
            </a:r>
          </a:p>
          <a:p>
            <a:r>
              <a:rPr lang="fr-FR" altLang="fr-FR" smtClean="0"/>
              <a:t>	You are greater that the great Wiser than the wise 
	7-  EN TOI EST MON ESPÉRANCE ET MA GUÉRISON </a:t>
            </a:r>
          </a:p>
          <a:p>
            <a:r>
              <a:rPr lang="fr-FR" altLang="fr-FR" smtClean="0"/>
              <a:t>	In you I find hope I find healing</a:t>
            </a:r>
          </a:p>
          <a:p>
            <a:endParaRPr lang="fr-FR" altLang="fr-FR" smtClean="0"/>
          </a:p>
          <a:p>
            <a:r>
              <a:rPr lang="fr-FR" altLang="fr-FR" smtClean="0"/>
              <a:t>	8-  TON AMOUR EST SI PROFOND </a:t>
            </a:r>
          </a:p>
          <a:p>
            <a:r>
              <a:rPr lang="fr-FR" altLang="fr-FR" smtClean="0"/>
              <a:t>	Your love is deeper that the deep
	9-  SEIGNEUR TU ES FORT QUAND JE SUIS FAIBLE </a:t>
            </a:r>
          </a:p>
          <a:p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r>
              <a:rPr lang="fr-FR" altLang="fr-FR" smtClean="0"/>
              <a:t>	In you I confide There’s a place I can hide You are my heart’s desire		X2</a:t>
            </a:r>
          </a:p>
          <a:p>
            <a:endParaRPr lang="fr-FR" altLang="fr-FR" smtClean="0"/>
          </a:p>
          <a:p>
            <a:r>
              <a:rPr lang="fr-FR" altLang="fr-FR" smtClean="0"/>
              <a:t>	*****</a:t>
            </a:r>
          </a:p>
          <a:p>
            <a:r>
              <a:rPr lang="fr-FR" altLang="fr-FR" smtClean="0"/>
              <a:t>11-  NOUS TE RENDONS GLOIRE  ET HONNEUR </a:t>
            </a:r>
          </a:p>
          <a:p>
            <a:r>
              <a:rPr lang="fr-FR" altLang="fr-FR" smtClean="0"/>
              <a:t>You deserve the glory And the honor
12-  NOUS LEVONS LES MAINS  ET TE LOUONS </a:t>
            </a:r>
          </a:p>
          <a:p>
            <a:r>
              <a:rPr lang="fr-FR" altLang="fr-FR" smtClean="0"/>
              <a:t>Lord we lift our hands in worship
13-  EN EXALTANT TON SAINT NOM </a:t>
            </a:r>
          </a:p>
          <a:p>
            <a:r>
              <a:rPr lang="fr-FR" altLang="fr-FR" smtClean="0"/>
              <a:t>As we lift your holy name</a:t>
            </a:r>
          </a:p>
          <a:p>
            <a:endParaRPr lang="fr-FR" altLang="fr-FR" smtClean="0"/>
          </a:p>
          <a:p>
            <a:r>
              <a:rPr lang="fr-FR" altLang="fr-FR" smtClean="0"/>
              <a:t>14-  CAR TU ES GRAND  SEIGNEUR, TU FAIS DES MERVEILLES </a:t>
            </a:r>
          </a:p>
          <a:p>
            <a:r>
              <a:rPr lang="fr-FR" altLang="fr-FR" smtClean="0"/>
              <a:t>You are great You do miracles so great</a:t>
            </a:r>
          </a:p>
          <a:p>
            <a:r>
              <a:rPr lang="fr-FR" altLang="fr-FR" smtClean="0"/>
              <a:t>15-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  <a:p>
            <a:r>
              <a:rPr lang="fr-FR" altLang="fr-FR" smtClean="0"/>
              <a:t>16-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COURS APRÈS TOI TU VEILLES SUR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I’m running after Thee You’re watching over me 
2-  DANS TES BRAS GRANDS OUVERTS OÙ JE PEUX ME CACHER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Your arms open wide There’s a place I can hide
3-  TU ES LE DÉSIRE DE MON CŒUR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JOIE ÉTERNELLE UNE PAIX SANS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Everlasting joy Never ending peace
5-  TU ES TOUT CE DONT J’AI BESOIN TU ES TOUT CE QUE JE VEUX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all I need You’re all I wantYou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LE PLUS GRAND LE PLUS SAGE PARMI LES SAGES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greater that the great Wiser than the wise 
	7-  EN TOI EST MON ESPÉRANCE ET MA GUÉRISON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find hope I find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TON AMOUR EST SI PROFOND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 is deeper that the deep
	9-  SEIGNEUR TU ES FORT QUAND JE SUIS FAIBLE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Lord, You’re strong when I’m weak 
	10-  EN TOI JE ME CONFIE, TU ES MON ABRI TU ES LE DÉSIRE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confide There’s a place I can hide You are my heart’s desire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TE RENDONS GLOIRE  ET HONNEUR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deserve the glory And the honor
12-  NOUS LEVONS LES MAINS  ET TE LOUONS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we lift our hands in worship
13-  EN EXALTANT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lift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CAR TU ES GRAND  SEIGNEUR, TU FAIS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great You do miracles so great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JE COURS APRÈS TOI TU VEILLES SUR MOI </a:t>
            </a:r>
          </a:p>
          <a:p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r>
              <a:rPr lang="fr-FR" altLang="fr-FR" smtClean="0"/>
              <a:t>With Your arms open wide There’s a place I can hide
3-  TU ES LE DÉSIRE DE MON CŒUR  </a:t>
            </a:r>
          </a:p>
          <a:p>
            <a:r>
              <a:rPr lang="fr-FR" altLang="fr-FR" smtClean="0"/>
              <a:t>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4-  JOIE ÉTERNELLE UNE PAIX SANS FIN </a:t>
            </a:r>
          </a:p>
          <a:p>
            <a:r>
              <a:rPr lang="fr-FR" altLang="fr-FR" smtClean="0"/>
              <a:t>Everlasting joy Never ending peace
5-  TU ES TOUT CE DONT J’AI BESOIN TU ES TOUT CE QUE JE VEUX </a:t>
            </a:r>
          </a:p>
          <a:p>
            <a:r>
              <a:rPr lang="fr-FR" altLang="fr-FR" smtClean="0"/>
              <a:t>You’re all I need You’re all I wantYou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	6-  TU ES LE PLUS GRAND LE PLUS SAGE PARMI LES SAGES</a:t>
            </a:r>
          </a:p>
          <a:p>
            <a:r>
              <a:rPr lang="fr-FR" altLang="fr-FR" smtClean="0"/>
              <a:t>	You are greater that the great Wiser than the wise 
	7-  EN TOI EST MON ESPÉRANCE ET MA GUÉRISON </a:t>
            </a:r>
          </a:p>
          <a:p>
            <a:r>
              <a:rPr lang="fr-FR" altLang="fr-FR" smtClean="0"/>
              <a:t>	In you I find hope I find healing</a:t>
            </a:r>
          </a:p>
          <a:p>
            <a:endParaRPr lang="fr-FR" altLang="fr-FR" smtClean="0"/>
          </a:p>
          <a:p>
            <a:r>
              <a:rPr lang="fr-FR" altLang="fr-FR" smtClean="0"/>
              <a:t>	8-  TON AMOUR EST SI PROFOND </a:t>
            </a:r>
          </a:p>
          <a:p>
            <a:r>
              <a:rPr lang="fr-FR" altLang="fr-FR" smtClean="0"/>
              <a:t>	Your love is deeper that the deep
	9-  SEIGNEUR TU ES FORT QUAND JE SUIS FAIBLE </a:t>
            </a:r>
          </a:p>
          <a:p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r>
              <a:rPr lang="fr-FR" altLang="fr-FR" smtClean="0"/>
              <a:t>	In you I confide There’s a place I can hide You are my heart’s desire		X2</a:t>
            </a:r>
          </a:p>
          <a:p>
            <a:endParaRPr lang="fr-FR" altLang="fr-FR" smtClean="0"/>
          </a:p>
          <a:p>
            <a:r>
              <a:rPr lang="fr-FR" altLang="fr-FR" smtClean="0"/>
              <a:t>	*****</a:t>
            </a:r>
          </a:p>
          <a:p>
            <a:r>
              <a:rPr lang="fr-FR" altLang="fr-FR" smtClean="0"/>
              <a:t>11-  NOUS TE RENDONS GLOIRE  ET HONNEUR </a:t>
            </a:r>
          </a:p>
          <a:p>
            <a:r>
              <a:rPr lang="fr-FR" altLang="fr-FR" smtClean="0"/>
              <a:t>You deserve the glory And the honor
12-  NOUS LEVONS LES MAINS  ET TE LOUONS </a:t>
            </a:r>
          </a:p>
          <a:p>
            <a:r>
              <a:rPr lang="fr-FR" altLang="fr-FR" smtClean="0"/>
              <a:t>Lord we lift our hands in worship
13-  EN EXALTANT TON SAINT NOM </a:t>
            </a:r>
          </a:p>
          <a:p>
            <a:r>
              <a:rPr lang="fr-FR" altLang="fr-FR" smtClean="0"/>
              <a:t>As we lift your holy name</a:t>
            </a:r>
          </a:p>
          <a:p>
            <a:endParaRPr lang="fr-FR" altLang="fr-FR" smtClean="0"/>
          </a:p>
          <a:p>
            <a:r>
              <a:rPr lang="fr-FR" altLang="fr-FR" smtClean="0"/>
              <a:t>14-  CAR TU ES GRAND  SEIGNEUR, TU FAIS DES MERVEILLES </a:t>
            </a:r>
          </a:p>
          <a:p>
            <a:r>
              <a:rPr lang="fr-FR" altLang="fr-FR" smtClean="0"/>
              <a:t>You are great You do miracles so great</a:t>
            </a:r>
          </a:p>
          <a:p>
            <a:r>
              <a:rPr lang="fr-FR" altLang="fr-FR" smtClean="0"/>
              <a:t>15-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  <a:p>
            <a:r>
              <a:rPr lang="fr-FR" altLang="fr-FR" smtClean="0"/>
              <a:t>16-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COURS APRÈS TOI TU VEILLES SUR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I’m running after Thee You’re watching over me 
2-  DANS TES BRAS GRANDS OUVERTS OÙ JE PEUX ME CACHER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Your arms open wide There’s a place I can hide
3-  TU ES LE DÉSIRE DE MON CŒUR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JOIE ÉTERNELLE UNE PAIX SANS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Everlasting joy Never ending peace
5-  TU ES TOUT CE DONT J’AI BESOIN TU ES TOUT CE QUE JE VEUX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all I need You’re all I wantYou are my heart’s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LE PLUS GRAND LE PLUS SAGE PARMI LES SAGES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greater that the great Wiser than the wise 
	7-  EN TOI EST MON ESPÉRANCE ET MA GUÉRISON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find hope I find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TON AMOUR EST SI PROFOND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 is deeper that the deep
	9-  SEIGNEUR TU ES FORT QUAND JE SUIS FAIBLE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Lord, You’re strong when I’m weak 
	10-  EN TOI JE ME CONFIE, TU ES MON ABRI TU ES LE DÉSIRE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 you I confide There’s a place I can hide You are my heart’s desire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NOUS TE RENDONS GLOIRE  ET HONNEUR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deserve the glory And the honor
12-  NOUS LEVONS LES MAINS  ET TE LOUONS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we lift our hands in worship
13-  EN EXALTANT TON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As we lift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CAR TU ES GRAND  SEIGNEUR, TU FAIS DES MERVEILLES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great You do miracles so great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NUL N’EST COMPARABLE À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no one else like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JE COURS APRÈS TOI TU VEILLES SUR MOI </a:t>
            </a:r>
          </a:p>
          <a:p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r>
              <a:rPr lang="fr-FR" altLang="fr-FR" smtClean="0"/>
              <a:t>With Your arms open wide There’s a place I can hide
3-  TU ES LE DÉSIRE DE MON CŒUR  </a:t>
            </a:r>
          </a:p>
          <a:p>
            <a:r>
              <a:rPr lang="fr-FR" altLang="fr-FR" smtClean="0"/>
              <a:t>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4-  JOIE ÉTERNELLE UNE PAIX SANS FIN </a:t>
            </a:r>
          </a:p>
          <a:p>
            <a:r>
              <a:rPr lang="fr-FR" altLang="fr-FR" smtClean="0"/>
              <a:t>Everlasting joy Never ending peace
5-  TU ES TOUT CE DONT J’AI BESOIN TU ES TOUT CE QUE JE VEUX </a:t>
            </a:r>
          </a:p>
          <a:p>
            <a:r>
              <a:rPr lang="fr-FR" altLang="fr-FR" smtClean="0"/>
              <a:t>You’re all I need You’re all I wantYou are my heart’s desire</a:t>
            </a:r>
          </a:p>
          <a:p>
            <a:endParaRPr lang="fr-FR" altLang="fr-FR" smtClean="0"/>
          </a:p>
          <a:p>
            <a:r>
              <a:rPr lang="fr-FR" altLang="fr-FR" smtClean="0"/>
              <a:t>	6-  TU ES LE PLUS GRAND LE PLUS SAGE PARMI LES SAGES</a:t>
            </a:r>
          </a:p>
          <a:p>
            <a:r>
              <a:rPr lang="fr-FR" altLang="fr-FR" smtClean="0"/>
              <a:t>	You are greater that the great Wiser than the wise 
	7-  EN TOI EST MON ESPÉRANCE ET MA GUÉRISON </a:t>
            </a:r>
          </a:p>
          <a:p>
            <a:r>
              <a:rPr lang="fr-FR" altLang="fr-FR" smtClean="0"/>
              <a:t>	In you I find hope I find healing</a:t>
            </a:r>
          </a:p>
          <a:p>
            <a:endParaRPr lang="fr-FR" altLang="fr-FR" smtClean="0"/>
          </a:p>
          <a:p>
            <a:r>
              <a:rPr lang="fr-FR" altLang="fr-FR" smtClean="0"/>
              <a:t>	8-  TON AMOUR EST SI PROFOND </a:t>
            </a:r>
          </a:p>
          <a:p>
            <a:r>
              <a:rPr lang="fr-FR" altLang="fr-FR" smtClean="0"/>
              <a:t>	Your love is deeper that the deep
	9-  SEIGNEUR TU ES FORT QUAND JE SUIS FAIBLE </a:t>
            </a:r>
          </a:p>
          <a:p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r>
              <a:rPr lang="fr-FR" altLang="fr-FR" smtClean="0"/>
              <a:t>	In you I confide There’s a place I can hide You are my heart’s desire		X2</a:t>
            </a:r>
          </a:p>
          <a:p>
            <a:endParaRPr lang="fr-FR" altLang="fr-FR" smtClean="0"/>
          </a:p>
          <a:p>
            <a:r>
              <a:rPr lang="fr-FR" altLang="fr-FR" smtClean="0"/>
              <a:t>	*****</a:t>
            </a:r>
          </a:p>
          <a:p>
            <a:r>
              <a:rPr lang="fr-FR" altLang="fr-FR" smtClean="0"/>
              <a:t>11-  NOUS TE RENDONS GLOIRE  ET HONNEUR </a:t>
            </a:r>
          </a:p>
          <a:p>
            <a:r>
              <a:rPr lang="fr-FR" altLang="fr-FR" smtClean="0"/>
              <a:t>You deserve the glory And the honor
12-  NOUS LEVONS LES MAINS  ET TE LOUONS </a:t>
            </a:r>
          </a:p>
          <a:p>
            <a:r>
              <a:rPr lang="fr-FR" altLang="fr-FR" smtClean="0"/>
              <a:t>Lord we lift our hands in worship
13-  EN EXALTANT TON SAINT NOM </a:t>
            </a:r>
          </a:p>
          <a:p>
            <a:r>
              <a:rPr lang="fr-FR" altLang="fr-FR" smtClean="0"/>
              <a:t>As we lift your holy name</a:t>
            </a:r>
          </a:p>
          <a:p>
            <a:endParaRPr lang="fr-FR" altLang="fr-FR" smtClean="0"/>
          </a:p>
          <a:p>
            <a:r>
              <a:rPr lang="fr-FR" altLang="fr-FR" smtClean="0"/>
              <a:t>14-  CAR TU ES GRAND  SEIGNEUR, TU FAIS DES MERVEILLES </a:t>
            </a:r>
          </a:p>
          <a:p>
            <a:r>
              <a:rPr lang="fr-FR" altLang="fr-FR" smtClean="0"/>
              <a:t>You are great You do miracles so great</a:t>
            </a:r>
          </a:p>
          <a:p>
            <a:r>
              <a:rPr lang="fr-FR" altLang="fr-FR" smtClean="0"/>
              <a:t>15-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  <a:p>
            <a:r>
              <a:rPr lang="fr-FR" altLang="fr-FR" smtClean="0"/>
              <a:t>16-  NUL N’EST COMPARABLE À TOI </a:t>
            </a:r>
          </a:p>
          <a:p>
            <a:r>
              <a:rPr lang="fr-FR" altLang="fr-FR" smtClean="0"/>
              <a:t>There is no one else like You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JE COURS APRÈS TOI TU VEILLES SUR MOI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With Your arms open wide There’s a place I can hide
3-  TU ES LE DÉSIRE DE MON CŒUR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my heart’s desire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JOIE ÉTERNELLE UNE PAIX SANS FIN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Everlasting joy Never ending peace
5-  TU ES TOUT CE DONT J’AI BESOIN TU ES TOUT CE QUE JE VEUX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You’re all I need You’re all I wantYou are my heart’s desire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6-  TU ES LE PLUS GRAND LE PLUS SAGE PARMI LES SAGES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You are greater that the great Wiser than the wise 
	7-  EN TOI EST MON ESPÉRANCE ET MA GUÉRISON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In you I find hope I find healing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TON AMOUR EST SI PROFOND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Your love is deeper that the deep
	9-  SEIGNEUR TU ES FORT QUAND JE SUIS FAIBLE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In you I confide There’s a place I can hide You are my heart’s desire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*****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NOUS TE RENDONS GLOIRE  ET HONNEUR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deserve the glory And the honor
12-  NOUS LEVONS LES MAINS  ET TE LOUONS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Lord we lift our hands in worship
13-  EN EXALTANT TON SAINT NOM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we lift your holy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 CAR TU ES GRAND  SEIGNEUR, TU FAIS DES MERVEILLES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great You do miracles so great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 NUL N’EST COMPARABLE 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There is no one else like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NUL N’EST COMPARABLE 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There is no one else like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>
                <a:latin typeface="Times New Roman" pitchFamily="18" charset="0"/>
              </a:rPr>
              <a:t>1-  JE COURS APRÈS TOI TU VEILLES SUR MOI </a:t>
            </a:r>
          </a:p>
          <a:p>
            <a:r>
              <a:rPr lang="fr-FR" altLang="fr-FR" smtClean="0">
                <a:latin typeface="Times New Roman" pitchFamily="18" charset="0"/>
              </a:rPr>
              <a:t>I’m running after Thee You’re watching over me 
2-  DANS TES BRAS GRANDS OUVERTS OÙ JE PEUX ME CACHER </a:t>
            </a:r>
          </a:p>
          <a:p>
            <a:r>
              <a:rPr lang="fr-FR" altLang="fr-FR" smtClean="0">
                <a:latin typeface="Times New Roman" pitchFamily="18" charset="0"/>
              </a:rPr>
              <a:t>With Your arms open wide There’s a place I can hide
3-  TU ES LE DÉSIRE DE MON CŒUR  </a:t>
            </a:r>
          </a:p>
          <a:p>
            <a:r>
              <a:rPr lang="fr-FR" altLang="fr-FR" smtClean="0">
                <a:latin typeface="Times New Roman" pitchFamily="18" charset="0"/>
              </a:rPr>
              <a:t>You are my heart’s desire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4-  JOIE ÉTERNELLE UNE PAIX SANS FIN </a:t>
            </a:r>
          </a:p>
          <a:p>
            <a:r>
              <a:rPr lang="fr-FR" altLang="fr-FR" smtClean="0">
                <a:latin typeface="Times New Roman" pitchFamily="18" charset="0"/>
              </a:rPr>
              <a:t>Everlasting joy Never ending peace
5-  TU ES TOUT CE DONT J’AI BESOIN TU ES TOUT CE QUE JE VEUX </a:t>
            </a:r>
          </a:p>
          <a:p>
            <a:r>
              <a:rPr lang="fr-FR" altLang="fr-FR" smtClean="0">
                <a:latin typeface="Times New Roman" pitchFamily="18" charset="0"/>
              </a:rPr>
              <a:t>You’re all I need You’re all I wantYou are my heart’s desire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6-  TU ES LE PLUS GRAND LE PLUS SAGE PARMI LES SAGES</a:t>
            </a:r>
          </a:p>
          <a:p>
            <a:r>
              <a:rPr lang="fr-FR" altLang="fr-FR" smtClean="0">
                <a:latin typeface="Times New Roman" pitchFamily="18" charset="0"/>
              </a:rPr>
              <a:t>	You are greater that the great Wiser than the wise 
	7-  EN TOI EST MON ESPÉRANCE ET MA GUÉRISON </a:t>
            </a:r>
          </a:p>
          <a:p>
            <a:r>
              <a:rPr lang="fr-FR" altLang="fr-FR" smtClean="0">
                <a:latin typeface="Times New Roman" pitchFamily="18" charset="0"/>
              </a:rPr>
              <a:t>	In you I find hope I find healing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8-  TON AMOUR EST SI PROFOND </a:t>
            </a:r>
          </a:p>
          <a:p>
            <a:r>
              <a:rPr lang="fr-FR" altLang="fr-FR" smtClean="0">
                <a:latin typeface="Times New Roman" pitchFamily="18" charset="0"/>
              </a:rPr>
              <a:t>	Your love is deeper that the deep
	9-  SEIGNEUR TU ES FORT QUAND JE SUIS FAIBLE </a:t>
            </a:r>
          </a:p>
          <a:p>
            <a:r>
              <a:rPr lang="fr-FR" altLang="fr-FR" smtClean="0">
                <a:latin typeface="Times New Roman" pitchFamily="18" charset="0"/>
              </a:rPr>
              <a:t>	Lord, You’re strong when I’m weak 
	10-  EN TOI JE ME CONFIE, TU ES MON ABRI TU ES LE DÉSIRE DE MON CŒUR </a:t>
            </a:r>
          </a:p>
          <a:p>
            <a:r>
              <a:rPr lang="fr-FR" altLang="fr-FR" smtClean="0">
                <a:latin typeface="Times New Roman" pitchFamily="18" charset="0"/>
              </a:rPr>
              <a:t>	In you I confide There’s a place I can hide You are my heart’s desire		X2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*****</a:t>
            </a:r>
          </a:p>
          <a:p>
            <a:r>
              <a:rPr lang="fr-FR" altLang="fr-FR" smtClean="0">
                <a:latin typeface="Times New Roman" pitchFamily="18" charset="0"/>
              </a:rPr>
              <a:t>11-  NOUS TE RENDONS GLOIRE  ET HONNEUR </a:t>
            </a:r>
          </a:p>
          <a:p>
            <a:r>
              <a:rPr lang="fr-FR" altLang="fr-FR" smtClean="0">
                <a:latin typeface="Times New Roman" pitchFamily="18" charset="0"/>
              </a:rPr>
              <a:t>You deserve the glory And the honor
12-  NOUS LEVONS LES MAINS  ET TE LOUONS </a:t>
            </a:r>
          </a:p>
          <a:p>
            <a:r>
              <a:rPr lang="fr-FR" altLang="fr-FR" smtClean="0">
                <a:latin typeface="Times New Roman" pitchFamily="18" charset="0"/>
              </a:rPr>
              <a:t>Lord we lift our hands in worship
13-  EN EXALTANT TON SAINT NOM </a:t>
            </a:r>
          </a:p>
          <a:p>
            <a:r>
              <a:rPr lang="fr-FR" altLang="fr-FR" smtClean="0">
                <a:latin typeface="Times New Roman" pitchFamily="18" charset="0"/>
              </a:rPr>
              <a:t>As we lift your holy name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14-  CAR TU ES GRAND  SEIGNEUR, TU FAIS DES MERVEILLES </a:t>
            </a:r>
          </a:p>
          <a:p>
            <a:r>
              <a:rPr lang="fr-FR" altLang="fr-FR" smtClean="0">
                <a:latin typeface="Times New Roman" pitchFamily="18" charset="0"/>
              </a:rPr>
              <a:t>You are great You do miracles so great</a:t>
            </a:r>
          </a:p>
          <a:p>
            <a:r>
              <a:rPr lang="fr-FR" altLang="fr-FR" smtClean="0">
                <a:latin typeface="Times New Roman" pitchFamily="18" charset="0"/>
              </a:rPr>
              <a:t>15-  NUL N’EST COMPARABLE À TOI </a:t>
            </a:r>
          </a:p>
          <a:p>
            <a:r>
              <a:rPr lang="fr-FR" altLang="fr-FR" smtClean="0">
                <a:latin typeface="Times New Roman" pitchFamily="18" charset="0"/>
              </a:rPr>
              <a:t>There is no one else like You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16-  NUL N’EST COMPARABLE À TOI </a:t>
            </a:r>
          </a:p>
          <a:p>
            <a:r>
              <a:rPr lang="fr-FR" altLang="fr-FR" smtClean="0">
                <a:latin typeface="Times New Roman" pitchFamily="18" charset="0"/>
              </a:rPr>
              <a:t>There is no one else like You</a:t>
            </a:r>
          </a:p>
          <a:p>
            <a:endParaRPr lang="fr-FR" alt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JE COURS APRÈS TOI TU VEILLES SUR MOI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With Your arms open wide There’s a place I can hide
3-  TU ES LE DÉSIRE DE MON CŒUR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my heart’s desire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JOIE ÉTERNELLE UNE PAIX SANS FIN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Everlasting joy Never ending peace
5-  TU ES TOUT CE DONT J’AI BESOIN TU ES TOUT CE QUE JE VEUX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You’re all I need You’re all I wantYou are my heart’s desire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6-  TU ES LE PLUS GRAND LE PLUS SAGE PARMI LES SAGES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You are greater that the great Wiser than the wise 
	7-  EN TOI EST MON ESPÉRANCE ET MA GUÉRISON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In you I find hope I find healing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TON AMOUR EST SI PROFOND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Your love is deeper that the deep
	9-  SEIGNEUR TU ES FORT QUAND JE SUIS FAIBLE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In you I confide There’s a place I can hide You are my heart’s desire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*****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NOUS TE RENDONS GLOIRE  ET HONNEUR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deserve the glory And the honor
12-  NOUS LEVONS LES MAINS  ET TE LOUONS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Lord we lift our hands in worship
13-  EN EXALTANT TON SAINT NOM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we lift your holy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 CAR TU ES GRAND  SEIGNEUR, TU FAIS DES MERVEILLES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great You do miracles so great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 NUL N’EST COMPARABLE 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There is no one else like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NUL N’EST COMPARABLE 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There is no one else like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>
                <a:latin typeface="Times New Roman" pitchFamily="18" charset="0"/>
              </a:rPr>
              <a:t>1-  JE COURS APRÈS TOI TU VEILLES SUR MOI </a:t>
            </a:r>
          </a:p>
          <a:p>
            <a:r>
              <a:rPr lang="fr-FR" altLang="fr-FR" smtClean="0">
                <a:latin typeface="Times New Roman" pitchFamily="18" charset="0"/>
              </a:rPr>
              <a:t>I’m running after Thee You’re watching over me 
2-  DANS TES BRAS GRANDS OUVERTS OÙ JE PEUX ME CACHER </a:t>
            </a:r>
          </a:p>
          <a:p>
            <a:r>
              <a:rPr lang="fr-FR" altLang="fr-FR" smtClean="0">
                <a:latin typeface="Times New Roman" pitchFamily="18" charset="0"/>
              </a:rPr>
              <a:t>With Your arms open wide There’s a place I can hide
3-  TU ES LE DÉSIRE DE MON CŒUR  </a:t>
            </a:r>
          </a:p>
          <a:p>
            <a:r>
              <a:rPr lang="fr-FR" altLang="fr-FR" smtClean="0">
                <a:latin typeface="Times New Roman" pitchFamily="18" charset="0"/>
              </a:rPr>
              <a:t>You are my heart’s desire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4-  JOIE ÉTERNELLE UNE PAIX SANS FIN </a:t>
            </a:r>
          </a:p>
          <a:p>
            <a:r>
              <a:rPr lang="fr-FR" altLang="fr-FR" smtClean="0">
                <a:latin typeface="Times New Roman" pitchFamily="18" charset="0"/>
              </a:rPr>
              <a:t>Everlasting joy Never ending peace
5-  TU ES TOUT CE DONT J’AI BESOIN TU ES TOUT CE QUE JE VEUX </a:t>
            </a:r>
          </a:p>
          <a:p>
            <a:r>
              <a:rPr lang="fr-FR" altLang="fr-FR" smtClean="0">
                <a:latin typeface="Times New Roman" pitchFamily="18" charset="0"/>
              </a:rPr>
              <a:t>You’re all I need You’re all I wantYou are my heart’s desire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6-  TU ES LE PLUS GRAND LE PLUS SAGE PARMI LES SAGES</a:t>
            </a:r>
          </a:p>
          <a:p>
            <a:r>
              <a:rPr lang="fr-FR" altLang="fr-FR" smtClean="0">
                <a:latin typeface="Times New Roman" pitchFamily="18" charset="0"/>
              </a:rPr>
              <a:t>	You are greater that the great Wiser than the wise 
	7-  EN TOI EST MON ESPÉRANCE ET MA GUÉRISON </a:t>
            </a:r>
          </a:p>
          <a:p>
            <a:r>
              <a:rPr lang="fr-FR" altLang="fr-FR" smtClean="0">
                <a:latin typeface="Times New Roman" pitchFamily="18" charset="0"/>
              </a:rPr>
              <a:t>	In you I find hope I find healing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8-  TON AMOUR EST SI PROFOND </a:t>
            </a:r>
          </a:p>
          <a:p>
            <a:r>
              <a:rPr lang="fr-FR" altLang="fr-FR" smtClean="0">
                <a:latin typeface="Times New Roman" pitchFamily="18" charset="0"/>
              </a:rPr>
              <a:t>	Your love is deeper that the deep
	9-  SEIGNEUR TU ES FORT QUAND JE SUIS FAIBLE </a:t>
            </a:r>
          </a:p>
          <a:p>
            <a:r>
              <a:rPr lang="fr-FR" altLang="fr-FR" smtClean="0">
                <a:latin typeface="Times New Roman" pitchFamily="18" charset="0"/>
              </a:rPr>
              <a:t>	Lord, You’re strong when I’m weak 
	10-  EN TOI JE ME CONFIE, TU ES MON ABRI TU ES LE DÉSIRE DE MON CŒUR </a:t>
            </a:r>
          </a:p>
          <a:p>
            <a:r>
              <a:rPr lang="fr-FR" altLang="fr-FR" smtClean="0">
                <a:latin typeface="Times New Roman" pitchFamily="18" charset="0"/>
              </a:rPr>
              <a:t>	In you I confide There’s a place I can hide You are my heart’s desire		X2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*****</a:t>
            </a:r>
          </a:p>
          <a:p>
            <a:r>
              <a:rPr lang="fr-FR" altLang="fr-FR" smtClean="0">
                <a:latin typeface="Times New Roman" pitchFamily="18" charset="0"/>
              </a:rPr>
              <a:t>11-  NOUS TE RENDONS GLOIRE  ET HONNEUR </a:t>
            </a:r>
          </a:p>
          <a:p>
            <a:r>
              <a:rPr lang="fr-FR" altLang="fr-FR" smtClean="0">
                <a:latin typeface="Times New Roman" pitchFamily="18" charset="0"/>
              </a:rPr>
              <a:t>You deserve the glory And the honor
12-  NOUS LEVONS LES MAINS  ET TE LOUONS </a:t>
            </a:r>
          </a:p>
          <a:p>
            <a:r>
              <a:rPr lang="fr-FR" altLang="fr-FR" smtClean="0">
                <a:latin typeface="Times New Roman" pitchFamily="18" charset="0"/>
              </a:rPr>
              <a:t>Lord we lift our hands in worship
13-  EN EXALTANT TON SAINT NOM </a:t>
            </a:r>
          </a:p>
          <a:p>
            <a:r>
              <a:rPr lang="fr-FR" altLang="fr-FR" smtClean="0">
                <a:latin typeface="Times New Roman" pitchFamily="18" charset="0"/>
              </a:rPr>
              <a:t>As we lift your holy name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14-  CAR TU ES GRAND  SEIGNEUR, TU FAIS DES MERVEILLES </a:t>
            </a:r>
          </a:p>
          <a:p>
            <a:r>
              <a:rPr lang="fr-FR" altLang="fr-FR" smtClean="0">
                <a:latin typeface="Times New Roman" pitchFamily="18" charset="0"/>
              </a:rPr>
              <a:t>You are great You do miracles so great</a:t>
            </a:r>
          </a:p>
          <a:p>
            <a:r>
              <a:rPr lang="fr-FR" altLang="fr-FR" smtClean="0">
                <a:latin typeface="Times New Roman" pitchFamily="18" charset="0"/>
              </a:rPr>
              <a:t>15-  NUL N’EST COMPARABLE À TOI </a:t>
            </a:r>
          </a:p>
          <a:p>
            <a:r>
              <a:rPr lang="fr-FR" altLang="fr-FR" smtClean="0">
                <a:latin typeface="Times New Roman" pitchFamily="18" charset="0"/>
              </a:rPr>
              <a:t>There is no one else like You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16-  NUL N’EST COMPARABLE À TOI </a:t>
            </a:r>
          </a:p>
          <a:p>
            <a:r>
              <a:rPr lang="fr-FR" altLang="fr-FR" smtClean="0">
                <a:latin typeface="Times New Roman" pitchFamily="18" charset="0"/>
              </a:rPr>
              <a:t>There is no one else like You</a:t>
            </a:r>
          </a:p>
          <a:p>
            <a:endParaRPr lang="fr-FR" alt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JE COURS APRÈS TOI TU VEILLES SUR MOI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With Your arms open wide There’s a place I can hide
3-  TU ES LE DÉSIRE DE MON CŒUR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my heart’s desire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JOIE ÉTERNELLE UNE PAIX SANS FIN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Everlasting joy Never ending peace
5-  TU ES TOUT CE DONT J’AI BESOIN TU ES TOUT CE QUE JE VEUX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You’re all I need You’re all I wantYou are my heart’s desire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6-  TU ES LE PLUS GRAND LE PLUS SAGE PARMI LES SAGES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You are greater that the great Wiser than the wise 
	7-  EN TOI EST MON ESPÉRANCE ET MA GUÉRISON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In you I find hope I find healing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TON AMOUR EST SI PROFOND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Your love is deeper that the deep
	9-  SEIGNEUR TU ES FORT QUAND JE SUIS FAIBLE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In you I confide There’s a place I can hide You are my heart’s desire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*****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NOUS TE RENDONS GLOIRE  ET HONNEUR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deserve the glory And the honor
12-  NOUS LEVONS LES MAINS  ET TE LOUONS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Lord we lift our hands in worship
13-  EN EXALTANT TON SAINT NOM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we lift your holy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 CAR TU ES GRAND  SEIGNEUR, TU FAIS DES MERVEILLES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great You do miracles so great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 NUL N’EST COMPARABLE 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There is no one else like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NUL N’EST COMPARABLE 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There is no one else like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>
                <a:latin typeface="Times New Roman" pitchFamily="18" charset="0"/>
              </a:rPr>
              <a:t>1-  JE COURS APRÈS TOI TU VEILLES SUR MOI </a:t>
            </a:r>
          </a:p>
          <a:p>
            <a:r>
              <a:rPr lang="fr-FR" altLang="fr-FR" smtClean="0">
                <a:latin typeface="Times New Roman" pitchFamily="18" charset="0"/>
              </a:rPr>
              <a:t>I’m running after Thee You’re watching over me 
2-  DANS TES BRAS GRANDS OUVERTS OÙ JE PEUX ME CACHER </a:t>
            </a:r>
          </a:p>
          <a:p>
            <a:r>
              <a:rPr lang="fr-FR" altLang="fr-FR" smtClean="0">
                <a:latin typeface="Times New Roman" pitchFamily="18" charset="0"/>
              </a:rPr>
              <a:t>With Your arms open wide There’s a place I can hide
3-  TU ES LE DÉSIRE DE MON CŒUR  </a:t>
            </a:r>
          </a:p>
          <a:p>
            <a:r>
              <a:rPr lang="fr-FR" altLang="fr-FR" smtClean="0">
                <a:latin typeface="Times New Roman" pitchFamily="18" charset="0"/>
              </a:rPr>
              <a:t>You are my heart’s desire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4-  JOIE ÉTERNELLE UNE PAIX SANS FIN </a:t>
            </a:r>
          </a:p>
          <a:p>
            <a:r>
              <a:rPr lang="fr-FR" altLang="fr-FR" smtClean="0">
                <a:latin typeface="Times New Roman" pitchFamily="18" charset="0"/>
              </a:rPr>
              <a:t>Everlasting joy Never ending peace
5-  TU ES TOUT CE DONT J’AI BESOIN TU ES TOUT CE QUE JE VEUX </a:t>
            </a:r>
          </a:p>
          <a:p>
            <a:r>
              <a:rPr lang="fr-FR" altLang="fr-FR" smtClean="0">
                <a:latin typeface="Times New Roman" pitchFamily="18" charset="0"/>
              </a:rPr>
              <a:t>You’re all I need You’re all I wantYou are my heart’s desire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6-  TU ES LE PLUS GRAND LE PLUS SAGE PARMI LES SAGES</a:t>
            </a:r>
          </a:p>
          <a:p>
            <a:r>
              <a:rPr lang="fr-FR" altLang="fr-FR" smtClean="0">
                <a:latin typeface="Times New Roman" pitchFamily="18" charset="0"/>
              </a:rPr>
              <a:t>	You are greater that the great Wiser than the wise 
	7-  EN TOI EST MON ESPÉRANCE ET MA GUÉRISON </a:t>
            </a:r>
          </a:p>
          <a:p>
            <a:r>
              <a:rPr lang="fr-FR" altLang="fr-FR" smtClean="0">
                <a:latin typeface="Times New Roman" pitchFamily="18" charset="0"/>
              </a:rPr>
              <a:t>	In you I find hope I find healing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8-  TON AMOUR EST SI PROFOND </a:t>
            </a:r>
          </a:p>
          <a:p>
            <a:r>
              <a:rPr lang="fr-FR" altLang="fr-FR" smtClean="0">
                <a:latin typeface="Times New Roman" pitchFamily="18" charset="0"/>
              </a:rPr>
              <a:t>	Your love is deeper that the deep
	9-  SEIGNEUR TU ES FORT QUAND JE SUIS FAIBLE </a:t>
            </a:r>
          </a:p>
          <a:p>
            <a:r>
              <a:rPr lang="fr-FR" altLang="fr-FR" smtClean="0">
                <a:latin typeface="Times New Roman" pitchFamily="18" charset="0"/>
              </a:rPr>
              <a:t>	Lord, You’re strong when I’m weak 
	10-  EN TOI JE ME CONFIE, TU ES MON ABRI TU ES LE DÉSIRE DE MON CŒUR </a:t>
            </a:r>
          </a:p>
          <a:p>
            <a:r>
              <a:rPr lang="fr-FR" altLang="fr-FR" smtClean="0">
                <a:latin typeface="Times New Roman" pitchFamily="18" charset="0"/>
              </a:rPr>
              <a:t>	In you I confide There’s a place I can hide You are my heart’s desire		X2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*****</a:t>
            </a:r>
          </a:p>
          <a:p>
            <a:r>
              <a:rPr lang="fr-FR" altLang="fr-FR" smtClean="0">
                <a:latin typeface="Times New Roman" pitchFamily="18" charset="0"/>
              </a:rPr>
              <a:t>11-  NOUS TE RENDONS GLOIRE  ET HONNEUR </a:t>
            </a:r>
          </a:p>
          <a:p>
            <a:r>
              <a:rPr lang="fr-FR" altLang="fr-FR" smtClean="0">
                <a:latin typeface="Times New Roman" pitchFamily="18" charset="0"/>
              </a:rPr>
              <a:t>You deserve the glory And the honor
12-  NOUS LEVONS LES MAINS  ET TE LOUONS </a:t>
            </a:r>
          </a:p>
          <a:p>
            <a:r>
              <a:rPr lang="fr-FR" altLang="fr-FR" smtClean="0">
                <a:latin typeface="Times New Roman" pitchFamily="18" charset="0"/>
              </a:rPr>
              <a:t>Lord we lift our hands in worship
13-  EN EXALTANT TON SAINT NOM </a:t>
            </a:r>
          </a:p>
          <a:p>
            <a:r>
              <a:rPr lang="fr-FR" altLang="fr-FR" smtClean="0">
                <a:latin typeface="Times New Roman" pitchFamily="18" charset="0"/>
              </a:rPr>
              <a:t>As we lift your holy name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14-  CAR TU ES GRAND  SEIGNEUR, TU FAIS DES MERVEILLES </a:t>
            </a:r>
          </a:p>
          <a:p>
            <a:r>
              <a:rPr lang="fr-FR" altLang="fr-FR" smtClean="0">
                <a:latin typeface="Times New Roman" pitchFamily="18" charset="0"/>
              </a:rPr>
              <a:t>You are great You do miracles so great</a:t>
            </a:r>
          </a:p>
          <a:p>
            <a:r>
              <a:rPr lang="fr-FR" altLang="fr-FR" smtClean="0">
                <a:latin typeface="Times New Roman" pitchFamily="18" charset="0"/>
              </a:rPr>
              <a:t>15-  NUL N’EST COMPARABLE À TOI </a:t>
            </a:r>
          </a:p>
          <a:p>
            <a:r>
              <a:rPr lang="fr-FR" altLang="fr-FR" smtClean="0">
                <a:latin typeface="Times New Roman" pitchFamily="18" charset="0"/>
              </a:rPr>
              <a:t>There is no one else like You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16-  NUL N’EST COMPARABLE À TOI </a:t>
            </a:r>
          </a:p>
          <a:p>
            <a:r>
              <a:rPr lang="fr-FR" altLang="fr-FR" smtClean="0">
                <a:latin typeface="Times New Roman" pitchFamily="18" charset="0"/>
              </a:rPr>
              <a:t>There is no one else like You</a:t>
            </a:r>
          </a:p>
          <a:p>
            <a:endParaRPr lang="fr-FR" alt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JE COURS APRÈS TOI TU VEILLES SUR MOI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With Your arms open wide There’s a place I can hide
3-  TU ES LE DÉSIRE DE MON CŒUR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my heart’s desire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JOIE ÉTERNELLE UNE PAIX SANS FIN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Everlasting joy Never ending peace
5-  TU ES TOUT CE DONT J’AI BESOIN TU ES TOUT CE QUE JE VEUX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You’re all I need You’re all I wantYou are my heart’s desire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6-  TU ES LE PLUS GRAND LE PLUS SAGE PARMI LES SAGES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You are greater that the great Wiser than the wise 
	7-  EN TOI EST MON ESPÉRANCE ET MA GUÉRISON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In you I find hope I find healing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TON AMOUR EST SI PROFOND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Your love is deeper that the deep
	9-  SEIGNEUR TU ES FORT QUAND JE SUIS FAIBLE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In you I confide There’s a place I can hide You are my heart’s desire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*****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NOUS TE RENDONS GLOIRE  ET HONNEUR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deserve the glory And the honor
12-  NOUS LEVONS LES MAINS  ET TE LOUONS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Lord we lift our hands in worship
13-  EN EXALTANT TON SAINT NOM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we lift your holy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 CAR TU ES GRAND  SEIGNEUR, TU FAIS DES MERVEILLES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great You do miracles so great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 NUL N’EST COMPARABLE 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There is no one else like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NUL N’EST COMPARABLE 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There is no one else like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>
                <a:latin typeface="Times New Roman" pitchFamily="18" charset="0"/>
              </a:rPr>
              <a:t>1-  JE COURS APRÈS TOI TU VEILLES SUR MOI </a:t>
            </a:r>
          </a:p>
          <a:p>
            <a:r>
              <a:rPr lang="fr-FR" altLang="fr-FR" smtClean="0">
                <a:latin typeface="Times New Roman" pitchFamily="18" charset="0"/>
              </a:rPr>
              <a:t>I’m running after Thee You’re watching over me 
2-  DANS TES BRAS GRANDS OUVERTS OÙ JE PEUX ME CACHER </a:t>
            </a:r>
          </a:p>
          <a:p>
            <a:r>
              <a:rPr lang="fr-FR" altLang="fr-FR" smtClean="0">
                <a:latin typeface="Times New Roman" pitchFamily="18" charset="0"/>
              </a:rPr>
              <a:t>With Your arms open wide There’s a place I can hide
3-  TU ES LE DÉSIRE DE MON CŒUR  </a:t>
            </a:r>
          </a:p>
          <a:p>
            <a:r>
              <a:rPr lang="fr-FR" altLang="fr-FR" smtClean="0">
                <a:latin typeface="Times New Roman" pitchFamily="18" charset="0"/>
              </a:rPr>
              <a:t>You are my heart’s desire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4-  JOIE ÉTERNELLE UNE PAIX SANS FIN </a:t>
            </a:r>
          </a:p>
          <a:p>
            <a:r>
              <a:rPr lang="fr-FR" altLang="fr-FR" smtClean="0">
                <a:latin typeface="Times New Roman" pitchFamily="18" charset="0"/>
              </a:rPr>
              <a:t>Everlasting joy Never ending peace
5-  TU ES TOUT CE DONT J’AI BESOIN TU ES TOUT CE QUE JE VEUX </a:t>
            </a:r>
          </a:p>
          <a:p>
            <a:r>
              <a:rPr lang="fr-FR" altLang="fr-FR" smtClean="0">
                <a:latin typeface="Times New Roman" pitchFamily="18" charset="0"/>
              </a:rPr>
              <a:t>You’re all I need You’re all I wantYou are my heart’s desire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6-  TU ES LE PLUS GRAND LE PLUS SAGE PARMI LES SAGES</a:t>
            </a:r>
          </a:p>
          <a:p>
            <a:r>
              <a:rPr lang="fr-FR" altLang="fr-FR" smtClean="0">
                <a:latin typeface="Times New Roman" pitchFamily="18" charset="0"/>
              </a:rPr>
              <a:t>	You are greater that the great Wiser than the wise 
	7-  EN TOI EST MON ESPÉRANCE ET MA GUÉRISON </a:t>
            </a:r>
          </a:p>
          <a:p>
            <a:r>
              <a:rPr lang="fr-FR" altLang="fr-FR" smtClean="0">
                <a:latin typeface="Times New Roman" pitchFamily="18" charset="0"/>
              </a:rPr>
              <a:t>	In you I find hope I find healing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8-  TON AMOUR EST SI PROFOND </a:t>
            </a:r>
          </a:p>
          <a:p>
            <a:r>
              <a:rPr lang="fr-FR" altLang="fr-FR" smtClean="0">
                <a:latin typeface="Times New Roman" pitchFamily="18" charset="0"/>
              </a:rPr>
              <a:t>	Your love is deeper that the deep
	9-  SEIGNEUR TU ES FORT QUAND JE SUIS FAIBLE </a:t>
            </a:r>
          </a:p>
          <a:p>
            <a:r>
              <a:rPr lang="fr-FR" altLang="fr-FR" smtClean="0">
                <a:latin typeface="Times New Roman" pitchFamily="18" charset="0"/>
              </a:rPr>
              <a:t>	Lord, You’re strong when I’m weak 
	10-  EN TOI JE ME CONFIE, TU ES MON ABRI TU ES LE DÉSIRE DE MON CŒUR </a:t>
            </a:r>
          </a:p>
          <a:p>
            <a:r>
              <a:rPr lang="fr-FR" altLang="fr-FR" smtClean="0">
                <a:latin typeface="Times New Roman" pitchFamily="18" charset="0"/>
              </a:rPr>
              <a:t>	In you I confide There’s a place I can hide You are my heart’s desire		X2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*****</a:t>
            </a:r>
          </a:p>
          <a:p>
            <a:r>
              <a:rPr lang="fr-FR" altLang="fr-FR" smtClean="0">
                <a:latin typeface="Times New Roman" pitchFamily="18" charset="0"/>
              </a:rPr>
              <a:t>11-  NOUS TE RENDONS GLOIRE  ET HONNEUR </a:t>
            </a:r>
          </a:p>
          <a:p>
            <a:r>
              <a:rPr lang="fr-FR" altLang="fr-FR" smtClean="0">
                <a:latin typeface="Times New Roman" pitchFamily="18" charset="0"/>
              </a:rPr>
              <a:t>You deserve the glory And the honor
12-  NOUS LEVONS LES MAINS  ET TE LOUONS </a:t>
            </a:r>
          </a:p>
          <a:p>
            <a:r>
              <a:rPr lang="fr-FR" altLang="fr-FR" smtClean="0">
                <a:latin typeface="Times New Roman" pitchFamily="18" charset="0"/>
              </a:rPr>
              <a:t>Lord we lift our hands in worship
13-  EN EXALTANT TON SAINT NOM </a:t>
            </a:r>
          </a:p>
          <a:p>
            <a:r>
              <a:rPr lang="fr-FR" altLang="fr-FR" smtClean="0">
                <a:latin typeface="Times New Roman" pitchFamily="18" charset="0"/>
              </a:rPr>
              <a:t>As we lift your holy name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14-  CAR TU ES GRAND  SEIGNEUR, TU FAIS DES MERVEILLES </a:t>
            </a:r>
          </a:p>
          <a:p>
            <a:r>
              <a:rPr lang="fr-FR" altLang="fr-FR" smtClean="0">
                <a:latin typeface="Times New Roman" pitchFamily="18" charset="0"/>
              </a:rPr>
              <a:t>You are great You do miracles so great</a:t>
            </a:r>
          </a:p>
          <a:p>
            <a:r>
              <a:rPr lang="fr-FR" altLang="fr-FR" smtClean="0">
                <a:latin typeface="Times New Roman" pitchFamily="18" charset="0"/>
              </a:rPr>
              <a:t>15-  NUL N’EST COMPARABLE À TOI </a:t>
            </a:r>
          </a:p>
          <a:p>
            <a:r>
              <a:rPr lang="fr-FR" altLang="fr-FR" smtClean="0">
                <a:latin typeface="Times New Roman" pitchFamily="18" charset="0"/>
              </a:rPr>
              <a:t>There is no one else like You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16-  NUL N’EST COMPARABLE À TOI </a:t>
            </a:r>
          </a:p>
          <a:p>
            <a:r>
              <a:rPr lang="fr-FR" altLang="fr-FR" smtClean="0">
                <a:latin typeface="Times New Roman" pitchFamily="18" charset="0"/>
              </a:rPr>
              <a:t>There is no one else like You</a:t>
            </a:r>
          </a:p>
          <a:p>
            <a:endParaRPr lang="fr-FR" alt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JE COURS APRÈS TOI TU VEILLES SUR MOI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With Your arms open wide There’s a place I can hide
3-  TU ES LE DÉSIRE DE MON CŒUR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my heart’s desire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JOIE ÉTERNELLE UNE PAIX SANS FIN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Everlasting joy Never ending peace
5-  TU ES TOUT CE DONT J’AI BESOIN TU ES TOUT CE QUE JE VEUX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You’re all I need You’re all I wantYou are my heart’s desire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6-  TU ES LE PLUS GRAND LE PLUS SAGE PARMI LES SAGES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You are greater that the great Wiser than the wise 
	7-  EN TOI EST MON ESPÉRANCE ET MA GUÉRISON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In you I find hope I find healing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TON AMOUR EST SI PROFOND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Your love is deeper that the deep
	9-  SEIGNEUR TU ES FORT QUAND JE SUIS FAIBLE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In you I confide There’s a place I can hide You are my heart’s desire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*****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NOUS TE RENDONS GLOIRE  ET HONNEUR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deserve the glory And the honor
12-  NOUS LEVONS LES MAINS  ET TE LOUONS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Lord we lift our hands in worship
13-  EN EXALTANT TON SAINT NOM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we lift your holy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 CAR TU ES GRAND  SEIGNEUR, TU FAIS DES MERVEILLES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great You do miracles so great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 NUL N’EST COMPARABLE 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There is no one else like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NUL N’EST COMPARABLE 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There is no one else like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>
                <a:latin typeface="Times New Roman" pitchFamily="18" charset="0"/>
              </a:rPr>
              <a:t>1-  JE COURS APRÈS TOI TU VEILLES SUR MOI </a:t>
            </a:r>
          </a:p>
          <a:p>
            <a:r>
              <a:rPr lang="fr-FR" altLang="fr-FR" smtClean="0">
                <a:latin typeface="Times New Roman" pitchFamily="18" charset="0"/>
              </a:rPr>
              <a:t>I’m running after Thee You’re watching over me 
2-  DANS TES BRAS GRANDS OUVERTS OÙ JE PEUX ME CACHER </a:t>
            </a:r>
          </a:p>
          <a:p>
            <a:r>
              <a:rPr lang="fr-FR" altLang="fr-FR" smtClean="0">
                <a:latin typeface="Times New Roman" pitchFamily="18" charset="0"/>
              </a:rPr>
              <a:t>With Your arms open wide There’s a place I can hide
3-  TU ES LE DÉSIRE DE MON CŒUR  </a:t>
            </a:r>
          </a:p>
          <a:p>
            <a:r>
              <a:rPr lang="fr-FR" altLang="fr-FR" smtClean="0">
                <a:latin typeface="Times New Roman" pitchFamily="18" charset="0"/>
              </a:rPr>
              <a:t>You are my heart’s desire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4-  JOIE ÉTERNELLE UNE PAIX SANS FIN </a:t>
            </a:r>
          </a:p>
          <a:p>
            <a:r>
              <a:rPr lang="fr-FR" altLang="fr-FR" smtClean="0">
                <a:latin typeface="Times New Roman" pitchFamily="18" charset="0"/>
              </a:rPr>
              <a:t>Everlasting joy Never ending peace
5-  TU ES TOUT CE DONT J’AI BESOIN TU ES TOUT CE QUE JE VEUX </a:t>
            </a:r>
          </a:p>
          <a:p>
            <a:r>
              <a:rPr lang="fr-FR" altLang="fr-FR" smtClean="0">
                <a:latin typeface="Times New Roman" pitchFamily="18" charset="0"/>
              </a:rPr>
              <a:t>You’re all I need You’re all I wantYou are my heart’s desire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6-  TU ES LE PLUS GRAND LE PLUS SAGE PARMI LES SAGES</a:t>
            </a:r>
          </a:p>
          <a:p>
            <a:r>
              <a:rPr lang="fr-FR" altLang="fr-FR" smtClean="0">
                <a:latin typeface="Times New Roman" pitchFamily="18" charset="0"/>
              </a:rPr>
              <a:t>	You are greater that the great Wiser than the wise 
	7-  EN TOI EST MON ESPÉRANCE ET MA GUÉRISON </a:t>
            </a:r>
          </a:p>
          <a:p>
            <a:r>
              <a:rPr lang="fr-FR" altLang="fr-FR" smtClean="0">
                <a:latin typeface="Times New Roman" pitchFamily="18" charset="0"/>
              </a:rPr>
              <a:t>	In you I find hope I find healing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8-  TON AMOUR EST SI PROFOND </a:t>
            </a:r>
          </a:p>
          <a:p>
            <a:r>
              <a:rPr lang="fr-FR" altLang="fr-FR" smtClean="0">
                <a:latin typeface="Times New Roman" pitchFamily="18" charset="0"/>
              </a:rPr>
              <a:t>	Your love is deeper that the deep
	9-  SEIGNEUR TU ES FORT QUAND JE SUIS FAIBLE </a:t>
            </a:r>
          </a:p>
          <a:p>
            <a:r>
              <a:rPr lang="fr-FR" altLang="fr-FR" smtClean="0">
                <a:latin typeface="Times New Roman" pitchFamily="18" charset="0"/>
              </a:rPr>
              <a:t>	Lord, You’re strong when I’m weak 
	10-  EN TOI JE ME CONFIE, TU ES MON ABRI TU ES LE DÉSIRE DE MON CŒUR </a:t>
            </a:r>
          </a:p>
          <a:p>
            <a:r>
              <a:rPr lang="fr-FR" altLang="fr-FR" smtClean="0">
                <a:latin typeface="Times New Roman" pitchFamily="18" charset="0"/>
              </a:rPr>
              <a:t>	In you I confide There’s a place I can hide You are my heart’s desire		X2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*****</a:t>
            </a:r>
          </a:p>
          <a:p>
            <a:r>
              <a:rPr lang="fr-FR" altLang="fr-FR" smtClean="0">
                <a:latin typeface="Times New Roman" pitchFamily="18" charset="0"/>
              </a:rPr>
              <a:t>11-  NOUS TE RENDONS GLOIRE  ET HONNEUR </a:t>
            </a:r>
          </a:p>
          <a:p>
            <a:r>
              <a:rPr lang="fr-FR" altLang="fr-FR" smtClean="0">
                <a:latin typeface="Times New Roman" pitchFamily="18" charset="0"/>
              </a:rPr>
              <a:t>You deserve the glory And the honor
12-  NOUS LEVONS LES MAINS  ET TE LOUONS </a:t>
            </a:r>
          </a:p>
          <a:p>
            <a:r>
              <a:rPr lang="fr-FR" altLang="fr-FR" smtClean="0">
                <a:latin typeface="Times New Roman" pitchFamily="18" charset="0"/>
              </a:rPr>
              <a:t>Lord we lift our hands in worship
13-  EN EXALTANT TON SAINT NOM </a:t>
            </a:r>
          </a:p>
          <a:p>
            <a:r>
              <a:rPr lang="fr-FR" altLang="fr-FR" smtClean="0">
                <a:latin typeface="Times New Roman" pitchFamily="18" charset="0"/>
              </a:rPr>
              <a:t>As we lift your holy name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14-  CAR TU ES GRAND  SEIGNEUR, TU FAIS DES MERVEILLES </a:t>
            </a:r>
          </a:p>
          <a:p>
            <a:r>
              <a:rPr lang="fr-FR" altLang="fr-FR" smtClean="0">
                <a:latin typeface="Times New Roman" pitchFamily="18" charset="0"/>
              </a:rPr>
              <a:t>You are great You do miracles so great</a:t>
            </a:r>
          </a:p>
          <a:p>
            <a:r>
              <a:rPr lang="fr-FR" altLang="fr-FR" smtClean="0">
                <a:latin typeface="Times New Roman" pitchFamily="18" charset="0"/>
              </a:rPr>
              <a:t>15-  NUL N’EST COMPARABLE À TOI </a:t>
            </a:r>
          </a:p>
          <a:p>
            <a:r>
              <a:rPr lang="fr-FR" altLang="fr-FR" smtClean="0">
                <a:latin typeface="Times New Roman" pitchFamily="18" charset="0"/>
              </a:rPr>
              <a:t>There is no one else like You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16-  NUL N’EST COMPARABLE À TOI </a:t>
            </a:r>
          </a:p>
          <a:p>
            <a:r>
              <a:rPr lang="fr-FR" altLang="fr-FR" smtClean="0">
                <a:latin typeface="Times New Roman" pitchFamily="18" charset="0"/>
              </a:rPr>
              <a:t>There is no one else like You</a:t>
            </a:r>
          </a:p>
          <a:p>
            <a:endParaRPr lang="fr-FR" alt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JE COURS APRÈS TOI TU VEILLES SUR MOI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I’m running after Thee You’re watching over me 
2-  DANS TES BRAS GRANDS OUVERTS OÙ JE PEUX ME CACHER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With Your arms open wide There’s a place I can hide
3-  TU ES LE DÉSIRE DE MON CŒUR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my heart’s desire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JOIE ÉTERNELLE UNE PAIX SANS FIN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Everlasting joy Never ending peace
5-  TU ES TOUT CE DONT J’AI BESOIN TU ES TOUT CE QUE JE VEUX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You’re all I need You’re all I wantYou are my heart’s desire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6-  TU ES LE PLUS GRAND LE PLUS SAGE PARMI LES SAGES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You are greater that the great Wiser than the wise 
	7-  EN TOI EST MON ESPÉRANCE ET MA GUÉRISON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In you I find hope I find healing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8-  TON AMOUR EST SI PROFOND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Your love is deeper that the deep
	9-  SEIGNEUR TU ES FORT QUAND JE SUIS FAIBLE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Lord, You’re strong when I’m weak 
	10-  EN TOI JE ME CONFIE, TU ES MON ABRI TU ES LE DÉSIRE DE MON CŒUR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In you I confide There’s a place I can hide You are my heart’s desire		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	*****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NOUS TE RENDONS GLOIRE  ET HONNEUR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deserve the glory And the honor
12-  NOUS LEVONS LES MAINS  ET TE LOUONS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Lord we lift our hands in worship
13-  EN EXALTANT TON SAINT NOM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As we lift your holy name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14-  CAR TU ES GRAND  SEIGNEUR, TU FAIS DES MERVEILLES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You are great You do miracles so great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15-  NUL N’EST COMPARABLE 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There is no one else like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16-  NUL N’EST COMPARABLE À TOI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There is no one else like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>
                <a:latin typeface="Times New Roman" pitchFamily="18" charset="0"/>
              </a:rPr>
              <a:t>1-  JE COURS APRÈS TOI TU VEILLES SUR MOI </a:t>
            </a:r>
          </a:p>
          <a:p>
            <a:r>
              <a:rPr lang="fr-FR" altLang="fr-FR" smtClean="0">
                <a:latin typeface="Times New Roman" pitchFamily="18" charset="0"/>
              </a:rPr>
              <a:t>I’m running after Thee You’re watching over me 
2-  DANS TES BRAS GRANDS OUVERTS OÙ JE PEUX ME CACHER </a:t>
            </a:r>
          </a:p>
          <a:p>
            <a:r>
              <a:rPr lang="fr-FR" altLang="fr-FR" smtClean="0">
                <a:latin typeface="Times New Roman" pitchFamily="18" charset="0"/>
              </a:rPr>
              <a:t>With Your arms open wide There’s a place I can hide
3-  TU ES LE DÉSIRE DE MON CŒUR  </a:t>
            </a:r>
          </a:p>
          <a:p>
            <a:r>
              <a:rPr lang="fr-FR" altLang="fr-FR" smtClean="0">
                <a:latin typeface="Times New Roman" pitchFamily="18" charset="0"/>
              </a:rPr>
              <a:t>You are my heart’s desire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4-  JOIE ÉTERNELLE UNE PAIX SANS FIN </a:t>
            </a:r>
          </a:p>
          <a:p>
            <a:r>
              <a:rPr lang="fr-FR" altLang="fr-FR" smtClean="0">
                <a:latin typeface="Times New Roman" pitchFamily="18" charset="0"/>
              </a:rPr>
              <a:t>Everlasting joy Never ending peace
5-  TU ES TOUT CE DONT J’AI BESOIN TU ES TOUT CE QUE JE VEUX </a:t>
            </a:r>
          </a:p>
          <a:p>
            <a:r>
              <a:rPr lang="fr-FR" altLang="fr-FR" smtClean="0">
                <a:latin typeface="Times New Roman" pitchFamily="18" charset="0"/>
              </a:rPr>
              <a:t>You’re all I need You’re all I wantYou are my heart’s desire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6-  TU ES LE PLUS GRAND LE PLUS SAGE PARMI LES SAGES</a:t>
            </a:r>
          </a:p>
          <a:p>
            <a:r>
              <a:rPr lang="fr-FR" altLang="fr-FR" smtClean="0">
                <a:latin typeface="Times New Roman" pitchFamily="18" charset="0"/>
              </a:rPr>
              <a:t>	You are greater that the great Wiser than the wise 
	7-  EN TOI EST MON ESPÉRANCE ET MA GUÉRISON </a:t>
            </a:r>
          </a:p>
          <a:p>
            <a:r>
              <a:rPr lang="fr-FR" altLang="fr-FR" smtClean="0">
                <a:latin typeface="Times New Roman" pitchFamily="18" charset="0"/>
              </a:rPr>
              <a:t>	In you I find hope I find healing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8-  TON AMOUR EST SI PROFOND </a:t>
            </a:r>
          </a:p>
          <a:p>
            <a:r>
              <a:rPr lang="fr-FR" altLang="fr-FR" smtClean="0">
                <a:latin typeface="Times New Roman" pitchFamily="18" charset="0"/>
              </a:rPr>
              <a:t>	Your love is deeper that the deep
	9-  SEIGNEUR TU ES FORT QUAND JE SUIS FAIBLE </a:t>
            </a:r>
          </a:p>
          <a:p>
            <a:r>
              <a:rPr lang="fr-FR" altLang="fr-FR" smtClean="0">
                <a:latin typeface="Times New Roman" pitchFamily="18" charset="0"/>
              </a:rPr>
              <a:t>	Lord, You’re strong when I’m weak 
	10-  EN TOI JE ME CONFIE, TU ES MON ABRI TU ES LE DÉSIRE DE MON CŒUR </a:t>
            </a:r>
          </a:p>
          <a:p>
            <a:r>
              <a:rPr lang="fr-FR" altLang="fr-FR" smtClean="0">
                <a:latin typeface="Times New Roman" pitchFamily="18" charset="0"/>
              </a:rPr>
              <a:t>	In you I confide There’s a place I can hide You are my heart’s desire		X2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	*****</a:t>
            </a:r>
          </a:p>
          <a:p>
            <a:r>
              <a:rPr lang="fr-FR" altLang="fr-FR" smtClean="0">
                <a:latin typeface="Times New Roman" pitchFamily="18" charset="0"/>
              </a:rPr>
              <a:t>11-  NOUS TE RENDONS GLOIRE  ET HONNEUR </a:t>
            </a:r>
          </a:p>
          <a:p>
            <a:r>
              <a:rPr lang="fr-FR" altLang="fr-FR" smtClean="0">
                <a:latin typeface="Times New Roman" pitchFamily="18" charset="0"/>
              </a:rPr>
              <a:t>You deserve the glory And the honor
12-  NOUS LEVONS LES MAINS  ET TE LOUONS </a:t>
            </a:r>
          </a:p>
          <a:p>
            <a:r>
              <a:rPr lang="fr-FR" altLang="fr-FR" smtClean="0">
                <a:latin typeface="Times New Roman" pitchFamily="18" charset="0"/>
              </a:rPr>
              <a:t>Lord we lift our hands in worship
13-  EN EXALTANT TON SAINT NOM </a:t>
            </a:r>
          </a:p>
          <a:p>
            <a:r>
              <a:rPr lang="fr-FR" altLang="fr-FR" smtClean="0">
                <a:latin typeface="Times New Roman" pitchFamily="18" charset="0"/>
              </a:rPr>
              <a:t>As we lift your holy name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14-  CAR TU ES GRAND  SEIGNEUR, TU FAIS DES MERVEILLES </a:t>
            </a:r>
          </a:p>
          <a:p>
            <a:r>
              <a:rPr lang="fr-FR" altLang="fr-FR" smtClean="0">
                <a:latin typeface="Times New Roman" pitchFamily="18" charset="0"/>
              </a:rPr>
              <a:t>You are great You do miracles so great</a:t>
            </a:r>
          </a:p>
          <a:p>
            <a:r>
              <a:rPr lang="fr-FR" altLang="fr-FR" smtClean="0">
                <a:latin typeface="Times New Roman" pitchFamily="18" charset="0"/>
              </a:rPr>
              <a:t>15-  NUL N’EST COMPARABLE À TOI </a:t>
            </a:r>
          </a:p>
          <a:p>
            <a:r>
              <a:rPr lang="fr-FR" altLang="fr-FR" smtClean="0">
                <a:latin typeface="Times New Roman" pitchFamily="18" charset="0"/>
              </a:rPr>
              <a:t>There is no one else like You</a:t>
            </a:r>
          </a:p>
          <a:p>
            <a:endParaRPr lang="fr-FR" altLang="fr-FR" smtClean="0">
              <a:latin typeface="Times New Roman" pitchFamily="18" charset="0"/>
            </a:endParaRPr>
          </a:p>
          <a:p>
            <a:r>
              <a:rPr lang="fr-FR" altLang="fr-FR" smtClean="0">
                <a:latin typeface="Times New Roman" pitchFamily="18" charset="0"/>
              </a:rPr>
              <a:t>16-  NUL N’EST COMPARABLE À TOI </a:t>
            </a:r>
          </a:p>
          <a:p>
            <a:r>
              <a:rPr lang="fr-FR" altLang="fr-FR" smtClean="0">
                <a:latin typeface="Times New Roman" pitchFamily="18" charset="0"/>
              </a:rPr>
              <a:t>There is no one else like You</a:t>
            </a:r>
          </a:p>
          <a:p>
            <a:endParaRPr lang="fr-FR" alt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A11311-5261-4C42-A1FB-5819066A9CB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EC580-EF30-4556-AC5E-F50407302E4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DACB53-24CE-4BBA-9A72-55802CDDD04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4E002-0B40-4779-935B-C5D234076B2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4CB747-F2F7-4DB6-9226-5C1759E16D6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3D387-28FF-4BED-8BF6-F37178C7180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28139-D36E-4CBF-B283-0660E53AE92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33987-29E5-4F34-A6B9-AFA6E48E61E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839CCC-F534-4021-8602-2FD6BC746CB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78E4CF-1BF1-4156-926E-1D941F06B89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C23C59-D319-4CF8-BCE1-FE4CCBA1C73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927B82B-F0DF-4BA5-9774-00F88A2ED03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COURS APRÈS TOI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VEILLES SUR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TES BRAS GRANDS OUVERTS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JE PEUX ME CACHER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DÉSIR DE MON CŒUR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3152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 ÉTERNELLE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PAIX SANS FIN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TOUT CE DONT J’AI BESOIN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TOUT CE QUE JE VEUX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PLUS GRAND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PLUS SAGE PARMI LES SAGES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 EST MON ESPÉRANCE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MA GUÉRISON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EST SI PROFOND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FORT QUAND JE SUIS FAIBLE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 JE ME CONFIE, TU ES MON ABRI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DÉSIR DE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TE RENDONS GLOIRE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HONNEUR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LEVONS LES MAINS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TE LOUONS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EXALTANT TON SAINT NOM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TU ES GRAND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SEIGNEUR, TU FAIS DES MERVEILLES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N’EST COMPARABLE À TOI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0" y="0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N’EST COMPARABLE À TOI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677</Words>
  <Application>Microsoft Office PowerPoint</Application>
  <PresentationFormat>On-screen Show (4:3)</PresentationFormat>
  <Paragraphs>1019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Franklin Gothic Medium</vt:lpstr>
      <vt:lpstr>Arial</vt:lpstr>
      <vt:lpstr>Calibri</vt:lpstr>
      <vt:lpstr>Times New Roman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169</cp:revision>
  <dcterms:created xsi:type="dcterms:W3CDTF">2002-08-17T10:50:50Z</dcterms:created>
  <dcterms:modified xsi:type="dcterms:W3CDTF">2017-10-29T13:02:24Z</dcterms:modified>
</cp:coreProperties>
</file>