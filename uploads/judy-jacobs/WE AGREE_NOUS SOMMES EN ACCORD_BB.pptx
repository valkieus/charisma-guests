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1" r:id="rId2"/>
    <p:sldId id="270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9608" autoAdjust="0"/>
  </p:normalViewPr>
  <p:slideViewPr>
    <p:cSldViewPr>
      <p:cViewPr varScale="1">
        <p:scale>
          <a:sx n="45" d="100"/>
          <a:sy n="45" d="100"/>
        </p:scale>
        <p:origin x="-90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6092F77-A557-473E-A433-FD1DC0D9E40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2A11CBB-F05F-49EB-9F14-6C5C68336A33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decree</a:t>
            </a:r>
            <a:r>
              <a:rPr lang="fr-FR" dirty="0" smtClean="0"/>
              <a:t>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speak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established</a:t>
            </a:r>
            <a:r>
              <a:rPr lang="fr-FR" dirty="0" smtClean="0"/>
              <a:t>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bind</a:t>
            </a:r>
            <a:r>
              <a:rPr lang="fr-FR" dirty="0" smtClean="0"/>
              <a:t> and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loose</a:t>
            </a:r>
            <a:r>
              <a:rPr lang="fr-FR" dirty="0" smtClean="0"/>
              <a:t> Is </a:t>
            </a:r>
            <a:r>
              <a:rPr lang="fr-FR" dirty="0" err="1" smtClean="0"/>
              <a:t>bound</a:t>
            </a:r>
            <a:r>
              <a:rPr lang="fr-FR" dirty="0" smtClean="0"/>
              <a:t> and </a:t>
            </a:r>
            <a:r>
              <a:rPr lang="fr-FR" dirty="0" err="1" smtClean="0"/>
              <a:t>loosed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famine </a:t>
            </a:r>
            <a:r>
              <a:rPr lang="fr-FR" dirty="0" err="1" smtClean="0"/>
              <a:t>is</a:t>
            </a:r>
            <a:r>
              <a:rPr lang="fr-FR" dirty="0" smtClean="0"/>
              <a:t>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fruit </a:t>
            </a:r>
            <a:r>
              <a:rPr lang="fr-FR" dirty="0" err="1" smtClean="0"/>
              <a:t>is</a:t>
            </a:r>
            <a:r>
              <a:rPr lang="fr-FR" dirty="0" smtClean="0"/>
              <a:t>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dry places are </a:t>
            </a:r>
            <a:r>
              <a:rPr lang="fr-FR" dirty="0" err="1" smtClean="0"/>
              <a:t>watered</a:t>
            </a:r>
            <a:r>
              <a:rPr lang="fr-FR" dirty="0" smtClean="0"/>
              <a:t>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  </a:t>
            </a: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seasons</a:t>
            </a:r>
            <a:r>
              <a:rPr lang="fr-FR" dirty="0" smtClean="0"/>
              <a:t>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first </a:t>
            </a:r>
            <a:r>
              <a:rPr lang="fr-FR" dirty="0" err="1" smtClean="0"/>
              <a:t>is</a:t>
            </a:r>
            <a:r>
              <a:rPr lang="fr-FR" dirty="0" smtClean="0"/>
              <a:t> last and the last </a:t>
            </a:r>
            <a:r>
              <a:rPr lang="fr-FR" dirty="0" err="1" smtClean="0"/>
              <a:t>is</a:t>
            </a:r>
            <a:r>
              <a:rPr lang="fr-FR" dirty="0" smtClean="0"/>
              <a:t>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returned</a:t>
            </a:r>
            <a:r>
              <a:rPr lang="fr-FR" dirty="0" smtClean="0"/>
              <a:t>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months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money </a:t>
            </a:r>
            <a:r>
              <a:rPr lang="fr-FR" dirty="0" err="1" smtClean="0"/>
              <a:t>recovered</a:t>
            </a:r>
            <a:r>
              <a:rPr lang="fr-FR" dirty="0" smtClean="0"/>
              <a:t>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
23-  (QUAND NOUS SOMMES D’ACCORD) 
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LE JOUR DE TON DÉCRET  C’EST AUJOURD’HUI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These</a:t>
            </a:r>
            <a:r>
              <a:rPr lang="fr-FR" altLang="fr-FR" dirty="0" smtClean="0"/>
              <a:t> are the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of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decree</a:t>
            </a:r>
            <a:r>
              <a:rPr lang="fr-FR" altLang="fr-FR" dirty="0" smtClean="0"/>
              <a:t>.
2-  CE QUE TU DIS SERA ÉTABLI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speak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will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established</a:t>
            </a:r>
            <a:r>
              <a:rPr lang="fr-FR" altLang="fr-FR" dirty="0" smtClean="0"/>
              <a:t>.
3-  CE QUE TU LIES ET DÉLIES EST LIÉ ET DÉLIÉ DANS LE CIEL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bind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what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loose</a:t>
            </a:r>
            <a:r>
              <a:rPr lang="fr-FR" altLang="fr-FR" dirty="0" smtClean="0"/>
              <a:t> Is </a:t>
            </a:r>
            <a:r>
              <a:rPr lang="fr-FR" altLang="fr-FR" dirty="0" err="1" smtClean="0"/>
              <a:t>bound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loosed</a:t>
            </a:r>
            <a:r>
              <a:rPr lang="fr-FR" altLang="fr-FR" dirty="0" smtClean="0"/>
              <a:t> in </a:t>
            </a:r>
            <a:r>
              <a:rPr lang="fr-FR" altLang="fr-FR" dirty="0" err="1" smtClean="0"/>
              <a:t>Heaven</a:t>
            </a:r>
            <a:r>
              <a:rPr lang="fr-FR" altLang="fr-FR" dirty="0" smtClean="0"/>
              <a:t>. 
4-  NOUS SOMMES D’ACCORD NOUS SOMMES D’ACCORD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. 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Refrain:
	5-  NOUS CROYONS  QUE LA FAMINE EST FINIE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believe</a:t>
            </a:r>
            <a:r>
              <a:rPr lang="fr-FR" altLang="fr-FR" dirty="0" smtClean="0"/>
              <a:t> the famine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over.
	6-  NOUS CROYONS  QUE LA VIGNE DONNE SON FRUIT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believe</a:t>
            </a:r>
            <a:r>
              <a:rPr lang="fr-FR" altLang="fr-FR" dirty="0" smtClean="0"/>
              <a:t> the fruit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on the vine.
	7-  NOUS CROYONS QUE LES LIEUX SECS SONT ABREUVÉS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believe</a:t>
            </a:r>
            <a:r>
              <a:rPr lang="fr-FR" altLang="fr-FR" dirty="0" smtClean="0"/>
              <a:t> dry places are </a:t>
            </a:r>
            <a:r>
              <a:rPr lang="fr-FR" altLang="fr-FR" dirty="0" err="1" smtClean="0"/>
              <a:t>watered</a:t>
            </a:r>
            <a:r>
              <a:rPr lang="fr-FR" altLang="fr-FR" dirty="0" smtClean="0"/>
              <a:t>. 
	8-  C’EST LA PLUIE DE L’ARRIÈRE-SAISON C’EST LA PLUIE DE L’ARRIÈRE-SAISON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It’s</a:t>
            </a:r>
            <a:r>
              <a:rPr lang="fr-FR" altLang="fr-FR" dirty="0" smtClean="0"/>
              <a:t> the latter </a:t>
            </a:r>
            <a:r>
              <a:rPr lang="fr-FR" altLang="fr-FR" dirty="0" err="1" smtClean="0"/>
              <a:t>rain</a:t>
            </a:r>
            <a:r>
              <a:rPr lang="fr-FR" altLang="fr-FR" dirty="0" smtClean="0"/>
              <a:t>.  </a:t>
            </a:r>
            <a:r>
              <a:rPr lang="fr-FR" altLang="fr-FR" dirty="0" err="1" smtClean="0"/>
              <a:t>It’s</a:t>
            </a:r>
            <a:r>
              <a:rPr lang="fr-FR" altLang="fr-FR" dirty="0" smtClean="0"/>
              <a:t> the latter </a:t>
            </a:r>
            <a:r>
              <a:rPr lang="fr-FR" altLang="fr-FR" dirty="0" err="1" smtClean="0"/>
              <a:t>rain</a:t>
            </a:r>
            <a:r>
              <a:rPr lang="fr-FR" altLang="fr-FR" dirty="0" smtClean="0"/>
              <a:t>.
	9-  NOUS SOMMES D’ACCORD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VOICI LES JOURS OÙ LES CHOSES VONT CHANGER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These</a:t>
            </a:r>
            <a:r>
              <a:rPr lang="fr-FR" altLang="fr-FR" dirty="0" smtClean="0"/>
              <a:t> are the </a:t>
            </a:r>
            <a:r>
              <a:rPr lang="fr-FR" altLang="fr-FR" dirty="0" err="1" smtClean="0"/>
              <a:t>days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when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seasons</a:t>
            </a:r>
            <a:r>
              <a:rPr lang="fr-FR" altLang="fr-FR" dirty="0" smtClean="0"/>
              <a:t> change. 
11-  PREMIER, DERNIER LES PLACES SONT ÉCHANGÉES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The first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last and the last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first. 
12-  LES CHOSES PERDUES SERONT RETROUVÉES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All </a:t>
            </a:r>
            <a:r>
              <a:rPr lang="fr-FR" altLang="fr-FR" dirty="0" err="1" smtClean="0"/>
              <a:t>that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shall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be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returned</a:t>
            </a:r>
            <a:r>
              <a:rPr lang="fr-FR" altLang="fr-FR" dirty="0" smtClean="0"/>
              <a:t>.
13-  ANNÉES, MOIS, ENFANTS, ARGENT SERONT RÉCUPÉRÉS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Lost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years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months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children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lost</a:t>
            </a:r>
            <a:r>
              <a:rPr lang="fr-FR" altLang="fr-FR" dirty="0" smtClean="0"/>
              <a:t> money </a:t>
            </a:r>
            <a:r>
              <a:rPr lang="fr-FR" altLang="fr-FR" dirty="0" err="1" smtClean="0"/>
              <a:t>recovered</a:t>
            </a:r>
            <a:r>
              <a:rPr lang="fr-FR" altLang="fr-FR" dirty="0" smtClean="0"/>
              <a:t>.
14-  NOUS SOMMES D’ACCORD NOUS SOMMES D’ACCORD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.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. 
15-  NOUS SOMMES D’ACCORD NOUS SOMMES D’ACCORD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.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.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	REFRAIN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Pont: 
16-  TOUTE CHOSE PEUT ARRIVER TOUTE CHOSE PEUT ARRIVER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Anything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happen</a:t>
            </a:r>
            <a:r>
              <a:rPr lang="fr-FR" altLang="fr-FR" dirty="0" smtClean="0"/>
              <a:t>.  </a:t>
            </a:r>
            <a:r>
              <a:rPr lang="fr-FR" altLang="fr-FR" dirty="0" err="1" smtClean="0"/>
              <a:t>Anything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happen</a:t>
            </a:r>
            <a:r>
              <a:rPr lang="fr-FR" altLang="fr-FR" dirty="0" smtClean="0"/>
              <a:t>. 
17-  (QUAND NOUS SOMMES D’ACCORD)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(</a:t>
            </a:r>
            <a:r>
              <a:rPr lang="fr-FR" altLang="fr-FR" dirty="0" err="1" smtClean="0"/>
              <a:t>When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)
18-  TOUTE CHOSE PEUT ARRIVER TOUTE CHOSE PEUT ARRIVER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Anything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happen</a:t>
            </a:r>
            <a:r>
              <a:rPr lang="fr-FR" altLang="fr-FR" dirty="0" smtClean="0"/>
              <a:t>.  </a:t>
            </a:r>
            <a:r>
              <a:rPr lang="fr-FR" altLang="fr-FR" dirty="0" err="1" smtClean="0"/>
              <a:t>Anything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can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happen</a:t>
            </a:r>
            <a:r>
              <a:rPr lang="fr-FR" altLang="fr-FR" dirty="0" smtClean="0"/>
              <a:t>. 
19-  (QUAND NOUS SOMMES D’ACCORD)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(</a:t>
            </a:r>
            <a:r>
              <a:rPr lang="fr-FR" altLang="fr-FR" dirty="0" err="1" smtClean="0"/>
              <a:t>When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)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20-  EN LUI TOUT EST POSSIBLE RIEN, NON RIEN N’EST IMPOSSIBLE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All </a:t>
            </a:r>
            <a:r>
              <a:rPr lang="fr-FR" altLang="fr-FR" dirty="0" err="1" smtClean="0"/>
              <a:t>things</a:t>
            </a:r>
            <a:r>
              <a:rPr lang="fr-FR" altLang="fr-FR" dirty="0" smtClean="0"/>
              <a:t> are possible.  </a:t>
            </a:r>
            <a:r>
              <a:rPr lang="fr-FR" altLang="fr-FR" dirty="0" err="1" smtClean="0"/>
              <a:t>Nothing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impossible 
21-  (QUAND NOUS SOMMES D’ACCORD)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(</a:t>
            </a:r>
            <a:r>
              <a:rPr lang="fr-FR" altLang="fr-FR" dirty="0" err="1" smtClean="0"/>
              <a:t>When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)
22-  EN LUI TOUT EST POSSIBLE RIEN, NON RIEN N’EST IMPOSSIBLE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All </a:t>
            </a:r>
            <a:r>
              <a:rPr lang="fr-FR" altLang="fr-FR" dirty="0" err="1" smtClean="0"/>
              <a:t>things</a:t>
            </a:r>
            <a:r>
              <a:rPr lang="fr-FR" altLang="fr-FR" dirty="0" smtClean="0"/>
              <a:t> are possible.  </a:t>
            </a:r>
            <a:r>
              <a:rPr lang="fr-FR" altLang="fr-FR" dirty="0" err="1" smtClean="0"/>
              <a:t>Nothing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impossible
23-  (QUAND NOUS SOMMES D’ACCORD) 
(</a:t>
            </a:r>
            <a:r>
              <a:rPr lang="fr-FR" altLang="fr-FR" dirty="0" err="1" smtClean="0"/>
              <a:t>When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agree</a:t>
            </a:r>
            <a:r>
              <a:rPr lang="fr-FR" altLang="fr-FR" dirty="0" smtClean="0"/>
              <a:t>)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decree</a:t>
            </a:r>
            <a:r>
              <a:rPr lang="fr-FR" dirty="0" smtClean="0"/>
              <a:t>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speak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established</a:t>
            </a:r>
            <a:r>
              <a:rPr lang="fr-FR" dirty="0" smtClean="0"/>
              <a:t>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bind</a:t>
            </a:r>
            <a:r>
              <a:rPr lang="fr-FR" dirty="0" smtClean="0"/>
              <a:t> and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loose</a:t>
            </a:r>
            <a:r>
              <a:rPr lang="fr-FR" dirty="0" smtClean="0"/>
              <a:t> Is </a:t>
            </a:r>
            <a:r>
              <a:rPr lang="fr-FR" dirty="0" err="1" smtClean="0"/>
              <a:t>bound</a:t>
            </a:r>
            <a:r>
              <a:rPr lang="fr-FR" dirty="0" smtClean="0"/>
              <a:t> and </a:t>
            </a:r>
            <a:r>
              <a:rPr lang="fr-FR" dirty="0" err="1" smtClean="0"/>
              <a:t>loosed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famine </a:t>
            </a:r>
            <a:r>
              <a:rPr lang="fr-FR" dirty="0" err="1" smtClean="0"/>
              <a:t>is</a:t>
            </a:r>
            <a:r>
              <a:rPr lang="fr-FR" dirty="0" smtClean="0"/>
              <a:t>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fruit </a:t>
            </a:r>
            <a:r>
              <a:rPr lang="fr-FR" dirty="0" err="1" smtClean="0"/>
              <a:t>is</a:t>
            </a:r>
            <a:r>
              <a:rPr lang="fr-FR" dirty="0" smtClean="0"/>
              <a:t>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dry places are </a:t>
            </a:r>
            <a:r>
              <a:rPr lang="fr-FR" dirty="0" err="1" smtClean="0"/>
              <a:t>watered</a:t>
            </a:r>
            <a:r>
              <a:rPr lang="fr-FR" dirty="0" smtClean="0"/>
              <a:t>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  </a:t>
            </a: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seasons</a:t>
            </a:r>
            <a:r>
              <a:rPr lang="fr-FR" dirty="0" smtClean="0"/>
              <a:t>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first </a:t>
            </a:r>
            <a:r>
              <a:rPr lang="fr-FR" dirty="0" err="1" smtClean="0"/>
              <a:t>is</a:t>
            </a:r>
            <a:r>
              <a:rPr lang="fr-FR" dirty="0" smtClean="0"/>
              <a:t> last and the last </a:t>
            </a:r>
            <a:r>
              <a:rPr lang="fr-FR" dirty="0" err="1" smtClean="0"/>
              <a:t>is</a:t>
            </a:r>
            <a:r>
              <a:rPr lang="fr-FR" dirty="0" smtClean="0"/>
              <a:t>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returned</a:t>
            </a:r>
            <a:r>
              <a:rPr lang="fr-FR" dirty="0" smtClean="0"/>
              <a:t>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months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money </a:t>
            </a:r>
            <a:r>
              <a:rPr lang="fr-FR" dirty="0" err="1" smtClean="0"/>
              <a:t>recovered</a:t>
            </a:r>
            <a:r>
              <a:rPr lang="fr-FR" dirty="0" smtClean="0"/>
              <a:t>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
23-  (QUAND NOUS SOMMES D’ACCORD) 
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decree</a:t>
            </a:r>
            <a:r>
              <a:rPr lang="fr-FR" dirty="0" smtClean="0"/>
              <a:t>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speak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established</a:t>
            </a:r>
            <a:r>
              <a:rPr lang="fr-FR" dirty="0" smtClean="0"/>
              <a:t>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bind</a:t>
            </a:r>
            <a:r>
              <a:rPr lang="fr-FR" dirty="0" smtClean="0"/>
              <a:t> and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loose</a:t>
            </a:r>
            <a:r>
              <a:rPr lang="fr-FR" dirty="0" smtClean="0"/>
              <a:t> Is </a:t>
            </a:r>
            <a:r>
              <a:rPr lang="fr-FR" dirty="0" err="1" smtClean="0"/>
              <a:t>bound</a:t>
            </a:r>
            <a:r>
              <a:rPr lang="fr-FR" dirty="0" smtClean="0"/>
              <a:t> and </a:t>
            </a:r>
            <a:r>
              <a:rPr lang="fr-FR" dirty="0" err="1" smtClean="0"/>
              <a:t>loosed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famine </a:t>
            </a:r>
            <a:r>
              <a:rPr lang="fr-FR" dirty="0" err="1" smtClean="0"/>
              <a:t>is</a:t>
            </a:r>
            <a:r>
              <a:rPr lang="fr-FR" dirty="0" smtClean="0"/>
              <a:t>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fruit </a:t>
            </a:r>
            <a:r>
              <a:rPr lang="fr-FR" dirty="0" err="1" smtClean="0"/>
              <a:t>is</a:t>
            </a:r>
            <a:r>
              <a:rPr lang="fr-FR" dirty="0" smtClean="0"/>
              <a:t>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dry places are </a:t>
            </a:r>
            <a:r>
              <a:rPr lang="fr-FR" dirty="0" err="1" smtClean="0"/>
              <a:t>watered</a:t>
            </a:r>
            <a:r>
              <a:rPr lang="fr-FR" dirty="0" smtClean="0"/>
              <a:t>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  </a:t>
            </a: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seasons</a:t>
            </a:r>
            <a:r>
              <a:rPr lang="fr-FR" dirty="0" smtClean="0"/>
              <a:t>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first </a:t>
            </a:r>
            <a:r>
              <a:rPr lang="fr-FR" dirty="0" err="1" smtClean="0"/>
              <a:t>is</a:t>
            </a:r>
            <a:r>
              <a:rPr lang="fr-FR" dirty="0" smtClean="0"/>
              <a:t> last and the last </a:t>
            </a:r>
            <a:r>
              <a:rPr lang="fr-FR" dirty="0" err="1" smtClean="0"/>
              <a:t>is</a:t>
            </a:r>
            <a:r>
              <a:rPr lang="fr-FR" dirty="0" smtClean="0"/>
              <a:t>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returned</a:t>
            </a:r>
            <a:r>
              <a:rPr lang="fr-FR" dirty="0" smtClean="0"/>
              <a:t>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months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money </a:t>
            </a:r>
            <a:r>
              <a:rPr lang="fr-FR" dirty="0" err="1" smtClean="0"/>
              <a:t>recovered</a:t>
            </a:r>
            <a:r>
              <a:rPr lang="fr-FR" dirty="0" smtClean="0"/>
              <a:t>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
23-  (QUAND NOUS SOMMES D’ACCORD) 
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decree</a:t>
            </a:r>
            <a:r>
              <a:rPr lang="fr-FR" dirty="0" smtClean="0"/>
              <a:t>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speak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established</a:t>
            </a:r>
            <a:r>
              <a:rPr lang="fr-FR" dirty="0" smtClean="0"/>
              <a:t>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bind</a:t>
            </a:r>
            <a:r>
              <a:rPr lang="fr-FR" dirty="0" smtClean="0"/>
              <a:t> and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loose</a:t>
            </a:r>
            <a:r>
              <a:rPr lang="fr-FR" dirty="0" smtClean="0"/>
              <a:t> Is </a:t>
            </a:r>
            <a:r>
              <a:rPr lang="fr-FR" dirty="0" err="1" smtClean="0"/>
              <a:t>bound</a:t>
            </a:r>
            <a:r>
              <a:rPr lang="fr-FR" dirty="0" smtClean="0"/>
              <a:t> and </a:t>
            </a:r>
            <a:r>
              <a:rPr lang="fr-FR" dirty="0" err="1" smtClean="0"/>
              <a:t>loosed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famine </a:t>
            </a:r>
            <a:r>
              <a:rPr lang="fr-FR" dirty="0" err="1" smtClean="0"/>
              <a:t>is</a:t>
            </a:r>
            <a:r>
              <a:rPr lang="fr-FR" dirty="0" smtClean="0"/>
              <a:t>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fruit </a:t>
            </a:r>
            <a:r>
              <a:rPr lang="fr-FR" dirty="0" err="1" smtClean="0"/>
              <a:t>is</a:t>
            </a:r>
            <a:r>
              <a:rPr lang="fr-FR" dirty="0" smtClean="0"/>
              <a:t>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dry places are </a:t>
            </a:r>
            <a:r>
              <a:rPr lang="fr-FR" dirty="0" err="1" smtClean="0"/>
              <a:t>watered</a:t>
            </a:r>
            <a:r>
              <a:rPr lang="fr-FR" dirty="0" smtClean="0"/>
              <a:t>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  </a:t>
            </a: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seasons</a:t>
            </a:r>
            <a:r>
              <a:rPr lang="fr-FR" dirty="0" smtClean="0"/>
              <a:t>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first </a:t>
            </a:r>
            <a:r>
              <a:rPr lang="fr-FR" dirty="0" err="1" smtClean="0"/>
              <a:t>is</a:t>
            </a:r>
            <a:r>
              <a:rPr lang="fr-FR" dirty="0" smtClean="0"/>
              <a:t> last and the last </a:t>
            </a:r>
            <a:r>
              <a:rPr lang="fr-FR" dirty="0" err="1" smtClean="0"/>
              <a:t>is</a:t>
            </a:r>
            <a:r>
              <a:rPr lang="fr-FR" dirty="0" smtClean="0"/>
              <a:t>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returned</a:t>
            </a:r>
            <a:r>
              <a:rPr lang="fr-FR" dirty="0" smtClean="0"/>
              <a:t>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months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money </a:t>
            </a:r>
            <a:r>
              <a:rPr lang="fr-FR" dirty="0" err="1" smtClean="0"/>
              <a:t>recovered</a:t>
            </a:r>
            <a:r>
              <a:rPr lang="fr-FR" dirty="0" smtClean="0"/>
              <a:t>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
23-  (QUAND NOUS SOMMES D’ACCORD) 
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decree</a:t>
            </a:r>
            <a:r>
              <a:rPr lang="fr-FR" dirty="0" smtClean="0"/>
              <a:t>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speak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established</a:t>
            </a:r>
            <a:r>
              <a:rPr lang="fr-FR" dirty="0" smtClean="0"/>
              <a:t>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bind</a:t>
            </a:r>
            <a:r>
              <a:rPr lang="fr-FR" dirty="0" smtClean="0"/>
              <a:t> and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loose</a:t>
            </a:r>
            <a:r>
              <a:rPr lang="fr-FR" dirty="0" smtClean="0"/>
              <a:t> Is </a:t>
            </a:r>
            <a:r>
              <a:rPr lang="fr-FR" dirty="0" err="1" smtClean="0"/>
              <a:t>bound</a:t>
            </a:r>
            <a:r>
              <a:rPr lang="fr-FR" dirty="0" smtClean="0"/>
              <a:t> and </a:t>
            </a:r>
            <a:r>
              <a:rPr lang="fr-FR" dirty="0" err="1" smtClean="0"/>
              <a:t>loosed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famine </a:t>
            </a:r>
            <a:r>
              <a:rPr lang="fr-FR" dirty="0" err="1" smtClean="0"/>
              <a:t>is</a:t>
            </a:r>
            <a:r>
              <a:rPr lang="fr-FR" dirty="0" smtClean="0"/>
              <a:t>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fruit </a:t>
            </a:r>
            <a:r>
              <a:rPr lang="fr-FR" dirty="0" err="1" smtClean="0"/>
              <a:t>is</a:t>
            </a:r>
            <a:r>
              <a:rPr lang="fr-FR" dirty="0" smtClean="0"/>
              <a:t>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dry places are </a:t>
            </a:r>
            <a:r>
              <a:rPr lang="fr-FR" dirty="0" err="1" smtClean="0"/>
              <a:t>watered</a:t>
            </a:r>
            <a:r>
              <a:rPr lang="fr-FR" dirty="0" smtClean="0"/>
              <a:t>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  </a:t>
            </a: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seasons</a:t>
            </a:r>
            <a:r>
              <a:rPr lang="fr-FR" dirty="0" smtClean="0"/>
              <a:t>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first </a:t>
            </a:r>
            <a:r>
              <a:rPr lang="fr-FR" dirty="0" err="1" smtClean="0"/>
              <a:t>is</a:t>
            </a:r>
            <a:r>
              <a:rPr lang="fr-FR" dirty="0" smtClean="0"/>
              <a:t> last and the last </a:t>
            </a:r>
            <a:r>
              <a:rPr lang="fr-FR" dirty="0" err="1" smtClean="0"/>
              <a:t>is</a:t>
            </a:r>
            <a:r>
              <a:rPr lang="fr-FR" dirty="0" smtClean="0"/>
              <a:t>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returned</a:t>
            </a:r>
            <a:r>
              <a:rPr lang="fr-FR" dirty="0" smtClean="0"/>
              <a:t>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months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money </a:t>
            </a:r>
            <a:r>
              <a:rPr lang="fr-FR" dirty="0" err="1" smtClean="0"/>
              <a:t>recovered</a:t>
            </a:r>
            <a:r>
              <a:rPr lang="fr-FR" dirty="0" smtClean="0"/>
              <a:t>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
23-  (QUAND NOUS SOMMES D’ACCORD) 
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of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decree</a:t>
            </a:r>
            <a:r>
              <a:rPr lang="fr-FR" dirty="0" smtClean="0"/>
              <a:t>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speak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established</a:t>
            </a:r>
            <a:r>
              <a:rPr lang="fr-FR" dirty="0" smtClean="0"/>
              <a:t>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bind</a:t>
            </a:r>
            <a:r>
              <a:rPr lang="fr-FR" dirty="0" smtClean="0"/>
              <a:t> and </a:t>
            </a:r>
            <a:r>
              <a:rPr lang="fr-FR" dirty="0" err="1" smtClean="0"/>
              <a:t>what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loose</a:t>
            </a:r>
            <a:r>
              <a:rPr lang="fr-FR" dirty="0" smtClean="0"/>
              <a:t> Is </a:t>
            </a:r>
            <a:r>
              <a:rPr lang="fr-FR" dirty="0" err="1" smtClean="0"/>
              <a:t>bound</a:t>
            </a:r>
            <a:r>
              <a:rPr lang="fr-FR" dirty="0" smtClean="0"/>
              <a:t> and </a:t>
            </a:r>
            <a:r>
              <a:rPr lang="fr-FR" dirty="0" err="1" smtClean="0"/>
              <a:t>loosed</a:t>
            </a:r>
            <a:r>
              <a:rPr lang="fr-FR" dirty="0" smtClean="0"/>
              <a:t> in </a:t>
            </a:r>
            <a:r>
              <a:rPr lang="fr-FR" dirty="0" err="1" smtClean="0"/>
              <a:t>Heaven</a:t>
            </a:r>
            <a:r>
              <a:rPr lang="fr-FR" dirty="0" smtClean="0"/>
              <a:t>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famine </a:t>
            </a:r>
            <a:r>
              <a:rPr lang="fr-FR" dirty="0" err="1" smtClean="0"/>
              <a:t>is</a:t>
            </a:r>
            <a:r>
              <a:rPr lang="fr-FR" dirty="0" smtClean="0"/>
              <a:t>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the fruit </a:t>
            </a:r>
            <a:r>
              <a:rPr lang="fr-FR" dirty="0" err="1" smtClean="0"/>
              <a:t>is</a:t>
            </a:r>
            <a:r>
              <a:rPr lang="fr-FR" dirty="0" smtClean="0"/>
              <a:t>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believe</a:t>
            </a:r>
            <a:r>
              <a:rPr lang="fr-FR" dirty="0" smtClean="0"/>
              <a:t> dry places are </a:t>
            </a:r>
            <a:r>
              <a:rPr lang="fr-FR" dirty="0" err="1" smtClean="0"/>
              <a:t>watered</a:t>
            </a:r>
            <a:r>
              <a:rPr lang="fr-FR" dirty="0" smtClean="0"/>
              <a:t>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  </a:t>
            </a:r>
            <a:r>
              <a:rPr lang="fr-FR" dirty="0" err="1" smtClean="0"/>
              <a:t>It’s</a:t>
            </a:r>
            <a:r>
              <a:rPr lang="fr-FR" dirty="0" smtClean="0"/>
              <a:t> the latter </a:t>
            </a:r>
            <a:r>
              <a:rPr lang="fr-FR" dirty="0" err="1" smtClean="0"/>
              <a:t>rain</a:t>
            </a:r>
            <a:r>
              <a:rPr lang="fr-FR" dirty="0" smtClean="0"/>
              <a:t>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These</a:t>
            </a:r>
            <a:r>
              <a:rPr lang="fr-FR" dirty="0" smtClean="0"/>
              <a:t> are the </a:t>
            </a:r>
            <a:r>
              <a:rPr lang="fr-FR" dirty="0" err="1" smtClean="0"/>
              <a:t>days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seasons</a:t>
            </a:r>
            <a:r>
              <a:rPr lang="fr-FR" dirty="0" smtClean="0"/>
              <a:t>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first </a:t>
            </a:r>
            <a:r>
              <a:rPr lang="fr-FR" dirty="0" err="1" smtClean="0"/>
              <a:t>is</a:t>
            </a:r>
            <a:r>
              <a:rPr lang="fr-FR" dirty="0" smtClean="0"/>
              <a:t> last and the last </a:t>
            </a:r>
            <a:r>
              <a:rPr lang="fr-FR" dirty="0" err="1" smtClean="0"/>
              <a:t>is</a:t>
            </a:r>
            <a:r>
              <a:rPr lang="fr-FR" dirty="0" smtClean="0"/>
              <a:t>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returned</a:t>
            </a:r>
            <a:r>
              <a:rPr lang="fr-FR" dirty="0" smtClean="0"/>
              <a:t>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years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months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children</a:t>
            </a:r>
            <a:r>
              <a:rPr lang="fr-FR" dirty="0" smtClean="0"/>
              <a:t>, </a:t>
            </a:r>
            <a:r>
              <a:rPr lang="fr-FR" dirty="0" err="1" smtClean="0"/>
              <a:t>lost</a:t>
            </a:r>
            <a:r>
              <a:rPr lang="fr-FR" dirty="0" smtClean="0"/>
              <a:t> money </a:t>
            </a:r>
            <a:r>
              <a:rPr lang="fr-FR" dirty="0" err="1" smtClean="0"/>
              <a:t>recovered</a:t>
            </a:r>
            <a:r>
              <a:rPr lang="fr-FR" dirty="0" smtClean="0"/>
              <a:t>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 </a:t>
            </a:r>
            <a:r>
              <a:rPr lang="fr-FR" dirty="0" err="1" smtClean="0"/>
              <a:t>Anything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happen</a:t>
            </a:r>
            <a:r>
              <a:rPr lang="fr-FR" dirty="0" smtClean="0"/>
              <a:t>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things</a:t>
            </a:r>
            <a:r>
              <a:rPr lang="fr-FR" dirty="0" smtClean="0"/>
              <a:t> are possible.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impossible
23-  (QUAND NOUS SOMMES D’ACCORD) 
(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agree</a:t>
            </a:r>
            <a:r>
              <a:rPr lang="fr-FR" dirty="0" smtClean="0"/>
              <a:t>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LE JOUR DE TON DÉCRET  C’EST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of your decree.
2-  CE QUE TU DIS SERA ÉTABLI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speak, it will be established.
3-  CE QUE TU LIES ET DÉLIES EST LIÉ ET DÉLIÉ DANS LE CIEL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What you bind and what you loose Is bound and loosed in Heaven. 
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
	5-  NOUS CROYONS  QUE LA FAMINE EST FINIE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famine is over.
	6-  NOUS CROYONS  QUE LA VIGNE DONNE SON FRUIT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the fruit is on the vine.
	7-  NOUS CROYONS QUE LES LIEUX SECS SONT ABREUVÉS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believe dry places are watered. 
	8-  C’EST LA PLUIE DE L’ARRIÈRE-SAISON C’EST LA PLUIE DE L’ARRIÈRE-SAISON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It’s the latter rain.  It’s the latter rain.
	9- 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VOICI LES JOURS OÙ LES CHOSES VONT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These are the days when seasons change. 
11-  PREMIER, DERNIER LES PLACES SONT ÉCHANGÉES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first is last and the last is first. 
12-  LES CHOSES PERDUES SERONT RETROUVÉES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that you lost it shall be returned.
13-  ANNÉES, MOIS, ENFANTS, ARGENT SERONT RÉCUPÉRÉS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Lost years, lost months, lost children, lost money recovered.
14-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 
15-  NOUS SOMMES D’ACCORD NOUS SOMMES D’ACCORD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agree. We agree.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 
16-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17-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18-  TOUTE CHOSE PEUT ARRIVER TOUTE CHOSE PEUT ARRIVER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Anything can happen.  Anything can happen. 
19-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LUI TOUT EST POSSIBLE RIEN, NON RIEN N’EST IMPOSSIBLE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 
21-  (QUAND NOUS SOMMES D’ACCORD)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(When we agree)
22-  EN LUI TOUT EST POSSIBLE RIEN, NON RIEN N’EST IMPOSSIBLE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things are possible.  Nothing is impossible
23-  (QUAND NOUS SOMMES D’ACCORD) 
(When we agree)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LE JOUR DE TON DÉCRET  C’EST AUJOURD’HUI </a:t>
            </a:r>
          </a:p>
          <a:p>
            <a:r>
              <a:rPr lang="fr-FR" altLang="fr-FR" smtClean="0"/>
              <a:t>These are the days of your decree.
2-  CE QUE TU DIS SERA ÉTABLI </a:t>
            </a:r>
          </a:p>
          <a:p>
            <a:r>
              <a:rPr lang="fr-FR" altLang="fr-FR" smtClean="0"/>
              <a:t>What you speak, it will be established.
3-  CE QUE TU LIES ET DÉLIES EST LIÉ ET DÉLIÉ DANS LE CIEL</a:t>
            </a:r>
          </a:p>
          <a:p>
            <a:r>
              <a:rPr lang="fr-FR" altLang="fr-FR" smtClean="0"/>
              <a:t>What you bind and what you loose Is bound and loosed in Heaven. 
4-  NOUS SOMMES D’ACCORD NOUS SOMMES D’ACCORD </a:t>
            </a:r>
          </a:p>
          <a:p>
            <a:r>
              <a:rPr lang="fr-FR" altLang="fr-FR" smtClean="0"/>
              <a:t>We agree. 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Refrain:
	5-  NOUS CROYONS  QUE LA FAMINE EST FINIE </a:t>
            </a:r>
          </a:p>
          <a:p>
            <a:r>
              <a:rPr lang="fr-FR" altLang="fr-FR" smtClean="0"/>
              <a:t>	We believe the famine is over.
	6-  NOUS CROYONS  QUE LA VIGNE DONNE SON FRUIT </a:t>
            </a:r>
          </a:p>
          <a:p>
            <a:r>
              <a:rPr lang="fr-FR" altLang="fr-FR" smtClean="0"/>
              <a:t>	We believe the fruit is on the vine.
	7-  NOUS CROYONS QUE LES LIEUX SECS SONT ABREUVÉS</a:t>
            </a:r>
          </a:p>
          <a:p>
            <a:r>
              <a:rPr lang="fr-FR" altLang="fr-FR" smtClean="0"/>
              <a:t>	We believe dry places are watered. 
	8-  C’EST LA PLUIE DE L’ARRIÈRE-SAISON C’EST LA PLUIE DE L’ARRIÈRE-SAISON </a:t>
            </a:r>
          </a:p>
          <a:p>
            <a:r>
              <a:rPr lang="fr-FR" altLang="fr-FR" smtClean="0"/>
              <a:t>It’s the latter rain.  It’s the latter rain.
	9-  NOUS SOMMES D’ACCORD </a:t>
            </a:r>
          </a:p>
          <a:p>
            <a:r>
              <a:rPr lang="fr-FR" altLang="fr-FR" smtClean="0"/>
              <a:t>We Agree.</a:t>
            </a:r>
          </a:p>
          <a:p>
            <a:endParaRPr lang="fr-FR" altLang="fr-FR" smtClean="0"/>
          </a:p>
          <a:p>
            <a:r>
              <a:rPr lang="fr-FR" altLang="fr-FR" smtClean="0"/>
              <a:t>10-  VOICI LES JOURS OÙ LES CHOSES VONT CHANGER</a:t>
            </a:r>
          </a:p>
          <a:p>
            <a:r>
              <a:rPr lang="fr-FR" altLang="fr-FR" smtClean="0"/>
              <a:t>These are the days when seasons change. 
11-  PREMIER, DERNIER LES PLACES SONT ÉCHANGÉES</a:t>
            </a:r>
          </a:p>
          <a:p>
            <a:r>
              <a:rPr lang="fr-FR" altLang="fr-FR" smtClean="0"/>
              <a:t>The first is last and the last is first. 
12-  LES CHOSES PERDUES SERONT RETROUVÉES </a:t>
            </a:r>
          </a:p>
          <a:p>
            <a:r>
              <a:rPr lang="fr-FR" altLang="fr-FR" smtClean="0"/>
              <a:t>All that you lost it shall be returned.
13-  ANNÉES, MOIS, ENFANTS, ARGENT SERONT RÉCUPÉRÉS </a:t>
            </a:r>
          </a:p>
          <a:p>
            <a:r>
              <a:rPr lang="fr-FR" altLang="fr-FR" smtClean="0"/>
              <a:t>Lost years, lost months, lost children, lost money recovered.
14-  NOUS SOMMES D’ACCORD NOUS SOMMES D’ACCORD </a:t>
            </a:r>
          </a:p>
          <a:p>
            <a:r>
              <a:rPr lang="fr-FR" altLang="fr-FR" smtClean="0"/>
              <a:t>We agree. We agree. 
15-  NOUS SOMMES D’ACCORD NOUS SOMMES D’ACCORD </a:t>
            </a:r>
          </a:p>
          <a:p>
            <a:r>
              <a:rPr lang="fr-FR" altLang="fr-FR" smtClean="0"/>
              <a:t>We agree. We agree.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endParaRPr lang="fr-FR" altLang="fr-FR" smtClean="0"/>
          </a:p>
          <a:p>
            <a:r>
              <a:rPr lang="fr-FR" altLang="fr-FR" smtClean="0"/>
              <a:t>Pont: 
16-  TOUTE CHOSE PEUT ARRIVER TOUTE CHOSE PEUT ARRIVER </a:t>
            </a:r>
          </a:p>
          <a:p>
            <a:r>
              <a:rPr lang="fr-FR" altLang="fr-FR" smtClean="0"/>
              <a:t>Anything can happen.  Anything can happen. 
17-  (QUAND NOUS SOMMES D’ACCORD) </a:t>
            </a:r>
          </a:p>
          <a:p>
            <a:r>
              <a:rPr lang="fr-FR" altLang="fr-FR" smtClean="0"/>
              <a:t>(When we agree)
18-  TOUTE CHOSE PEUT ARRIVER TOUTE CHOSE PEUT ARRIVER </a:t>
            </a:r>
          </a:p>
          <a:p>
            <a:r>
              <a:rPr lang="fr-FR" altLang="fr-FR" smtClean="0"/>
              <a:t>Anything can happen.  Anything can happen. 
19-  (QUAND NOUS SOMMES D’ACCORD) </a:t>
            </a:r>
          </a:p>
          <a:p>
            <a:r>
              <a:rPr lang="fr-FR" altLang="fr-FR" smtClean="0"/>
              <a:t>(When we agree)</a:t>
            </a:r>
          </a:p>
          <a:p>
            <a:endParaRPr lang="fr-FR" altLang="fr-FR" smtClean="0"/>
          </a:p>
          <a:p>
            <a:r>
              <a:rPr lang="fr-FR" altLang="fr-FR" smtClean="0"/>
              <a:t>20-  EN LUI TOUT EST POSSIBLE RIEN, NON RIEN N’EST IMPOSSIBLE</a:t>
            </a:r>
          </a:p>
          <a:p>
            <a:r>
              <a:rPr lang="fr-FR" altLang="fr-FR" smtClean="0"/>
              <a:t>All things are possible.  Nothing is impossible 
21-  (QUAND NOUS SOMMES D’ACCORD) </a:t>
            </a:r>
          </a:p>
          <a:p>
            <a:r>
              <a:rPr lang="fr-FR" altLang="fr-FR" smtClean="0"/>
              <a:t>(When we agree)
22-  EN LUI TOUT EST POSSIBLE RIEN, NON RIEN N’EST IMPOSSIBLE </a:t>
            </a:r>
          </a:p>
          <a:p>
            <a:r>
              <a:rPr lang="fr-FR" altLang="fr-FR" smtClean="0"/>
              <a:t>All things are possible.  Nothing is impossible
23-  (QUAND NOUS SOMMES D’ACCORD) 
(When we agree)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0D2492-4438-4BA4-8DF4-2E9C45E174E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0E7AB0-A2E6-4DFF-844E-491D081793F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6FB7C-683D-49AD-B065-6D99EC6FE81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7A57D-031A-4819-8E7E-1E1A719E9EDF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FF790-873C-4364-8EB2-6A6C46DD755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F47A9-1AA0-4945-B1C5-88FB1BB6D7D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1EB0E-D77D-40CA-ACE7-D288E5E1A3A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9EBD34-745F-482B-B499-340F5EB1F63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5D5386-4E47-4A69-BDE2-15C2E322F82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EA1494-6FD7-4FCB-9596-51A418CBB72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0F552B-FA66-4C3D-B6F6-7E4F5D1EECE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AEA1EE2B-0B49-414A-8B18-77A3A87D7AB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DE TON DÉCRET 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AUJOURD’HUI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TU DIS SERA ÉTABLI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TU LIES ET DÉLIES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LIÉ ET DÉLIÉ DANS LE CIEL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D’ACCORD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D’ACCORD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CROYONS 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FAMINE EST FINIE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CROYONS 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VIGNE DONNE SON FRUIT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CROYONS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LES LIEUX SECS SONT ABREUVÉS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PLUIE DE L’ARRIÈRE-SAISON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LA PLUIE DE L’ARRIÈRE-SAISON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D’ACCORD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LES JOURS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LES CHOSES VONT CHANGER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PREMIER, DERNIER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PLACES SONT ÉCHANGÉES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CHOSES PERDUES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SERONT RETROUVÉES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ANNÉES, MOIS, ENFANTS, ARGENT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SERONT RÉCUPÉRÉS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D’ACCORD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D’ACCORD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D’ACCORD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D’ACCORD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CHOSE PEUT ARRIVER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CHOSE PEUT ARRIVER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SOMMES D’ACCORD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CHOSE PEUT ARRIVER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CHOSE PEUT ARRIVER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SOMMES D’ACCORD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 TOUT EST POSSIBLE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RIEN, NON RIEN N’EST IMPOSSIBLE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SOMMES D’ACCORD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 TOUT EST POSSIBLE</a:t>
            </a:r>
          </a:p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RIEN, NON RIEN N’EST IMPOSSIBLE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NOUS SOMMES D’ACCORD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</TotalTime>
  <Words>899</Words>
  <Application>Microsoft Office PowerPoint</Application>
  <PresentationFormat>On-screen Show (4:3)</PresentationFormat>
  <Paragraphs>1558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178</cp:revision>
  <dcterms:created xsi:type="dcterms:W3CDTF">2002-08-17T10:50:50Z</dcterms:created>
  <dcterms:modified xsi:type="dcterms:W3CDTF">2017-10-29T13:02:13Z</dcterms:modified>
</cp:coreProperties>
</file>