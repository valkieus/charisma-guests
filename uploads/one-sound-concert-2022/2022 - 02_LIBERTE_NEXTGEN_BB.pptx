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9" r:id="rId15"/>
    <p:sldId id="280" r:id="rId16"/>
    <p:sldId id="276" r:id="rId17"/>
    <p:sldId id="277" r:id="rId18"/>
    <p:sldId id="278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40136" autoAdjust="0"/>
  </p:normalViewPr>
  <p:slideViewPr>
    <p:cSldViewPr>
      <p:cViewPr varScale="1">
        <p:scale>
          <a:sx n="44" d="100"/>
          <a:sy n="44" d="100"/>
        </p:scale>
        <p:origin x="90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79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7806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2864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2593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569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638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104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6587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477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373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385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840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560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4313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25078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8146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43747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SORS DE CES TÉNÈBRES ET SORS DU TOMBEAU 
2-  AVANCE VERS LA LUMIÈRE  SANS CRAINTE NI PEUR </a:t>
            </a:r>
          </a:p>
          <a:p>
            <a:pPr>
              <a:defRPr/>
            </a:pPr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pPr>
              <a:defRPr/>
            </a:pPr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pPr>
              <a:defRPr/>
            </a:pPr>
            <a:r>
              <a:rPr lang="fr-FR" smtClean="0"/>
              <a:t>
10-  DÉPOSE TOUS TES FARDEAUX  ET TOUTES CES DOULEURS 
11-  RETOURNE VERS SON CŒUR  VERS LE CŒUR DU PÈRE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12-  LES CHAÎNES TOMBENT  LES PRISONS TREMBLENT  
13-  AU SON DU NOM DE JÉSUS  </a:t>
            </a:r>
          </a:p>
          <a:p>
            <a:pPr>
              <a:defRPr/>
            </a:pPr>
            <a:r>
              <a:rPr lang="fr-FR" smtClean="0"/>
              <a:t>
14-  NOS VIES CHANGENT, NOS CŒURS S’ÉVEILLENT  
15-  AU SON DU NOM DE JÉSUS  </a:t>
            </a:r>
          </a:p>
          <a:p>
            <a:pPr>
              <a:defRPr/>
            </a:pPr>
            <a:r>
              <a:rPr lang="fr-FR" smtClean="0"/>
              <a:t>
16-  DANSE CAR  TOUS LES POIDS SONT ÔTÉS  
17-  CRIS CAR  TOUS LES POIDS SONT ÔTÉS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
18-  DANSE CAR  TOUS LES POIDS SONT ÔTÉS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SORS DE CES TÉNÈBRES ET SORS DU TOMBEAU 
2-  AVANCE VERS LA LUMIÈRE  SANS CRAINTE NI PEUR </a:t>
            </a:r>
          </a:p>
          <a:p>
            <a:r>
              <a:rPr lang="fr-FR" smtClean="0"/>
              <a:t>
	3-  ÉLANCE-TOI  DANS CES VASTES CONTRÉES  
	4-  LA GRÂCE N’ATTEND QUE TOI  
	5-  DANSE CAR  TOUS LES POIDS SONT ÔTÉS  
	6-  LA GRÂCE T’ATTEND </a:t>
            </a:r>
          </a:p>
          <a:p>
            <a:r>
              <a:rPr lang="fr-FR" smtClean="0"/>
              <a:t>
	7-  QUAND L’ESPRIT DU SEIGNEUR EST LÀ VIENT LA LIBERTÉ, LA LIBERTÉ  
	8-  TU PEUX ENTRER, TEL QUE TU ES DANS L’OCÉAN DE SON AMOUR 
	9-  QUAND L’ESPRIT DU SEIGNEUR EST LÀ VIENT LA LIBERTÉ </a:t>
            </a:r>
          </a:p>
          <a:p>
            <a:r>
              <a:rPr lang="fr-FR" smtClean="0"/>
              <a:t>
10-  DÉPOSE TOUS TES FARDEAUX  ET TOUTES CES DOULEURS 
11-  RETOURNE VERS SON CŒUR  VERS LE CŒUR DU PÈRE 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LES CHAÎNES TOMBENT  LES PRISONS TREMBLENT  
13-  AU SON DU NOM DE JÉSUS  </a:t>
            </a:r>
          </a:p>
          <a:p>
            <a:r>
              <a:rPr lang="fr-FR" smtClean="0"/>
              <a:t>
14-  NOS VIES CHANGENT, NOS CŒURS S’ÉVEILLENT  
15-  AU SON DU NOM DE JÉSUS  </a:t>
            </a:r>
          </a:p>
          <a:p>
            <a:r>
              <a:rPr lang="fr-FR" smtClean="0"/>
              <a:t>
16-  DANSE CAR  TOUS LES POIDS SONT ÔTÉS  
17-  CRIS CAR  TOUS LES POIDS SONT ÔTÉS 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18-  DANSE CAR  TOUS LES POIDS SONT ÔTÉS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3967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SORS DE CES TÉNÈBRES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SORS DU TOMBEAU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4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AVANCE VERS LA LUMIÈRE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CRAINTE NI PEUR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80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ÉLANCE-TOI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CES VASTES CONTRÉES </a:t>
            </a:r>
          </a:p>
        </p:txBody>
      </p:sp>
    </p:spTree>
    <p:extLst>
      <p:ext uri="{BB962C8B-B14F-4D97-AF65-F5344CB8AC3E}">
        <p14:creationId xmlns:p14="http://schemas.microsoft.com/office/powerpoint/2010/main" val="417828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GRÂCE N’ATTEND QUE 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46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DANSE CAR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POIDS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SONT ÔTÉS </a:t>
            </a:r>
          </a:p>
        </p:txBody>
      </p:sp>
    </p:spTree>
    <p:extLst>
      <p:ext uri="{BB962C8B-B14F-4D97-AF65-F5344CB8AC3E}">
        <p14:creationId xmlns:p14="http://schemas.microsoft.com/office/powerpoint/2010/main" val="90926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GRÂCE T’ATTEND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3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L’ESPRIT DU SEIGNEUR EST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VIENT LA LIBERTÉ, LA LIBERTÉ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01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PEUX ENTRER, TEL QUE TU 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L’OCÉAN DE SON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45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L’ESPRIT DU SEIGNEUR EST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VIENT LA LIBERTÉ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25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DÉPOSE TOUS TES FARDEAUX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TOUTES CES DOULEURS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55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RETOURNE VERS SON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VERS LE CŒUR DU PÈRE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37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CHAÎNES TOMBENT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LES PRISONS TREMBLENT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67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 SON DU NOM DE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90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NOS VIES CHANGENT, NOS CŒURS S’ÉVEILLENT </a:t>
            </a:r>
          </a:p>
        </p:txBody>
      </p:sp>
    </p:spTree>
    <p:extLst>
      <p:ext uri="{BB962C8B-B14F-4D97-AF65-F5344CB8AC3E}">
        <p14:creationId xmlns:p14="http://schemas.microsoft.com/office/powerpoint/2010/main" val="102849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 SON DU NOM DE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330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DANSE CAR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POIDS SONT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ÔTÉS </a:t>
            </a:r>
          </a:p>
        </p:txBody>
      </p:sp>
    </p:spTree>
    <p:extLst>
      <p:ext uri="{BB962C8B-B14F-4D97-AF65-F5344CB8AC3E}">
        <p14:creationId xmlns:p14="http://schemas.microsoft.com/office/powerpoint/2010/main" val="68787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CRIS CAR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POIDS SONT ÔTÉS</a:t>
            </a:r>
          </a:p>
        </p:txBody>
      </p:sp>
    </p:spTree>
    <p:extLst>
      <p:ext uri="{BB962C8B-B14F-4D97-AF65-F5344CB8AC3E}">
        <p14:creationId xmlns:p14="http://schemas.microsoft.com/office/powerpoint/2010/main" val="2551033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DANSE CAR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LES POIDS SONT ÔTÉS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0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458</Words>
  <Application>Microsoft Office PowerPoint</Application>
  <PresentationFormat>Affichage à l'écran (4:3)</PresentationFormat>
  <Paragraphs>463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114</cp:revision>
  <dcterms:created xsi:type="dcterms:W3CDTF">2002-08-17T13:12:10Z</dcterms:created>
  <dcterms:modified xsi:type="dcterms:W3CDTF">2022-09-24T12:21:56Z</dcterms:modified>
</cp:coreProperties>
</file>