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89" r:id="rId2"/>
    <p:sldId id="288" r:id="rId3"/>
    <p:sldId id="287" r:id="rId4"/>
    <p:sldId id="286" r:id="rId5"/>
    <p:sldId id="285" r:id="rId6"/>
    <p:sldId id="284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76" autoAdjust="0"/>
    <p:restoredTop sz="27023" autoAdjust="0"/>
  </p:normalViewPr>
  <p:slideViewPr>
    <p:cSldViewPr>
      <p:cViewPr varScale="1">
        <p:scale>
          <a:sx n="17" d="100"/>
          <a:sy n="17" d="100"/>
        </p:scale>
        <p:origin x="102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405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5D5E6B-900D-4801-A0B4-8E26BD09013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57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673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6483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562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150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3040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557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1338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6960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252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339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52504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30860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84575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4309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7620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5826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80333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3275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0401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20646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3283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80695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48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82850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2415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5485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36821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53172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775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41566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02503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4365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HEY IGO TU M’ENTENDS ON VISE LE TOP TU M’ENTENDS « GUEN »   x4</a:t>
            </a:r>
          </a:p>
          <a:p>
            <a:r>
              <a:rPr lang="fr-FR" smtClean="0"/>
              <a:t>
	2-  C’EST CARRÉ CARRÉ CARRÉ  CARRÉ CARRÉ CARRÉ CARRÉ   x2</a:t>
            </a:r>
          </a:p>
          <a:p>
            <a:r>
              <a:rPr lang="fr-FR" smtClean="0"/>
              <a:t>
	3-  LE KINGDOM EST EN MARCHE  x2</a:t>
            </a:r>
          </a:p>
          <a:p>
            <a:r>
              <a:rPr lang="fr-FR" smtClean="0"/>
              <a:t>
	4-  AAAAAAH x2</a:t>
            </a:r>
          </a:p>
          <a:p>
            <a:r>
              <a:rPr lang="fr-FR" smtClean="0"/>
              <a:t>
5-  J’SUIS CARRÉ DEPUIS LA NAISSANCE ILS ONT KIDNAPPÉ MON ADOLESCENCE 
6-  LA PERVERSION C’EST DANS TOUS LES SENS 
7-  J’DIS TOUT HAUT  CE QUE TOUT LE MONDE PENSE 
8-  FORT FORT FORT FORT FORT 
9-  1ER SINGLE, J’PARLE À TA CONSCIENCE 
10-  LORD LORD LORD LORD LORD 
11-  J’N’TOUCHE PAS DU BOIS  CAR JE TE FAIS CONFIANCE </a:t>
            </a:r>
          </a:p>
          <a:p>
            <a:r>
              <a:rPr lang="fr-FR" smtClean="0"/>
              <a:t>
12-  FINI LE BIZZ FINI LA KICHTA (KICHTA) </a:t>
            </a:r>
          </a:p>
          <a:p>
            <a:r>
              <a:rPr lang="fr-FR" smtClean="0"/>
              <a:t>
13-  ON PARLE AUX BRAVES  ET À MES SISTAS (SISTA) 
14-  OUUUH OUUUH OUUUH </a:t>
            </a:r>
          </a:p>
          <a:p>
            <a:r>
              <a:rPr lang="fr-FR" smtClean="0"/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mtClean="0"/>
              <a:t>
18-  LE ROYAUME AVANCE  SAURON S’EST BARRÉ 
19-  DIEU EST AVEC MOI DANS L’AXE C’EST CARRÉ 
20-  ON EST TOUS MASQUÉS BIEN VU JIM CARREY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21-  HEY IGO TU M’ENTENDS ON VISE LE TOP TU M’ENTENDS « GUEN »  x4</a:t>
            </a:r>
          </a:p>
          <a:p>
            <a:r>
              <a:rPr lang="fr-FR" smtClean="0"/>
              <a:t>
	22-  C’EST CARRÉ ,CARRÉ CARRÉ  CARRÉ CARRÉ CARRÉ CARRÉ   x2</a:t>
            </a:r>
          </a:p>
          <a:p>
            <a:r>
              <a:rPr lang="fr-FR" smtClean="0"/>
              <a:t>
	23-  LE KINGDOM EST EN MARCHE  x2
	24-  AAAAAAH x2</a:t>
            </a:r>
          </a:p>
          <a:p>
            <a:r>
              <a:rPr lang="fr-FR" smtClean="0"/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mtClean="0"/>
              <a:t>
34-  CARRÉ CARRÉ CARRÉ CARRÉ CARRÉ CARRÉ DANS L’AXE   x2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HEY IGO TU M’ENTENDS ON VISE LE TOP TU M’ENTENDS « GUEN »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2-  C’EST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3-  LE KINGDOM EST EN MARCHE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J’SUIS CARRÉ DEPUIS LA NAISSANCE ILS ONT KIDNAPPÉ MON ADOLESCENCE 
6-  LA PERVERSION C’EST DANS TOUS LES SENS 
7-  J’DIS TOUT HAUT  CE QUE TOUT LE MONDE PENSE 
8-  FORT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FORT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9-  1ER SINGLE, J’PARLE À TA CONSCIENCE 
10-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LORD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
11-  J’N’TOUCHE PAS DU BOIS  CAR JE TE FAIS CONFIANCE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FINI LE BIZZ FINI LA KICHTA (KICHTA)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13-  ON PARLE AUX BRAVES  ET À MES SISTAS (SISTA) 
14-  OUUUH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OUUUH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RÉTABLIR LES CHOSES MA TEAM EST PARÉE 
16-  QUAND T’ES VAINQUEUR L’ÉCHEC N’EST PAS PRÉPARÉ 
17-  DANS LE GAME ILS CHERCHENT  À SE COMPARER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LE ROYAUME AVANCE  SAURON S’EST BARRÉ 
19-  DIEU EST AVEC MOI DANS L’AXE C’EST CARRÉ 
20-  ON EST TOUS MASQUÉS BIEN VU JIM CARREY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
	21-  HEY IGO TU M’ENTENDS ON VISE LE TOP TU M’ENTENDS « GUEN »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22-  C’EST CARRÉ ,CARRÉ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23-  LE KINGDOM EST EN MARCHE  x2
	24-  AAAAAAH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25-  ILS SONT TOUS MORT DANS LE TEASER JE RESTE VIVANT DANS LE MOVIE 
26-  JE NE SUIS PAS UN DE CES SPOILERS MAIS C’EST LE BUT D’LA PROPHÉTIE 
27-  STYLE DE LUXE PHILIPP PLEIN  LA PAROLE MON LUXE 
28-  PHILIPPIENS TUE LE GÉANT PHILISTIN MÊME DANS LE BINKS ÇA FINIT BIEN 
29-  J’AI MA PLANCHE DE SURF J’ATTENDS LA 2E VAGUE 
30-  SUR LE NET JE SURFE VICTOIRE  MON HASHTAG 
31-  C’EST QUAND T’ES PLUS LÀ  QUE LES GENS T’APPRÉCIENT 
32-  LA RECONNAISSANCE  C’EST SE DIRE MERCI 
33-  MON VIEIL HOMME EST MORT DONC JE RAJEUNIS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CARRÉ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CARRÉ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DANS L’AXE   x2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6711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AFCDE-A325-43CB-ADC8-D169724BF3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68BF4-F522-41F0-A1D0-A42E1DE839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1052F-3ACD-44C2-ACDF-E34D3CA2EA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2ECFA-1673-4B8B-8D64-4EE7D6672A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1BE55-33E3-4756-B7A7-C221C18F4B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CA712-4D27-469E-9D01-5F4FB28A46E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4F99-FAD7-4EFB-A28B-1DD5395FD50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F23A5-E9D7-403D-B6B8-21A5BFBC8A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4CE66-7B09-421E-94E9-A77FC7E65F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1D8F3-6891-4D25-AB02-2353E9DD4F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EAA9-E152-436E-BBFC-538DCC4A9F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18E387B-FFA8-45DE-82C9-DE07A05A50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HEY IGO TU M’ENTENDS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VISE LE TOP TU M’ENTENDS « GUEN »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1003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CARRÉ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8064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KINGDOM EST EN MARCHE</a:t>
            </a:r>
          </a:p>
        </p:txBody>
      </p:sp>
    </p:spTree>
    <p:extLst>
      <p:ext uri="{BB962C8B-B14F-4D97-AF65-F5344CB8AC3E}">
        <p14:creationId xmlns:p14="http://schemas.microsoft.com/office/powerpoint/2010/main" val="172725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AAAAAAH</a:t>
            </a:r>
          </a:p>
        </p:txBody>
      </p:sp>
    </p:spTree>
    <p:extLst>
      <p:ext uri="{BB962C8B-B14F-4D97-AF65-F5344CB8AC3E}">
        <p14:creationId xmlns:p14="http://schemas.microsoft.com/office/powerpoint/2010/main" val="155525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J’SUIS CARRÉ DEPUIS LA NAISSANCE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ONT KIDNAPPÉ MON ADOLESCENCE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80487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PERVERSION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DANS TOUS LES SENS</a:t>
            </a:r>
          </a:p>
        </p:txBody>
      </p:sp>
    </p:spTree>
    <p:extLst>
      <p:ext uri="{BB962C8B-B14F-4D97-AF65-F5344CB8AC3E}">
        <p14:creationId xmlns:p14="http://schemas.microsoft.com/office/powerpoint/2010/main" val="104955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J’DIS TOUT HAUT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TOUT LE MONDE PENSE</a:t>
            </a:r>
          </a:p>
        </p:txBody>
      </p:sp>
    </p:spTree>
    <p:extLst>
      <p:ext uri="{BB962C8B-B14F-4D97-AF65-F5344CB8AC3E}">
        <p14:creationId xmlns:p14="http://schemas.microsoft.com/office/powerpoint/2010/main" val="382492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FORT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FORT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FORT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FORT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048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1ER SINGLE, J’PARLE À TA CONSCIENCE</a:t>
            </a:r>
          </a:p>
        </p:txBody>
      </p:sp>
    </p:spTree>
    <p:extLst>
      <p:ext uri="{BB962C8B-B14F-4D97-AF65-F5344CB8AC3E}">
        <p14:creationId xmlns:p14="http://schemas.microsoft.com/office/powerpoint/2010/main" val="3413718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LORD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LORD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LORD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LORD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817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J’N’TOUCHE PAS DU BOIS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JE TE FAIS CONFIANCE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40610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it-IT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FINI LE BIZZ FINI LA KICHTA (KICHTA)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08735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PARLE AUX BRAVES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À MES SISTAS (SISTA)</a:t>
            </a:r>
          </a:p>
        </p:txBody>
      </p:sp>
    </p:spTree>
    <p:extLst>
      <p:ext uri="{BB962C8B-B14F-4D97-AF65-F5344CB8AC3E}">
        <p14:creationId xmlns:p14="http://schemas.microsoft.com/office/powerpoint/2010/main" val="524040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OUUUH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OUUUH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OUUUH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3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RÉTABLIR LES CHOSES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TEAM EST PARÉE</a:t>
            </a:r>
          </a:p>
        </p:txBody>
      </p:sp>
    </p:spTree>
    <p:extLst>
      <p:ext uri="{BB962C8B-B14F-4D97-AF65-F5344CB8AC3E}">
        <p14:creationId xmlns:p14="http://schemas.microsoft.com/office/powerpoint/2010/main" val="165029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T’ES VAINQUEUR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L’ÉCHEC N’EST PAS PRÉPARÉ</a:t>
            </a:r>
          </a:p>
        </p:txBody>
      </p:sp>
    </p:spTree>
    <p:extLst>
      <p:ext uri="{BB962C8B-B14F-4D97-AF65-F5344CB8AC3E}">
        <p14:creationId xmlns:p14="http://schemas.microsoft.com/office/powerpoint/2010/main" val="2963098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GAME ILS CHERCHENT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SE COMPARER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7165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ROYAUME AVANCE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SAURON S’EST BARRÉ</a:t>
            </a:r>
          </a:p>
        </p:txBody>
      </p:sp>
    </p:spTree>
    <p:extLst>
      <p:ext uri="{BB962C8B-B14F-4D97-AF65-F5344CB8AC3E}">
        <p14:creationId xmlns:p14="http://schemas.microsoft.com/office/powerpoint/2010/main" val="361389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EST AVEC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L’AXE C’EST CARRÉ</a:t>
            </a:r>
          </a:p>
        </p:txBody>
      </p:sp>
    </p:spTree>
    <p:extLst>
      <p:ext uri="{BB962C8B-B14F-4D97-AF65-F5344CB8AC3E}">
        <p14:creationId xmlns:p14="http://schemas.microsoft.com/office/powerpoint/2010/main" val="2565422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EST TOUS MASQUÉS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BIEN VU JIM CARREY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1998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HEY IGO TU M’ENTENDS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VISE LE TOP TU M’ENTENDS « GUEN 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27627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CARRÉ ,CARRÉ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102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KINGDOM EST EN MARCHE</a:t>
            </a:r>
          </a:p>
        </p:txBody>
      </p:sp>
    </p:spTree>
    <p:extLst>
      <p:ext uri="{BB962C8B-B14F-4D97-AF65-F5344CB8AC3E}">
        <p14:creationId xmlns:p14="http://schemas.microsoft.com/office/powerpoint/2010/main" val="372893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AAAAAAH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5097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SONT TOUS MORT DANS LE TEASER JE RESTE VIVANT DANS LE MOVIE</a:t>
            </a:r>
          </a:p>
        </p:txBody>
      </p:sp>
    </p:spTree>
    <p:extLst>
      <p:ext uri="{BB962C8B-B14F-4D97-AF65-F5344CB8AC3E}">
        <p14:creationId xmlns:p14="http://schemas.microsoft.com/office/powerpoint/2010/main" val="134624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SUIS PAS UN DE CES SPOILERS MAIS C’EST LE BUT D’LA PROPHÉTIE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0136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STYLE DE LUXE PHILIPP PLEIN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PAROLE MON LUXE</a:t>
            </a:r>
          </a:p>
        </p:txBody>
      </p:sp>
    </p:spTree>
    <p:extLst>
      <p:ext uri="{BB962C8B-B14F-4D97-AF65-F5344CB8AC3E}">
        <p14:creationId xmlns:p14="http://schemas.microsoft.com/office/powerpoint/2010/main" val="413168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PHILIPPIENS TUE LE GÉANT PHILISTIN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DANS LE BINKS ÇA FINIT BIEN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3387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MA PLANCHE DE SURF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J’ATTENDS LA 2E VAGUE</a:t>
            </a:r>
          </a:p>
        </p:txBody>
      </p:sp>
    </p:spTree>
    <p:extLst>
      <p:ext uri="{BB962C8B-B14F-4D97-AF65-F5344CB8AC3E}">
        <p14:creationId xmlns:p14="http://schemas.microsoft.com/office/powerpoint/2010/main" val="113599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LE NET JE SURFE VICTOIRE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HASHTAG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4039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QUAND T’ES PLUS LÀ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LES GENS T’APPRÉCIENT</a:t>
            </a:r>
          </a:p>
        </p:txBody>
      </p:sp>
    </p:spTree>
    <p:extLst>
      <p:ext uri="{BB962C8B-B14F-4D97-AF65-F5344CB8AC3E}">
        <p14:creationId xmlns:p14="http://schemas.microsoft.com/office/powerpoint/2010/main" val="1082496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RECONNAISSANCE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SE DIRE MERCI</a:t>
            </a:r>
          </a:p>
        </p:txBody>
      </p:sp>
    </p:spTree>
    <p:extLst>
      <p:ext uri="{BB962C8B-B14F-4D97-AF65-F5344CB8AC3E}">
        <p14:creationId xmlns:p14="http://schemas.microsoft.com/office/powerpoint/2010/main" val="165377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VIEIL HOMME EST MORT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DONC JE RAJEUNIS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718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CARRÉ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DANS L’AXE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63069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268</Words>
  <Application>Microsoft Office PowerPoint</Application>
  <PresentationFormat>Affichage à l'écran (4:3)</PresentationFormat>
  <Paragraphs>1144</Paragraphs>
  <Slides>34</Slides>
  <Notes>34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6" baseType="lpstr"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65</cp:revision>
  <dcterms:created xsi:type="dcterms:W3CDTF">2002-08-17T10:50:50Z</dcterms:created>
  <dcterms:modified xsi:type="dcterms:W3CDTF">2022-09-20T13:19:28Z</dcterms:modified>
</cp:coreProperties>
</file>