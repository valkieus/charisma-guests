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37466" autoAdjust="0"/>
    <p:restoredTop sz="25493" autoAdjust="0"/>
  </p:normalViewPr>
  <p:slideViewPr>
    <p:cSldViewPr>
      <p:cViewPr varScale="1">
        <p:scale>
          <a:sx n="27" d="100"/>
          <a:sy n="27" d="100"/>
        </p:scale>
        <p:origin x="364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Couplet1:</a:t>
            </a:r>
          </a:p>
          <a:p>
            <a:pPr>
              <a:defRPr/>
            </a:pPr>
            <a:r>
              <a:rPr lang="fr-FR" dirty="0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Pré-Refrain:
	11-  PÉNIBLES </a:t>
            </a:r>
            <a:r>
              <a:rPr lang="fr-FR" dirty="0" err="1"/>
              <a:t>PÉNIBLES</a:t>
            </a:r>
            <a:r>
              <a:rPr lang="fr-FR" dirty="0"/>
              <a:t>, ILS SONT VRAIMENT PÉNIBLES   
	12-  À PENSER, PENSER QU'ON N'EST PAS TRÈS BÉNIS      (x2)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	13-  PLUS </a:t>
            </a:r>
            <a:r>
              <a:rPr lang="fr-FR" dirty="0" err="1"/>
              <a:t>PLUS</a:t>
            </a:r>
            <a:r>
              <a:rPr lang="fr-FR" dirty="0"/>
              <a:t>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 dirty="0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 :</a:t>
            </a:r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</a:t>
            </a:r>
          </a:p>
          <a:p>
            <a:pPr>
              <a:defRPr/>
            </a:pPr>
            <a:r>
              <a:rPr lang="fr-FR" dirty="0"/>
              <a:t>24- AWIMOWEH PLUS DE CHRIST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681577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245592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166304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816641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Pré-Refrain:
	11-  PÉNIBLES </a:t>
            </a:r>
            <a:r>
              <a:rPr lang="fr-FR" dirty="0" err="1"/>
              <a:t>PÉNIBLES</a:t>
            </a:r>
            <a:r>
              <a:rPr lang="fr-FR" dirty="0"/>
              <a:t>, ILS SONT VRAIMENT PÉNIBLES   
	12-  À PENSER, PENSER QU'ON N'EST PAS TRÈS BÉNIS      (x2)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	13-  PLUS </a:t>
            </a:r>
            <a:r>
              <a:rPr lang="fr-FR" dirty="0" err="1"/>
              <a:t>PLUS</a:t>
            </a:r>
            <a:r>
              <a:rPr lang="fr-FR" dirty="0"/>
              <a:t>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 dirty="0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 :</a:t>
            </a:r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</a:t>
            </a:r>
          </a:p>
          <a:p>
            <a:pPr>
              <a:defRPr/>
            </a:pPr>
            <a:r>
              <a:rPr lang="fr-FR" dirty="0"/>
              <a:t>24- AWIMOWEH PLUS DE CHRIST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562599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433850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831624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39776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 dirty="0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 :</a:t>
            </a:r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</a:t>
            </a:r>
          </a:p>
          <a:p>
            <a:pPr>
              <a:defRPr/>
            </a:pPr>
            <a:r>
              <a:rPr lang="fr-FR" dirty="0"/>
              <a:t>24- AWIMOWEH PLUS DE CHRIST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209270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248801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215711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743940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870616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188859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Pré-Refrain:
	11-  PÉNIBLES </a:t>
            </a:r>
            <a:r>
              <a:rPr lang="fr-FR" dirty="0" err="1"/>
              <a:t>PÉNIBLES</a:t>
            </a:r>
            <a:r>
              <a:rPr lang="fr-FR" dirty="0"/>
              <a:t>, ILS SONT VRAIMENT PÉNIBLES   
	12-  À PENSER, PENSER QU'ON N'EST PAS TRÈS BÉNIS      (x2)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	13-  PLUS </a:t>
            </a:r>
            <a:r>
              <a:rPr lang="fr-FR" dirty="0" err="1"/>
              <a:t>PLUS</a:t>
            </a:r>
            <a:r>
              <a:rPr lang="fr-FR" dirty="0"/>
              <a:t>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 dirty="0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 :</a:t>
            </a:r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</a:t>
            </a:r>
          </a:p>
          <a:p>
            <a:pPr>
              <a:defRPr/>
            </a:pPr>
            <a:r>
              <a:rPr lang="fr-FR" dirty="0"/>
              <a:t>24- AWIMOWEH PLUS DE CHRIST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116117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Pré-Refrain:
	11-  PÉNIBLES </a:t>
            </a:r>
            <a:r>
              <a:rPr lang="fr-FR" dirty="0" err="1"/>
              <a:t>PÉNIBLES</a:t>
            </a:r>
            <a:r>
              <a:rPr lang="fr-FR" dirty="0"/>
              <a:t>, ILS SONT VRAIMENT PÉNIBLES   
	12-  À PENSER, PENSER QU'ON N'EST PAS TRÈS BÉNIS      (x2)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	13-  PLUS </a:t>
            </a:r>
            <a:r>
              <a:rPr lang="fr-FR" dirty="0" err="1"/>
              <a:t>PLUS</a:t>
            </a:r>
            <a:r>
              <a:rPr lang="fr-FR" dirty="0"/>
              <a:t>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 dirty="0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 :</a:t>
            </a:r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</a:t>
            </a:r>
          </a:p>
          <a:p>
            <a:pPr>
              <a:defRPr/>
            </a:pPr>
            <a:r>
              <a:rPr lang="fr-FR" dirty="0"/>
              <a:t>24- AWIMOWEH PLUS DE CHRIST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513206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Pré-Refrain:
	11-  PÉNIBLES </a:t>
            </a:r>
            <a:r>
              <a:rPr lang="fr-FR" dirty="0" err="1"/>
              <a:t>PÉNIBLES</a:t>
            </a:r>
            <a:r>
              <a:rPr lang="fr-FR" dirty="0"/>
              <a:t>, ILS SONT VRAIMENT PÉNIBLES   
	12-  À PENSER, PENSER QU'ON N'EST PAS TRÈS BÉNIS      (x2)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	13-  PLUS </a:t>
            </a:r>
            <a:r>
              <a:rPr lang="fr-FR" dirty="0" err="1"/>
              <a:t>PLUS</a:t>
            </a:r>
            <a:r>
              <a:rPr lang="fr-FR" dirty="0"/>
              <a:t>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 dirty="0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 :</a:t>
            </a:r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</a:t>
            </a:r>
          </a:p>
          <a:p>
            <a:pPr>
              <a:defRPr/>
            </a:pPr>
            <a:r>
              <a:rPr lang="fr-FR" dirty="0"/>
              <a:t>24- AWIMOWEH PLUS DE CHRIST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279967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353780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943292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934332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Pré-Refrain :</a:t>
            </a:r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Pont :</a:t>
            </a:r>
          </a:p>
          <a:p>
            <a:pPr>
              <a:defRPr/>
            </a:pPr>
            <a:r>
              <a:rPr lang="fr-FR"/>
              <a:t>24- AWIMOWEH PLUS DE CHRIST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722807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Pré-Refrain:
	11-  PÉNIBLES PÉNIBLES, ILS SONT VRAIMENT PÉNIBLES   
	12-  À PENSER, PENSER QU'ON N'EST PAS TRÈS BÉNIS      (x2)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 dirty="0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 :</a:t>
            </a:r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</a:t>
            </a:r>
          </a:p>
          <a:p>
            <a:pPr>
              <a:defRPr/>
            </a:pPr>
            <a:r>
              <a:rPr lang="fr-FR" dirty="0"/>
              <a:t>24- AWIMOWEH PLUS DE CHRIST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362033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Pré-Refrain:
	11-  PÉNIBLES </a:t>
            </a:r>
            <a:r>
              <a:rPr lang="fr-FR" dirty="0" err="1"/>
              <a:t>PÉNIBLES</a:t>
            </a:r>
            <a:r>
              <a:rPr lang="fr-FR" dirty="0"/>
              <a:t>, ILS SONT VRAIMENT PÉNIBLES   
	12-  À PENSER, PENSER QU'ON N'EST PAS TRÈS BÉNIS      (x2)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	13-  PLUS </a:t>
            </a:r>
            <a:r>
              <a:rPr lang="fr-FR" dirty="0" err="1"/>
              <a:t>PLUS</a:t>
            </a:r>
            <a:r>
              <a:rPr lang="fr-FR" dirty="0"/>
              <a:t> DE CHRIST   
	14-  TOUT CE QU'ON VEUT C'EST PLUS DE CHRIST   
	15-  T'AS CAPTÉ LE DÉLIRE  PLUS DE CHRIST  
	16-  TOUT CE QU'ON VEUT C'EST PLUS DE CHRIST     (x2)</a:t>
            </a:r>
          </a:p>
          <a:p>
            <a:pPr>
              <a:defRPr/>
            </a:pPr>
            <a:r>
              <a:rPr lang="fr-FR" dirty="0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Pré-Refrain :</a:t>
            </a:r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Pont :</a:t>
            </a:r>
          </a:p>
          <a:p>
            <a:pPr>
              <a:defRPr/>
            </a:pPr>
            <a:r>
              <a:rPr lang="fr-FR" dirty="0"/>
              <a:t>24- AWIMOWEH PLUS DE CHRIST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Y A LONGTEMPS QUE J'AI CESSÉ DE REGARDER EN ARRIÈRE  
2-  JE NE M'ARRÊTERAI PLUS AUX BARRIÈRES   
3-  OUI C'EST BARRÉ MAIS ON A VA Y ALLER   
4-  PEU IMPORTE LES ALÉAS   
5-  NON PAS DE DÉBAT ON VIENT FAIRE DES DÉGÂTS  
6-  TU SAIS QUE ÇA DÉGAMME ET LE MALIN VA DÉGAGER  
7-  TU VOIS DANS MON REGARD QUE JSUIS PAS LÀ PAR MÉGARDE  
8-  NI POUR PRÔNER L'ILLÉGALE  
9-  MAIS POUR REPRÉSENTER  CELUI QUI A TOUT PAYÉ   
10-  JE NE DIS PAS ÇA POUR ME VENTER C'EST VRAIMENT DIEU QUI M'A DONNÉ   </a:t>
            </a:r>
          </a:p>
          <a:p>
            <a:endParaRPr lang="fr-FR"/>
          </a:p>
          <a:p>
            <a:r>
              <a:rPr lang="fr-FR"/>
              <a:t>	Pré-Refrain:
	11-  PÉNIBLES PÉNIBLES, ILS SONT VRAIMENT PÉNIBLES   
	12-  À PENSER, PENSER QU'ON N'EST PAS TRÈS BÉNIS      (x2)</a:t>
            </a:r>
          </a:p>
          <a:p>
            <a:endParaRPr lang="fr-FR"/>
          </a:p>
          <a:p>
            <a:r>
              <a:rPr lang="fr-FR"/>
              <a:t>	Refrain:
	13-  PLUS PLUS DE CHRIST   
	14-  TOUT CE QU'ON VEUT C'EST PLUS DE CHRIST   
	15-  T'AS CAPTÉ LE DÉLIRE  PLUS DE CHRIST  
	16-  TOUT CE QU'ON VEUT C'EST PLUS DE CHRIST     (x2)</a:t>
            </a:r>
          </a:p>
          <a:p>
            <a:r>
              <a:rPr lang="fr-FR"/>
              <a:t>
17-  POURQUOI AURAIS-JE HONTE DE MES VALEURS CE MONDE VEUT M'AVALER   
18-  QUITTER LE DESERT ON VEUT   
19-  ON A BEAUCOUP DE PROJET C'EST DIEU QUI DONNE L'AVAL   
20-  SEIGNEUR FAIT TA VOLONTÉ LUNDI, MARDI, MERCREDI JE SUIS BÉNIE 
21-  JEUDI, VENDREDI, SAMEDI JE SUIS BÉNIE  
22-  DIMANCHE TOUS LES JOURS EVERYDAY JE SUIS BÉNIE   
23-  AWIMOWEH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</a:t>
            </a:r>
          </a:p>
          <a:p>
            <a:r>
              <a:rPr lang="fr-FR"/>
              <a:t>24- AWIMOWEH PLUS DE CHRIST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403460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Y’A LONGTEMPS QUE J'AI CESSÉ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REGARDER EN ARRIÈRE </a:t>
            </a:r>
          </a:p>
        </p:txBody>
      </p:sp>
    </p:spTree>
    <p:extLst>
      <p:ext uri="{BB962C8B-B14F-4D97-AF65-F5344CB8AC3E}">
        <p14:creationId xmlns:p14="http://schemas.microsoft.com/office/powerpoint/2010/main" val="2487302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M'ARRÊTERAI PLUS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AUX BARRIÈRES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C'EST BARRÉ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MAIS ON VA Y ALLER (YAH AH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)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50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PEU IMPORTE LES ALÉAS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489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NON, PAS DE DÉBAT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VIENT FAIRE DES DÉGÂTS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55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SAIS QUE ÇA DÉGOMME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LE MALIN VA DÉGAGER </a:t>
            </a:r>
          </a:p>
        </p:txBody>
      </p:sp>
    </p:spTree>
    <p:extLst>
      <p:ext uri="{BB962C8B-B14F-4D97-AF65-F5344CB8AC3E}">
        <p14:creationId xmlns:p14="http://schemas.microsoft.com/office/powerpoint/2010/main" val="78442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VOIS DANS MON REGARD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J’N’SUIS PAS LÀ PAR MÉGARDE </a:t>
            </a:r>
          </a:p>
        </p:txBody>
      </p:sp>
    </p:spTree>
    <p:extLst>
      <p:ext uri="{BB962C8B-B14F-4D97-AF65-F5344CB8AC3E}">
        <p14:creationId xmlns:p14="http://schemas.microsoft.com/office/powerpoint/2010/main" val="2510500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NI POUR PRÔNER L'ILLÉGALE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71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POUR REPRÉSENTER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A TOUT PAYÉ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8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DIS PAS ÇA POUR ME VANTER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VRAIMENT DIEU QUI M'A DONNÉ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389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PÉNIBLES, PÉNIBLES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SONT VRAIMENT PÉNIBLES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101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PENSER, PENSER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QU'ON N'EST PAS TRÈS BÉNIS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8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PLUS, PLUS DE CHRIST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993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CE QU'ON VEUT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PLUS DE CHRIST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09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T'AS CAPTÉ LE DÉLIRE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DE CHRIST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767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CE QU'ON VEUT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PLUS DE CHRIST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68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POURQUOI AURAIS-JE HONTE DE MES VALEURS ? CE MONDE VEUT M'AVALER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00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QUITTER LE DÉSERT, ON VEUT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68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868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A BEAUCOUP DE PROJETS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DIEU QUI DONNE L'AVAL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073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SEIGNEUR, FAIT TA VOLONTÉ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LUNDI, MARDI, MERCREDI, JE SUIS BÉNIE</a:t>
            </a:r>
          </a:p>
        </p:txBody>
      </p:sp>
    </p:spTree>
    <p:extLst>
      <p:ext uri="{BB962C8B-B14F-4D97-AF65-F5344CB8AC3E}">
        <p14:creationId xmlns:p14="http://schemas.microsoft.com/office/powerpoint/2010/main" val="622348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JEUDI, VENDREDI, SAMEDI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JE SUIS BÉNIE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815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DIMANCHE, TOUS LES 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EVERYDAY, JE SUIS BÉNIE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8042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AWIMOWEH</a:t>
            </a:r>
          </a:p>
        </p:txBody>
      </p:sp>
    </p:spTree>
    <p:extLst>
      <p:ext uri="{BB962C8B-B14F-4D97-AF65-F5344CB8AC3E}">
        <p14:creationId xmlns:p14="http://schemas.microsoft.com/office/powerpoint/2010/main" val="3377799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AWIMOWEH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DE CHRIST</a:t>
            </a:r>
          </a:p>
        </p:txBody>
      </p:sp>
    </p:spTree>
    <p:extLst>
      <p:ext uri="{BB962C8B-B14F-4D97-AF65-F5344CB8AC3E}">
        <p14:creationId xmlns:p14="http://schemas.microsoft.com/office/powerpoint/2010/main" val="306317392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12827</Words>
  <Application>Microsoft Office PowerPoint</Application>
  <PresentationFormat>Affichage à l'écran (4:3)</PresentationFormat>
  <Paragraphs>812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102</cp:revision>
  <dcterms:created xsi:type="dcterms:W3CDTF">2002-08-17T13:12:10Z</dcterms:created>
  <dcterms:modified xsi:type="dcterms:W3CDTF">2022-09-24T12:31:46Z</dcterms:modified>
</cp:coreProperties>
</file>