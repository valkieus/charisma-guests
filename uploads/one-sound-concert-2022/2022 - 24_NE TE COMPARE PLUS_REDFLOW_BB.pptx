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82" r:id="rId2"/>
    <p:sldId id="322" r:id="rId3"/>
    <p:sldId id="323" r:id="rId4"/>
    <p:sldId id="321" r:id="rId5"/>
    <p:sldId id="320" r:id="rId6"/>
    <p:sldId id="319" r:id="rId7"/>
    <p:sldId id="318" r:id="rId8"/>
    <p:sldId id="317" r:id="rId9"/>
    <p:sldId id="316" r:id="rId10"/>
    <p:sldId id="315" r:id="rId11"/>
    <p:sldId id="314" r:id="rId12"/>
    <p:sldId id="313" r:id="rId13"/>
    <p:sldId id="312" r:id="rId14"/>
    <p:sldId id="311" r:id="rId15"/>
    <p:sldId id="309" r:id="rId16"/>
    <p:sldId id="308" r:id="rId17"/>
    <p:sldId id="324" r:id="rId18"/>
    <p:sldId id="325" r:id="rId19"/>
    <p:sldId id="306" r:id="rId20"/>
    <p:sldId id="305" r:id="rId21"/>
    <p:sldId id="304" r:id="rId22"/>
    <p:sldId id="303" r:id="rId23"/>
    <p:sldId id="302" r:id="rId24"/>
    <p:sldId id="301" r:id="rId25"/>
    <p:sldId id="300" r:id="rId26"/>
    <p:sldId id="299" r:id="rId27"/>
    <p:sldId id="298" r:id="rId28"/>
    <p:sldId id="297" r:id="rId29"/>
    <p:sldId id="296" r:id="rId30"/>
    <p:sldId id="326" r:id="rId31"/>
    <p:sldId id="295" r:id="rId32"/>
    <p:sldId id="294" r:id="rId33"/>
    <p:sldId id="293" r:id="rId34"/>
    <p:sldId id="292" r:id="rId35"/>
    <p:sldId id="291" r:id="rId36"/>
    <p:sldId id="290" r:id="rId37"/>
    <p:sldId id="289" r:id="rId38"/>
    <p:sldId id="288" r:id="rId39"/>
    <p:sldId id="287" r:id="rId40"/>
    <p:sldId id="286" r:id="rId41"/>
    <p:sldId id="285" r:id="rId42"/>
    <p:sldId id="284" r:id="rId43"/>
    <p:sldId id="327" r:id="rId4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216" autoAdjust="0"/>
    <p:restoredTop sz="32113" autoAdjust="0"/>
  </p:normalViewPr>
  <p:slideViewPr>
    <p:cSldViewPr>
      <p:cViewPr varScale="1">
        <p:scale>
          <a:sx n="32" d="100"/>
          <a:sy n="32" d="100"/>
        </p:scale>
        <p:origin x="39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487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141779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403727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061768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570162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522479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181459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979285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41492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931279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502306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205465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419858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25611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912163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330662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9289289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686673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5646445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3658173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9723939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0654643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2404795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4473979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6425567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9353124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6815835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090017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5444460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0546965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4181334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9180172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2433416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7001956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7030105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7999591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9742634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0029248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7098879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9695520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6477136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6997502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25561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pPr algn="l">
              <a:lnSpc>
                <a:spcPct val="90000"/>
              </a:lnSpc>
              <a:defRPr/>
            </a:pP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7-  UN PIED DEVANT L’AUTRE 
	8-  PAS APRÈS PAS J’AI FAIT MON CHOIX, 
	9-  JE NE ME RETOURNE PAS, JE SERS TA PAROLE FORT CONTRE MOI  
 	10-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pPr algn="l">
              <a:lnSpc>
                <a:spcPct val="90000"/>
              </a:lnSpc>
              <a:defRPr/>
            </a:pP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 	 Pré 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19-  UN PIED DEVANT L’AUTRE 
	20-  PAS APRÈS PAS J’AI FAIT MON CHOIX, 
	21-  JE NE ME RETOURNE PAS, JE SERS TA PAROLE FORT CONTRE MOI  
	22-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pPr algn="l">
              <a:lnSpc>
                <a:spcPct val="90000"/>
              </a:lnSpc>
              <a:defRPr/>
            </a:pP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Pré-Refrain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34-  UN PIED DEVANT L’AUTRE 
35-  PAS APRÈS PAS J’AI FAIT MON CHOIX, 
36-  JE NE ME RETOURNE PAS, JE SERS TA PAROLE FORT CONTRE MOI  
37-  CAR TU M’AS DIT </a:t>
            </a:r>
          </a:p>
          <a:p>
            <a:pPr algn="l">
              <a:lnSpc>
                <a:spcPct val="90000"/>
              </a:lnSpc>
              <a:defRPr/>
            </a:pPr>
            <a:endParaRPr lang="fr-FR" sz="1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         	Refrain :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43- BAGARRER MAINTENANT IL FAUT TE BAGARRER x2</a:t>
            </a:r>
          </a:p>
          <a:p>
            <a:pPr algn="l">
              <a:lnSpc>
                <a:spcPct val="90000"/>
              </a:lnSpc>
              <a:defRPr/>
            </a:pPr>
            <a:r>
              <a:rPr lang="fr-FR" sz="1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IL DIT FAISONS L’HOMME  À NOTRE IMAGE 
2-  SELON NOTRE RESSEMBLANCE 
3-  MAINTENANT QUE JE SAIS  DIEU M’A CRÉÉ 
4-  MA VIE A REPRIS SON SENS JE VIS SOUS LA GRÂCE ET LA FAVEUR 
5-  NE ME PARLE PLUS DE CHANCE HIER, J’ÉTAIS DÉSEMPARÉE 
6-  MAINTENANT J’AI DE L’ESPÉRANCE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	7-  UN PIED DEVANT L’AUTRE 
	8-  PAS APRÈS PAS J’AI FAIT MON CHOIX, 
	9-  JE NE ME RETOURNE PAS, JE SERS TA PAROLE FORT CONTRE MOI  
 	10-  CAR TU M’AS DIT </a:t>
            </a:r>
          </a:p>
          <a:p>
            <a:endParaRPr lang="fr-FR"/>
          </a:p>
          <a:p>
            <a:r>
              <a:rPr lang="fr-FR"/>
              <a:t>          	   Refrain :
          	11-  NE TE COMPARE PLUS AUX AUTRES 
         	 12-  CE DESTIN EST LE TIEN NE CHERCHE PAS TES DESSEINS  
          	13-  CAR J’ACCOMPLIRAI LES MIENS  JE CONNAIS CHACUNE DE TES PENSÉES 
          	14-  JE CONNAIS TON COEUR JE VEILLE SUR TOI, JE VEILLE SUR TOI   </a:t>
            </a:r>
          </a:p>
          <a:p>
            <a:endParaRPr lang="fr-FR"/>
          </a:p>
          <a:p>
            <a:r>
              <a:rPr lang="fr-FR"/>
              <a:t>15-  LA VRAIE VIE COMMENCE  QUAND TU CESSES DE TE COMPARER  
16-  APRÈS L’ENFER   
17-  C’EST CONTRE TOI-MÊME  QU’IL FAUT TE BAGARRER  
18-  TU PEUX TOUT ACCOMPLIR OUI TOUT ACCOMPLIR X2  </a:t>
            </a:r>
          </a:p>
          <a:p>
            <a:r>
              <a:rPr lang="fr-FR"/>
              <a:t>
 	 Pré refrain :</a:t>
            </a:r>
          </a:p>
          <a:p>
            <a:r>
              <a:rPr lang="fr-FR"/>
              <a:t>	19-  UN PIED DEVANT L’AUTRE 
	20-  PAS APRÈS PAS J’AI FAIT MON CHOIX, 
	21-  JE NE ME RETOURNE PAS, JE SERS TA PAROLE FORT CONTRE MOI  
	22-  CAR TU M’AS DIT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	23-  NE TE COMPARE PLUS AUX AUTRES 
        	24-  CE DESTIN EST LE TIEN NE CHERCHE PAS TES DESSEINS  
         	25-  CAR J’ACCOMPLIRAI LES MIENS  JE CONNAIS CHACUNE DE TES PENSÉES 
         	26-  JE CONNAIS TON COEUR JE VEILLE SUR TOI 
         	27-  JE VEILLE SUR TOI  </a:t>
            </a:r>
          </a:p>
          <a:p>
            <a:r>
              <a:rPr lang="fr-FR"/>
              <a:t>
28-  SI BELLE ET MERVEILLEUSE CRÉATURE 
29-  TU BRILLERAI PARMI  LES MONTAGNES D’OR PUR  
30-  IL FAUT QUE TU SACHES  QUE TON DIEU T’AIME  
31-  IL VEUT MÊME QUE TU EN SOIS SÛRE  LÈVE-TOI ET SORS DE LA PÉNOMBRE  
32-  AFFRONTER TES PEURS, C’EST CE QU’IL Y’AURA DE PLUS PÉNIBLE 
33-  MAIS BRILLE, IL FAUT QUE TU BRILLES  </a:t>
            </a:r>
          </a:p>
          <a:p>
            <a:endParaRPr lang="fr-FR"/>
          </a:p>
          <a:p>
            <a:r>
              <a:rPr lang="fr-FR"/>
              <a:t>	Pré-Refrain :</a:t>
            </a:r>
          </a:p>
          <a:p>
            <a:r>
              <a:rPr lang="fr-FR"/>
              <a:t>
34-  UN PIED DEVANT L’AUTRE 
35-  PAS APRÈS PAS J’AI FAIT MON CHOIX, 
36-  JE NE ME RETOURNE PAS, JE SERS TA PAROLE FORT CONTRE MOI  
37-  CAR TU M’AS DIT </a:t>
            </a:r>
          </a:p>
          <a:p>
            <a:endParaRPr lang="fr-FR"/>
          </a:p>
          <a:p>
            <a:r>
              <a:rPr lang="fr-FR"/>
              <a:t>          	Refrain :</a:t>
            </a:r>
          </a:p>
          <a:p>
            <a:r>
              <a:rPr lang="fr-FR"/>
              <a:t>	38-  NE TE COMPARE PLUS AUX AUTRES 
         	39-  CE DESTIN EST LE TIEN NE CHERCHE PAS TES DESSEINS  
         	40-  CAR J’ACCOMPLIRAI LES MIENS  JE CONNAIS CHACUNE DE TES PENSÉES 
        	41-  JE CONNAIS TON COEUR JE VEILLE SUR TOI 
         	42-  JE VEILLE SUR TOI x2
        	</a:t>
            </a:r>
          </a:p>
          <a:p>
            <a:r>
              <a:rPr lang="fr-FR"/>
              <a:t>43- BAGARRER MAINTENANT IL FAUT TE BAGARRER x2</a:t>
            </a:r>
          </a:p>
          <a:p>
            <a:r>
              <a:rPr lang="fr-FR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186852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DIT FAISONS L’HOMME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NOTRE IMAGE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12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SELON NOTRE RESSEMBLANCE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71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MAINTENANT QUE JE SAIS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DIEU M’A CRÉÉE</a:t>
            </a:r>
          </a:p>
        </p:txBody>
      </p:sp>
    </p:spTree>
    <p:extLst>
      <p:ext uri="{BB962C8B-B14F-4D97-AF65-F5344CB8AC3E}">
        <p14:creationId xmlns:p14="http://schemas.microsoft.com/office/powerpoint/2010/main" val="3461483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VIE A REPRIS SON SENS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VIS SOUS LA GRÂCE ET LA FAVEUR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07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ME PARLE PLUS DE CHANCE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HIER, J’ÉTAIS DÉSEMPARÉE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8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MAINTENANT J’AI DE L’ESPÉRANCE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284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PIED DEVANT L’AUTRE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625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PAS APRÈS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FAIT MON CHOIX</a:t>
            </a:r>
          </a:p>
        </p:txBody>
      </p:sp>
    </p:spTree>
    <p:extLst>
      <p:ext uri="{BB962C8B-B14F-4D97-AF65-F5344CB8AC3E}">
        <p14:creationId xmlns:p14="http://schemas.microsoft.com/office/powerpoint/2010/main" val="132454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NE ME RETOURNE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SERS TA PAROLE FORT CONTRE MOI </a:t>
            </a:r>
          </a:p>
        </p:txBody>
      </p:sp>
    </p:spTree>
    <p:extLst>
      <p:ext uri="{BB962C8B-B14F-4D97-AF65-F5344CB8AC3E}">
        <p14:creationId xmlns:p14="http://schemas.microsoft.com/office/powerpoint/2010/main" val="2488340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TU M’AS DIT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462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TE COMPARE PLUS AUX AUTRES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453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DESTIN EST LE TIEN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CHERCHE PAS TES DESSEINS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287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J’ACCOMPLIRAI LES MIENS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CONNAIS CHACUNE DE TES PENSÉES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037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CONNAIS TON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VEILLE SUR TOI, JE VEILLE SUR TOI 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672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VRAIE VIE COMMENCE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TU CESSES DE TE COMPARER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050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APRÈS L’ENFER 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941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CONTRE TOI-MÊME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QU’IL FAUT TE BAGARRER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019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PEUX TOUT ACCOMPLIR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OUI, TOUT ACCOMPLIR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995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PIED DEVANT L’AUTRE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12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PAS APRÈS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FAIT MON CHOIX</a:t>
            </a:r>
          </a:p>
        </p:txBody>
      </p:sp>
    </p:spTree>
    <p:extLst>
      <p:ext uri="{BB962C8B-B14F-4D97-AF65-F5344CB8AC3E}">
        <p14:creationId xmlns:p14="http://schemas.microsoft.com/office/powerpoint/2010/main" val="981736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NE ME RETOURNE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SERS TA PAROLE FORT CONTRE MOI </a:t>
            </a:r>
          </a:p>
        </p:txBody>
      </p:sp>
    </p:spTree>
    <p:extLst>
      <p:ext uri="{BB962C8B-B14F-4D97-AF65-F5344CB8AC3E}">
        <p14:creationId xmlns:p14="http://schemas.microsoft.com/office/powerpoint/2010/main" val="894791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TU M’AS DIT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350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TE COMPARE PLUS AUX AUTRES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087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DESTIN EST LE TIEN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CHERCHE PAS TES DESSEINS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175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J’ACCOMPLIRAI LES MIENS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CONNAIS CHACUNE DE TES PENSÉES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580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CONNAIS TON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VEILLE SUR TOI</a:t>
            </a:r>
          </a:p>
        </p:txBody>
      </p:sp>
    </p:spTree>
    <p:extLst>
      <p:ext uri="{BB962C8B-B14F-4D97-AF65-F5344CB8AC3E}">
        <p14:creationId xmlns:p14="http://schemas.microsoft.com/office/powerpoint/2010/main" val="164317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VEILLE SUR TOI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844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SI BELLE ET MERVEILLEUSE CRÉATURE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7752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BRILLERAIS PARMI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MONTAGNES D’OR PUR </a:t>
            </a:r>
          </a:p>
        </p:txBody>
      </p:sp>
    </p:spTree>
    <p:extLst>
      <p:ext uri="{BB962C8B-B14F-4D97-AF65-F5344CB8AC3E}">
        <p14:creationId xmlns:p14="http://schemas.microsoft.com/office/powerpoint/2010/main" val="1740884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FAUT QUE TU SACHES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TON DIEU T’AIME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013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VEUT MÊME QUE TU EN SOIS SÛR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LÈVE-TOI ET SORS DE LA PÉNOMBRE </a:t>
            </a:r>
          </a:p>
        </p:txBody>
      </p:sp>
    </p:spTree>
    <p:extLst>
      <p:ext uri="{BB962C8B-B14F-4D97-AF65-F5344CB8AC3E}">
        <p14:creationId xmlns:p14="http://schemas.microsoft.com/office/powerpoint/2010/main" val="1433897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AFFRONTER TES PEURS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CE QU’IL Y’AURA DE PLUS PÉNIBLE</a:t>
            </a:r>
          </a:p>
        </p:txBody>
      </p:sp>
    </p:spTree>
    <p:extLst>
      <p:ext uri="{BB962C8B-B14F-4D97-AF65-F5344CB8AC3E}">
        <p14:creationId xmlns:p14="http://schemas.microsoft.com/office/powerpoint/2010/main" val="633384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BRILLE, IL FAUT QUE TU BRILLES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5293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PIED DEVANT L’AUTRE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84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PAS APRÈS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FAIT MON CHOIX</a:t>
            </a:r>
          </a:p>
        </p:txBody>
      </p:sp>
    </p:spTree>
    <p:extLst>
      <p:ext uri="{BB962C8B-B14F-4D97-AF65-F5344CB8AC3E}">
        <p14:creationId xmlns:p14="http://schemas.microsoft.com/office/powerpoint/2010/main" val="1811921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NE ME RETOURNE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SERS TA PAROLE FORT CONTRE MOI </a:t>
            </a:r>
          </a:p>
        </p:txBody>
      </p:sp>
    </p:spTree>
    <p:extLst>
      <p:ext uri="{BB962C8B-B14F-4D97-AF65-F5344CB8AC3E}">
        <p14:creationId xmlns:p14="http://schemas.microsoft.com/office/powerpoint/2010/main" val="9977080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TU M’AS DIT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204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TE COMPARE PLUS AUX AUTRES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79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DESTIN EST LE TIEN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CHERCHE PAS TES DESSEINS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2743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J’ACCOMPLIRAI LES MIENS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CONNAIS CHACUNE DE TES PENSÉES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4460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CONNAIS TON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VEILLE SUR TOI</a:t>
            </a:r>
          </a:p>
        </p:txBody>
      </p:sp>
    </p:spTree>
    <p:extLst>
      <p:ext uri="{BB962C8B-B14F-4D97-AF65-F5344CB8AC3E}">
        <p14:creationId xmlns:p14="http://schemas.microsoft.com/office/powerpoint/2010/main" val="2041572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VEILLE SUR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0344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BAGARRER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MAINTENANT IL FAUT TE BAGARRER</a:t>
            </a:r>
          </a:p>
        </p:txBody>
      </p:sp>
    </p:spTree>
    <p:extLst>
      <p:ext uri="{BB962C8B-B14F-4D97-AF65-F5344CB8AC3E}">
        <p14:creationId xmlns:p14="http://schemas.microsoft.com/office/powerpoint/2010/main" val="74134853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41608</Words>
  <Application>Microsoft Office PowerPoint</Application>
  <PresentationFormat>Affichage à l'écran (4:3)</PresentationFormat>
  <Paragraphs>1962</Paragraphs>
  <Slides>43</Slides>
  <Notes>43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7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117</cp:revision>
  <dcterms:created xsi:type="dcterms:W3CDTF">2002-08-17T13:12:10Z</dcterms:created>
  <dcterms:modified xsi:type="dcterms:W3CDTF">2022-09-24T12:53:39Z</dcterms:modified>
</cp:coreProperties>
</file>