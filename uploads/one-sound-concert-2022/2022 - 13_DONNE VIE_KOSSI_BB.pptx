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55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6" autoAdjust="0"/>
    <p:restoredTop sz="52126" autoAdjust="0"/>
  </p:normalViewPr>
  <p:slideViewPr>
    <p:cSldViewPr>
      <p:cViewPr varScale="1">
        <p:scale>
          <a:sx n="34" d="100"/>
          <a:sy n="34" d="100"/>
        </p:scale>
        <p:origin x="54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1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BYE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BYE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À L’ARGENT SALE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DIE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DIE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J’SUIS PLUS DANS LE BAIL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205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235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65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791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684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644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613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391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92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BYE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BYE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À L’ARGENT SALE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DIE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DIE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J’SUIS PLUS DANS LE BAIL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3499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711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040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346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562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0939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3288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409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70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309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mtClean="0"/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mtClean="0"/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mtClean="0"/>
              <a:t>
17-  OUI C’EST DIE DIE DIE  J’SUIS PLUS DANS LE BAIL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r>
              <a:rPr lang="fr-FR" smtClean="0"/>
              <a:t>
18-  JE N’SUIS PLUS DANS LE BAIL</a:t>
            </a:r>
          </a:p>
          <a:p>
            <a:r>
              <a:rPr lang="fr-FR" smtClean="0"/>
              <a:t>
19-  JE N’SUIS DANS LE BAIL </a:t>
            </a:r>
          </a:p>
          <a:p>
            <a:r>
              <a:rPr lang="fr-FR" smtClean="0"/>
              <a:t>
20-  LE PARDON M’A LIBÉRÉ LA FOI DONNE VIE  x4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TOMBER DANS LE RINTÉ LES POTOS M’ONT TENTÉ 
	2-  TOUT LE MAL M’A HANTÉ ET J’N’AI PAS SU AFFRONTER 
	3-  CEUX QUE J’AI ATTENTÉS  GONFLÉ DE VANITÉ YEAH 
	4-  MON CŒUR ÉTAIT BLINDÉ SOLITAIRE ET INDÉ 
	5-  J’N’AVAIS PAS LES IDÉES CLAIRES MY GOD À MES CÔTÉS 
	6-  SON AMOUR EST INNÉ LE PARDON M’A LIBÉRÉ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LA VIE M’A MIS DES COUPS  MAIS JE RESTE UN SOLDAT 
8-  ÇA PENAVE ÇA PENAVE  VAS-Y MONTRE-NOUS TES COMBATS 
9-  ENFANT MEURTRI, ENFANT JE SUIS ENFANT BÉNI J’SUIS 
10-  MAINTENANT MARI, PÈRE DE FAMILLE JE LAISSE LES DÉLITS DE FUITE 
11-  ON S’ENTOURE DE GENS 
12-  QUI NOUS CÉLÈBRENT  ET NON DE CEUX QUI NOUS TOLÈRENT 
13-  JE COURS, JE TOMBE, JE ME RELÈVE  NE TE COUCHE PAS SUR TA COLÈRE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14-  LA FOI DONNE VIE PEU IMPORTE  LES ÉPREUVES QU’TU FUIS 
15-  JÉSUS A LA VIE  JE N’OUBLIERAI PAS QUI JE SUIS 
16-  AU REVOIR GOODBYE BYE BYE BYE  À L’ARGENT SALE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17-  OUI C’EST DIE DIE DIE  J’SUIS PLUS DANS LE BAIL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 :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JE N’SUIS PLUS DANS LE BAIL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N’SUIS DANS LE BAIL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LE PARDON M’A LIBÉRÉ LA FOI DONNE VIE  x4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617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TOMBER DANS LE RINTÉ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POTOS M’ONT TENTÉ</a:t>
            </a:r>
          </a:p>
        </p:txBody>
      </p:sp>
    </p:spTree>
    <p:extLst>
      <p:ext uri="{BB962C8B-B14F-4D97-AF65-F5344CB8AC3E}">
        <p14:creationId xmlns:p14="http://schemas.microsoft.com/office/powerpoint/2010/main" val="333269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LE MAL M’A HANTÉ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J’N’AI PAS SU AFFRONTER</a:t>
            </a:r>
          </a:p>
        </p:txBody>
      </p:sp>
    </p:spTree>
    <p:extLst>
      <p:ext uri="{BB962C8B-B14F-4D97-AF65-F5344CB8AC3E}">
        <p14:creationId xmlns:p14="http://schemas.microsoft.com/office/powerpoint/2010/main" val="113371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CEUX QUE J’AI ATTENTÉS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GONFLÉ DE VANITÉ YEAH</a:t>
            </a:r>
          </a:p>
        </p:txBody>
      </p:sp>
    </p:spTree>
    <p:extLst>
      <p:ext uri="{BB962C8B-B14F-4D97-AF65-F5344CB8AC3E}">
        <p14:creationId xmlns:p14="http://schemas.microsoft.com/office/powerpoint/2010/main" val="67507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CŒUR ÉTAIT BLINDÉ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SOLITAIRE ET INDÉ</a:t>
            </a:r>
          </a:p>
        </p:txBody>
      </p:sp>
    </p:spTree>
    <p:extLst>
      <p:ext uri="{BB962C8B-B14F-4D97-AF65-F5344CB8AC3E}">
        <p14:creationId xmlns:p14="http://schemas.microsoft.com/office/powerpoint/2010/main" val="5503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J’N’AVAIS PAS LES IDÉES CLAIRES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GOD À MES CÔTÉS</a:t>
            </a:r>
          </a:p>
        </p:txBody>
      </p:sp>
    </p:spTree>
    <p:extLst>
      <p:ext uri="{BB962C8B-B14F-4D97-AF65-F5344CB8AC3E}">
        <p14:creationId xmlns:p14="http://schemas.microsoft.com/office/powerpoint/2010/main" val="119644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 EST INNÉ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PARDON M’A LIBÉRÉ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355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VIE M’A MIS DES COUPS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RESTE UN SOLDAT</a:t>
            </a:r>
          </a:p>
        </p:txBody>
      </p:sp>
    </p:spTree>
    <p:extLst>
      <p:ext uri="{BB962C8B-B14F-4D97-AF65-F5344CB8AC3E}">
        <p14:creationId xmlns:p14="http://schemas.microsoft.com/office/powerpoint/2010/main" val="66792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PENAVE ÇA PENAVE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VAS-Y MONTRE-NOUS TES COMBATS</a:t>
            </a:r>
          </a:p>
        </p:txBody>
      </p:sp>
    </p:spTree>
    <p:extLst>
      <p:ext uri="{BB962C8B-B14F-4D97-AF65-F5344CB8AC3E}">
        <p14:creationId xmlns:p14="http://schemas.microsoft.com/office/powerpoint/2010/main" val="78161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ENFANT MEURTRI, ENFANT JE SUIS ENFANT BÉNI J’SUIS</a:t>
            </a:r>
          </a:p>
        </p:txBody>
      </p:sp>
    </p:spTree>
    <p:extLst>
      <p:ext uri="{BB962C8B-B14F-4D97-AF65-F5344CB8AC3E}">
        <p14:creationId xmlns:p14="http://schemas.microsoft.com/office/powerpoint/2010/main" val="420627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 MARI, PÈRE DE FAMILLE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LAISSE LES DÉLITS DE FUITE</a:t>
            </a:r>
          </a:p>
        </p:txBody>
      </p:sp>
    </p:spTree>
    <p:extLst>
      <p:ext uri="{BB962C8B-B14F-4D97-AF65-F5344CB8AC3E}">
        <p14:creationId xmlns:p14="http://schemas.microsoft.com/office/powerpoint/2010/main" val="369435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S’ENTOURE DE GENS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285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NOUS CÉLÈBRENT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NON DE CEUX QUI NOUS TOLÈRENT</a:t>
            </a:r>
          </a:p>
        </p:txBody>
      </p:sp>
    </p:spTree>
    <p:extLst>
      <p:ext uri="{BB962C8B-B14F-4D97-AF65-F5344CB8AC3E}">
        <p14:creationId xmlns:p14="http://schemas.microsoft.com/office/powerpoint/2010/main" val="125939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COURS, JE TOMBE, JE ME RELÈVE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COUCHE PAS SUR TA COLÈRE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62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 DONNE VIE PEU IMPORTE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ÉPREUVES QU’TU FUIS</a:t>
            </a:r>
          </a:p>
        </p:txBody>
      </p:sp>
    </p:spTree>
    <p:extLst>
      <p:ext uri="{BB962C8B-B14F-4D97-AF65-F5344CB8AC3E}">
        <p14:creationId xmlns:p14="http://schemas.microsoft.com/office/powerpoint/2010/main" val="34215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LA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N’OUBLIERAI PAS QUI JE SUIS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706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REVOIR GOODBYE BYE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BYE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BYE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L’ARGENT SALE</a:t>
            </a:r>
          </a:p>
        </p:txBody>
      </p:sp>
    </p:spTree>
    <p:extLst>
      <p:ext uri="{BB962C8B-B14F-4D97-AF65-F5344CB8AC3E}">
        <p14:creationId xmlns:p14="http://schemas.microsoft.com/office/powerpoint/2010/main" val="35292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C’EST DIE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J’SUIS PLUS DANS LE BAIL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972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N’SUIS PLUS DANS LE BAIL</a:t>
            </a:r>
          </a:p>
        </p:txBody>
      </p:sp>
    </p:spTree>
    <p:extLst>
      <p:ext uri="{BB962C8B-B14F-4D97-AF65-F5344CB8AC3E}">
        <p14:creationId xmlns:p14="http://schemas.microsoft.com/office/powerpoint/2010/main" val="22018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N’SUIS DANS LE BAIL</a:t>
            </a:r>
          </a:p>
        </p:txBody>
      </p:sp>
    </p:spTree>
    <p:extLst>
      <p:ext uri="{BB962C8B-B14F-4D97-AF65-F5344CB8AC3E}">
        <p14:creationId xmlns:p14="http://schemas.microsoft.com/office/powerpoint/2010/main" val="104540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PARDON M’A LIBÉRÉ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 DONNE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218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179</Words>
  <Application>Microsoft Office PowerPoint</Application>
  <PresentationFormat>Affichage à l'écran (4:3)</PresentationFormat>
  <Paragraphs>436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2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72</cp:revision>
  <dcterms:created xsi:type="dcterms:W3CDTF">2002-08-17T10:50:50Z</dcterms:created>
  <dcterms:modified xsi:type="dcterms:W3CDTF">2022-09-21T20:55:00Z</dcterms:modified>
</cp:coreProperties>
</file>