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63" r:id="rId2"/>
    <p:sldId id="300" r:id="rId3"/>
    <p:sldId id="299" r:id="rId4"/>
    <p:sldId id="298" r:id="rId5"/>
    <p:sldId id="297" r:id="rId6"/>
    <p:sldId id="301" r:id="rId7"/>
    <p:sldId id="296" r:id="rId8"/>
    <p:sldId id="295" r:id="rId9"/>
    <p:sldId id="302" r:id="rId10"/>
    <p:sldId id="294" r:id="rId11"/>
    <p:sldId id="303" r:id="rId12"/>
    <p:sldId id="293" r:id="rId13"/>
    <p:sldId id="304" r:id="rId14"/>
    <p:sldId id="292" r:id="rId15"/>
    <p:sldId id="291" r:id="rId16"/>
    <p:sldId id="289" r:id="rId17"/>
    <p:sldId id="288" r:id="rId18"/>
    <p:sldId id="305" r:id="rId19"/>
    <p:sldId id="287" r:id="rId20"/>
    <p:sldId id="286" r:id="rId21"/>
    <p:sldId id="306" r:id="rId22"/>
    <p:sldId id="307" r:id="rId23"/>
    <p:sldId id="285" r:id="rId24"/>
    <p:sldId id="284" r:id="rId25"/>
    <p:sldId id="283" r:id="rId26"/>
    <p:sldId id="282" r:id="rId27"/>
    <p:sldId id="308" r:id="rId28"/>
    <p:sldId id="281" r:id="rId29"/>
    <p:sldId id="280" r:id="rId30"/>
    <p:sldId id="309" r:id="rId31"/>
    <p:sldId id="279" r:id="rId32"/>
    <p:sldId id="310" r:id="rId33"/>
    <p:sldId id="278" r:id="rId34"/>
    <p:sldId id="277" r:id="rId35"/>
    <p:sldId id="276" r:id="rId36"/>
    <p:sldId id="311" r:id="rId37"/>
    <p:sldId id="275" r:id="rId38"/>
    <p:sldId id="312" r:id="rId39"/>
    <p:sldId id="274" r:id="rId40"/>
    <p:sldId id="271" r:id="rId41"/>
    <p:sldId id="270" r:id="rId42"/>
    <p:sldId id="313" r:id="rId43"/>
    <p:sldId id="269" r:id="rId44"/>
    <p:sldId id="314" r:id="rId45"/>
    <p:sldId id="267" r:id="rId4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903" autoAdjust="0"/>
    <p:restoredTop sz="46479" autoAdjust="0"/>
  </p:normalViewPr>
  <p:slideViewPr>
    <p:cSldViewPr>
      <p:cViewPr varScale="1">
        <p:scale>
          <a:sx n="44" d="100"/>
          <a:sy n="44" d="100"/>
        </p:scale>
        <p:origin x="6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490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740606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506376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388131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286094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028365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733505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1743018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4040264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8278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4289392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1455088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30035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396616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399742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18824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602057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571616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142668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034486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588624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42329083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0819329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8751049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6159360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12853925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1686122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5100877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0766811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1317959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41098247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42650715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3300837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093906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4667308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9823591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7455483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2990141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8946827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3967144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0135231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 dirty="0"/>
              <a:t>	1-  BAGARRE CONTRE L’ENFER  C’EST LA BAGARRE X4 </a:t>
            </a:r>
          </a:p>
          <a:p>
            <a:pPr>
              <a:defRPr/>
            </a:pPr>
            <a:r>
              <a:rPr lang="fr-FR" dirty="0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
	15-  BAGARRE  CONTRE L’ENFER C’EST LA BAGARRE X4</a:t>
            </a:r>
          </a:p>
          <a:p>
            <a:pPr>
              <a:defRPr/>
            </a:pPr>
            <a:r>
              <a:rPr lang="fr-FR" dirty="0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
	39-  BAGARRE  CONTRE L’ENFER C’EST LA BAGARRE X4</a:t>
            </a:r>
          </a:p>
          <a:p>
            <a:pPr>
              <a:defRPr/>
            </a:pPr>
            <a:r>
              <a:rPr lang="fr-FR" dirty="0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
45-  BAGARRE  CONTRE L’ENFER C’EST LA BAGARRE x4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6288329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21428538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/>
              <a:t>	Refrain :</a:t>
            </a:r>
          </a:p>
          <a:p>
            <a:pPr>
              <a:defRPr/>
            </a:pPr>
            <a:r>
              <a:rPr lang="fr-FR"/>
              <a:t>	1-  BAGARRE CONTRE L’ENFER  C’EST LA BAGARRE X4 </a:t>
            </a:r>
          </a:p>
          <a:p>
            <a:pPr>
              <a:defRPr/>
            </a:pPr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15-  BAGARRE  CONTRE L’ENFER C’EST LA BAGARRE X4</a:t>
            </a:r>
          </a:p>
          <a:p>
            <a:pPr>
              <a:defRPr/>
            </a:pPr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 :
	39-  BAGARRE  CONTRE L’ENFER C’EST LA BAGARRE X4</a:t>
            </a:r>
          </a:p>
          <a:p>
            <a:pPr>
              <a:defRPr/>
            </a:pPr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Refrain
45-  BAGARRE  CONTRE L’ENFER C’EST LA BAGARRE x4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39367773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defRPr/>
            </a:pPr>
            <a:r>
              <a:rPr lang="fr-FR" dirty="0"/>
              <a:t>	Refrain :</a:t>
            </a:r>
          </a:p>
          <a:p>
            <a:pPr>
              <a:defRPr/>
            </a:pPr>
            <a:r>
              <a:rPr lang="fr-FR" dirty="0"/>
              <a:t>	1-  BAGARRE CONTRE L’ENFER  C’EST LA BAGARRE X4 </a:t>
            </a:r>
          </a:p>
          <a:p>
            <a:pPr>
              <a:defRPr/>
            </a:pPr>
            <a:r>
              <a:rPr lang="fr-FR" dirty="0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
	15-  BAGARRE  CONTRE L’ENFER C’EST LA BAGARRE X4</a:t>
            </a:r>
          </a:p>
          <a:p>
            <a:pPr>
              <a:defRPr/>
            </a:pPr>
            <a:r>
              <a:rPr lang="fr-FR" dirty="0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 :
	39-  BAGARRE  CONTRE L’ENFER C’EST LA BAGARRE X4</a:t>
            </a:r>
          </a:p>
          <a:p>
            <a:pPr>
              <a:defRPr/>
            </a:pPr>
            <a:r>
              <a:rPr lang="fr-FR" dirty="0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Refrain
45-  BAGARRE  CONTRE L’ENFER C’EST LA BAGARRE x4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 :</a:t>
            </a:r>
          </a:p>
          <a:p>
            <a:r>
              <a:rPr lang="fr-FR"/>
              <a:t>	1-  BAGARRE CONTRE L’ENFER  C’EST LA BAGARRE X4 </a:t>
            </a:r>
          </a:p>
          <a:p>
            <a:r>
              <a:rPr lang="fr-FR"/>
              <a:t>
2-  VUE PANORAMIQUE PROFIL DYNAMIQUE 
3-  PÈTE COMME DYNAMITE PÈTE TOUTES TES LIMITES 
4-  JE SAIS QUI J’IMITE JE SAIS QU’ILS NOUS MYTHO 
5-  JE SAIS QU’ILS VEULENT  TOUS NOUS VOIR EN BAS 
6-  ON VA PAS SE LAISSER FAIRE 
7-  SE LAISSER CAROTTE PAR LUCIFER GARDONS PLUTÔT LES YEUX OUVERTS 
8-  NOUS SAVONS QUE  C’EST LA NUIT QU’IL OPÈRE 
9-  CANON SCIÉ SUR  LA TEMPE DE MES PEURS 
10-  ÉTOILE DU BERGER  COMME MON SEUL REPÈRE 
11-  PRINCIPES &amp; VALEURS  EN GUISE DE REMPART 
12-  JE PRIE POUR NE PAS  ENTERRER MES RENTS-PA 
13-  WOW DEUS OBRIGADO,  EBEN EZER TU M’AS GARDÉ 
14-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15-  BAGARRE  CONTRE L’ENFER C’EST LA BAGARRE X4</a:t>
            </a:r>
          </a:p>
          <a:p>
            <a:r>
              <a:rPr lang="fr-FR"/>
              <a:t>
16-  CHASSÉ DANS LES PORTES DE L’ENFER C’EST PAS POUR Y ENTRER MAIS 
17-  C’EST POUR LES REFERMER VIOLENT POUR LA CAUSE DU TRÈS-HAUT,  
18-  ON EST VENU LES GARANTS,  ON EST VENU LES INFORMER  
19-  PLUS À LUTTER CONTRE LA CHAIR  ET LE SANG SUR LES MAINS DU MALIN 
20-  TROP DE SANG INNOCENT 
21-  POURQUOI ME TERRER  DANS LA CULPABILITÉ 
22-  ALORS QUE JÉSUS A PAYÉ PAR SON SANG   
23-  CÉRÉALES AVANT LE LAIT SOLEIL AVANT LA LUNE  
24-  DIEU PASSE AVANT L’ARGENT DIEU PASSE AVANT LES THUNES  
25-  NIKE OU ADIDAS ? POMME OU ANANAS ?  
26-  FLAN OU BANANA SPLIT ?  
27-  EST-CE QUE TU SAIS QUE CELUI QUI EST DEVANT  
28-  N’EST PAS TOUJOURS  CELUI QUI VA LE PLUS VITE 
29-  EST-CE QUE TU SAIS QUE  
30-  CELUI QUI A RAISON N’EST PAS TOUJOURS CELUI QUI A PLUS DE VOTE 
31-  PERSUADÉE QUE PARMI LES CHÔMEURS  
32-  IL Y’EN A DES MASSES  QUI AVAIENT DES BONNES NOTES. 
33-  BIEN OU MAL CALLÉ OU DALLE 
34-  D’ICI OU D’AILLEURS TODAY OU HIER 
35-  TELLEMENT BIEN,  JE M’ENDORS EN TAILLEUR 
36-  JE RÊVE DE SCÈNE  OÙ JE METTRAI LE FIRE 
37-  WOW DEUS OBRIGADO  EBEN EZER TU M’AS GARDÉ 
38-  LA RIME EST FACILE, OBLIGÉE DE DIRE BIENTÔT ÇA VA BARDER </a:t>
            </a:r>
          </a:p>
          <a:p>
            <a:endParaRPr lang="fr-FR"/>
          </a:p>
          <a:p>
            <a:r>
              <a:rPr lang="fr-FR"/>
              <a:t>	Refrain :
	39-  BAGARRE  CONTRE L’ENFER C’EST LA BAGARRE X4</a:t>
            </a:r>
          </a:p>
          <a:p>
            <a:r>
              <a:rPr lang="fr-FR"/>
              <a:t>
40-  AU NOM DU PÈRE, AU NOM DU FILS  ET DU SAINT-ESPRIT 
41-  LE MAL RECULE MA FOI GRANDIT PENDANT QUE JE PRIE 
42-  DIEU EST TOUJOURS ASSIS SUR SON TRÔNE QUAND LE CIEL EST GRIS 
43-  COMME À JERICHO LES MURS S’ÉCROULENT PENDANT QUE JE CRIE 
44-  AHAHA JE CRIE, JE CRIE  x2</a:t>
            </a:r>
          </a:p>
          <a:p>
            <a:endParaRPr lang="fr-FR"/>
          </a:p>
          <a:p>
            <a:r>
              <a:rPr lang="fr-FR"/>
              <a:t>Refrain
45-  BAGARRE  CONTRE L’ENFER C’EST LA BAGARRE x4
</a:t>
            </a:r>
          </a:p>
        </p:txBody>
      </p:sp>
    </p:spTree>
    <p:extLst>
      <p:ext uri="{BB962C8B-B14F-4D97-AF65-F5344CB8AC3E}">
        <p14:creationId xmlns:p14="http://schemas.microsoft.com/office/powerpoint/2010/main" val="1234596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BAGARRE CONTRE L’ENFER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LA BAGARRE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VUE PANORAMIQUE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PROFIL DYNAMIQUE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78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PÈTE COMME DYNAMITE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PÈTE TOUTES TES LIMITES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28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QUI J’IMITE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QU’ILS NOUS MYTHO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17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QU’ILS VEULENT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NOUS VOIR EN BAS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32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N’VA PAS SE LAISSER FAIRE</a:t>
            </a:r>
          </a:p>
        </p:txBody>
      </p:sp>
    </p:spTree>
    <p:extLst>
      <p:ext uri="{BB962C8B-B14F-4D97-AF65-F5344CB8AC3E}">
        <p14:creationId xmlns:p14="http://schemas.microsoft.com/office/powerpoint/2010/main" val="310392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 LAISSER CAROTTE PAR LUCIFER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GARDONS PLUTÔT LES YEUX OUVERTS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4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SAVONS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LA NUIT QU’IL OPÈRE</a:t>
            </a:r>
          </a:p>
        </p:txBody>
      </p:sp>
    </p:spTree>
    <p:extLst>
      <p:ext uri="{BB962C8B-B14F-4D97-AF65-F5344CB8AC3E}">
        <p14:creationId xmlns:p14="http://schemas.microsoft.com/office/powerpoint/2010/main" val="3420694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CANON SCIÉ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LA TEMPE DE MES PEURS</a:t>
            </a:r>
          </a:p>
        </p:txBody>
      </p:sp>
    </p:spTree>
    <p:extLst>
      <p:ext uri="{BB962C8B-B14F-4D97-AF65-F5344CB8AC3E}">
        <p14:creationId xmlns:p14="http://schemas.microsoft.com/office/powerpoint/2010/main" val="149834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ÉTOILE DU BERGER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MON SEUL REPÈRE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99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PRINCIPES ET VALEURS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GUISE DE REMPART</a:t>
            </a:r>
          </a:p>
        </p:txBody>
      </p:sp>
    </p:spTree>
    <p:extLst>
      <p:ext uri="{BB962C8B-B14F-4D97-AF65-F5344CB8AC3E}">
        <p14:creationId xmlns:p14="http://schemas.microsoft.com/office/powerpoint/2010/main" val="3527176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PRIE POUR NE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ENTERRER MES REN-PA</a:t>
            </a:r>
          </a:p>
        </p:txBody>
      </p:sp>
    </p:spTree>
    <p:extLst>
      <p:ext uri="{BB962C8B-B14F-4D97-AF65-F5344CB8AC3E}">
        <p14:creationId xmlns:p14="http://schemas.microsoft.com/office/powerpoint/2010/main" val="226008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pt-B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WOW DEUS OBRIGADO</a:t>
            </a:r>
          </a:p>
          <a:p>
            <a:pPr algn="ctr">
              <a:lnSpc>
                <a:spcPct val="90000"/>
              </a:lnSpc>
              <a:defRPr/>
            </a:pPr>
            <a:r>
              <a:rPr lang="pt-B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EBEN EZER TU M’AS GARDÉ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030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RIME EST FACILE, OBLIGÉE DE DIRE BIENTÔT ÇA VA BARDER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73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BAGARRE CONTRE L’ENFER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LA BAGARRE</a:t>
            </a:r>
          </a:p>
        </p:txBody>
      </p:sp>
    </p:spTree>
    <p:extLst>
      <p:ext uri="{BB962C8B-B14F-4D97-AF65-F5344CB8AC3E}">
        <p14:creationId xmlns:p14="http://schemas.microsoft.com/office/powerpoint/2010/main" val="2366563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CHASSER DANS LES PORTES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L’ENFER, C’EST PAS POUR Y ENTRER</a:t>
            </a:r>
          </a:p>
        </p:txBody>
      </p:sp>
    </p:spTree>
    <p:extLst>
      <p:ext uri="{BB962C8B-B14F-4D97-AF65-F5344CB8AC3E}">
        <p14:creationId xmlns:p14="http://schemas.microsoft.com/office/powerpoint/2010/main" val="2505067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C’EST POUR LES REFERMER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VIOLENTS POUR LA CAUSE DU TRÈS-HAUT </a:t>
            </a:r>
          </a:p>
        </p:txBody>
      </p:sp>
    </p:spTree>
    <p:extLst>
      <p:ext uri="{BB962C8B-B14F-4D97-AF65-F5344CB8AC3E}">
        <p14:creationId xmlns:p14="http://schemas.microsoft.com/office/powerpoint/2010/main" val="3518561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EST DEVENUS LES GARANTS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EST VENUS LES INFORMER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72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À LUTTER CONTRE LA CHAIR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LE SANG SUR LES MAINS DU MALIN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005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TROP DE SANG INNOCENT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107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POURQUOI ME TERRER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DANS LA CULPABILITÉ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790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QUE JÉSUS A PAYÉ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 SON SANG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480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CÉRÉALES AVANT LE LAIT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SOLEIL AVANT LA LUNE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99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PASSE AVANT L’ARGENT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PASSE AVANT LES THUNES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797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NIKE OU ADIDAS ?</a:t>
            </a:r>
          </a:p>
          <a:p>
            <a:pPr algn="ctr">
              <a:lnSpc>
                <a:spcPct val="90000"/>
              </a:lnSpc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POMME OU ANANAS ?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779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FLAN OU BANANA SPLIT ?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044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EST-CE QUE TU SAIS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EST DEVANT </a:t>
            </a:r>
          </a:p>
        </p:txBody>
      </p:sp>
    </p:spTree>
    <p:extLst>
      <p:ext uri="{BB962C8B-B14F-4D97-AF65-F5344CB8AC3E}">
        <p14:creationId xmlns:p14="http://schemas.microsoft.com/office/powerpoint/2010/main" val="4042899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N’EST PAS TOUJOURS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VA LE PLUS VITE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622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EST-CE QUE TU SAIS QUE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135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A RAISON N’EST PAS TOUJOURS CELUI QUI A PLUS DE VOTE</a:t>
            </a:r>
          </a:p>
        </p:txBody>
      </p:sp>
    </p:spTree>
    <p:extLst>
      <p:ext uri="{BB962C8B-B14F-4D97-AF65-F5344CB8AC3E}">
        <p14:creationId xmlns:p14="http://schemas.microsoft.com/office/powerpoint/2010/main" val="3180996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PERSUADÉE QUE PARMI LES CHÔMEURS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40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Y EN A DES MASSES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AVAIENT DES BONNES NOTES</a:t>
            </a:r>
          </a:p>
        </p:txBody>
      </p:sp>
    </p:spTree>
    <p:extLst>
      <p:ext uri="{BB962C8B-B14F-4D97-AF65-F5344CB8AC3E}">
        <p14:creationId xmlns:p14="http://schemas.microsoft.com/office/powerpoint/2010/main" val="3240279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OU MAL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CALLÉE OU DALLE</a:t>
            </a:r>
          </a:p>
        </p:txBody>
      </p:sp>
    </p:spTree>
    <p:extLst>
      <p:ext uri="{BB962C8B-B14F-4D97-AF65-F5344CB8AC3E}">
        <p14:creationId xmlns:p14="http://schemas.microsoft.com/office/powerpoint/2010/main" val="857974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D’ICI OU D’AILLEURS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TODAY OU HIER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61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TELLEMENT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M’ENDORS EN TAILLEUR</a:t>
            </a:r>
          </a:p>
        </p:txBody>
      </p:sp>
    </p:spTree>
    <p:extLst>
      <p:ext uri="{BB962C8B-B14F-4D97-AF65-F5344CB8AC3E}">
        <p14:creationId xmlns:p14="http://schemas.microsoft.com/office/powerpoint/2010/main" val="2464927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RÊVE DE SCÈNE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JE METTRAI LE FIRE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7308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WOW DEUS OBRIGADO</a:t>
            </a:r>
          </a:p>
          <a:p>
            <a:pPr algn="ctr">
              <a:lnSpc>
                <a:spcPct val="90000"/>
              </a:lnSpc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EBEN EZER TU M’AS GARDÉ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66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RIME EST FACILE, OBLIGÉE DE DIRE BIENTÔT ÇA VA BARDER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35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BAGARRE CONTRE L’ENFER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LA BAGARRE</a:t>
            </a:r>
          </a:p>
        </p:txBody>
      </p:sp>
    </p:spTree>
    <p:extLst>
      <p:ext uri="{BB962C8B-B14F-4D97-AF65-F5344CB8AC3E}">
        <p14:creationId xmlns:p14="http://schemas.microsoft.com/office/powerpoint/2010/main" val="2414320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NOM DU PÈRE, AU NOM DU FILS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ET DU SAINT-ESPRIT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815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MAL RECULE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FOI GRANDIT PENDANT QUE JE PRIE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2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EST TOUJOURS ASSIS SUR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TRÔNE QUAND LE CIEL EST GRIS</a:t>
            </a:r>
          </a:p>
        </p:txBody>
      </p:sp>
    </p:spTree>
    <p:extLst>
      <p:ext uri="{BB962C8B-B14F-4D97-AF65-F5344CB8AC3E}">
        <p14:creationId xmlns:p14="http://schemas.microsoft.com/office/powerpoint/2010/main" val="36818499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À JERICHO LES MURS S’ÉCROULENT PENDANT QUE JE CRIE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45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AHAHA JE CRIE, JE CRIE</a:t>
            </a:r>
          </a:p>
        </p:txBody>
      </p:sp>
    </p:spTree>
    <p:extLst>
      <p:ext uri="{BB962C8B-B14F-4D97-AF65-F5344CB8AC3E}">
        <p14:creationId xmlns:p14="http://schemas.microsoft.com/office/powerpoint/2010/main" val="38706882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BAGARRE CONTRE L’ENFER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LA BAGARRE</a:t>
            </a:r>
          </a:p>
        </p:txBody>
      </p:sp>
    </p:spTree>
    <p:extLst>
      <p:ext uri="{BB962C8B-B14F-4D97-AF65-F5344CB8AC3E}">
        <p14:creationId xmlns:p14="http://schemas.microsoft.com/office/powerpoint/2010/main" val="224813898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43754</Words>
  <Application>Microsoft Office PowerPoint</Application>
  <PresentationFormat>Affichage à l'écran (4:3)</PresentationFormat>
  <Paragraphs>1070</Paragraphs>
  <Slides>45</Slides>
  <Notes>45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113</cp:revision>
  <dcterms:created xsi:type="dcterms:W3CDTF">2002-08-17T13:12:10Z</dcterms:created>
  <dcterms:modified xsi:type="dcterms:W3CDTF">2022-09-24T12:14:37Z</dcterms:modified>
</cp:coreProperties>
</file>