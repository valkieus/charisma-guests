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26" r:id="rId2"/>
    <p:sldId id="327" r:id="rId3"/>
    <p:sldId id="328" r:id="rId4"/>
    <p:sldId id="330" r:id="rId5"/>
    <p:sldId id="329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67" r:id="rId4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6" autoAdjust="0"/>
    <p:restoredTop sz="27969" autoAdjust="0"/>
  </p:normalViewPr>
  <p:slideViewPr>
    <p:cSldViewPr>
      <p:cViewPr varScale="1">
        <p:scale>
          <a:sx n="30" d="100"/>
          <a:sy n="30" d="100"/>
        </p:scale>
        <p:origin x="139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373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114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881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570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350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030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229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893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246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345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2098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421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838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486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0749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59267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026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253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96091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5023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075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03475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8683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4822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3871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6685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871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0982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99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4018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64265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9069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9958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6216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8600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9061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4342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mtClean="0"/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mtClean="0"/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mtClean="0"/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mtClean="0"/>
              <a:t>
12-  VITE, VITE, VITE ON A FUI LA GUERRE 
13-  JE VIENS VIVRE EN FRANCE  AVEC MON PÈRE 
14-  SURVIVANT GALÈRE SUR GALÈRE      x2</a:t>
            </a:r>
          </a:p>
          <a:p>
            <a:r>
              <a:rPr lang="fr-FR" smtClean="0"/>
              <a:t>
	Pré-Refrain :</a:t>
            </a:r>
          </a:p>
          <a:p>
            <a:r>
              <a:rPr lang="fr-FR" smtClean="0"/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mtClean="0"/>
          </a:p>
          <a:p>
            <a:r>
              <a:rPr lang="fr-FR" smtClean="0"/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mtClean="0"/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Pré-Refrain :
	Refrain :            x4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J’AI MANQUÉ DE MOTS  DANS MES PRIÈRES  
	2-  PLEURÉ SUR LES ERREURS D’HIER LEVÉ LES YEUX VERS LE CIEL 
	3-  CAR DANS MON CŒUR  JE NE TROUVAIS PLUS LA LUMIÈRE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QUELQUE PART DANS LE TUNNEL  J’AI VU MES ANGES PORTER MA CIVIÈRE 
	5-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D’APRÈS LES MÉDECINS J’AURAIS DÛ ÊTRE MORT-NÉ 
7-  MWANA EST TROP PRÉMATURÉ 
8-  MAMA LEUR A DIT  QU’ELLE PRÉFÈRE ME GARDER 
9-  ET QU’ELLE VA ESSAYER ET PRIER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J’AI SURVÉCU SANS AVOIR VÉCU MA PLACE AU CIMETIÈRE EST VACANTE 
11-  MÊME SI LA VIE NOUS A DÉÇU MOI JE CROIS QU’ON FINIRA VAINQUEURS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VITE, VITE, VITE ON A FUI LA GUERRE 
13-  JE VIENS VIVRE EN FRANCE  AVEC MON PÈRE 
14-  SURVIVANT GALÈRE SUR GALÈRE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15-  PARTI DÉSAVANTAGÉ, HEIN, HEIN, HEIN 
	16-  PARTI DÉSAVANTAGÉ J’AI DÛ EN FAIRE PLUS QUE MES VOISINS 
	17-  PARTI DÉSAVANTAGÉ, HEIN, HEIN, HEIN 
	18-  PARTI DÉSAVANTAGÉ J’AI LONGTEMPS COURU APRÈS LE DESTIN 
	19-  PARTI DÉSAVANTAGÉ, HEIN, HEIN, HEIN 
	20-  PARTI DÉSAVANTAGÉ, JE PRIE POUR  QUE DIEU ME DONNE UNE BONNE FIN  
	21-  PARTI DÉSAVANTAGÉ, HEIN, HEIN, HEIN 
	22-  PARTI DÉSAVANTAGÉ, J’AI MANQUÉ  DE MOTS… MANQUÉ DE MOTS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23-  J’AI MANQUÉ DE MOTS  DANS MES PRIÈRES  
	24-  PLEURÉ SUR LES ERREURS D’HIER LEVÉ LES YEUX VERS LE CIEL 
	25-  CAR DANS MON CŒUR  JE NE TROUVAIS PLUS LA LUMIÈRE 
	26-  QUELQUE PART DANS LE TUNNEL  J’AI VU MES ANGES PORTER MA CIVIÈRE 
	27-  JE PEUX ENCORE OUVRIR LES PAUPIÈRES DIEU M’A GUIDÉ À SA MANIÈRE 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28-  J’AI PERDU DES GENS  POUR RETROUVER MON CHEMIN 
29-  FERMER LES YEUX  POUR NE PAS SUIVRE LES SCHÉMAS 
30-  CHANT-MÉ L’CHANTAGE QUE JE ME SUIS CHANTÉ 
31-  SANS RELÂCHE POUR RÉSISTER CHANGEMENT  
32-  MONTER, MONTER, MONTER MAINTENANT JE VEUX TOUCHER LE CIEL 
33-  MONTER, MONTER, MONTER  ILS DIRONT QU’ON A FAIT DES SIENNES 
34-  LES PORTES S’OUVRENT JE VEUX ÊTRE UNE RÉPONSE 
35-  APPORTER À LA LUMIÈRE CONSCIENT QUE… 
36-  TROP DE GENS SOUFFRENT J’VEUX BRISER DES BARRIÈRES 
37-  ÉLEVER DES PRIÈRES DEVANT MOI 
38-  J’VOIS UN GOUFFRE DES DESTINS AU CIMETIÈRE 
39-  DES RÊVES DANS DES CIVIÈRES DES ÂMES À BOUT DE SOUFFLE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Pré-Refrain :
	Refrain :            x4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8991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MANQUÉ DE MOTS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MES PRIÈRES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552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PLEURÉ SUR LES ERREURS D’HIER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LEVÉ LES YEUX VERS LE CIEL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584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DANS MON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TROUVAIS PLUS LA LUMIÈRE</a:t>
            </a:r>
          </a:p>
        </p:txBody>
      </p:sp>
    </p:spTree>
    <p:extLst>
      <p:ext uri="{BB962C8B-B14F-4D97-AF65-F5344CB8AC3E}">
        <p14:creationId xmlns:p14="http://schemas.microsoft.com/office/powerpoint/2010/main" val="209440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QUELQUE PART DANS LE TUNNEL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VU MES ANGES PORTER MA CIVIÈRE</a:t>
            </a:r>
          </a:p>
        </p:txBody>
      </p:sp>
    </p:spTree>
    <p:extLst>
      <p:ext uri="{BB962C8B-B14F-4D97-AF65-F5344CB8AC3E}">
        <p14:creationId xmlns:p14="http://schemas.microsoft.com/office/powerpoint/2010/main" val="381113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ENCORE OUVRIR LES PAUPIÈRES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M’A GUIDÉ À SA </a:t>
            </a: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MANIÈRE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3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D’APRÈS LES MÉDECINS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J’AURAIS DÛ ÊTRE MORT-NÉ</a:t>
            </a:r>
          </a:p>
        </p:txBody>
      </p:sp>
    </p:spTree>
    <p:extLst>
      <p:ext uri="{BB962C8B-B14F-4D97-AF65-F5344CB8AC3E}">
        <p14:creationId xmlns:p14="http://schemas.microsoft.com/office/powerpoint/2010/main" val="164597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MWANA EST TROP PRÉMATURÉ</a:t>
            </a:r>
          </a:p>
        </p:txBody>
      </p:sp>
    </p:spTree>
    <p:extLst>
      <p:ext uri="{BB962C8B-B14F-4D97-AF65-F5344CB8AC3E}">
        <p14:creationId xmlns:p14="http://schemas.microsoft.com/office/powerpoint/2010/main" val="40131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MAMA LEUR A DIT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QU’ELLE PRÉFÈRE ME GARDER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683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QU’ELLE VA ESSAYER ET PRIER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509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SURVÉCU SANS AVOIR VÉCU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PLACE AU CIMETIÈRE EST VACANTE</a:t>
            </a:r>
          </a:p>
        </p:txBody>
      </p:sp>
    </p:spTree>
    <p:extLst>
      <p:ext uri="{BB962C8B-B14F-4D97-AF65-F5344CB8AC3E}">
        <p14:creationId xmlns:p14="http://schemas.microsoft.com/office/powerpoint/2010/main" val="162997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LA VIE NOUS A DÉÇU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JE CROIS QU’ON FINIRA VAINQUEURS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631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VITE, VITE, VITE ON A FUI LA GUERRE</a:t>
            </a:r>
          </a:p>
        </p:txBody>
      </p:sp>
    </p:spTree>
    <p:extLst>
      <p:ext uri="{BB962C8B-B14F-4D97-AF65-F5344CB8AC3E}">
        <p14:creationId xmlns:p14="http://schemas.microsoft.com/office/powerpoint/2010/main" val="282186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VIENS VIVRE EN FRANCE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MON PÈRE</a:t>
            </a:r>
          </a:p>
        </p:txBody>
      </p:sp>
    </p:spTree>
    <p:extLst>
      <p:ext uri="{BB962C8B-B14F-4D97-AF65-F5344CB8AC3E}">
        <p14:creationId xmlns:p14="http://schemas.microsoft.com/office/powerpoint/2010/main" val="351794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SURVIVANT GALÈRE SUR GALÈRE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517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PARTI DÉSAVANTAGÉ, HEIN, HEIN, HEIN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761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PARTI DÉSAVANTAGÉ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DÛ EN FAIRE PLUS QUE MES VOISINS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934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PARTI DÉSAVANTAGÉ, HEIN, HEIN, HEIN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678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PARTI DÉSAVANTAGÉ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LONGTEMPS COURU APRÈS LE DESTIN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009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PARTI DÉSAVANTAGÉ, HEIN, HEIN, HEIN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994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89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PARTI DÉSAVANTAGÉ,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PRIE POUR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ME DONNE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BONNE FIN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487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PARTI DÉSAVANTAGÉ, HEIN, HEIN, HEIN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813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PARTI DÉSAVANTAGÉ, J’AI MANQUÉ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MOTS… MANQUÉ DE MOTS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488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MANQUÉ DE MOTS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MES PRIÈRES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517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PLEURÉ SUR LES ERREURS D’HIER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LEVÉ LES YEUX VERS LE CIEL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610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DANS MON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TROUVAIS PLUS LA LUMIÈRE</a:t>
            </a:r>
          </a:p>
        </p:txBody>
      </p:sp>
    </p:spTree>
    <p:extLst>
      <p:ext uri="{BB962C8B-B14F-4D97-AF65-F5344CB8AC3E}">
        <p14:creationId xmlns:p14="http://schemas.microsoft.com/office/powerpoint/2010/main" val="131345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QUELQUE PART DANS LE TUNNEL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VU MES ANGES PORTER MA CIVIÈRE</a:t>
            </a:r>
          </a:p>
        </p:txBody>
      </p:sp>
    </p:spTree>
    <p:extLst>
      <p:ext uri="{BB962C8B-B14F-4D97-AF65-F5344CB8AC3E}">
        <p14:creationId xmlns:p14="http://schemas.microsoft.com/office/powerpoint/2010/main" val="186184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ENCORE OUVRIR LES PAUPIÈRES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M’A GUIDÉ À SA MANIÈRE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668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PERDU DES GENS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RETROUVER MON CHEMIN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252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FERMER LES YEUX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NE PAS SUIVRE LES SCHÉMAS</a:t>
            </a:r>
          </a:p>
        </p:txBody>
      </p:sp>
    </p:spTree>
    <p:extLst>
      <p:ext uri="{BB962C8B-B14F-4D97-AF65-F5344CB8AC3E}">
        <p14:creationId xmlns:p14="http://schemas.microsoft.com/office/powerpoint/2010/main" val="422610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CHANT-MÉ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L’CHANTAGE QUE JE ME SUIS CHANTÉ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09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RELÂCHE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RÉSISTER CHANGEMENT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769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MONTER, MONTER, MONTER MAINTENANT JE VEUX TOUCHER LE CIEL</a:t>
            </a:r>
          </a:p>
        </p:txBody>
      </p:sp>
    </p:spTree>
    <p:extLst>
      <p:ext uri="{BB962C8B-B14F-4D97-AF65-F5344CB8AC3E}">
        <p14:creationId xmlns:p14="http://schemas.microsoft.com/office/powerpoint/2010/main" val="227095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MONTER, MONTER, MONTER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DIRONT QU’ON A FAIT DES SIENNES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076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PORTES S’OUVRENT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ÊTRE UNE RÉPONSE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483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APPORTER À LA LUMIÈRE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CONSCIENT QUE…</a:t>
            </a:r>
          </a:p>
        </p:txBody>
      </p:sp>
    </p:spTree>
    <p:extLst>
      <p:ext uri="{BB962C8B-B14F-4D97-AF65-F5344CB8AC3E}">
        <p14:creationId xmlns:p14="http://schemas.microsoft.com/office/powerpoint/2010/main" val="295874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TROP DE GENS SOUFFRENT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J’VEUX BRISER DES BARRIÈRES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670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ÉLEVER DES PRIÈRES DEVANT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963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J’VOIS UN GOUFFRE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DESTINS AU CIMETIÈRE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468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59609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RÊVES DANS DES CIVIÈRES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ÂMES À BOUT DE SOUFFLE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740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347</Words>
  <Application>Microsoft Office PowerPoint</Application>
  <PresentationFormat>Affichage à l'écran (4:3)</PresentationFormat>
  <Paragraphs>1082</Paragraphs>
  <Slides>39</Slides>
  <Notes>39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1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72</cp:revision>
  <dcterms:created xsi:type="dcterms:W3CDTF">2002-08-17T10:50:50Z</dcterms:created>
  <dcterms:modified xsi:type="dcterms:W3CDTF">2022-09-24T11:46:17Z</dcterms:modified>
</cp:coreProperties>
</file>