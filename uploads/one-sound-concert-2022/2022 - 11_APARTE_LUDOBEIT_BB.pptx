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326" r:id="rId2"/>
    <p:sldId id="327" r:id="rId3"/>
    <p:sldId id="328" r:id="rId4"/>
    <p:sldId id="329" r:id="rId5"/>
    <p:sldId id="330" r:id="rId6"/>
    <p:sldId id="331" r:id="rId7"/>
    <p:sldId id="332" r:id="rId8"/>
    <p:sldId id="333" r:id="rId9"/>
    <p:sldId id="334" r:id="rId10"/>
    <p:sldId id="335" r:id="rId11"/>
    <p:sldId id="336" r:id="rId12"/>
    <p:sldId id="337" r:id="rId13"/>
    <p:sldId id="338" r:id="rId14"/>
    <p:sldId id="339" r:id="rId15"/>
    <p:sldId id="340" r:id="rId16"/>
    <p:sldId id="341" r:id="rId17"/>
    <p:sldId id="342" r:id="rId18"/>
    <p:sldId id="343" r:id="rId19"/>
    <p:sldId id="344" r:id="rId20"/>
    <p:sldId id="345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inimized">
    <p:restoredLeft sz="13476" autoAdjust="0"/>
    <p:restoredTop sz="27023" autoAdjust="0"/>
  </p:normalViewPr>
  <p:slideViewPr>
    <p:cSldViewPr>
      <p:cViewPr varScale="1">
        <p:scale>
          <a:sx n="17" d="100"/>
          <a:sy n="17" d="100"/>
        </p:scale>
        <p:origin x="1028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266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B5D5E6B-900D-4801-A0B4-8E26BD09013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60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21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3646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3689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0685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1497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388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0642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3346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68999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82543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7395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35652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82121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74409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4608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11808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2811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43164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69481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73424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6576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44456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21673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97984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58965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0911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9384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31449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r>
              <a:rPr lang="fr-FR" smtClean="0"/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mtClean="0"/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mtClean="0"/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mtClean="0"/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mtClean="0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1-  LE SOIR, J'AIME ME RETROUVER SEUL FAIRE UN POINT SUR QUI JE SUIS 
2-  M'IMAGINER QUITTER LE SOL 
3-  ÊTRE EN PAIX LES YEUX RIVÉS VERS LE CIEL 
4-  LE CŒUR LÉGER TOURNÉ VERS MON ESSENCE CIEL 
5-  POUR POUVOIR MIEUX RÊVER J'AIMERAIS AVOIR DES AILES 
6-  M'ENVOLER DANS SES BRAS  DOUX ET ÉTERNELS 
7-  PENSER À SON AMOUR INCONDITIONNEL 
8-  ME LAISSER TOMBER POUR ENFIN ATTERRIR SUR UNE ÉTOILE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9-  DE LÀ, J’ADMIRERAIS LA CRÉATION 
10-  JE ME RENDRAIS DAVANTAGE COMPTE DE COMBIEN DIEU EST BON 
11-  J’IMAGINERAIS UN UNIVERS  SANS CONDAMNATION 
12-  LE CŒUR DE L'ÊTRE HUMAIN REMPLI DE COMPASSION 
13-  CELUI-CI N'AURAIT JAMAIS CONNU  LA HAINE, LE REJET, LE DÉSESPOIR 
14-  LE MANQUE DE PARDON, MAIS BON…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15-  TU SAIS, JE ME BATS SANS CESSE CONTRE MOI-MÊME 
16-  ET ME CONTRÔLER  A PARFOIS ÉTÉ UN PROBLÈME 
17-  JE N'AIME PAS QUAND CES STUPIDES ENVIES PRENNENT LE DESSUS 
18-  ET QUE JE PROMETS ENSUITE  DE NE PLUS JAMAIS RECOMMENCER 
19-  C'EST...C'EST AVANT DE FAIRE  QU'IL FAUT SE RETENIR 
20-  ESPÉRER CHANGER  EN VÉRITÉ NE VEUT RIEN DIRE 
21-  CE QU'IL FAUT C'EST PRENDRE LA DÉCISION DE... 
22-  NE PLUS FAIRE LE BIEN  UNIQUEMENT 1 FOIS SUR 2 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effectLst/>
                <a:latin typeface="Franklin Gothic Medium" pitchFamily="34" charset="0"/>
                <a:ea typeface="+mn-ea"/>
                <a:cs typeface="+mn-cs"/>
              </a:rPr>
              <a:t>
23-  LE DE ??? 2-1 EST LE SEUL  QUI ME CONVIENT 
24-  IL EST LE SEUL À CONNAÎTRE  MES LENDEMAINS 
25-  JE VEUX DONC M'EFFACER M'ABANDONNER ENTRE SES MAINS 
26-  À QUOI BON FAIRE LE DIEU VU QU'IL Y EN A QU'UN 
27-  DONC, JE GARDE MON CALME IGNORE CEUX QUI SE MOQUENT 
28-  CAR LORSQUE JE SUIS LOIN, C'EST FOU CE QUE SA PRÉSENCE ME MANQUE 
29-  À VOTRE AVIS  POUR QUELLE RAISON L.U.D'OBEIT ? 
30-  TOUT SIMPLEMENT  PARCE QUE SANS LUI TOUT EST F.I.N.I  
</a:t>
            </a:r>
            <a:endParaRPr lang="fr-FR" sz="1200" kern="1200" dirty="0">
              <a:solidFill>
                <a:schemeClr val="tx1"/>
              </a:solidFill>
              <a:effectLst/>
              <a:latin typeface="Franklin Gothic Medium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05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EAFCDE-A325-43CB-ADC8-D169724BF38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68BF4-F522-41F0-A1D0-A42E1DE839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1052F-3ACD-44C2-ACDF-E34D3CA2EA6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72ECFA-1673-4B8B-8D64-4EE7D6672A0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01BE55-33E3-4756-B7A7-C221C18F4B2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CA712-4D27-469E-9D01-5F4FB28A46E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B94F99-FAD7-4EFB-A28B-1DD5395FD50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5F23A5-E9D7-403D-B6B8-21A5BFBC8A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4CE66-7B09-421E-94E9-A77FC7E65F8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D1D8F3-6891-4D25-AB02-2353E9DD4F2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B4EAA9-E152-436E-BBFC-538DCC4A9F1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18E387B-FFA8-45DE-82C9-DE07A05A50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SOIR, J'AIME ME RETROUVER SEUL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FAIRE UN POINT SUR QUI JE SUIS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7552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M'IMAGINER QUITTER LE SOL</a:t>
            </a:r>
          </a:p>
        </p:txBody>
      </p:sp>
    </p:spTree>
    <p:extLst>
      <p:ext uri="{BB962C8B-B14F-4D97-AF65-F5344CB8AC3E}">
        <p14:creationId xmlns:p14="http://schemas.microsoft.com/office/powerpoint/2010/main" val="320524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ÊTRE EN PAIX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YEUX RIVÉS VERS LE CIEL</a:t>
            </a:r>
          </a:p>
        </p:txBody>
      </p:sp>
    </p:spTree>
    <p:extLst>
      <p:ext uri="{BB962C8B-B14F-4D97-AF65-F5344CB8AC3E}">
        <p14:creationId xmlns:p14="http://schemas.microsoft.com/office/powerpoint/2010/main" val="3317175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CŒUR LÉGER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TOURNÉ VERS MON ESSENCE CIEL</a:t>
            </a:r>
          </a:p>
        </p:txBody>
      </p:sp>
    </p:spTree>
    <p:extLst>
      <p:ext uri="{BB962C8B-B14F-4D97-AF65-F5344CB8AC3E}">
        <p14:creationId xmlns:p14="http://schemas.microsoft.com/office/powerpoint/2010/main" val="792222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POUVOIR MIEUX RÊVER J'AIMERAIS AVOIR DES AILES</a:t>
            </a:r>
          </a:p>
        </p:txBody>
      </p:sp>
    </p:spTree>
    <p:extLst>
      <p:ext uri="{BB962C8B-B14F-4D97-AF65-F5344CB8AC3E}">
        <p14:creationId xmlns:p14="http://schemas.microsoft.com/office/powerpoint/2010/main" val="3310246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M'ENVOLER DANS SES BRAS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DOUX ET ÉTERNELS</a:t>
            </a:r>
          </a:p>
        </p:txBody>
      </p:sp>
    </p:spTree>
    <p:extLst>
      <p:ext uri="{BB962C8B-B14F-4D97-AF65-F5344CB8AC3E}">
        <p14:creationId xmlns:p14="http://schemas.microsoft.com/office/powerpoint/2010/main" val="2876480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PENSER À SON AMOUR INCONDITIONNEL</a:t>
            </a:r>
          </a:p>
        </p:txBody>
      </p:sp>
    </p:spTree>
    <p:extLst>
      <p:ext uri="{BB962C8B-B14F-4D97-AF65-F5344CB8AC3E}">
        <p14:creationId xmlns:p14="http://schemas.microsoft.com/office/powerpoint/2010/main" val="183865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 LAISSER TOMBER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ENFIN ATTERRIR SUR UNE ÉTOILE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22122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LÀ, J’ADMIRERAIS LA CRÉATION</a:t>
            </a:r>
          </a:p>
        </p:txBody>
      </p:sp>
    </p:spTree>
    <p:extLst>
      <p:ext uri="{BB962C8B-B14F-4D97-AF65-F5344CB8AC3E}">
        <p14:creationId xmlns:p14="http://schemas.microsoft.com/office/powerpoint/2010/main" val="1792539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ME RENDRAIS DAVANTAGE COMPTE DE COMBIEN DIEU EST BON</a:t>
            </a:r>
          </a:p>
        </p:txBody>
      </p:sp>
    </p:spTree>
    <p:extLst>
      <p:ext uri="{BB962C8B-B14F-4D97-AF65-F5344CB8AC3E}">
        <p14:creationId xmlns:p14="http://schemas.microsoft.com/office/powerpoint/2010/main" val="275515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J’IMAGINERAIS UN UNIVERS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SANS CONDAMNATION</a:t>
            </a:r>
          </a:p>
        </p:txBody>
      </p:sp>
    </p:spTree>
    <p:extLst>
      <p:ext uri="{BB962C8B-B14F-4D97-AF65-F5344CB8AC3E}">
        <p14:creationId xmlns:p14="http://schemas.microsoft.com/office/powerpoint/2010/main" val="196543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CŒUR DE L'ÊTRE HUMAIN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REMPLI DE COMPASSION</a:t>
            </a:r>
          </a:p>
        </p:txBody>
      </p:sp>
    </p:spTree>
    <p:extLst>
      <p:ext uri="{BB962C8B-B14F-4D97-AF65-F5344CB8AC3E}">
        <p14:creationId xmlns:p14="http://schemas.microsoft.com/office/powerpoint/2010/main" val="2770000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CELUI-CI N'AURAIT JAMAIS CONNU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HAINE, LE REJET, LE DÉSESPOIR</a:t>
            </a:r>
          </a:p>
        </p:txBody>
      </p:sp>
    </p:spTree>
    <p:extLst>
      <p:ext uri="{BB962C8B-B14F-4D97-AF65-F5344CB8AC3E}">
        <p14:creationId xmlns:p14="http://schemas.microsoft.com/office/powerpoint/2010/main" val="3000862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MANQUE DE PARDON, MAIS BON…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6662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SAIS, JE ME BATS SANS CESSE CONTRE MOI-MÊME</a:t>
            </a:r>
          </a:p>
        </p:txBody>
      </p:sp>
    </p:spTree>
    <p:extLst>
      <p:ext uri="{BB962C8B-B14F-4D97-AF65-F5344CB8AC3E}">
        <p14:creationId xmlns:p14="http://schemas.microsoft.com/office/powerpoint/2010/main" val="266400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ME CONTRÔLER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PARFOIS ÉTÉ UN PROBLÈME</a:t>
            </a:r>
          </a:p>
        </p:txBody>
      </p:sp>
    </p:spTree>
    <p:extLst>
      <p:ext uri="{BB962C8B-B14F-4D97-AF65-F5344CB8AC3E}">
        <p14:creationId xmlns:p14="http://schemas.microsoft.com/office/powerpoint/2010/main" val="78270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N'AIME PAS QUAND CES STUPIDES ENVIES PRENNENT LE DESSUS</a:t>
            </a:r>
          </a:p>
        </p:txBody>
      </p:sp>
    </p:spTree>
    <p:extLst>
      <p:ext uri="{BB962C8B-B14F-4D97-AF65-F5344CB8AC3E}">
        <p14:creationId xmlns:p14="http://schemas.microsoft.com/office/powerpoint/2010/main" val="2767056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QUE JE PROMETS ENSUITE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NE PLUS JAMAIS RECOMMENCER</a:t>
            </a:r>
          </a:p>
        </p:txBody>
      </p:sp>
    </p:spTree>
    <p:extLst>
      <p:ext uri="{BB962C8B-B14F-4D97-AF65-F5344CB8AC3E}">
        <p14:creationId xmlns:p14="http://schemas.microsoft.com/office/powerpoint/2010/main" val="62721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C'EST...C'EST AVANT DE FAIRE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QU'IL FAUT SE RETENIR</a:t>
            </a:r>
          </a:p>
        </p:txBody>
      </p:sp>
    </p:spTree>
    <p:extLst>
      <p:ext uri="{BB962C8B-B14F-4D97-AF65-F5344CB8AC3E}">
        <p14:creationId xmlns:p14="http://schemas.microsoft.com/office/powerpoint/2010/main" val="3690747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ESPÉRER CHANGER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VÉRITÉ NE VEUT RIEN DIRE</a:t>
            </a:r>
          </a:p>
        </p:txBody>
      </p:sp>
    </p:spTree>
    <p:extLst>
      <p:ext uri="{BB962C8B-B14F-4D97-AF65-F5344CB8AC3E}">
        <p14:creationId xmlns:p14="http://schemas.microsoft.com/office/powerpoint/2010/main" val="893798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QU'IL FAUT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C'EST PRENDRE LA DÉCISION DE...</a:t>
            </a:r>
          </a:p>
        </p:txBody>
      </p:sp>
    </p:spTree>
    <p:extLst>
      <p:ext uri="{BB962C8B-B14F-4D97-AF65-F5344CB8AC3E}">
        <p14:creationId xmlns:p14="http://schemas.microsoft.com/office/powerpoint/2010/main" val="387936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PLUS FAIRE LE BIEN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UNIQUEMENT 1 FOIS SUR 2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5288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DE ??? 2-1 EST LE SEUL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ME CONVIENT</a:t>
            </a:r>
          </a:p>
        </p:txBody>
      </p:sp>
    </p:spTree>
    <p:extLst>
      <p:ext uri="{BB962C8B-B14F-4D97-AF65-F5344CB8AC3E}">
        <p14:creationId xmlns:p14="http://schemas.microsoft.com/office/powerpoint/2010/main" val="157433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EST LE SEUL À CONNAÎTRE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MES LENDEMAINS</a:t>
            </a:r>
          </a:p>
        </p:txBody>
      </p:sp>
    </p:spTree>
    <p:extLst>
      <p:ext uri="{BB962C8B-B14F-4D97-AF65-F5344CB8AC3E}">
        <p14:creationId xmlns:p14="http://schemas.microsoft.com/office/powerpoint/2010/main" val="3809702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DONC M'EFFACER M'ABANDONNER ENTRE SES MAINS</a:t>
            </a:r>
          </a:p>
        </p:txBody>
      </p:sp>
    </p:spTree>
    <p:extLst>
      <p:ext uri="{BB962C8B-B14F-4D97-AF65-F5344CB8AC3E}">
        <p14:creationId xmlns:p14="http://schemas.microsoft.com/office/powerpoint/2010/main" val="1732417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QUOI BON FAIRE LE DIEU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VU QU'IL Y EN A QU'UN</a:t>
            </a:r>
          </a:p>
        </p:txBody>
      </p:sp>
    </p:spTree>
    <p:extLst>
      <p:ext uri="{BB962C8B-B14F-4D97-AF65-F5344CB8AC3E}">
        <p14:creationId xmlns:p14="http://schemas.microsoft.com/office/powerpoint/2010/main" val="3236322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DONC, JE GARDE MON CALME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IGNORE CEUX QUI SE MOQUENT</a:t>
            </a:r>
          </a:p>
        </p:txBody>
      </p:sp>
    </p:spTree>
    <p:extLst>
      <p:ext uri="{BB962C8B-B14F-4D97-AF65-F5344CB8AC3E}">
        <p14:creationId xmlns:p14="http://schemas.microsoft.com/office/powerpoint/2010/main" val="387203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CAR LORSQUE JE SUIS LOIN, C'EST FOU CE QUE SA PRÉSENCE ME MANQUE</a:t>
            </a:r>
          </a:p>
        </p:txBody>
      </p:sp>
    </p:spTree>
    <p:extLst>
      <p:ext uri="{BB962C8B-B14F-4D97-AF65-F5344CB8AC3E}">
        <p14:creationId xmlns:p14="http://schemas.microsoft.com/office/powerpoint/2010/main" val="339665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VOTRE AVIS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QUELLE RAISON L.U.D'OBEIT ?</a:t>
            </a:r>
          </a:p>
        </p:txBody>
      </p:sp>
    </p:spTree>
    <p:extLst>
      <p:ext uri="{BB962C8B-B14F-4D97-AF65-F5344CB8AC3E}">
        <p14:creationId xmlns:p14="http://schemas.microsoft.com/office/powerpoint/2010/main" val="2250256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SIMPLEMENT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QUE SANS LUI TOUT EST F.I.N.I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26921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471</TotalTime>
  <Words>1168</Words>
  <Application>Microsoft Office PowerPoint</Application>
  <PresentationFormat>Affichage à l'écran (4:3)</PresentationFormat>
  <Paragraphs>290</Paragraphs>
  <Slides>30</Slides>
  <Notes>30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2" baseType="lpstr"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asus</cp:lastModifiedBy>
  <cp:revision>68</cp:revision>
  <dcterms:created xsi:type="dcterms:W3CDTF">2002-08-17T10:50:50Z</dcterms:created>
  <dcterms:modified xsi:type="dcterms:W3CDTF">2022-09-21T20:24:44Z</dcterms:modified>
</cp:coreProperties>
</file>