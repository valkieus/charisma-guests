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355" r:id="rId2"/>
    <p:sldId id="356" r:id="rId3"/>
    <p:sldId id="357" r:id="rId4"/>
    <p:sldId id="358" r:id="rId5"/>
    <p:sldId id="359" r:id="rId6"/>
    <p:sldId id="360" r:id="rId7"/>
    <p:sldId id="361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69" r:id="rId16"/>
    <p:sldId id="370" r:id="rId17"/>
    <p:sldId id="371" r:id="rId18"/>
    <p:sldId id="372" r:id="rId19"/>
    <p:sldId id="373" r:id="rId20"/>
    <p:sldId id="374" r:id="rId21"/>
    <p:sldId id="375" r:id="rId22"/>
    <p:sldId id="376" r:id="rId23"/>
    <p:sldId id="377" r:id="rId24"/>
    <p:sldId id="378" r:id="rId25"/>
    <p:sldId id="379" r:id="rId26"/>
    <p:sldId id="380" r:id="rId27"/>
    <p:sldId id="381" r:id="rId28"/>
    <p:sldId id="382" r:id="rId29"/>
    <p:sldId id="383" r:id="rId30"/>
    <p:sldId id="384" r:id="rId31"/>
    <p:sldId id="385" r:id="rId32"/>
    <p:sldId id="386" r:id="rId33"/>
    <p:sldId id="387" r:id="rId34"/>
    <p:sldId id="388" r:id="rId35"/>
    <p:sldId id="389" r:id="rId36"/>
    <p:sldId id="391" r:id="rId37"/>
    <p:sldId id="390" r:id="rId3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76" autoAdjust="0"/>
    <p:restoredTop sz="31387" autoAdjust="0"/>
  </p:normalViewPr>
  <p:slideViewPr>
    <p:cSldViewPr>
      <p:cViewPr varScale="1">
        <p:scale>
          <a:sx n="34" d="100"/>
          <a:sy n="34" d="100"/>
        </p:scale>
        <p:origin x="1272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B5D5E6B-900D-4801-A0B4-8E26BD09013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9205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011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4303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4000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1365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69608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58742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2764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3210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68437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5633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1881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81194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29633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52316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95146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72142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8302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743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74480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67831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96657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61656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29246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85080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21986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55086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39183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87848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02913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5834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771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26496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3180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38844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34116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mtClean="0"/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mtClean="0"/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mtClean="0"/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THE DEVIL IS A LIAR THE KING OF JUDA IS A LION 
2-  ON N’CHASSE PAS LES DÉMONS  AVEC UN CRUCIFIX 
3-  UN CHAPELET ET DE L’AIL L’OR APPARTIENT À DIEU 
4-  À TEDDY RINNER  APPARTIENT LA MÉDAILLE 
5-  J’ATTENDS LE CHRIST PENDANT  QU’ILS ATTENDENT LE RETOUR DU JEDI 
6-  À LA CROIX, C’EST FOR ME QU’IL EST DIE L’AGNEAU DE LA SAINTE TRINIDAD 
7-  CELUI QUI ÔTE LE PÉCHÉ DU MONDE POUR NOUS RÉCONCILIER AVEC LE DAD 
8-  GÉNÉRATION PERVERSE ET REBELLE L’ENFER DÉCERNE LE PRIX NOBEL 
9-  SAIS-TU QUE LE SALUT  S’OBTIENT PAR LA GRÂCE 
10-  ET NON PAR LES ŒUVRES C’EST UNE AUBAINE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	11-  ONE LOVE ONE GOD ONE LOVE ONE GOD  x2
	12-  ONE LOVE ONE GOD ONE LOVE ONE LOVE 
	13-  IL REDONNE DES COULEURS  À MON CŒUR COMME UN VAN GOGH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UN SELFIE AVEC LE DIABLE SUR LES RÉSEAUX 
15-  ÇA FERAIT GRAVE DES VUES 
16-  UN COUPABLE DÉCLARÉ JUSTE  AU JUGEMENT DERNIER 
17-  C’EST DU JAMAIS VU 
18-  GRÂCE À LA PAROLE, LA LUMIÈRE FUT  ET LES TÉNÈBRES FUIENT 
19-  T’ES PAS BÉNI CAR TU N’DONNES QUE TON SUPERFLU 
20-  T’ES PAS ENCORE FREE  DANS MA NATION 
21-  ÊTRE NU À LA PLAGE  EST MOINS CHOQUANT QU’UN BURKINI 
22-  GÉNÉRATION PRISE  EN FLAGRANT DÉLIT D’ADULTÈRE 
23-  COMME UNE GO  QUI LA NUIT BABYLONE MICHETONNE 
24-  LA JOURNÉE ELLE EST PLUS SÉRIEUSE QU’UNE NONNE 
25-  LES MALINS VEULENT BLANCHIR L’ARGENT SALE 
26-  AVEC DU TCHOCO À L’HYDROQUINONE 
27-  PROFONDÉMENT DANS LE DARK LE SERPENT RAMPE DANS LE PARC 
28-  PAR DERRIÈRE LE MENSONGE ATTAQUE CACHÉ DANS UN COLLANT OPAQUE
29-  ILS VEULENT LA FORTUNE DE TUPAC VENDRE SON ÂME ET FAIRE UN PACTE 
30-  LE PÉCHÉ EST VENDU EN PACK 
31-  MAIS LE ROI A VAINCU LA MORT  À LA PÂQUE 
32-  PASSE  Y A GF À L’APPART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33-  FRÈRE ÉCOUTE 
34-  LE SALAIRE DU PÉCHÉ EST COÛTEUX LE SIÈCLE PRÉSENT EST DOUTEUX 
35-  J’AI TROUVÉ LE CHEMIN J’AI TRACÉ MA ROUTE 
36-  J’AI TROUVÉ LE CHEMIN J’AI TRACÉ MA ROUTE 
37-  I KNOW JÉSUS EST LE CHEMIN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7744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AFCDE-A325-43CB-ADC8-D169724BF38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68BF4-F522-41F0-A1D0-A42E1DE839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1052F-3ACD-44C2-ACDF-E34D3CA2EA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72ECFA-1673-4B8B-8D64-4EE7D6672A0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01BE55-33E3-4756-B7A7-C221C18F4B2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CA712-4D27-469E-9D01-5F4FB28A46E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94F99-FAD7-4EFB-A28B-1DD5395FD50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5F23A5-E9D7-403D-B6B8-21A5BFBC8A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4CE66-7B09-421E-94E9-A77FC7E65F8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D1D8F3-6891-4D25-AB02-2353E9DD4F2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4EAA9-E152-436E-BBFC-538DCC4A9F1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18E387B-FFA8-45DE-82C9-DE07A05A50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 DEVIL IS A LIAR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 KING OF JUDA IS A LION</a:t>
            </a:r>
          </a:p>
        </p:txBody>
      </p:sp>
    </p:spTree>
    <p:extLst>
      <p:ext uri="{BB962C8B-B14F-4D97-AF65-F5344CB8AC3E}">
        <p14:creationId xmlns:p14="http://schemas.microsoft.com/office/powerpoint/2010/main" val="3332692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N’CHASSE PAS LES DÉMONS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UN CRUCIFIX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27110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CHAPELET ET DE L’AIL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L’OR APPARTIENT À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68079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TEDDY RINNER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APPARTIENT LA MÉDAILLE</a:t>
            </a:r>
          </a:p>
        </p:txBody>
      </p:sp>
    </p:spTree>
    <p:extLst>
      <p:ext uri="{BB962C8B-B14F-4D97-AF65-F5344CB8AC3E}">
        <p14:creationId xmlns:p14="http://schemas.microsoft.com/office/powerpoint/2010/main" val="974043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J’ATTENDS LE </a:t>
            </a:r>
            <a:r>
              <a:rPr 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RETOUR DE CHRIST </a:t>
            </a:r>
            <a:r>
              <a:rPr 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PENDANT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QU’ILS ATTENDENT LE RETOUR DU JEDI</a:t>
            </a:r>
          </a:p>
        </p:txBody>
      </p:sp>
    </p:spTree>
    <p:extLst>
      <p:ext uri="{BB962C8B-B14F-4D97-AF65-F5344CB8AC3E}">
        <p14:creationId xmlns:p14="http://schemas.microsoft.com/office/powerpoint/2010/main" val="2914779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LA CROIX, C’EST FOR ME QU’IL EST DIE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L’AGNEAU DE LA SAINTE TRINIDAD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06832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CELUI QUI ÔTE LE PÉCHÉ DU MONDE POUR NOUS RÉCONCILIER AVEC LE DAD</a:t>
            </a:r>
          </a:p>
        </p:txBody>
      </p:sp>
    </p:spTree>
    <p:extLst>
      <p:ext uri="{BB962C8B-B14F-4D97-AF65-F5344CB8AC3E}">
        <p14:creationId xmlns:p14="http://schemas.microsoft.com/office/powerpoint/2010/main" val="141633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GÉNÉRATION PERVERSE ET REBELLE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L’ENFER DÉCERNE LE PRIX NOBEL</a:t>
            </a:r>
          </a:p>
        </p:txBody>
      </p:sp>
    </p:spTree>
    <p:extLst>
      <p:ext uri="{BB962C8B-B14F-4D97-AF65-F5344CB8AC3E}">
        <p14:creationId xmlns:p14="http://schemas.microsoft.com/office/powerpoint/2010/main" val="3721722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SAIS-TU QUE LE SALUT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S’OBTIENT PAR LA GRÂCE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61385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NON PAR LES ŒUVRES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UNE AUBAINE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55994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ONE LOVE ONE GOD ONE LOVE ONE GOD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07235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ONE LOVE ONE GOD ONE LOVE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ONE LOVE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9600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REDONNE DES COULEURS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MON CŒUR COMME UN VAN GOGH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00898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SELFIE AVEC LE DIABLE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LES RÉSEAUX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38603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ÇA FERAIT GRAVE DES VUES</a:t>
            </a:r>
          </a:p>
        </p:txBody>
      </p:sp>
    </p:spTree>
    <p:extLst>
      <p:ext uri="{BB962C8B-B14F-4D97-AF65-F5344CB8AC3E}">
        <p14:creationId xmlns:p14="http://schemas.microsoft.com/office/powerpoint/2010/main" val="651550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COUPABLE DÉCLARÉ JUSTE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JUGEMENT DERNIER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5645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DU JAMAIS VU</a:t>
            </a:r>
          </a:p>
        </p:txBody>
      </p:sp>
    </p:spTree>
    <p:extLst>
      <p:ext uri="{BB962C8B-B14F-4D97-AF65-F5344CB8AC3E}">
        <p14:creationId xmlns:p14="http://schemas.microsoft.com/office/powerpoint/2010/main" val="1076934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GRÂCE À LA PAROLE, LA LUMIÈRE FUT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LES TÉNÈBRES FUIENT</a:t>
            </a:r>
          </a:p>
        </p:txBody>
      </p:sp>
    </p:spTree>
    <p:extLst>
      <p:ext uri="{BB962C8B-B14F-4D97-AF65-F5344CB8AC3E}">
        <p14:creationId xmlns:p14="http://schemas.microsoft.com/office/powerpoint/2010/main" val="2799029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T’ES PAS BÉNI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TU N’DONNES QUE TON SUPERFLU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82952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T’ES PAS ENCORE FREE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MA NATION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8572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ÊTRE NU À LA PLAGE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MOINS CHOQUANT QU’UN BURKINI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7486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GÉNÉRATION PRISE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FLAGRANT DÉLIT D’ADULTÈRE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01729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UNE GO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LA NUIT BABYLONE MICHETONNE</a:t>
            </a:r>
          </a:p>
        </p:txBody>
      </p:sp>
    </p:spTree>
    <p:extLst>
      <p:ext uri="{BB962C8B-B14F-4D97-AF65-F5344CB8AC3E}">
        <p14:creationId xmlns:p14="http://schemas.microsoft.com/office/powerpoint/2010/main" val="418386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JOURNÉE ELLE EST PLUS SÉRIEUSE QU’UNE NONNE</a:t>
            </a:r>
          </a:p>
        </p:txBody>
      </p:sp>
    </p:spTree>
    <p:extLst>
      <p:ext uri="{BB962C8B-B14F-4D97-AF65-F5344CB8AC3E}">
        <p14:creationId xmlns:p14="http://schemas.microsoft.com/office/powerpoint/2010/main" val="3880962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MALINS VEULENT BLANCHIR L’ARGENT SALE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14861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DU TCHOCO À L’HYDROQUINONE</a:t>
            </a:r>
          </a:p>
        </p:txBody>
      </p:sp>
    </p:spTree>
    <p:extLst>
      <p:ext uri="{BB962C8B-B14F-4D97-AF65-F5344CB8AC3E}">
        <p14:creationId xmlns:p14="http://schemas.microsoft.com/office/powerpoint/2010/main" val="2307265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PROFONDÉMENT DANS LE DARK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SERPENT RAMPE DANS LE PARC</a:t>
            </a:r>
          </a:p>
        </p:txBody>
      </p:sp>
    </p:spTree>
    <p:extLst>
      <p:ext uri="{BB962C8B-B14F-4D97-AF65-F5344CB8AC3E}">
        <p14:creationId xmlns:p14="http://schemas.microsoft.com/office/powerpoint/2010/main" val="3960865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DERRIÈRE LE MENSONGE ATTAQUE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CACHÉ DANS UN COLLANT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OPAQUE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0431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VEULENT LA FORTUNE DE TUPAC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VENDRE SON ÂME ET FAIRE UN PACTE</a:t>
            </a:r>
          </a:p>
        </p:txBody>
      </p:sp>
    </p:spTree>
    <p:extLst>
      <p:ext uri="{BB962C8B-B14F-4D97-AF65-F5344CB8AC3E}">
        <p14:creationId xmlns:p14="http://schemas.microsoft.com/office/powerpoint/2010/main" val="604020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PÉCHÉ EST VENDU EN PACK</a:t>
            </a:r>
          </a:p>
        </p:txBody>
      </p:sp>
    </p:spTree>
    <p:extLst>
      <p:ext uri="{BB962C8B-B14F-4D97-AF65-F5344CB8AC3E}">
        <p14:creationId xmlns:p14="http://schemas.microsoft.com/office/powerpoint/2010/main" val="410916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LE ROI A VAINCU LA MORT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LA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PÂQUE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23772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PASSE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 A GF À L’APPART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51070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FRÈRE ÉCOUTE</a:t>
            </a:r>
          </a:p>
        </p:txBody>
      </p:sp>
    </p:spTree>
    <p:extLst>
      <p:ext uri="{BB962C8B-B14F-4D97-AF65-F5344CB8AC3E}">
        <p14:creationId xmlns:p14="http://schemas.microsoft.com/office/powerpoint/2010/main" val="821367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SALAIRE DU PÉCHÉ EST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COÛTEUX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SIÈCLE PRÉSENT EST DOUTEUX</a:t>
            </a:r>
          </a:p>
        </p:txBody>
      </p:sp>
    </p:spTree>
    <p:extLst>
      <p:ext uri="{BB962C8B-B14F-4D97-AF65-F5344CB8AC3E}">
        <p14:creationId xmlns:p14="http://schemas.microsoft.com/office/powerpoint/2010/main" val="1665550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TROUVÉ LE CHEMIN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TRACÉ MA ROUTE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17697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TROUVÉ LE CHEMIN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TRACÉ MA ROUTE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01654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KNOW JÉSUS EST LE CHEMIN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6121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312</Words>
  <Application>Microsoft Office PowerPoint</Application>
  <PresentationFormat>Affichage à l'écran (4:3)</PresentationFormat>
  <Paragraphs>508</Paragraphs>
  <Slides>37</Slides>
  <Notes>37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37</vt:i4>
      </vt:variant>
    </vt:vector>
  </HeadingPairs>
  <TitlesOfParts>
    <vt:vector size="39" baseType="lpstr"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76</cp:revision>
  <dcterms:created xsi:type="dcterms:W3CDTF">2002-08-17T10:50:50Z</dcterms:created>
  <dcterms:modified xsi:type="dcterms:W3CDTF">2022-09-24T11:43:14Z</dcterms:modified>
</cp:coreProperties>
</file>