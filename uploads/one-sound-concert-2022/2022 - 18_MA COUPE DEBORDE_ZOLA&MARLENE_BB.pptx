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63" r:id="rId2"/>
    <p:sldId id="264" r:id="rId3"/>
    <p:sldId id="265" r:id="rId4"/>
    <p:sldId id="266" r:id="rId5"/>
    <p:sldId id="267" r:id="rId6"/>
    <p:sldId id="287" r:id="rId7"/>
    <p:sldId id="268" r:id="rId8"/>
    <p:sldId id="288" r:id="rId9"/>
    <p:sldId id="289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80" r:id="rId31"/>
    <p:sldId id="284" r:id="rId32"/>
    <p:sldId id="281" r:id="rId33"/>
    <p:sldId id="282" r:id="rId34"/>
    <p:sldId id="283" r:id="rId35"/>
    <p:sldId id="285" r:id="rId36"/>
    <p:sldId id="286" r:id="rId3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22642" autoAdjust="0"/>
  </p:normalViewPr>
  <p:slideViewPr>
    <p:cSldViewPr>
      <p:cViewPr varScale="1">
        <p:scale>
          <a:sx n="27" d="100"/>
          <a:sy n="27" d="100"/>
        </p:scale>
        <p:origin x="129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3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24/09/2022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 smtClean="0"/>
              <a:t>Couplet1:</a:t>
            </a:r>
          </a:p>
          <a:p>
            <a:pPr>
              <a:defRPr/>
            </a:pPr>
            <a:r>
              <a:rPr lang="fr-FR" dirty="0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dirty="0" smtClean="0"/>
              <a:t>
	Refrain:</a:t>
            </a:r>
          </a:p>
          <a:p>
            <a:pPr>
              <a:defRPr/>
            </a:pPr>
            <a:r>
              <a:rPr lang="fr-FR" dirty="0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dirty="0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dirty="0" smtClean="0"/>
              <a:t>
Couplet2:</a:t>
            </a:r>
          </a:p>
          <a:p>
            <a:pPr>
              <a:defRPr/>
            </a:pPr>
            <a:r>
              <a:rPr lang="fr-FR" dirty="0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dirty="0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r>
              <a:rPr lang="fr-FR" dirty="0" smtClean="0"/>
              <a:t>
Pont:</a:t>
            </a:r>
          </a:p>
          <a:p>
            <a:pPr>
              <a:defRPr/>
            </a:pPr>
            <a:r>
              <a:rPr lang="fr-FR" dirty="0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dirty="0" smtClean="0"/>
              <a:t>
Rap:</a:t>
            </a:r>
          </a:p>
          <a:p>
            <a:pPr>
              <a:defRPr/>
            </a:pPr>
            <a:r>
              <a:rPr lang="fr-FR" dirty="0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dirty="0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ADLIBS:</a:t>
            </a:r>
          </a:p>
          <a:p>
            <a:pPr>
              <a:defRPr/>
            </a:pPr>
            <a:r>
              <a:rPr lang="fr-FR" dirty="0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</a:t>
            </a:r>
            <a:r>
              <a:rPr lang="fr-FR" dirty="0" err="1" smtClean="0"/>
              <a:t>MAISON</a:t>
            </a:r>
            <a:r>
              <a:rPr lang="fr-FR" dirty="0" smtClean="0"/>
              <a:t>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2798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9167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2771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9032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6719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3352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6645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4485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68522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87766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3625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66436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76250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88759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68556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8060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3525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3348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11223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15237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28759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39533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560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47858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33769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13418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44686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00951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20947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39098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53728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72319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53826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92050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57759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Couplet1:</a:t>
            </a:r>
          </a:p>
          <a:p>
            <a:pPr>
              <a:defRPr/>
            </a:pPr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J'HABITERAI DANS LA MAISON  DE L'ÉTERNEL 
	6-  JUSQU'À LA FIN DE MES JOURS 
	7-  DANS LA MAISON DE L'ÉTERNEL </a:t>
            </a:r>
          </a:p>
          <a:p>
            <a:pPr>
              <a:defRPr/>
            </a:pPr>
            <a:r>
              <a:rPr lang="fr-FR" smtClean="0"/>
              <a:t>
	8-  J'HABITERAI DANS LA MAISON  DE L'ÉTERNEL 
	9-  JUSQU'À LA FIN DE MES JOURS  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10-  QUAND JE MARCHE DANS LA VALLÉE  DE L'OMBRE DE LA MORT 
11-  JE NE CRAINS AUCUN MAL  x2</a:t>
            </a:r>
          </a:p>
          <a:p>
            <a:pPr>
              <a:defRPr/>
            </a:pPr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TU OINS D'HUILE MA TÊTE  MA COUPE DÉBORDE 
16-  OUI LE BONHEUR ET LA GRÂCE M'ACCOMPAGNERONT   x4</a:t>
            </a:r>
          </a:p>
          <a:p>
            <a:pPr>
              <a:defRPr/>
            </a:pPr>
            <a:r>
              <a:rPr lang="fr-FR" smtClean="0"/>
              <a:t>
Rap:</a:t>
            </a:r>
          </a:p>
          <a:p>
            <a:pPr>
              <a:defRPr/>
            </a:pPr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pPr>
              <a:defRPr/>
            </a:pPr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ADLIBS:</a:t>
            </a:r>
          </a:p>
          <a:p>
            <a:pPr>
              <a:defRPr/>
            </a:pPr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Couplet1:</a:t>
            </a:r>
          </a:p>
          <a:p>
            <a:r>
              <a:rPr lang="fr-FR" smtClean="0"/>
              <a:t>1-  L'ÉTERNEL EST MON BERGER  JE NE MANQUERAI DE RIEN 
2-  IL ME FAIT REPOSER  DANS DE VERTS PÂTURAGES 
3-  IL ME DIRIGE PRÈS DES EAUX PAISIBLES IL RESTAURE MON ÂME 
4-  IL ME CONDUIT DANS LES SENTIERS  DE LA JUSTICE À CAUSE DE SON NOM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J'HABITERAI DANS LA MAISON  DE L'ÉTERNEL 
	6-  JUSQU'À LA FIN DE MES JOURS 
	7-  DANS LA MAISON DE L'ÉTERNEL </a:t>
            </a:r>
          </a:p>
          <a:p>
            <a:r>
              <a:rPr lang="fr-FR" smtClean="0"/>
              <a:t>
	8-  J'HABITERAI DANS LA MAISON  DE L'ÉTERNEL 
	9-  JUSQU'À LA FIN DE MES JOURS  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10-  QUAND JE MARCHE DANS LA VALLÉE  DE L'OMBRE DE LA MORT 
11-  JE NE CRAINS AUCUN MAL  x2</a:t>
            </a:r>
          </a:p>
          <a:p>
            <a:r>
              <a:rPr lang="fr-FR" smtClean="0"/>
              <a:t>
12-  CAR TU ES AVEC MOI  
13-  TA HOULETTE ET TON BÂTON  ME RASSURENT  
14-  TU DRESSES DEVANT MOI UNE TABLE  EN FACE DE MES ADVERSAIRES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TU OINS D'HUILE MA TÊTE  MA COUPE DÉBORDE 
16-  OUI LE BONHEUR ET LA GRÂCE M'ACCOMPAGNERONT   x4</a:t>
            </a:r>
          </a:p>
          <a:p>
            <a:r>
              <a:rPr lang="fr-FR" smtClean="0"/>
              <a:t>
Rap:</a:t>
            </a:r>
          </a:p>
          <a:p>
            <a:r>
              <a:rPr lang="fr-FR" smtClean="0"/>
              <a:t>17-  IL OINT D'HUILE MA TÊTE  MA COUPE DÉBORDE 
18-  LA MALÉDICTION S'ARRÊTE  LE SEIGNEUR M'OUVRE DES PORTES 
19-  DÉCLARÉ VAINQUEUR SANS FAIRE BEAUCOUP D'EFFORT 
20-  J'LUI AI DONNÉ MON CŒUR  DONC JE VAIS LE LOUER FORT </a:t>
            </a:r>
          </a:p>
          <a:p>
            <a:r>
              <a:rPr lang="fr-FR" smtClean="0"/>
              <a:t>
21-  ALLEZ YOYOYOYOYOOOO VIENS LE CÉLÉBRER  
22-  SHR - AD2  C'EST LE MOMENT DE DANSER 
23-  SI TU AIMES JÉSUS  DÉCALE SUR TA GAUCHE  
24-  ALLEZ SI TU AIMES JÉSUS  DÉCALE SUR TA DROITE  
25-  TOUT LE MONDE FRAPPEZ DES MAINS  TOUT LE MONDE DANSEZ POUR JÉSUS 
26-  TOUT LE MONDE FRAPPEZ DES MAINS  
27-  TOUT LE MONDE  ALLEZ DANSEZ POUR JÉSUS 
28-  MAGNIFIQUE EST LE SEIGNEUR  QUE TOUT LE MONDE LOUE SON NOM 
29-  VIVANT EST NOTRE ROI  QUE TOUT LE MONDE LOUE SON NOM </a:t>
            </a:r>
          </a:p>
          <a:p>
            <a:endParaRPr lang="fr-FR" smtClean="0"/>
          </a:p>
          <a:p>
            <a:r>
              <a:rPr lang="fr-FR" smtClean="0"/>
              <a:t>ADLIBS:</a:t>
            </a:r>
          </a:p>
          <a:p>
            <a:r>
              <a:rPr lang="fr-FR" smtClean="0"/>
              <a:t>30-  MA COUPE DÉBORDE, ELLE DÉBORDE 
31-  MA COUPE DÉBORDE 
32-  LE SEIGNEUR M'OUVRE DES PORTES IL M'OUVRE DES PORTES 
33-  LE SEIGNEUR M'OUVRE DES PORTES DANS LA MAISON  
34-  TOUS LES JOURS DE MA VIE DANS LA MAISON  
35-  J'HABITERAI DANS LA MAISON MAISON DE L'ÉTERNEL 
36-  DANS LA MAISON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1483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L'ÉTERNEL EST MON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BERGER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MANQUERAI DE RIEN</a:t>
            </a:r>
          </a:p>
        </p:txBody>
      </p:sp>
    </p:spTree>
    <p:extLst>
      <p:ext uri="{BB962C8B-B14F-4D97-AF65-F5344CB8AC3E}">
        <p14:creationId xmlns:p14="http://schemas.microsoft.com/office/powerpoint/2010/main" val="331148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ME FAIT REPOSER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VERTS PÂTURAGES</a:t>
            </a:r>
          </a:p>
        </p:txBody>
      </p:sp>
    </p:spTree>
    <p:extLst>
      <p:ext uri="{BB962C8B-B14F-4D97-AF65-F5344CB8AC3E}">
        <p14:creationId xmlns:p14="http://schemas.microsoft.com/office/powerpoint/2010/main" val="2007715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ME DIRIGE PRÈS DES EAUX PAISIBLES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RESTAURE MON ÂME</a:t>
            </a:r>
          </a:p>
        </p:txBody>
      </p:sp>
    </p:spTree>
    <p:extLst>
      <p:ext uri="{BB962C8B-B14F-4D97-AF65-F5344CB8AC3E}">
        <p14:creationId xmlns:p14="http://schemas.microsoft.com/office/powerpoint/2010/main" val="3877201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ME CONDUIT DANS LES SENTIERS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JUSTICE À CAUSE DE SON NOM</a:t>
            </a:r>
          </a:p>
        </p:txBody>
      </p:sp>
    </p:spTree>
    <p:extLst>
      <p:ext uri="{BB962C8B-B14F-4D97-AF65-F5344CB8AC3E}">
        <p14:creationId xmlns:p14="http://schemas.microsoft.com/office/powerpoint/2010/main" val="651816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J'HABITERAI DANS LA MAISON </a:t>
            </a:r>
            <a:endParaRPr lang="fr-FR" sz="38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L'ÉTERNEL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548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JUSQU'À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FIN DE MES JOURS</a:t>
            </a:r>
          </a:p>
        </p:txBody>
      </p:sp>
    </p:spTree>
    <p:extLst>
      <p:ext uri="{BB962C8B-B14F-4D97-AF65-F5344CB8AC3E}">
        <p14:creationId xmlns:p14="http://schemas.microsoft.com/office/powerpoint/2010/main" val="3048728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LA MAISON DE L'ÉTERNEL</a:t>
            </a:r>
          </a:p>
        </p:txBody>
      </p:sp>
    </p:spTree>
    <p:extLst>
      <p:ext uri="{BB962C8B-B14F-4D97-AF65-F5344CB8AC3E}">
        <p14:creationId xmlns:p14="http://schemas.microsoft.com/office/powerpoint/2010/main" val="510764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J'HABITERAI DANS LA MAISON </a:t>
            </a:r>
            <a:endParaRPr lang="fr-FR" sz="38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L'ÉTERNEL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5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JUSQU'À LA FIN DE MES JOURS </a:t>
            </a:r>
          </a:p>
        </p:txBody>
      </p:sp>
    </p:spTree>
    <p:extLst>
      <p:ext uri="{BB962C8B-B14F-4D97-AF65-F5344CB8AC3E}">
        <p14:creationId xmlns:p14="http://schemas.microsoft.com/office/powerpoint/2010/main" val="33487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QUAND JE MARCHE DANS LA VALLÉE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L'OMBRE DE LA MORT</a:t>
            </a:r>
          </a:p>
        </p:txBody>
      </p:sp>
    </p:spTree>
    <p:extLst>
      <p:ext uri="{BB962C8B-B14F-4D97-AF65-F5344CB8AC3E}">
        <p14:creationId xmlns:p14="http://schemas.microsoft.com/office/powerpoint/2010/main" val="3400470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NE CRAINS AUCUN MAL</a:t>
            </a:r>
          </a:p>
        </p:txBody>
      </p:sp>
    </p:spTree>
    <p:extLst>
      <p:ext uri="{BB962C8B-B14F-4D97-AF65-F5344CB8AC3E}">
        <p14:creationId xmlns:p14="http://schemas.microsoft.com/office/powerpoint/2010/main" val="2009796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TU ES AVEC MOI </a:t>
            </a:r>
          </a:p>
        </p:txBody>
      </p:sp>
    </p:spTree>
    <p:extLst>
      <p:ext uri="{BB962C8B-B14F-4D97-AF65-F5344CB8AC3E}">
        <p14:creationId xmlns:p14="http://schemas.microsoft.com/office/powerpoint/2010/main" val="1252969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TA HOULETTE ET TON BÂTON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ME RASSURENT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290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DRESSES DEVANT MOI UNE TABLE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 FACE DE MES ADVERSAIRES</a:t>
            </a:r>
          </a:p>
        </p:txBody>
      </p:sp>
    </p:spTree>
    <p:extLst>
      <p:ext uri="{BB962C8B-B14F-4D97-AF65-F5344CB8AC3E}">
        <p14:creationId xmlns:p14="http://schemas.microsoft.com/office/powerpoint/2010/main" val="2846757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OINS D'HUILE MA TÊTE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MA COUPE DÉBORDE</a:t>
            </a:r>
          </a:p>
        </p:txBody>
      </p:sp>
    </p:spTree>
    <p:extLst>
      <p:ext uri="{BB962C8B-B14F-4D97-AF65-F5344CB8AC3E}">
        <p14:creationId xmlns:p14="http://schemas.microsoft.com/office/powerpoint/2010/main" val="2614689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 LE BONHEUR ET LA GRÂCE M'ACCOMPAGNERONT</a:t>
            </a:r>
          </a:p>
        </p:txBody>
      </p:sp>
    </p:spTree>
    <p:extLst>
      <p:ext uri="{BB962C8B-B14F-4D97-AF65-F5344CB8AC3E}">
        <p14:creationId xmlns:p14="http://schemas.microsoft.com/office/powerpoint/2010/main" val="1911091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OINT D'HUILE MA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TÊTE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COUPE DÉBORDE</a:t>
            </a:r>
          </a:p>
        </p:txBody>
      </p:sp>
    </p:spTree>
    <p:extLst>
      <p:ext uri="{BB962C8B-B14F-4D97-AF65-F5344CB8AC3E}">
        <p14:creationId xmlns:p14="http://schemas.microsoft.com/office/powerpoint/2010/main" val="326521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MALÉDICTION S'ARRÊTE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LE SEIGNEUR M'OUVRE DES PORTES</a:t>
            </a:r>
          </a:p>
        </p:txBody>
      </p:sp>
    </p:spTree>
    <p:extLst>
      <p:ext uri="{BB962C8B-B14F-4D97-AF65-F5344CB8AC3E}">
        <p14:creationId xmlns:p14="http://schemas.microsoft.com/office/powerpoint/2010/main" val="3291292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DÉCLARÉ VAINQUEUR SANS FAIRE BEAUCOUP D'EFFORT</a:t>
            </a:r>
          </a:p>
        </p:txBody>
      </p:sp>
    </p:spTree>
    <p:extLst>
      <p:ext uri="{BB962C8B-B14F-4D97-AF65-F5344CB8AC3E}">
        <p14:creationId xmlns:p14="http://schemas.microsoft.com/office/powerpoint/2010/main" val="3928848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J'LUI AI DONNÉ MON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CŒUR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DONC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VAIS LE LOUER FORT</a:t>
            </a:r>
          </a:p>
        </p:txBody>
      </p:sp>
    </p:spTree>
    <p:extLst>
      <p:ext uri="{BB962C8B-B14F-4D97-AF65-F5344CB8AC3E}">
        <p14:creationId xmlns:p14="http://schemas.microsoft.com/office/powerpoint/2010/main" val="13799152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ALLEZ YOYOYOYOYOOOO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VIENS LE CÉLÉBRER </a:t>
            </a:r>
          </a:p>
        </p:txBody>
      </p:sp>
    </p:spTree>
    <p:extLst>
      <p:ext uri="{BB962C8B-B14F-4D97-AF65-F5344CB8AC3E}">
        <p14:creationId xmlns:p14="http://schemas.microsoft.com/office/powerpoint/2010/main" val="630290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SHR - AD2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C'EST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MOMENT DE DANSER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769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SI TU AIMES JÉSUS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DÉCALE SUR TA GAUCHE </a:t>
            </a:r>
          </a:p>
        </p:txBody>
      </p:sp>
    </p:spTree>
    <p:extLst>
      <p:ext uri="{BB962C8B-B14F-4D97-AF65-F5344CB8AC3E}">
        <p14:creationId xmlns:p14="http://schemas.microsoft.com/office/powerpoint/2010/main" val="1546388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ALLEZ SI TU AIMES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JÉSUS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DÉCALE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SUR TA DROITE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315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 LE MONDE FRAPPEZ DES MAINS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 LE MONDE DANSEZ POUR JÉSUS</a:t>
            </a:r>
          </a:p>
        </p:txBody>
      </p:sp>
    </p:spTree>
    <p:extLst>
      <p:ext uri="{BB962C8B-B14F-4D97-AF65-F5344CB8AC3E}">
        <p14:creationId xmlns:p14="http://schemas.microsoft.com/office/powerpoint/2010/main" val="13443330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 LE MONDE FRAPPEZ DES MAINS </a:t>
            </a:r>
          </a:p>
        </p:txBody>
      </p:sp>
    </p:spTree>
    <p:extLst>
      <p:ext uri="{BB962C8B-B14F-4D97-AF65-F5344CB8AC3E}">
        <p14:creationId xmlns:p14="http://schemas.microsoft.com/office/powerpoint/2010/main" val="32931523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 LE MONDE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ALLEZ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DANSEZ POUR 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2073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MAGNIFIQUE EST LE SEIGNEUR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TOUT LE MONDE LOUE SON NOM</a:t>
            </a:r>
          </a:p>
        </p:txBody>
      </p:sp>
    </p:spTree>
    <p:extLst>
      <p:ext uri="{BB962C8B-B14F-4D97-AF65-F5344CB8AC3E}">
        <p14:creationId xmlns:p14="http://schemas.microsoft.com/office/powerpoint/2010/main" val="42260849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VIVANT EST NOTRE ROI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TOUT LE MONDE LOUE SON NOM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559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 COUPE DÉBORDE, ELLE DÉBORDE</a:t>
            </a:r>
          </a:p>
        </p:txBody>
      </p:sp>
    </p:spTree>
    <p:extLst>
      <p:ext uri="{BB962C8B-B14F-4D97-AF65-F5344CB8AC3E}">
        <p14:creationId xmlns:p14="http://schemas.microsoft.com/office/powerpoint/2010/main" val="7708765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 COUPE DÉBORDE</a:t>
            </a:r>
          </a:p>
        </p:txBody>
      </p:sp>
    </p:spTree>
    <p:extLst>
      <p:ext uri="{BB962C8B-B14F-4D97-AF65-F5344CB8AC3E}">
        <p14:creationId xmlns:p14="http://schemas.microsoft.com/office/powerpoint/2010/main" val="18166859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SEIGNEUR M'OUVRE DES PORTES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M'OUVRE DES PORTES</a:t>
            </a:r>
          </a:p>
        </p:txBody>
      </p:sp>
    </p:spTree>
    <p:extLst>
      <p:ext uri="{BB962C8B-B14F-4D97-AF65-F5344CB8AC3E}">
        <p14:creationId xmlns:p14="http://schemas.microsoft.com/office/powerpoint/2010/main" val="21291609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SEIGNEUR M'OUVRE DES PORTES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LA MAISON </a:t>
            </a:r>
          </a:p>
        </p:txBody>
      </p:sp>
    </p:spTree>
    <p:extLst>
      <p:ext uri="{BB962C8B-B14F-4D97-AF65-F5344CB8AC3E}">
        <p14:creationId xmlns:p14="http://schemas.microsoft.com/office/powerpoint/2010/main" val="37438079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TOUS LES JOURS DE MA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LA MAISON </a:t>
            </a:r>
          </a:p>
        </p:txBody>
      </p:sp>
    </p:spTree>
    <p:extLst>
      <p:ext uri="{BB962C8B-B14F-4D97-AF65-F5344CB8AC3E}">
        <p14:creationId xmlns:p14="http://schemas.microsoft.com/office/powerpoint/2010/main" val="42109062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J'HABITERAI DANS LA MAISON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MAISON DE L'ÉTERNEL</a:t>
            </a:r>
          </a:p>
        </p:txBody>
      </p:sp>
    </p:spTree>
    <p:extLst>
      <p:ext uri="{BB962C8B-B14F-4D97-AF65-F5344CB8AC3E}">
        <p14:creationId xmlns:p14="http://schemas.microsoft.com/office/powerpoint/2010/main" val="38694264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LA MAISON</a:t>
            </a:r>
          </a:p>
        </p:txBody>
      </p:sp>
    </p:spTree>
    <p:extLst>
      <p:ext uri="{BB962C8B-B14F-4D97-AF65-F5344CB8AC3E}">
        <p14:creationId xmlns:p14="http://schemas.microsoft.com/office/powerpoint/2010/main" val="286955319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</TotalTime>
  <Words>1147</Words>
  <Application>Microsoft Office PowerPoint</Application>
  <PresentationFormat>Affichage à l'écran (4:3)</PresentationFormat>
  <Paragraphs>1357</Paragraphs>
  <Slides>36</Slides>
  <Notes>36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36</vt:i4>
      </vt:variant>
    </vt:vector>
  </HeadingPairs>
  <TitlesOfParts>
    <vt:vector size="40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118</cp:revision>
  <dcterms:created xsi:type="dcterms:W3CDTF">2002-08-17T13:12:10Z</dcterms:created>
  <dcterms:modified xsi:type="dcterms:W3CDTF">2022-09-24T11:55:05Z</dcterms:modified>
</cp:coreProperties>
</file>