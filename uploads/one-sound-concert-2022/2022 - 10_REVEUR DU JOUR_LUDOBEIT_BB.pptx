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326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56" r:id="rId32"/>
    <p:sldId id="357" r:id="rId33"/>
    <p:sldId id="358" r:id="rId34"/>
    <p:sldId id="359" r:id="rId35"/>
    <p:sldId id="360" r:id="rId36"/>
    <p:sldId id="365" r:id="rId37"/>
    <p:sldId id="366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375" r:id="rId47"/>
    <p:sldId id="376" r:id="rId48"/>
    <p:sldId id="377" r:id="rId49"/>
    <p:sldId id="378" r:id="rId50"/>
    <p:sldId id="379" r:id="rId51"/>
    <p:sldId id="380" r:id="rId5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76" autoAdjust="0"/>
    <p:restoredTop sz="31387" autoAdjust="0"/>
  </p:normalViewPr>
  <p:slideViewPr>
    <p:cSldViewPr>
      <p:cViewPr varScale="1">
        <p:scale>
          <a:sx n="34" d="100"/>
          <a:sy n="34" d="100"/>
        </p:scale>
        <p:origin x="105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46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866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5884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589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227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00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3286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714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223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415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6272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128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675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66443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971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4158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939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8804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55228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7185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1283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7840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9195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98961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72955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4276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3319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7940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0235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07619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0951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44056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2227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41170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739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5199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04601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88478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21632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18426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55862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33024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22769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9864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48086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9628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07992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8928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8633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51875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mtClean="0"/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mtClean="0"/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mtClean="0"/>
              <a:t>
	Refrain: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UN RÊVEUR SE BAT  POUR CE QU'IL NE VOIT PAS 
2-  QU'IL NE TOUCHE PAS MAIS QUI POURTANT EST LÀ 
3-  AVANT MÊME QUE LA CHOSE SOIT IL Y TRAVAILLE DÉJÀ 
4-  UN RÊVEUR EST TOUT SIMPLEMENT  UNE PERSONNE DE FOI 
5-  PARFOIS LES CIRCONSTANCES  TENTENT DE PERCER SA CONSCIENCE 
6-  ET MÊME LÀ IL ESPÈRE CONTRE TOUTE ESPÉRANCE 
7-  PERSÉVÉRANT IL GARDE LA TÊTE HAUTE, FIXÉ SUR LE BUT 
8-  IL TOMBE, MAIS SE RELÈVE  SANS PENSER À LA CHUTE 
9-  HÉLAS, CERTAINES PERSONNES  JETTENT L'ÉPONGE 
10-  ET PLONGENT DANS UNE EAU TROUBLE ÉTRANGE ET SOMBRE 
11-  ÉCHOUENT POUR CAUSE  DE N'AVOIR PAS FAIT CE QU'IL FALLAIT 
12-  REGRETTENT DE N'AVOIR PAS CONCRÉTISÉ CE QU'ILS AVAIENT 
13-  RELÈVE LA TÊTE ; PRENDS COURAGE CROIS QUE TOUT EST POSSIBLE 
14-  AIE POUR CIBLE DE REPRENDRE  CE QUI T'APPARTIENT ET FONCE 
15-  FONCE VERS TON LENDEMAIN  CAR IL EST MEILLEUR 
16-  ET PROUVE À CEUX QUI VEULENT  TA PERTE QUE TU ES LE MEILLEUR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17-  NE RESTE PAS FIXÉ SUR LE PIRE  
	18-  MAIS CROIS QUE LE MEILLEUR  POUR TA VIE RESTE À VENIR 
	19-  ILS AURONT BEAU DIRE  TOUT CE QU’ILS VEULENT 
	20-  JE RESTERAI UN RÊVEUR DE JOUR                                     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21-  ATTENDRE LE JOUR « J »  POUR SE PRÉPARER 
22-  ÉQUIVAUT À REMPORTER  UNE VICTORY EN RÊVERIE 
23-  JE NE VEUX PLUS ÊTRE  UN RÊVEUR DE NUIT 
24-  MAIS VIVRE MES RÊVES ET CE, AVANT QUE MA VIE S'ACHÈVE 
25-  JE SUIS CONSCIENT  DES CIRCONSTANCES 
26-  QUI FERONT EN SORTE  QUE JE NE DEVIENNE UN CHAMPION 
27-  MON SEMBLANT D'ÊTRE  S'EST AUTODÉTRUIT 
28-  PLACE À L'AUTHENTIQUE LE SEUL L.U.D'OBÉIT 
29-  OBÉISSANT AUX INSTRUCTIONS  CAR SANS ÇA 
30-  COMMENT ESPÉRER QUE SA GRÂCE ABONDE DANS MA LIFE ? 
31-  J'AI CHOISI DE FAIRE SA VOLONTÉ D'ÊTRE CELUI QU'IL VEUT QUE JE SOIS 
32-  ET CE, SANS DISCUTER AS-TU PERCUTÉ LE SENS DE CE TEXTE ? 
33-  POUR LE SAVOIR CONSULTE LE MOT TEXTE SANS X (TÊTE) 
34-  DANS CETTE PARTIE  QUI TE FERA RÉFLÉCHIR 
35-  MON SOUHAIT EST QUE TU PRENNES CONSCIENCE SANS OUBLIER D'AGIR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36-  JE COMBATS LE BON COMBAT 
37-  MÊME SI LE PÈRE DU PÉCHÉ AIMERAIT ME VOIR TOMBER AU PLUS BAS 
38-  J'AI MIS UN TERME À MON ANCIEN MOI 
39-  SACHANT QUE LE MEILLEUR  POUR MA LIFE DÉPEND DE MOI 
40-  MA DÉCISION EST PRISE 
41-  JE GARDE LES YEUX FIXÉS  VERS LES CIEUX 
42-  ET CE, POUR ÉVITER LE PIRE LE PARAÎTRE EST L'ENNEMI DE L'ÊTRE 
43-  JE VEUX ÊTRE TOUT SIMPLEMENT  CETTE ARME À 5 LETTRES 
44-  SANS ELLE, AUTANT ME COUPER  LE SOUFFLE 
45-  CAR L'A.M.O.U.R EST POUR MOI  LA SEULE SOURCE 
46-  ESPÉRER LE « BEST »  CONTRE TOUTE ESPÉRANCE 
47-  QUI AIMERAIT VOIR MA PLUME  SE NOYER DANS SON ENCRE 
48-  VIVRE OU MOURIR ?  MON CHOIX EST DÉJÀ FAIT 
49-  FAIRE LE BIEN ET PROVOQUER  UNE CAUSE À EFFET 
50-  ME BARRER LA ROUTE NUL NE LE POURRA 
51-  TU DEMANDES À VOIR !  ALORS QUI VIVRA VERRA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Refrain: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34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RÊVEUR SE BAT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CE QU'IL NE VOIT PAS</a:t>
            </a:r>
          </a:p>
        </p:txBody>
      </p:sp>
    </p:spTree>
    <p:extLst>
      <p:ext uri="{BB962C8B-B14F-4D97-AF65-F5344CB8AC3E}">
        <p14:creationId xmlns:p14="http://schemas.microsoft.com/office/powerpoint/2010/main" val="297552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QU'IL NE TOUCHE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QUI POURTANT EST LÀ</a:t>
            </a:r>
          </a:p>
        </p:txBody>
      </p:sp>
    </p:spTree>
    <p:extLst>
      <p:ext uri="{BB962C8B-B14F-4D97-AF65-F5344CB8AC3E}">
        <p14:creationId xmlns:p14="http://schemas.microsoft.com/office/powerpoint/2010/main" val="414739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AVANT MÊME QUE LA CHOSE SOIT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TRAVAILLE DÉJÀ</a:t>
            </a:r>
          </a:p>
        </p:txBody>
      </p:sp>
    </p:spTree>
    <p:extLst>
      <p:ext uri="{BB962C8B-B14F-4D97-AF65-F5344CB8AC3E}">
        <p14:creationId xmlns:p14="http://schemas.microsoft.com/office/powerpoint/2010/main" val="3405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RÊVEUR EST TOUT SIMPLEMENT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PERSONNE DE FOI</a:t>
            </a:r>
          </a:p>
        </p:txBody>
      </p:sp>
    </p:spTree>
    <p:extLst>
      <p:ext uri="{BB962C8B-B14F-4D97-AF65-F5344CB8AC3E}">
        <p14:creationId xmlns:p14="http://schemas.microsoft.com/office/powerpoint/2010/main" val="205567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PARFOIS LES CIRCONSTANCES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TENTENT DE PERCER SA CONSCIENCE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9043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MÊME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ESPÈRE CONTRE TOUTE ESPÉRANCE</a:t>
            </a:r>
          </a:p>
        </p:txBody>
      </p:sp>
    </p:spTree>
    <p:extLst>
      <p:ext uri="{BB962C8B-B14F-4D97-AF65-F5344CB8AC3E}">
        <p14:creationId xmlns:p14="http://schemas.microsoft.com/office/powerpoint/2010/main" val="25089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PERSÉVÉRANT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GARDE LA TÊTE HAUTE, FIXÉ SUR LE BUT</a:t>
            </a:r>
          </a:p>
        </p:txBody>
      </p:sp>
    </p:spTree>
    <p:extLst>
      <p:ext uri="{BB962C8B-B14F-4D97-AF65-F5344CB8AC3E}">
        <p14:creationId xmlns:p14="http://schemas.microsoft.com/office/powerpoint/2010/main" val="110196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TOMBE, MAIS SE RELÈVE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PENSER À LA CHUTE</a:t>
            </a:r>
          </a:p>
        </p:txBody>
      </p:sp>
    </p:spTree>
    <p:extLst>
      <p:ext uri="{BB962C8B-B14F-4D97-AF65-F5344CB8AC3E}">
        <p14:creationId xmlns:p14="http://schemas.microsoft.com/office/powerpoint/2010/main" val="113779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HÉLAS, CERTAINES PERSONNES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JETTENT L'ÉPONGE</a:t>
            </a:r>
          </a:p>
        </p:txBody>
      </p:sp>
    </p:spTree>
    <p:extLst>
      <p:ext uri="{BB962C8B-B14F-4D97-AF65-F5344CB8AC3E}">
        <p14:creationId xmlns:p14="http://schemas.microsoft.com/office/powerpoint/2010/main" val="316593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PLONGENT DANS UNE EAU TROUBLE ÉTRANGE ET SOMBRE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5252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ÉCHOUENT POUR CAUSE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N'AVOIR PAS FAIT CE QU'IL FALLAIT</a:t>
            </a:r>
          </a:p>
        </p:txBody>
      </p:sp>
    </p:spTree>
    <p:extLst>
      <p:ext uri="{BB962C8B-B14F-4D97-AF65-F5344CB8AC3E}">
        <p14:creationId xmlns:p14="http://schemas.microsoft.com/office/powerpoint/2010/main" val="294293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REGRETTENT DE N'AVOIR PAS CONCRÉTISÉ CE QU'ILS AVAIENT</a:t>
            </a:r>
          </a:p>
        </p:txBody>
      </p:sp>
    </p:spTree>
    <p:extLst>
      <p:ext uri="{BB962C8B-B14F-4D97-AF65-F5344CB8AC3E}">
        <p14:creationId xmlns:p14="http://schemas.microsoft.com/office/powerpoint/2010/main" val="402477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RELÈVE LA TÊTE ; PRENDS COURAGE CROIS QUE TOUT EST POSSIBLE</a:t>
            </a:r>
          </a:p>
        </p:txBody>
      </p:sp>
    </p:spTree>
    <p:extLst>
      <p:ext uri="{BB962C8B-B14F-4D97-AF65-F5344CB8AC3E}">
        <p14:creationId xmlns:p14="http://schemas.microsoft.com/office/powerpoint/2010/main" val="176081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AIE POUR CIBLE DE REPRENDRE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QUI T'APPARTIENT ET FONCE</a:t>
            </a:r>
          </a:p>
        </p:txBody>
      </p:sp>
    </p:spTree>
    <p:extLst>
      <p:ext uri="{BB962C8B-B14F-4D97-AF65-F5344CB8AC3E}">
        <p14:creationId xmlns:p14="http://schemas.microsoft.com/office/powerpoint/2010/main" val="137607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FONCE VERS TON LENDEMAIN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IL EST MEILLEUR</a:t>
            </a:r>
          </a:p>
        </p:txBody>
      </p:sp>
    </p:spTree>
    <p:extLst>
      <p:ext uri="{BB962C8B-B14F-4D97-AF65-F5344CB8AC3E}">
        <p14:creationId xmlns:p14="http://schemas.microsoft.com/office/powerpoint/2010/main" val="140713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PROUVE À CEUX QUI VEULENT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PERTE QUE TU ES LE MEILLEUR</a:t>
            </a:r>
          </a:p>
        </p:txBody>
      </p:sp>
    </p:spTree>
    <p:extLst>
      <p:ext uri="{BB962C8B-B14F-4D97-AF65-F5344CB8AC3E}">
        <p14:creationId xmlns:p14="http://schemas.microsoft.com/office/powerpoint/2010/main" val="208538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RESTE PAS FIXÉ SUR LE PIRE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242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CROIS QUE LE MEILLEUR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TA VIE RESTE À VENIR</a:t>
            </a:r>
          </a:p>
        </p:txBody>
      </p:sp>
    </p:spTree>
    <p:extLst>
      <p:ext uri="{BB962C8B-B14F-4D97-AF65-F5344CB8AC3E}">
        <p14:creationId xmlns:p14="http://schemas.microsoft.com/office/powerpoint/2010/main" val="76704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AURONT BEAU DIRE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QU’ILS VEULENT</a:t>
            </a:r>
          </a:p>
        </p:txBody>
      </p:sp>
    </p:spTree>
    <p:extLst>
      <p:ext uri="{BB962C8B-B14F-4D97-AF65-F5344CB8AC3E}">
        <p14:creationId xmlns:p14="http://schemas.microsoft.com/office/powerpoint/2010/main" val="16012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RESTERAI UN RÊVEUR DE JOUR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316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ATTENDRE LE JOUR « J »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SE PRÉPARER</a:t>
            </a:r>
          </a:p>
        </p:txBody>
      </p:sp>
    </p:spTree>
    <p:extLst>
      <p:ext uri="{BB962C8B-B14F-4D97-AF65-F5344CB8AC3E}">
        <p14:creationId xmlns:p14="http://schemas.microsoft.com/office/powerpoint/2010/main" val="61610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ÉQUIVAUT À REMPORTER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VICTORY EN RÊVERIE</a:t>
            </a:r>
          </a:p>
        </p:txBody>
      </p:sp>
    </p:spTree>
    <p:extLst>
      <p:ext uri="{BB962C8B-B14F-4D97-AF65-F5344CB8AC3E}">
        <p14:creationId xmlns:p14="http://schemas.microsoft.com/office/powerpoint/2010/main" val="218150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VEUX PLUS ÊTRE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RÊVEUR DE NUIT</a:t>
            </a:r>
          </a:p>
        </p:txBody>
      </p:sp>
    </p:spTree>
    <p:extLst>
      <p:ext uri="{BB962C8B-B14F-4D97-AF65-F5344CB8AC3E}">
        <p14:creationId xmlns:p14="http://schemas.microsoft.com/office/powerpoint/2010/main" val="59919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VIVRE MES RÊVES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CE, AVANT QUE MA VIE S'ACHÈVE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163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CONSCIENT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CIRCONSTANCES</a:t>
            </a:r>
          </a:p>
        </p:txBody>
      </p:sp>
    </p:spTree>
    <p:extLst>
      <p:ext uri="{BB962C8B-B14F-4D97-AF65-F5344CB8AC3E}">
        <p14:creationId xmlns:p14="http://schemas.microsoft.com/office/powerpoint/2010/main" val="196903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FERONT EN SORTE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NE DEVIENNE UN CHAMPION</a:t>
            </a:r>
          </a:p>
        </p:txBody>
      </p:sp>
    </p:spTree>
    <p:extLst>
      <p:ext uri="{BB962C8B-B14F-4D97-AF65-F5344CB8AC3E}">
        <p14:creationId xmlns:p14="http://schemas.microsoft.com/office/powerpoint/2010/main" val="2368188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SEMBLANT D'ÊTRE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S'EST AUTODÉTRUIT</a:t>
            </a:r>
          </a:p>
        </p:txBody>
      </p:sp>
    </p:spTree>
    <p:extLst>
      <p:ext uri="{BB962C8B-B14F-4D97-AF65-F5344CB8AC3E}">
        <p14:creationId xmlns:p14="http://schemas.microsoft.com/office/powerpoint/2010/main" val="42117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PLACE À L'AUTHENTIQUE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SEUL L.U.D'OBÉIT</a:t>
            </a:r>
          </a:p>
        </p:txBody>
      </p:sp>
    </p:spTree>
    <p:extLst>
      <p:ext uri="{BB962C8B-B14F-4D97-AF65-F5344CB8AC3E}">
        <p14:creationId xmlns:p14="http://schemas.microsoft.com/office/powerpoint/2010/main" val="374875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OBÉISSANT AUX INSTRUCTIONS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SANS ÇA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08779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COMMENT ESPÉRER QUE SA GRÂCE ABONDE DANS MA LIFE ?</a:t>
            </a:r>
          </a:p>
        </p:txBody>
      </p:sp>
    </p:spTree>
    <p:extLst>
      <p:ext uri="{BB962C8B-B14F-4D97-AF65-F5344CB8AC3E}">
        <p14:creationId xmlns:p14="http://schemas.microsoft.com/office/powerpoint/2010/main" val="49779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CHOISI DE FAIRE SA VOLONTÉ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D'ÊTRE CELUI QU'IL VEUT QUE JE SOIS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026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CE, SANS DISCUTER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AS-TU PERCUTÉ LE SENS DE CE TEXTE ?</a:t>
            </a:r>
          </a:p>
        </p:txBody>
      </p:sp>
    </p:spTree>
    <p:extLst>
      <p:ext uri="{BB962C8B-B14F-4D97-AF65-F5344CB8AC3E}">
        <p14:creationId xmlns:p14="http://schemas.microsoft.com/office/powerpoint/2010/main" val="206702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 SAVOIR CONSULTE LE MOT TEXTE SANS X (TÊTE)</a:t>
            </a:r>
          </a:p>
        </p:txBody>
      </p:sp>
    </p:spTree>
    <p:extLst>
      <p:ext uri="{BB962C8B-B14F-4D97-AF65-F5344CB8AC3E}">
        <p14:creationId xmlns:p14="http://schemas.microsoft.com/office/powerpoint/2010/main" val="96547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CETTE PARTIE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TE FERA RÉFLÉCHIR</a:t>
            </a:r>
          </a:p>
        </p:txBody>
      </p:sp>
    </p:spTree>
    <p:extLst>
      <p:ext uri="{BB962C8B-B14F-4D97-AF65-F5344CB8AC3E}">
        <p14:creationId xmlns:p14="http://schemas.microsoft.com/office/powerpoint/2010/main" val="124091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SOUHAIT EST QUE TU PRENNES CONSCIENCE SANS OUBLIER D'AGIR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8926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COMBATS LE BON COMBAT</a:t>
            </a:r>
          </a:p>
        </p:txBody>
      </p:sp>
    </p:spTree>
    <p:extLst>
      <p:ext uri="{BB962C8B-B14F-4D97-AF65-F5344CB8AC3E}">
        <p14:creationId xmlns:p14="http://schemas.microsoft.com/office/powerpoint/2010/main" val="71335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SI LE PÈRE DU PÉCHÉ AIMERAIT ME VOIR TOMBER AU PLUS BAS</a:t>
            </a:r>
          </a:p>
        </p:txBody>
      </p:sp>
    </p:spTree>
    <p:extLst>
      <p:ext uri="{BB962C8B-B14F-4D97-AF65-F5344CB8AC3E}">
        <p14:creationId xmlns:p14="http://schemas.microsoft.com/office/powerpoint/2010/main" val="418431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MIS UN TERME À MON ANCIEN MOI</a:t>
            </a:r>
          </a:p>
        </p:txBody>
      </p:sp>
    </p:spTree>
    <p:extLst>
      <p:ext uri="{BB962C8B-B14F-4D97-AF65-F5344CB8AC3E}">
        <p14:creationId xmlns:p14="http://schemas.microsoft.com/office/powerpoint/2010/main" val="171511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SACHANT QUE LE MEILLEUR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MA LIFE DÉPEND DE MOI</a:t>
            </a:r>
          </a:p>
        </p:txBody>
      </p:sp>
    </p:spTree>
    <p:extLst>
      <p:ext uri="{BB962C8B-B14F-4D97-AF65-F5344CB8AC3E}">
        <p14:creationId xmlns:p14="http://schemas.microsoft.com/office/powerpoint/2010/main" val="207059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DÉCISION EST PRISE</a:t>
            </a:r>
          </a:p>
        </p:txBody>
      </p:sp>
    </p:spTree>
    <p:extLst>
      <p:ext uri="{BB962C8B-B14F-4D97-AF65-F5344CB8AC3E}">
        <p14:creationId xmlns:p14="http://schemas.microsoft.com/office/powerpoint/2010/main" val="266071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GARDE LES YEUX FIXÉS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VERS LES CIEUX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910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CE, POUR ÉVITER LE PIRE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PARAÎTRE EST L'ENNEMI DE L'ÊTRE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130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ÊTRE TOUT SIMPLEMENT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ARME À 5 LETTRES</a:t>
            </a:r>
          </a:p>
        </p:txBody>
      </p:sp>
    </p:spTree>
    <p:extLst>
      <p:ext uri="{BB962C8B-B14F-4D97-AF65-F5344CB8AC3E}">
        <p14:creationId xmlns:p14="http://schemas.microsoft.com/office/powerpoint/2010/main" val="209390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ELLE, AUTANT ME COUPER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SOUFFLE</a:t>
            </a:r>
          </a:p>
        </p:txBody>
      </p:sp>
    </p:spTree>
    <p:extLst>
      <p:ext uri="{BB962C8B-B14F-4D97-AF65-F5344CB8AC3E}">
        <p14:creationId xmlns:p14="http://schemas.microsoft.com/office/powerpoint/2010/main" val="181626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L'A.M.O.U.R EST POUR MOI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SEULE SOURCE</a:t>
            </a:r>
          </a:p>
        </p:txBody>
      </p:sp>
    </p:spTree>
    <p:extLst>
      <p:ext uri="{BB962C8B-B14F-4D97-AF65-F5344CB8AC3E}">
        <p14:creationId xmlns:p14="http://schemas.microsoft.com/office/powerpoint/2010/main" val="51621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ESPÉRER LE « BEST »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CONTRE TOUTE ESPÉRANCE</a:t>
            </a:r>
          </a:p>
        </p:txBody>
      </p:sp>
    </p:spTree>
    <p:extLst>
      <p:ext uri="{BB962C8B-B14F-4D97-AF65-F5344CB8AC3E}">
        <p14:creationId xmlns:p14="http://schemas.microsoft.com/office/powerpoint/2010/main" val="126454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AIMERAIT VOIR MA PLUME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NOYER DANS SON ENCRE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24521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VIVRE OU MOURIR ?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CHOIX EST DÉJÀ FAIT</a:t>
            </a:r>
          </a:p>
        </p:txBody>
      </p:sp>
    </p:spTree>
    <p:extLst>
      <p:ext uri="{BB962C8B-B14F-4D97-AF65-F5344CB8AC3E}">
        <p14:creationId xmlns:p14="http://schemas.microsoft.com/office/powerpoint/2010/main" val="35450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FAIRE LE BIEN ET PROVOQUER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CAUSE À EFFET</a:t>
            </a:r>
          </a:p>
        </p:txBody>
      </p:sp>
    </p:spTree>
    <p:extLst>
      <p:ext uri="{BB962C8B-B14F-4D97-AF65-F5344CB8AC3E}">
        <p14:creationId xmlns:p14="http://schemas.microsoft.com/office/powerpoint/2010/main" val="252055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BARRER LA ROUTE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NE LE POURRA</a:t>
            </a:r>
          </a:p>
        </p:txBody>
      </p:sp>
    </p:spTree>
    <p:extLst>
      <p:ext uri="{BB962C8B-B14F-4D97-AF65-F5344CB8AC3E}">
        <p14:creationId xmlns:p14="http://schemas.microsoft.com/office/powerpoint/2010/main" val="134886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DEMANDES À VOIR !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QUI VIVRA VERRA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315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1579</Words>
  <Application>Microsoft Office PowerPoint</Application>
  <PresentationFormat>Affichage à l'écran (4:3)</PresentationFormat>
  <Paragraphs>702</Paragraphs>
  <Slides>51</Slides>
  <Notes>51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51</vt:i4>
      </vt:variant>
    </vt:vector>
  </HeadingPairs>
  <TitlesOfParts>
    <vt:vector size="53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71</cp:revision>
  <dcterms:created xsi:type="dcterms:W3CDTF">2002-08-17T10:50:50Z</dcterms:created>
  <dcterms:modified xsi:type="dcterms:W3CDTF">2022-09-23T18:33:23Z</dcterms:modified>
</cp:coreProperties>
</file>