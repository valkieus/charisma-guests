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5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64" autoAdjust="0"/>
    <p:restoredTop sz="65261" autoAdjust="0"/>
  </p:normalViewPr>
  <p:slideViewPr>
    <p:cSldViewPr>
      <p:cViewPr varScale="1">
        <p:scale>
          <a:sx n="69" d="100"/>
          <a:sy n="69" d="100"/>
        </p:scale>
        <p:origin x="60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23/09/2022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APPELÉ DE DIEU PRÊT À DOMINER UNE GÉNÉRATION DE SOLDATS ARMÉS 
2-  PEUPLE UNIS PEUPLE BÉNI, ÉQUIPÉ LES ENFANTS DU TRÈS HAUT 
3-  VONT TOUT RETOURNER PRÉPARE TOI À CRIER 
4-  SAUTER ET DANSER 
5-  CAR L'ESPRIT DU SEIGNEUR  VA TE REBOOSTER 
6-  LE CIEL S'OUVRIRA LES MURS VONT TOMBER 
7-  TU LOUERAS COMME JAMAIS TU N'AS PU LOUER ! 
8-  DES ARTISTES DE RENOM QUE DE LA QUALITÉ 
9-  DU CHANT DE LA DANSE DU PE-RA (RAP) SANCTIFIÉ 
10-  ILS SAVENT FAIRE DANS LE MONDE MAIS N'ONT PAS YAHVÉ 
11-  CET APREM ON LEUR MONTRE QU'IL EST DE NOTRE CÔTÉ 
12-  LE CAMP DE L'ENNEMI DÉPEUPLÉ 
13-  ONE SOUND  LE SON DU CIEL VA TRIOMPHER ! 
14-  AUJOURD'HUI C'EST LA FÊTE MAIS IL NE FAUT PAS TE TROMPER 
15-  SEUL LE NOM DE JÉSUS SERA ÉLEVÉ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APPELÉ DE DIEU PRÊT À DOMINER UNE GÉNÉRATION DE SOLDATS ARMÉS 
2-  PEUPLE UNIS PEUPLE BÉNI, ÉQUIPÉ LES ENFANTS DU TRÈS HAUT 
3-  VONT TOUT RETOURNER PRÉPARE TOI À CRIER 
4-  SAUTER ET DANSER 
5-  CAR L'ESPRIT DU SEIGNEUR  VA TE REBOOSTER 
6-  LE CIEL S'OUVRIRA LES MURS VONT TOMBER 
7-  TU LOUERAS COMME JAMAIS TU N'AS PU LOUER ! 
8-  DES ARTISTES DE RENOM QUE DE LA QUALITÉ 
9-  DU CHANT DE LA DANSE DU PE-RA (RAP) SANCTIFIÉ 
10-  ILS SAVENT FAIRE DANS LE MONDE MAIS N'ONT PAS YAHVÉ 
11-  CET APREM ON LEUR MONTRE QU'IL EST DE NOTRE CÔTÉ 
12-  LE CAMP DE L'ENNEMI DÉPEUPLÉ 
13-  ONE SOUND  LE SON DU CIEL VA TRIOMPHER ! 
14-  AUJOURD'HUI C'EST LA FÊTE MAIS IL NE FAUT PAS TE TROMPER 
15-  SEUL LE NOM DE JÉSUS SERA ÉLEVÉ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4877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APPELÉ DE DIEU PRÊT À DOMINER UNE GÉNÉRATION DE SOLDATS ARMÉS 
2-  PEUPLE UNIS PEUPLE BÉNI, ÉQUIPÉ LES ENFANTS DU TRÈS HAUT 
3-  VONT TOUT RETOURNER PRÉPARE TOI À CRIER 
4-  SAUTER ET DANSER 
5-  CAR L'ESPRIT DU SEIGNEUR  VA TE REBOOSTER 
6-  LE CIEL S'OUVRIRA LES MURS VONT TOMBER 
7-  TU LOUERAS COMME JAMAIS TU N'AS PU LOUER ! 
8-  DES ARTISTES DE RENOM QUE DE LA QUALITÉ 
9-  DU CHANT DE LA DANSE DU PE-RA (RAP) SANCTIFIÉ 
10-  ILS SAVENT FAIRE DANS LE MONDE MAIS N'ONT PAS YAHVÉ 
11-  CET APREM ON LEUR MONTRE QU'IL EST DE NOTRE CÔTÉ 
12-  LE CAMP DE L'ENNEMI DÉPEUPLÉ 
13-  ONE SOUND  LE SON DU CIEL VA TRIOMPHER ! 
14-  AUJOURD'HUI C'EST LA FÊTE MAIS IL NE FAUT PAS TE TROMPER 
15-  SEUL LE NOM DE JÉSUS SERA ÉLEVÉ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APPELÉ DE DIEU PRÊT À DOMINER UNE GÉNÉRATION DE SOLDATS ARMÉS 
2-  PEUPLE UNIS PEUPLE BÉNI, ÉQUIPÉ LES ENFANTS DU TRÈS HAUT 
3-  VONT TOUT RETOURNER PRÉPARE TOI À CRIER 
4-  SAUTER ET DANSER 
5-  CAR L'ESPRIT DU SEIGNEUR  VA TE REBOOSTER 
6-  LE CIEL S'OUVRIRA LES MURS VONT TOMBER 
7-  TU LOUERAS COMME JAMAIS TU N'AS PU LOUER ! 
8-  DES ARTISTES DE RENOM QUE DE LA QUALITÉ 
9-  DU CHANT DE LA DANSE DU PE-RA (RAP) SANCTIFIÉ 
10-  ILS SAVENT FAIRE DANS LE MONDE MAIS N'ONT PAS YAHVÉ 
11-  CET APREM ON LEUR MONTRE QU'IL EST DE NOTRE CÔTÉ 
12-  LE CAMP DE L'ENNEMI DÉPEUPLÉ 
13-  ONE SOUND  LE SON DU CIEL VA TRIOMPHER ! 
14-  AUJOURD'HUI C'EST LA FÊTE MAIS IL NE FAUT PAS TE TROMPER 
15-  SEUL LE NOM DE JÉSUS SERA ÉLEVÉ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7194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APPELÉ DE DIEU PRÊT À DOMINER UNE GÉNÉRATION DE SOLDATS ARMÉS 
2-  PEUPLE UNIS PEUPLE BÉNI, ÉQUIPÉ LES ENFANTS DU TRÈS HAUT 
3-  VONT TOUT RETOURNER PRÉPARE TOI À CRIER 
4-  SAUTER ET DANSER 
5-  CAR L'ESPRIT DU SEIGNEUR  VA TE REBOOSTER 
6-  LE CIEL S'OUVRIRA LES MURS VONT TOMBER 
7-  TU LOUERAS COMME JAMAIS TU N'AS PU LOUER ! 
8-  DES ARTISTES DE RENOM QUE DE LA QUALITÉ 
9-  DU CHANT DE LA DANSE DU PE-RA (RAP) SANCTIFIÉ 
10-  ILS SAVENT FAIRE DANS LE MONDE MAIS N'ONT PAS YAHVÉ 
11-  CET APREM ON LEUR MONTRE QU'IL EST DE NOTRE CÔTÉ 
12-  LE CAMP DE L'ENNEMI DÉPEUPLÉ 
13-  ONE SOUND  LE SON DU CIEL VA TRIOMPHER ! 
14-  AUJOURD'HUI C'EST LA FÊTE MAIS IL NE FAUT PAS TE TROMPER 
15-  SEUL LE NOM DE JÉSUS SERA ÉLEVÉ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APPELÉ DE DIEU PRÊT À DOMINER UNE GÉNÉRATION DE SOLDATS ARMÉS 
2-  PEUPLE UNIS PEUPLE BÉNI, ÉQUIPÉ LES ENFANTS DU TRÈS HAUT 
3-  VONT TOUT RETOURNER PRÉPARE TOI À CRIER 
4-  SAUTER ET DANSER 
5-  CAR L'ESPRIT DU SEIGNEUR  VA TE REBOOSTER 
6-  LE CIEL S'OUVRIRA LES MURS VONT TOMBER 
7-  TU LOUERAS COMME JAMAIS TU N'AS PU LOUER ! 
8-  DES ARTISTES DE RENOM QUE DE LA QUALITÉ 
9-  DU CHANT DE LA DANSE DU PE-RA (RAP) SANCTIFIÉ 
10-  ILS SAVENT FAIRE DANS LE MONDE MAIS N'ONT PAS YAHVÉ 
11-  CET APREM ON LEUR MONTRE QU'IL EST DE NOTRE CÔTÉ 
12-  LE CAMP DE L'ENNEMI DÉPEUPLÉ 
13-  ONE SOUND  LE SON DU CIEL VA TRIOMPHER ! 
14-  AUJOURD'HUI C'EST LA FÊTE MAIS IL NE FAUT PAS TE TROMPER 
15-  SEUL LE NOM DE JÉSUS SERA ÉLEVÉ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5077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APPELÉ DE DIEU PRÊT À DOMINER UNE GÉNÉRATION DE SOLDATS ARMÉS 
2-  PEUPLE UNIS PEUPLE BÉNI, ÉQUIPÉ LES ENFANTS DU TRÈS HAUT 
3-  VONT TOUT RETOURNER PRÉPARE TOI À CRIER 
4-  SAUTER ET DANSER 
5-  CAR L'ESPRIT DU SEIGNEUR  VA TE REBOOSTER 
6-  LE CIEL S'OUVRIRA LES MURS VONT TOMBER 
7-  TU LOUERAS COMME JAMAIS TU N'AS PU LOUER ! 
8-  DES ARTISTES DE RENOM QUE DE LA QUALITÉ 
9-  DU CHANT DE LA DANSE DU PE-RA (RAP) SANCTIFIÉ 
10-  ILS SAVENT FAIRE DANS LE MONDE MAIS N'ONT PAS YAHVÉ 
11-  CET APREM ON LEUR MONTRE QU'IL EST DE NOTRE CÔTÉ 
12-  LE CAMP DE L'ENNEMI DÉPEUPLÉ 
13-  ONE SOUND  LE SON DU CIEL VA TRIOMPHER ! 
14-  AUJOURD'HUI C'EST LA FÊTE MAIS IL NE FAUT PAS TE TROMPER 
15-  SEUL LE NOM DE JÉSUS SERA ÉLEVÉ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APPELÉ DE DIEU PRÊT À DOMINER UNE GÉNÉRATION DE SOLDATS ARMÉS 
2-  PEUPLE UNIS PEUPLE BÉNI, ÉQUIPÉ LES ENFANTS DU TRÈS HAUT 
3-  VONT TOUT RETOURNER PRÉPARE TOI À CRIER 
4-  SAUTER ET DANSER 
5-  CAR L'ESPRIT DU SEIGNEUR  VA TE REBOOSTER 
6-  LE CIEL S'OUVRIRA LES MURS VONT TOMBER 
7-  TU LOUERAS COMME JAMAIS TU N'AS PU LOUER ! 
8-  DES ARTISTES DE RENOM QUE DE LA QUALITÉ 
9-  DU CHANT DE LA DANSE DU PE-RA (RAP) SANCTIFIÉ 
10-  ILS SAVENT FAIRE DANS LE MONDE MAIS N'ONT PAS YAHVÉ 
11-  CET APREM ON LEUR MONTRE QU'IL EST DE NOTRE CÔTÉ 
12-  LE CAMP DE L'ENNEMI DÉPEUPLÉ 
13-  ONE SOUND  LE SON DU CIEL VA TRIOMPHER ! 
14-  AUJOURD'HUI C'EST LA FÊTE MAIS IL NE FAUT PAS TE TROMPER 
15-  SEUL LE NOM DE JÉSUS SERA ÉLEVÉ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2947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APPELÉ DE DIEU PRÊT À DOMINER UNE GÉNÉRATION DE SOLDATS ARMÉS 
2-  PEUPLE UNIS PEUPLE BÉNI, ÉQUIPÉ LES ENFANTS DU TRÈS HAUT 
3-  VONT TOUT RETOURNER PRÉPARE TOI À CRIER 
4-  SAUTER ET DANSER 
5-  CAR L'ESPRIT DU SEIGNEUR  VA TE REBOOSTER 
6-  LE CIEL S'OUVRIRA LES MURS VONT TOMBER 
7-  TU LOUERAS COMME JAMAIS TU N'AS PU LOUER ! 
8-  DES ARTISTES DE RENOM QUE DE LA QUALITÉ 
9-  DU CHANT DE LA DANSE DU PE-RA (RAP) SANCTIFIÉ 
10-  ILS SAVENT FAIRE DANS LE MONDE MAIS N'ONT PAS YAHVÉ 
11-  CET APREM ON LEUR MONTRE QU'IL EST DE NOTRE CÔTÉ 
12-  LE CAMP DE L'ENNEMI DÉPEUPLÉ 
13-  ONE SOUND  LE SON DU CIEL VA TRIOMPHER ! 
14-  AUJOURD'HUI C'EST LA FÊTE MAIS IL NE FAUT PAS TE TROMPER 
15-  SEUL LE NOM DE JÉSUS SERA ÉLEVÉ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APPELÉ DE DIEU PRÊT À DOMINER UNE GÉNÉRATION DE SOLDATS ARMÉS 
2-  PEUPLE UNIS PEUPLE BÉNI, ÉQUIPÉ LES ENFANTS DU TRÈS HAUT 
3-  VONT TOUT RETOURNER PRÉPARE TOI À CRIER 
4-  SAUTER ET DANSER 
5-  CAR L'ESPRIT DU SEIGNEUR  VA TE REBOOSTER 
6-  LE CIEL S'OUVRIRA LES MURS VONT TOMBER 
7-  TU LOUERAS COMME JAMAIS TU N'AS PU LOUER ! 
8-  DES ARTISTES DE RENOM QUE DE LA QUALITÉ 
9-  DU CHANT DE LA DANSE DU PE-RA (RAP) SANCTIFIÉ 
10-  ILS SAVENT FAIRE DANS LE MONDE MAIS N'ONT PAS YAHVÉ 
11-  CET APREM ON LEUR MONTRE QU'IL EST DE NOTRE CÔTÉ 
12-  LE CAMP DE L'ENNEMI DÉPEUPLÉ 
13-  ONE SOUND  LE SON DU CIEL VA TRIOMPHER ! 
14-  AUJOURD'HUI C'EST LA FÊTE MAIS IL NE FAUT PAS TE TROMPER 
15-  SEUL LE NOM DE JÉSUS SERA ÉLEVÉ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2476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APPELÉ DE DIEU PRÊT À DOMINER UNE GÉNÉRATION DE SOLDATS ARMÉS 
2-  PEUPLE UNIS PEUPLE BÉNI, ÉQUIPÉ LES ENFANTS DU TRÈS HAUT 
3-  VONT TOUT RETOURNER PRÉPARE TOI À CRIER 
4-  SAUTER ET DANSER 
5-  CAR L'ESPRIT DU SEIGNEUR  VA TE REBOOSTER 
6-  LE CIEL S'OUVRIRA LES MURS VONT TOMBER 
7-  TU LOUERAS COMME JAMAIS TU N'AS PU LOUER ! 
8-  DES ARTISTES DE RENOM QUE DE LA QUALITÉ 
9-  DU CHANT DE LA DANSE DU PE-RA (RAP) SANCTIFIÉ 
10-  ILS SAVENT FAIRE DANS LE MONDE MAIS N'ONT PAS YAHVÉ 
11-  CET APREM ON LEUR MONTRE QU'IL EST DE NOTRE CÔTÉ 
12-  LE CAMP DE L'ENNEMI DÉPEUPLÉ 
13-  ONE SOUND  LE SON DU CIEL VA TRIOMPHER ! 
14-  AUJOURD'HUI C'EST LA FÊTE MAIS IL NE FAUT PAS TE TROMPER 
15-  SEUL LE NOM DE JÉSUS SERA ÉLEVÉ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APPELÉ DE DIEU PRÊT À DOMINER UNE GÉNÉRATION DE SOLDATS ARMÉS 
2-  PEUPLE UNIS PEUPLE BÉNI, ÉQUIPÉ LES ENFANTS DU TRÈS HAUT 
3-  VONT TOUT RETOURNER PRÉPARE TOI À CRIER 
4-  SAUTER ET DANSER 
5-  CAR L'ESPRIT DU SEIGNEUR  VA TE REBOOSTER 
6-  LE CIEL S'OUVRIRA LES MURS VONT TOMBER 
7-  TU LOUERAS COMME JAMAIS TU N'AS PU LOUER ! 
8-  DES ARTISTES DE RENOM QUE DE LA QUALITÉ 
9-  DU CHANT DE LA DANSE DU PE-RA (RAP) SANCTIFIÉ 
10-  ILS SAVENT FAIRE DANS LE MONDE MAIS N'ONT PAS YAHVÉ 
11-  CET APREM ON LEUR MONTRE QU'IL EST DE NOTRE CÔTÉ 
12-  LE CAMP DE L'ENNEMI DÉPEUPLÉ 
13-  ONE SOUND  LE SON DU CIEL VA TRIOMPHER ! 
14-  AUJOURD'HUI C'EST LA FÊTE MAIS IL NE FAUT PAS TE TROMPER 
15-  SEUL LE NOM DE JÉSUS SERA ÉLEVÉ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29136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APPELÉ DE DIEU PRÊT À DOMINER UNE GÉNÉRATION DE SOLDATS ARMÉS 
2-  PEUPLE UNIS PEUPLE BÉNI, ÉQUIPÉ LES ENFANTS DU TRÈS HAUT 
3-  VONT TOUT RETOURNER PRÉPARE TOI À CRIER 
4-  SAUTER ET DANSER 
5-  CAR L'ESPRIT DU SEIGNEUR  VA TE REBOOSTER 
6-  LE CIEL S'OUVRIRA LES MURS VONT TOMBER 
7-  TU LOUERAS COMME JAMAIS TU N'AS PU LOUER ! 
8-  DES ARTISTES DE RENOM QUE DE LA QUALITÉ 
9-  DU CHANT DE LA DANSE DU PE-RA (RAP) SANCTIFIÉ 
10-  ILS SAVENT FAIRE DANS LE MONDE MAIS N'ONT PAS YAHVÉ 
11-  CET APREM ON LEUR MONTRE QU'IL EST DE NOTRE CÔTÉ 
12-  LE CAMP DE L'ENNEMI DÉPEUPLÉ 
13-  ONE SOUND  LE SON DU CIEL VA TRIOMPHER ! 
14-  AUJOURD'HUI C'EST LA FÊTE MAIS IL NE FAUT PAS TE TROMPER 
15-  SEUL LE NOM DE JÉSUS SERA ÉLEVÉ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APPELÉ DE DIEU PRÊT À DOMINER UNE GÉNÉRATION DE SOLDATS ARMÉS 
2-  PEUPLE UNIS PEUPLE BÉNI, ÉQUIPÉ LES ENFANTS DU TRÈS HAUT 
3-  VONT TOUT RETOURNER PRÉPARE TOI À CRIER 
4-  SAUTER ET DANSER 
5-  CAR L'ESPRIT DU SEIGNEUR  VA TE REBOOSTER 
6-  LE CIEL S'OUVRIRA LES MURS VONT TOMBER 
7-  TU LOUERAS COMME JAMAIS TU N'AS PU LOUER ! 
8-  DES ARTISTES DE RENOM QUE DE LA QUALITÉ 
9-  DU CHANT DE LA DANSE DU PE-RA (RAP) SANCTIFIÉ 
10-  ILS SAVENT FAIRE DANS LE MONDE MAIS N'ONT PAS YAHVÉ 
11-  CET APREM ON LEUR MONTRE QU'IL EST DE NOTRE CÔTÉ 
12-  LE CAMP DE L'ENNEMI DÉPEUPLÉ 
13-  ONE SOUND  LE SON DU CIEL VA TRIOMPHER ! 
14-  AUJOURD'HUI C'EST LA FÊTE MAIS IL NE FAUT PAS TE TROMPER 
15-  SEUL LE NOM DE JÉSUS SERA ÉLEVÉ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39591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APPELÉ DE DIEU PRÊT À DOMINER UNE GÉNÉRATION DE SOLDATS ARMÉS 
2-  PEUPLE UNIS PEUPLE BÉNI, ÉQUIPÉ LES ENFANTS DU TRÈS HAUT 
3-  VONT TOUT RETOURNER PRÉPARE TOI À CRIER 
4-  SAUTER ET DANSER 
5-  CAR L'ESPRIT DU SEIGNEUR  VA TE REBOOSTER 
6-  LE CIEL S'OUVRIRA LES MURS VONT TOMBER 
7-  TU LOUERAS COMME JAMAIS TU N'AS PU LOUER ! 
8-  DES ARTISTES DE RENOM QUE DE LA QUALITÉ 
9-  DU CHANT DE LA DANSE DU PE-RA (RAP) SANCTIFIÉ 
10-  ILS SAVENT FAIRE DANS LE MONDE MAIS N'ONT PAS YAHVÉ 
11-  CET APREM ON LEUR MONTRE QU'IL EST DE NOTRE CÔTÉ 
12-  LE CAMP DE L'ENNEMI DÉPEUPLÉ 
13-  ONE SOUND  LE SON DU CIEL VA TRIOMPHER ! 
14-  AUJOURD'HUI C'EST LA FÊTE MAIS IL NE FAUT PAS TE TROMPER 
15-  SEUL LE NOM DE JÉSUS SERA ÉLEVÉ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APPELÉ DE DIEU PRÊT À DOMINER UNE GÉNÉRATION DE SOLDATS ARMÉS 
2-  PEUPLE UNIS PEUPLE BÉNI, ÉQUIPÉ LES ENFANTS DU TRÈS HAUT 
3-  VONT TOUT RETOURNER PRÉPARE TOI À CRIER 
4-  SAUTER ET DANSER 
5-  CAR L'ESPRIT DU SEIGNEUR  VA TE REBOOSTER 
6-  LE CIEL S'OUVRIRA LES MURS VONT TOMBER 
7-  TU LOUERAS COMME JAMAIS TU N'AS PU LOUER ! 
8-  DES ARTISTES DE RENOM QUE DE LA QUALITÉ 
9-  DU CHANT DE LA DANSE DU PE-RA (RAP) SANCTIFIÉ 
10-  ILS SAVENT FAIRE DANS LE MONDE MAIS N'ONT PAS YAHVÉ 
11-  CET APREM ON LEUR MONTRE QU'IL EST DE NOTRE CÔTÉ 
12-  LE CAMP DE L'ENNEMI DÉPEUPLÉ 
13-  ONE SOUND  LE SON DU CIEL VA TRIOMPHER ! 
14-  AUJOURD'HUI C'EST LA FÊTE MAIS IL NE FAUT PAS TE TROMPER 
15-  SEUL LE NOM DE JÉSUS SERA ÉLEVÉ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5023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APPELÉ DE DIEU PRÊT À DOMINER UNE GÉNÉRATION DE SOLDATS ARMÉS 
2-  PEUPLE UNIS PEUPLE BÉNI, ÉQUIPÉ LES ENFANTS DU TRÈS HAUT 
3-  VONT TOUT RETOURNER PRÉPARE TOI À CRIER 
4-  SAUTER ET DANSER 
5-  CAR L'ESPRIT DU SEIGNEUR  VA TE REBOOSTER 
6-  LE CIEL S'OUVRIRA LES MURS VONT TOMBER 
7-  TU LOUERAS COMME JAMAIS TU N'AS PU LOUER ! 
8-  DES ARTISTES DE RENOM QUE DE LA QUALITÉ 
9-  DU CHANT DE LA DANSE DU PE-RA (RAP) SANCTIFIÉ 
10-  ILS SAVENT FAIRE DANS LE MONDE MAIS N'ONT PAS YAHVÉ 
11-  CET APREM ON LEUR MONTRE QU'IL EST DE NOTRE CÔTÉ 
12-  LE CAMP DE L'ENNEMI DÉPEUPLÉ 
13-  ONE SOUND  LE SON DU CIEL VA TRIOMPHER ! 
14-  AUJOURD'HUI C'EST LA FÊTE MAIS IL NE FAUT PAS TE TROMPER 
15-  SEUL LE NOM DE JÉSUS SERA ÉLEVÉ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APPELÉ DE DIEU PRÊT À DOMINER UNE GÉNÉRATION DE SOLDATS ARMÉS 
2-  PEUPLE UNIS PEUPLE BÉNI, ÉQUIPÉ LES ENFANTS DU TRÈS HAUT 
3-  VONT TOUT RETOURNER PRÉPARE TOI À CRIER 
4-  SAUTER ET DANSER 
5-  CAR L'ESPRIT DU SEIGNEUR  VA TE REBOOSTER 
6-  LE CIEL S'OUVRIRA LES MURS VONT TOMBER 
7-  TU LOUERAS COMME JAMAIS TU N'AS PU LOUER ! 
8-  DES ARTISTES DE RENOM QUE DE LA QUALITÉ 
9-  DU CHANT DE LA DANSE DU PE-RA (RAP) SANCTIFIÉ 
10-  ILS SAVENT FAIRE DANS LE MONDE MAIS N'ONT PAS YAHVÉ 
11-  CET APREM ON LEUR MONTRE QU'IL EST DE NOTRE CÔTÉ 
12-  LE CAMP DE L'ENNEMI DÉPEUPLÉ 
13-  ONE SOUND  LE SON DU CIEL VA TRIOMPHER ! 
14-  AUJOURD'HUI C'EST LA FÊTE MAIS IL NE FAUT PAS TE TROMPER 
15-  SEUL LE NOM DE JÉSUS SERA ÉLEVÉ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58119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APPELÉ DE DIEU PRÊT À DOMINER UNE GÉNÉRATION DE SOLDATS ARMÉS 
2-  PEUPLE UNIS PEUPLE BÉNI, ÉQUIPÉ LES ENFANTS DU TRÈS HAUT 
3-  VONT TOUT RETOURNER PRÉPARE TOI À CRIER 
4-  SAUTER ET DANSER 
5-  CAR L'ESPRIT DU SEIGNEUR  VA TE REBOOSTER 
6-  LE CIEL S'OUVRIRA LES MURS VONT TOMBER 
7-  TU LOUERAS COMME JAMAIS TU N'AS PU LOUER ! 
8-  DES ARTISTES DE RENOM QUE DE LA QUALITÉ 
9-  DU CHANT DE LA DANSE DU PE-RA (RAP) SANCTIFIÉ 
10-  ILS SAVENT FAIRE DANS LE MONDE MAIS N'ONT PAS YAHVÉ 
11-  CET APREM ON LEUR MONTRE QU'IL EST DE NOTRE CÔTÉ 
12-  LE CAMP DE L'ENNEMI DÉPEUPLÉ 
13-  ONE SOUND  LE SON DU CIEL VA TRIOMPHER ! 
14-  AUJOURD'HUI C'EST LA FÊTE MAIS IL NE FAUT PAS TE TROMPER 
15-  SEUL LE NOM DE JÉSUS SERA ÉLEVÉ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APPELÉ DE DIEU PRÊT À DOMINER UNE GÉNÉRATION DE SOLDATS ARMÉS 
2-  PEUPLE UNIS PEUPLE BÉNI, ÉQUIPÉ LES ENFANTS DU TRÈS HAUT 
3-  VONT TOUT RETOURNER PRÉPARE TOI À CRIER 
4-  SAUTER ET DANSER 
5-  CAR L'ESPRIT DU SEIGNEUR  VA TE REBOOSTER 
6-  LE CIEL S'OUVRIRA LES MURS VONT TOMBER 
7-  TU LOUERAS COMME JAMAIS TU N'AS PU LOUER ! 
8-  DES ARTISTES DE RENOM QUE DE LA QUALITÉ 
9-  DU CHANT DE LA DANSE DU PE-RA (RAP) SANCTIFIÉ 
10-  ILS SAVENT FAIRE DANS LE MONDE MAIS N'ONT PAS YAHVÉ 
11-  CET APREM ON LEUR MONTRE QU'IL EST DE NOTRE CÔTÉ 
12-  LE CAMP DE L'ENNEMI DÉPEUPLÉ 
13-  ONE SOUND  LE SON DU CIEL VA TRIOMPHER ! 
14-  AUJOURD'HUI C'EST LA FÊTE MAIS IL NE FAUT PAS TE TROMPER 
15-  SEUL LE NOM DE JÉSUS SERA ÉLEVÉ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8390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APPELÉ DE DIEU PRÊT À DOMINER UNE GÉNÉRATION DE SOLDATS ARMÉS 
2-  PEUPLE UNIS PEUPLE BÉNI, ÉQUIPÉ LES ENFANTS DU TRÈS HAUT 
3-  VONT TOUT RETOURNER PRÉPARE TOI À CRIER 
4-  SAUTER ET DANSER 
5-  CAR L'ESPRIT DU SEIGNEUR  VA TE REBOOSTER 
6-  LE CIEL S'OUVRIRA LES MURS VONT TOMBER 
7-  TU LOUERAS COMME JAMAIS TU N'AS PU LOUER ! 
8-  DES ARTISTES DE RENOM QUE DE LA QUALITÉ 
9-  DU CHANT DE LA DANSE DU PE-RA (RAP) SANCTIFIÉ 
10-  ILS SAVENT FAIRE DANS LE MONDE MAIS N'ONT PAS YAHVÉ 
11-  CET APREM ON LEUR MONTRE QU'IL EST DE NOTRE CÔTÉ 
12-  LE CAMP DE L'ENNEMI DÉPEUPLÉ 
13-  ONE SOUND  LE SON DU CIEL VA TRIOMPHER ! 
14-  AUJOURD'HUI C'EST LA FÊTE MAIS IL NE FAUT PAS TE TROMPER 
15-  SEUL LE NOM DE JÉSUS SERA ÉLEVÉ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APPELÉ DE DIEU PRÊT À DOMINER UNE GÉNÉRATION DE SOLDATS ARMÉS 
2-  PEUPLE UNIS PEUPLE BÉNI, ÉQUIPÉ LES ENFANTS DU TRÈS HAUT 
3-  VONT TOUT RETOURNER PRÉPARE TOI À CRIER 
4-  SAUTER ET DANSER 
5-  CAR L'ESPRIT DU SEIGNEUR  VA TE REBOOSTER 
6-  LE CIEL S'OUVRIRA LES MURS VONT TOMBER 
7-  TU LOUERAS COMME JAMAIS TU N'AS PU LOUER ! 
8-  DES ARTISTES DE RENOM QUE DE LA QUALITÉ 
9-  DU CHANT DE LA DANSE DU PE-RA (RAP) SANCTIFIÉ 
10-  ILS SAVENT FAIRE DANS LE MONDE MAIS N'ONT PAS YAHVÉ 
11-  CET APREM ON LEUR MONTRE QU'IL EST DE NOTRE CÔTÉ 
12-  LE CAMP DE L'ENNEMI DÉPEUPLÉ 
13-  ONE SOUND  LE SON DU CIEL VA TRIOMPHER ! 
14-  AUJOURD'HUI C'EST LA FÊTE MAIS IL NE FAUT PAS TE TROMPER 
15-  SEUL LE NOM DE JÉSUS SERA ÉLEVÉ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25414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APPELÉ DE DIEU PRÊT À DOMINER UNE GÉNÉRATION DE SOLDATS ARMÉS 
2-  PEUPLE UNIS PEUPLE BÉNI, ÉQUIPÉ LES ENFANTS DU TRÈS HAUT 
3-  VONT TOUT RETOURNER PRÉPARE TOI À CRIER 
4-  SAUTER ET DANSER 
5-  CAR L'ESPRIT DU SEIGNEUR  VA TE REBOOSTER 
6-  LE CIEL S'OUVRIRA LES MURS VONT TOMBER 
7-  TU LOUERAS COMME JAMAIS TU N'AS PU LOUER ! 
8-  DES ARTISTES DE RENOM QUE DE LA QUALITÉ 
9-  DU CHANT DE LA DANSE DU PE-RA (RAP) SANCTIFIÉ 
10-  ILS SAVENT FAIRE DANS LE MONDE MAIS N'ONT PAS YAHVÉ 
11-  CET APREM ON LEUR MONTRE QU'IL EST DE NOTRE CÔTÉ 
12-  LE CAMP DE L'ENNEMI DÉPEUPLÉ 
13-  ONE SOUND  LE SON DU CIEL VA TRIOMPHER ! 
14-  AUJOURD'HUI C'EST LA FÊTE MAIS IL NE FAUT PAS TE TROMPER 
15-  SEUL LE NOM DE JÉSUS SERA ÉLEVÉ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APPELÉ DE DIEU PRÊT À DOMINER UNE GÉNÉRATION DE SOLDATS ARMÉS 
2-  PEUPLE UNIS PEUPLE BÉNI, ÉQUIPÉ LES ENFANTS DU TRÈS HAUT 
3-  VONT TOUT RETOURNER PRÉPARE TOI À CRIER 
4-  SAUTER ET DANSER 
5-  CAR L'ESPRIT DU SEIGNEUR  VA TE REBOOSTER 
6-  LE CIEL S'OUVRIRA LES MURS VONT TOMBER 
7-  TU LOUERAS COMME JAMAIS TU N'AS PU LOUER ! 
8-  DES ARTISTES DE RENOM QUE DE LA QUALITÉ 
9-  DU CHANT DE LA DANSE DU PE-RA (RAP) SANCTIFIÉ 
10-  ILS SAVENT FAIRE DANS LE MONDE MAIS N'ONT PAS YAHVÉ 
11-  CET APREM ON LEUR MONTRE QU'IL EST DE NOTRE CÔTÉ 
12-  LE CAMP DE L'ENNEMI DÉPEUPLÉ 
13-  ONE SOUND  LE SON DU CIEL VA TRIOMPHER ! 
14-  AUJOURD'HUI C'EST LA FÊTE MAIS IL NE FAUT PAS TE TROMPER 
15-  SEUL LE NOM DE JÉSUS SERA ÉLEVÉ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7018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APPELÉ DE DIEU PRÊT À DOMINER UNE GÉNÉRATION DE SOLDATS ARMÉS 
2-  PEUPLE UNIS PEUPLE BÉNI, ÉQUIPÉ LES ENFANTS DU TRÈS HAUT 
3-  VONT TOUT RETOURNER PRÉPARE TOI À CRIER 
4-  SAUTER ET DANSER 
5-  CAR L'ESPRIT DU SEIGNEUR  VA TE REBOOSTER 
6-  LE CIEL S'OUVRIRA LES MURS VONT TOMBER 
7-  TU LOUERAS COMME JAMAIS TU N'AS PU LOUER ! 
8-  DES ARTISTES DE RENOM QUE DE LA QUALITÉ 
9-  DU CHANT DE LA DANSE DU PE-RA (RAP) SANCTIFIÉ 
10-  ILS SAVENT FAIRE DANS LE MONDE MAIS N'ONT PAS YAHVÉ 
11-  CET APREM ON LEUR MONTRE QU'IL EST DE NOTRE CÔTÉ 
12-  LE CAMP DE L'ENNEMI DÉPEUPLÉ 
13-  ONE SOUND  LE SON DU CIEL VA TRIOMPHER ! 
14-  AUJOURD'HUI C'EST LA FÊTE MAIS IL NE FAUT PAS TE TROMPER 
15-  SEUL LE NOM DE JÉSUS SERA ÉLEVÉ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APPELÉ DE DIEU PRÊT À DOMINER UNE GÉNÉRATION DE SOLDATS ARMÉS 
2-  PEUPLE UNIS PEUPLE BÉNI, ÉQUIPÉ LES ENFANTS DU TRÈS HAUT 
3-  VONT TOUT RETOURNER PRÉPARE TOI À CRIER 
4-  SAUTER ET DANSER 
5-  CAR L'ESPRIT DU SEIGNEUR  VA TE REBOOSTER 
6-  LE CIEL S'OUVRIRA LES MURS VONT TOMBER 
7-  TU LOUERAS COMME JAMAIS TU N'AS PU LOUER ! 
8-  DES ARTISTES DE RENOM QUE DE LA QUALITÉ 
9-  DU CHANT DE LA DANSE DU PE-RA (RAP) SANCTIFIÉ 
10-  ILS SAVENT FAIRE DANS LE MONDE MAIS N'ONT PAS YAHVÉ 
11-  CET APREM ON LEUR MONTRE QU'IL EST DE NOTRE CÔTÉ 
12-  LE CAMP DE L'ENNEMI DÉPEUPLÉ 
13-  ONE SOUND  LE SON DU CIEL VA TRIOMPHER ! 
14-  AUJOURD'HUI C'EST LA FÊTE MAIS IL NE FAUT PAS TE TROMPER 
15-  SEUL LE NOM DE JÉSUS SERA ÉLEVÉ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50910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APPELÉ DE DIEU PRÊT À DOMINER UNE GÉNÉRATION DE SOLDATS ARMÉS 
2-  PEUPLE UNIS PEUPLE BÉNI, ÉQUIPÉ LES ENFANTS DU TRÈS HAUT 
3-  VONT TOUT RETOURNER PRÉPARE TOI À CRIER 
4-  SAUTER ET DANSER 
5-  CAR L'ESPRIT DU SEIGNEUR  VA TE REBOOSTER 
6-  LE CIEL S'OUVRIRA LES MURS VONT TOMBER 
7-  TU LOUERAS COMME JAMAIS TU N'AS PU LOUER ! 
8-  DES ARTISTES DE RENOM QUE DE LA QUALITÉ 
9-  DU CHANT DE LA DANSE DU PE-RA (RAP) SANCTIFIÉ 
10-  ILS SAVENT FAIRE DANS LE MONDE MAIS N'ONT PAS YAHVÉ 
11-  CET APREM ON LEUR MONTRE QU'IL EST DE NOTRE CÔTÉ 
12-  LE CAMP DE L'ENNEMI DÉPEUPLÉ 
13-  ONE SOUND  LE SON DU CIEL VA TRIOMPHER ! 
14-  AUJOURD'HUI C'EST LA FÊTE MAIS IL NE FAUT PAS TE TROMPER 
15-  SEUL LE NOM DE JÉSUS SERA ÉLEVÉ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APPELÉ DE DIEU PRÊT À DOMINER UNE GÉNÉRATION DE SOLDATS ARMÉS 
2-  PEUPLE UNIS PEUPLE BÉNI, ÉQUIPÉ LES ENFANTS DU TRÈS HAUT 
3-  VONT TOUT RETOURNER PRÉPARE TOI À CRIER 
4-  SAUTER ET DANSER 
5-  CAR L'ESPRIT DU SEIGNEUR  VA TE REBOOSTER 
6-  LE CIEL S'OUVRIRA LES MURS VONT TOMBER 
7-  TU LOUERAS COMME JAMAIS TU N'AS PU LOUER ! 
8-  DES ARTISTES DE RENOM QUE DE LA QUALITÉ 
9-  DU CHANT DE LA DANSE DU PE-RA (RAP) SANCTIFIÉ 
10-  ILS SAVENT FAIRE DANS LE MONDE MAIS N'ONT PAS YAHVÉ 
11-  CET APREM ON LEUR MONTRE QU'IL EST DE NOTRE CÔTÉ 
12-  LE CAMP DE L'ENNEMI DÉPEUPLÉ 
13-  ONE SOUND  LE SON DU CIEL VA TRIOMPHER ! 
14-  AUJOURD'HUI C'EST LA FÊTE MAIS IL NE FAUT PAS TE TROMPER 
15-  SEUL LE NOM DE JÉSUS SERA ÉLEVÉ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46331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fr-FR" smtClean="0"/>
              <a:t>1-  APPELÉ DE DIEU PRÊT À DOMINER UNE GÉNÉRATION DE SOLDATS ARMÉS 
2-  PEUPLE UNIS PEUPLE BÉNI, ÉQUIPÉ LES ENFANTS DU TRÈS HAUT 
3-  VONT TOUT RETOURNER PRÉPARE TOI À CRIER 
4-  SAUTER ET DANSER 
5-  CAR L'ESPRIT DU SEIGNEUR  VA TE REBOOSTER 
6-  LE CIEL S'OUVRIRA LES MURS VONT TOMBER 
7-  TU LOUERAS COMME JAMAIS TU N'AS PU LOUER ! 
8-  DES ARTISTES DE RENOM QUE DE LA QUALITÉ 
9-  DU CHANT DE LA DANSE DU PE-RA (RAP) SANCTIFIÉ 
10-  ILS SAVENT FAIRE DANS LE MONDE MAIS N'ONT PAS YAHVÉ 
11-  CET APREM ON LEUR MONTRE QU'IL EST DE NOTRE CÔTÉ 
12-  LE CAMP DE L'ENNEMI DÉPEUPLÉ 
13-  ONE SOUND  LE SON DU CIEL VA TRIOMPHER ! 
14-  AUJOURD'HUI C'EST LA FÊTE MAIS IL NE FAUT PAS TE TROMPER 
15-  SEUL LE NOM DE JÉSUS SERA ÉLEVÉ ! 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APPELÉ DE DIEU PRÊT À DOMINER UNE GÉNÉRATION DE SOLDATS ARMÉS 
2-  PEUPLE UNIS PEUPLE BÉNI, ÉQUIPÉ LES ENFANTS DU TRÈS HAUT 
3-  VONT TOUT RETOURNER PRÉPARE TOI À CRIER 
4-  SAUTER ET DANSER 
5-  CAR L'ESPRIT DU SEIGNEUR  VA TE REBOOSTER 
6-  LE CIEL S'OUVRIRA LES MURS VONT TOMBER 
7-  TU LOUERAS COMME JAMAIS TU N'AS PU LOUER ! 
8-  DES ARTISTES DE RENOM QUE DE LA QUALITÉ 
9-  DU CHANT DE LA DANSE DU PE-RA (RAP) SANCTIFIÉ 
10-  ILS SAVENT FAIRE DANS LE MONDE MAIS N'ONT PAS YAHVÉ 
11-  CET APREM ON LEUR MONTRE QU'IL EST DE NOTRE CÔTÉ 
12-  LE CAMP DE L'ENNEMI DÉPEUPLÉ 
13-  ONE SOUND  LE SON DU CIEL VA TRIOMPHER ! 
14-  AUJOURD'HUI C'EST LA FÊTE MAIS IL NE FAUT PAS TE TROMPER 
15-  SEUL LE NOM DE JÉSUS SERA ÉLEVÉ !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6435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APPELÉ DE DIEU PRÊT À DOMINER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UNE GÉNÉRATION DE SOLDATS ARMÉS</a:t>
            </a:r>
          </a:p>
        </p:txBody>
      </p:sp>
    </p:spTree>
    <p:extLst>
      <p:ext uri="{BB962C8B-B14F-4D97-AF65-F5344CB8AC3E}">
        <p14:creationId xmlns:p14="http://schemas.microsoft.com/office/powerpoint/2010/main" val="308388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PEUPLE UNIS PEUPLE BÉNI, ÉQUIPÉ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LES ENFANTS DU TRÈS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HAUT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876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VONT TOUT RETOURNER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PRÉPARE TOI À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CRIER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7140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SAUTER ET DANSER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607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CAR L'ESPRIT DU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VA TE REBOOSTER</a:t>
            </a:r>
          </a:p>
        </p:txBody>
      </p:sp>
    </p:spTree>
    <p:extLst>
      <p:ext uri="{BB962C8B-B14F-4D97-AF65-F5344CB8AC3E}">
        <p14:creationId xmlns:p14="http://schemas.microsoft.com/office/powerpoint/2010/main" val="2241098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CIEL S'OUVRIRA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LES MURS VONT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TOMBER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234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LOUERAS COMME JAMAIS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N'AS PU LOUER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422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DES ARTISTES DE RENOM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DE LA QUALITÉ</a:t>
            </a:r>
          </a:p>
        </p:txBody>
      </p:sp>
    </p:spTree>
    <p:extLst>
      <p:ext uri="{BB962C8B-B14F-4D97-AF65-F5344CB8AC3E}">
        <p14:creationId xmlns:p14="http://schemas.microsoft.com/office/powerpoint/2010/main" val="864773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DU CHANT DE LA DANSE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DU PE-RA (RAP)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SANCTIFIÉ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486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ILS SAVENT FAIRE DANS LE MONDE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N'ONT PAS YAHVÉ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651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CET APREM ON LEUR MONTRE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QU'IL EST DE NOTRE CÔTÉ</a:t>
            </a:r>
          </a:p>
        </p:txBody>
      </p:sp>
    </p:spTree>
    <p:extLst>
      <p:ext uri="{BB962C8B-B14F-4D97-AF65-F5344CB8AC3E}">
        <p14:creationId xmlns:p14="http://schemas.microsoft.com/office/powerpoint/2010/main" val="3409742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CAMP DE L'ENNEMI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DÉPEUPLÉ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840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ONE SOUND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SON DU CIEL VA TRIOMPHER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26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AUJOURD'HUI C'EST LA FÊTE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IL NE FAUT PAS TE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TROMPER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552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SEUL LE NOM DE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SERA ÉLEVÉ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233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</TotalTime>
  <Words>488</Words>
  <Application>Microsoft Office PowerPoint</Application>
  <PresentationFormat>Affichage à l'écran (4:3)</PresentationFormat>
  <Paragraphs>58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102</cp:revision>
  <dcterms:created xsi:type="dcterms:W3CDTF">2002-08-17T13:12:10Z</dcterms:created>
  <dcterms:modified xsi:type="dcterms:W3CDTF">2022-09-23T17:37:33Z</dcterms:modified>
</cp:coreProperties>
</file>