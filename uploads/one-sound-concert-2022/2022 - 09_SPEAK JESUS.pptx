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64" autoAdjust="0"/>
    <p:restoredTop sz="33851" autoAdjust="0"/>
  </p:normalViewPr>
  <p:slideViewPr>
    <p:cSldViewPr>
      <p:cViewPr varScale="1">
        <p:scale>
          <a:sx n="37" d="100"/>
          <a:sy n="37" d="100"/>
        </p:scale>
        <p:origin x="99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11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23/09/2022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7782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0594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757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7912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600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4080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103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127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949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73037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21040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707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4331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5590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02158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68212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06378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0005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8681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21550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JE VEUX DÉCLARER LE NOM DE JÉSUS 
2-  SUR CHAQUE CŒUR ET  SUR CHAQUE PENSÉE  
3-  C'EST DANS TA PRÉSENCE  QU'IL Y A LA PAIX
4-  JE DIS JÉSUS  </a:t>
            </a:r>
          </a:p>
          <a:p>
            <a:endParaRPr lang="fr-FR" smtClean="0"/>
          </a:p>
          <a:p>
            <a:r>
              <a:rPr lang="fr-FR" smtClean="0"/>
              <a:t>COUPLET 2
5-  JE VEUX DÉCLARER LE NOM DE JÉSUS 
6-  POUR QUE  CHAQUE ADDICTION SOIT BRISÉE 
7-  JE PROCLAME L'ESPOIR ET LA LIBERTÉ 
8-  JE DIS JÉSUS  </a:t>
            </a:r>
          </a:p>
          <a:p>
            <a:endParaRPr lang="fr-FR" smtClean="0"/>
          </a:p>
          <a:p>
            <a:r>
              <a:rPr lang="fr-FR" smtClean="0"/>
              <a:t>	Refrain:
	9-  TON NOM EST PUISSANT TON NOM NOUS GUÉRIT 
	10-  TON NOM EST VIE CES MURS VONT TOMBER 
	11-  LE FEU VA BRÛLER PERÇANT LA NUIT    X2</a:t>
            </a:r>
            <a:br>
              <a:rPr lang="fr-FR" smtClean="0"/>
            </a:br>
            <a:r>
              <a:rPr lang="fr-FR" smtClean="0"/>
              <a:t> 
12-  JE VEUX DÉCLARER LE NOM DE JÉSUS SUR LA PEUR ET SUR TOUTE ANXIÉTÉ  
13-  À CHAQUE ÂME  QUE LA DÉPRESSION LIAIT
14-  JE DIS JÉSUS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PONT:
15-  CRIE JÉSUS SUR LES MONTAGNES JÉSUS À LA VILLE 
16-  JÉSUS DANS LES TÉNÈBRES ET  DEVANT CHAQUE ENNEMI 
17-  JÉSUS POUR MA FAMILLE JE DIRAI SON SAINT NOM 
18-  JÉSUS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COUPLET 1: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COUPLET 3 
19-  JE VEUX DÉCLARER LE NOM DE JÉSUS  
20-  SUR CHAQUE CŒUR ET  SUR CHAQUE PENSÉE  
21-  CAR DANS TA PRÉSENCE IL Y A LA PAIX 
22-  JE DIS JÉSUS </a:t>
            </a:r>
            <a:br>
              <a:rPr lang="fr-FR" smtClean="0"/>
            </a:br>
            <a:r>
              <a:rPr lang="fr-FR" smtClean="0"/>
              <a:t>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8940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DÉCLARER LE NOM DE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SUR CHAQUE 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SUR CHAQUE PENSÉE </a:t>
            </a:r>
          </a:p>
        </p:txBody>
      </p:sp>
    </p:spTree>
    <p:extLst>
      <p:ext uri="{BB962C8B-B14F-4D97-AF65-F5344CB8AC3E}">
        <p14:creationId xmlns:p14="http://schemas.microsoft.com/office/powerpoint/2010/main" val="185874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C'EST DANS TA PRÉSENCE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QU'IL Y A LA PAIX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270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DIS JÉSUS </a:t>
            </a:r>
          </a:p>
        </p:txBody>
      </p:sp>
    </p:spTree>
    <p:extLst>
      <p:ext uri="{BB962C8B-B14F-4D97-AF65-F5344CB8AC3E}">
        <p14:creationId xmlns:p14="http://schemas.microsoft.com/office/powerpoint/2010/main" val="215022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DÉCLARER LE NOM DE JÉSUS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CHAQUE ADDICTION SOIT BRISÉE</a:t>
            </a:r>
          </a:p>
        </p:txBody>
      </p:sp>
    </p:spTree>
    <p:extLst>
      <p:ext uri="{BB962C8B-B14F-4D97-AF65-F5344CB8AC3E}">
        <p14:creationId xmlns:p14="http://schemas.microsoft.com/office/powerpoint/2010/main" val="3207141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PROCLAME L'ESPOIR ET LA LIBERTÉ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1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DIS JÉSUS </a:t>
            </a:r>
          </a:p>
        </p:txBody>
      </p:sp>
    </p:spTree>
    <p:extLst>
      <p:ext uri="{BB962C8B-B14F-4D97-AF65-F5344CB8AC3E}">
        <p14:creationId xmlns:p14="http://schemas.microsoft.com/office/powerpoint/2010/main" val="3064169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TON NOM EST PUISSANT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TON NOM NOUS GUÉRIT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67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TON NOM EST VIE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CES MURS VONT TOMBER</a:t>
            </a:r>
          </a:p>
        </p:txBody>
      </p:sp>
    </p:spTree>
    <p:extLst>
      <p:ext uri="{BB962C8B-B14F-4D97-AF65-F5344CB8AC3E}">
        <p14:creationId xmlns:p14="http://schemas.microsoft.com/office/powerpoint/2010/main" val="293962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FEU VA BRÛLER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PERÇANT LA NUIT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47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DÉCLARER LE NOM DE JÉSUS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SUR LA PEUR ET SUR TOUTE ANXIÉTÉ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61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CHAQUE ÂME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LA DÉPRESSION LIAIT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99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DIS JÉSUS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2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CRIE JÉSUS SUR LES MONTAGNES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 À LA VILLE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07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 DANS LES TÉNÈBRES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DEVANT CHAQUE ENNEMI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000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 POUR MA FAMILLE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DIRAI SON SAINT NOM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20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 OH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85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DÉCLARER LE NOM DE JÉSUS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624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SUR CHAQUE 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SUR CHAQUE PENSÉE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786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DANS TA PRÉSENCE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Y A LA PAIX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42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DIS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355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606</Words>
  <Application>Microsoft Office PowerPoint</Application>
  <PresentationFormat>Affichage à l'écran (4:3)</PresentationFormat>
  <Paragraphs>646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102</cp:revision>
  <dcterms:created xsi:type="dcterms:W3CDTF">2002-08-17T13:12:10Z</dcterms:created>
  <dcterms:modified xsi:type="dcterms:W3CDTF">2022-09-23T18:23:35Z</dcterms:modified>
</cp:coreProperties>
</file>