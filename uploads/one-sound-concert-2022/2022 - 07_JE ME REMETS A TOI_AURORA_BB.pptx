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26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76" autoAdjust="0"/>
    <p:restoredTop sz="50197" autoAdjust="0"/>
  </p:normalViewPr>
  <p:slideViewPr>
    <p:cSldViewPr>
      <p:cViewPr varScale="1">
        <p:scale>
          <a:sx n="45" d="100"/>
          <a:sy n="45" d="100"/>
        </p:scale>
        <p:origin x="65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SI BESOIN DE TOI MAIS JE NE TE SENS PAS 
2-  JE SAIS QUE TU ES LÀ, SEIGNEUR REMPLIS-MOI DE TOI </a:t>
            </a:r>
          </a:p>
          <a:p>
            <a:r>
              <a:rPr lang="fr-FR" smtClean="0"/>
              <a:t>
3-  JE NE PEUX PLUS RESTER LÀ SANS RIEN RESSENTIR 
4-  MAIS JE TE FAIS CONFIANCE, SEIGNEUR  JE SAIS QUE TU ES LÀ  </a:t>
            </a:r>
          </a:p>
          <a:p>
            <a:r>
              <a:rPr lang="fr-FR" smtClean="0"/>
              <a:t>
5-  OH RÉVÈLE-TOI À MOI ENVOIE TON ESPRIT SUR MOI 
6-  J’AI SI BESOIN DE TOI SEIGNEUR  JE M’ATTENDS À TOI </a:t>
            </a:r>
          </a:p>
          <a:p>
            <a:r>
              <a:rPr lang="fr-FR" smtClean="0"/>
              <a:t>
7-  MON PAPA, NE M’OUBLIE PAS JE SUIS À TES PIEDS 
8-  ENTENDS LES CRIS DE MON CŒUR SEIGNEUR 
9-  JE M’EN REMETS À TOI </a:t>
            </a:r>
          </a:p>
          <a:p>
            <a:r>
              <a:rPr lang="fr-FR" smtClean="0"/>
              <a:t>
10-  JE M’EN REMETS À TOI  SEIGNEUR   x6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J’AI SI BESOIN DE TOI MAIS JE NE TE SENS PAS 
2-  JE SAIS QUE TU ES LÀ, SEIGNEUR REMPLIS-MOI DE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JE NE PEUX PLUS RESTER LÀ SANS RIEN RESSENTIR 
4-  MAIS JE TE FAIS CONFIANCE, SEIGNEUR  JE SAIS QUE TU ES LÀ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OH RÉVÈLE-TOI À MOI ENVOIE TON ESPRIT SUR MOI 
6-  J’AI SI BESOIN DE TOI SEIGNEUR  JE M’ATTENDS À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MON PAPA, NE M’OUBLIE PAS JE SUIS À TES PIEDS 
8-  ENTENDS LES CRIS DE MON CŒUR SEIGNEUR 
9-  JE M’EN REMETS À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JE M’EN REMETS À TOI  SEIGNEUR   x6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SI BESOIN DE TOI MAIS JE NE TE SENS PAS 
2-  JE SAIS QUE TU ES LÀ, SEIGNEUR REMPLIS-MOI DE TOI </a:t>
            </a:r>
          </a:p>
          <a:p>
            <a:r>
              <a:rPr lang="fr-FR" smtClean="0"/>
              <a:t>
3-  JE NE PEUX PLUS RESTER LÀ SANS RIEN RESSENTIR 
4-  MAIS JE TE FAIS CONFIANCE, SEIGNEUR  JE SAIS QUE TU ES LÀ  </a:t>
            </a:r>
          </a:p>
          <a:p>
            <a:r>
              <a:rPr lang="fr-FR" smtClean="0"/>
              <a:t>
5-  OH RÉVÈLE-TOI À MOI ENVOIE TON ESPRIT SUR MOI 
6-  J’AI SI BESOIN DE TOI SEIGNEUR  JE M’ATTENDS À TOI </a:t>
            </a:r>
          </a:p>
          <a:p>
            <a:r>
              <a:rPr lang="fr-FR" smtClean="0"/>
              <a:t>
7-  MON PAPA, NE M’OUBLIE PAS JE SUIS À TES PIEDS 
8-  ENTENDS LES CRIS DE MON CŒUR SEIGNEUR 
9-  JE M’EN REMETS À TOI </a:t>
            </a:r>
          </a:p>
          <a:p>
            <a:r>
              <a:rPr lang="fr-FR" smtClean="0"/>
              <a:t>
10-  JE M’EN REMETS À TOI  SEIGNEUR   x6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J’AI SI BESOIN DE TOI MAIS JE NE TE SENS PAS 
2-  JE SAIS QUE TU ES LÀ, SEIGNEUR REMPLIS-MOI DE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JE NE PEUX PLUS RESTER LÀ SANS RIEN RESSENTIR 
4-  MAIS JE TE FAIS CONFIANCE, SEIGNEUR  JE SAIS QUE TU ES LÀ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OH RÉVÈLE-TOI À MOI ENVOIE TON ESPRIT SUR MOI 
6-  J’AI SI BESOIN DE TOI SEIGNEUR  JE M’ATTENDS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MON PAPA, NE M’OUBLIE PAS JE SUIS À TES PIEDS 
8-  ENTENDS LES CRIS DE MON CŒUR SEIGNEUR 
9-  JE M’EN REMETS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JE M’EN REMETS À TOI  SEIGNEUR   x6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204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SI BESOIN DE TOI MAIS JE NE TE SENS PAS 
2-  JE SAIS QUE TU ES LÀ, SEIGNEUR REMPLIS-MOI DE TOI </a:t>
            </a:r>
          </a:p>
          <a:p>
            <a:r>
              <a:rPr lang="fr-FR" smtClean="0"/>
              <a:t>
3-  JE NE PEUX PLUS RESTER LÀ SANS RIEN RESSENTIR 
4-  MAIS JE TE FAIS CONFIANCE, SEIGNEUR  JE SAIS QUE TU ES LÀ  </a:t>
            </a:r>
          </a:p>
          <a:p>
            <a:r>
              <a:rPr lang="fr-FR" smtClean="0"/>
              <a:t>
5-  OH RÉVÈLE-TOI À MOI ENVOIE TON ESPRIT SUR MOI 
6-  J’AI SI BESOIN DE TOI SEIGNEUR  JE M’ATTENDS À TOI </a:t>
            </a:r>
          </a:p>
          <a:p>
            <a:r>
              <a:rPr lang="fr-FR" smtClean="0"/>
              <a:t>
7-  MON PAPA, NE M’OUBLIE PAS JE SUIS À TES PIEDS 
8-  ENTENDS LES CRIS DE MON CŒUR SEIGNEUR 
9-  JE M’EN REMETS À TOI </a:t>
            </a:r>
          </a:p>
          <a:p>
            <a:r>
              <a:rPr lang="fr-FR" smtClean="0"/>
              <a:t>
10-  JE M’EN REMETS À TOI  SEIGNEUR   x6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J’AI SI BESOIN DE TOI MAIS JE NE TE SENS PAS 
2-  JE SAIS QUE TU ES LÀ, SEIGNEUR REMPLIS-MOI DE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JE NE PEUX PLUS RESTER LÀ SANS RIEN RESSENTIR 
4-  MAIS JE TE FAIS CONFIANCE, SEIGNEUR  JE SAIS QUE TU ES LÀ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OH RÉVÈLE-TOI À MOI ENVOIE TON ESPRIT SUR MOI 
6-  J’AI SI BESOIN DE TOI SEIGNEUR  JE M’ATTENDS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MON PAPA, NE M’OUBLIE PAS JE SUIS À TES PIEDS 
8-  ENTENDS LES CRIS DE MON CŒUR SEIGNEUR 
9-  JE M’EN REMETS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JE M’EN REMETS À TOI  SEIGNEUR   x6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2947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SI BESOIN DE TOI MAIS JE NE TE SENS PAS 
2-  JE SAIS QUE TU ES LÀ, SEIGNEUR REMPLIS-MOI DE TOI </a:t>
            </a:r>
          </a:p>
          <a:p>
            <a:r>
              <a:rPr lang="fr-FR" smtClean="0"/>
              <a:t>
3-  JE NE PEUX PLUS RESTER LÀ SANS RIEN RESSENTIR 
4-  MAIS JE TE FAIS CONFIANCE, SEIGNEUR  JE SAIS QUE TU ES LÀ  </a:t>
            </a:r>
          </a:p>
          <a:p>
            <a:r>
              <a:rPr lang="fr-FR" smtClean="0"/>
              <a:t>
5-  OH RÉVÈLE-TOI À MOI ENVOIE TON ESPRIT SUR MOI 
6-  J’AI SI BESOIN DE TOI SEIGNEUR  JE M’ATTENDS À TOI </a:t>
            </a:r>
          </a:p>
          <a:p>
            <a:r>
              <a:rPr lang="fr-FR" smtClean="0"/>
              <a:t>
7-  MON PAPA, NE M’OUBLIE PAS JE SUIS À TES PIEDS 
8-  ENTENDS LES CRIS DE MON CŒUR SEIGNEUR 
9-  JE M’EN REMETS À TOI </a:t>
            </a:r>
          </a:p>
          <a:p>
            <a:r>
              <a:rPr lang="fr-FR" smtClean="0"/>
              <a:t>
10-  JE M’EN REMETS À TOI  SEIGNEUR   x6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J’AI SI BESOIN DE TOI MAIS JE NE TE SENS PAS 
2-  JE SAIS QUE TU ES LÀ, SEIGNEUR REMPLIS-MOI DE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JE NE PEUX PLUS RESTER LÀ SANS RIEN RESSENTIR 
4-  MAIS JE TE FAIS CONFIANCE, SEIGNEUR  JE SAIS QUE TU ES LÀ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OH RÉVÈLE-TOI À MOI ENVOIE TON ESPRIT SUR MOI 
6-  J’AI SI BESOIN DE TOI SEIGNEUR  JE M’ATTENDS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MON PAPA, NE M’OUBLIE PAS JE SUIS À TES PIEDS 
8-  ENTENDS LES CRIS DE MON CŒUR SEIGNEUR 
9-  JE M’EN REMETS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JE M’EN REMETS À TOI  SEIGNEUR   x6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319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SI BESOIN DE TOI MAIS JE NE TE SENS PAS 
2-  JE SAIS QUE TU ES LÀ, SEIGNEUR REMPLIS-MOI DE TOI </a:t>
            </a:r>
          </a:p>
          <a:p>
            <a:r>
              <a:rPr lang="fr-FR" smtClean="0"/>
              <a:t>
3-  JE NE PEUX PLUS RESTER LÀ SANS RIEN RESSENTIR 
4-  MAIS JE TE FAIS CONFIANCE, SEIGNEUR  JE SAIS QUE TU ES LÀ  </a:t>
            </a:r>
          </a:p>
          <a:p>
            <a:r>
              <a:rPr lang="fr-FR" smtClean="0"/>
              <a:t>
5-  OH RÉVÈLE-TOI À MOI ENVOIE TON ESPRIT SUR MOI 
6-  J’AI SI BESOIN DE TOI SEIGNEUR  JE M’ATTENDS À TOI </a:t>
            </a:r>
          </a:p>
          <a:p>
            <a:r>
              <a:rPr lang="fr-FR" smtClean="0"/>
              <a:t>
7-  MON PAPA, NE M’OUBLIE PAS JE SUIS À TES PIEDS 
8-  ENTENDS LES CRIS DE MON CŒUR SEIGNEUR 
9-  JE M’EN REMETS À TOI </a:t>
            </a:r>
          </a:p>
          <a:p>
            <a:r>
              <a:rPr lang="fr-FR" smtClean="0"/>
              <a:t>
10-  JE M’EN REMETS À TOI  SEIGNEUR   x6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J’AI SI BESOIN DE TOI MAIS JE NE TE SENS PAS 
2-  JE SAIS QUE TU ES LÀ, SEIGNEUR REMPLIS-MOI DE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JE NE PEUX PLUS RESTER LÀ SANS RIEN RESSENTIR 
4-  MAIS JE TE FAIS CONFIANCE, SEIGNEUR  JE SAIS QUE TU ES LÀ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OH RÉVÈLE-TOI À MOI ENVOIE TON ESPRIT SUR MOI 
6-  J’AI SI BESOIN DE TOI SEIGNEUR  JE M’ATTENDS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MON PAPA, NE M’OUBLIE PAS JE SUIS À TES PIEDS 
8-  ENTENDS LES CRIS DE MON CŒUR SEIGNEUR 
9-  JE M’EN REMETS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JE M’EN REMETS À TOI  SEIGNEUR   x6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993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SI BESOIN DE TOI MAIS JE NE TE SENS PAS 
2-  JE SAIS QUE TU ES LÀ, SEIGNEUR REMPLIS-MOI DE TOI </a:t>
            </a:r>
          </a:p>
          <a:p>
            <a:r>
              <a:rPr lang="fr-FR" smtClean="0"/>
              <a:t>
3-  JE NE PEUX PLUS RESTER LÀ SANS RIEN RESSENTIR 
4-  MAIS JE TE FAIS CONFIANCE, SEIGNEUR  JE SAIS QUE TU ES LÀ  </a:t>
            </a:r>
          </a:p>
          <a:p>
            <a:r>
              <a:rPr lang="fr-FR" smtClean="0"/>
              <a:t>
5-  OH RÉVÈLE-TOI À MOI ENVOIE TON ESPRIT SUR MOI 
6-  J’AI SI BESOIN DE TOI SEIGNEUR  JE M’ATTENDS À TOI </a:t>
            </a:r>
          </a:p>
          <a:p>
            <a:r>
              <a:rPr lang="fr-FR" smtClean="0"/>
              <a:t>
7-  MON PAPA, NE M’OUBLIE PAS JE SUIS À TES PIEDS 
8-  ENTENDS LES CRIS DE MON CŒUR SEIGNEUR 
9-  JE M’EN REMETS À TOI </a:t>
            </a:r>
          </a:p>
          <a:p>
            <a:r>
              <a:rPr lang="fr-FR" smtClean="0"/>
              <a:t>
10-  JE M’EN REMETS À TOI  SEIGNEUR   x6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J’AI SI BESOIN DE TOI MAIS JE NE TE SENS PAS 
2-  JE SAIS QUE TU ES LÀ, SEIGNEUR REMPLIS-MOI DE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JE NE PEUX PLUS RESTER LÀ SANS RIEN RESSENTIR 
4-  MAIS JE TE FAIS CONFIANCE, SEIGNEUR  JE SAIS QUE TU ES LÀ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OH RÉVÈLE-TOI À MOI ENVOIE TON ESPRIT SUR MOI 
6-  J’AI SI BESOIN DE TOI SEIGNEUR  JE M’ATTENDS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MON PAPA, NE M’OUBLIE PAS JE SUIS À TES PIEDS 
8-  ENTENDS LES CRIS DE MON CŒUR SEIGNEUR 
9-  JE M’EN REMETS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JE M’EN REMETS À TOI  SEIGNEUR   x6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176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SI BESOIN DE TOI MAIS JE NE TE SENS PAS 
2-  JE SAIS QUE TU ES LÀ, SEIGNEUR REMPLIS-MOI DE TOI </a:t>
            </a:r>
          </a:p>
          <a:p>
            <a:r>
              <a:rPr lang="fr-FR" smtClean="0"/>
              <a:t>
3-  JE NE PEUX PLUS RESTER LÀ SANS RIEN RESSENTIR 
4-  MAIS JE TE FAIS CONFIANCE, SEIGNEUR  JE SAIS QUE TU ES LÀ  </a:t>
            </a:r>
          </a:p>
          <a:p>
            <a:r>
              <a:rPr lang="fr-FR" smtClean="0"/>
              <a:t>
5-  OH RÉVÈLE-TOI À MOI ENVOIE TON ESPRIT SUR MOI 
6-  J’AI SI BESOIN DE TOI SEIGNEUR  JE M’ATTENDS À TOI </a:t>
            </a:r>
          </a:p>
          <a:p>
            <a:r>
              <a:rPr lang="fr-FR" smtClean="0"/>
              <a:t>
7-  MON PAPA, NE M’OUBLIE PAS JE SUIS À TES PIEDS 
8-  ENTENDS LES CRIS DE MON CŒUR SEIGNEUR 
9-  JE M’EN REMETS À TOI </a:t>
            </a:r>
          </a:p>
          <a:p>
            <a:r>
              <a:rPr lang="fr-FR" smtClean="0"/>
              <a:t>
10-  JE M’EN REMETS À TOI  SEIGNEUR   x6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J’AI SI BESOIN DE TOI MAIS JE NE TE SENS PAS 
2-  JE SAIS QUE TU ES LÀ, SEIGNEUR REMPLIS-MOI DE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JE NE PEUX PLUS RESTER LÀ SANS RIEN RESSENTIR 
4-  MAIS JE TE FAIS CONFIANCE, SEIGNEUR  JE SAIS QUE TU ES LÀ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OH RÉVÈLE-TOI À MOI ENVOIE TON ESPRIT SUR MOI 
6-  J’AI SI BESOIN DE TOI SEIGNEUR  JE M’ATTENDS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MON PAPA, NE M’OUBLIE PAS JE SUIS À TES PIEDS 
8-  ENTENDS LES CRIS DE MON CŒUR SEIGNEUR 
9-  JE M’EN REMETS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JE M’EN REMETS À TOI  SEIGNEUR   x6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838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SI BESOIN DE TOI MAIS JE NE TE SENS PAS 
2-  JE SAIS QUE TU ES LÀ, SEIGNEUR REMPLIS-MOI DE TOI </a:t>
            </a:r>
          </a:p>
          <a:p>
            <a:r>
              <a:rPr lang="fr-FR" smtClean="0"/>
              <a:t>
3-  JE NE PEUX PLUS RESTER LÀ SANS RIEN RESSENTIR 
4-  MAIS JE TE FAIS CONFIANCE, SEIGNEUR  JE SAIS QUE TU ES LÀ  </a:t>
            </a:r>
          </a:p>
          <a:p>
            <a:r>
              <a:rPr lang="fr-FR" smtClean="0"/>
              <a:t>
5-  OH RÉVÈLE-TOI À MOI ENVOIE TON ESPRIT SUR MOI 
6-  J’AI SI BESOIN DE TOI SEIGNEUR  JE M’ATTENDS À TOI </a:t>
            </a:r>
          </a:p>
          <a:p>
            <a:r>
              <a:rPr lang="fr-FR" smtClean="0"/>
              <a:t>
7-  MON PAPA, NE M’OUBLIE PAS JE SUIS À TES PIEDS 
8-  ENTENDS LES CRIS DE MON CŒUR SEIGNEUR 
9-  JE M’EN REMETS À TOI </a:t>
            </a:r>
          </a:p>
          <a:p>
            <a:r>
              <a:rPr lang="fr-FR" smtClean="0"/>
              <a:t>
10-  JE M’EN REMETS À TOI  SEIGNEUR   x6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J’AI SI BESOIN DE TOI MAIS JE NE TE SENS PAS 
2-  JE SAIS QUE TU ES LÀ, SEIGNEUR REMPLIS-MOI DE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JE NE PEUX PLUS RESTER LÀ SANS RIEN RESSENTIR 
4-  MAIS JE TE FAIS CONFIANCE, SEIGNEUR  JE SAIS QUE TU ES LÀ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OH RÉVÈLE-TOI À MOI ENVOIE TON ESPRIT SUR MOI 
6-  J’AI SI BESOIN DE TOI SEIGNEUR  JE M’ATTENDS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MON PAPA, NE M’OUBLIE PAS JE SUIS À TES PIEDS 
8-  ENTENDS LES CRIS DE MON CŒUR SEIGNEUR 
9-  JE M’EN REMETS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JE M’EN REMETS À TOI  SEIGNEUR   x6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1503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SI BESOIN DE TOI MAIS JE NE TE SENS PAS 
2-  JE SAIS QUE TU ES LÀ, SEIGNEUR REMPLIS-MOI DE TOI </a:t>
            </a:r>
          </a:p>
          <a:p>
            <a:r>
              <a:rPr lang="fr-FR" smtClean="0"/>
              <a:t>
3-  JE NE PEUX PLUS RESTER LÀ SANS RIEN RESSENTIR 
4-  MAIS JE TE FAIS CONFIANCE, SEIGNEUR  JE SAIS QUE TU ES LÀ  </a:t>
            </a:r>
          </a:p>
          <a:p>
            <a:r>
              <a:rPr lang="fr-FR" smtClean="0"/>
              <a:t>
5-  OH RÉVÈLE-TOI À MOI ENVOIE TON ESPRIT SUR MOI 
6-  J’AI SI BESOIN DE TOI SEIGNEUR  JE M’ATTENDS À TOI </a:t>
            </a:r>
          </a:p>
          <a:p>
            <a:r>
              <a:rPr lang="fr-FR" smtClean="0"/>
              <a:t>
7-  MON PAPA, NE M’OUBLIE PAS JE SUIS À TES PIEDS 
8-  ENTENDS LES CRIS DE MON CŒUR SEIGNEUR 
9-  JE M’EN REMETS À TOI </a:t>
            </a:r>
          </a:p>
          <a:p>
            <a:r>
              <a:rPr lang="fr-FR" smtClean="0"/>
              <a:t>
10-  JE M’EN REMETS À TOI  SEIGNEUR   x6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J’AI SI BESOIN DE TOI MAIS JE NE TE SENS PAS 
2-  JE SAIS QUE TU ES LÀ, SEIGNEUR REMPLIS-MOI DE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JE NE PEUX PLUS RESTER LÀ SANS RIEN RESSENTIR 
4-  MAIS JE TE FAIS CONFIANCE, SEIGNEUR  JE SAIS QUE TU ES LÀ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OH RÉVÈLE-TOI À MOI ENVOIE TON ESPRIT SUR MOI 
6-  J’AI SI BESOIN DE TOI SEIGNEUR  JE M’ATTENDS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MON PAPA, NE M’OUBLIE PAS JE SUIS À TES PIEDS 
8-  ENTENDS LES CRIS DE MON CŒUR SEIGNEUR 
9-  JE M’EN REMETS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JE M’EN REMETS À TOI  SEIGNEUR   x6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919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J’AI SI BESOIN DE TOI MAIS JE NE TE SENS PAS 
2-  JE SAIS QUE TU ES LÀ, SEIGNEUR REMPLIS-MOI DE TOI </a:t>
            </a:r>
          </a:p>
          <a:p>
            <a:r>
              <a:rPr lang="fr-FR" smtClean="0"/>
              <a:t>
3-  JE NE PEUX PLUS RESTER LÀ SANS RIEN RESSENTIR 
4-  MAIS JE TE FAIS CONFIANCE, SEIGNEUR  JE SAIS QUE TU ES LÀ  </a:t>
            </a:r>
          </a:p>
          <a:p>
            <a:r>
              <a:rPr lang="fr-FR" smtClean="0"/>
              <a:t>
5-  OH RÉVÈLE-TOI À MOI ENVOIE TON ESPRIT SUR MOI 
6-  J’AI SI BESOIN DE TOI SEIGNEUR  JE M’ATTENDS À TOI </a:t>
            </a:r>
          </a:p>
          <a:p>
            <a:r>
              <a:rPr lang="fr-FR" smtClean="0"/>
              <a:t>
7-  MON PAPA, NE M’OUBLIE PAS JE SUIS À TES PIEDS 
8-  ENTENDS LES CRIS DE MON CŒUR SEIGNEUR 
9-  JE M’EN REMETS À TOI </a:t>
            </a:r>
          </a:p>
          <a:p>
            <a:r>
              <a:rPr lang="fr-FR" smtClean="0"/>
              <a:t>
10-  JE M’EN REMETS À TOI  SEIGNEUR   x6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J’AI SI BESOIN DE TOI MAIS JE NE TE SENS PAS 
2-  JE SAIS QUE TU ES LÀ, SEIGNEUR REMPLIS-MOI DE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3-  JE NE PEUX PLUS RESTER LÀ SANS RIEN RESSENTIR 
4-  MAIS JE TE FAIS CONFIANCE, SEIGNEUR  JE SAIS QUE TU ES LÀ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5-  OH RÉVÈLE-TOI À MOI ENVOIE TON ESPRIT SUR MOI 
6-  J’AI SI BESOIN DE TOI SEIGNEUR  JE M’ATTENDS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7-  MON PAPA, NE M’OUBLIE PAS JE SUIS À TES PIEDS 
8-  ENTENDS LES CRIS DE MON CŒUR SEIGNEUR 
9-  JE M’EN REMETS À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10-  JE M’EN REMETS À TOI  SEIGNEUR   x6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300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SI BESOIN DE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NE TE SENS PAS</a:t>
            </a:r>
          </a:p>
        </p:txBody>
      </p:sp>
    </p:spTree>
    <p:extLst>
      <p:ext uri="{BB962C8B-B14F-4D97-AF65-F5344CB8AC3E}">
        <p14:creationId xmlns:p14="http://schemas.microsoft.com/office/powerpoint/2010/main" val="297552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TU ES LÀ,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REMPLIS-MOI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715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PEUX PLUS RESTER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RIEN RESSENTIR</a:t>
            </a:r>
          </a:p>
        </p:txBody>
      </p:sp>
    </p:spTree>
    <p:extLst>
      <p:ext uri="{BB962C8B-B14F-4D97-AF65-F5344CB8AC3E}">
        <p14:creationId xmlns:p14="http://schemas.microsoft.com/office/powerpoint/2010/main" val="36651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TE FAIS CONFIANCE,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TU ES LÀ </a:t>
            </a:r>
          </a:p>
        </p:txBody>
      </p:sp>
    </p:spTree>
    <p:extLst>
      <p:ext uri="{BB962C8B-B14F-4D97-AF65-F5344CB8AC3E}">
        <p14:creationId xmlns:p14="http://schemas.microsoft.com/office/powerpoint/2010/main" val="274139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RÉVÈLE-TOI À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ENVOIE TON ESPRIT SUR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171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BESOIN DE TOI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M’ATTENDS 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380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PAPA, NE M’OUBLIE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À TES PIEDS</a:t>
            </a:r>
          </a:p>
        </p:txBody>
      </p:sp>
    </p:spTree>
    <p:extLst>
      <p:ext uri="{BB962C8B-B14F-4D97-AF65-F5344CB8AC3E}">
        <p14:creationId xmlns:p14="http://schemas.microsoft.com/office/powerpoint/2010/main" val="407603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ENTENDS LES CRIS DE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CŒUR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788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M’EN REMETS 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6020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M’EN REMETS À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946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332</Words>
  <Application>Microsoft Office PowerPoint</Application>
  <PresentationFormat>Affichage à l'écran (4:3)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66</cp:revision>
  <dcterms:created xsi:type="dcterms:W3CDTF">2002-08-17T10:50:50Z</dcterms:created>
  <dcterms:modified xsi:type="dcterms:W3CDTF">2022-09-23T15:41:24Z</dcterms:modified>
</cp:coreProperties>
</file>