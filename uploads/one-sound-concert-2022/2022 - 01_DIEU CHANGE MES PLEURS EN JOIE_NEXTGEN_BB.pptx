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  <p:sldId id="272" r:id="rId11"/>
    <p:sldId id="274" r:id="rId12"/>
    <p:sldId id="275" r:id="rId13"/>
    <p:sldId id="273" r:id="rId14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64" autoAdjust="0"/>
    <p:restoredTop sz="37155" autoAdjust="0"/>
  </p:normalViewPr>
  <p:slideViewPr>
    <p:cSldViewPr>
      <p:cViewPr varScale="1">
        <p:scale>
          <a:sx n="40" d="100"/>
          <a:sy n="40" d="100"/>
        </p:scale>
        <p:origin x="900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-336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BAE1C64E-9ADB-4E38-BF68-4211C206B6BD}" type="datetimeFigureOut">
              <a:rPr lang="fr-FR"/>
              <a:pPr>
                <a:defRPr/>
              </a:pPr>
              <a:t>23/09/2022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E9CBFFFA-0125-4168-AF56-391BBD2FAB6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1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1-  DIEU CHANGE MES PLEURS EN JOIE  
2-  DIEU CHANGE MES PEURS EN FOI 
3-  JE SUIS UN VAINQUEUR DANS LES MAINS DU SEIGNEUR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Pré-Refrain: 
	4-  LA TRISTESSE PEUT DURER  PENDANT LA NUIT  
	5-  MAIS LE MATIN LA JOIE M’ENVAHIT  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Refrain :
	6-  JE DIS OUI OUI OUI SEIGNEUR  
	7-  OUI OUI OUI SEIGNEUR  
	8-  AMEN  			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</a:t>
            </a:r>
          </a:p>
          <a:p>
            <a:pPr>
              <a:defRPr/>
            </a:pPr>
            <a:r>
              <a:rPr lang="fr-FR" smtClean="0"/>
              <a:t>
9-  SANS CRAINTE JE LE LOUERAI  SANS FIN JE CHANTERAI 
10-  JE SUIS UN VAINQUEUR  DANS LES MAINS DU SEIGNEUR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Pré-Refrain: </a:t>
            </a:r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JE DIS NON NON NON NON AU DIABLE</a:t>
            </a:r>
          </a:p>
          <a:p>
            <a:pPr>
              <a:defRPr/>
            </a:pPr>
            <a:r>
              <a:rPr lang="fr-FR" smtClean="0"/>
              <a:t>       NON NON AU DIABLE</a:t>
            </a:r>
          </a:p>
          <a:p>
            <a:pPr>
              <a:defRPr/>
            </a:pPr>
            <a:r>
              <a:rPr lang="fr-FR" smtClean="0"/>
              <a:t>12- NON NON AU DIABLE AMEN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
13-  DONNE-LUI TOUT, ABANDONNE TOUT  LÀ AUX PIEDS DE JÉSUS </a:t>
            </a:r>
          </a:p>
          <a:p>
            <a:pPr>
              <a:defRPr/>
            </a:pPr>
            <a:r>
              <a:rPr lang="fr-FR" smtClean="0"/>
              <a:t>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fr-FR" smtClean="0"/>
          </a:p>
          <a:p>
            <a:r>
              <a:rPr lang="fr-FR" smtClean="0"/>
              <a:t>Couplet 1</a:t>
            </a:r>
          </a:p>
          <a:p>
            <a:endParaRPr lang="fr-FR" smtClean="0"/>
          </a:p>
          <a:p>
            <a:r>
              <a:rPr lang="fr-FR" smtClean="0"/>
              <a:t>1-  DIEU CHANGE MES PLEURS EN JOIE  
2-  DIEU CHANGE MES PEURS EN FOI 
3-  JE SUIS UN VAINQUEUR DANS LES MAINS DU SEIGNEUR    x2</a:t>
            </a:r>
          </a:p>
          <a:p>
            <a:endParaRPr lang="fr-FR" smtClean="0"/>
          </a:p>
          <a:p>
            <a:r>
              <a:rPr lang="fr-FR" smtClean="0"/>
              <a:t>	Pré-Refrain: 
	4-  LA TRISTESSE PEUT DURER  PENDANT LA NUIT  
	5-  MAIS LE MATIN LA JOIE M’ENVAHIT 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
	6-  JE DIS OUI OUI OUI SEIGNEUR  
	7-  OUI OUI OUI SEIGNEUR  
	8-  AMEN  			x2</a:t>
            </a:r>
          </a:p>
          <a:p>
            <a:endParaRPr lang="fr-FR" smtClean="0"/>
          </a:p>
          <a:p>
            <a:r>
              <a:rPr lang="fr-FR" smtClean="0"/>
              <a:t>Couplet 2</a:t>
            </a:r>
          </a:p>
          <a:p>
            <a:r>
              <a:rPr lang="fr-FR" smtClean="0"/>
              <a:t>
9-  SANS CRAINTE JE LE LOUERAI  SANS FIN JE CHANTERAI 
10-  JE SUIS UN VAINQUEUR  DANS LES MAINS DU SEIGNEUR  </a:t>
            </a:r>
          </a:p>
          <a:p>
            <a:endParaRPr lang="fr-FR" smtClean="0"/>
          </a:p>
          <a:p>
            <a:r>
              <a:rPr lang="fr-FR" smtClean="0"/>
              <a:t>	Pré-Refrain: </a:t>
            </a:r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11- JE DIS NON NON NON NON AU DIABLE</a:t>
            </a:r>
          </a:p>
          <a:p>
            <a:r>
              <a:rPr lang="fr-FR" smtClean="0"/>
              <a:t>       NON NON AU DIABLE</a:t>
            </a:r>
          </a:p>
          <a:p>
            <a:r>
              <a:rPr lang="fr-FR" smtClean="0"/>
              <a:t>12- NON NON AU DIABLE AMEN</a:t>
            </a:r>
          </a:p>
          <a:p>
            <a:endParaRPr lang="fr-FR" smtClean="0"/>
          </a:p>
          <a:p>
            <a:r>
              <a:rPr lang="fr-FR" smtClean="0"/>
              <a:t>Pont:
13-  DONNE-LUI TOUT, ABANDONNE TOUT  LÀ AUX PIEDS DE JÉSUS </a:t>
            </a:r>
          </a:p>
          <a:p>
            <a:r>
              <a:rPr lang="fr-FR" smtClean="0"/>
              <a:t>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227986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1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1-  DIEU CHANGE MES PLEURS EN JOIE  
2-  DIEU CHANGE MES PEURS EN FOI 
3-  JE SUIS UN VAINQUEUR DANS LES MAINS DU SEIGNEUR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Pré-Refrain: 
	4-  LA TRISTESSE PEUT DURER  PENDANT LA NUIT  
	5-  MAIS LE MATIN LA JOIE M’ENVAHIT  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Refrain :
	6-  JE DIS OUI OUI OUI SEIGNEUR  
	7-  OUI OUI OUI SEIGNEUR  
	8-  AMEN  			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</a:t>
            </a:r>
          </a:p>
          <a:p>
            <a:pPr>
              <a:defRPr/>
            </a:pPr>
            <a:r>
              <a:rPr lang="fr-FR" smtClean="0"/>
              <a:t>
9-  SANS CRAINTE JE LE LOUERAI  SANS FIN JE CHANTERAI 
10-  JE SUIS UN VAINQUEUR  DANS LES MAINS DU SEIGNEUR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Pré-Refrain: </a:t>
            </a:r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JE DIS NON NON NON NON AU DIABLE</a:t>
            </a:r>
          </a:p>
          <a:p>
            <a:pPr>
              <a:defRPr/>
            </a:pPr>
            <a:r>
              <a:rPr lang="fr-FR" smtClean="0"/>
              <a:t>       NON NON AU DIABLE</a:t>
            </a:r>
          </a:p>
          <a:p>
            <a:pPr>
              <a:defRPr/>
            </a:pPr>
            <a:r>
              <a:rPr lang="fr-FR" smtClean="0"/>
              <a:t>12- NON NON AU DIABLE AMEN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
13-  DONNE-LUI TOUT, ABANDONNE TOUT  LÀ AUX PIEDS DE JÉSUS </a:t>
            </a:r>
          </a:p>
          <a:p>
            <a:pPr>
              <a:defRPr/>
            </a:pPr>
            <a:r>
              <a:rPr lang="fr-FR" smtClean="0"/>
              <a:t>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fr-FR" smtClean="0"/>
          </a:p>
          <a:p>
            <a:r>
              <a:rPr lang="fr-FR" smtClean="0"/>
              <a:t>Couplet 1</a:t>
            </a:r>
          </a:p>
          <a:p>
            <a:endParaRPr lang="fr-FR" smtClean="0"/>
          </a:p>
          <a:p>
            <a:r>
              <a:rPr lang="fr-FR" smtClean="0"/>
              <a:t>1-  DIEU CHANGE MES PLEURS EN JOIE  
2-  DIEU CHANGE MES PEURS EN FOI 
3-  JE SUIS UN VAINQUEUR DANS LES MAINS DU SEIGNEUR    x2</a:t>
            </a:r>
          </a:p>
          <a:p>
            <a:endParaRPr lang="fr-FR" smtClean="0"/>
          </a:p>
          <a:p>
            <a:r>
              <a:rPr lang="fr-FR" smtClean="0"/>
              <a:t>	Pré-Refrain: 
	4-  LA TRISTESSE PEUT DURER  PENDANT LA NUIT  
	5-  MAIS LE MATIN LA JOIE M’ENVAHIT 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
	6-  JE DIS OUI OUI OUI SEIGNEUR  
	7-  OUI OUI OUI SEIGNEUR  
	8-  AMEN  			x2</a:t>
            </a:r>
          </a:p>
          <a:p>
            <a:endParaRPr lang="fr-FR" smtClean="0"/>
          </a:p>
          <a:p>
            <a:r>
              <a:rPr lang="fr-FR" smtClean="0"/>
              <a:t>Couplet 2</a:t>
            </a:r>
          </a:p>
          <a:p>
            <a:r>
              <a:rPr lang="fr-FR" smtClean="0"/>
              <a:t>
9-  SANS CRAINTE JE LE LOUERAI  SANS FIN JE CHANTERAI 
10-  JE SUIS UN VAINQUEUR  DANS LES MAINS DU SEIGNEUR  </a:t>
            </a:r>
          </a:p>
          <a:p>
            <a:endParaRPr lang="fr-FR" smtClean="0"/>
          </a:p>
          <a:p>
            <a:r>
              <a:rPr lang="fr-FR" smtClean="0"/>
              <a:t>	Pré-Refrain: </a:t>
            </a:r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11- JE DIS NON NON NON NON AU DIABLE</a:t>
            </a:r>
          </a:p>
          <a:p>
            <a:r>
              <a:rPr lang="fr-FR" smtClean="0"/>
              <a:t>       NON NON AU DIABLE</a:t>
            </a:r>
          </a:p>
          <a:p>
            <a:r>
              <a:rPr lang="fr-FR" smtClean="0"/>
              <a:t>12- NON NON AU DIABLE AMEN</a:t>
            </a:r>
          </a:p>
          <a:p>
            <a:endParaRPr lang="fr-FR" smtClean="0"/>
          </a:p>
          <a:p>
            <a:r>
              <a:rPr lang="fr-FR" smtClean="0"/>
              <a:t>Pont:
13-  DONNE-LUI TOUT, ABANDONNE TOUT  LÀ AUX PIEDS DE JÉSUS </a:t>
            </a:r>
          </a:p>
          <a:p>
            <a:r>
              <a:rPr lang="fr-FR" smtClean="0"/>
              <a:t>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095483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1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1-  DIEU CHANGE MES PLEURS EN JOIE  
2-  DIEU CHANGE MES PEURS EN FOI 
3-  JE SUIS UN VAINQUEUR DANS LES MAINS DU SEIGNEUR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Pré-Refrain: 
	4-  LA TRISTESSE PEUT DURER  PENDANT LA NUIT  
	5-  MAIS LE MATIN LA JOIE M’ENVAHIT  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Refrain :
	6-  JE DIS OUI OUI OUI SEIGNEUR  
	7-  OUI OUI OUI SEIGNEUR  
	8-  AMEN  			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</a:t>
            </a:r>
          </a:p>
          <a:p>
            <a:pPr>
              <a:defRPr/>
            </a:pPr>
            <a:r>
              <a:rPr lang="fr-FR" smtClean="0"/>
              <a:t>
9-  SANS CRAINTE JE LE LOUERAI  SANS FIN JE CHANTERAI 
10-  JE SUIS UN VAINQUEUR  DANS LES MAINS DU SEIGNEUR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Pré-Refrain: </a:t>
            </a:r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JE DIS NON NON NON NON AU DIABLE</a:t>
            </a:r>
          </a:p>
          <a:p>
            <a:pPr>
              <a:defRPr/>
            </a:pPr>
            <a:r>
              <a:rPr lang="fr-FR" smtClean="0"/>
              <a:t>       NON NON AU DIABLE</a:t>
            </a:r>
          </a:p>
          <a:p>
            <a:pPr>
              <a:defRPr/>
            </a:pPr>
            <a:r>
              <a:rPr lang="fr-FR" smtClean="0"/>
              <a:t>12- NON NON AU DIABLE AMEN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
13-  DONNE-LUI TOUT, ABANDONNE TOUT  LÀ AUX PIEDS DE JÉSUS </a:t>
            </a:r>
          </a:p>
          <a:p>
            <a:pPr>
              <a:defRPr/>
            </a:pPr>
            <a:r>
              <a:rPr lang="fr-FR" smtClean="0"/>
              <a:t>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fr-FR" smtClean="0"/>
          </a:p>
          <a:p>
            <a:r>
              <a:rPr lang="fr-FR" smtClean="0"/>
              <a:t>Couplet 1</a:t>
            </a:r>
          </a:p>
          <a:p>
            <a:endParaRPr lang="fr-FR" smtClean="0"/>
          </a:p>
          <a:p>
            <a:r>
              <a:rPr lang="fr-FR" smtClean="0"/>
              <a:t>1-  DIEU CHANGE MES PLEURS EN JOIE  
2-  DIEU CHANGE MES PEURS EN FOI 
3-  JE SUIS UN VAINQUEUR DANS LES MAINS DU SEIGNEUR    x2</a:t>
            </a:r>
          </a:p>
          <a:p>
            <a:endParaRPr lang="fr-FR" smtClean="0"/>
          </a:p>
          <a:p>
            <a:r>
              <a:rPr lang="fr-FR" smtClean="0"/>
              <a:t>	Pré-Refrain: 
	4-  LA TRISTESSE PEUT DURER  PENDANT LA NUIT  
	5-  MAIS LE MATIN LA JOIE M’ENVAHIT 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
	6-  JE DIS OUI OUI OUI SEIGNEUR  
	7-  OUI OUI OUI SEIGNEUR  
	8-  AMEN  			x2</a:t>
            </a:r>
          </a:p>
          <a:p>
            <a:endParaRPr lang="fr-FR" smtClean="0"/>
          </a:p>
          <a:p>
            <a:r>
              <a:rPr lang="fr-FR" smtClean="0"/>
              <a:t>Couplet 2</a:t>
            </a:r>
          </a:p>
          <a:p>
            <a:r>
              <a:rPr lang="fr-FR" smtClean="0"/>
              <a:t>
9-  SANS CRAINTE JE LE LOUERAI  SANS FIN JE CHANTERAI 
10-  JE SUIS UN VAINQUEUR  DANS LES MAINS DU SEIGNEUR  </a:t>
            </a:r>
          </a:p>
          <a:p>
            <a:endParaRPr lang="fr-FR" smtClean="0"/>
          </a:p>
          <a:p>
            <a:r>
              <a:rPr lang="fr-FR" smtClean="0"/>
              <a:t>	Pré-Refrain: </a:t>
            </a:r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11- JE DIS NON NON NON NON AU DIABLE</a:t>
            </a:r>
          </a:p>
          <a:p>
            <a:r>
              <a:rPr lang="fr-FR" smtClean="0"/>
              <a:t>       NON NON AU DIABLE</a:t>
            </a:r>
          </a:p>
          <a:p>
            <a:r>
              <a:rPr lang="fr-FR" smtClean="0"/>
              <a:t>12- NON NON AU DIABLE AMEN</a:t>
            </a:r>
          </a:p>
          <a:p>
            <a:endParaRPr lang="fr-FR" smtClean="0"/>
          </a:p>
          <a:p>
            <a:r>
              <a:rPr lang="fr-FR" smtClean="0"/>
              <a:t>Pont:
13-  DONNE-LUI TOUT, ABANDONNE TOUT  LÀ AUX PIEDS DE JÉSUS </a:t>
            </a:r>
          </a:p>
          <a:p>
            <a:r>
              <a:rPr lang="fr-FR" smtClean="0"/>
              <a:t>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579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1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1-  DIEU CHANGE MES PLEURS EN JOIE  
2-  DIEU CHANGE MES PEURS EN FOI 
3-  JE SUIS UN VAINQUEUR DANS LES MAINS DU SEIGNEUR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Pré-Refrain: 
	4-  LA TRISTESSE PEUT DURER  PENDANT LA NUIT  
	5-  MAIS LE MATIN LA JOIE M’ENVAHIT  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Refrain :
	6-  JE DIS OUI OUI OUI SEIGNEUR  
	7-  OUI OUI OUI SEIGNEUR  
	8-  AMEN  			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</a:t>
            </a:r>
          </a:p>
          <a:p>
            <a:pPr>
              <a:defRPr/>
            </a:pPr>
            <a:r>
              <a:rPr lang="fr-FR" smtClean="0"/>
              <a:t>
9-  SANS CRAINTE JE LE LOUERAI  SANS FIN JE CHANTERAI 
10-  JE SUIS UN VAINQUEUR  DANS LES MAINS DU SEIGNEUR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Pré-Refrain: </a:t>
            </a:r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JE DIS NON NON NON NON AU DIABLE</a:t>
            </a:r>
          </a:p>
          <a:p>
            <a:pPr>
              <a:defRPr/>
            </a:pPr>
            <a:r>
              <a:rPr lang="fr-FR" smtClean="0"/>
              <a:t>       NON NON AU DIABLE</a:t>
            </a:r>
          </a:p>
          <a:p>
            <a:pPr>
              <a:defRPr/>
            </a:pPr>
            <a:r>
              <a:rPr lang="fr-FR" smtClean="0"/>
              <a:t>12- NON NON AU DIABLE AMEN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
13-  DONNE-LUI TOUT, ABANDONNE TOUT  LÀ AUX PIEDS DE JÉSUS </a:t>
            </a:r>
          </a:p>
          <a:p>
            <a:pPr>
              <a:defRPr/>
            </a:pPr>
            <a:r>
              <a:rPr lang="fr-FR" smtClean="0"/>
              <a:t>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fr-FR" smtClean="0"/>
          </a:p>
          <a:p>
            <a:r>
              <a:rPr lang="fr-FR" smtClean="0"/>
              <a:t>Couplet 1</a:t>
            </a:r>
          </a:p>
          <a:p>
            <a:endParaRPr lang="fr-FR" smtClean="0"/>
          </a:p>
          <a:p>
            <a:r>
              <a:rPr lang="fr-FR" smtClean="0"/>
              <a:t>1-  DIEU CHANGE MES PLEURS EN JOIE  
2-  DIEU CHANGE MES PEURS EN FOI 
3-  JE SUIS UN VAINQUEUR DANS LES MAINS DU SEIGNEUR    x2</a:t>
            </a:r>
          </a:p>
          <a:p>
            <a:endParaRPr lang="fr-FR" smtClean="0"/>
          </a:p>
          <a:p>
            <a:r>
              <a:rPr lang="fr-FR" smtClean="0"/>
              <a:t>	Pré-Refrain: 
	4-  LA TRISTESSE PEUT DURER  PENDANT LA NUIT  
	5-  MAIS LE MATIN LA JOIE M’ENVAHIT 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
	6-  JE DIS OUI OUI OUI SEIGNEUR  
	7-  OUI OUI OUI SEIGNEUR  
	8-  AMEN  			x2</a:t>
            </a:r>
          </a:p>
          <a:p>
            <a:endParaRPr lang="fr-FR" smtClean="0"/>
          </a:p>
          <a:p>
            <a:r>
              <a:rPr lang="fr-FR" smtClean="0"/>
              <a:t>Couplet 2</a:t>
            </a:r>
          </a:p>
          <a:p>
            <a:r>
              <a:rPr lang="fr-FR" smtClean="0"/>
              <a:t>
9-  SANS CRAINTE JE LE LOUERAI  SANS FIN JE CHANTERAI 
10-  JE SUIS UN VAINQUEUR  DANS LES MAINS DU SEIGNEUR  </a:t>
            </a:r>
          </a:p>
          <a:p>
            <a:endParaRPr lang="fr-FR" smtClean="0"/>
          </a:p>
          <a:p>
            <a:r>
              <a:rPr lang="fr-FR" smtClean="0"/>
              <a:t>	Pré-Refrain: </a:t>
            </a:r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11- JE DIS NON NON NON NON AU DIABLE</a:t>
            </a:r>
          </a:p>
          <a:p>
            <a:r>
              <a:rPr lang="fr-FR" smtClean="0"/>
              <a:t>       NON NON AU DIABLE</a:t>
            </a:r>
          </a:p>
          <a:p>
            <a:r>
              <a:rPr lang="fr-FR" smtClean="0"/>
              <a:t>12- NON NON AU DIABLE AMEN</a:t>
            </a:r>
          </a:p>
          <a:p>
            <a:endParaRPr lang="fr-FR" smtClean="0"/>
          </a:p>
          <a:p>
            <a:r>
              <a:rPr lang="fr-FR" smtClean="0"/>
              <a:t>Pont:
13-  DONNE-LUI TOUT, ABANDONNE TOUT  LÀ AUX PIEDS DE JÉSUS </a:t>
            </a:r>
          </a:p>
          <a:p>
            <a:r>
              <a:rPr lang="fr-FR" smtClean="0"/>
              <a:t>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52676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1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1-  DIEU CHANGE MES PLEURS EN JOIE  
2-  DIEU CHANGE MES PEURS EN FOI 
3-  JE SUIS UN VAINQUEUR DANS LES MAINS DU SEIGNEUR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Pré-Refrain: 
	4-  LA TRISTESSE PEUT DURER  PENDANT LA NUIT  
	5-  MAIS LE MATIN LA JOIE M’ENVAHIT  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Refrain :
	6-  JE DIS OUI OUI OUI SEIGNEUR  
	7-  OUI OUI OUI SEIGNEUR  
	8-  AMEN  			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</a:t>
            </a:r>
          </a:p>
          <a:p>
            <a:pPr>
              <a:defRPr/>
            </a:pPr>
            <a:r>
              <a:rPr lang="fr-FR" smtClean="0"/>
              <a:t>
9-  SANS CRAINTE JE LE LOUERAI  SANS FIN JE CHANTERAI 
10-  JE SUIS UN VAINQUEUR  DANS LES MAINS DU SEIGNEUR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Pré-Refrain: </a:t>
            </a:r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JE DIS NON NON NON NON AU DIABLE</a:t>
            </a:r>
          </a:p>
          <a:p>
            <a:pPr>
              <a:defRPr/>
            </a:pPr>
            <a:r>
              <a:rPr lang="fr-FR" smtClean="0"/>
              <a:t>       NON NON AU DIABLE</a:t>
            </a:r>
          </a:p>
          <a:p>
            <a:pPr>
              <a:defRPr/>
            </a:pPr>
            <a:r>
              <a:rPr lang="fr-FR" smtClean="0"/>
              <a:t>12- NON NON AU DIABLE AMEN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
13-  DONNE-LUI TOUT, ABANDONNE TOUT  LÀ AUX PIEDS DE JÉSUS </a:t>
            </a:r>
          </a:p>
          <a:p>
            <a:pPr>
              <a:defRPr/>
            </a:pPr>
            <a:r>
              <a:rPr lang="fr-FR" smtClean="0"/>
              <a:t>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fr-FR" smtClean="0"/>
          </a:p>
          <a:p>
            <a:r>
              <a:rPr lang="fr-FR" smtClean="0"/>
              <a:t>Couplet 1</a:t>
            </a:r>
          </a:p>
          <a:p>
            <a:endParaRPr lang="fr-FR" smtClean="0"/>
          </a:p>
          <a:p>
            <a:r>
              <a:rPr lang="fr-FR" smtClean="0"/>
              <a:t>1-  DIEU CHANGE MES PLEURS EN JOIE  
2-  DIEU CHANGE MES PEURS EN FOI 
3-  JE SUIS UN VAINQUEUR DANS LES MAINS DU SEIGNEUR    x2</a:t>
            </a:r>
          </a:p>
          <a:p>
            <a:endParaRPr lang="fr-FR" smtClean="0"/>
          </a:p>
          <a:p>
            <a:r>
              <a:rPr lang="fr-FR" smtClean="0"/>
              <a:t>	Pré-Refrain: 
	4-  LA TRISTESSE PEUT DURER  PENDANT LA NUIT  
	5-  MAIS LE MATIN LA JOIE M’ENVAHIT 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
	6-  JE DIS OUI OUI OUI SEIGNEUR  
	7-  OUI OUI OUI SEIGNEUR  
	8-  AMEN  			x2</a:t>
            </a:r>
          </a:p>
          <a:p>
            <a:endParaRPr lang="fr-FR" smtClean="0"/>
          </a:p>
          <a:p>
            <a:r>
              <a:rPr lang="fr-FR" smtClean="0"/>
              <a:t>Couplet 2</a:t>
            </a:r>
          </a:p>
          <a:p>
            <a:r>
              <a:rPr lang="fr-FR" smtClean="0"/>
              <a:t>
9-  SANS CRAINTE JE LE LOUERAI  SANS FIN JE CHANTERAI 
10-  JE SUIS UN VAINQUEUR  DANS LES MAINS DU SEIGNEUR  </a:t>
            </a:r>
          </a:p>
          <a:p>
            <a:endParaRPr lang="fr-FR" smtClean="0"/>
          </a:p>
          <a:p>
            <a:r>
              <a:rPr lang="fr-FR" smtClean="0"/>
              <a:t>	Pré-Refrain: </a:t>
            </a:r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11- JE DIS NON NON NON NON AU DIABLE</a:t>
            </a:r>
          </a:p>
          <a:p>
            <a:r>
              <a:rPr lang="fr-FR" smtClean="0"/>
              <a:t>       NON NON AU DIABLE</a:t>
            </a:r>
          </a:p>
          <a:p>
            <a:r>
              <a:rPr lang="fr-FR" smtClean="0"/>
              <a:t>12- NON NON AU DIABLE AMEN</a:t>
            </a:r>
          </a:p>
          <a:p>
            <a:endParaRPr lang="fr-FR" smtClean="0"/>
          </a:p>
          <a:p>
            <a:r>
              <a:rPr lang="fr-FR" smtClean="0"/>
              <a:t>Pont:
13-  DONNE-LUI TOUT, ABANDONNE TOUT  LÀ AUX PIEDS DE JÉSUS </a:t>
            </a:r>
          </a:p>
          <a:p>
            <a:r>
              <a:rPr lang="fr-FR" smtClean="0"/>
              <a:t>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653671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1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1-  DIEU CHANGE MES PLEURS EN JOIE  
2-  DIEU CHANGE MES PEURS EN FOI 
3-  JE SUIS UN VAINQUEUR DANS LES MAINS DU SEIGNEUR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Pré-Refrain: 
	4-  LA TRISTESSE PEUT DURER  PENDANT LA NUIT  
	5-  MAIS LE MATIN LA JOIE M’ENVAHIT  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Refrain :
	6-  JE DIS OUI OUI OUI SEIGNEUR  
	7-  OUI OUI OUI SEIGNEUR  
	8-  AMEN  			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</a:t>
            </a:r>
          </a:p>
          <a:p>
            <a:pPr>
              <a:defRPr/>
            </a:pPr>
            <a:r>
              <a:rPr lang="fr-FR" smtClean="0"/>
              <a:t>
9-  SANS CRAINTE JE LE LOUERAI  SANS FIN JE CHANTERAI 
10-  JE SUIS UN VAINQUEUR  DANS LES MAINS DU SEIGNEUR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Pré-Refrain: </a:t>
            </a:r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JE DIS NON NON NON NON AU DIABLE</a:t>
            </a:r>
          </a:p>
          <a:p>
            <a:pPr>
              <a:defRPr/>
            </a:pPr>
            <a:r>
              <a:rPr lang="fr-FR" smtClean="0"/>
              <a:t>       NON NON AU DIABLE</a:t>
            </a:r>
          </a:p>
          <a:p>
            <a:pPr>
              <a:defRPr/>
            </a:pPr>
            <a:r>
              <a:rPr lang="fr-FR" smtClean="0"/>
              <a:t>12- NON NON AU DIABLE AMEN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
13-  DONNE-LUI TOUT, ABANDONNE TOUT  LÀ AUX PIEDS DE JÉSUS </a:t>
            </a:r>
          </a:p>
          <a:p>
            <a:pPr>
              <a:defRPr/>
            </a:pPr>
            <a:r>
              <a:rPr lang="fr-FR" smtClean="0"/>
              <a:t>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fr-FR" smtClean="0"/>
          </a:p>
          <a:p>
            <a:r>
              <a:rPr lang="fr-FR" smtClean="0"/>
              <a:t>Couplet 1</a:t>
            </a:r>
          </a:p>
          <a:p>
            <a:endParaRPr lang="fr-FR" smtClean="0"/>
          </a:p>
          <a:p>
            <a:r>
              <a:rPr lang="fr-FR" smtClean="0"/>
              <a:t>1-  DIEU CHANGE MES PLEURS EN JOIE  
2-  DIEU CHANGE MES PEURS EN FOI 
3-  JE SUIS UN VAINQUEUR DANS LES MAINS DU SEIGNEUR    x2</a:t>
            </a:r>
          </a:p>
          <a:p>
            <a:endParaRPr lang="fr-FR" smtClean="0"/>
          </a:p>
          <a:p>
            <a:r>
              <a:rPr lang="fr-FR" smtClean="0"/>
              <a:t>	Pré-Refrain: 
	4-  LA TRISTESSE PEUT DURER  PENDANT LA NUIT  
	5-  MAIS LE MATIN LA JOIE M’ENVAHIT 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
	6-  JE DIS OUI OUI OUI SEIGNEUR  
	7-  OUI OUI OUI SEIGNEUR  
	8-  AMEN  			x2</a:t>
            </a:r>
          </a:p>
          <a:p>
            <a:endParaRPr lang="fr-FR" smtClean="0"/>
          </a:p>
          <a:p>
            <a:r>
              <a:rPr lang="fr-FR" smtClean="0"/>
              <a:t>Couplet 2</a:t>
            </a:r>
          </a:p>
          <a:p>
            <a:r>
              <a:rPr lang="fr-FR" smtClean="0"/>
              <a:t>
9-  SANS CRAINTE JE LE LOUERAI  SANS FIN JE CHANTERAI 
10-  JE SUIS UN VAINQUEUR  DANS LES MAINS DU SEIGNEUR  </a:t>
            </a:r>
          </a:p>
          <a:p>
            <a:endParaRPr lang="fr-FR" smtClean="0"/>
          </a:p>
          <a:p>
            <a:r>
              <a:rPr lang="fr-FR" smtClean="0"/>
              <a:t>	Pré-Refrain: </a:t>
            </a:r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11- JE DIS NON NON NON NON AU DIABLE</a:t>
            </a:r>
          </a:p>
          <a:p>
            <a:r>
              <a:rPr lang="fr-FR" smtClean="0"/>
              <a:t>       NON NON AU DIABLE</a:t>
            </a:r>
          </a:p>
          <a:p>
            <a:r>
              <a:rPr lang="fr-FR" smtClean="0"/>
              <a:t>12- NON NON AU DIABLE AMEN</a:t>
            </a:r>
          </a:p>
          <a:p>
            <a:endParaRPr lang="fr-FR" smtClean="0"/>
          </a:p>
          <a:p>
            <a:r>
              <a:rPr lang="fr-FR" smtClean="0"/>
              <a:t>Pont:
13-  DONNE-LUI TOUT, ABANDONNE TOUT  LÀ AUX PIEDS DE JÉSUS </a:t>
            </a:r>
          </a:p>
          <a:p>
            <a:r>
              <a:rPr lang="fr-FR" smtClean="0"/>
              <a:t>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988349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1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1-  DIEU CHANGE MES PLEURS EN JOIE  
2-  DIEU CHANGE MES PEURS EN FOI 
3-  JE SUIS UN VAINQUEUR DANS LES MAINS DU SEIGNEUR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Pré-Refrain: 
	4-  LA TRISTESSE PEUT DURER  PENDANT LA NUIT  
	5-  MAIS LE MATIN LA JOIE M’ENVAHIT  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Refrain :
	6-  JE DIS OUI OUI OUI SEIGNEUR  
	7-  OUI OUI OUI SEIGNEUR  
	8-  AMEN  			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</a:t>
            </a:r>
          </a:p>
          <a:p>
            <a:pPr>
              <a:defRPr/>
            </a:pPr>
            <a:r>
              <a:rPr lang="fr-FR" smtClean="0"/>
              <a:t>
9-  SANS CRAINTE JE LE LOUERAI  SANS FIN JE CHANTERAI 
10-  JE SUIS UN VAINQUEUR  DANS LES MAINS DU SEIGNEUR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Pré-Refrain: </a:t>
            </a:r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JE DIS NON NON NON NON AU DIABLE</a:t>
            </a:r>
          </a:p>
          <a:p>
            <a:pPr>
              <a:defRPr/>
            </a:pPr>
            <a:r>
              <a:rPr lang="fr-FR" smtClean="0"/>
              <a:t>       NON NON AU DIABLE</a:t>
            </a:r>
          </a:p>
          <a:p>
            <a:pPr>
              <a:defRPr/>
            </a:pPr>
            <a:r>
              <a:rPr lang="fr-FR" smtClean="0"/>
              <a:t>12- NON NON AU DIABLE AMEN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
13-  DONNE-LUI TOUT, ABANDONNE TOUT  LÀ AUX PIEDS DE JÉSUS </a:t>
            </a:r>
          </a:p>
          <a:p>
            <a:pPr>
              <a:defRPr/>
            </a:pPr>
            <a:r>
              <a:rPr lang="fr-FR" smtClean="0"/>
              <a:t>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fr-FR" smtClean="0"/>
          </a:p>
          <a:p>
            <a:r>
              <a:rPr lang="fr-FR" smtClean="0"/>
              <a:t>Couplet 1</a:t>
            </a:r>
          </a:p>
          <a:p>
            <a:endParaRPr lang="fr-FR" smtClean="0"/>
          </a:p>
          <a:p>
            <a:r>
              <a:rPr lang="fr-FR" smtClean="0"/>
              <a:t>1-  DIEU CHANGE MES PLEURS EN JOIE  
2-  DIEU CHANGE MES PEURS EN FOI 
3-  JE SUIS UN VAINQUEUR DANS LES MAINS DU SEIGNEUR    x2</a:t>
            </a:r>
          </a:p>
          <a:p>
            <a:endParaRPr lang="fr-FR" smtClean="0"/>
          </a:p>
          <a:p>
            <a:r>
              <a:rPr lang="fr-FR" smtClean="0"/>
              <a:t>	Pré-Refrain: 
	4-  LA TRISTESSE PEUT DURER  PENDANT LA NUIT  
	5-  MAIS LE MATIN LA JOIE M’ENVAHIT 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
	6-  JE DIS OUI OUI OUI SEIGNEUR  
	7-  OUI OUI OUI SEIGNEUR  
	8-  AMEN  			x2</a:t>
            </a:r>
          </a:p>
          <a:p>
            <a:endParaRPr lang="fr-FR" smtClean="0"/>
          </a:p>
          <a:p>
            <a:r>
              <a:rPr lang="fr-FR" smtClean="0"/>
              <a:t>Couplet 2</a:t>
            </a:r>
          </a:p>
          <a:p>
            <a:r>
              <a:rPr lang="fr-FR" smtClean="0"/>
              <a:t>
9-  SANS CRAINTE JE LE LOUERAI  SANS FIN JE CHANTERAI 
10-  JE SUIS UN VAINQUEUR  DANS LES MAINS DU SEIGNEUR  </a:t>
            </a:r>
          </a:p>
          <a:p>
            <a:endParaRPr lang="fr-FR" smtClean="0"/>
          </a:p>
          <a:p>
            <a:r>
              <a:rPr lang="fr-FR" smtClean="0"/>
              <a:t>	Pré-Refrain: </a:t>
            </a:r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11- JE DIS NON NON NON NON AU DIABLE</a:t>
            </a:r>
          </a:p>
          <a:p>
            <a:r>
              <a:rPr lang="fr-FR" smtClean="0"/>
              <a:t>       NON NON AU DIABLE</a:t>
            </a:r>
          </a:p>
          <a:p>
            <a:r>
              <a:rPr lang="fr-FR" smtClean="0"/>
              <a:t>12- NON NON AU DIABLE AMEN</a:t>
            </a:r>
          </a:p>
          <a:p>
            <a:endParaRPr lang="fr-FR" smtClean="0"/>
          </a:p>
          <a:p>
            <a:r>
              <a:rPr lang="fr-FR" smtClean="0"/>
              <a:t>Pont:
13-  DONNE-LUI TOUT, ABANDONNE TOUT  LÀ AUX PIEDS DE JÉSUS </a:t>
            </a:r>
          </a:p>
          <a:p>
            <a:r>
              <a:rPr lang="fr-FR" smtClean="0"/>
              <a:t>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380500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1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1-  DIEU CHANGE MES PLEURS EN JOIE  
2-  DIEU CHANGE MES PEURS EN FOI 
3-  JE SUIS UN VAINQUEUR DANS LES MAINS DU SEIGNEUR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Pré-Refrain: 
	4-  LA TRISTESSE PEUT DURER  PENDANT LA NUIT  
	5-  MAIS LE MATIN LA JOIE M’ENVAHIT  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Refrain :
	6-  JE DIS OUI OUI OUI SEIGNEUR  
	7-  OUI OUI OUI SEIGNEUR  
	8-  AMEN  			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</a:t>
            </a:r>
          </a:p>
          <a:p>
            <a:pPr>
              <a:defRPr/>
            </a:pPr>
            <a:r>
              <a:rPr lang="fr-FR" smtClean="0"/>
              <a:t>
9-  SANS CRAINTE JE LE LOUERAI  SANS FIN JE CHANTERAI 
10-  JE SUIS UN VAINQUEUR  DANS LES MAINS DU SEIGNEUR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Pré-Refrain: </a:t>
            </a:r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JE DIS NON NON NON NON AU DIABLE</a:t>
            </a:r>
          </a:p>
          <a:p>
            <a:pPr>
              <a:defRPr/>
            </a:pPr>
            <a:r>
              <a:rPr lang="fr-FR" smtClean="0"/>
              <a:t>       NON NON AU DIABLE</a:t>
            </a:r>
          </a:p>
          <a:p>
            <a:pPr>
              <a:defRPr/>
            </a:pPr>
            <a:r>
              <a:rPr lang="fr-FR" smtClean="0"/>
              <a:t>12- NON NON AU DIABLE AMEN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
13-  DONNE-LUI TOUT, ABANDONNE TOUT  LÀ AUX PIEDS DE JÉSUS </a:t>
            </a:r>
          </a:p>
          <a:p>
            <a:pPr>
              <a:defRPr/>
            </a:pPr>
            <a:r>
              <a:rPr lang="fr-FR" smtClean="0"/>
              <a:t>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fr-FR" smtClean="0"/>
          </a:p>
          <a:p>
            <a:r>
              <a:rPr lang="fr-FR" smtClean="0"/>
              <a:t>Couplet 1</a:t>
            </a:r>
          </a:p>
          <a:p>
            <a:endParaRPr lang="fr-FR" smtClean="0"/>
          </a:p>
          <a:p>
            <a:r>
              <a:rPr lang="fr-FR" smtClean="0"/>
              <a:t>1-  DIEU CHANGE MES PLEURS EN JOIE  
2-  DIEU CHANGE MES PEURS EN FOI 
3-  JE SUIS UN VAINQUEUR DANS LES MAINS DU SEIGNEUR    x2</a:t>
            </a:r>
          </a:p>
          <a:p>
            <a:endParaRPr lang="fr-FR" smtClean="0"/>
          </a:p>
          <a:p>
            <a:r>
              <a:rPr lang="fr-FR" smtClean="0"/>
              <a:t>	Pré-Refrain: 
	4-  LA TRISTESSE PEUT DURER  PENDANT LA NUIT  
	5-  MAIS LE MATIN LA JOIE M’ENVAHIT 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
	6-  JE DIS OUI OUI OUI SEIGNEUR  
	7-  OUI OUI OUI SEIGNEUR  
	8-  AMEN  			x2</a:t>
            </a:r>
          </a:p>
          <a:p>
            <a:endParaRPr lang="fr-FR" smtClean="0"/>
          </a:p>
          <a:p>
            <a:r>
              <a:rPr lang="fr-FR" smtClean="0"/>
              <a:t>Couplet 2</a:t>
            </a:r>
          </a:p>
          <a:p>
            <a:r>
              <a:rPr lang="fr-FR" smtClean="0"/>
              <a:t>
9-  SANS CRAINTE JE LE LOUERAI  SANS FIN JE CHANTERAI 
10-  JE SUIS UN VAINQUEUR  DANS LES MAINS DU SEIGNEUR  </a:t>
            </a:r>
          </a:p>
          <a:p>
            <a:endParaRPr lang="fr-FR" smtClean="0"/>
          </a:p>
          <a:p>
            <a:r>
              <a:rPr lang="fr-FR" smtClean="0"/>
              <a:t>	Pré-Refrain: </a:t>
            </a:r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11- JE DIS NON NON NON NON AU DIABLE</a:t>
            </a:r>
          </a:p>
          <a:p>
            <a:r>
              <a:rPr lang="fr-FR" smtClean="0"/>
              <a:t>       NON NON AU DIABLE</a:t>
            </a:r>
          </a:p>
          <a:p>
            <a:r>
              <a:rPr lang="fr-FR" smtClean="0"/>
              <a:t>12- NON NON AU DIABLE AMEN</a:t>
            </a:r>
          </a:p>
          <a:p>
            <a:endParaRPr lang="fr-FR" smtClean="0"/>
          </a:p>
          <a:p>
            <a:r>
              <a:rPr lang="fr-FR" smtClean="0"/>
              <a:t>Pont:
13-  DONNE-LUI TOUT, ABANDONNE TOUT  LÀ AUX PIEDS DE JÉSUS </a:t>
            </a:r>
          </a:p>
          <a:p>
            <a:r>
              <a:rPr lang="fr-FR" smtClean="0"/>
              <a:t>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794940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1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1-  DIEU CHANGE MES PLEURS EN JOIE  
2-  DIEU CHANGE MES PEURS EN FOI 
3-  JE SUIS UN VAINQUEUR DANS LES MAINS DU SEIGNEUR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Pré-Refrain: 
	4-  LA TRISTESSE PEUT DURER  PENDANT LA NUIT  
	5-  MAIS LE MATIN LA JOIE M’ENVAHIT  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Refrain :
	6-  JE DIS OUI OUI OUI SEIGNEUR  
	7-  OUI OUI OUI SEIGNEUR  
	8-  AMEN  			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</a:t>
            </a:r>
          </a:p>
          <a:p>
            <a:pPr>
              <a:defRPr/>
            </a:pPr>
            <a:r>
              <a:rPr lang="fr-FR" smtClean="0"/>
              <a:t>
9-  SANS CRAINTE JE LE LOUERAI  SANS FIN JE CHANTERAI 
10-  JE SUIS UN VAINQUEUR  DANS LES MAINS DU SEIGNEUR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Pré-Refrain: </a:t>
            </a:r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JE DIS NON NON NON NON AU DIABLE</a:t>
            </a:r>
          </a:p>
          <a:p>
            <a:pPr>
              <a:defRPr/>
            </a:pPr>
            <a:r>
              <a:rPr lang="fr-FR" smtClean="0"/>
              <a:t>       NON NON AU DIABLE</a:t>
            </a:r>
          </a:p>
          <a:p>
            <a:pPr>
              <a:defRPr/>
            </a:pPr>
            <a:r>
              <a:rPr lang="fr-FR" smtClean="0"/>
              <a:t>12- NON NON AU DIABLE AMEN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
13-  DONNE-LUI TOUT, ABANDONNE TOUT  LÀ AUX PIEDS DE JÉSUS </a:t>
            </a:r>
          </a:p>
          <a:p>
            <a:pPr>
              <a:defRPr/>
            </a:pPr>
            <a:r>
              <a:rPr lang="fr-FR" smtClean="0"/>
              <a:t>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fr-FR" smtClean="0"/>
          </a:p>
          <a:p>
            <a:r>
              <a:rPr lang="fr-FR" smtClean="0"/>
              <a:t>Couplet 1</a:t>
            </a:r>
          </a:p>
          <a:p>
            <a:endParaRPr lang="fr-FR" smtClean="0"/>
          </a:p>
          <a:p>
            <a:r>
              <a:rPr lang="fr-FR" smtClean="0"/>
              <a:t>1-  DIEU CHANGE MES PLEURS EN JOIE  
2-  DIEU CHANGE MES PEURS EN FOI 
3-  JE SUIS UN VAINQUEUR DANS LES MAINS DU SEIGNEUR    x2</a:t>
            </a:r>
          </a:p>
          <a:p>
            <a:endParaRPr lang="fr-FR" smtClean="0"/>
          </a:p>
          <a:p>
            <a:r>
              <a:rPr lang="fr-FR" smtClean="0"/>
              <a:t>	Pré-Refrain: 
	4-  LA TRISTESSE PEUT DURER  PENDANT LA NUIT  
	5-  MAIS LE MATIN LA JOIE M’ENVAHIT 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
	6-  JE DIS OUI OUI OUI SEIGNEUR  
	7-  OUI OUI OUI SEIGNEUR  
	8-  AMEN  			x2</a:t>
            </a:r>
          </a:p>
          <a:p>
            <a:endParaRPr lang="fr-FR" smtClean="0"/>
          </a:p>
          <a:p>
            <a:r>
              <a:rPr lang="fr-FR" smtClean="0"/>
              <a:t>Couplet 2</a:t>
            </a:r>
          </a:p>
          <a:p>
            <a:r>
              <a:rPr lang="fr-FR" smtClean="0"/>
              <a:t>
9-  SANS CRAINTE JE LE LOUERAI  SANS FIN JE CHANTERAI 
10-  JE SUIS UN VAINQUEUR  DANS LES MAINS DU SEIGNEUR  </a:t>
            </a:r>
          </a:p>
          <a:p>
            <a:endParaRPr lang="fr-FR" smtClean="0"/>
          </a:p>
          <a:p>
            <a:r>
              <a:rPr lang="fr-FR" smtClean="0"/>
              <a:t>	Pré-Refrain: </a:t>
            </a:r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11- JE DIS NON NON NON NON AU DIABLE</a:t>
            </a:r>
          </a:p>
          <a:p>
            <a:r>
              <a:rPr lang="fr-FR" smtClean="0"/>
              <a:t>       NON NON AU DIABLE</a:t>
            </a:r>
          </a:p>
          <a:p>
            <a:r>
              <a:rPr lang="fr-FR" smtClean="0"/>
              <a:t>12- NON NON AU DIABLE AMEN</a:t>
            </a:r>
          </a:p>
          <a:p>
            <a:endParaRPr lang="fr-FR" smtClean="0"/>
          </a:p>
          <a:p>
            <a:r>
              <a:rPr lang="fr-FR" smtClean="0"/>
              <a:t>Pont:
13-  DONNE-LUI TOUT, ABANDONNE TOUT  LÀ AUX PIEDS DE JÉSUS </a:t>
            </a:r>
          </a:p>
          <a:p>
            <a:r>
              <a:rPr lang="fr-FR" smtClean="0"/>
              <a:t>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34244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1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1-  DIEU CHANGE MES PLEURS EN JOIE  
2-  DIEU CHANGE MES PEURS EN FOI 
3-  JE SUIS UN VAINQUEUR DANS LES MAINS DU SEIGNEUR    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Pré-Refrain: 
	4-  LA TRISTESSE PEUT DURER  PENDANT LA NUIT  
	5-  MAIS LE MATIN LA JOIE M’ENVAHIT  </a:t>
            </a:r>
          </a:p>
          <a:p>
            <a:pPr>
              <a:defRPr/>
            </a:pPr>
            <a:r>
              <a:rPr lang="fr-FR" smtClean="0"/>
              <a:t>	</a:t>
            </a:r>
          </a:p>
          <a:p>
            <a:pPr>
              <a:defRPr/>
            </a:pPr>
            <a:r>
              <a:rPr lang="fr-FR" smtClean="0"/>
              <a:t>	Refrain :
	6-  JE DIS OUI OUI OUI SEIGNEUR  
	7-  OUI OUI OUI SEIGNEUR  
	8-  AMEN  			x2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Couplet 2</a:t>
            </a:r>
          </a:p>
          <a:p>
            <a:pPr>
              <a:defRPr/>
            </a:pPr>
            <a:r>
              <a:rPr lang="fr-FR" smtClean="0"/>
              <a:t>
9-  SANS CRAINTE JE LE LOUERAI  SANS FIN JE CHANTERAI 
10-  JE SUIS UN VAINQUEUR  DANS LES MAINS DU SEIGNEUR  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	Pré-Refrain: </a:t>
            </a:r>
          </a:p>
          <a:p>
            <a:pPr>
              <a:defRPr/>
            </a:pPr>
            <a:r>
              <a:rPr lang="fr-FR" smtClean="0"/>
              <a:t>	Refrain :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11- JE DIS NON NON NON NON AU DIABLE</a:t>
            </a:r>
          </a:p>
          <a:p>
            <a:pPr>
              <a:defRPr/>
            </a:pPr>
            <a:r>
              <a:rPr lang="fr-FR" smtClean="0"/>
              <a:t>       NON NON AU DIABLE</a:t>
            </a:r>
          </a:p>
          <a:p>
            <a:pPr>
              <a:defRPr/>
            </a:pPr>
            <a:r>
              <a:rPr lang="fr-FR" smtClean="0"/>
              <a:t>12- NON NON AU DIABLE AMEN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Pont:
13-  DONNE-LUI TOUT, ABANDONNE TOUT  LÀ AUX PIEDS DE JÉSUS </a:t>
            </a:r>
          </a:p>
          <a:p>
            <a:pPr>
              <a:defRPr/>
            </a:pPr>
            <a:r>
              <a:rPr lang="fr-FR" smtClean="0"/>
              <a:t>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fr-FR" smtClean="0"/>
          </a:p>
          <a:p>
            <a:r>
              <a:rPr lang="fr-FR" smtClean="0"/>
              <a:t>Couplet 1</a:t>
            </a:r>
          </a:p>
          <a:p>
            <a:endParaRPr lang="fr-FR" smtClean="0"/>
          </a:p>
          <a:p>
            <a:r>
              <a:rPr lang="fr-FR" smtClean="0"/>
              <a:t>1-  DIEU CHANGE MES PLEURS EN JOIE  
2-  DIEU CHANGE MES PEURS EN FOI 
3-  JE SUIS UN VAINQUEUR DANS LES MAINS DU SEIGNEUR    x2</a:t>
            </a:r>
          </a:p>
          <a:p>
            <a:endParaRPr lang="fr-FR" smtClean="0"/>
          </a:p>
          <a:p>
            <a:r>
              <a:rPr lang="fr-FR" smtClean="0"/>
              <a:t>	Pré-Refrain: 
	4-  LA TRISTESSE PEUT DURER  PENDANT LA NUIT  
	5-  MAIS LE MATIN LA JOIE M’ENVAHIT 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
	6-  JE DIS OUI OUI OUI SEIGNEUR  
	7-  OUI OUI OUI SEIGNEUR  
	8-  AMEN  			x2</a:t>
            </a:r>
          </a:p>
          <a:p>
            <a:endParaRPr lang="fr-FR" smtClean="0"/>
          </a:p>
          <a:p>
            <a:r>
              <a:rPr lang="fr-FR" smtClean="0"/>
              <a:t>Couplet 2</a:t>
            </a:r>
          </a:p>
          <a:p>
            <a:r>
              <a:rPr lang="fr-FR" smtClean="0"/>
              <a:t>
9-  SANS CRAINTE JE LE LOUERAI  SANS FIN JE CHANTERAI 
10-  JE SUIS UN VAINQUEUR  DANS LES MAINS DU SEIGNEUR  </a:t>
            </a:r>
          </a:p>
          <a:p>
            <a:endParaRPr lang="fr-FR" smtClean="0"/>
          </a:p>
          <a:p>
            <a:r>
              <a:rPr lang="fr-FR" smtClean="0"/>
              <a:t>	Pré-Refrain: </a:t>
            </a:r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11- JE DIS NON NON NON NON AU DIABLE</a:t>
            </a:r>
          </a:p>
          <a:p>
            <a:r>
              <a:rPr lang="fr-FR" smtClean="0"/>
              <a:t>       NON NON AU DIABLE</a:t>
            </a:r>
          </a:p>
          <a:p>
            <a:r>
              <a:rPr lang="fr-FR" smtClean="0"/>
              <a:t>12- NON NON AU DIABLE AMEN</a:t>
            </a:r>
          </a:p>
          <a:p>
            <a:endParaRPr lang="fr-FR" smtClean="0"/>
          </a:p>
          <a:p>
            <a:r>
              <a:rPr lang="fr-FR" smtClean="0"/>
              <a:t>Pont:
13-  DONNE-LUI TOUT, ABANDONNE TOUT  LÀ AUX PIEDS DE JÉSUS </a:t>
            </a:r>
          </a:p>
          <a:p>
            <a:r>
              <a:rPr lang="fr-FR" smtClean="0"/>
              <a:t>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766980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70000" lnSpcReduction="20000"/>
          </a:bodyPr>
          <a:lstStyle/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Couplet 1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1-  DIEU CHANGE MES PLEURS EN JOIE  
2-  DIEU CHANGE MES PEURS EN FOI 
3-  JE SUIS UN VAINQUEUR DANS LES MAINS DU SEIGNEUR    x2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Pré-Refrain: 
	4-  LA TRISTESSE PEUT DURER  PENDANT LA NUIT  
	5-  MAIS LE MATIN LA JOIE M’ENVAHIT  </a:t>
            </a:r>
          </a:p>
          <a:p>
            <a:pPr>
              <a:defRPr/>
            </a:pPr>
            <a:r>
              <a:rPr lang="fr-FR" dirty="0" smtClean="0"/>
              <a:t>	</a:t>
            </a:r>
          </a:p>
          <a:p>
            <a:pPr>
              <a:defRPr/>
            </a:pPr>
            <a:r>
              <a:rPr lang="fr-FR" dirty="0" smtClean="0"/>
              <a:t>	Refrain :
	6-  JE DIS OUI </a:t>
            </a:r>
            <a:r>
              <a:rPr lang="fr-FR" dirty="0" err="1" smtClean="0"/>
              <a:t>OUI</a:t>
            </a:r>
            <a:r>
              <a:rPr lang="fr-FR" dirty="0" smtClean="0"/>
              <a:t> </a:t>
            </a:r>
            <a:r>
              <a:rPr lang="fr-FR" dirty="0" err="1" smtClean="0"/>
              <a:t>OUI</a:t>
            </a:r>
            <a:r>
              <a:rPr lang="fr-FR" dirty="0" smtClean="0"/>
              <a:t> SEIGNEUR  
	7-  OUI </a:t>
            </a:r>
            <a:r>
              <a:rPr lang="fr-FR" dirty="0" err="1" smtClean="0"/>
              <a:t>OUI</a:t>
            </a:r>
            <a:r>
              <a:rPr lang="fr-FR" dirty="0" smtClean="0"/>
              <a:t> </a:t>
            </a:r>
            <a:r>
              <a:rPr lang="fr-FR" dirty="0" err="1" smtClean="0"/>
              <a:t>OUI</a:t>
            </a:r>
            <a:r>
              <a:rPr lang="fr-FR" dirty="0" smtClean="0"/>
              <a:t> SEIGNEUR  
	8-  AMEN  			x2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Couplet 2</a:t>
            </a:r>
          </a:p>
          <a:p>
            <a:pPr>
              <a:defRPr/>
            </a:pPr>
            <a:r>
              <a:rPr lang="fr-FR" dirty="0" smtClean="0"/>
              <a:t>
9-  SANS CRAINTE JE LE LOUERAI  SANS FIN JE CHANTERAI 
10-  JE SUIS UN VAINQUEUR  DANS LES MAINS DU SEIGNEUR 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Pré-Refrain: </a:t>
            </a:r>
          </a:p>
          <a:p>
            <a:pPr>
              <a:defRPr/>
            </a:pPr>
            <a:r>
              <a:rPr lang="fr-FR" dirty="0" smtClean="0"/>
              <a:t>	Refrain :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11- JE DIS NON </a:t>
            </a:r>
            <a:r>
              <a:rPr lang="fr-FR" dirty="0" err="1" smtClean="0"/>
              <a:t>NON</a:t>
            </a:r>
            <a:r>
              <a:rPr lang="fr-FR" dirty="0" smtClean="0"/>
              <a:t> </a:t>
            </a:r>
            <a:r>
              <a:rPr lang="fr-FR" dirty="0" err="1" smtClean="0"/>
              <a:t>NON</a:t>
            </a:r>
            <a:r>
              <a:rPr lang="fr-FR" dirty="0" smtClean="0"/>
              <a:t> </a:t>
            </a:r>
            <a:r>
              <a:rPr lang="fr-FR" dirty="0" err="1" smtClean="0"/>
              <a:t>NON</a:t>
            </a:r>
            <a:r>
              <a:rPr lang="fr-FR" dirty="0" smtClean="0"/>
              <a:t> AU DIABLE</a:t>
            </a:r>
          </a:p>
          <a:p>
            <a:pPr>
              <a:defRPr/>
            </a:pPr>
            <a:r>
              <a:rPr lang="fr-FR" dirty="0" smtClean="0"/>
              <a:t>       NON </a:t>
            </a:r>
            <a:r>
              <a:rPr lang="fr-FR" dirty="0" err="1" smtClean="0"/>
              <a:t>NON</a:t>
            </a:r>
            <a:r>
              <a:rPr lang="fr-FR" dirty="0" smtClean="0"/>
              <a:t> AU DIABLE</a:t>
            </a:r>
          </a:p>
          <a:p>
            <a:pPr>
              <a:defRPr/>
            </a:pPr>
            <a:r>
              <a:rPr lang="fr-FR" dirty="0" smtClean="0"/>
              <a:t>12- NON </a:t>
            </a:r>
            <a:r>
              <a:rPr lang="fr-FR" dirty="0" err="1" smtClean="0"/>
              <a:t>NON</a:t>
            </a:r>
            <a:r>
              <a:rPr lang="fr-FR" dirty="0" smtClean="0"/>
              <a:t> AU DIABLE AMEN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Pont:
13-  DONNE-LUI TOUT, ABANDONNE TOUT  LÀ AUX PIEDS DE JÉSUS </a:t>
            </a:r>
          </a:p>
          <a:p>
            <a:pPr>
              <a:defRPr/>
            </a:pPr>
            <a:r>
              <a:rPr lang="fr-FR" dirty="0" smtClean="0"/>
              <a:t>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fr-FR" smtClean="0"/>
          </a:p>
          <a:p>
            <a:r>
              <a:rPr lang="fr-FR" smtClean="0"/>
              <a:t>Couplet 1</a:t>
            </a:r>
          </a:p>
          <a:p>
            <a:endParaRPr lang="fr-FR" smtClean="0"/>
          </a:p>
          <a:p>
            <a:r>
              <a:rPr lang="fr-FR" smtClean="0"/>
              <a:t>1-  DIEU CHANGE MES PLEURS EN JOIE  
2-  DIEU CHANGE MES PEURS EN FOI 
3-  JE SUIS UN VAINQUEUR DANS LES MAINS DU SEIGNEUR    x2</a:t>
            </a:r>
          </a:p>
          <a:p>
            <a:endParaRPr lang="fr-FR" smtClean="0"/>
          </a:p>
          <a:p>
            <a:r>
              <a:rPr lang="fr-FR" smtClean="0"/>
              <a:t>	Pré-Refrain: 
	4-  LA TRISTESSE PEUT DURER  PENDANT LA NUIT  
	5-  MAIS LE MATIN LA JOIE M’ENVAHIT 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
	6-  JE DIS OUI OUI OUI SEIGNEUR  
	7-  OUI OUI OUI SEIGNEUR  
	8-  AMEN  			x2</a:t>
            </a:r>
          </a:p>
          <a:p>
            <a:endParaRPr lang="fr-FR" smtClean="0"/>
          </a:p>
          <a:p>
            <a:r>
              <a:rPr lang="fr-FR" smtClean="0"/>
              <a:t>Couplet 2</a:t>
            </a:r>
          </a:p>
          <a:p>
            <a:r>
              <a:rPr lang="fr-FR" smtClean="0"/>
              <a:t>
9-  SANS CRAINTE JE LE LOUERAI  SANS FIN JE CHANTERAI 
10-  JE SUIS UN VAINQUEUR  DANS LES MAINS DU SEIGNEUR  </a:t>
            </a:r>
          </a:p>
          <a:p>
            <a:endParaRPr lang="fr-FR" smtClean="0"/>
          </a:p>
          <a:p>
            <a:r>
              <a:rPr lang="fr-FR" smtClean="0"/>
              <a:t>	Pré-Refrain: </a:t>
            </a:r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11- JE DIS NON NON NON NON AU DIABLE</a:t>
            </a:r>
          </a:p>
          <a:p>
            <a:r>
              <a:rPr lang="fr-FR" smtClean="0"/>
              <a:t>       NON NON AU DIABLE</a:t>
            </a:r>
          </a:p>
          <a:p>
            <a:r>
              <a:rPr lang="fr-FR" smtClean="0"/>
              <a:t>12- NON NON AU DIABLE AMEN</a:t>
            </a:r>
          </a:p>
          <a:p>
            <a:endParaRPr lang="fr-FR" smtClean="0"/>
          </a:p>
          <a:p>
            <a:r>
              <a:rPr lang="fr-FR" smtClean="0"/>
              <a:t>Pont:
13-  DONNE-LUI TOUT, ABANDONNE TOUT  LÀ AUX PIEDS DE JÉSUS </a:t>
            </a:r>
          </a:p>
          <a:p>
            <a:r>
              <a:rPr lang="fr-FR" smtClean="0"/>
              <a:t>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41756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Couplet 1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1-  DIEU CHANGE MES PLEURS EN JOIE  
2-  DIEU CHANGE MES PEURS EN FOI 
3-  JE SUIS UN VAINQUEUR DANS LES MAINS DU SEIGNEUR    x2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Pré-Refrain: 
	4-  LA TRISTESSE PEUT DURER  PENDANT LA NUIT  
	5-  MAIS LE MATIN LA JOIE M’ENVAHIT  </a:t>
            </a:r>
          </a:p>
          <a:p>
            <a:pPr>
              <a:defRPr/>
            </a:pPr>
            <a:r>
              <a:rPr lang="fr-FR" dirty="0" smtClean="0"/>
              <a:t>	</a:t>
            </a:r>
          </a:p>
          <a:p>
            <a:pPr>
              <a:defRPr/>
            </a:pPr>
            <a:r>
              <a:rPr lang="fr-FR" dirty="0" smtClean="0"/>
              <a:t>	Refrain :
	6-  JE DIS OUI </a:t>
            </a:r>
            <a:r>
              <a:rPr lang="fr-FR" dirty="0" err="1" smtClean="0"/>
              <a:t>OUI</a:t>
            </a:r>
            <a:r>
              <a:rPr lang="fr-FR" dirty="0" smtClean="0"/>
              <a:t> </a:t>
            </a:r>
            <a:r>
              <a:rPr lang="fr-FR" dirty="0" err="1" smtClean="0"/>
              <a:t>OUI</a:t>
            </a:r>
            <a:r>
              <a:rPr lang="fr-FR" dirty="0" smtClean="0"/>
              <a:t> SEIGNEUR  
	7-  OUI </a:t>
            </a:r>
            <a:r>
              <a:rPr lang="fr-FR" dirty="0" err="1" smtClean="0"/>
              <a:t>OUI</a:t>
            </a:r>
            <a:r>
              <a:rPr lang="fr-FR" dirty="0" smtClean="0"/>
              <a:t> </a:t>
            </a:r>
            <a:r>
              <a:rPr lang="fr-FR" dirty="0" err="1" smtClean="0"/>
              <a:t>OUI</a:t>
            </a:r>
            <a:r>
              <a:rPr lang="fr-FR" dirty="0" smtClean="0"/>
              <a:t> SEIGNEUR  
	8-  AMEN  			x2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Couplet 2</a:t>
            </a:r>
          </a:p>
          <a:p>
            <a:pPr>
              <a:defRPr/>
            </a:pPr>
            <a:r>
              <a:rPr lang="fr-FR" dirty="0" smtClean="0"/>
              <a:t>
9-  SANS CRAINTE JE LE LOUERAI  SANS FIN JE CHANTERAI 
10-  JE SUIS UN VAINQUEUR  DANS LES MAINS DU SEIGNEUR 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Pré-Refrain: </a:t>
            </a:r>
          </a:p>
          <a:p>
            <a:pPr>
              <a:defRPr/>
            </a:pPr>
            <a:r>
              <a:rPr lang="fr-FR" dirty="0" smtClean="0"/>
              <a:t>	Refrain :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11- JE DIS NON </a:t>
            </a:r>
            <a:r>
              <a:rPr lang="fr-FR" dirty="0" err="1" smtClean="0"/>
              <a:t>NON</a:t>
            </a:r>
            <a:r>
              <a:rPr lang="fr-FR" dirty="0" smtClean="0"/>
              <a:t> </a:t>
            </a:r>
            <a:r>
              <a:rPr lang="fr-FR" dirty="0" err="1" smtClean="0"/>
              <a:t>NON</a:t>
            </a:r>
            <a:r>
              <a:rPr lang="fr-FR" dirty="0" smtClean="0"/>
              <a:t> </a:t>
            </a:r>
            <a:r>
              <a:rPr lang="fr-FR" dirty="0" err="1" smtClean="0"/>
              <a:t>NON</a:t>
            </a:r>
            <a:r>
              <a:rPr lang="fr-FR" dirty="0" smtClean="0"/>
              <a:t> AU DIABLE</a:t>
            </a:r>
          </a:p>
          <a:p>
            <a:pPr>
              <a:defRPr/>
            </a:pPr>
            <a:r>
              <a:rPr lang="fr-FR" dirty="0" smtClean="0"/>
              <a:t>       NON </a:t>
            </a:r>
            <a:r>
              <a:rPr lang="fr-FR" dirty="0" err="1" smtClean="0"/>
              <a:t>NON</a:t>
            </a:r>
            <a:r>
              <a:rPr lang="fr-FR" dirty="0" smtClean="0"/>
              <a:t> AU DIABLE</a:t>
            </a:r>
          </a:p>
          <a:p>
            <a:pPr>
              <a:defRPr/>
            </a:pPr>
            <a:r>
              <a:rPr lang="fr-FR" dirty="0" smtClean="0"/>
              <a:t>12- NON </a:t>
            </a:r>
            <a:r>
              <a:rPr lang="fr-FR" dirty="0" err="1" smtClean="0"/>
              <a:t>NON</a:t>
            </a:r>
            <a:r>
              <a:rPr lang="fr-FR" dirty="0" smtClean="0"/>
              <a:t> AU DIABLE AMEN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Pont:
13-  DONNE-LUI TOUT, ABANDONNE TOUT  LÀ AUX PIEDS DE JÉSUS </a:t>
            </a:r>
          </a:p>
          <a:p>
            <a:pPr>
              <a:defRPr/>
            </a:pPr>
            <a:r>
              <a:rPr lang="fr-FR" dirty="0" smtClean="0"/>
              <a:t>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fr-FR" smtClean="0"/>
          </a:p>
          <a:p>
            <a:r>
              <a:rPr lang="fr-FR" smtClean="0"/>
              <a:t>Couplet 1</a:t>
            </a:r>
          </a:p>
          <a:p>
            <a:endParaRPr lang="fr-FR" smtClean="0"/>
          </a:p>
          <a:p>
            <a:r>
              <a:rPr lang="fr-FR" smtClean="0"/>
              <a:t>1-  DIEU CHANGE MES PLEURS EN JOIE  
2-  DIEU CHANGE MES PEURS EN FOI 
3-  JE SUIS UN VAINQUEUR DANS LES MAINS DU SEIGNEUR    x2</a:t>
            </a:r>
          </a:p>
          <a:p>
            <a:endParaRPr lang="fr-FR" smtClean="0"/>
          </a:p>
          <a:p>
            <a:r>
              <a:rPr lang="fr-FR" smtClean="0"/>
              <a:t>	Pré-Refrain: 
	4-  LA TRISTESSE PEUT DURER  PENDANT LA NUIT  
	5-  MAIS LE MATIN LA JOIE M’ENVAHIT 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
	6-  JE DIS OUI OUI OUI SEIGNEUR  
	7-  OUI OUI OUI SEIGNEUR  
	8-  AMEN  			x2</a:t>
            </a:r>
          </a:p>
          <a:p>
            <a:endParaRPr lang="fr-FR" smtClean="0"/>
          </a:p>
          <a:p>
            <a:r>
              <a:rPr lang="fr-FR" smtClean="0"/>
              <a:t>Couplet 2</a:t>
            </a:r>
          </a:p>
          <a:p>
            <a:r>
              <a:rPr lang="fr-FR" smtClean="0"/>
              <a:t>
9-  SANS CRAINTE JE LE LOUERAI  SANS FIN JE CHANTERAI 
10-  JE SUIS UN VAINQUEUR  DANS LES MAINS DU SEIGNEUR  </a:t>
            </a:r>
          </a:p>
          <a:p>
            <a:endParaRPr lang="fr-FR" smtClean="0"/>
          </a:p>
          <a:p>
            <a:r>
              <a:rPr lang="fr-FR" smtClean="0"/>
              <a:t>	Pré-Refrain: </a:t>
            </a:r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11- JE DIS NON NON NON NON AU DIABLE</a:t>
            </a:r>
          </a:p>
          <a:p>
            <a:r>
              <a:rPr lang="fr-FR" smtClean="0"/>
              <a:t>       NON NON AU DIABLE</a:t>
            </a:r>
          </a:p>
          <a:p>
            <a:r>
              <a:rPr lang="fr-FR" smtClean="0"/>
              <a:t>12- NON NON AU DIABLE AMEN</a:t>
            </a:r>
          </a:p>
          <a:p>
            <a:endParaRPr lang="fr-FR" smtClean="0"/>
          </a:p>
          <a:p>
            <a:r>
              <a:rPr lang="fr-FR" smtClean="0"/>
              <a:t>Pont:
13-  DONNE-LUI TOUT, ABANDONNE TOUT  LÀ AUX PIEDS DE JÉSUS </a:t>
            </a:r>
          </a:p>
          <a:p>
            <a:r>
              <a:rPr lang="fr-FR" smtClean="0"/>
              <a:t>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87784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Couplet 1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1-  DIEU CHANGE MES PLEURS EN JOIE  
2-  DIEU CHANGE MES PEURS EN FOI 
3-  JE SUIS UN VAINQUEUR DANS LES MAINS DU SEIGNEUR    x2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Pré-Refrain: 
	4-  LA TRISTESSE PEUT DURER  PENDANT LA NUIT  
	5-  MAIS LE MATIN LA JOIE M’ENVAHIT  </a:t>
            </a:r>
          </a:p>
          <a:p>
            <a:pPr>
              <a:defRPr/>
            </a:pPr>
            <a:r>
              <a:rPr lang="fr-FR" dirty="0" smtClean="0"/>
              <a:t>	</a:t>
            </a:r>
          </a:p>
          <a:p>
            <a:pPr>
              <a:defRPr/>
            </a:pPr>
            <a:r>
              <a:rPr lang="fr-FR" dirty="0" smtClean="0"/>
              <a:t>	Refrain :
	6-  JE DIS OUI </a:t>
            </a:r>
            <a:r>
              <a:rPr lang="fr-FR" dirty="0" err="1" smtClean="0"/>
              <a:t>OUI</a:t>
            </a:r>
            <a:r>
              <a:rPr lang="fr-FR" dirty="0" smtClean="0"/>
              <a:t> </a:t>
            </a:r>
            <a:r>
              <a:rPr lang="fr-FR" dirty="0" err="1" smtClean="0"/>
              <a:t>OUI</a:t>
            </a:r>
            <a:r>
              <a:rPr lang="fr-FR" dirty="0" smtClean="0"/>
              <a:t> SEIGNEUR  
	7-  OUI </a:t>
            </a:r>
            <a:r>
              <a:rPr lang="fr-FR" dirty="0" err="1" smtClean="0"/>
              <a:t>OUI</a:t>
            </a:r>
            <a:r>
              <a:rPr lang="fr-FR" dirty="0" smtClean="0"/>
              <a:t> </a:t>
            </a:r>
            <a:r>
              <a:rPr lang="fr-FR" dirty="0" err="1" smtClean="0"/>
              <a:t>OUI</a:t>
            </a:r>
            <a:r>
              <a:rPr lang="fr-FR" dirty="0" smtClean="0"/>
              <a:t> SEIGNEUR  
	8-  AMEN  			x2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Couplet 2</a:t>
            </a:r>
          </a:p>
          <a:p>
            <a:pPr>
              <a:defRPr/>
            </a:pPr>
            <a:r>
              <a:rPr lang="fr-FR" dirty="0" smtClean="0"/>
              <a:t>
9-  SANS CRAINTE JE LE LOUERAI  SANS FIN JE CHANTERAI 
10-  JE SUIS UN VAINQUEUR  DANS LES MAINS DU SEIGNEUR  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	Pré-Refrain: </a:t>
            </a:r>
          </a:p>
          <a:p>
            <a:pPr>
              <a:defRPr/>
            </a:pPr>
            <a:r>
              <a:rPr lang="fr-FR" dirty="0" smtClean="0"/>
              <a:t>	Refrain :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11- JE DIS NON </a:t>
            </a:r>
            <a:r>
              <a:rPr lang="fr-FR" dirty="0" err="1" smtClean="0"/>
              <a:t>NON</a:t>
            </a:r>
            <a:r>
              <a:rPr lang="fr-FR" dirty="0" smtClean="0"/>
              <a:t> </a:t>
            </a:r>
            <a:r>
              <a:rPr lang="fr-FR" dirty="0" err="1" smtClean="0"/>
              <a:t>NON</a:t>
            </a:r>
            <a:r>
              <a:rPr lang="fr-FR" dirty="0" smtClean="0"/>
              <a:t> </a:t>
            </a:r>
            <a:r>
              <a:rPr lang="fr-FR" dirty="0" err="1" smtClean="0"/>
              <a:t>NON</a:t>
            </a:r>
            <a:r>
              <a:rPr lang="fr-FR" dirty="0" smtClean="0"/>
              <a:t> AU DIABLE</a:t>
            </a:r>
          </a:p>
          <a:p>
            <a:pPr>
              <a:defRPr/>
            </a:pPr>
            <a:r>
              <a:rPr lang="fr-FR" dirty="0" smtClean="0"/>
              <a:t>       NON </a:t>
            </a:r>
            <a:r>
              <a:rPr lang="fr-FR" dirty="0" err="1" smtClean="0"/>
              <a:t>NON</a:t>
            </a:r>
            <a:r>
              <a:rPr lang="fr-FR" dirty="0" smtClean="0"/>
              <a:t> AU DIABLE</a:t>
            </a:r>
          </a:p>
          <a:p>
            <a:pPr>
              <a:defRPr/>
            </a:pPr>
            <a:r>
              <a:rPr lang="fr-FR" dirty="0" smtClean="0"/>
              <a:t>12- NON </a:t>
            </a:r>
            <a:r>
              <a:rPr lang="fr-FR" dirty="0" err="1" smtClean="0"/>
              <a:t>NON</a:t>
            </a:r>
            <a:r>
              <a:rPr lang="fr-FR" dirty="0" smtClean="0"/>
              <a:t> AU DIABLE AMEN</a:t>
            </a:r>
          </a:p>
          <a:p>
            <a:pPr>
              <a:defRPr/>
            </a:pPr>
            <a:endParaRPr lang="fr-FR" dirty="0" smtClean="0"/>
          </a:p>
          <a:p>
            <a:pPr>
              <a:defRPr/>
            </a:pPr>
            <a:r>
              <a:rPr lang="fr-FR" dirty="0" smtClean="0"/>
              <a:t>Pont:
13-  DONNE-LUI TOUT, ABANDONNE TOUT  LÀ AUX PIEDS DE JÉSUS </a:t>
            </a:r>
          </a:p>
          <a:p>
            <a:pPr>
              <a:defRPr/>
            </a:pPr>
            <a:r>
              <a:rPr lang="fr-FR" dirty="0" smtClean="0"/>
              <a:t>
</a:t>
            </a:r>
            <a:endParaRPr lang="fr-FR" dirty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endParaRPr lang="fr-FR" smtClean="0"/>
          </a:p>
          <a:p>
            <a:r>
              <a:rPr lang="fr-FR" smtClean="0"/>
              <a:t>Couplet 1</a:t>
            </a:r>
          </a:p>
          <a:p>
            <a:endParaRPr lang="fr-FR" smtClean="0"/>
          </a:p>
          <a:p>
            <a:r>
              <a:rPr lang="fr-FR" smtClean="0"/>
              <a:t>1-  DIEU CHANGE MES PLEURS EN JOIE  
2-  DIEU CHANGE MES PEURS EN FOI 
3-  JE SUIS UN VAINQUEUR DANS LES MAINS DU SEIGNEUR    x2</a:t>
            </a:r>
          </a:p>
          <a:p>
            <a:endParaRPr lang="fr-FR" smtClean="0"/>
          </a:p>
          <a:p>
            <a:r>
              <a:rPr lang="fr-FR" smtClean="0"/>
              <a:t>	Pré-Refrain: 
	4-  LA TRISTESSE PEUT DURER  PENDANT LA NUIT  
	5-  MAIS LE MATIN LA JOIE M’ENVAHIT 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
	6-  JE DIS OUI OUI OUI SEIGNEUR  
	7-  OUI OUI OUI SEIGNEUR  
	8-  AMEN  			x2</a:t>
            </a:r>
          </a:p>
          <a:p>
            <a:endParaRPr lang="fr-FR" smtClean="0"/>
          </a:p>
          <a:p>
            <a:r>
              <a:rPr lang="fr-FR" smtClean="0"/>
              <a:t>Couplet 2</a:t>
            </a:r>
          </a:p>
          <a:p>
            <a:r>
              <a:rPr lang="fr-FR" smtClean="0"/>
              <a:t>
9-  SANS CRAINTE JE LE LOUERAI  SANS FIN JE CHANTERAI 
10-  JE SUIS UN VAINQUEUR  DANS LES MAINS DU SEIGNEUR  </a:t>
            </a:r>
          </a:p>
          <a:p>
            <a:endParaRPr lang="fr-FR" smtClean="0"/>
          </a:p>
          <a:p>
            <a:r>
              <a:rPr lang="fr-FR" smtClean="0"/>
              <a:t>	Pré-Refrain: </a:t>
            </a:r>
          </a:p>
          <a:p>
            <a:r>
              <a:rPr lang="fr-FR" smtClean="0"/>
              <a:t>	Refrain :</a:t>
            </a:r>
          </a:p>
          <a:p>
            <a:endParaRPr lang="fr-FR" smtClean="0"/>
          </a:p>
          <a:p>
            <a:r>
              <a:rPr lang="fr-FR" smtClean="0"/>
              <a:t>11- JE DIS NON NON NON NON AU DIABLE</a:t>
            </a:r>
          </a:p>
          <a:p>
            <a:r>
              <a:rPr lang="fr-FR" smtClean="0"/>
              <a:t>       NON NON AU DIABLE</a:t>
            </a:r>
          </a:p>
          <a:p>
            <a:r>
              <a:rPr lang="fr-FR" smtClean="0"/>
              <a:t>12- NON NON AU DIABLE AMEN</a:t>
            </a:r>
          </a:p>
          <a:p>
            <a:endParaRPr lang="fr-FR" smtClean="0"/>
          </a:p>
          <a:p>
            <a:r>
              <a:rPr lang="fr-FR" smtClean="0"/>
              <a:t>Pont:
13-  DONNE-LUI TOUT, ABANDONNE TOUT  LÀ AUX PIEDS DE JÉSUS </a:t>
            </a:r>
          </a:p>
          <a:p>
            <a:r>
              <a:rPr lang="fr-FR" smtClean="0"/>
              <a:t>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55881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8582D4-822C-4719-9214-F9B568ACB3E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23D0C9-BB12-403A-AEC7-B34BDB29DE5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F090EF-36B6-43EF-BB75-9A5F428A08C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C6201A-2CDF-46E9-9052-E0150D62EE5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CC21C1-1845-4379-A509-6A2F6868AAC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60FAFC-9D93-4EEC-A3C6-C9BF4CE397E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367099-B8F6-4940-B0BB-29CE80C55F6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A0ECD3-CA99-4450-8968-380CC353184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0CCC40-9115-4B55-A907-068B9C838BF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91A502A-C12A-479C-B10D-915619F3F2A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E68787-DB1C-4768-83DD-A6DE25E2694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A4463775-FB1A-4A29-91CF-D1A6D6FE637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DIEU CHANGE MES PLEURS EN JOIE </a:t>
            </a:r>
          </a:p>
        </p:txBody>
      </p:sp>
    </p:spTree>
    <p:extLst>
      <p:ext uri="{BB962C8B-B14F-4D97-AF65-F5344CB8AC3E}">
        <p14:creationId xmlns:p14="http://schemas.microsoft.com/office/powerpoint/2010/main" val="3311488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DIEU CHANGE MES PEURS EN FOI</a:t>
            </a:r>
          </a:p>
        </p:txBody>
      </p:sp>
    </p:spTree>
    <p:extLst>
      <p:ext uri="{BB962C8B-B14F-4D97-AF65-F5344CB8AC3E}">
        <p14:creationId xmlns:p14="http://schemas.microsoft.com/office/powerpoint/2010/main" val="12483705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SUIS UN VAINQUEUR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DANS LES MAINS DU SEIGNEUR </a:t>
            </a:r>
          </a:p>
        </p:txBody>
      </p:sp>
    </p:spTree>
    <p:extLst>
      <p:ext uri="{BB962C8B-B14F-4D97-AF65-F5344CB8AC3E}">
        <p14:creationId xmlns:p14="http://schemas.microsoft.com/office/powerpoint/2010/main" val="13308278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LA TRISTESSE PEUT DURER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PENDANT LA NUIT </a:t>
            </a:r>
          </a:p>
        </p:txBody>
      </p:sp>
    </p:spTree>
    <p:extLst>
      <p:ext uri="{BB962C8B-B14F-4D97-AF65-F5344CB8AC3E}">
        <p14:creationId xmlns:p14="http://schemas.microsoft.com/office/powerpoint/2010/main" val="9161994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MAIS LE MATIN LA JOIE M’ENVAHIT </a:t>
            </a:r>
          </a:p>
        </p:txBody>
      </p:sp>
    </p:spTree>
    <p:extLst>
      <p:ext uri="{BB962C8B-B14F-4D97-AF65-F5344CB8AC3E}">
        <p14:creationId xmlns:p14="http://schemas.microsoft.com/office/powerpoint/2010/main" val="26671488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DIS OUI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OUI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OUI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SEIGNEUR </a:t>
            </a:r>
          </a:p>
        </p:txBody>
      </p:sp>
    </p:spTree>
    <p:extLst>
      <p:ext uri="{BB962C8B-B14F-4D97-AF65-F5344CB8AC3E}">
        <p14:creationId xmlns:p14="http://schemas.microsoft.com/office/powerpoint/2010/main" val="21163060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OUI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OUI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OUI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SEIGNEUR </a:t>
            </a:r>
          </a:p>
        </p:txBody>
      </p:sp>
    </p:spTree>
    <p:extLst>
      <p:ext uri="{BB962C8B-B14F-4D97-AF65-F5344CB8AC3E}">
        <p14:creationId xmlns:p14="http://schemas.microsoft.com/office/powerpoint/2010/main" val="34684326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AMEN </a:t>
            </a:r>
          </a:p>
        </p:txBody>
      </p:sp>
    </p:spTree>
    <p:extLst>
      <p:ext uri="{BB962C8B-B14F-4D97-AF65-F5344CB8AC3E}">
        <p14:creationId xmlns:p14="http://schemas.microsoft.com/office/powerpoint/2010/main" val="25208085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SANS CRAINTE JE LE LOUERAI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SANS FIN JE CHANTERAI</a:t>
            </a:r>
          </a:p>
        </p:txBody>
      </p:sp>
    </p:spTree>
    <p:extLst>
      <p:ext uri="{BB962C8B-B14F-4D97-AF65-F5344CB8AC3E}">
        <p14:creationId xmlns:p14="http://schemas.microsoft.com/office/powerpoint/2010/main" val="41580900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SUIS UN VAINQUEUR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DANS LES MAINS DU SEIGNEUR </a:t>
            </a:r>
          </a:p>
        </p:txBody>
      </p:sp>
    </p:spTree>
    <p:extLst>
      <p:ext uri="{BB962C8B-B14F-4D97-AF65-F5344CB8AC3E}">
        <p14:creationId xmlns:p14="http://schemas.microsoft.com/office/powerpoint/2010/main" val="3465601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JE DIS NON </a:t>
            </a:r>
            <a:r>
              <a:rPr lang="fr-FR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NON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</a:t>
            </a:r>
            <a:r>
              <a:rPr lang="fr-FR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NON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AU DIABLE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NON </a:t>
            </a:r>
            <a:r>
              <a:rPr lang="fr-FR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NON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</a:t>
            </a:r>
            <a:r>
              <a:rPr lang="fr-FR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NON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AU DIABLE</a:t>
            </a:r>
          </a:p>
        </p:txBody>
      </p:sp>
    </p:spTree>
    <p:extLst>
      <p:ext uri="{BB962C8B-B14F-4D97-AF65-F5344CB8AC3E}">
        <p14:creationId xmlns:p14="http://schemas.microsoft.com/office/powerpoint/2010/main" val="2914399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NON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NON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</a:t>
            </a:r>
            <a:r>
              <a:rPr 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NON</a:t>
            </a: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 AU DIABLE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AMEN </a:t>
            </a:r>
          </a:p>
        </p:txBody>
      </p:sp>
    </p:spTree>
    <p:extLst>
      <p:ext uri="{BB962C8B-B14F-4D97-AF65-F5344CB8AC3E}">
        <p14:creationId xmlns:p14="http://schemas.microsoft.com/office/powerpoint/2010/main" val="30065822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5"/>
          <p:cNvSpPr>
            <a:spLocks noChangeArrowheads="1"/>
          </p:cNvSpPr>
          <p:nvPr/>
        </p:nvSpPr>
        <p:spPr bwMode="auto">
          <a:xfrm>
            <a:off x="0" y="63500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DONNE-LUI TOUT, ABANDONNE TOUT </a:t>
            </a:r>
          </a:p>
          <a:p>
            <a:pPr algn="ctr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 panose="020B0603020102020204" pitchFamily="34" charset="0"/>
              </a:rPr>
              <a:t>LÀ AUX PIEDS DE JÉSUS</a:t>
            </a:r>
          </a:p>
        </p:txBody>
      </p:sp>
    </p:spTree>
    <p:extLst>
      <p:ext uri="{BB962C8B-B14F-4D97-AF65-F5344CB8AC3E}">
        <p14:creationId xmlns:p14="http://schemas.microsoft.com/office/powerpoint/2010/main" val="727675226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775</TotalTime>
  <Words>325</Words>
  <Application>Microsoft Office PowerPoint</Application>
  <PresentationFormat>Affichage à l'écran (4:3)</PresentationFormat>
  <Paragraphs>566</Paragraphs>
  <Slides>13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7" baseType="lpstr">
      <vt:lpstr>Calibri</vt:lpstr>
      <vt:lpstr>Franklin Gothic Medium</vt:lpstr>
      <vt:lpstr>Times New Roman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102</cp:revision>
  <dcterms:created xsi:type="dcterms:W3CDTF">2002-08-17T13:12:10Z</dcterms:created>
  <dcterms:modified xsi:type="dcterms:W3CDTF">2022-09-23T18:06:44Z</dcterms:modified>
</cp:coreProperties>
</file>