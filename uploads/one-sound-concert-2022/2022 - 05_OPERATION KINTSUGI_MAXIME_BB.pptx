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83" r:id="rId2"/>
    <p:sldId id="285" r:id="rId3"/>
    <p:sldId id="284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2" r:id="rId20"/>
    <p:sldId id="301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316" r:id="rId35"/>
    <p:sldId id="317" r:id="rId36"/>
    <p:sldId id="318" r:id="rId37"/>
    <p:sldId id="319" r:id="rId38"/>
    <p:sldId id="320" r:id="rId39"/>
    <p:sldId id="321" r:id="rId40"/>
    <p:sldId id="322" r:id="rId41"/>
    <p:sldId id="323" r:id="rId42"/>
    <p:sldId id="324" r:id="rId43"/>
    <p:sldId id="325" r:id="rId44"/>
    <p:sldId id="326" r:id="rId4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76" autoAdjust="0"/>
    <p:restoredTop sz="50197" autoAdjust="0"/>
  </p:normalViewPr>
  <p:slideViewPr>
    <p:cSldViewPr>
      <p:cViewPr varScale="1">
        <p:scale>
          <a:sx n="45" d="100"/>
          <a:sy n="45" d="100"/>
        </p:scale>
        <p:origin x="65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B5D5E6B-900D-4801-A0B4-8E26BD09013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7160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7627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1650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0548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2494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4139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521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43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3946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62600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51287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1155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9460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49555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62477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30990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3038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0268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9514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1267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92219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12537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15696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50102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22954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5677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41469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89045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1300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4734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68776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03108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30382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49122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79922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44917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457580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022955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8955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48695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764398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21412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ET MÊME SI LES ANNÉES PASSENT  ET QUE J'PRENDS DE L'ÂGE 
2-  ET MÊME SI C'EST À LA NAGE  QUE J'DOIS PRENDRE LE LARGE  </a:t>
            </a:r>
          </a:p>
          <a:p>
            <a:r>
              <a:rPr lang="fr-FR" smtClean="0"/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mtClean="0"/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mtClean="0"/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mtClean="0"/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mtClean="0"/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mtClean="0"/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mtClean="0"/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ET MÊME SI LES ANNÉES PASSENT  ET QUE J'PRENDS DE L'ÂGE 
2-  ET MÊME SI C'EST À LA NAGE  QUE J'DOIS PRENDRE LE LARGE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TOUJOURS OBSTINÉ  POUR ATTEINDRE LE RIVAGE 
4-  TOUT EN REFUSANT L'IDÉE  QUE TOUT N'EST QUE MIRAGE  
5-  RENFERMÉ DANS LE MONDE  DES EXCUSES 
6-  INUTILE D'BLÂMER CEUX QU'ON ACCUSE ET PUIS D'ABORD SI JE N'M'ABUSE 
7-  IL N'Y A PLUS D'COPAINS À BORD  SUR LE RADEAU D'LA MÉDUSE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8-  J'ME SENS PAS DANS MES POMPES  EN PRENANT LA VOIE NORMALE 
9-  J'ME DOIS D'FAIRE LA DIFFÉRENCE  CAR C'EST MA RAISON D'ÊTRE AL 
10-  LE COMMUN DES MORTELS À MON SENS C'EST TROP BANAL : 
11-  MÉTRO BOULOT DODO  TAILLANT L'SOURIRE COMMERCIAL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12-  TERRE À TERRE POUR CERTAINS 
13-  PARFOIS NAÏF, J'CROIS ENCORE  QUE MA PASSION PEUT RENDRE RICHE 
14-  TOUCHER L'PLUS GRAND NOMBRE  SANS UTILISER LA TRICHE 
15-  JE N'VEUX PAS M'CONTENTER  D'UN STATUT D'ARTISTE DE NICHE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16-  JE N'SUIS PAS UN POULAIN D'ÉCURIE 
17-  PERSONNE N'EST VENU  POUR CUIR MON RIZ 
18-  J'AI PRIS L'INITIATIVE  DE L'FAIRE MOI-MÊME 
19-  ET JE PROVOQUE UN CHARIVARI  
20-  SI J'AVAIS CRAQUÉ  CERTAINS AURAIENT TRINQUÉ 
21-  DITES-LEUR QUE J'NAI PAS RENONCÉ PLUS DÉTERMINÉ QUE JAMAIS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22-  J'AI POSÉ MES TRIPES SUR LA TABLE 
23-  N'EN DÉPLAISE À CEUX  QUI N'M'EN CROYAIENT PAS CAPABLE  
24-  MAINTENANT QU'LA ROUE A TOURNÉ  ÇA LES ACCABLE 
25-  ILS ATTENDENT QUE J'M'ÉGARE  COMME SI J'ÉTAIS L'ROI ACHAB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26-  J'AI VOULU RÉALISER L'IMPOSSIBLE 
27-  JUSTE POUR MONTRER  QUE C'EST POSSIBLE DE LE FAIRE 
28-  POUR DONNER DE LA FORCE  AUX SŒURS ET AUX FRÈRES 
29-  ÊTRE L'EXCEPTION  QUI RÉFUTE LA RÈGLE  
30-  ÇA SEMBLE DUR D'ALLER DE L'AVANT 
31-  MAIS C'EST TOUT AUTANT DOULOUREUX DE REGARDER DERRIÈRE 
32-  FRANCHEMENT RIEN N'ME POUSSE  À VOULOIR REVENIR EN ARRIÈRE 
33-  FORCE EST DE CONSTATER  QUE J'SUIS PLUS LE MÊME QU'HIER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34-  DANS UNE DÉMARCHE D'ENTREPRENDRE 
35-  MA PLACE J'ME DOIS D'LA PRENDRE J'SUIS VENU FAIRE SANS PRÉTENDRE 
36-  PENDANT QU'ILS PRÉTENDENT  FAIRE CE QU'ILS NE FONT PAS 
37-  DONC ILS PRÉTENDENT ÊTRE  CE QU'ILS NE SONT PAS  
38-  J'OPÈRE UN KINTSUGI  DANS MON ÊTRE INTÉRIEUR 
39-  TOUS LES COUPS QU'J'AI PRIS SONT CENSÉS M'RENDRE MEILLEUR 
40-  COÛTEUX EST LE PRIX D'APPRENDRE  DE SES ERREURS 
41-  AUJOURD'HUI JE L'ÉCRIS  POUR ÉRADIQUER MES PEURS 
42-  IL Y A TOUT  POUR QU'JE CRAME DANS MON CRÂNE 
43-  UN PLOMB UN FUSIBLE OU UN CÂBLE 
44-  MAIS L'ESPÉRANCE ET LA FOI EN DIEU M'ONT PERMIS DE RESTER STABLE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AFCDE-A325-43CB-ADC8-D169724BF3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68BF4-F522-41F0-A1D0-A42E1DE839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1052F-3ACD-44C2-ACDF-E34D3CA2EA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2ECFA-1673-4B8B-8D64-4EE7D6672A0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1BE55-33E3-4756-B7A7-C221C18F4B2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CA712-4D27-469E-9D01-5F4FB28A46E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94F99-FAD7-4EFB-A28B-1DD5395FD50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F23A5-E9D7-403D-B6B8-21A5BFBC8A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4CE66-7B09-421E-94E9-A77FC7E65F8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1D8F3-6891-4D25-AB02-2353E9DD4F2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EAA9-E152-436E-BBFC-538DCC4A9F1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18E387B-FFA8-45DE-82C9-DE07A05A50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MÊME SI LES ANNÉES PASSENT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QUE J'PRENDS DE L'ÂGE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MÊME SI C'EST À LA NAGE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J'DOIS PRENDRE LE LARGE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8248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TOUJOURS OBSTINÉ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ATTEINDRE LE RIVAGE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7445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EN REFUSANT L'IDÉE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TOUT N'EST QUE MIRAGE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74780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RENFERMÉ DANS LE MONDE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EXCUSES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342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INUTILE D'BLÂMER CEUX QU'ON ACCUSE ET PUIS D'ABORD SI JE N'M'ABUSE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5993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N'Y A PLUS D'COPAINS À BORD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LE RADEAU D'LA MÉDUSE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3438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J'ME SENS PAS DANS MES POMPES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PRENANT LA VOIE NORMALE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05199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J'ME DOIS D'FAIRE LA DIFFÉRENCE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C'EST MA RAISON D'ÊTRE AL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85237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COMMUN DES MORTELS À MON SENS C'EST TROP BANAL :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453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MÉTRO BOULOT DODO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TAILLANT L'SOURIRE COMMERCIAL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8399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TERRE À TERRE POUR CERTAINS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75335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PARFOIS NAÏF, J'CROIS ENCORE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MA PASSION PEUT RENDRE RICHE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7158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TOUCHER L'PLUS GRAND NOMBRE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UTILISER LA TRICHE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242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N'VEUX PAS M'CONTENTER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D'UN STATUT D'ARTISTE DE NICHE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4877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N'SUIS PAS UN POULAIN D'ÉCURIE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457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PERSONNE N'EST VENU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CUIR MON RIZ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4649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PRIS L'INITIATIVE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L'FAIRE MOI-MÊME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79785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PROVOQUE UN CHARIVARI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94416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J'AVAIS CRAQUÉ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CERTAINS AURAIENT TRINQUÉ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88660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DITES-LEUR QUE J'NAI PAS RENONCÉ PLUS DÉTERMINÉ QUE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1257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POSÉ MES TRIPES SUR LA TABLE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66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N'EN DÉPLAISE À CEUX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N'M'EN CROYAIENT PAS CAPABLE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09153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MAINTENANT QU'LA ROUE A TOURNÉ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ÇA LES ACCABLE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4627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ATTENDENT QUE J'M'ÉGARE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SI J'ÉTAIS L'ROI ACHAB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0944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VOULU RÉALISER L'IMPOSSIBLE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369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POUR MONTRER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C'EST POSSIBLE DE LE FAIRE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0920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DONNER DE LA FORCE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AUX SŒURS ET AUX FRÈRES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0525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ÊTRE L'EXCEPTION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RÉFUTE LA RÈGLE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40434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ÇA SEMBLE DUR D'ALLER DE L'AVANT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643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C'EST TOUT AUTANT DOULOUREUX DE REGARDER DERRIÈRE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80537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FRANCHEMENT RIEN N'ME POUSSE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VOULOIR REVENIR EN ARRIÈRE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0249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FORCE EST DE CONSTATER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J'SUIS PLUS LE MÊME QU'HIER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84765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UNE DÉMARCHE D'ENTREPRENDRE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1906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PLACE J'ME DOIS D'LA PRENDRE J'SUIS VENU FAIRE SANS PRÉTENDRE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1961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PENDANT QU'ILS PRÉTENDENT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FAIRE CE QU'ILS NE FONT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4227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DONC ILS PRÉTENDENT ÊTRE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QU'ILS NE SONT PAS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218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J'OPÈRE UN KINTSUGI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MON ÊTRE INTÉRIEUR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129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LES COUPS QU'J'AI PRIS SONT CENSÉS M'RENDRE MEILLEUR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25461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COÛTEUX EST LE PRIX D'APPRENDRE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SES ERREURS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470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AUJOURD'HUI JE L'ÉCRIS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ÉRADIQUER MES PEURS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175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TOUT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QU'JE CRAME DANS MON CRÂNE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5934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PLOMB UN FUSIBLE OU UN CÂBLE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1044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L'ESPÉRANCE ET LA FOI EN DIEU M'ONT PERMIS DE RESTER STABLE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75520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1422</Words>
  <Application>Microsoft Office PowerPoint</Application>
  <PresentationFormat>Affichage à l'écran (4:3)</PresentationFormat>
  <Paragraphs>777</Paragraphs>
  <Slides>44</Slides>
  <Notes>44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6" baseType="lpstr"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64</cp:revision>
  <dcterms:created xsi:type="dcterms:W3CDTF">2002-08-17T10:50:50Z</dcterms:created>
  <dcterms:modified xsi:type="dcterms:W3CDTF">2022-09-22T16:02:13Z</dcterms:modified>
</cp:coreProperties>
</file>