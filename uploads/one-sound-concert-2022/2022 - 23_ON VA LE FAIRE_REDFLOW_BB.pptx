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3" r:id="rId2"/>
    <p:sldId id="308" r:id="rId3"/>
    <p:sldId id="307" r:id="rId4"/>
    <p:sldId id="306" r:id="rId5"/>
    <p:sldId id="305" r:id="rId6"/>
    <p:sldId id="304" r:id="rId7"/>
    <p:sldId id="302" r:id="rId8"/>
    <p:sldId id="301" r:id="rId9"/>
    <p:sldId id="300" r:id="rId10"/>
    <p:sldId id="299" r:id="rId11"/>
    <p:sldId id="298" r:id="rId12"/>
    <p:sldId id="297" r:id="rId13"/>
    <p:sldId id="309" r:id="rId14"/>
    <p:sldId id="296" r:id="rId15"/>
    <p:sldId id="310" r:id="rId16"/>
    <p:sldId id="289" r:id="rId17"/>
    <p:sldId id="288" r:id="rId18"/>
    <p:sldId id="287" r:id="rId19"/>
    <p:sldId id="286" r:id="rId20"/>
    <p:sldId id="285" r:id="rId21"/>
    <p:sldId id="311" r:id="rId22"/>
    <p:sldId id="284" r:id="rId23"/>
    <p:sldId id="283" r:id="rId24"/>
    <p:sldId id="282" r:id="rId25"/>
    <p:sldId id="312" r:id="rId26"/>
    <p:sldId id="275" r:id="rId27"/>
    <p:sldId id="274" r:id="rId28"/>
    <p:sldId id="313" r:id="rId29"/>
    <p:sldId id="273" r:id="rId30"/>
    <p:sldId id="314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95" autoAdjust="0"/>
    <p:restoredTop sz="32606" autoAdjust="0"/>
  </p:normalViewPr>
  <p:slideViewPr>
    <p:cSldViewPr>
      <p:cViewPr varScale="1">
        <p:scale>
          <a:sx n="33" d="100"/>
          <a:sy n="33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759788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448160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141350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862595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067367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682620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433562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613273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975256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73689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594958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34397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136628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249535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709720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717880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279916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858650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5298004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886690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717965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2122610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1417797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9102160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7087641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373078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810499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pPr>
              <a:defRPr/>
            </a:pPr>
            <a:r>
              <a:rPr lang="fr-FR"/>
              <a:t>  
Couplet 1:</a:t>
            </a:r>
          </a:p>
          <a:p>
            <a:pPr>
              <a:defRPr/>
            </a:pPr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  
Couplet2:</a:t>
            </a:r>
          </a:p>
          <a:p>
            <a:pPr>
              <a:defRPr/>
            </a:pPr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 
Pont:</a:t>
            </a:r>
          </a:p>
          <a:p>
            <a:pPr>
              <a:defRPr/>
            </a:pPr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865015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	1-  TOUS ENSEMBLE ON VA LE FAIRE ! 
	2-  HEY ! HEY ! ON VA LE FAIRE BAH OUAIS ! BAH OUAIS  
	3-  ON VA LE FAIRE xw2
	4-  BAH OUAIS ! BAH OUAIS x2
	5-  ON VA LE FAIRE A2D </a:t>
            </a:r>
            <a:r>
              <a:rPr lang="fr-FR" dirty="0" err="1"/>
              <a:t>A2D</a:t>
            </a:r>
            <a:r>
              <a:rPr lang="fr-FR" dirty="0"/>
              <a:t> </a:t>
            </a:r>
            <a:r>
              <a:rPr lang="fr-FR" dirty="0" err="1"/>
              <a:t>A2D</a:t>
            </a:r>
            <a:r>
              <a:rPr lang="fr-FR" dirty="0"/>
              <a:t>   
	6-  ON VA LE FAIRE x2</a:t>
            </a:r>
          </a:p>
          <a:p>
            <a:pPr>
              <a:defRPr/>
            </a:pPr>
            <a:r>
              <a:rPr lang="fr-FR" dirty="0"/>
              <a:t>  
Couplet 1:</a:t>
            </a:r>
          </a:p>
          <a:p>
            <a:pPr>
              <a:defRPr/>
            </a:pPr>
            <a:r>
              <a:rPr lang="fr-FR" dirty="0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</a:t>
            </a:r>
            <a:r>
              <a:rPr lang="fr-FR" dirty="0" err="1"/>
              <a:t>HE</a:t>
            </a:r>
            <a:r>
              <a:rPr lang="fr-FR" dirty="0"/>
              <a:t> </a:t>
            </a:r>
            <a:r>
              <a:rPr lang="fr-FR" dirty="0" err="1"/>
              <a:t>HE</a:t>
            </a:r>
            <a:r>
              <a:rPr lang="fr-FR" dirty="0"/>
              <a:t> </a:t>
            </a:r>
            <a:r>
              <a:rPr lang="fr-FR" dirty="0" err="1"/>
              <a:t>HE</a:t>
            </a:r>
            <a:r>
              <a:rPr lang="fr-FR" dirty="0"/>
              <a:t> 
12-  C’EST LA GUERRE  </a:t>
            </a:r>
            <a:r>
              <a:rPr lang="fr-FR" dirty="0" err="1"/>
              <a:t>GUERRE</a:t>
            </a:r>
            <a:r>
              <a:rPr lang="fr-FR" dirty="0"/>
              <a:t>, GUERRE, GUERRE 
13-  BRAS DE FER, FER, FER, FER 
14-  C’EST LE FEU, LE FEU, FEU, FEU  
15-  DANS TOUS LES CAS  ON VA LE FAIRE, FAIRE, FAIRE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  
Couplet2:</a:t>
            </a:r>
          </a:p>
          <a:p>
            <a:pPr>
              <a:defRPr/>
            </a:pPr>
            <a:r>
              <a:rPr lang="fr-FR" dirty="0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</a:t>
            </a:r>
            <a:r>
              <a:rPr lang="fr-FR" dirty="0" err="1"/>
              <a:t>BOUM</a:t>
            </a:r>
            <a:r>
              <a:rPr lang="fr-FR" dirty="0"/>
              <a:t>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 
Pont:</a:t>
            </a:r>
          </a:p>
          <a:p>
            <a:pPr>
              <a:defRPr/>
            </a:pPr>
            <a:r>
              <a:rPr lang="fr-FR" dirty="0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TOUS ENSEMBLE ON VA LE FAIRE ! 
	2-  HEY ! HEY ! ON VA LE FAIRE BAH OUAIS ! BAH OUAIS  
	3-  ON VA LE FAIRE xw2
	4-  BAH OUAIS ! BAH OUAIS x2
	5-  ON VA LE FAIRE A2D A2D A2D   
	6-  ON VA LE FAIRE x2</a:t>
            </a:r>
          </a:p>
          <a:p>
            <a:r>
              <a:rPr lang="fr-FR"/>
              <a:t>  
Couplet 1:</a:t>
            </a:r>
          </a:p>
          <a:p>
            <a:r>
              <a:rPr lang="fr-FR"/>
              <a:t>7-  J’AI LA PELLE ET LE JAVELOT 
8-  DU TEMPS À RATTRAPER J’AVOUE TU TROUVERAS CE QUI EST EN MOI 
9-  DANS MON CŒUR QUE DE LA BRAVOURE PLUS DE LIMITE, PLUS DE PLAFOND 
10-  ON PEUT DIRE QUE ÇA VA BARDER UN SEUL BOSS, UN SEUL PATRON 
11-  LA MONARCHIE POUR LA PATRIE HE HE HE HE 
12-  C’EST LA GUERRE  GUERRE, GUERRE, GUERRE 
13-  BRAS DE FER, FER, FER, FER 
14-  C’EST LE FEU, LE FEU, FEU, FEU  
15-  DANS TOUS LES CAS  ON VA LE FAIRE, FAIRE, FAIRE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  
Couplet2:</a:t>
            </a:r>
          </a:p>
          <a:p>
            <a:r>
              <a:rPr lang="fr-FR"/>
              <a:t>16-  FLÈCHE DANS LA CIBLE 
17-  MEILLEURS PROD, DANS L’ASSIETTE ENRÔLER DEPUIS PEU 
18-  MON MATRICULE 3 FOIS 7 3 FOIS 7, ÉGALE 21 
19-  AUTANT DE RAISON DE FAIRE LE BIEN J’AI CONNU LE TUNNEL 
20-  CE N’EST QUE MAINTENANT  QUE J’EN VOIS LE BOUT 
21-  BOUM BOUM FAUT QUE ÇA PÈTE 
22-  PAS DE QUARTIER, PAS DE PITIÉ J’AI TROP CHANGÉ ILS SONT DÉPITÉS 
23-  SOUS MA SEMELLE J’AI LE PYTHON CROIRE C’EST PRÉCIEUX ALORS MA FOI 
24-  MA FOI SE SAPE EN VUITTON 
25-  C’EST BIZARRE, CE QUE JE VAIS DIRE SOLDAT, MAIS MOURIR C’EST VITAL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26-  FRAÎCHEMENT AFFRANCHIE 
27-  ÉTONNANT QU’ON SOIT BLANCHI 
28-  J’AI VU LA BALANCE PENCHER  EN MA FAVEUR 
29-  ILS ONT LES TITRES  ON A LES CHIFFRES    
30-  SEL DE LA TERRE   METS LA SAVEUR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71132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ENSEMBLE ON VA LE FAIRE !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HEY ! HEY ! ON VA LE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BAH OUAIS ! BAH OUAIS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84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VA LE FAIRE</a:t>
            </a:r>
          </a:p>
        </p:txBody>
      </p:sp>
    </p:spTree>
    <p:extLst>
      <p:ext uri="{BB962C8B-B14F-4D97-AF65-F5344CB8AC3E}">
        <p14:creationId xmlns:p14="http://schemas.microsoft.com/office/powerpoint/2010/main" val="2889898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pt-B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BAH OUAIS ! BAH OUAIS </a:t>
            </a:r>
          </a:p>
        </p:txBody>
      </p:sp>
    </p:spTree>
    <p:extLst>
      <p:ext uri="{BB962C8B-B14F-4D97-AF65-F5344CB8AC3E}">
        <p14:creationId xmlns:p14="http://schemas.microsoft.com/office/powerpoint/2010/main" val="114849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VA LE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A2D A2D A2D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438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VA LE FAIRE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0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LA PELLE ET LE JAVELOT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46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DU TEMPS À RATTRAPER J’AVOUE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TROUVERAS CE QUI EST EN MOI</a:t>
            </a:r>
          </a:p>
        </p:txBody>
      </p:sp>
    </p:spTree>
    <p:extLst>
      <p:ext uri="{BB962C8B-B14F-4D97-AF65-F5344CB8AC3E}">
        <p14:creationId xmlns:p14="http://schemas.microsoft.com/office/powerpoint/2010/main" val="157594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MON CŒUR QUE DE LA BRAVOURE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DE LIMITE, PLUS DE PLAFOND</a:t>
            </a:r>
          </a:p>
        </p:txBody>
      </p:sp>
    </p:spTree>
    <p:extLst>
      <p:ext uri="{BB962C8B-B14F-4D97-AF65-F5344CB8AC3E}">
        <p14:creationId xmlns:p14="http://schemas.microsoft.com/office/powerpoint/2010/main" val="186191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PEUT DIRE QUE ÇA VA BARDER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SEUL BOSS, UN SEUL PATRON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99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MONARCHIE POUR LA PATRIE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HE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HE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HE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7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LA GUERRE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GUERRE, GUERRE, GUERRE</a:t>
            </a:r>
          </a:p>
        </p:txBody>
      </p:sp>
    </p:spTree>
    <p:extLst>
      <p:ext uri="{BB962C8B-B14F-4D97-AF65-F5344CB8AC3E}">
        <p14:creationId xmlns:p14="http://schemas.microsoft.com/office/powerpoint/2010/main" val="93512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BRAS DE FER, FER, FER, FER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064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LE FEU, LE FEU, FEU, FEU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678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TOUS LES CAS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ON VA LE FAIRE, FAIRE, FAIRE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482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FLÈCHE DANS LA CIBLE</a:t>
            </a:r>
          </a:p>
        </p:txBody>
      </p:sp>
    </p:spTree>
    <p:extLst>
      <p:ext uri="{BB962C8B-B14F-4D97-AF65-F5344CB8AC3E}">
        <p14:creationId xmlns:p14="http://schemas.microsoft.com/office/powerpoint/2010/main" val="2273527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MEILLEURS PROD, DANS L’ASSIETTE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ENRÔLÉE DEPUIS PEU</a:t>
            </a:r>
          </a:p>
        </p:txBody>
      </p:sp>
    </p:spTree>
    <p:extLst>
      <p:ext uri="{BB962C8B-B14F-4D97-AF65-F5344CB8AC3E}">
        <p14:creationId xmlns:p14="http://schemas.microsoft.com/office/powerpoint/2010/main" val="1286528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MATRICULE TROIS FOIS SEPT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TROIS X 7 = 21</a:t>
            </a:r>
          </a:p>
        </p:txBody>
      </p:sp>
    </p:spTree>
    <p:extLst>
      <p:ext uri="{BB962C8B-B14F-4D97-AF65-F5344CB8AC3E}">
        <p14:creationId xmlns:p14="http://schemas.microsoft.com/office/powerpoint/2010/main" val="1400771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AUTANT DE RAISON DE FAIRE LE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CONNU LE TUNNEL</a:t>
            </a:r>
          </a:p>
        </p:txBody>
      </p:sp>
    </p:spTree>
    <p:extLst>
      <p:ext uri="{BB962C8B-B14F-4D97-AF65-F5344CB8AC3E}">
        <p14:creationId xmlns:p14="http://schemas.microsoft.com/office/powerpoint/2010/main" val="449857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N’EST QUE MAINTENANT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QUE J’EN VOIS LE BOUT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353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BOUM BOUM FAUT QUE ÇA PÈTE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23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PAS DE QUARTIER, PAS DE PITIÉ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TROP CHANGÉ, ILS SONT DÉPITÉS</a:t>
            </a:r>
          </a:p>
        </p:txBody>
      </p:sp>
    </p:spTree>
    <p:extLst>
      <p:ext uri="{BB962C8B-B14F-4D97-AF65-F5344CB8AC3E}">
        <p14:creationId xmlns:p14="http://schemas.microsoft.com/office/powerpoint/2010/main" val="3654719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SOUS MA SEMELLE J’AI LE PYTHON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CROIRE, C’EST PRÉCIEUX, ALORS MA FOI</a:t>
            </a:r>
          </a:p>
        </p:txBody>
      </p:sp>
    </p:spTree>
    <p:extLst>
      <p:ext uri="{BB962C8B-B14F-4D97-AF65-F5344CB8AC3E}">
        <p14:creationId xmlns:p14="http://schemas.microsoft.com/office/powerpoint/2010/main" val="3638709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it-IT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FOI SE SAPE EN VUITTON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122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BIZARRE, CE QUE JE VAIS DIRE SOLDAT, MAIS MOURIR C’EST VITAL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910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FRAÎCHEMENT AFFRANCHIE</a:t>
            </a:r>
          </a:p>
        </p:txBody>
      </p:sp>
    </p:spTree>
    <p:extLst>
      <p:ext uri="{BB962C8B-B14F-4D97-AF65-F5344CB8AC3E}">
        <p14:creationId xmlns:p14="http://schemas.microsoft.com/office/powerpoint/2010/main" val="199868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ÉTONNANT QU’ON SOIT BLANCHI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533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VU LA BALANCE PENCHER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MA FAVEUR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883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ONT LES TITRES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A LES CHIFFRES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37189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SEL DE LA TERRE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METS LA SAVEUR</a:t>
            </a:r>
          </a:p>
        </p:txBody>
      </p:sp>
    </p:spTree>
    <p:extLst>
      <p:ext uri="{BB962C8B-B14F-4D97-AF65-F5344CB8AC3E}">
        <p14:creationId xmlns:p14="http://schemas.microsoft.com/office/powerpoint/2010/main" val="106806976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21144</Words>
  <Application>Microsoft Office PowerPoint</Application>
  <PresentationFormat>Affichage à l'écran (4:3)</PresentationFormat>
  <Paragraphs>889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118</cp:revision>
  <dcterms:created xsi:type="dcterms:W3CDTF">2002-08-17T13:12:10Z</dcterms:created>
  <dcterms:modified xsi:type="dcterms:W3CDTF">2022-09-24T12:42:16Z</dcterms:modified>
</cp:coreProperties>
</file>