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41917" autoAdjust="0"/>
  </p:normalViewPr>
  <p:slideViewPr>
    <p:cSldViewPr>
      <p:cViewPr varScale="1">
        <p:scale>
          <a:sx n="46" d="100"/>
          <a:sy n="46" d="100"/>
        </p:scale>
        <p:origin x="74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22/09/2022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 smtClean="0"/>
              <a:t>Couplet 1:</a:t>
            </a:r>
          </a:p>
          <a:p>
            <a:r>
              <a:rPr lang="fr-FR" dirty="0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dirty="0" smtClean="0"/>
              <a:t>
Pré-refrain:</a:t>
            </a:r>
          </a:p>
          <a:p>
            <a:r>
              <a:rPr lang="fr-FR" dirty="0" smtClean="0"/>
              <a:t>5-  JE M’APPROCHE DE TOI CAR TU FAIS RESSORTIR LE MEILLEUR EN MOI 
6-  J’AIMERAIS SOULAGER TES MAUX GRÂCE À CET AMOUR... </a:t>
            </a:r>
          </a:p>
          <a:p>
            <a:endParaRPr lang="fr-FR" dirty="0" smtClean="0"/>
          </a:p>
          <a:p>
            <a:r>
              <a:rPr lang="fr-FR" dirty="0" smtClean="0"/>
              <a:t>	Refrain:
	7-  UN AMOUR SI DOUX  POUR LES GENS QUI M’ENTOURENT 
	8-  UN AMOUR SI DOUX  QUI N’ATTEND RIEN EN RETOUR </a:t>
            </a:r>
          </a:p>
          <a:p>
            <a:r>
              <a:rPr lang="fr-FR" dirty="0" smtClean="0"/>
              <a:t>
	9-  UN AMOUR SI DOUX  SI FORT ET SI SINCÈRE    x2</a:t>
            </a:r>
          </a:p>
          <a:p>
            <a:r>
              <a:rPr lang="fr-FR" dirty="0" smtClean="0"/>
              <a:t>
Couplet 2:</a:t>
            </a:r>
          </a:p>
          <a:p>
            <a:r>
              <a:rPr lang="fr-FR" dirty="0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dirty="0" smtClean="0"/>
          </a:p>
          <a:p>
            <a:r>
              <a:rPr lang="fr-FR" dirty="0" smtClean="0"/>
              <a:t>Pré-refrain:</a:t>
            </a:r>
          </a:p>
          <a:p>
            <a:r>
              <a:rPr lang="fr-FR" dirty="0" smtClean="0"/>
              <a:t>	Refrain</a:t>
            </a:r>
          </a:p>
          <a:p>
            <a:r>
              <a:rPr lang="fr-FR" dirty="0" smtClean="0"/>
              <a:t>
Pont:</a:t>
            </a:r>
          </a:p>
          <a:p>
            <a:r>
              <a:rPr lang="fr-FR" dirty="0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59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94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842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55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592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Couplet 1:</a:t>
            </a:r>
          </a:p>
          <a:p>
            <a:pPr>
              <a:defRPr/>
            </a:pPr>
            <a:r>
              <a:rPr lang="fr-FR" dirty="0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dirty="0" smtClean="0"/>
              <a:t>
Pré-refrain:</a:t>
            </a:r>
          </a:p>
          <a:p>
            <a:pPr>
              <a:defRPr/>
            </a:pPr>
            <a:r>
              <a:rPr lang="fr-FR" dirty="0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dirty="0" smtClean="0"/>
              <a:t>
	9-  UN AMOUR SI DOUX  SI FORT ET SI SINCÈRE    x2</a:t>
            </a:r>
          </a:p>
          <a:p>
            <a:pPr>
              <a:defRPr/>
            </a:pPr>
            <a:r>
              <a:rPr lang="fr-FR" dirty="0" smtClean="0"/>
              <a:t>
Couplet 2:</a:t>
            </a:r>
          </a:p>
          <a:p>
            <a:pPr>
              <a:defRPr/>
            </a:pPr>
            <a:r>
              <a:rPr lang="fr-FR" dirty="0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Pré-refrain:</a:t>
            </a:r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524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378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170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442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681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293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015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398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134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163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700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238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pPr>
              <a:defRPr/>
            </a:pPr>
            <a:r>
              <a:rPr lang="fr-FR" smtClean="0"/>
              <a:t>
Pré-refrain:</a:t>
            </a:r>
          </a:p>
          <a:p>
            <a:pPr>
              <a:defRPr/>
            </a:pPr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pPr>
              <a:defRPr/>
            </a:pPr>
            <a:r>
              <a:rPr lang="fr-FR" smtClean="0"/>
              <a:t>
	9-  UN AMOUR SI DOUX  SI FORT ET SI SINCÈRE    x2</a:t>
            </a:r>
          </a:p>
          <a:p>
            <a:pPr>
              <a:defRPr/>
            </a:pPr>
            <a:r>
              <a:rPr lang="fr-FR" smtClean="0"/>
              <a:t>
Couplet 2:</a:t>
            </a:r>
          </a:p>
          <a:p>
            <a:pPr>
              <a:defRPr/>
            </a:pPr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Pré-refrain:</a:t>
            </a:r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AIMER MON PROCHAIN  COMME MOI-MÊME 
2-  DÉSAMORCER TOUS CES PRÉJUGÉS  ME METTANT DES BARRIÈRES 
3-  JE VEUX ALLER AU-DELÀ  DE MES FRONTIÈRES 
4-  DÉCOUVRIR UN MONDE, OÙ L’AMOUR APAISE LES GUERRES DONC... </a:t>
            </a:r>
          </a:p>
          <a:p>
            <a:r>
              <a:rPr lang="fr-FR" smtClean="0"/>
              <a:t>
Pré-refrain:</a:t>
            </a:r>
          </a:p>
          <a:p>
            <a:r>
              <a:rPr lang="fr-FR" smtClean="0"/>
              <a:t>5-  JE M’APPROCHE DE TOI CAR TU FAIS RESSORTIR LE MEILLEUR EN MOI 
6-  J’AIMERAIS SOULAGER TES MAUX GRÂCE À CET AMOUR... </a:t>
            </a:r>
          </a:p>
          <a:p>
            <a:endParaRPr lang="fr-FR" smtClean="0"/>
          </a:p>
          <a:p>
            <a:r>
              <a:rPr lang="fr-FR" smtClean="0"/>
              <a:t>	Refrain:
	7-  UN AMOUR SI DOUX  POUR LES GENS QUI M’ENTOURENT 
	8-  UN AMOUR SI DOUX  QUI N’ATTEND RIEN EN RETOUR </a:t>
            </a:r>
          </a:p>
          <a:p>
            <a:r>
              <a:rPr lang="fr-FR" smtClean="0"/>
              <a:t>
	9-  UN AMOUR SI DOUX  SI FORT ET SI SINCÈRE    x2</a:t>
            </a:r>
          </a:p>
          <a:p>
            <a:r>
              <a:rPr lang="fr-FR" smtClean="0"/>
              <a:t>
Couplet 2:</a:t>
            </a:r>
          </a:p>
          <a:p>
            <a:r>
              <a:rPr lang="fr-FR" smtClean="0"/>
              <a:t>10-  NOTRE UNITÉ RECONSTRUIRA  NOS CŒURS BRISÉS 
11-  PLUS D’INIMITIÉ  ENSEMBLE DÉCIDONS D’AVANCER 
12-  TA VIE DONNE UN SENS À LA MIENNE 
13-  PRÈS DE TOI MES PEINES SEMBLENT PLUS LÉGÈRES  
14-  LES COURBES DE TON SOURIRE ME DONNENT DES AILES 
15-  ET ME MOTIVENT À ESPÉRER DONC... </a:t>
            </a:r>
          </a:p>
          <a:p>
            <a:endParaRPr lang="fr-FR" smtClean="0"/>
          </a:p>
          <a:p>
            <a:r>
              <a:rPr lang="fr-FR" smtClean="0"/>
              <a:t>Pré-refrain: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JE VEUX AIMER LE SEIGNEUR DE TOUT MON CŒUR 
17-  JE VEUX AIMER MON PROCHAIN COMME MOI-MÊME 
18-  JE DOIS AIMER LE SEIGNEUR DE TOUT MON CŒUR 
19-  .JE DOIS AIMER MON PROCHAIN  COMME MOI-MÊME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3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AIMER MON PROCHAIN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MOI-MÊME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DÉSAMORCER TOUS CES PRÉJUGÉS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METTANT DES BARRIÈRES</a:t>
            </a:r>
          </a:p>
        </p:txBody>
      </p:sp>
    </p:spTree>
    <p:extLst>
      <p:ext uri="{BB962C8B-B14F-4D97-AF65-F5344CB8AC3E}">
        <p14:creationId xmlns:p14="http://schemas.microsoft.com/office/powerpoint/2010/main" val="149904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ALLER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DE MES FRONTIÈRES</a:t>
            </a:r>
          </a:p>
        </p:txBody>
      </p:sp>
    </p:spTree>
    <p:extLst>
      <p:ext uri="{BB962C8B-B14F-4D97-AF65-F5344CB8AC3E}">
        <p14:creationId xmlns:p14="http://schemas.microsoft.com/office/powerpoint/2010/main" val="239918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DÉCOUVRIR UN MONDE, OÙ L’AMOUR APAISE LES GUERRES DONC...</a:t>
            </a:r>
          </a:p>
        </p:txBody>
      </p:sp>
    </p:spTree>
    <p:extLst>
      <p:ext uri="{BB962C8B-B14F-4D97-AF65-F5344CB8AC3E}">
        <p14:creationId xmlns:p14="http://schemas.microsoft.com/office/powerpoint/2010/main" val="195284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M’APPROCHE DE TOI CAR TU FAIS RESSORTIR LE MEILLEUR EN MOI</a:t>
            </a:r>
          </a:p>
        </p:txBody>
      </p:sp>
    </p:spTree>
    <p:extLst>
      <p:ext uri="{BB962C8B-B14F-4D97-AF65-F5344CB8AC3E}">
        <p14:creationId xmlns:p14="http://schemas.microsoft.com/office/powerpoint/2010/main" val="398268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J’AIMERAIS SOULAGER TES MAUX GRÂCE À CET AMOUR...</a:t>
            </a:r>
          </a:p>
        </p:txBody>
      </p:sp>
    </p:spTree>
    <p:extLst>
      <p:ext uri="{BB962C8B-B14F-4D97-AF65-F5344CB8AC3E}">
        <p14:creationId xmlns:p14="http://schemas.microsoft.com/office/powerpoint/2010/main" val="44049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AMOUR SI DOUX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POUR LES GENS QUI M’ENTOURENT</a:t>
            </a:r>
          </a:p>
        </p:txBody>
      </p:sp>
    </p:spTree>
    <p:extLst>
      <p:ext uri="{BB962C8B-B14F-4D97-AF65-F5344CB8AC3E}">
        <p14:creationId xmlns:p14="http://schemas.microsoft.com/office/powerpoint/2010/main" val="319067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AMOUR SI DOUX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N’ATTEND RIEN EN RETOUR</a:t>
            </a:r>
          </a:p>
        </p:txBody>
      </p:sp>
    </p:spTree>
    <p:extLst>
      <p:ext uri="{BB962C8B-B14F-4D97-AF65-F5344CB8AC3E}">
        <p14:creationId xmlns:p14="http://schemas.microsoft.com/office/powerpoint/2010/main" val="318451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AMOUR SI DOUX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FORT ET SI SINCÈRE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61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NOTRE UNITÉ RECONSTRUIRA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NOS CŒURS BRISÉS</a:t>
            </a:r>
          </a:p>
        </p:txBody>
      </p:sp>
    </p:spTree>
    <p:extLst>
      <p:ext uri="{BB962C8B-B14F-4D97-AF65-F5344CB8AC3E}">
        <p14:creationId xmlns:p14="http://schemas.microsoft.com/office/powerpoint/2010/main" val="154027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D’INIMITIÉ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ENSEMBLE DÉCIDONS D’AVANCER</a:t>
            </a:r>
          </a:p>
        </p:txBody>
      </p:sp>
    </p:spTree>
    <p:extLst>
      <p:ext uri="{BB962C8B-B14F-4D97-AF65-F5344CB8AC3E}">
        <p14:creationId xmlns:p14="http://schemas.microsoft.com/office/powerpoint/2010/main" val="163938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VIE DONNE UN SENS À LA MIENNE</a:t>
            </a:r>
          </a:p>
        </p:txBody>
      </p:sp>
    </p:spTree>
    <p:extLst>
      <p:ext uri="{BB962C8B-B14F-4D97-AF65-F5344CB8AC3E}">
        <p14:creationId xmlns:p14="http://schemas.microsoft.com/office/powerpoint/2010/main" val="311458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PRÈS DE TOI MES PEINES SEMBLENT PLUS LÉGÈRES </a:t>
            </a:r>
          </a:p>
        </p:txBody>
      </p:sp>
    </p:spTree>
    <p:extLst>
      <p:ext uri="{BB962C8B-B14F-4D97-AF65-F5344CB8AC3E}">
        <p14:creationId xmlns:p14="http://schemas.microsoft.com/office/powerpoint/2010/main" val="312508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COURBES DE TON SOURIRE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DONNENT DES AILES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85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ME MOTIVENT À ESPÉRER DONC...</a:t>
            </a:r>
          </a:p>
        </p:txBody>
      </p:sp>
    </p:spTree>
    <p:extLst>
      <p:ext uri="{BB962C8B-B14F-4D97-AF65-F5344CB8AC3E}">
        <p14:creationId xmlns:p14="http://schemas.microsoft.com/office/powerpoint/2010/main" val="250952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AIMER LE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TOUT MON CŒUR</a:t>
            </a:r>
          </a:p>
        </p:txBody>
      </p:sp>
    </p:spTree>
    <p:extLst>
      <p:ext uri="{BB962C8B-B14F-4D97-AF65-F5344CB8AC3E}">
        <p14:creationId xmlns:p14="http://schemas.microsoft.com/office/powerpoint/2010/main" val="365288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AIMER MON PROCHAIN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MOI-MÊME</a:t>
            </a:r>
          </a:p>
        </p:txBody>
      </p:sp>
    </p:spTree>
    <p:extLst>
      <p:ext uri="{BB962C8B-B14F-4D97-AF65-F5344CB8AC3E}">
        <p14:creationId xmlns:p14="http://schemas.microsoft.com/office/powerpoint/2010/main" val="367912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DOIS AIMER LE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TOUT MON CŒUR</a:t>
            </a:r>
          </a:p>
        </p:txBody>
      </p:sp>
    </p:spTree>
    <p:extLst>
      <p:ext uri="{BB962C8B-B14F-4D97-AF65-F5344CB8AC3E}">
        <p14:creationId xmlns:p14="http://schemas.microsoft.com/office/powerpoint/2010/main" val="298186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DOIS AIMER MON PROCHAIN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MOI-MÊME</a:t>
            </a:r>
          </a:p>
        </p:txBody>
      </p:sp>
    </p:spTree>
    <p:extLst>
      <p:ext uri="{BB962C8B-B14F-4D97-AF65-F5344CB8AC3E}">
        <p14:creationId xmlns:p14="http://schemas.microsoft.com/office/powerpoint/2010/main" val="292428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576</Words>
  <Application>Microsoft Office PowerPoint</Application>
  <PresentationFormat>Affichage à l'écran (4:3)</PresentationFormat>
  <Paragraphs>564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95</cp:revision>
  <dcterms:created xsi:type="dcterms:W3CDTF">2002-08-17T13:12:10Z</dcterms:created>
  <dcterms:modified xsi:type="dcterms:W3CDTF">2022-09-22T19:52:17Z</dcterms:modified>
</cp:coreProperties>
</file>