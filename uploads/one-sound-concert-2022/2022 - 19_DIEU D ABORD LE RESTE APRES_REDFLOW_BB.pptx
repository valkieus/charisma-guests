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11" r:id="rId2"/>
    <p:sldId id="313" r:id="rId3"/>
    <p:sldId id="360" r:id="rId4"/>
    <p:sldId id="357" r:id="rId5"/>
    <p:sldId id="356" r:id="rId6"/>
    <p:sldId id="314" r:id="rId7"/>
    <p:sldId id="358" r:id="rId8"/>
    <p:sldId id="308" r:id="rId9"/>
    <p:sldId id="307" r:id="rId10"/>
    <p:sldId id="309" r:id="rId11"/>
    <p:sldId id="355" r:id="rId12"/>
    <p:sldId id="354" r:id="rId13"/>
    <p:sldId id="353" r:id="rId14"/>
    <p:sldId id="352" r:id="rId15"/>
    <p:sldId id="351" r:id="rId16"/>
    <p:sldId id="344" r:id="rId17"/>
    <p:sldId id="361" r:id="rId18"/>
    <p:sldId id="342" r:id="rId19"/>
    <p:sldId id="341" r:id="rId20"/>
    <p:sldId id="340" r:id="rId21"/>
    <p:sldId id="339" r:id="rId22"/>
    <p:sldId id="338" r:id="rId23"/>
    <p:sldId id="362" r:id="rId24"/>
    <p:sldId id="337" r:id="rId25"/>
    <p:sldId id="336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079" autoAdjust="0"/>
    <p:restoredTop sz="42934" autoAdjust="0"/>
  </p:normalViewPr>
  <p:slideViewPr>
    <p:cSldViewPr>
      <p:cViewPr varScale="1">
        <p:scale>
          <a:sx n="47" d="100"/>
          <a:sy n="47" d="100"/>
        </p:scale>
        <p:origin x="36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24/09/2022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3680412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2919507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1539155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 dirty="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 dirty="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 dirty="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4016290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753989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	Refrain: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
Couplet 1: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endParaRPr lang="fr-FR" sz="1800">
              <a:ln>
                <a:noFill/>
              </a:ln>
              <a:solidFill>
                <a:srgbClr val="000000"/>
              </a:solidFill>
              <a:effectLst/>
              <a:latin typeface="Helvetica" panose="020B0604020202020204" pitchFamily="34" charset="0"/>
              <a:ea typeface="Arial Unicode MS"/>
              <a:cs typeface="Arial Unicode MS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	Refrain: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 
Couplet2: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endParaRPr lang="fr-FR" sz="1800">
              <a:ln>
                <a:noFill/>
              </a:ln>
              <a:solidFill>
                <a:srgbClr val="000000"/>
              </a:solidFill>
              <a:effectLst/>
              <a:latin typeface="Helvetica" panose="020B0604020202020204" pitchFamily="34" charset="0"/>
              <a:ea typeface="Arial Unicode MS"/>
              <a:cs typeface="Arial Unicode MS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	Refrain: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 
Pont: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endParaRPr lang="fr-FR" sz="1800">
              <a:ln>
                <a:noFill/>
              </a:ln>
              <a:solidFill>
                <a:srgbClr val="000000"/>
              </a:solidFill>
              <a:effectLst/>
              <a:latin typeface="Helvetica" panose="020B0604020202020204" pitchFamily="34" charset="0"/>
              <a:ea typeface="Arial Unicode MS"/>
              <a:cs typeface="Arial Unicode MS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	Refrain: 
</a:t>
            </a:r>
            <a:endParaRPr lang="fr-FR" sz="1800" dirty="0">
              <a:ln>
                <a:noFill/>
              </a:ln>
              <a:solidFill>
                <a:srgbClr val="000000"/>
              </a:solidFill>
              <a:effectLst/>
              <a:latin typeface="Helvetica Neue"/>
              <a:ea typeface="Arial Unicode MS"/>
              <a:cs typeface="Arial Unicode M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3973390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	Refrain: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
Couplet 1: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endParaRPr lang="fr-FR" sz="1800">
              <a:ln>
                <a:noFill/>
              </a:ln>
              <a:solidFill>
                <a:srgbClr val="000000"/>
              </a:solidFill>
              <a:effectLst/>
              <a:latin typeface="Helvetica" panose="020B0604020202020204" pitchFamily="34" charset="0"/>
              <a:ea typeface="Arial Unicode MS"/>
              <a:cs typeface="Arial Unicode MS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	Refrain: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 
Couplet2: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endParaRPr lang="fr-FR" sz="1800">
              <a:ln>
                <a:noFill/>
              </a:ln>
              <a:solidFill>
                <a:srgbClr val="000000"/>
              </a:solidFill>
              <a:effectLst/>
              <a:latin typeface="Helvetica" panose="020B0604020202020204" pitchFamily="34" charset="0"/>
              <a:ea typeface="Arial Unicode MS"/>
              <a:cs typeface="Arial Unicode MS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	Refrain: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 
Pont: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endParaRPr lang="fr-FR" sz="1800">
              <a:ln>
                <a:noFill/>
              </a:ln>
              <a:solidFill>
                <a:srgbClr val="000000"/>
              </a:solidFill>
              <a:effectLst/>
              <a:latin typeface="Helvetica" panose="020B0604020202020204" pitchFamily="34" charset="0"/>
              <a:ea typeface="Arial Unicode MS"/>
              <a:cs typeface="Arial Unicode MS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622800" algn="l"/>
                <a:tab pos="4978400" algn="l"/>
                <a:tab pos="5334000" algn="l"/>
                <a:tab pos="5689600" algn="l"/>
                <a:tab pos="6045200" algn="l"/>
              </a:tabLst>
            </a:pPr>
            <a:r>
              <a:rPr lang="fr-FR" sz="180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ea typeface="Arial Unicode MS"/>
                <a:cs typeface="Arial Unicode MS"/>
              </a:rPr>
              <a:t>	Refrain: 
</a:t>
            </a:r>
            <a:endParaRPr lang="fr-FR" sz="1800" dirty="0">
              <a:ln>
                <a:noFill/>
              </a:ln>
              <a:solidFill>
                <a:srgbClr val="000000"/>
              </a:solidFill>
              <a:effectLst/>
              <a:latin typeface="Helvetica Neue"/>
              <a:ea typeface="Arial Unicode MS"/>
              <a:cs typeface="Arial Unicode M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926991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2947371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989940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3840323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2112831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2110223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3915706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781787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 dirty="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 dirty="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 dirty="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1731689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 dirty="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 dirty="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 dirty="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dirty="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4029734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34080992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1627589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4860900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14609174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14739702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834099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3673050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29811118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1-  DIEU APRÈS LE RESTE  
	2-  DIEU D’ABORD APRÈS LE RESTE   x3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	3-  MY GOD REVIENT  FAUT PAS QUE JE RESTE  
	4-  JE PRIE, JE BRILLE, JE BRISE  APRÈS, JE FLEX  
	5-  LES MEILLEURS PRODS  JE VEUX PLUS LES RESTES  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
Couplet 1: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Couplet2: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Pont: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pPr>
              <a:lnSpc>
                <a:spcPct val="120000"/>
              </a:lnSpc>
            </a:pPr>
            <a:endParaRPr lang="fr-FR" sz="1200">
              <a:solidFill>
                <a:srgbClr val="50005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>
                <a:solidFill>
                  <a:srgbClr val="500050"/>
                </a:solidFill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Refrain: 
</a:t>
            </a:r>
            <a:endParaRPr lang="fr-FR" b="0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	Refrain:</a:t>
            </a:r>
          </a:p>
          <a:p>
            <a:r>
              <a:rPr lang="fr-FR"/>
              <a:t>	1-  DIEU APRÈS LE RESTE  
	2-  DIEU D’ABORD APRÈS LE RESTE   x3</a:t>
            </a:r>
          </a:p>
          <a:p>
            <a:r>
              <a:rPr lang="fr-FR"/>
              <a:t>
	3-  MY GOD REVIENT  FAUT PAS QUE JE RESTE  
	4-  JE PRIE, JE BRILLE, JE BRISE  APRÈS, JE FLEX  
	5-  LES MEILLEURS PRODS  JE VEUX PLUS LES RESTES  </a:t>
            </a:r>
          </a:p>
          <a:p>
            <a:r>
              <a:rPr lang="fr-FR"/>
              <a:t>
Couplet 1:</a:t>
            </a:r>
          </a:p>
          <a:p>
            <a:r>
              <a:rPr lang="fr-FR"/>
              <a:t>6-  ON VEUT LA LOCA VIDA 
7-  PLUS JAMAIS LE FRIGO LE VIDE PLUS JAMAIS LA PEUR AU BIDE  
8-  DEVANT LES CAISSES À LIDL  ON VEUT DES GROS BOLIDES  
9-  ON VEUT DES BILLETS MAUVES POUVOIR D’ACHAT SOLIDE  
10-  ON VEUT DES MÉCHANTES GOV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Couplet2:</a:t>
            </a:r>
          </a:p>
          <a:p>
            <a:r>
              <a:rPr lang="fr-FR"/>
              <a:t>11-  ON VEUT DU GOYARD  ON VEUT DU DOMMEL 
12-  ON VEUT ROUGE SOUS NOS SEMELLES  TRIOMPHE, PROSPÉRITÉ, SUCCÈS  
13-  10/10 DANS LES TOUS DOMAINES  ON VEUT DES VILLAS  
14-  CETTE VIE-LÀ, DE VILLE EN VILLE  MADRE MIA NE TAFFE PLUS  
15-  C’EST CARRÉ, J’SUIS IN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 
Pont:</a:t>
            </a:r>
          </a:p>
          <a:p>
            <a:r>
              <a:rPr lang="fr-FR"/>
              <a:t>16-  FIRE, FUEGO, OGEN, INA LE HOLY G., LE FEU ON A   
17-  LA LUMIÈRE DE CE MONDE ON EST  
18-  PAS DE QUESTION QU’ON LE RENIE  J’AI LAISSÉ MES PÉCHÉS SOUS L’EAU  
19-  J’ATTENDS PATIEMMENT SA VENUE  GRÂCE POUR GRÂCE, PAS DE PEINE  
20-  FIN DES LARMES</a:t>
            </a:r>
          </a:p>
          <a:p>
            <a:r>
              <a:rPr lang="fr-FR"/>
              <a:t> 
21-  FIRE FUEGO OGEN INA  LE HOLY G., LE FEU ON A  
22-  LA LUMIÈRE DE CE MONDE ON EST  
23-  PAS DE QUESTION QU’ON LE RENIE J’AI LAISSÉ MES PÉCHÉS SOUS L’EAU    
24-  J’ATTENDS PATIEMMENT SA VENUE  GRÂCE POUR GRÂCE, PAS DE PEINE   
25-  FIN DES LARMES PLUS DE VEINE  </a:t>
            </a:r>
          </a:p>
          <a:p>
            <a:endParaRPr lang="fr-FR"/>
          </a:p>
          <a:p>
            <a:r>
              <a:rPr lang="fr-FR"/>
              <a:t>	Refrain: 
</a:t>
            </a:r>
          </a:p>
        </p:txBody>
      </p:sp>
    </p:spTree>
    <p:extLst>
      <p:ext uri="{BB962C8B-B14F-4D97-AF65-F5344CB8AC3E}">
        <p14:creationId xmlns:p14="http://schemas.microsoft.com/office/powerpoint/2010/main" val="1949746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APRÈS LE RESTE </a:t>
            </a:r>
          </a:p>
        </p:txBody>
      </p:sp>
    </p:spTree>
    <p:extLst>
      <p:ext uri="{BB962C8B-B14F-4D97-AF65-F5344CB8AC3E}">
        <p14:creationId xmlns:p14="http://schemas.microsoft.com/office/powerpoint/2010/main" val="129796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D’ABORD APRÈS LE RESTE </a:t>
            </a:r>
          </a:p>
        </p:txBody>
      </p:sp>
    </p:spTree>
    <p:extLst>
      <p:ext uri="{BB962C8B-B14F-4D97-AF65-F5344CB8AC3E}">
        <p14:creationId xmlns:p14="http://schemas.microsoft.com/office/powerpoint/2010/main" val="2703451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GOD REVIENT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FAUT PAS QUE JE RESTE </a:t>
            </a:r>
          </a:p>
        </p:txBody>
      </p:sp>
    </p:spTree>
    <p:extLst>
      <p:ext uri="{BB962C8B-B14F-4D97-AF65-F5344CB8AC3E}">
        <p14:creationId xmlns:p14="http://schemas.microsoft.com/office/powerpoint/2010/main" val="53145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PRIE, JE BRILLE, JE BRISE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APRÈS, JE FLEX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7084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MEILLEURS PRODS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PLUS LES RESTES </a:t>
            </a:r>
          </a:p>
        </p:txBody>
      </p:sp>
    </p:spTree>
    <p:extLst>
      <p:ext uri="{BB962C8B-B14F-4D97-AF65-F5344CB8AC3E}">
        <p14:creationId xmlns:p14="http://schemas.microsoft.com/office/powerpoint/2010/main" val="208631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VEUT LA LOCA VIDA</a:t>
            </a:r>
          </a:p>
        </p:txBody>
      </p:sp>
    </p:spTree>
    <p:extLst>
      <p:ext uri="{BB962C8B-B14F-4D97-AF65-F5344CB8AC3E}">
        <p14:creationId xmlns:p14="http://schemas.microsoft.com/office/powerpoint/2010/main" val="149049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JAMAIS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FRIGO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JAMAIS LA PEUR AU BIDE </a:t>
            </a:r>
          </a:p>
        </p:txBody>
      </p:sp>
    </p:spTree>
    <p:extLst>
      <p:ext uri="{BB962C8B-B14F-4D97-AF65-F5344CB8AC3E}">
        <p14:creationId xmlns:p14="http://schemas.microsoft.com/office/powerpoint/2010/main" val="104210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LES CAISSES À LIDL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VEUT DES GROS BOLIDES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7581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VEUT DES BILLETS MAUVES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POUVOIR D’ACHAT SOLIDE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8425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VEUT DES MÉCHANTES GOV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3097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VEUT DU GOYARD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ON VEUT DU DOMMEL</a:t>
            </a:r>
          </a:p>
        </p:txBody>
      </p:sp>
    </p:spTree>
    <p:extLst>
      <p:ext uri="{BB962C8B-B14F-4D97-AF65-F5344CB8AC3E}">
        <p14:creationId xmlns:p14="http://schemas.microsoft.com/office/powerpoint/2010/main" val="30498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VEUT DU ROUGE SOUS NOS SEMELLES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TRIOMPHE, PROSPÉRITÉ, SUCCÈS </a:t>
            </a:r>
          </a:p>
        </p:txBody>
      </p:sp>
    </p:spTree>
    <p:extLst>
      <p:ext uri="{BB962C8B-B14F-4D97-AF65-F5344CB8AC3E}">
        <p14:creationId xmlns:p14="http://schemas.microsoft.com/office/powerpoint/2010/main" val="2220322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10/10 DANS LES TOUS DOMAINES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VEUT DES VILLAS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837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VIE-LÀ, DE VILLE EN VILLE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MADRE MIA NE TAFFE PLUS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4077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CARRÉ, J’SUIS 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1107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FIRE, FUEGO, OGEN, INA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HOLY G., LE FEU ON A  </a:t>
            </a:r>
          </a:p>
        </p:txBody>
      </p:sp>
    </p:spTree>
    <p:extLst>
      <p:ext uri="{BB962C8B-B14F-4D97-AF65-F5344CB8AC3E}">
        <p14:creationId xmlns:p14="http://schemas.microsoft.com/office/powerpoint/2010/main" val="448034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LUMIÈRE DE CE MONDE ON EST </a:t>
            </a:r>
          </a:p>
        </p:txBody>
      </p:sp>
    </p:spTree>
    <p:extLst>
      <p:ext uri="{BB962C8B-B14F-4D97-AF65-F5344CB8AC3E}">
        <p14:creationId xmlns:p14="http://schemas.microsoft.com/office/powerpoint/2010/main" val="891195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DE QUESTION QU’ON LE RENIE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LAISSÉ MES PÉCHÉS SOUS L’EAU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4566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J’ATTENDS PATIEMMENT SA VENUE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GRÂCE POUR GRÂCE, PAS DE PEINE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5820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FIN DES LARMES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86060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FIRE FUEGO OGEN INA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HOLY G., LE FEU ON A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35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LUMIÈRE DE CE MONDE ON EST </a:t>
            </a:r>
          </a:p>
        </p:txBody>
      </p:sp>
    </p:spTree>
    <p:extLst>
      <p:ext uri="{BB962C8B-B14F-4D97-AF65-F5344CB8AC3E}">
        <p14:creationId xmlns:p14="http://schemas.microsoft.com/office/powerpoint/2010/main" val="1814439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DE QUESTION QU’ON LE RENIE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LAISSÉ MES PÉCHÉS SOUS L’EAU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0846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J’ATTENDS PATIEMMENT SA VENUE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GRÂCE POUR GRÂCE, PAS DE PEINE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73784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FIN DES LARMES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VEINE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346804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1883</TotalTime>
  <Words>221</Words>
  <Application>Microsoft Office PowerPoint</Application>
  <PresentationFormat>Affichage à l'écran (4:3)</PresentationFormat>
  <Paragraphs>843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3" baseType="lpstr">
      <vt:lpstr>Arial Unicode MS</vt:lpstr>
      <vt:lpstr>Calibri</vt:lpstr>
      <vt:lpstr>Franklin Gothic Medium</vt:lpstr>
      <vt:lpstr>Helvetica</vt:lpstr>
      <vt:lpstr>Helvetica Neue</vt:lpstr>
      <vt:lpstr>Tahoma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195</cp:revision>
  <dcterms:created xsi:type="dcterms:W3CDTF">2002-08-17T10:50:50Z</dcterms:created>
  <dcterms:modified xsi:type="dcterms:W3CDTF">2022-09-24T11:59:09Z</dcterms:modified>
</cp:coreProperties>
</file>