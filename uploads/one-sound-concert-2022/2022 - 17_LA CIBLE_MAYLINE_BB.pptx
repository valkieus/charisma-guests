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55" r:id="rId2"/>
    <p:sldId id="356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6" autoAdjust="0"/>
    <p:restoredTop sz="37591" autoAdjust="0"/>
  </p:normalViewPr>
  <p:slideViewPr>
    <p:cSldViewPr>
      <p:cViewPr varScale="1">
        <p:scale>
          <a:sx n="41" d="100"/>
          <a:sy n="41" d="100"/>
        </p:scale>
        <p:origin x="106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205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290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192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649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016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897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930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682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010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789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6563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219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4756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4513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0821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962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003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3966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8164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6410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2069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377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6558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1538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80077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11988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37905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5110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9019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DIS-MOI  COMMENT AIMER COMME TOI  
2-  TON AMOUR  EST BIENVEILLANT PATIENT 
3-  QUI EN TOUT TEMPS EST LE MÊME </a:t>
            </a:r>
          </a:p>
          <a:p>
            <a:r>
              <a:rPr lang="fr-FR" smtClean="0"/>
              <a:t>
4-  MONTRE-MOI 
5-  JE NE VEUX PAS PASSER  À CÔTÉ DU CHEMIN 
6-  QUE TU AS TRACÉ 
7-  GUIDE-MOI JE NE VEUX PAS ME DÉTOURNER </a:t>
            </a:r>
          </a:p>
          <a:p>
            <a:r>
              <a:rPr lang="fr-FR" smtClean="0"/>
              <a:t>
8-  JE VEUX VISER  </a:t>
            </a:r>
          </a:p>
          <a:p>
            <a:r>
              <a:rPr lang="fr-FR" smtClean="0"/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mtClean="0"/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mtClean="0"/>
              <a:t>
16-  MONTRE-MOI JE NE VEUX PAS PASSER À CÔTÉ 
17-  DU CHEMIN QUE TU AS TRACÉ 
18-  GUIDE-MOI JE NE VEUX PAS ME DÉTOURNER </a:t>
            </a:r>
          </a:p>
          <a:p>
            <a:r>
              <a:rPr lang="fr-FR" smtClean="0"/>
              <a:t>
19-  JE VEUX VISER </a:t>
            </a:r>
          </a:p>
          <a:p>
            <a:r>
              <a:rPr lang="fr-FR" smtClean="0"/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mtClean="0"/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mtClean="0"/>
              <a:t>
28-  LA CIBLE ATTEINDRE MON OBJECTIF 
29-  NE PLUS TE VOIR SOUFFRIR  À CAUSE DE MES FAUTES 
30-  J’EN AI ASSEZ FAIT TU EN AS PAYÉ LES POTS CASSÉS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DIS-MOI  COMMENT AIMER COMME TOI  
2-  TON AMOUR  EST BIENVEILLANT PATIENT 
3-  QUI EN TOUT TEMPS EST LE MÊME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4-  MONTRE-MOI 
5-  JE NE VEUX PAS PASSER  À CÔTÉ DU CHEMIN 
6-  QUE TU AS TRACÉ 
7-  GUIDE-MOI JE NE VEUX PAS ME DÉTOURNER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JE VEUX VISER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LA CIBLE ATTEINDRE MON OBJECTIF 
10-  NE PLUS TE VOIR SOUFFRIR  À CAUSE DE MES FAUTES 
11-  J’EN AI ASSEZ FAIT TU EN AS PAYÉ LES POTS CASSÉS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ASSEZ  DE MARCHER SANS SAVOIR VERS OÙ 
13-  UN PAS DEVANT L’AUTRE JE M’APPROCHE DE TOI 
14-  ET JE NE RECULE PAS NON PAS DE DEMI-TOUR 
15-  PAS DE DEMI-TOUR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MONTRE-MOI JE NE VEUX PAS PASSER À CÔTÉ 
17-  DU CHEMIN QUE TU AS TRACÉ 
18-  GUIDE-MOI JE NE VEUX PAS ME DÉTOURNER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19-  JE VEUX VISER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20-  LA CIBLE  ATTEINDRE MON OBJECTIF 
21-  NE PLUS TE VOIR SOUFFRIR  À CAUSE DE MES FAUTES 
22-  J’EN AI ASSEZ FAIT TU EN AS PAYÉ LES POTS CASSÉS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DONNE-MOI PLUS DE PASSION POUR QUI TU ES 
24-  DIS-MOI 
25-  COMMENT TU AS PU TE SACRIFIER  POUR MOI 
26-  J’AI BEAU CHERCHER JE NE TROUVE PERSONNE COMME TOI 
27-  TU ES LE SEUL QUI AS SU SAUVER  MON ÂME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28-  LA CIBLE ATTEINDRE MON OBJECTIF 
29-  NE PLUS TE VOIR SOUFFRIR  À CAUSE DE MES FAUTES 
30-  J’EN AI ASSEZ FAIT TU EN AS PAYÉ LES POTS CASSÉS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605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DIS-MOI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AIMER COMME TOI </a:t>
            </a:r>
          </a:p>
        </p:txBody>
      </p:sp>
    </p:spTree>
    <p:extLst>
      <p:ext uri="{BB962C8B-B14F-4D97-AF65-F5344CB8AC3E}">
        <p14:creationId xmlns:p14="http://schemas.microsoft.com/office/powerpoint/2010/main" val="333269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BIENVEILLANT PATIENT</a:t>
            </a:r>
          </a:p>
        </p:txBody>
      </p:sp>
    </p:spTree>
    <p:extLst>
      <p:ext uri="{BB962C8B-B14F-4D97-AF65-F5344CB8AC3E}">
        <p14:creationId xmlns:p14="http://schemas.microsoft.com/office/powerpoint/2010/main" val="132131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EN TOUT 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LE MÊME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400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MONTRE-MOI</a:t>
            </a:r>
          </a:p>
        </p:txBody>
      </p:sp>
    </p:spTree>
    <p:extLst>
      <p:ext uri="{BB962C8B-B14F-4D97-AF65-F5344CB8AC3E}">
        <p14:creationId xmlns:p14="http://schemas.microsoft.com/office/powerpoint/2010/main" val="129538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VEUX PAS PASSER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CÔTÉ DU CHEMIN</a:t>
            </a:r>
          </a:p>
        </p:txBody>
      </p:sp>
    </p:spTree>
    <p:extLst>
      <p:ext uri="{BB962C8B-B14F-4D97-AF65-F5344CB8AC3E}">
        <p14:creationId xmlns:p14="http://schemas.microsoft.com/office/powerpoint/2010/main" val="407740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AS TRACÉ</a:t>
            </a:r>
          </a:p>
        </p:txBody>
      </p:sp>
    </p:spTree>
    <p:extLst>
      <p:ext uri="{BB962C8B-B14F-4D97-AF65-F5344CB8AC3E}">
        <p14:creationId xmlns:p14="http://schemas.microsoft.com/office/powerpoint/2010/main" val="107055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GUIDE-MOI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VEUX PAS ME DÉTOURNER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338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VISER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247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CIBLE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ATTEINDRE MON OBJECTIF</a:t>
            </a:r>
          </a:p>
        </p:txBody>
      </p:sp>
    </p:spTree>
    <p:extLst>
      <p:ext uri="{BB962C8B-B14F-4D97-AF65-F5344CB8AC3E}">
        <p14:creationId xmlns:p14="http://schemas.microsoft.com/office/powerpoint/2010/main" val="67444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PLUS TE VOIR SOUFFRIR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CAUSE DE MES FAUTES</a:t>
            </a:r>
          </a:p>
        </p:txBody>
      </p:sp>
    </p:spTree>
    <p:extLst>
      <p:ext uri="{BB962C8B-B14F-4D97-AF65-F5344CB8AC3E}">
        <p14:creationId xmlns:p14="http://schemas.microsoft.com/office/powerpoint/2010/main" val="2019572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J’EN AI ASSEZ 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EN AS PAYÉ LES POTS CASSÉS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9632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ASSEZ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MARCHER SANS SAVOIR VERS OÙ</a:t>
            </a:r>
          </a:p>
        </p:txBody>
      </p:sp>
    </p:spTree>
    <p:extLst>
      <p:ext uri="{BB962C8B-B14F-4D97-AF65-F5344CB8AC3E}">
        <p14:creationId xmlns:p14="http://schemas.microsoft.com/office/powerpoint/2010/main" val="295409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PAS DEVANT L’AUTRE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M’APPROCHE DE TOI</a:t>
            </a:r>
          </a:p>
        </p:txBody>
      </p:sp>
    </p:spTree>
    <p:extLst>
      <p:ext uri="{BB962C8B-B14F-4D97-AF65-F5344CB8AC3E}">
        <p14:creationId xmlns:p14="http://schemas.microsoft.com/office/powerpoint/2010/main" val="268211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NE RECULE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 PAS DE DEMI-TOUR</a:t>
            </a:r>
          </a:p>
        </p:txBody>
      </p:sp>
    </p:spTree>
    <p:extLst>
      <p:ext uri="{BB962C8B-B14F-4D97-AF65-F5344CB8AC3E}">
        <p14:creationId xmlns:p14="http://schemas.microsoft.com/office/powerpoint/2010/main" val="121769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DE DEMI-TOUR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093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MONTRE-MOI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VEUX PAS PASSER À CÔTÉ</a:t>
            </a:r>
          </a:p>
        </p:txBody>
      </p:sp>
    </p:spTree>
    <p:extLst>
      <p:ext uri="{BB962C8B-B14F-4D97-AF65-F5344CB8AC3E}">
        <p14:creationId xmlns:p14="http://schemas.microsoft.com/office/powerpoint/2010/main" val="420664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CHEMIN QUE TU AS TRACÉ</a:t>
            </a:r>
          </a:p>
        </p:txBody>
      </p:sp>
    </p:spTree>
    <p:extLst>
      <p:ext uri="{BB962C8B-B14F-4D97-AF65-F5344CB8AC3E}">
        <p14:creationId xmlns:p14="http://schemas.microsoft.com/office/powerpoint/2010/main" val="19833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GUIDE-MOI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VEUX PAS ME DÉTOURNER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2053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VISER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068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CIBLE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ATTEINDRE MON OBJECTIF</a:t>
            </a:r>
          </a:p>
        </p:txBody>
      </p:sp>
    </p:spTree>
    <p:extLst>
      <p:ext uri="{BB962C8B-B14F-4D97-AF65-F5344CB8AC3E}">
        <p14:creationId xmlns:p14="http://schemas.microsoft.com/office/powerpoint/2010/main" val="288994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PLUS TE VOIR SOUFFRIR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CAUSE DE MES FAUTES</a:t>
            </a:r>
          </a:p>
        </p:txBody>
      </p:sp>
    </p:spTree>
    <p:extLst>
      <p:ext uri="{BB962C8B-B14F-4D97-AF65-F5344CB8AC3E}">
        <p14:creationId xmlns:p14="http://schemas.microsoft.com/office/powerpoint/2010/main" val="420230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J’EN AI ASSEZ 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EN AS PAYÉ LES POTS CASSÉS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6083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DONNE-MOI PLUS DE PASSION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QUI TU ES</a:t>
            </a:r>
          </a:p>
        </p:txBody>
      </p:sp>
    </p:spTree>
    <p:extLst>
      <p:ext uri="{BB962C8B-B14F-4D97-AF65-F5344CB8AC3E}">
        <p14:creationId xmlns:p14="http://schemas.microsoft.com/office/powerpoint/2010/main" val="358512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DIS-MOI</a:t>
            </a:r>
          </a:p>
        </p:txBody>
      </p:sp>
    </p:spTree>
    <p:extLst>
      <p:ext uri="{BB962C8B-B14F-4D97-AF65-F5344CB8AC3E}">
        <p14:creationId xmlns:p14="http://schemas.microsoft.com/office/powerpoint/2010/main" val="327643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TU AS PU TE SACRIFIER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MOI</a:t>
            </a:r>
          </a:p>
        </p:txBody>
      </p:sp>
    </p:spTree>
    <p:extLst>
      <p:ext uri="{BB962C8B-B14F-4D97-AF65-F5344CB8AC3E}">
        <p14:creationId xmlns:p14="http://schemas.microsoft.com/office/powerpoint/2010/main" val="32788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BEAU CHERCHER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TROUVE PERSONNE COMME TOI</a:t>
            </a:r>
          </a:p>
        </p:txBody>
      </p:sp>
    </p:spTree>
    <p:extLst>
      <p:ext uri="{BB962C8B-B14F-4D97-AF65-F5344CB8AC3E}">
        <p14:creationId xmlns:p14="http://schemas.microsoft.com/office/powerpoint/2010/main" val="4107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SEUL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SAUVER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ÂME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3383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CIBLE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ATTEINDRE MON OBJECTIF</a:t>
            </a:r>
          </a:p>
        </p:txBody>
      </p:sp>
    </p:spTree>
    <p:extLst>
      <p:ext uri="{BB962C8B-B14F-4D97-AF65-F5344CB8AC3E}">
        <p14:creationId xmlns:p14="http://schemas.microsoft.com/office/powerpoint/2010/main" val="260810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PLUS TE VOIR SOUFFRIR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CAUSE DE MES FAUTES</a:t>
            </a:r>
          </a:p>
        </p:txBody>
      </p:sp>
    </p:spTree>
    <p:extLst>
      <p:ext uri="{BB962C8B-B14F-4D97-AF65-F5344CB8AC3E}">
        <p14:creationId xmlns:p14="http://schemas.microsoft.com/office/powerpoint/2010/main" val="233588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J’EN AI ASSEZ 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EN AS PAYÉ LES POTS CASSÉS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185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566</Words>
  <Application>Microsoft Office PowerPoint</Application>
  <PresentationFormat>Affichage à l'écran (4:3)</PresentationFormat>
  <Paragraphs>655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2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72</cp:revision>
  <dcterms:created xsi:type="dcterms:W3CDTF">2002-08-17T10:50:50Z</dcterms:created>
  <dcterms:modified xsi:type="dcterms:W3CDTF">2022-09-23T18:55:29Z</dcterms:modified>
</cp:coreProperties>
</file>