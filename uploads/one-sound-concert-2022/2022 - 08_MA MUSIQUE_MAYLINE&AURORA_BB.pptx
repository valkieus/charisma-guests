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3" r:id="rId2"/>
    <p:sldId id="264" r:id="rId3"/>
    <p:sldId id="265" r:id="rId4"/>
    <p:sldId id="266" r:id="rId5"/>
    <p:sldId id="267" r:id="rId6"/>
    <p:sldId id="268" r:id="rId7"/>
    <p:sldId id="278" r:id="rId8"/>
    <p:sldId id="279" r:id="rId9"/>
    <p:sldId id="280" r:id="rId10"/>
    <p:sldId id="281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82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64" autoAdjust="0"/>
    <p:restoredTop sz="24818" autoAdjust="0"/>
  </p:normalViewPr>
  <p:slideViewPr>
    <p:cSldViewPr>
      <p:cViewPr varScale="1">
        <p:scale>
          <a:sx n="27" d="100"/>
          <a:sy n="27" d="100"/>
        </p:scale>
        <p:origin x="129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dirty="0" smtClean="0"/>
              <a:t>Couplet 1:</a:t>
            </a:r>
          </a:p>
          <a:p>
            <a:pPr>
              <a:defRPr/>
            </a:pPr>
            <a:r>
              <a:rPr lang="fr-FR" dirty="0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dirty="0" smtClean="0"/>
              <a:t>
	Pré-Refrain:</a:t>
            </a:r>
          </a:p>
          <a:p>
            <a:pPr>
              <a:defRPr/>
            </a:pPr>
            <a:r>
              <a:rPr lang="fr-FR" dirty="0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dirty="0" smtClean="0"/>
              <a:t>
	Refrain:</a:t>
            </a:r>
          </a:p>
          <a:p>
            <a:pPr>
              <a:defRPr/>
            </a:pPr>
            <a:r>
              <a:rPr lang="fr-FR" dirty="0" smtClean="0"/>
              <a:t>	11-  TU ES LA MUSIQUE LA MUSIQUE DE MON CŒUR  x2</a:t>
            </a:r>
          </a:p>
          <a:p>
            <a:pPr>
              <a:defRPr/>
            </a:pPr>
            <a:r>
              <a:rPr lang="fr-FR" dirty="0" smtClean="0"/>
              <a:t>
Couplet2:</a:t>
            </a:r>
          </a:p>
          <a:p>
            <a:pPr>
              <a:defRPr/>
            </a:pPr>
            <a:r>
              <a:rPr lang="fr-FR" dirty="0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Pré-Refrain:</a:t>
            </a:r>
          </a:p>
          <a:p>
            <a:pPr>
              <a:defRPr/>
            </a:pPr>
            <a:r>
              <a:rPr lang="fr-FR" dirty="0" smtClean="0"/>
              <a:t>	Refrain:   x2</a:t>
            </a:r>
          </a:p>
          <a:p>
            <a:pPr>
              <a:defRPr/>
            </a:pPr>
            <a:r>
              <a:rPr lang="fr-FR" dirty="0" smtClean="0"/>
              <a:t>
Pont:</a:t>
            </a:r>
          </a:p>
          <a:p>
            <a:pPr>
              <a:defRPr/>
            </a:pPr>
            <a:r>
              <a:rPr lang="fr-FR" dirty="0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798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9451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591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020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597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9653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7334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148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535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1214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4559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1895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0829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86050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44750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5768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31414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5367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28034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pPr>
              <a:defRPr/>
            </a:pPr>
            <a:r>
              <a:rPr lang="fr-FR" smtClean="0"/>
              <a:t>
	Pré-Refrain:</a:t>
            </a:r>
          </a:p>
          <a:p>
            <a:pPr>
              <a:defRPr/>
            </a:pPr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11-  TU ES LA MUSIQUE LA MUSIQUE DE MON CŒUR  x2</a:t>
            </a:r>
          </a:p>
          <a:p>
            <a:pPr>
              <a:defRPr/>
            </a:pPr>
            <a:r>
              <a:rPr lang="fr-FR" smtClean="0"/>
              <a:t>
Couplet2:</a:t>
            </a:r>
          </a:p>
          <a:p>
            <a:pPr>
              <a:defRPr/>
            </a:pPr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</a:t>
            </a:r>
          </a:p>
          <a:p>
            <a:pPr>
              <a:defRPr/>
            </a:pPr>
            <a:r>
              <a:rPr lang="fr-FR" smtClean="0"/>
              <a:t>	Refrain:   x2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TU ES PARFAIT TU ES DIEU 
2-  PLEIN DE BONTÉ TU NE ME LAISSES PAS TOMBER  
3-  NON JAMAIS   TU M’AS TOUJOURS GARDÉE 
4-  SEIGNEUR, PURIFIE-MOI 
5-  ET ENLÈVE DE MOI  TOUS LES PARASITES DE CE MONDE 
6-  J’AI TANT BESOIN DE TOI, SEIGNEUR JE VEUX ÊTRE PRÈS DE TOI  </a:t>
            </a:r>
          </a:p>
          <a:p>
            <a:r>
              <a:rPr lang="fr-FR" smtClean="0"/>
              <a:t>
	Pré-Refrain:</a:t>
            </a:r>
          </a:p>
          <a:p>
            <a:r>
              <a:rPr lang="fr-FR" smtClean="0"/>
              <a:t>	7-  ATTIRE-MOI À TOI  NE ME LAISSE PAS  
	8-  J’AI TANT BESOIN DE TOI  
	9-  ATTIRE-MOI À TOI TU ES LA MÉLODIE  
	10-  QUI RÉSONNE SANS CESSE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TU ES LA MUSIQUE LA MUSIQUE DE MON CŒUR  x2</a:t>
            </a:r>
          </a:p>
          <a:p>
            <a:r>
              <a:rPr lang="fr-FR" smtClean="0"/>
              <a:t>
Couplet2:</a:t>
            </a:r>
          </a:p>
          <a:p>
            <a:r>
              <a:rPr lang="fr-FR" smtClean="0"/>
              <a:t>12-  TU ES PARFAIT TU ES DIEU 
13-  TU AS TOUT FAIT POUR QUE JE SOIS LIBRE 
14-  À TRAVERS TOUTES LES SAISONS  TU ES LÀ, TU NE CHANGES PAS 
15-  JE PEUX PLACER MA CONFIANCE EN TOI CAR TU TIENS TOUTES TES PROMESSES  </a:t>
            </a:r>
          </a:p>
          <a:p>
            <a:endParaRPr lang="fr-FR" smtClean="0"/>
          </a:p>
          <a:p>
            <a:r>
              <a:rPr lang="fr-FR" smtClean="0"/>
              <a:t>	Pré-Refrain:</a:t>
            </a:r>
          </a:p>
          <a:p>
            <a:r>
              <a:rPr lang="fr-FR" smtClean="0"/>
              <a:t>	Refrain:   x2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16-  OUI, TU ES MON INSPIRATION QUAND LES MOTS ME MANQUENT 
17-  TU ES LA MUSIQUE  
18-  TA BEAUTÉ A CHANGÉ MA VIE 
19-  JE VEUX TE BÉNIR AVEC MA MUSIQUE 
20-  MA MUSIQUE 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8957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PARFAIT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DIEU</a:t>
            </a:r>
          </a:p>
        </p:txBody>
      </p:sp>
    </p:spTree>
    <p:extLst>
      <p:ext uri="{BB962C8B-B14F-4D97-AF65-F5344CB8AC3E}">
        <p14:creationId xmlns:p14="http://schemas.microsoft.com/office/powerpoint/2010/main" val="33114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PLEIN DE BONTÉ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NE ME LAISSES PAS TOMBER </a:t>
            </a:r>
          </a:p>
        </p:txBody>
      </p:sp>
    </p:spTree>
    <p:extLst>
      <p:ext uri="{BB962C8B-B14F-4D97-AF65-F5344CB8AC3E}">
        <p14:creationId xmlns:p14="http://schemas.microsoft.com/office/powerpoint/2010/main" val="3672991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JAMAIS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M’AS TOUJOURS GARDÉE</a:t>
            </a:r>
          </a:p>
        </p:txBody>
      </p:sp>
    </p:spTree>
    <p:extLst>
      <p:ext uri="{BB962C8B-B14F-4D97-AF65-F5344CB8AC3E}">
        <p14:creationId xmlns:p14="http://schemas.microsoft.com/office/powerpoint/2010/main" val="37583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SEIGNEUR, PURIFIE-MOI</a:t>
            </a:r>
          </a:p>
        </p:txBody>
      </p:sp>
    </p:spTree>
    <p:extLst>
      <p:ext uri="{BB962C8B-B14F-4D97-AF65-F5344CB8AC3E}">
        <p14:creationId xmlns:p14="http://schemas.microsoft.com/office/powerpoint/2010/main" val="733218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ENLÈVE DE MOI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LES PARASITES DE CE MONDE</a:t>
            </a:r>
          </a:p>
        </p:txBody>
      </p:sp>
    </p:spTree>
    <p:extLst>
      <p:ext uri="{BB962C8B-B14F-4D97-AF65-F5344CB8AC3E}">
        <p14:creationId xmlns:p14="http://schemas.microsoft.com/office/powerpoint/2010/main" val="3506218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TANT BESOIN DE TOI,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ÊTRE PRÈS 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994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ATTIRE-MOI À TOI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ME LAISSE PAS </a:t>
            </a:r>
          </a:p>
        </p:txBody>
      </p:sp>
    </p:spTree>
    <p:extLst>
      <p:ext uri="{BB962C8B-B14F-4D97-AF65-F5344CB8AC3E}">
        <p14:creationId xmlns:p14="http://schemas.microsoft.com/office/powerpoint/2010/main" val="2935279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TANT BESOIN DE TOI </a:t>
            </a:r>
          </a:p>
        </p:txBody>
      </p:sp>
    </p:spTree>
    <p:extLst>
      <p:ext uri="{BB962C8B-B14F-4D97-AF65-F5344CB8AC3E}">
        <p14:creationId xmlns:p14="http://schemas.microsoft.com/office/powerpoint/2010/main" val="4058453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ATTIRE-MOI 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LA MÉLODIE </a:t>
            </a:r>
          </a:p>
        </p:txBody>
      </p:sp>
    </p:spTree>
    <p:extLst>
      <p:ext uri="{BB962C8B-B14F-4D97-AF65-F5344CB8AC3E}">
        <p14:creationId xmlns:p14="http://schemas.microsoft.com/office/powerpoint/2010/main" val="1952256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RÉSONNE SANS CESSE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451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LA MUSIQUE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MUSIQUE DE MON CŒUR</a:t>
            </a:r>
          </a:p>
        </p:txBody>
      </p:sp>
    </p:spTree>
    <p:extLst>
      <p:ext uri="{BB962C8B-B14F-4D97-AF65-F5344CB8AC3E}">
        <p14:creationId xmlns:p14="http://schemas.microsoft.com/office/powerpoint/2010/main" val="243163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PARFAIT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DIEU</a:t>
            </a:r>
          </a:p>
        </p:txBody>
      </p:sp>
    </p:spTree>
    <p:extLst>
      <p:ext uri="{BB962C8B-B14F-4D97-AF65-F5344CB8AC3E}">
        <p14:creationId xmlns:p14="http://schemas.microsoft.com/office/powerpoint/2010/main" val="206527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AS TOUT FAIT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QUE JE SOIS LIBRE</a:t>
            </a:r>
          </a:p>
        </p:txBody>
      </p:sp>
    </p:spTree>
    <p:extLst>
      <p:ext uri="{BB962C8B-B14F-4D97-AF65-F5344CB8AC3E}">
        <p14:creationId xmlns:p14="http://schemas.microsoft.com/office/powerpoint/2010/main" val="2618668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TRAVERS TOUTES LES SAISONS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LÀ, TU NE CHANGES PAS</a:t>
            </a:r>
          </a:p>
        </p:txBody>
      </p:sp>
    </p:spTree>
    <p:extLst>
      <p:ext uri="{BB962C8B-B14F-4D97-AF65-F5344CB8AC3E}">
        <p14:creationId xmlns:p14="http://schemas.microsoft.com/office/powerpoint/2010/main" val="1544652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PEUX PLACER MA CONFIANCE EN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TU TIENS TOUTES TES PROMESSES </a:t>
            </a:r>
          </a:p>
        </p:txBody>
      </p:sp>
    </p:spTree>
    <p:extLst>
      <p:ext uri="{BB962C8B-B14F-4D97-AF65-F5344CB8AC3E}">
        <p14:creationId xmlns:p14="http://schemas.microsoft.com/office/powerpoint/2010/main" val="197200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OUI, TU ES MON INSPIRATION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LES MOTS ME MANQUENT</a:t>
            </a:r>
          </a:p>
        </p:txBody>
      </p:sp>
    </p:spTree>
    <p:extLst>
      <p:ext uri="{BB962C8B-B14F-4D97-AF65-F5344CB8AC3E}">
        <p14:creationId xmlns:p14="http://schemas.microsoft.com/office/powerpoint/2010/main" val="1142263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LA MUSIQUE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641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 BEAUTÉ A CHANGÉ MA VIE</a:t>
            </a:r>
          </a:p>
        </p:txBody>
      </p:sp>
    </p:spTree>
    <p:extLst>
      <p:ext uri="{BB962C8B-B14F-4D97-AF65-F5344CB8AC3E}">
        <p14:creationId xmlns:p14="http://schemas.microsoft.com/office/powerpoint/2010/main" val="2251465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TE BÉNIR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AVEC MA MUSIQUE</a:t>
            </a:r>
          </a:p>
        </p:txBody>
      </p:sp>
    </p:spTree>
    <p:extLst>
      <p:ext uri="{BB962C8B-B14F-4D97-AF65-F5344CB8AC3E}">
        <p14:creationId xmlns:p14="http://schemas.microsoft.com/office/powerpoint/2010/main" val="192069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MUSIQUE</a:t>
            </a:r>
          </a:p>
        </p:txBody>
      </p:sp>
    </p:spTree>
    <p:extLst>
      <p:ext uri="{BB962C8B-B14F-4D97-AF65-F5344CB8AC3E}">
        <p14:creationId xmlns:p14="http://schemas.microsoft.com/office/powerpoint/2010/main" val="212900077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551</Words>
  <Application>Microsoft Office PowerPoint</Application>
  <PresentationFormat>Affichage à l'écran (4:3)</PresentationFormat>
  <Paragraphs>554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104</cp:revision>
  <dcterms:created xsi:type="dcterms:W3CDTF">2002-08-17T13:12:10Z</dcterms:created>
  <dcterms:modified xsi:type="dcterms:W3CDTF">2022-09-24T11:28:42Z</dcterms:modified>
</cp:coreProperties>
</file>