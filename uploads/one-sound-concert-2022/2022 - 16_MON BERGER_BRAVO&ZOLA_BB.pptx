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6594" autoAdjust="0"/>
  </p:normalViewPr>
  <p:slideViewPr>
    <p:cSldViewPr>
      <p:cViewPr varScale="1">
        <p:scale>
          <a:sx n="51" d="100"/>
          <a:sy n="51" d="100"/>
        </p:scale>
        <p:origin x="6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06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108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535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265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567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596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254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004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399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133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958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216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977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010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139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932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370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pPr>
              <a:defRPr/>
            </a:pPr>
            <a:r>
              <a:rPr lang="fr-FR" smtClean="0"/>
              <a:t>
7-  PONA YÉ BÊTA MABOKO  NZAMBE AZA KK MOKO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pPr>
              <a:defRPr/>
            </a:pPr>
            <a:r>
              <a:rPr lang="fr-FR" smtClean="0"/>
              <a:t>
	10-  EBEN-EZER AZA  x2
	11-  EBEN-EZER AZALI   x2</a:t>
            </a:r>
          </a:p>
          <a:p>
            <a:pPr>
              <a:defRPr/>
            </a:pPr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pPr>
              <a:defRPr/>
            </a:pPr>
            <a:r>
              <a:rPr lang="fr-FR" smtClean="0"/>
              <a:t>
16-  A PESAKA MAPAMBOLI  KOMBO N’A YÉ NA TOMBOLI  </a:t>
            </a:r>
          </a:p>
          <a:p>
            <a:pPr>
              <a:defRPr/>
            </a:pPr>
            <a:r>
              <a:rPr lang="fr-FR" smtClean="0"/>
              <a:t>
17-  PERSÉVÈRE MABONDELI METS TA CONFIANCE EN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 
18-  BINA MUANA NZAMBE HÉ  x4
19-  SANJOLA TAMBOLA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PAIN NE MANQUERA PAS À MA TABLE JE BÂTIS MA VIE SUR LE ROC 
2-  LE SIÈCLE PRÉSENT, JE M’EN MOQUE JE MARCHE PAR LA FOI COMME HÉNOC 
3-  JE LIE LES DÉMONS QUI ME BLOQUENT 
4-  VIE DE PRIÈRE OBLIGE  MON DIEU FAIT DES PRODIGES  
5-  QUI OUVRE LES ÉCLUSES  COMME MON AVOCAT  
6-  QUAND L’ENNEMI M’ACCUSE  JE METS SA PAROLE DANS MA BOCA </a:t>
            </a:r>
          </a:p>
          <a:p>
            <a:r>
              <a:rPr lang="fr-FR" smtClean="0"/>
              <a:t>
7-  PONA YÉ BÊTA MABOKO  NZAMBE AZA KK MOKO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
	8-  L’ETERNEL EST MON BERGER JE NE MANQUERAI DE RIEN  
	9-  JE N’OUVRIRAI PAS DES YEUX INQUIETS  L’ÉTERNEL EST MON BERGER </a:t>
            </a:r>
          </a:p>
          <a:p>
            <a:r>
              <a:rPr lang="fr-FR" smtClean="0"/>
              <a:t>
	10-  EBEN-EZER AZA  x2
	11-  EBEN-EZER AZALI   x2</a:t>
            </a:r>
          </a:p>
          <a:p>
            <a:r>
              <a:rPr lang="fr-FR" smtClean="0"/>
              <a:t>
12-  MON REFUGE ET MON ABRI NE SE TROUVENT QUE DANS SA PRÉSENCE 
13-  IL EST LE GRAND POURVOYEUR L’ETERNEL DIEU TOUT-PUISSANT  
14-  JE N’AI JAMAIS VU LE JUSTE  MENDIER SON PAIN 
15-  YAWE MON REFUGE FAIT  TOUTE CHOSE BONNE EN SON TEMPS </a:t>
            </a:r>
          </a:p>
          <a:p>
            <a:r>
              <a:rPr lang="fr-FR" smtClean="0"/>
              <a:t>
16-  A PESAKA MAPAMBOLI  KOMBO N’A YÉ NA TOMBOLI  </a:t>
            </a:r>
          </a:p>
          <a:p>
            <a:r>
              <a:rPr lang="fr-FR" smtClean="0"/>
              <a:t>
17-  PERSÉVÈRE MABONDELI METS TA CONFIANCE EN LUI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 
18-  BINA MUANA NZAMBE HÉ  x4
19-  SANJOLA TAMBOLA x4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67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PAIN NE MANQUERA PAS À MA TABLE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BÂTIS MA VIE SUR LE ROC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SIÈCLE PRÉSENT, JE M’EN MOQUE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MARCHE PAR LA FOI COMME HÉNOC</a:t>
            </a:r>
          </a:p>
        </p:txBody>
      </p:sp>
    </p:spTree>
    <p:extLst>
      <p:ext uri="{BB962C8B-B14F-4D97-AF65-F5344CB8AC3E}">
        <p14:creationId xmlns:p14="http://schemas.microsoft.com/office/powerpoint/2010/main" val="180323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LIE LES DÉMONS QUI ME BLOQUENT</a:t>
            </a:r>
          </a:p>
        </p:txBody>
      </p:sp>
    </p:spTree>
    <p:extLst>
      <p:ext uri="{BB962C8B-B14F-4D97-AF65-F5344CB8AC3E}">
        <p14:creationId xmlns:p14="http://schemas.microsoft.com/office/powerpoint/2010/main" val="111580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 DE PRIÈRE OBLIGE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DIEU FAIT DES PRODIGES </a:t>
            </a:r>
          </a:p>
        </p:txBody>
      </p:sp>
    </p:spTree>
    <p:extLst>
      <p:ext uri="{BB962C8B-B14F-4D97-AF65-F5344CB8AC3E}">
        <p14:creationId xmlns:p14="http://schemas.microsoft.com/office/powerpoint/2010/main" val="26187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OUVRE LES ÉCLUSES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MON AVOCAT </a:t>
            </a:r>
          </a:p>
        </p:txBody>
      </p:sp>
    </p:spTree>
    <p:extLst>
      <p:ext uri="{BB962C8B-B14F-4D97-AF65-F5344CB8AC3E}">
        <p14:creationId xmlns:p14="http://schemas.microsoft.com/office/powerpoint/2010/main" val="419296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L’ENNEMI M’ACCUSE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METS SA PAROLE DANS MA BOCA</a:t>
            </a:r>
          </a:p>
        </p:txBody>
      </p:sp>
    </p:spTree>
    <p:extLst>
      <p:ext uri="{BB962C8B-B14F-4D97-AF65-F5344CB8AC3E}">
        <p14:creationId xmlns:p14="http://schemas.microsoft.com/office/powerpoint/2010/main" val="252805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PONA YÉ BÊTA MABOKO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NZAMBE AZA KK MOKO </a:t>
            </a:r>
          </a:p>
        </p:txBody>
      </p:sp>
    </p:spTree>
    <p:extLst>
      <p:ext uri="{BB962C8B-B14F-4D97-AF65-F5344CB8AC3E}">
        <p14:creationId xmlns:p14="http://schemas.microsoft.com/office/powerpoint/2010/main" val="177996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L’ETERNEL EST MON BERGER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MANQUERAI DE RIEN </a:t>
            </a:r>
          </a:p>
        </p:txBody>
      </p:sp>
    </p:spTree>
    <p:extLst>
      <p:ext uri="{BB962C8B-B14F-4D97-AF65-F5344CB8AC3E}">
        <p14:creationId xmlns:p14="http://schemas.microsoft.com/office/powerpoint/2010/main" val="357409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N’OUVRIRAI PAS DES YEUX INQUIETS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L’ÉTERNEL EST MON BERGER</a:t>
            </a:r>
          </a:p>
        </p:txBody>
      </p:sp>
    </p:spTree>
    <p:extLst>
      <p:ext uri="{BB962C8B-B14F-4D97-AF65-F5344CB8AC3E}">
        <p14:creationId xmlns:p14="http://schemas.microsoft.com/office/powerpoint/2010/main" val="336660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EBEN-EZER AZA </a:t>
            </a:r>
          </a:p>
        </p:txBody>
      </p:sp>
    </p:spTree>
    <p:extLst>
      <p:ext uri="{BB962C8B-B14F-4D97-AF65-F5344CB8AC3E}">
        <p14:creationId xmlns:p14="http://schemas.microsoft.com/office/powerpoint/2010/main" val="266682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EBEN-EZER AZALI </a:t>
            </a:r>
          </a:p>
        </p:txBody>
      </p:sp>
    </p:spTree>
    <p:extLst>
      <p:ext uri="{BB962C8B-B14F-4D97-AF65-F5344CB8AC3E}">
        <p14:creationId xmlns:p14="http://schemas.microsoft.com/office/powerpoint/2010/main" val="1127886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REFUGE ET MON ABRI NE SE TROUVENT QUE DANS SA PRÉSENCE</a:t>
            </a:r>
          </a:p>
        </p:txBody>
      </p:sp>
    </p:spTree>
    <p:extLst>
      <p:ext uri="{BB962C8B-B14F-4D97-AF65-F5344CB8AC3E}">
        <p14:creationId xmlns:p14="http://schemas.microsoft.com/office/powerpoint/2010/main" val="406603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LE GRAND POURVOYEUR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L’ETERNEL DIEU TOUT-PUISSANT </a:t>
            </a:r>
          </a:p>
        </p:txBody>
      </p:sp>
    </p:spTree>
    <p:extLst>
      <p:ext uri="{BB962C8B-B14F-4D97-AF65-F5344CB8AC3E}">
        <p14:creationId xmlns:p14="http://schemas.microsoft.com/office/powerpoint/2010/main" val="4253347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N’AI JAMAIS VU LE JUSTE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MENDIER SON PAIN</a:t>
            </a:r>
          </a:p>
        </p:txBody>
      </p:sp>
    </p:spTree>
    <p:extLst>
      <p:ext uri="{BB962C8B-B14F-4D97-AF65-F5344CB8AC3E}">
        <p14:creationId xmlns:p14="http://schemas.microsoft.com/office/powerpoint/2010/main" val="398326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YAWE MON REFUGE FAIT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CHOSE BONNE EN SON TEMPS</a:t>
            </a:r>
          </a:p>
        </p:txBody>
      </p:sp>
    </p:spTree>
    <p:extLst>
      <p:ext uri="{BB962C8B-B14F-4D97-AF65-F5344CB8AC3E}">
        <p14:creationId xmlns:p14="http://schemas.microsoft.com/office/powerpoint/2010/main" val="704694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l-PL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PESAKA MAPAMBOLI </a:t>
            </a:r>
          </a:p>
          <a:p>
            <a:pPr algn="ctr">
              <a:lnSpc>
                <a:spcPct val="90000"/>
              </a:lnSpc>
              <a:defRPr/>
            </a:pPr>
            <a:r>
              <a:rPr lang="pl-PL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KOMBO N’A YÉ NA TOMBOLI </a:t>
            </a:r>
          </a:p>
        </p:txBody>
      </p:sp>
    </p:spTree>
    <p:extLst>
      <p:ext uri="{BB962C8B-B14F-4D97-AF65-F5344CB8AC3E}">
        <p14:creationId xmlns:p14="http://schemas.microsoft.com/office/powerpoint/2010/main" val="1550413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PERSÉVÈRE MABONDELI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METS TA CONFIANCE EN LUI </a:t>
            </a:r>
          </a:p>
        </p:txBody>
      </p:sp>
    </p:spTree>
    <p:extLst>
      <p:ext uri="{BB962C8B-B14F-4D97-AF65-F5344CB8AC3E}">
        <p14:creationId xmlns:p14="http://schemas.microsoft.com/office/powerpoint/2010/main" val="343658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BINA MUANA NZAMBE HÉ </a:t>
            </a:r>
          </a:p>
        </p:txBody>
      </p:sp>
    </p:spTree>
    <p:extLst>
      <p:ext uri="{BB962C8B-B14F-4D97-AF65-F5344CB8AC3E}">
        <p14:creationId xmlns:p14="http://schemas.microsoft.com/office/powerpoint/2010/main" val="975017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SANJOLA TAMBOLA</a:t>
            </a:r>
          </a:p>
        </p:txBody>
      </p:sp>
    </p:spTree>
    <p:extLst>
      <p:ext uri="{BB962C8B-B14F-4D97-AF65-F5344CB8AC3E}">
        <p14:creationId xmlns:p14="http://schemas.microsoft.com/office/powerpoint/2010/main" val="299472595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761</Words>
  <Application>Microsoft Office PowerPoint</Application>
  <PresentationFormat>Affichage à l'écran (4:3)</PresentationFormat>
  <Paragraphs>526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2002-08-17T13:12:10Z</dcterms:created>
  <dcterms:modified xsi:type="dcterms:W3CDTF">2022-09-24T11:44:23Z</dcterms:modified>
</cp:coreProperties>
</file>