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86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0341" autoAdjust="0"/>
    <p:restoredTop sz="51761" autoAdjust="0"/>
  </p:normalViewPr>
  <p:slideViewPr>
    <p:cSldViewPr>
      <p:cViewPr varScale="1">
        <p:scale>
          <a:sx n="51" d="100"/>
          <a:sy n="51" d="100"/>
        </p:scale>
        <p:origin x="72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-261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BAE1C64E-9ADB-4E38-BF68-4211C206B6BD}" type="datetimeFigureOut">
              <a:rPr lang="fr-FR"/>
              <a:pPr>
                <a:defRPr/>
              </a:pPr>
              <a:t>24/09/2022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E9CBFFFA-0125-4168-AF56-391BBD2FAB6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	1-  J'AI PERDU CE MONDE ALORS  J'AI TOUT GAGNÉ 
	2-  SANS MÊME LE SAVOIR  JE M'ÉTAIS CONDAMNÉE 
	3-  MAIS MAINTENANT JE SAIS J'AI TOUT GAGNÉ SI J'AI JÉSUS 
	4-  J'AI TOUT GAGNÉ      (x2)</a:t>
            </a:r>
          </a:p>
          <a:p>
            <a:pPr>
              <a:defRPr/>
            </a:pPr>
            <a:r>
              <a:rPr lang="fr-FR"/>
              <a:t>
5-  PERDRE POUR ACQUÉRIR  SUIVRE POUR DEVENIR 
6-  ACCEPTER DE MOURIR  RENAÎTRE COMME UN PHOENIX 
7-  MOI SANS DIEU C'EST COMME UN HÉLICO SANS HÉLICES 
8-  IL A TOUT À M'OFFRIR DONC C'EST CE MONDE QUE JE DÉLAISSE 
9-  LA CROIX DEVANT DERRIÈRE LE MONDE 
10-  MÊME QUAND MES YEUX SERONT HUMIDES 
11-  JE M'APPUIRAI SUR LE ROCHER CELUI QUI M'A RENDUE SOLIDE 
12-  A QUOI CA SERT DE GAGNER  CE MONDE 
13-  SI AU FINAL TON CŒUR EST VIDE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14-  D ECISION I NTERVENTION E NGAGEMENT U NITÉ 
15-  COMMENÇONS PAR LE COMMENCEMENT 
16-  C'EST POUR DIEU QU'IL FAUT MILITER  
17-  DANS SON ARMÉE AD2 NOUS RECHERCHONS SA VOLONTÉ 
18-  JE SAIS, JE VEUX, JE PEUX  VOILÀ POURQUOI JE SUIS VOLONTAIRE  
19-  JE M'APPROCHE DONC JE M'ÉLOIGNE  J'AI PERDU ALORS JE GAGNE  
20-  ET JE SAIS QUE JE SUIS GRANDE CE N'EST PLUS QUESTION DE TAILLE  
21-  FACE AUX GOLIATHS DE MA VIE  JE SAIS QUE MON DIEU SERA DE TAILLE  
22-  SI LA BATAILLE EST À LUI  LA VICTOIRE N'EST QU'UN DÉTAIL ALORS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23-  FRÈRE SŒUR JE TE PARLE NE MÉPRISE PAS TA JEUNESSE 
24-  CROIRE N'EST PAS UNE FAIBLESSE NON, CROIRE N'EST PAS UNE FAIBLESSE 
25-  CESSE DE REPOUSSER CETTE VOIX QUI 
26-  T’EMMÈNE VERS LE MEILLEUR 
27-  DEMAIN N'EST PAS ACQUIS FAIS LES BONS CHOIX DÈS AUJOURD'HUI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28-  T’AS TOUT GAGNÉ SI T’AS  JÉSUS T’AS TOUT GAGNÉ  
29-  T’AS TOUT GAGNÉ SI T’AS  JÉSUS T’AS TOUT GAGNÉ  
30-  NE MÉPRISE PAS TA JEUNESSE  CROIRE N’EST PAS UNE FAIBLESSE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	Refrain:</a:t>
            </a:r>
          </a:p>
          <a:p>
            <a:r>
              <a:rPr lang="fr-FR"/>
              <a:t>	1-  J'AI PERDU CE MONDE ALORS  J'AI TOUT GAGNÉ 
	2-  SANS MÊME LE SAVOIR  JE M'ÉTAIS CONDAMNÉE 
	3-  MAIS MAINTENANT JE SAIS J'AI TOUT GAGNÉ SI J'AI JÉSUS 
	4-  J'AI TOUT GAGNÉ      (x2)</a:t>
            </a:r>
          </a:p>
          <a:p>
            <a:r>
              <a:rPr lang="fr-FR"/>
              <a:t>
5-  PERDRE POUR ACQUÉRIR  SUIVRE POUR DEVENIR 
6-  ACCEPTER DE MOURIR  RENAÎTRE COMME UN PHOENIX 
7-  MOI SANS DIEU C'EST COMME UN HÉLICO SANS HÉLICES 
8-  IL A TOUT À M'OFFRIR DONC C'EST CE MONDE QUE JE DÉLAISSE 
9-  LA CROIX DEVANT DERRIÈRE LE MONDE 
10-  MÊME QUAND MES YEUX SERONT HUMIDES 
11-  JE M'APPUIRAI SUR LE ROCHER CELUI QUI M'A RENDUE SOLIDE 
12-  A QUOI CA SERT DE GAGNER  CE MONDE 
13-  SI AU FINAL TON CŒUR EST VIDE 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
14-  D ECISION I NTERVENTION E NGAGEMENT U NITÉ 
15-  COMMENÇONS PAR LE COMMENCEMENT 
16-  C'EST POUR DIEU QU'IL FAUT MILITER  
17-  DANS SON ARMÉE AD2 NOUS RECHERCHONS SA VOLONTÉ 
18-  JE SAIS, JE VEUX, JE PEUX  VOILÀ POURQUOI JE SUIS VOLONTAIRE  
19-  JE M'APPROCHE DONC JE M'ÉLOIGNE  J'AI PERDU ALORS JE GAGNE  
20-  ET JE SAIS QUE JE SUIS GRANDE CE N'EST PLUS QUESTION DE TAILLE  
21-  FACE AUX GOLIATHS DE MA VIE  JE SAIS QUE MON DIEU SERA DE TAILLE  
22-  SI LA BATAILLE EST À LUI  LA VICTOIRE N'EST QU'UN DÉTAIL ALORS 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
23-  FRÈRE SŒUR JE TE PARLE NE MÉPRISE PAS TA JEUNESSE 
24-  CROIRE N'EST PAS UNE FAIBLESSE NON, CROIRE N'EST PAS UNE FAIBLESSE 
25-  CESSE DE REPOUSSER CETTE VOIX QUI 
26-  T’EMMÈNE VERS LE MEILLEUR 
27-  DEMAIN N'EST PAS ACQUIS FAIS LES BONS CHOIX DÈS AUJOURD'HUI 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
28-  T’AS TOUT GAGNÉ SI T’AS  JÉSUS T’AS TOUT GAGNÉ  
29-  T’AS TOUT GAGNÉ SI T’AS  JÉSUS T’AS TOUT GAGNÉ  
30-  NE MÉPRISE PAS TA JEUNESSE  CROIRE N’EST PAS UNE FAIBLESSE 
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	1-  J'AI PERDU CE MONDE ALORS  J'AI TOUT GAGNÉ 
	2-  SANS MÊME LE SAVOIR  JE M'ÉTAIS CONDAMNÉE 
	3-  MAIS MAINTENANT JE SAIS J'AI TOUT GAGNÉ SI J'AI JÉSUS 
	4-  J'AI TOUT GAGNÉ      (x2)</a:t>
            </a:r>
          </a:p>
          <a:p>
            <a:pPr>
              <a:defRPr/>
            </a:pPr>
            <a:r>
              <a:rPr lang="fr-FR"/>
              <a:t>
5-  PERDRE POUR ACQUÉRIR  SUIVRE POUR DEVENIR 
6-  ACCEPTER DE MOURIR  RENAÎTRE COMME UN PHOENIX 
7-  MOI SANS DIEU C'EST COMME UN HÉLICO SANS HÉLICES 
8-  IL A TOUT À M'OFFRIR DONC C'EST CE MONDE QUE JE DÉLAISSE 
9-  LA CROIX DEVANT DERRIÈRE LE MONDE 
10-  MÊME QUAND MES YEUX SERONT HUMIDES 
11-  JE M'APPUIRAI SUR LE ROCHER CELUI QUI M'A RENDUE SOLIDE 
12-  A QUOI CA SERT DE GAGNER  CE MONDE 
13-  SI AU FINAL TON CŒUR EST VIDE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14-  D ECISION I NTERVENTION E NGAGEMENT U NITÉ 
15-  COMMENÇONS PAR LE COMMENCEMENT 
16-  C'EST POUR DIEU QU'IL FAUT MILITER  
17-  DANS SON ARMÉE AD2 NOUS RECHERCHONS SA VOLONTÉ 
18-  JE SAIS, JE VEUX, JE PEUX  VOILÀ POURQUOI JE SUIS VOLONTAIRE  
19-  JE M'APPROCHE DONC JE M'ÉLOIGNE  J'AI PERDU ALORS JE GAGNE  
20-  ET JE SAIS QUE JE SUIS GRANDE CE N'EST PLUS QUESTION DE TAILLE  
21-  FACE AUX GOLIATHS DE MA VIE  JE SAIS QUE MON DIEU SERA DE TAILLE  
22-  SI LA BATAILLE EST À LUI  LA VICTOIRE N'EST QU'UN DÉTAIL ALORS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23-  FRÈRE SŒUR JE TE PARLE NE MÉPRISE PAS TA JEUNESSE 
24-  CROIRE N'EST PAS UNE FAIBLESSE NON, CROIRE N'EST PAS UNE FAIBLESSE 
25-  CESSE DE REPOUSSER CETTE VOIX QUI 
26-  T’EMMÈNE VERS LE MEILLEUR 
27-  DEMAIN N'EST PAS ACQUIS FAIS LES BONS CHOIX DÈS AUJOURD'HUI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28-  T’AS TOUT GAGNÉ SI T’AS  JÉSUS T’AS TOUT GAGNÉ  
29-  T’AS TOUT GAGNÉ SI T’AS  JÉSUS T’AS TOUT GAGNÉ  
30-  NE MÉPRISE PAS TA JEUNESSE  CROIRE N’EST PAS UNE FAIBLESSE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	Refrain:</a:t>
            </a:r>
          </a:p>
          <a:p>
            <a:r>
              <a:rPr lang="fr-FR"/>
              <a:t>	1-  J'AI PERDU CE MONDE ALORS  J'AI TOUT GAGNÉ 
	2-  SANS MÊME LE SAVOIR  JE M'ÉTAIS CONDAMNÉE 
	3-  MAIS MAINTENANT JE SAIS J'AI TOUT GAGNÉ SI J'AI JÉSUS 
	4-  J'AI TOUT GAGNÉ      (x2)</a:t>
            </a:r>
          </a:p>
          <a:p>
            <a:r>
              <a:rPr lang="fr-FR"/>
              <a:t>
5-  PERDRE POUR ACQUÉRIR  SUIVRE POUR DEVENIR 
6-  ACCEPTER DE MOURIR  RENAÎTRE COMME UN PHOENIX 
7-  MOI SANS DIEU C'EST COMME UN HÉLICO SANS HÉLICES 
8-  IL A TOUT À M'OFFRIR DONC C'EST CE MONDE QUE JE DÉLAISSE 
9-  LA CROIX DEVANT DERRIÈRE LE MONDE 
10-  MÊME QUAND MES YEUX SERONT HUMIDES 
11-  JE M'APPUIRAI SUR LE ROCHER CELUI QUI M'A RENDUE SOLIDE 
12-  A QUOI CA SERT DE GAGNER  CE MONDE 
13-  SI AU FINAL TON CŒUR EST VIDE 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
14-  D ECISION I NTERVENTION E NGAGEMENT U NITÉ 
15-  COMMENÇONS PAR LE COMMENCEMENT 
16-  C'EST POUR DIEU QU'IL FAUT MILITER  
17-  DANS SON ARMÉE AD2 NOUS RECHERCHONS SA VOLONTÉ 
18-  JE SAIS, JE VEUX, JE PEUX  VOILÀ POURQUOI JE SUIS VOLONTAIRE  
19-  JE M'APPROCHE DONC JE M'ÉLOIGNE  J'AI PERDU ALORS JE GAGNE  
20-  ET JE SAIS QUE JE SUIS GRANDE CE N'EST PLUS QUESTION DE TAILLE  
21-  FACE AUX GOLIATHS DE MA VIE  JE SAIS QUE MON DIEU SERA DE TAILLE  
22-  SI LA BATAILLE EST À LUI  LA VICTOIRE N'EST QU'UN DÉTAIL ALORS 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
23-  FRÈRE SŒUR JE TE PARLE NE MÉPRISE PAS TA JEUNESSE 
24-  CROIRE N'EST PAS UNE FAIBLESSE NON, CROIRE N'EST PAS UNE FAIBLESSE 
25-  CESSE DE REPOUSSER CETTE VOIX QUI 
26-  T’EMMÈNE VERS LE MEILLEUR 
27-  DEMAIN N'EST PAS ACQUIS FAIS LES BONS CHOIX DÈS AUJOURD'HUI 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
28-  T’AS TOUT GAGNÉ SI T’AS  JÉSUS T’AS TOUT GAGNÉ  
29-  T’AS TOUT GAGNÉ SI T’AS  JÉSUS T’AS TOUT GAGNÉ  
30-  NE MÉPRISE PAS TA JEUNESSE  CROIRE N’EST PAS UNE FAIBLESSE 
</a:t>
            </a:r>
          </a:p>
        </p:txBody>
      </p:sp>
    </p:spTree>
    <p:extLst>
      <p:ext uri="{BB962C8B-B14F-4D97-AF65-F5344CB8AC3E}">
        <p14:creationId xmlns:p14="http://schemas.microsoft.com/office/powerpoint/2010/main" val="19678962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	1-  J'AI PERDU CE MONDE ALORS  J'AI TOUT GAGNÉ 
	2-  SANS MÊME LE SAVOIR  JE M'ÉTAIS CONDAMNÉE 
	3-  MAIS MAINTENANT JE SAIS J'AI TOUT GAGNÉ SI J'AI JÉSUS 
	4-  J'AI TOUT GAGNÉ      (x2)</a:t>
            </a:r>
          </a:p>
          <a:p>
            <a:pPr>
              <a:defRPr/>
            </a:pPr>
            <a:r>
              <a:rPr lang="fr-FR"/>
              <a:t>
5-  PERDRE POUR ACQUÉRIR  SUIVRE POUR DEVENIR 
6-  ACCEPTER DE MOURIR  RENAÎTRE COMME UN PHOENIX 
7-  MOI SANS DIEU C'EST COMME UN HÉLICO SANS HÉLICES 
8-  IL A TOUT À M'OFFRIR DONC C'EST CE MONDE QUE JE DÉLAISSE 
9-  LA CROIX DEVANT DERRIÈRE LE MONDE 
10-  MÊME QUAND MES YEUX SERONT HUMIDES 
11-  JE M'APPUIRAI SUR LE ROCHER CELUI QUI M'A RENDUE SOLIDE 
12-  A QUOI CA SERT DE GAGNER  CE MONDE 
13-  SI AU FINAL TON CŒUR EST VIDE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14-  D ECISION I NTERVENTION E NGAGEMENT U NITÉ 
15-  COMMENÇONS PAR LE COMMENCEMENT 
16-  C'EST POUR DIEU QU'IL FAUT MILITER  
17-  DANS SON ARMÉE AD2 NOUS RECHERCHONS SA VOLONTÉ 
18-  JE SAIS, JE VEUX, JE PEUX  VOILÀ POURQUOI JE SUIS VOLONTAIRE  
19-  JE M'APPROCHE DONC JE M'ÉLOIGNE  J'AI PERDU ALORS JE GAGNE  
20-  ET JE SAIS QUE JE SUIS GRANDE CE N'EST PLUS QUESTION DE TAILLE  
21-  FACE AUX GOLIATHS DE MA VIE  JE SAIS QUE MON DIEU SERA DE TAILLE  
22-  SI LA BATAILLE EST À LUI  LA VICTOIRE N'EST QU'UN DÉTAIL ALORS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23-  FRÈRE SŒUR JE TE PARLE NE MÉPRISE PAS TA JEUNESSE 
24-  CROIRE N'EST PAS UNE FAIBLESSE NON, CROIRE N'EST PAS UNE FAIBLESSE 
25-  CESSE DE REPOUSSER CETTE VOIX QUI 
26-  T’EMMÈNE VERS LE MEILLEUR 
27-  DEMAIN N'EST PAS ACQUIS FAIS LES BONS CHOIX DÈS AUJOURD'HUI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28-  T’AS TOUT GAGNÉ SI T’AS  JÉSUS T’AS TOUT GAGNÉ  
29-  T’AS TOUT GAGNÉ SI T’AS  JÉSUS T’AS TOUT GAGNÉ  
30-  NE MÉPRISE PAS TA JEUNESSE  CROIRE N’EST PAS UNE FAIBLESSE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	Refrain:</a:t>
            </a:r>
          </a:p>
          <a:p>
            <a:r>
              <a:rPr lang="fr-FR"/>
              <a:t>	1-  J'AI PERDU CE MONDE ALORS  J'AI TOUT GAGNÉ 
	2-  SANS MÊME LE SAVOIR  JE M'ÉTAIS CONDAMNÉE 
	3-  MAIS MAINTENANT JE SAIS J'AI TOUT GAGNÉ SI J'AI JÉSUS 
	4-  J'AI TOUT GAGNÉ      (x2)</a:t>
            </a:r>
          </a:p>
          <a:p>
            <a:r>
              <a:rPr lang="fr-FR"/>
              <a:t>
5-  PERDRE POUR ACQUÉRIR  SUIVRE POUR DEVENIR 
6-  ACCEPTER DE MOURIR  RENAÎTRE COMME UN PHOENIX 
7-  MOI SANS DIEU C'EST COMME UN HÉLICO SANS HÉLICES 
8-  IL A TOUT À M'OFFRIR DONC C'EST CE MONDE QUE JE DÉLAISSE 
9-  LA CROIX DEVANT DERRIÈRE LE MONDE 
10-  MÊME QUAND MES YEUX SERONT HUMIDES 
11-  JE M'APPUIRAI SUR LE ROCHER CELUI QUI M'A RENDUE SOLIDE 
12-  A QUOI CA SERT DE GAGNER  CE MONDE 
13-  SI AU FINAL TON CŒUR EST VIDE 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
14-  D ECISION I NTERVENTION E NGAGEMENT U NITÉ 
15-  COMMENÇONS PAR LE COMMENCEMENT 
16-  C'EST POUR DIEU QU'IL FAUT MILITER  
17-  DANS SON ARMÉE AD2 NOUS RECHERCHONS SA VOLONTÉ 
18-  JE SAIS, JE VEUX, JE PEUX  VOILÀ POURQUOI JE SUIS VOLONTAIRE  
19-  JE M'APPROCHE DONC JE M'ÉLOIGNE  J'AI PERDU ALORS JE GAGNE  
20-  ET JE SAIS QUE JE SUIS GRANDE CE N'EST PLUS QUESTION DE TAILLE  
21-  FACE AUX GOLIATHS DE MA VIE  JE SAIS QUE MON DIEU SERA DE TAILLE  
22-  SI LA BATAILLE EST À LUI  LA VICTOIRE N'EST QU'UN DÉTAIL ALORS 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
23-  FRÈRE SŒUR JE TE PARLE NE MÉPRISE PAS TA JEUNESSE 
24-  CROIRE N'EST PAS UNE FAIBLESSE NON, CROIRE N'EST PAS UNE FAIBLESSE 
25-  CESSE DE REPOUSSER CETTE VOIX QUI 
26-  T’EMMÈNE VERS LE MEILLEUR 
27-  DEMAIN N'EST PAS ACQUIS FAIS LES BONS CHOIX DÈS AUJOURD'HUI 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
28-  T’AS TOUT GAGNÉ SI T’AS  JÉSUS T’AS TOUT GAGNÉ  
29-  T’AS TOUT GAGNÉ SI T’AS  JÉSUS T’AS TOUT GAGNÉ  
30-  NE MÉPRISE PAS TA JEUNESSE  CROIRE N’EST PAS UNE FAIBLESSE 
</a:t>
            </a:r>
          </a:p>
        </p:txBody>
      </p:sp>
    </p:spTree>
    <p:extLst>
      <p:ext uri="{BB962C8B-B14F-4D97-AF65-F5344CB8AC3E}">
        <p14:creationId xmlns:p14="http://schemas.microsoft.com/office/powerpoint/2010/main" val="9964347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	1-  J'AI PERDU CE MONDE ALORS  J'AI TOUT GAGNÉ 
	2-  SANS MÊME LE SAVOIR  JE M'ÉTAIS CONDAMNÉE 
	3-  MAIS MAINTENANT JE SAIS J'AI TOUT GAGNÉ SI J'AI JÉSUS 
	4-  J'AI TOUT GAGNÉ      (x2)</a:t>
            </a:r>
          </a:p>
          <a:p>
            <a:pPr>
              <a:defRPr/>
            </a:pPr>
            <a:r>
              <a:rPr lang="fr-FR"/>
              <a:t>
5-  PERDRE POUR ACQUÉRIR  SUIVRE POUR DEVENIR 
6-  ACCEPTER DE MOURIR  RENAÎTRE COMME UN PHOENIX 
7-  MOI SANS DIEU C'EST COMME UN HÉLICO SANS HÉLICES 
8-  IL A TOUT À M'OFFRIR DONC C'EST CE MONDE QUE JE DÉLAISSE 
9-  LA CROIX DEVANT DERRIÈRE LE MONDE 
10-  MÊME QUAND MES YEUX SERONT HUMIDES 
11-  JE M'APPUIRAI SUR LE ROCHER CELUI QUI M'A RENDUE SOLIDE 
12-  A QUOI CA SERT DE GAGNER  CE MONDE 
13-  SI AU FINAL TON CŒUR EST VIDE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14-  D ECISION I NTERVENTION E NGAGEMENT U NITÉ 
15-  COMMENÇONS PAR LE COMMENCEMENT 
16-  C'EST POUR DIEU QU'IL FAUT MILITER  
17-  DANS SON ARMÉE AD2 NOUS RECHERCHONS SA VOLONTÉ 
18-  JE SAIS, JE VEUX, JE PEUX  VOILÀ POURQUOI JE SUIS VOLONTAIRE  
19-  JE M'APPROCHE DONC JE M'ÉLOIGNE  J'AI PERDU ALORS JE GAGNE  
20-  ET JE SAIS QUE JE SUIS GRANDE CE N'EST PLUS QUESTION DE TAILLE  
21-  FACE AUX GOLIATHS DE MA VIE  JE SAIS QUE MON DIEU SERA DE TAILLE  
22-  SI LA BATAILLE EST À LUI  LA VICTOIRE N'EST QU'UN DÉTAIL ALORS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23-  FRÈRE SŒUR JE TE PARLE NE MÉPRISE PAS TA JEUNESSE 
24-  CROIRE N'EST PAS UNE FAIBLESSE NON, CROIRE N'EST PAS UNE FAIBLESSE 
25-  CESSE DE REPOUSSER CETTE VOIX QUI 
26-  T’EMMÈNE VERS LE MEILLEUR 
27-  DEMAIN N'EST PAS ACQUIS FAIS LES BONS CHOIX DÈS AUJOURD'HUI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28-  T’AS TOUT GAGNÉ SI T’AS  JÉSUS T’AS TOUT GAGNÉ  
29-  T’AS TOUT GAGNÉ SI T’AS  JÉSUS T’AS TOUT GAGNÉ  
30-  NE MÉPRISE PAS TA JEUNESSE  CROIRE N’EST PAS UNE FAIBLESSE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	Refrain:</a:t>
            </a:r>
          </a:p>
          <a:p>
            <a:r>
              <a:rPr lang="fr-FR"/>
              <a:t>	1-  J'AI PERDU CE MONDE ALORS  J'AI TOUT GAGNÉ 
	2-  SANS MÊME LE SAVOIR  JE M'ÉTAIS CONDAMNÉE 
	3-  MAIS MAINTENANT JE SAIS J'AI TOUT GAGNÉ SI J'AI JÉSUS 
	4-  J'AI TOUT GAGNÉ      (x2)</a:t>
            </a:r>
          </a:p>
          <a:p>
            <a:r>
              <a:rPr lang="fr-FR"/>
              <a:t>
5-  PERDRE POUR ACQUÉRIR  SUIVRE POUR DEVENIR 
6-  ACCEPTER DE MOURIR  RENAÎTRE COMME UN PHOENIX 
7-  MOI SANS DIEU C'EST COMME UN HÉLICO SANS HÉLICES 
8-  IL A TOUT À M'OFFRIR DONC C'EST CE MONDE QUE JE DÉLAISSE 
9-  LA CROIX DEVANT DERRIÈRE LE MONDE 
10-  MÊME QUAND MES YEUX SERONT HUMIDES 
11-  JE M'APPUIRAI SUR LE ROCHER CELUI QUI M'A RENDUE SOLIDE 
12-  A QUOI CA SERT DE GAGNER  CE MONDE 
13-  SI AU FINAL TON CŒUR EST VIDE 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
14-  D ECISION I NTERVENTION E NGAGEMENT U NITÉ 
15-  COMMENÇONS PAR LE COMMENCEMENT 
16-  C'EST POUR DIEU QU'IL FAUT MILITER  
17-  DANS SON ARMÉE AD2 NOUS RECHERCHONS SA VOLONTÉ 
18-  JE SAIS, JE VEUX, JE PEUX  VOILÀ POURQUOI JE SUIS VOLONTAIRE  
19-  JE M'APPROCHE DONC JE M'ÉLOIGNE  J'AI PERDU ALORS JE GAGNE  
20-  ET JE SAIS QUE JE SUIS GRANDE CE N'EST PLUS QUESTION DE TAILLE  
21-  FACE AUX GOLIATHS DE MA VIE  JE SAIS QUE MON DIEU SERA DE TAILLE  
22-  SI LA BATAILLE EST À LUI  LA VICTOIRE N'EST QU'UN DÉTAIL ALORS 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
23-  FRÈRE SŒUR JE TE PARLE NE MÉPRISE PAS TA JEUNESSE 
24-  CROIRE N'EST PAS UNE FAIBLESSE NON, CROIRE N'EST PAS UNE FAIBLESSE 
25-  CESSE DE REPOUSSER CETTE VOIX QUI 
26-  T’EMMÈNE VERS LE MEILLEUR 
27-  DEMAIN N'EST PAS ACQUIS FAIS LES BONS CHOIX DÈS AUJOURD'HUI 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
28-  T’AS TOUT GAGNÉ SI T’AS  JÉSUS T’AS TOUT GAGNÉ  
29-  T’AS TOUT GAGNÉ SI T’AS  JÉSUS T’AS TOUT GAGNÉ  
30-  NE MÉPRISE PAS TA JEUNESSE  CROIRE N’EST PAS UNE FAIBLESSE 
</a:t>
            </a:r>
          </a:p>
        </p:txBody>
      </p:sp>
    </p:spTree>
    <p:extLst>
      <p:ext uri="{BB962C8B-B14F-4D97-AF65-F5344CB8AC3E}">
        <p14:creationId xmlns:p14="http://schemas.microsoft.com/office/powerpoint/2010/main" val="12026424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	1-  J'AI PERDU CE MONDE ALORS  J'AI TOUT GAGNÉ 
	2-  SANS MÊME LE SAVOIR  JE M'ÉTAIS CONDAMNÉE 
	3-  MAIS MAINTENANT JE SAIS J'AI TOUT GAGNÉ SI J'AI JÉSUS 
	4-  J'AI TOUT GAGNÉ      (x2)</a:t>
            </a:r>
          </a:p>
          <a:p>
            <a:pPr>
              <a:defRPr/>
            </a:pPr>
            <a:r>
              <a:rPr lang="fr-FR"/>
              <a:t>
5-  PERDRE POUR ACQUÉRIR  SUIVRE POUR DEVENIR 
6-  ACCEPTER DE MOURIR  RENAÎTRE COMME UN PHOENIX 
7-  MOI SANS DIEU C'EST COMME UN HÉLICO SANS HÉLICES 
8-  IL A TOUT À M'OFFRIR DONC C'EST CE MONDE QUE JE DÉLAISSE 
9-  LA CROIX DEVANT DERRIÈRE LE MONDE 
10-  MÊME QUAND MES YEUX SERONT HUMIDES 
11-  JE M'APPUIRAI SUR LE ROCHER CELUI QUI M'A RENDUE SOLIDE 
12-  A QUOI CA SERT DE GAGNER  CE MONDE 
13-  SI AU FINAL TON CŒUR EST VIDE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14-  D ECISION I NTERVENTION E NGAGEMENT U NITÉ 
15-  COMMENÇONS PAR LE COMMENCEMENT 
16-  C'EST POUR DIEU QU'IL FAUT MILITER  
17-  DANS SON ARMÉE AD2 NOUS RECHERCHONS SA VOLONTÉ 
18-  JE SAIS, JE VEUX, JE PEUX  VOILÀ POURQUOI JE SUIS VOLONTAIRE  
19-  JE M'APPROCHE DONC JE M'ÉLOIGNE  J'AI PERDU ALORS JE GAGNE  
20-  ET JE SAIS QUE JE SUIS GRANDE CE N'EST PLUS QUESTION DE TAILLE  
21-  FACE AUX GOLIATHS DE MA VIE  JE SAIS QUE MON DIEU SERA DE TAILLE  
22-  SI LA BATAILLE EST À LUI  LA VICTOIRE N'EST QU'UN DÉTAIL ALORS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23-  FRÈRE SŒUR JE TE PARLE NE MÉPRISE PAS TA JEUNESSE 
24-  CROIRE N'EST PAS UNE FAIBLESSE NON, CROIRE N'EST PAS UNE FAIBLESSE 
25-  CESSE DE REPOUSSER CETTE VOIX QUI 
26-  T’EMMÈNE VERS LE MEILLEUR 
27-  DEMAIN N'EST PAS ACQUIS FAIS LES BONS CHOIX DÈS AUJOURD'HUI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28-  T’AS TOUT GAGNÉ SI T’AS  JÉSUS T’AS TOUT GAGNÉ  
29-  T’AS TOUT GAGNÉ SI T’AS  JÉSUS T’AS TOUT GAGNÉ  
30-  NE MÉPRISE PAS TA JEUNESSE  CROIRE N’EST PAS UNE FAIBLESSE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	Refrain:</a:t>
            </a:r>
          </a:p>
          <a:p>
            <a:r>
              <a:rPr lang="fr-FR"/>
              <a:t>	1-  J'AI PERDU CE MONDE ALORS  J'AI TOUT GAGNÉ 
	2-  SANS MÊME LE SAVOIR  JE M'ÉTAIS CONDAMNÉE 
	3-  MAIS MAINTENANT JE SAIS J'AI TOUT GAGNÉ SI J'AI JÉSUS 
	4-  J'AI TOUT GAGNÉ      (x2)</a:t>
            </a:r>
          </a:p>
          <a:p>
            <a:r>
              <a:rPr lang="fr-FR"/>
              <a:t>
5-  PERDRE POUR ACQUÉRIR  SUIVRE POUR DEVENIR 
6-  ACCEPTER DE MOURIR  RENAÎTRE COMME UN PHOENIX 
7-  MOI SANS DIEU C'EST COMME UN HÉLICO SANS HÉLICES 
8-  IL A TOUT À M'OFFRIR DONC C'EST CE MONDE QUE JE DÉLAISSE 
9-  LA CROIX DEVANT DERRIÈRE LE MONDE 
10-  MÊME QUAND MES YEUX SERONT HUMIDES 
11-  JE M'APPUIRAI SUR LE ROCHER CELUI QUI M'A RENDUE SOLIDE 
12-  A QUOI CA SERT DE GAGNER  CE MONDE 
13-  SI AU FINAL TON CŒUR EST VIDE 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
14-  D ECISION I NTERVENTION E NGAGEMENT U NITÉ 
15-  COMMENÇONS PAR LE COMMENCEMENT 
16-  C'EST POUR DIEU QU'IL FAUT MILITER  
17-  DANS SON ARMÉE AD2 NOUS RECHERCHONS SA VOLONTÉ 
18-  JE SAIS, JE VEUX, JE PEUX  VOILÀ POURQUOI JE SUIS VOLONTAIRE  
19-  JE M'APPROCHE DONC JE M'ÉLOIGNE  J'AI PERDU ALORS JE GAGNE  
20-  ET JE SAIS QUE JE SUIS GRANDE CE N'EST PLUS QUESTION DE TAILLE  
21-  FACE AUX GOLIATHS DE MA VIE  JE SAIS QUE MON DIEU SERA DE TAILLE  
22-  SI LA BATAILLE EST À LUI  LA VICTOIRE N'EST QU'UN DÉTAIL ALORS 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
23-  FRÈRE SŒUR JE TE PARLE NE MÉPRISE PAS TA JEUNESSE 
24-  CROIRE N'EST PAS UNE FAIBLESSE NON, CROIRE N'EST PAS UNE FAIBLESSE 
25-  CESSE DE REPOUSSER CETTE VOIX QUI 
26-  T’EMMÈNE VERS LE MEILLEUR 
27-  DEMAIN N'EST PAS ACQUIS FAIS LES BONS CHOIX DÈS AUJOURD'HUI 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
28-  T’AS TOUT GAGNÉ SI T’AS  JÉSUS T’AS TOUT GAGNÉ  
29-  T’AS TOUT GAGNÉ SI T’AS  JÉSUS T’AS TOUT GAGNÉ  
30-  NE MÉPRISE PAS TA JEUNESSE  CROIRE N’EST PAS UNE FAIBLESSE 
</a:t>
            </a:r>
          </a:p>
        </p:txBody>
      </p:sp>
    </p:spTree>
    <p:extLst>
      <p:ext uri="{BB962C8B-B14F-4D97-AF65-F5344CB8AC3E}">
        <p14:creationId xmlns:p14="http://schemas.microsoft.com/office/powerpoint/2010/main" val="39228229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	1-  J'AI PERDU CE MONDE ALORS  J'AI TOUT GAGNÉ 
	2-  SANS MÊME LE SAVOIR  JE M'ÉTAIS CONDAMNÉE 
	3-  MAIS MAINTENANT JE SAIS J'AI TOUT GAGNÉ SI J'AI JÉSUS 
	4-  J'AI TOUT GAGNÉ      (x2)</a:t>
            </a:r>
          </a:p>
          <a:p>
            <a:pPr>
              <a:defRPr/>
            </a:pPr>
            <a:r>
              <a:rPr lang="fr-FR"/>
              <a:t>
5-  PERDRE POUR ACQUÉRIR  SUIVRE POUR DEVENIR 
6-  ACCEPTER DE MOURIR  RENAÎTRE COMME UN PHOENIX 
7-  MOI SANS DIEU C'EST COMME UN HÉLICO SANS HÉLICES 
8-  IL A TOUT À M'OFFRIR DONC C'EST CE MONDE QUE JE DÉLAISSE 
9-  LA CROIX DEVANT DERRIÈRE LE MONDE 
10-  MÊME QUAND MES YEUX SERONT HUMIDES 
11-  JE M'APPUIRAI SUR LE ROCHER CELUI QUI M'A RENDUE SOLIDE 
12-  A QUOI CA SERT DE GAGNER  CE MONDE 
13-  SI AU FINAL TON CŒUR EST VIDE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14-  D ECISION I NTERVENTION E NGAGEMENT U NITÉ 
15-  COMMENÇONS PAR LE COMMENCEMENT 
16-  C'EST POUR DIEU QU'IL FAUT MILITER  
17-  DANS SON ARMÉE AD2 NOUS RECHERCHONS SA VOLONTÉ 
18-  JE SAIS, JE VEUX, JE PEUX  VOILÀ POURQUOI JE SUIS VOLONTAIRE  
19-  JE M'APPROCHE DONC JE M'ÉLOIGNE  J'AI PERDU ALORS JE GAGNE  
20-  ET JE SAIS QUE JE SUIS GRANDE CE N'EST PLUS QUESTION DE TAILLE  
21-  FACE AUX GOLIATHS DE MA VIE  JE SAIS QUE MON DIEU SERA DE TAILLE  
22-  SI LA BATAILLE EST À LUI  LA VICTOIRE N'EST QU'UN DÉTAIL ALORS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23-  FRÈRE SŒUR JE TE PARLE NE MÉPRISE PAS TA JEUNESSE 
24-  CROIRE N'EST PAS UNE FAIBLESSE NON, CROIRE N'EST PAS UNE FAIBLESSE 
25-  CESSE DE REPOUSSER CETTE VOIX QUI 
26-  T’EMMÈNE VERS LE MEILLEUR 
27-  DEMAIN N'EST PAS ACQUIS FAIS LES BONS CHOIX DÈS AUJOURD'HUI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28-  T’AS TOUT GAGNÉ SI T’AS  JÉSUS T’AS TOUT GAGNÉ  
29-  T’AS TOUT GAGNÉ SI T’AS  JÉSUS T’AS TOUT GAGNÉ  
30-  NE MÉPRISE PAS TA JEUNESSE  CROIRE N’EST PAS UNE FAIBLESSE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	Refrain:</a:t>
            </a:r>
          </a:p>
          <a:p>
            <a:r>
              <a:rPr lang="fr-FR"/>
              <a:t>	1-  J'AI PERDU CE MONDE ALORS  J'AI TOUT GAGNÉ 
	2-  SANS MÊME LE SAVOIR  JE M'ÉTAIS CONDAMNÉE 
	3-  MAIS MAINTENANT JE SAIS J'AI TOUT GAGNÉ SI J'AI JÉSUS 
	4-  J'AI TOUT GAGNÉ      (x2)</a:t>
            </a:r>
          </a:p>
          <a:p>
            <a:r>
              <a:rPr lang="fr-FR"/>
              <a:t>
5-  PERDRE POUR ACQUÉRIR  SUIVRE POUR DEVENIR 
6-  ACCEPTER DE MOURIR  RENAÎTRE COMME UN PHOENIX 
7-  MOI SANS DIEU C'EST COMME UN HÉLICO SANS HÉLICES 
8-  IL A TOUT À M'OFFRIR DONC C'EST CE MONDE QUE JE DÉLAISSE 
9-  LA CROIX DEVANT DERRIÈRE LE MONDE 
10-  MÊME QUAND MES YEUX SERONT HUMIDES 
11-  JE M'APPUIRAI SUR LE ROCHER CELUI QUI M'A RENDUE SOLIDE 
12-  A QUOI CA SERT DE GAGNER  CE MONDE 
13-  SI AU FINAL TON CŒUR EST VIDE 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
14-  D ECISION I NTERVENTION E NGAGEMENT U NITÉ 
15-  COMMENÇONS PAR LE COMMENCEMENT 
16-  C'EST POUR DIEU QU'IL FAUT MILITER  
17-  DANS SON ARMÉE AD2 NOUS RECHERCHONS SA VOLONTÉ 
18-  JE SAIS, JE VEUX, JE PEUX  VOILÀ POURQUOI JE SUIS VOLONTAIRE  
19-  JE M'APPROCHE DONC JE M'ÉLOIGNE  J'AI PERDU ALORS JE GAGNE  
20-  ET JE SAIS QUE JE SUIS GRANDE CE N'EST PLUS QUESTION DE TAILLE  
21-  FACE AUX GOLIATHS DE MA VIE  JE SAIS QUE MON DIEU SERA DE TAILLE  
22-  SI LA BATAILLE EST À LUI  LA VICTOIRE N'EST QU'UN DÉTAIL ALORS 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
23-  FRÈRE SŒUR JE TE PARLE NE MÉPRISE PAS TA JEUNESSE 
24-  CROIRE N'EST PAS UNE FAIBLESSE NON, CROIRE N'EST PAS UNE FAIBLESSE 
25-  CESSE DE REPOUSSER CETTE VOIX QUI 
26-  T’EMMÈNE VERS LE MEILLEUR 
27-  DEMAIN N'EST PAS ACQUIS FAIS LES BONS CHOIX DÈS AUJOURD'HUI 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
28-  T’AS TOUT GAGNÉ SI T’AS  JÉSUS T’AS TOUT GAGNÉ  
29-  T’AS TOUT GAGNÉ SI T’AS  JÉSUS T’AS TOUT GAGNÉ  
30-  NE MÉPRISE PAS TA JEUNESSE  CROIRE N’EST PAS UNE FAIBLESSE 
</a:t>
            </a:r>
          </a:p>
        </p:txBody>
      </p:sp>
    </p:spTree>
    <p:extLst>
      <p:ext uri="{BB962C8B-B14F-4D97-AF65-F5344CB8AC3E}">
        <p14:creationId xmlns:p14="http://schemas.microsoft.com/office/powerpoint/2010/main" val="24224982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	1-  J'AI PERDU CE MONDE ALORS  J'AI TOUT GAGNÉ 
	2-  SANS MÊME LE SAVOIR  JE M'ÉTAIS CONDAMNÉE 
	3-  MAIS MAINTENANT JE SAIS J'AI TOUT GAGNÉ SI J'AI JÉSUS 
	4-  J'AI TOUT GAGNÉ      (x2)</a:t>
            </a:r>
          </a:p>
          <a:p>
            <a:pPr>
              <a:defRPr/>
            </a:pPr>
            <a:r>
              <a:rPr lang="fr-FR"/>
              <a:t>
5-  PERDRE POUR ACQUÉRIR  SUIVRE POUR DEVENIR 
6-  ACCEPTER DE MOURIR  RENAÎTRE COMME UN PHOENIX 
7-  MOI SANS DIEU C'EST COMME UN HÉLICO SANS HÉLICES 
8-  IL A TOUT À M'OFFRIR DONC C'EST CE MONDE QUE JE DÉLAISSE 
9-  LA CROIX DEVANT DERRIÈRE LE MONDE 
10-  MÊME QUAND MES YEUX SERONT HUMIDES 
11-  JE M'APPUIRAI SUR LE ROCHER CELUI QUI M'A RENDUE SOLIDE 
12-  A QUOI CA SERT DE GAGNER  CE MONDE 
13-  SI AU FINAL TON CŒUR EST VIDE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14-  D ECISION I NTERVENTION E NGAGEMENT U NITÉ 
15-  COMMENÇONS PAR LE COMMENCEMENT 
16-  C'EST POUR DIEU QU'IL FAUT MILITER  
17-  DANS SON ARMÉE AD2 NOUS RECHERCHONS SA VOLONTÉ 
18-  JE SAIS, JE VEUX, JE PEUX  VOILÀ POURQUOI JE SUIS VOLONTAIRE  
19-  JE M'APPROCHE DONC JE M'ÉLOIGNE  J'AI PERDU ALORS JE GAGNE  
20-  ET JE SAIS QUE JE SUIS GRANDE CE N'EST PLUS QUESTION DE TAILLE  
21-  FACE AUX GOLIATHS DE MA VIE  JE SAIS QUE MON DIEU SERA DE TAILLE  
22-  SI LA BATAILLE EST À LUI  LA VICTOIRE N'EST QU'UN DÉTAIL ALORS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23-  FRÈRE SŒUR JE TE PARLE NE MÉPRISE PAS TA JEUNESSE 
24-  CROIRE N'EST PAS UNE FAIBLESSE NON, CROIRE N'EST PAS UNE FAIBLESSE 
25-  CESSE DE REPOUSSER CETTE VOIX QUI 
26-  T’EMMÈNE VERS LE MEILLEUR 
27-  DEMAIN N'EST PAS ACQUIS FAIS LES BONS CHOIX DÈS AUJOURD'HUI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28-  T’AS TOUT GAGNÉ SI T’AS  JÉSUS T’AS TOUT GAGNÉ  
29-  T’AS TOUT GAGNÉ SI T’AS  JÉSUS T’AS TOUT GAGNÉ  
30-  NE MÉPRISE PAS TA JEUNESSE  CROIRE N’EST PAS UNE FAIBLESSE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	Refrain:</a:t>
            </a:r>
          </a:p>
          <a:p>
            <a:r>
              <a:rPr lang="fr-FR"/>
              <a:t>	1-  J'AI PERDU CE MONDE ALORS  J'AI TOUT GAGNÉ 
	2-  SANS MÊME LE SAVOIR  JE M'ÉTAIS CONDAMNÉE 
	3-  MAIS MAINTENANT JE SAIS J'AI TOUT GAGNÉ SI J'AI JÉSUS 
	4-  J'AI TOUT GAGNÉ      (x2)</a:t>
            </a:r>
          </a:p>
          <a:p>
            <a:r>
              <a:rPr lang="fr-FR"/>
              <a:t>
5-  PERDRE POUR ACQUÉRIR  SUIVRE POUR DEVENIR 
6-  ACCEPTER DE MOURIR  RENAÎTRE COMME UN PHOENIX 
7-  MOI SANS DIEU C'EST COMME UN HÉLICO SANS HÉLICES 
8-  IL A TOUT À M'OFFRIR DONC C'EST CE MONDE QUE JE DÉLAISSE 
9-  LA CROIX DEVANT DERRIÈRE LE MONDE 
10-  MÊME QUAND MES YEUX SERONT HUMIDES 
11-  JE M'APPUIRAI SUR LE ROCHER CELUI QUI M'A RENDUE SOLIDE 
12-  A QUOI CA SERT DE GAGNER  CE MONDE 
13-  SI AU FINAL TON CŒUR EST VIDE 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
14-  D ECISION I NTERVENTION E NGAGEMENT U NITÉ 
15-  COMMENÇONS PAR LE COMMENCEMENT 
16-  C'EST POUR DIEU QU'IL FAUT MILITER  
17-  DANS SON ARMÉE AD2 NOUS RECHERCHONS SA VOLONTÉ 
18-  JE SAIS, JE VEUX, JE PEUX  VOILÀ POURQUOI JE SUIS VOLONTAIRE  
19-  JE M'APPROCHE DONC JE M'ÉLOIGNE  J'AI PERDU ALORS JE GAGNE  
20-  ET JE SAIS QUE JE SUIS GRANDE CE N'EST PLUS QUESTION DE TAILLE  
21-  FACE AUX GOLIATHS DE MA VIE  JE SAIS QUE MON DIEU SERA DE TAILLE  
22-  SI LA BATAILLE EST À LUI  LA VICTOIRE N'EST QU'UN DÉTAIL ALORS 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
23-  FRÈRE SŒUR JE TE PARLE NE MÉPRISE PAS TA JEUNESSE 
24-  CROIRE N'EST PAS UNE FAIBLESSE NON, CROIRE N'EST PAS UNE FAIBLESSE 
25-  CESSE DE REPOUSSER CETTE VOIX QUI 
26-  T’EMMÈNE VERS LE MEILLEUR 
27-  DEMAIN N'EST PAS ACQUIS FAIS LES BONS CHOIX DÈS AUJOURD'HUI 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
28-  T’AS TOUT GAGNÉ SI T’AS  JÉSUS T’AS TOUT GAGNÉ  
29-  T’AS TOUT GAGNÉ SI T’AS  JÉSUS T’AS TOUT GAGNÉ  
30-  NE MÉPRISE PAS TA JEUNESSE  CROIRE N’EST PAS UNE FAIBLESSE 
</a:t>
            </a:r>
          </a:p>
        </p:txBody>
      </p:sp>
    </p:spTree>
    <p:extLst>
      <p:ext uri="{BB962C8B-B14F-4D97-AF65-F5344CB8AC3E}">
        <p14:creationId xmlns:p14="http://schemas.microsoft.com/office/powerpoint/2010/main" val="14074363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	1-  J'AI PERDU CE MONDE ALORS  J'AI TOUT GAGNÉ 
	2-  SANS MÊME LE SAVOIR  JE M'ÉTAIS CONDAMNÉE 
	3-  MAIS MAINTENANT JE SAIS J'AI TOUT GAGNÉ SI J'AI JÉSUS 
	4-  J'AI TOUT GAGNÉ      (x2)</a:t>
            </a:r>
          </a:p>
          <a:p>
            <a:pPr>
              <a:defRPr/>
            </a:pPr>
            <a:r>
              <a:rPr lang="fr-FR"/>
              <a:t>
5-  PERDRE POUR ACQUÉRIR  SUIVRE POUR DEVENIR 
6-  ACCEPTER DE MOURIR  RENAÎTRE COMME UN PHOENIX 
7-  MOI SANS DIEU C'EST COMME UN HÉLICO SANS HÉLICES 
8-  IL A TOUT À M'OFFRIR DONC C'EST CE MONDE QUE JE DÉLAISSE 
9-  LA CROIX DEVANT DERRIÈRE LE MONDE 
10-  MÊME QUAND MES YEUX SERONT HUMIDES 
11-  JE M'APPUIRAI SUR LE ROCHER CELUI QUI M'A RENDUE SOLIDE 
12-  A QUOI CA SERT DE GAGNER  CE MONDE 
13-  SI AU FINAL TON CŒUR EST VIDE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14-  D ECISION I NTERVENTION E NGAGEMENT U NITÉ 
15-  COMMENÇONS PAR LE COMMENCEMENT 
16-  C'EST POUR DIEU QU'IL FAUT MILITER  
17-  DANS SON ARMÉE AD2 NOUS RECHERCHONS SA VOLONTÉ 
18-  JE SAIS, JE VEUX, JE PEUX  VOILÀ POURQUOI JE SUIS VOLONTAIRE  
19-  JE M'APPROCHE DONC JE M'ÉLOIGNE  J'AI PERDU ALORS JE GAGNE  
20-  ET JE SAIS QUE JE SUIS GRANDE CE N'EST PLUS QUESTION DE TAILLE  
21-  FACE AUX GOLIATHS DE MA VIE  JE SAIS QUE MON DIEU SERA DE TAILLE  
22-  SI LA BATAILLE EST À LUI  LA VICTOIRE N'EST QU'UN DÉTAIL ALORS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23-  FRÈRE SŒUR JE TE PARLE NE MÉPRISE PAS TA JEUNESSE 
24-  CROIRE N'EST PAS UNE FAIBLESSE NON, CROIRE N'EST PAS UNE FAIBLESSE 
25-  CESSE DE REPOUSSER CETTE VOIX QUI 
26-  T’EMMÈNE VERS LE MEILLEUR 
27-  DEMAIN N'EST PAS ACQUIS FAIS LES BONS CHOIX DÈS AUJOURD'HUI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28-  T’AS TOUT GAGNÉ SI T’AS  JÉSUS T’AS TOUT GAGNÉ  
29-  T’AS TOUT GAGNÉ SI T’AS  JÉSUS T’AS TOUT GAGNÉ  
30-  NE MÉPRISE PAS TA JEUNESSE  CROIRE N’EST PAS UNE FAIBLESSE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	Refrain:</a:t>
            </a:r>
          </a:p>
          <a:p>
            <a:r>
              <a:rPr lang="fr-FR"/>
              <a:t>	1-  J'AI PERDU CE MONDE ALORS  J'AI TOUT GAGNÉ 
	2-  SANS MÊME LE SAVOIR  JE M'ÉTAIS CONDAMNÉE 
	3-  MAIS MAINTENANT JE SAIS J'AI TOUT GAGNÉ SI J'AI JÉSUS 
	4-  J'AI TOUT GAGNÉ      (x2)</a:t>
            </a:r>
          </a:p>
          <a:p>
            <a:r>
              <a:rPr lang="fr-FR"/>
              <a:t>
5-  PERDRE POUR ACQUÉRIR  SUIVRE POUR DEVENIR 
6-  ACCEPTER DE MOURIR  RENAÎTRE COMME UN PHOENIX 
7-  MOI SANS DIEU C'EST COMME UN HÉLICO SANS HÉLICES 
8-  IL A TOUT À M'OFFRIR DONC C'EST CE MONDE QUE JE DÉLAISSE 
9-  LA CROIX DEVANT DERRIÈRE LE MONDE 
10-  MÊME QUAND MES YEUX SERONT HUMIDES 
11-  JE M'APPUIRAI SUR LE ROCHER CELUI QUI M'A RENDUE SOLIDE 
12-  A QUOI CA SERT DE GAGNER  CE MONDE 
13-  SI AU FINAL TON CŒUR EST VIDE 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
14-  D ECISION I NTERVENTION E NGAGEMENT U NITÉ 
15-  COMMENÇONS PAR LE COMMENCEMENT 
16-  C'EST POUR DIEU QU'IL FAUT MILITER  
17-  DANS SON ARMÉE AD2 NOUS RECHERCHONS SA VOLONTÉ 
18-  JE SAIS, JE VEUX, JE PEUX  VOILÀ POURQUOI JE SUIS VOLONTAIRE  
19-  JE M'APPROCHE DONC JE M'ÉLOIGNE  J'AI PERDU ALORS JE GAGNE  
20-  ET JE SAIS QUE JE SUIS GRANDE CE N'EST PLUS QUESTION DE TAILLE  
21-  FACE AUX GOLIATHS DE MA VIE  JE SAIS QUE MON DIEU SERA DE TAILLE  
22-  SI LA BATAILLE EST À LUI  LA VICTOIRE N'EST QU'UN DÉTAIL ALORS 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
23-  FRÈRE SŒUR JE TE PARLE NE MÉPRISE PAS TA JEUNESSE 
24-  CROIRE N'EST PAS UNE FAIBLESSE NON, CROIRE N'EST PAS UNE FAIBLESSE 
25-  CESSE DE REPOUSSER CETTE VOIX QUI 
26-  T’EMMÈNE VERS LE MEILLEUR 
27-  DEMAIN N'EST PAS ACQUIS FAIS LES BONS CHOIX DÈS AUJOURD'HUI 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
28-  T’AS TOUT GAGNÉ SI T’AS  JÉSUS T’AS TOUT GAGNÉ  
29-  T’AS TOUT GAGNÉ SI T’AS  JÉSUS T’AS TOUT GAGNÉ  
30-  NE MÉPRISE PAS TA JEUNESSE  CROIRE N’EST PAS UNE FAIBLESSE 
</a:t>
            </a:r>
          </a:p>
        </p:txBody>
      </p:sp>
    </p:spTree>
    <p:extLst>
      <p:ext uri="{BB962C8B-B14F-4D97-AF65-F5344CB8AC3E}">
        <p14:creationId xmlns:p14="http://schemas.microsoft.com/office/powerpoint/2010/main" val="29235193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	1-  J'AI PERDU CE MONDE ALORS  J'AI TOUT GAGNÉ 
	2-  SANS MÊME LE SAVOIR  JE M'ÉTAIS CONDAMNÉE 
	3-  MAIS MAINTENANT JE SAIS J'AI TOUT GAGNÉ SI J'AI JÉSUS 
	4-  J'AI TOUT GAGNÉ      (x2)</a:t>
            </a:r>
          </a:p>
          <a:p>
            <a:pPr>
              <a:defRPr/>
            </a:pPr>
            <a:r>
              <a:rPr lang="fr-FR"/>
              <a:t>
5-  PERDRE POUR ACQUÉRIR  SUIVRE POUR DEVENIR 
6-  ACCEPTER DE MOURIR  RENAÎTRE COMME UN PHOENIX 
7-  MOI SANS DIEU C'EST COMME UN HÉLICO SANS HÉLICES 
8-  IL A TOUT À M'OFFRIR DONC C'EST CE MONDE QUE JE DÉLAISSE 
9-  LA CROIX DEVANT DERRIÈRE LE MONDE 
10-  MÊME QUAND MES YEUX SERONT HUMIDES 
11-  JE M'APPUIRAI SUR LE ROCHER CELUI QUI M'A RENDUE SOLIDE 
12-  A QUOI CA SERT DE GAGNER  CE MONDE 
13-  SI AU FINAL TON CŒUR EST VIDE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14-  D ECISION I NTERVENTION E NGAGEMENT U NITÉ 
15-  COMMENÇONS PAR LE COMMENCEMENT 
16-  C'EST POUR DIEU QU'IL FAUT MILITER  
17-  DANS SON ARMÉE AD2 NOUS RECHERCHONS SA VOLONTÉ 
18-  JE SAIS, JE VEUX, JE PEUX  VOILÀ POURQUOI JE SUIS VOLONTAIRE  
19-  JE M'APPROCHE DONC JE M'ÉLOIGNE  J'AI PERDU ALORS JE GAGNE  
20-  ET JE SAIS QUE JE SUIS GRANDE CE N'EST PLUS QUESTION DE TAILLE  
21-  FACE AUX GOLIATHS DE MA VIE  JE SAIS QUE MON DIEU SERA DE TAILLE  
22-  SI LA BATAILLE EST À LUI  LA VICTOIRE N'EST QU'UN DÉTAIL ALORS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23-  FRÈRE SŒUR JE TE PARLE NE MÉPRISE PAS TA JEUNESSE 
24-  CROIRE N'EST PAS UNE FAIBLESSE NON, CROIRE N'EST PAS UNE FAIBLESSE 
25-  CESSE DE REPOUSSER CETTE VOIX QUI 
26-  T’EMMÈNE VERS LE MEILLEUR 
27-  DEMAIN N'EST PAS ACQUIS FAIS LES BONS CHOIX DÈS AUJOURD'HUI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28-  T’AS TOUT GAGNÉ SI T’AS  JÉSUS T’AS TOUT GAGNÉ  
29-  T’AS TOUT GAGNÉ SI T’AS  JÉSUS T’AS TOUT GAGNÉ  
30-  NE MÉPRISE PAS TA JEUNESSE  CROIRE N’EST PAS UNE FAIBLESSE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	Refrain:</a:t>
            </a:r>
          </a:p>
          <a:p>
            <a:r>
              <a:rPr lang="fr-FR"/>
              <a:t>	1-  J'AI PERDU CE MONDE ALORS  J'AI TOUT GAGNÉ 
	2-  SANS MÊME LE SAVOIR  JE M'ÉTAIS CONDAMNÉE 
	3-  MAIS MAINTENANT JE SAIS J'AI TOUT GAGNÉ SI J'AI JÉSUS 
	4-  J'AI TOUT GAGNÉ      (x2)</a:t>
            </a:r>
          </a:p>
          <a:p>
            <a:r>
              <a:rPr lang="fr-FR"/>
              <a:t>
5-  PERDRE POUR ACQUÉRIR  SUIVRE POUR DEVENIR 
6-  ACCEPTER DE MOURIR  RENAÎTRE COMME UN PHOENIX 
7-  MOI SANS DIEU C'EST COMME UN HÉLICO SANS HÉLICES 
8-  IL A TOUT À M'OFFRIR DONC C'EST CE MONDE QUE JE DÉLAISSE 
9-  LA CROIX DEVANT DERRIÈRE LE MONDE 
10-  MÊME QUAND MES YEUX SERONT HUMIDES 
11-  JE M'APPUIRAI SUR LE ROCHER CELUI QUI M'A RENDUE SOLIDE 
12-  A QUOI CA SERT DE GAGNER  CE MONDE 
13-  SI AU FINAL TON CŒUR EST VIDE 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
14-  D ECISION I NTERVENTION E NGAGEMENT U NITÉ 
15-  COMMENÇONS PAR LE COMMENCEMENT 
16-  C'EST POUR DIEU QU'IL FAUT MILITER  
17-  DANS SON ARMÉE AD2 NOUS RECHERCHONS SA VOLONTÉ 
18-  JE SAIS, JE VEUX, JE PEUX  VOILÀ POURQUOI JE SUIS VOLONTAIRE  
19-  JE M'APPROCHE DONC JE M'ÉLOIGNE  J'AI PERDU ALORS JE GAGNE  
20-  ET JE SAIS QUE JE SUIS GRANDE CE N'EST PLUS QUESTION DE TAILLE  
21-  FACE AUX GOLIATHS DE MA VIE  JE SAIS QUE MON DIEU SERA DE TAILLE  
22-  SI LA BATAILLE EST À LUI  LA VICTOIRE N'EST QU'UN DÉTAIL ALORS 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
23-  FRÈRE SŒUR JE TE PARLE NE MÉPRISE PAS TA JEUNESSE 
24-  CROIRE N'EST PAS UNE FAIBLESSE NON, CROIRE N'EST PAS UNE FAIBLESSE 
25-  CESSE DE REPOUSSER CETTE VOIX QUI 
26-  T’EMMÈNE VERS LE MEILLEUR 
27-  DEMAIN N'EST PAS ACQUIS FAIS LES BONS CHOIX DÈS AUJOURD'HUI 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
28-  T’AS TOUT GAGNÉ SI T’AS  JÉSUS T’AS TOUT GAGNÉ  
29-  T’AS TOUT GAGNÉ SI T’AS  JÉSUS T’AS TOUT GAGNÉ  
30-  NE MÉPRISE PAS TA JEUNESSE  CROIRE N’EST PAS UNE FAIBLESSE 
</a:t>
            </a:r>
          </a:p>
        </p:txBody>
      </p:sp>
    </p:spTree>
    <p:extLst>
      <p:ext uri="{BB962C8B-B14F-4D97-AF65-F5344CB8AC3E}">
        <p14:creationId xmlns:p14="http://schemas.microsoft.com/office/powerpoint/2010/main" val="11984612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	1-  J'AI PERDU CE MONDE ALORS  J'AI TOUT GAGNÉ 
	2-  SANS MÊME LE SAVOIR  JE M'ÉTAIS CONDAMNÉE 
	3-  MAIS MAINTENANT JE SAIS J'AI TOUT GAGNÉ SI J'AI JÉSUS 
	4-  J'AI TOUT GAGNÉ      (x2)</a:t>
            </a:r>
          </a:p>
          <a:p>
            <a:pPr>
              <a:defRPr/>
            </a:pPr>
            <a:r>
              <a:rPr lang="fr-FR"/>
              <a:t>
5-  PERDRE POUR ACQUÉRIR  SUIVRE POUR DEVENIR 
6-  ACCEPTER DE MOURIR  RENAÎTRE COMME UN PHOENIX 
7-  MOI SANS DIEU C'EST COMME UN HÉLICO SANS HÉLICES 
8-  IL A TOUT À M'OFFRIR DONC C'EST CE MONDE QUE JE DÉLAISSE 
9-  LA CROIX DEVANT DERRIÈRE LE MONDE 
10-  MÊME QUAND MES YEUX SERONT HUMIDES 
11-  JE M'APPUIRAI SUR LE ROCHER CELUI QUI M'A RENDUE SOLIDE 
12-  A QUOI CA SERT DE GAGNER  CE MONDE 
13-  SI AU FINAL TON CŒUR EST VIDE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14-  D ECISION I NTERVENTION E NGAGEMENT U NITÉ 
15-  COMMENÇONS PAR LE COMMENCEMENT 
16-  C'EST POUR DIEU QU'IL FAUT MILITER  
17-  DANS SON ARMÉE AD2 NOUS RECHERCHONS SA VOLONTÉ 
18-  JE SAIS, JE VEUX, JE PEUX  VOILÀ POURQUOI JE SUIS VOLONTAIRE  
19-  JE M'APPROCHE DONC JE M'ÉLOIGNE  J'AI PERDU ALORS JE GAGNE  
20-  ET JE SAIS QUE JE SUIS GRANDE CE N'EST PLUS QUESTION DE TAILLE  
21-  FACE AUX GOLIATHS DE MA VIE  JE SAIS QUE MON DIEU SERA DE TAILLE  
22-  SI LA BATAILLE EST À LUI  LA VICTOIRE N'EST QU'UN DÉTAIL ALORS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23-  FRÈRE SŒUR JE TE PARLE NE MÉPRISE PAS TA JEUNESSE 
24-  CROIRE N'EST PAS UNE FAIBLESSE NON, CROIRE N'EST PAS UNE FAIBLESSE 
25-  CESSE DE REPOUSSER CETTE VOIX QUI 
26-  T’EMMÈNE VERS LE MEILLEUR 
27-  DEMAIN N'EST PAS ACQUIS FAIS LES BONS CHOIX DÈS AUJOURD'HUI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28-  T’AS TOUT GAGNÉ SI T’AS  JÉSUS T’AS TOUT GAGNÉ  
29-  T’AS TOUT GAGNÉ SI T’AS  JÉSUS T’AS TOUT GAGNÉ  
30-  NE MÉPRISE PAS TA JEUNESSE  CROIRE N’EST PAS UNE FAIBLESSE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	Refrain:</a:t>
            </a:r>
          </a:p>
          <a:p>
            <a:r>
              <a:rPr lang="fr-FR"/>
              <a:t>	1-  J'AI PERDU CE MONDE ALORS  J'AI TOUT GAGNÉ 
	2-  SANS MÊME LE SAVOIR  JE M'ÉTAIS CONDAMNÉE 
	3-  MAIS MAINTENANT JE SAIS J'AI TOUT GAGNÉ SI J'AI JÉSUS 
	4-  J'AI TOUT GAGNÉ      (x2)</a:t>
            </a:r>
          </a:p>
          <a:p>
            <a:r>
              <a:rPr lang="fr-FR"/>
              <a:t>
5-  PERDRE POUR ACQUÉRIR  SUIVRE POUR DEVENIR 
6-  ACCEPTER DE MOURIR  RENAÎTRE COMME UN PHOENIX 
7-  MOI SANS DIEU C'EST COMME UN HÉLICO SANS HÉLICES 
8-  IL A TOUT À M'OFFRIR DONC C'EST CE MONDE QUE JE DÉLAISSE 
9-  LA CROIX DEVANT DERRIÈRE LE MONDE 
10-  MÊME QUAND MES YEUX SERONT HUMIDES 
11-  JE M'APPUIRAI SUR LE ROCHER CELUI QUI M'A RENDUE SOLIDE 
12-  A QUOI CA SERT DE GAGNER  CE MONDE 
13-  SI AU FINAL TON CŒUR EST VIDE 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
14-  D ECISION I NTERVENTION E NGAGEMENT U NITÉ 
15-  COMMENÇONS PAR LE COMMENCEMENT 
16-  C'EST POUR DIEU QU'IL FAUT MILITER  
17-  DANS SON ARMÉE AD2 NOUS RECHERCHONS SA VOLONTÉ 
18-  JE SAIS, JE VEUX, JE PEUX  VOILÀ POURQUOI JE SUIS VOLONTAIRE  
19-  JE M'APPROCHE DONC JE M'ÉLOIGNE  J'AI PERDU ALORS JE GAGNE  
20-  ET JE SAIS QUE JE SUIS GRANDE CE N'EST PLUS QUESTION DE TAILLE  
21-  FACE AUX GOLIATHS DE MA VIE  JE SAIS QUE MON DIEU SERA DE TAILLE  
22-  SI LA BATAILLE EST À LUI  LA VICTOIRE N'EST QU'UN DÉTAIL ALORS 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
23-  FRÈRE SŒUR JE TE PARLE NE MÉPRISE PAS TA JEUNESSE 
24-  CROIRE N'EST PAS UNE FAIBLESSE NON, CROIRE N'EST PAS UNE FAIBLESSE 
25-  CESSE DE REPOUSSER CETTE VOIX QUI 
26-  T’EMMÈNE VERS LE MEILLEUR 
27-  DEMAIN N'EST PAS ACQUIS FAIS LES BONS CHOIX DÈS AUJOURD'HUI 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
28-  T’AS TOUT GAGNÉ SI T’AS  JÉSUS T’AS TOUT GAGNÉ  
29-  T’AS TOUT GAGNÉ SI T’AS  JÉSUS T’AS TOUT GAGNÉ  
30-  NE MÉPRISE PAS TA JEUNESSE  CROIRE N’EST PAS UNE FAIBLESSE 
</a:t>
            </a:r>
          </a:p>
        </p:txBody>
      </p:sp>
    </p:spTree>
    <p:extLst>
      <p:ext uri="{BB962C8B-B14F-4D97-AF65-F5344CB8AC3E}">
        <p14:creationId xmlns:p14="http://schemas.microsoft.com/office/powerpoint/2010/main" val="38405695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	1-  J'AI PERDU CE MONDE ALORS  J'AI TOUT GAGNÉ 
	2-  SANS MÊME LE SAVOIR  JE M'ÉTAIS CONDAMNÉE 
	3-  MAIS MAINTENANT JE SAIS J'AI TOUT GAGNÉ SI J'AI JÉSUS 
	4-  J'AI TOUT GAGNÉ      (x2)</a:t>
            </a:r>
          </a:p>
          <a:p>
            <a:pPr>
              <a:defRPr/>
            </a:pPr>
            <a:r>
              <a:rPr lang="fr-FR"/>
              <a:t>
5-  PERDRE POUR ACQUÉRIR  SUIVRE POUR DEVENIR 
6-  ACCEPTER DE MOURIR  RENAÎTRE COMME UN PHOENIX 
7-  MOI SANS DIEU C'EST COMME UN HÉLICO SANS HÉLICES 
8-  IL A TOUT À M'OFFRIR DONC C'EST CE MONDE QUE JE DÉLAISSE 
9-  LA CROIX DEVANT DERRIÈRE LE MONDE 
10-  MÊME QUAND MES YEUX SERONT HUMIDES 
11-  JE M'APPUIRAI SUR LE ROCHER CELUI QUI M'A RENDUE SOLIDE 
12-  A QUOI CA SERT DE GAGNER  CE MONDE 
13-  SI AU FINAL TON CŒUR EST VIDE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14-  D ECISION I NTERVENTION E NGAGEMENT U NITÉ 
15-  COMMENÇONS PAR LE COMMENCEMENT 
16-  C'EST POUR DIEU QU'IL FAUT MILITER  
17-  DANS SON ARMÉE AD2 NOUS RECHERCHONS SA VOLONTÉ 
18-  JE SAIS, JE VEUX, JE PEUX  VOILÀ POURQUOI JE SUIS VOLONTAIRE  
19-  JE M'APPROCHE DONC JE M'ÉLOIGNE  J'AI PERDU ALORS JE GAGNE  
20-  ET JE SAIS QUE JE SUIS GRANDE CE N'EST PLUS QUESTION DE TAILLE  
21-  FACE AUX GOLIATHS DE MA VIE  JE SAIS QUE MON DIEU SERA DE TAILLE  
22-  SI LA BATAILLE EST À LUI  LA VICTOIRE N'EST QU'UN DÉTAIL ALORS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23-  FRÈRE SŒUR JE TE PARLE NE MÉPRISE PAS TA JEUNESSE 
24-  CROIRE N'EST PAS UNE FAIBLESSE NON, CROIRE N'EST PAS UNE FAIBLESSE 
25-  CESSE DE REPOUSSER CETTE VOIX QUI 
26-  T’EMMÈNE VERS LE MEILLEUR 
27-  DEMAIN N'EST PAS ACQUIS FAIS LES BONS CHOIX DÈS AUJOURD'HUI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28-  T’AS TOUT GAGNÉ SI T’AS  JÉSUS T’AS TOUT GAGNÉ  
29-  T’AS TOUT GAGNÉ SI T’AS  JÉSUS T’AS TOUT GAGNÉ  
30-  NE MÉPRISE PAS TA JEUNESSE  CROIRE N’EST PAS UNE FAIBLESSE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	Refrain:</a:t>
            </a:r>
          </a:p>
          <a:p>
            <a:r>
              <a:rPr lang="fr-FR"/>
              <a:t>	1-  J'AI PERDU CE MONDE ALORS  J'AI TOUT GAGNÉ 
	2-  SANS MÊME LE SAVOIR  JE M'ÉTAIS CONDAMNÉE 
	3-  MAIS MAINTENANT JE SAIS J'AI TOUT GAGNÉ SI J'AI JÉSUS 
	4-  J'AI TOUT GAGNÉ      (x2)</a:t>
            </a:r>
          </a:p>
          <a:p>
            <a:r>
              <a:rPr lang="fr-FR"/>
              <a:t>
5-  PERDRE POUR ACQUÉRIR  SUIVRE POUR DEVENIR 
6-  ACCEPTER DE MOURIR  RENAÎTRE COMME UN PHOENIX 
7-  MOI SANS DIEU C'EST COMME UN HÉLICO SANS HÉLICES 
8-  IL A TOUT À M'OFFRIR DONC C'EST CE MONDE QUE JE DÉLAISSE 
9-  LA CROIX DEVANT DERRIÈRE LE MONDE 
10-  MÊME QUAND MES YEUX SERONT HUMIDES 
11-  JE M'APPUIRAI SUR LE ROCHER CELUI QUI M'A RENDUE SOLIDE 
12-  A QUOI CA SERT DE GAGNER  CE MONDE 
13-  SI AU FINAL TON CŒUR EST VIDE 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
14-  D ECISION I NTERVENTION E NGAGEMENT U NITÉ 
15-  COMMENÇONS PAR LE COMMENCEMENT 
16-  C'EST POUR DIEU QU'IL FAUT MILITER  
17-  DANS SON ARMÉE AD2 NOUS RECHERCHONS SA VOLONTÉ 
18-  JE SAIS, JE VEUX, JE PEUX  VOILÀ POURQUOI JE SUIS VOLONTAIRE  
19-  JE M'APPROCHE DONC JE M'ÉLOIGNE  J'AI PERDU ALORS JE GAGNE  
20-  ET JE SAIS QUE JE SUIS GRANDE CE N'EST PLUS QUESTION DE TAILLE  
21-  FACE AUX GOLIATHS DE MA VIE  JE SAIS QUE MON DIEU SERA DE TAILLE  
22-  SI LA BATAILLE EST À LUI  LA VICTOIRE N'EST QU'UN DÉTAIL ALORS 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
23-  FRÈRE SŒUR JE TE PARLE NE MÉPRISE PAS TA JEUNESSE 
24-  CROIRE N'EST PAS UNE FAIBLESSE NON, CROIRE N'EST PAS UNE FAIBLESSE 
25-  CESSE DE REPOUSSER CETTE VOIX QUI 
26-  T’EMMÈNE VERS LE MEILLEUR 
27-  DEMAIN N'EST PAS ACQUIS FAIS LES BONS CHOIX DÈS AUJOURD'HUI 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
28-  T’AS TOUT GAGNÉ SI T’AS  JÉSUS T’AS TOUT GAGNÉ  
29-  T’AS TOUT GAGNÉ SI T’AS  JÉSUS T’AS TOUT GAGNÉ  
30-  NE MÉPRISE PAS TA JEUNESSE  CROIRE N’EST PAS UNE FAIBLESSE 
</a:t>
            </a:r>
          </a:p>
        </p:txBody>
      </p:sp>
    </p:spTree>
    <p:extLst>
      <p:ext uri="{BB962C8B-B14F-4D97-AF65-F5344CB8AC3E}">
        <p14:creationId xmlns:p14="http://schemas.microsoft.com/office/powerpoint/2010/main" val="11651015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	1-  J'AI PERDU CE MONDE ALORS  J'AI TOUT GAGNÉ 
	2-  SANS MÊME LE SAVOIR  JE M'ÉTAIS CONDAMNÉE 
	3-  MAIS MAINTENANT JE SAIS J'AI TOUT GAGNÉ SI J'AI JÉSUS 
	4-  J'AI TOUT GAGNÉ      (x2)</a:t>
            </a:r>
          </a:p>
          <a:p>
            <a:pPr>
              <a:defRPr/>
            </a:pPr>
            <a:r>
              <a:rPr lang="fr-FR"/>
              <a:t>
5-  PERDRE POUR ACQUÉRIR  SUIVRE POUR DEVENIR 
6-  ACCEPTER DE MOURIR  RENAÎTRE COMME UN PHOENIX 
7-  MOI SANS DIEU C'EST COMME UN HÉLICO SANS HÉLICES 
8-  IL A TOUT À M'OFFRIR DONC C'EST CE MONDE QUE JE DÉLAISSE 
9-  LA CROIX DEVANT DERRIÈRE LE MONDE 
10-  MÊME QUAND MES YEUX SERONT HUMIDES 
11-  JE M'APPUIRAI SUR LE ROCHER CELUI QUI M'A RENDUE SOLIDE 
12-  A QUOI CA SERT DE GAGNER  CE MONDE 
13-  SI AU FINAL TON CŒUR EST VIDE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14-  D ECISION I NTERVENTION E NGAGEMENT U NITÉ 
15-  COMMENÇONS PAR LE COMMENCEMENT 
16-  C'EST POUR DIEU QU'IL FAUT MILITER  
17-  DANS SON ARMÉE AD2 NOUS RECHERCHONS SA VOLONTÉ 
18-  JE SAIS, JE VEUX, JE PEUX  VOILÀ POURQUOI JE SUIS VOLONTAIRE  
19-  JE M'APPROCHE DONC JE M'ÉLOIGNE  J'AI PERDU ALORS JE GAGNE  
20-  ET JE SAIS QUE JE SUIS GRANDE CE N'EST PLUS QUESTION DE TAILLE  
21-  FACE AUX GOLIATHS DE MA VIE  JE SAIS QUE MON DIEU SERA DE TAILLE  
22-  SI LA BATAILLE EST À LUI  LA VICTOIRE N'EST QU'UN DÉTAIL ALORS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23-  FRÈRE SŒUR JE TE PARLE NE MÉPRISE PAS TA JEUNESSE 
24-  CROIRE N'EST PAS UNE FAIBLESSE NON, CROIRE N'EST PAS UNE FAIBLESSE 
25-  CESSE DE REPOUSSER CETTE VOIX QUI 
26-  T’EMMÈNE VERS LE MEILLEUR 
27-  DEMAIN N'EST PAS ACQUIS FAIS LES BONS CHOIX DÈS AUJOURD'HUI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28-  T’AS TOUT GAGNÉ SI T’AS  JÉSUS T’AS TOUT GAGNÉ  
29-  T’AS TOUT GAGNÉ SI T’AS  JÉSUS T’AS TOUT GAGNÉ  
30-  NE MÉPRISE PAS TA JEUNESSE  CROIRE N’EST PAS UNE FAIBLESSE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	Refrain:</a:t>
            </a:r>
          </a:p>
          <a:p>
            <a:r>
              <a:rPr lang="fr-FR"/>
              <a:t>	1-  J'AI PERDU CE MONDE ALORS  J'AI TOUT GAGNÉ 
	2-  SANS MÊME LE SAVOIR  JE M'ÉTAIS CONDAMNÉE 
	3-  MAIS MAINTENANT JE SAIS J'AI TOUT GAGNÉ SI J'AI JÉSUS 
	4-  J'AI TOUT GAGNÉ      (x2)</a:t>
            </a:r>
          </a:p>
          <a:p>
            <a:r>
              <a:rPr lang="fr-FR"/>
              <a:t>
5-  PERDRE POUR ACQUÉRIR  SUIVRE POUR DEVENIR 
6-  ACCEPTER DE MOURIR  RENAÎTRE COMME UN PHOENIX 
7-  MOI SANS DIEU C'EST COMME UN HÉLICO SANS HÉLICES 
8-  IL A TOUT À M'OFFRIR DONC C'EST CE MONDE QUE JE DÉLAISSE 
9-  LA CROIX DEVANT DERRIÈRE LE MONDE 
10-  MÊME QUAND MES YEUX SERONT HUMIDES 
11-  JE M'APPUIRAI SUR LE ROCHER CELUI QUI M'A RENDUE SOLIDE 
12-  A QUOI CA SERT DE GAGNER  CE MONDE 
13-  SI AU FINAL TON CŒUR EST VIDE 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
14-  D ECISION I NTERVENTION E NGAGEMENT U NITÉ 
15-  COMMENÇONS PAR LE COMMENCEMENT 
16-  C'EST POUR DIEU QU'IL FAUT MILITER  
17-  DANS SON ARMÉE AD2 NOUS RECHERCHONS SA VOLONTÉ 
18-  JE SAIS, JE VEUX, JE PEUX  VOILÀ POURQUOI JE SUIS VOLONTAIRE  
19-  JE M'APPROCHE DONC JE M'ÉLOIGNE  J'AI PERDU ALORS JE GAGNE  
20-  ET JE SAIS QUE JE SUIS GRANDE CE N'EST PLUS QUESTION DE TAILLE  
21-  FACE AUX GOLIATHS DE MA VIE  JE SAIS QUE MON DIEU SERA DE TAILLE  
22-  SI LA BATAILLE EST À LUI  LA VICTOIRE N'EST QU'UN DÉTAIL ALORS 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
23-  FRÈRE SŒUR JE TE PARLE NE MÉPRISE PAS TA JEUNESSE 
24-  CROIRE N'EST PAS UNE FAIBLESSE NON, CROIRE N'EST PAS UNE FAIBLESSE 
25-  CESSE DE REPOUSSER CETTE VOIX QUI 
26-  T’EMMÈNE VERS LE MEILLEUR 
27-  DEMAIN N'EST PAS ACQUIS FAIS LES BONS CHOIX DÈS AUJOURD'HUI 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
28-  T’AS TOUT GAGNÉ SI T’AS  JÉSUS T’AS TOUT GAGNÉ  
29-  T’AS TOUT GAGNÉ SI T’AS  JÉSUS T’AS TOUT GAGNÉ  
30-  NE MÉPRISE PAS TA JEUNESSE  CROIRE N’EST PAS UNE FAIBLESSE 
</a:t>
            </a:r>
          </a:p>
        </p:txBody>
      </p:sp>
    </p:spTree>
    <p:extLst>
      <p:ext uri="{BB962C8B-B14F-4D97-AF65-F5344CB8AC3E}">
        <p14:creationId xmlns:p14="http://schemas.microsoft.com/office/powerpoint/2010/main" val="19398637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	1-  J'AI PERDU CE MONDE ALORS  J'AI TOUT GAGNÉ 
	2-  SANS MÊME LE SAVOIR  JE M'ÉTAIS CONDAMNÉE 
	3-  MAIS MAINTENANT JE SAIS J'AI TOUT GAGNÉ SI J'AI JÉSUS 
	4-  J'AI TOUT GAGNÉ      (x2)</a:t>
            </a:r>
          </a:p>
          <a:p>
            <a:pPr>
              <a:defRPr/>
            </a:pPr>
            <a:r>
              <a:rPr lang="fr-FR"/>
              <a:t>
5-  PERDRE POUR ACQUÉRIR  SUIVRE POUR DEVENIR 
6-  ACCEPTER DE MOURIR  RENAÎTRE COMME UN PHOENIX 
7-  MOI SANS DIEU C'EST COMME UN HÉLICO SANS HÉLICES 
8-  IL A TOUT À M'OFFRIR DONC C'EST CE MONDE QUE JE DÉLAISSE 
9-  LA CROIX DEVANT DERRIÈRE LE MONDE 
10-  MÊME QUAND MES YEUX SERONT HUMIDES 
11-  JE M'APPUIRAI SUR LE ROCHER CELUI QUI M'A RENDUE SOLIDE 
12-  A QUOI CA SERT DE GAGNER  CE MONDE 
13-  SI AU FINAL TON CŒUR EST VIDE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14-  D ECISION I NTERVENTION E NGAGEMENT U NITÉ 
15-  COMMENÇONS PAR LE COMMENCEMENT 
16-  C'EST POUR DIEU QU'IL FAUT MILITER  
17-  DANS SON ARMÉE AD2 NOUS RECHERCHONS SA VOLONTÉ 
18-  JE SAIS, JE VEUX, JE PEUX  VOILÀ POURQUOI JE SUIS VOLONTAIRE  
19-  JE M'APPROCHE DONC JE M'ÉLOIGNE  J'AI PERDU ALORS JE GAGNE  
20-  ET JE SAIS QUE JE SUIS GRANDE CE N'EST PLUS QUESTION DE TAILLE  
21-  FACE AUX GOLIATHS DE MA VIE  JE SAIS QUE MON DIEU SERA DE TAILLE  
22-  SI LA BATAILLE EST À LUI  LA VICTOIRE N'EST QU'UN DÉTAIL ALORS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23-  FRÈRE SŒUR JE TE PARLE NE MÉPRISE PAS TA JEUNESSE 
24-  CROIRE N'EST PAS UNE FAIBLESSE NON, CROIRE N'EST PAS UNE FAIBLESSE 
25-  CESSE DE REPOUSSER CETTE VOIX QUI 
26-  T’EMMÈNE VERS LE MEILLEUR 
27-  DEMAIN N'EST PAS ACQUIS FAIS LES BONS CHOIX DÈS AUJOURD'HUI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28-  T’AS TOUT GAGNÉ SI T’AS  JÉSUS T’AS TOUT GAGNÉ  
29-  T’AS TOUT GAGNÉ SI T’AS  JÉSUS T’AS TOUT GAGNÉ  
30-  NE MÉPRISE PAS TA JEUNESSE  CROIRE N’EST PAS UNE FAIBLESSE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	Refrain:</a:t>
            </a:r>
          </a:p>
          <a:p>
            <a:r>
              <a:rPr lang="fr-FR"/>
              <a:t>	1-  J'AI PERDU CE MONDE ALORS  J'AI TOUT GAGNÉ 
	2-  SANS MÊME LE SAVOIR  JE M'ÉTAIS CONDAMNÉE 
	3-  MAIS MAINTENANT JE SAIS J'AI TOUT GAGNÉ SI J'AI JÉSUS 
	4-  J'AI TOUT GAGNÉ      (x2)</a:t>
            </a:r>
          </a:p>
          <a:p>
            <a:r>
              <a:rPr lang="fr-FR"/>
              <a:t>
5-  PERDRE POUR ACQUÉRIR  SUIVRE POUR DEVENIR 
6-  ACCEPTER DE MOURIR  RENAÎTRE COMME UN PHOENIX 
7-  MOI SANS DIEU C'EST COMME UN HÉLICO SANS HÉLICES 
8-  IL A TOUT À M'OFFRIR DONC C'EST CE MONDE QUE JE DÉLAISSE 
9-  LA CROIX DEVANT DERRIÈRE LE MONDE 
10-  MÊME QUAND MES YEUX SERONT HUMIDES 
11-  JE M'APPUIRAI SUR LE ROCHER CELUI QUI M'A RENDUE SOLIDE 
12-  A QUOI CA SERT DE GAGNER  CE MONDE 
13-  SI AU FINAL TON CŒUR EST VIDE 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
14-  D ECISION I NTERVENTION E NGAGEMENT U NITÉ 
15-  COMMENÇONS PAR LE COMMENCEMENT 
16-  C'EST POUR DIEU QU'IL FAUT MILITER  
17-  DANS SON ARMÉE AD2 NOUS RECHERCHONS SA VOLONTÉ 
18-  JE SAIS, JE VEUX, JE PEUX  VOILÀ POURQUOI JE SUIS VOLONTAIRE  
19-  JE M'APPROCHE DONC JE M'ÉLOIGNE  J'AI PERDU ALORS JE GAGNE  
20-  ET JE SAIS QUE JE SUIS GRANDE CE N'EST PLUS QUESTION DE TAILLE  
21-  FACE AUX GOLIATHS DE MA VIE  JE SAIS QUE MON DIEU SERA DE TAILLE  
22-  SI LA BATAILLE EST À LUI  LA VICTOIRE N'EST QU'UN DÉTAIL ALORS 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
23-  FRÈRE SŒUR JE TE PARLE NE MÉPRISE PAS TA JEUNESSE 
24-  CROIRE N'EST PAS UNE FAIBLESSE NON, CROIRE N'EST PAS UNE FAIBLESSE 
25-  CESSE DE REPOUSSER CETTE VOIX QUI 
26-  T’EMMÈNE VERS LE MEILLEUR 
27-  DEMAIN N'EST PAS ACQUIS FAIS LES BONS CHOIX DÈS AUJOURD'HUI 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
28-  T’AS TOUT GAGNÉ SI T’AS  JÉSUS T’AS TOUT GAGNÉ  
29-  T’AS TOUT GAGNÉ SI T’AS  JÉSUS T’AS TOUT GAGNÉ  
30-  NE MÉPRISE PAS TA JEUNESSE  CROIRE N’EST PAS UNE FAIBLESSE 
</a:t>
            </a:r>
          </a:p>
        </p:txBody>
      </p:sp>
    </p:spTree>
    <p:extLst>
      <p:ext uri="{BB962C8B-B14F-4D97-AF65-F5344CB8AC3E}">
        <p14:creationId xmlns:p14="http://schemas.microsoft.com/office/powerpoint/2010/main" val="70778451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	1-  J'AI PERDU CE MONDE ALORS  J'AI TOUT GAGNÉ 
	2-  SANS MÊME LE SAVOIR  JE M'ÉTAIS CONDAMNÉE 
	3-  MAIS MAINTENANT JE SAIS J'AI TOUT GAGNÉ SI J'AI JÉSUS 
	4-  J'AI TOUT GAGNÉ      (x2)</a:t>
            </a:r>
          </a:p>
          <a:p>
            <a:pPr>
              <a:defRPr/>
            </a:pPr>
            <a:r>
              <a:rPr lang="fr-FR"/>
              <a:t>
5-  PERDRE POUR ACQUÉRIR  SUIVRE POUR DEVENIR 
6-  ACCEPTER DE MOURIR  RENAÎTRE COMME UN PHOENIX 
7-  MOI SANS DIEU C'EST COMME UN HÉLICO SANS HÉLICES 
8-  IL A TOUT À M'OFFRIR DONC C'EST CE MONDE QUE JE DÉLAISSE 
9-  LA CROIX DEVANT DERRIÈRE LE MONDE 
10-  MÊME QUAND MES YEUX SERONT HUMIDES 
11-  JE M'APPUIRAI SUR LE ROCHER CELUI QUI M'A RENDUE SOLIDE 
12-  A QUOI CA SERT DE GAGNER  CE MONDE 
13-  SI AU FINAL TON CŒUR EST VIDE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14-  D ECISION I NTERVENTION E NGAGEMENT U NITÉ 
15-  COMMENÇONS PAR LE COMMENCEMENT 
16-  C'EST POUR DIEU QU'IL FAUT MILITER  
17-  DANS SON ARMÉE AD2 NOUS RECHERCHONS SA VOLONTÉ 
18-  JE SAIS, JE VEUX, JE PEUX  VOILÀ POURQUOI JE SUIS VOLONTAIRE  
19-  JE M'APPROCHE DONC JE M'ÉLOIGNE  J'AI PERDU ALORS JE GAGNE  
20-  ET JE SAIS QUE JE SUIS GRANDE CE N'EST PLUS QUESTION DE TAILLE  
21-  FACE AUX GOLIATHS DE MA VIE  JE SAIS QUE MON DIEU SERA DE TAILLE  
22-  SI LA BATAILLE EST À LUI  LA VICTOIRE N'EST QU'UN DÉTAIL ALORS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23-  FRÈRE SŒUR JE TE PARLE NE MÉPRISE PAS TA JEUNESSE 
24-  CROIRE N'EST PAS UNE FAIBLESSE NON, CROIRE N'EST PAS UNE FAIBLESSE 
25-  CESSE DE REPOUSSER CETTE VOIX QUI 
26-  T’EMMÈNE VERS LE MEILLEUR 
27-  DEMAIN N'EST PAS ACQUIS FAIS LES BONS CHOIX DÈS AUJOURD'HUI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28-  T’AS TOUT GAGNÉ SI T’AS  JÉSUS T’AS TOUT GAGNÉ  
29-  T’AS TOUT GAGNÉ SI T’AS  JÉSUS T’AS TOUT GAGNÉ  
30-  NE MÉPRISE PAS TA JEUNESSE  CROIRE N’EST PAS UNE FAIBLESSE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	Refrain:</a:t>
            </a:r>
          </a:p>
          <a:p>
            <a:r>
              <a:rPr lang="fr-FR"/>
              <a:t>	1-  J'AI PERDU CE MONDE ALORS  J'AI TOUT GAGNÉ 
	2-  SANS MÊME LE SAVOIR  JE M'ÉTAIS CONDAMNÉE 
	3-  MAIS MAINTENANT JE SAIS J'AI TOUT GAGNÉ SI J'AI JÉSUS 
	4-  J'AI TOUT GAGNÉ      (x2)</a:t>
            </a:r>
          </a:p>
          <a:p>
            <a:r>
              <a:rPr lang="fr-FR"/>
              <a:t>
5-  PERDRE POUR ACQUÉRIR  SUIVRE POUR DEVENIR 
6-  ACCEPTER DE MOURIR  RENAÎTRE COMME UN PHOENIX 
7-  MOI SANS DIEU C'EST COMME UN HÉLICO SANS HÉLICES 
8-  IL A TOUT À M'OFFRIR DONC C'EST CE MONDE QUE JE DÉLAISSE 
9-  LA CROIX DEVANT DERRIÈRE LE MONDE 
10-  MÊME QUAND MES YEUX SERONT HUMIDES 
11-  JE M'APPUIRAI SUR LE ROCHER CELUI QUI M'A RENDUE SOLIDE 
12-  A QUOI CA SERT DE GAGNER  CE MONDE 
13-  SI AU FINAL TON CŒUR EST VIDE 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
14-  D ECISION I NTERVENTION E NGAGEMENT U NITÉ 
15-  COMMENÇONS PAR LE COMMENCEMENT 
16-  C'EST POUR DIEU QU'IL FAUT MILITER  
17-  DANS SON ARMÉE AD2 NOUS RECHERCHONS SA VOLONTÉ 
18-  JE SAIS, JE VEUX, JE PEUX  VOILÀ POURQUOI JE SUIS VOLONTAIRE  
19-  JE M'APPROCHE DONC JE M'ÉLOIGNE  J'AI PERDU ALORS JE GAGNE  
20-  ET JE SAIS QUE JE SUIS GRANDE CE N'EST PLUS QUESTION DE TAILLE  
21-  FACE AUX GOLIATHS DE MA VIE  JE SAIS QUE MON DIEU SERA DE TAILLE  
22-  SI LA BATAILLE EST À LUI  LA VICTOIRE N'EST QU'UN DÉTAIL ALORS 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
23-  FRÈRE SŒUR JE TE PARLE NE MÉPRISE PAS TA JEUNESSE 
24-  CROIRE N'EST PAS UNE FAIBLESSE NON, CROIRE N'EST PAS UNE FAIBLESSE 
25-  CESSE DE REPOUSSER CETTE VOIX QUI 
26-  T’EMMÈNE VERS LE MEILLEUR 
27-  DEMAIN N'EST PAS ACQUIS FAIS LES BONS CHOIX DÈS AUJOURD'HUI 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
28-  T’AS TOUT GAGNÉ SI T’AS  JÉSUS T’AS TOUT GAGNÉ  
29-  T’AS TOUT GAGNÉ SI T’AS  JÉSUS T’AS TOUT GAGNÉ  
30-  NE MÉPRISE PAS TA JEUNESSE  CROIRE N’EST PAS UNE FAIBLESSE 
</a:t>
            </a:r>
          </a:p>
        </p:txBody>
      </p:sp>
    </p:spTree>
    <p:extLst>
      <p:ext uri="{BB962C8B-B14F-4D97-AF65-F5344CB8AC3E}">
        <p14:creationId xmlns:p14="http://schemas.microsoft.com/office/powerpoint/2010/main" val="93486961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	1-  J'AI PERDU CE MONDE ALORS  J'AI TOUT GAGNÉ 
	2-  SANS MÊME LE SAVOIR  JE M'ÉTAIS CONDAMNÉE 
	3-  MAIS MAINTENANT JE SAIS J'AI TOUT GAGNÉ SI J'AI JÉSUS 
	4-  J'AI TOUT GAGNÉ      (x2)</a:t>
            </a:r>
          </a:p>
          <a:p>
            <a:pPr>
              <a:defRPr/>
            </a:pPr>
            <a:r>
              <a:rPr lang="fr-FR"/>
              <a:t>
5-  PERDRE POUR ACQUÉRIR  SUIVRE POUR DEVENIR 
6-  ACCEPTER DE MOURIR  RENAÎTRE COMME UN PHOENIX 
7-  MOI SANS DIEU C'EST COMME UN HÉLICO SANS HÉLICES 
8-  IL A TOUT À M'OFFRIR DONC C'EST CE MONDE QUE JE DÉLAISSE 
9-  LA CROIX DEVANT DERRIÈRE LE MONDE 
10-  MÊME QUAND MES YEUX SERONT HUMIDES 
11-  JE M'APPUIRAI SUR LE ROCHER CELUI QUI M'A RENDUE SOLIDE 
12-  A QUOI CA SERT DE GAGNER  CE MONDE 
13-  SI AU FINAL TON CŒUR EST VIDE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14-  D ECISION I NTERVENTION E NGAGEMENT U NITÉ 
15-  COMMENÇONS PAR LE COMMENCEMENT 
16-  C'EST POUR DIEU QU'IL FAUT MILITER  
17-  DANS SON ARMÉE AD2 NOUS RECHERCHONS SA VOLONTÉ 
18-  JE SAIS, JE VEUX, JE PEUX  VOILÀ POURQUOI JE SUIS VOLONTAIRE  
19-  JE M'APPROCHE DONC JE M'ÉLOIGNE  J'AI PERDU ALORS JE GAGNE  
20-  ET JE SAIS QUE JE SUIS GRANDE CE N'EST PLUS QUESTION DE TAILLE  
21-  FACE AUX GOLIATHS DE MA VIE  JE SAIS QUE MON DIEU SERA DE TAILLE  
22-  SI LA BATAILLE EST À LUI  LA VICTOIRE N'EST QU'UN DÉTAIL ALORS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23-  FRÈRE SŒUR JE TE PARLE NE MÉPRISE PAS TA JEUNESSE 
24-  CROIRE N'EST PAS UNE FAIBLESSE NON, CROIRE N'EST PAS UNE FAIBLESSE 
25-  CESSE DE REPOUSSER CETTE VOIX QUI 
26-  T’EMMÈNE VERS LE MEILLEUR 
27-  DEMAIN N'EST PAS ACQUIS FAIS LES BONS CHOIX DÈS AUJOURD'HUI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28-  T’AS TOUT GAGNÉ SI T’AS  JÉSUS T’AS TOUT GAGNÉ  
29-  T’AS TOUT GAGNÉ SI T’AS  JÉSUS T’AS TOUT GAGNÉ  
30-  NE MÉPRISE PAS TA JEUNESSE  CROIRE N’EST PAS UNE FAIBLESSE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	Refrain:</a:t>
            </a:r>
          </a:p>
          <a:p>
            <a:r>
              <a:rPr lang="fr-FR"/>
              <a:t>	1-  J'AI PERDU CE MONDE ALORS  J'AI TOUT GAGNÉ 
	2-  SANS MÊME LE SAVOIR  JE M'ÉTAIS CONDAMNÉE 
	3-  MAIS MAINTENANT JE SAIS J'AI TOUT GAGNÉ SI J'AI JÉSUS 
	4-  J'AI TOUT GAGNÉ      (x2)</a:t>
            </a:r>
          </a:p>
          <a:p>
            <a:r>
              <a:rPr lang="fr-FR"/>
              <a:t>
5-  PERDRE POUR ACQUÉRIR  SUIVRE POUR DEVENIR 
6-  ACCEPTER DE MOURIR  RENAÎTRE COMME UN PHOENIX 
7-  MOI SANS DIEU C'EST COMME UN HÉLICO SANS HÉLICES 
8-  IL A TOUT À M'OFFRIR DONC C'EST CE MONDE QUE JE DÉLAISSE 
9-  LA CROIX DEVANT DERRIÈRE LE MONDE 
10-  MÊME QUAND MES YEUX SERONT HUMIDES 
11-  JE M'APPUIRAI SUR LE ROCHER CELUI QUI M'A RENDUE SOLIDE 
12-  A QUOI CA SERT DE GAGNER  CE MONDE 
13-  SI AU FINAL TON CŒUR EST VIDE 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
14-  D ECISION I NTERVENTION E NGAGEMENT U NITÉ 
15-  COMMENÇONS PAR LE COMMENCEMENT 
16-  C'EST POUR DIEU QU'IL FAUT MILITER  
17-  DANS SON ARMÉE AD2 NOUS RECHERCHONS SA VOLONTÉ 
18-  JE SAIS, JE VEUX, JE PEUX  VOILÀ POURQUOI JE SUIS VOLONTAIRE  
19-  JE M'APPROCHE DONC JE M'ÉLOIGNE  J'AI PERDU ALORS JE GAGNE  
20-  ET JE SAIS QUE JE SUIS GRANDE CE N'EST PLUS QUESTION DE TAILLE  
21-  FACE AUX GOLIATHS DE MA VIE  JE SAIS QUE MON DIEU SERA DE TAILLE  
22-  SI LA BATAILLE EST À LUI  LA VICTOIRE N'EST QU'UN DÉTAIL ALORS 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
23-  FRÈRE SŒUR JE TE PARLE NE MÉPRISE PAS TA JEUNESSE 
24-  CROIRE N'EST PAS UNE FAIBLESSE NON, CROIRE N'EST PAS UNE FAIBLESSE 
25-  CESSE DE REPOUSSER CETTE VOIX QUI 
26-  T’EMMÈNE VERS LE MEILLEUR 
27-  DEMAIN N'EST PAS ACQUIS FAIS LES BONS CHOIX DÈS AUJOURD'HUI 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
28-  T’AS TOUT GAGNÉ SI T’AS  JÉSUS T’AS TOUT GAGNÉ  
29-  T’AS TOUT GAGNÉ SI T’AS  JÉSUS T’AS TOUT GAGNÉ  
30-  NE MÉPRISE PAS TA JEUNESSE  CROIRE N’EST PAS UNE FAIBLESSE 
</a:t>
            </a:r>
          </a:p>
        </p:txBody>
      </p:sp>
    </p:spTree>
    <p:extLst>
      <p:ext uri="{BB962C8B-B14F-4D97-AF65-F5344CB8AC3E}">
        <p14:creationId xmlns:p14="http://schemas.microsoft.com/office/powerpoint/2010/main" val="78682961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	1-  J'AI PERDU CE MONDE ALORS  J'AI TOUT GAGNÉ 
	2-  SANS MÊME LE SAVOIR  JE M'ÉTAIS CONDAMNÉE 
	3-  MAIS MAINTENANT JE SAIS J'AI TOUT GAGNÉ SI J'AI JÉSUS 
	4-  J'AI TOUT GAGNÉ      (x2)</a:t>
            </a:r>
          </a:p>
          <a:p>
            <a:pPr>
              <a:defRPr/>
            </a:pPr>
            <a:r>
              <a:rPr lang="fr-FR"/>
              <a:t>
5-  PERDRE POUR ACQUÉRIR  SUIVRE POUR DEVENIR 
6-  ACCEPTER DE MOURIR  RENAÎTRE COMME UN PHOENIX 
7-  MOI SANS DIEU C'EST COMME UN HÉLICO SANS HÉLICES 
8-  IL A TOUT À M'OFFRIR DONC C'EST CE MONDE QUE JE DÉLAISSE 
9-  LA CROIX DEVANT DERRIÈRE LE MONDE 
10-  MÊME QUAND MES YEUX SERONT HUMIDES 
11-  JE M'APPUIRAI SUR LE ROCHER CELUI QUI M'A RENDUE SOLIDE 
12-  A QUOI CA SERT DE GAGNER  CE MONDE 
13-  SI AU FINAL TON CŒUR EST VIDE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14-  D ECISION I NTERVENTION E NGAGEMENT U NITÉ 
15-  COMMENÇONS PAR LE COMMENCEMENT 
16-  C'EST POUR DIEU QU'IL FAUT MILITER  
17-  DANS SON ARMÉE AD2 NOUS RECHERCHONS SA VOLONTÉ 
18-  JE SAIS, JE VEUX, JE PEUX  VOILÀ POURQUOI JE SUIS VOLONTAIRE  
19-  JE M'APPROCHE DONC JE M'ÉLOIGNE  J'AI PERDU ALORS JE GAGNE  
20-  ET JE SAIS QUE JE SUIS GRANDE CE N'EST PLUS QUESTION DE TAILLE  
21-  FACE AUX GOLIATHS DE MA VIE  JE SAIS QUE MON DIEU SERA DE TAILLE  
22-  SI LA BATAILLE EST À LUI  LA VICTOIRE N'EST QU'UN DÉTAIL ALORS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23-  FRÈRE SŒUR JE TE PARLE NE MÉPRISE PAS TA JEUNESSE 
24-  CROIRE N'EST PAS UNE FAIBLESSE NON, CROIRE N'EST PAS UNE FAIBLESSE 
25-  CESSE DE REPOUSSER CETTE VOIX QUI 
26-  T’EMMÈNE VERS LE MEILLEUR 
27-  DEMAIN N'EST PAS ACQUIS FAIS LES BONS CHOIX DÈS AUJOURD'HUI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28-  T’AS TOUT GAGNÉ SI T’AS  JÉSUS T’AS TOUT GAGNÉ  
29-  T’AS TOUT GAGNÉ SI T’AS  JÉSUS T’AS TOUT GAGNÉ  
30-  NE MÉPRISE PAS TA JEUNESSE  CROIRE N’EST PAS UNE FAIBLESSE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	Refrain:</a:t>
            </a:r>
          </a:p>
          <a:p>
            <a:r>
              <a:rPr lang="fr-FR"/>
              <a:t>	1-  J'AI PERDU CE MONDE ALORS  J'AI TOUT GAGNÉ 
	2-  SANS MÊME LE SAVOIR  JE M'ÉTAIS CONDAMNÉE 
	3-  MAIS MAINTENANT JE SAIS J'AI TOUT GAGNÉ SI J'AI JÉSUS 
	4-  J'AI TOUT GAGNÉ      (x2)</a:t>
            </a:r>
          </a:p>
          <a:p>
            <a:r>
              <a:rPr lang="fr-FR"/>
              <a:t>
5-  PERDRE POUR ACQUÉRIR  SUIVRE POUR DEVENIR 
6-  ACCEPTER DE MOURIR  RENAÎTRE COMME UN PHOENIX 
7-  MOI SANS DIEU C'EST COMME UN HÉLICO SANS HÉLICES 
8-  IL A TOUT À M'OFFRIR DONC C'EST CE MONDE QUE JE DÉLAISSE 
9-  LA CROIX DEVANT DERRIÈRE LE MONDE 
10-  MÊME QUAND MES YEUX SERONT HUMIDES 
11-  JE M'APPUIRAI SUR LE ROCHER CELUI QUI M'A RENDUE SOLIDE 
12-  A QUOI CA SERT DE GAGNER  CE MONDE 
13-  SI AU FINAL TON CŒUR EST VIDE 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
14-  D ECISION I NTERVENTION E NGAGEMENT U NITÉ 
15-  COMMENÇONS PAR LE COMMENCEMENT 
16-  C'EST POUR DIEU QU'IL FAUT MILITER  
17-  DANS SON ARMÉE AD2 NOUS RECHERCHONS SA VOLONTÉ 
18-  JE SAIS, JE VEUX, JE PEUX  VOILÀ POURQUOI JE SUIS VOLONTAIRE  
19-  JE M'APPROCHE DONC JE M'ÉLOIGNE  J'AI PERDU ALORS JE GAGNE  
20-  ET JE SAIS QUE JE SUIS GRANDE CE N'EST PLUS QUESTION DE TAILLE  
21-  FACE AUX GOLIATHS DE MA VIE  JE SAIS QUE MON DIEU SERA DE TAILLE  
22-  SI LA BATAILLE EST À LUI  LA VICTOIRE N'EST QU'UN DÉTAIL ALORS 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
23-  FRÈRE SŒUR JE TE PARLE NE MÉPRISE PAS TA JEUNESSE 
24-  CROIRE N'EST PAS UNE FAIBLESSE NON, CROIRE N'EST PAS UNE FAIBLESSE 
25-  CESSE DE REPOUSSER CETTE VOIX QUI 
26-  T’EMMÈNE VERS LE MEILLEUR 
27-  DEMAIN N'EST PAS ACQUIS FAIS LES BONS CHOIX DÈS AUJOURD'HUI 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
28-  T’AS TOUT GAGNÉ SI T’AS  JÉSUS T’AS TOUT GAGNÉ  
29-  T’AS TOUT GAGNÉ SI T’AS  JÉSUS T’AS TOUT GAGNÉ  
30-  NE MÉPRISE PAS TA JEUNESSE  CROIRE N’EST PAS UNE FAIBLESSE 
</a:t>
            </a:r>
          </a:p>
        </p:txBody>
      </p:sp>
    </p:spTree>
    <p:extLst>
      <p:ext uri="{BB962C8B-B14F-4D97-AF65-F5344CB8AC3E}">
        <p14:creationId xmlns:p14="http://schemas.microsoft.com/office/powerpoint/2010/main" val="314645711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	1-  J'AI PERDU CE MONDE ALORS  J'AI TOUT GAGNÉ 
	2-  SANS MÊME LE SAVOIR  JE M'ÉTAIS CONDAMNÉE 
	3-  MAIS MAINTENANT JE SAIS J'AI TOUT GAGNÉ SI J'AI JÉSUS 
	4-  J'AI TOUT GAGNÉ      (x2)</a:t>
            </a:r>
          </a:p>
          <a:p>
            <a:pPr>
              <a:defRPr/>
            </a:pPr>
            <a:r>
              <a:rPr lang="fr-FR"/>
              <a:t>
5-  PERDRE POUR ACQUÉRIR  SUIVRE POUR DEVENIR 
6-  ACCEPTER DE MOURIR  RENAÎTRE COMME UN PHOENIX 
7-  MOI SANS DIEU C'EST COMME UN HÉLICO SANS HÉLICES 
8-  IL A TOUT À M'OFFRIR DONC C'EST CE MONDE QUE JE DÉLAISSE 
9-  LA CROIX DEVANT DERRIÈRE LE MONDE 
10-  MÊME QUAND MES YEUX SERONT HUMIDES 
11-  JE M'APPUIRAI SUR LE ROCHER CELUI QUI M'A RENDUE SOLIDE 
12-  A QUOI CA SERT DE GAGNER  CE MONDE 
13-  SI AU FINAL TON CŒUR EST VIDE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14-  D ECISION I NTERVENTION E NGAGEMENT U NITÉ 
15-  COMMENÇONS PAR LE COMMENCEMENT 
16-  C'EST POUR DIEU QU'IL FAUT MILITER  
17-  DANS SON ARMÉE AD2 NOUS RECHERCHONS SA VOLONTÉ 
18-  JE SAIS, JE VEUX, JE PEUX  VOILÀ POURQUOI JE SUIS VOLONTAIRE  
19-  JE M'APPROCHE DONC JE M'ÉLOIGNE  J'AI PERDU ALORS JE GAGNE  
20-  ET JE SAIS QUE JE SUIS GRANDE CE N'EST PLUS QUESTION DE TAILLE  
21-  FACE AUX GOLIATHS DE MA VIE  JE SAIS QUE MON DIEU SERA DE TAILLE  
22-  SI LA BATAILLE EST À LUI  LA VICTOIRE N'EST QU'UN DÉTAIL ALORS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23-  FRÈRE SŒUR JE TE PARLE NE MÉPRISE PAS TA JEUNESSE 
24-  CROIRE N'EST PAS UNE FAIBLESSE NON, CROIRE N'EST PAS UNE FAIBLESSE 
25-  CESSE DE REPOUSSER CETTE VOIX QUI 
26-  T’EMMÈNE VERS LE MEILLEUR 
27-  DEMAIN N'EST PAS ACQUIS FAIS LES BONS CHOIX DÈS AUJOURD'HUI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28-  T’AS TOUT GAGNÉ SI T’AS  JÉSUS T’AS TOUT GAGNÉ  
29-  T’AS TOUT GAGNÉ SI T’AS  JÉSUS T’AS TOUT GAGNÉ  
30-  NE MÉPRISE PAS TA JEUNESSE  CROIRE N’EST PAS UNE FAIBLESSE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	Refrain:</a:t>
            </a:r>
          </a:p>
          <a:p>
            <a:r>
              <a:rPr lang="fr-FR"/>
              <a:t>	1-  J'AI PERDU CE MONDE ALORS  J'AI TOUT GAGNÉ 
	2-  SANS MÊME LE SAVOIR  JE M'ÉTAIS CONDAMNÉE 
	3-  MAIS MAINTENANT JE SAIS J'AI TOUT GAGNÉ SI J'AI JÉSUS 
	4-  J'AI TOUT GAGNÉ      (x2)</a:t>
            </a:r>
          </a:p>
          <a:p>
            <a:r>
              <a:rPr lang="fr-FR"/>
              <a:t>
5-  PERDRE POUR ACQUÉRIR  SUIVRE POUR DEVENIR 
6-  ACCEPTER DE MOURIR  RENAÎTRE COMME UN PHOENIX 
7-  MOI SANS DIEU C'EST COMME UN HÉLICO SANS HÉLICES 
8-  IL A TOUT À M'OFFRIR DONC C'EST CE MONDE QUE JE DÉLAISSE 
9-  LA CROIX DEVANT DERRIÈRE LE MONDE 
10-  MÊME QUAND MES YEUX SERONT HUMIDES 
11-  JE M'APPUIRAI SUR LE ROCHER CELUI QUI M'A RENDUE SOLIDE 
12-  A QUOI CA SERT DE GAGNER  CE MONDE 
13-  SI AU FINAL TON CŒUR EST VIDE 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
14-  D ECISION I NTERVENTION E NGAGEMENT U NITÉ 
15-  COMMENÇONS PAR LE COMMENCEMENT 
16-  C'EST POUR DIEU QU'IL FAUT MILITER  
17-  DANS SON ARMÉE AD2 NOUS RECHERCHONS SA VOLONTÉ 
18-  JE SAIS, JE VEUX, JE PEUX  VOILÀ POURQUOI JE SUIS VOLONTAIRE  
19-  JE M'APPROCHE DONC JE M'ÉLOIGNE  J'AI PERDU ALORS JE GAGNE  
20-  ET JE SAIS QUE JE SUIS GRANDE CE N'EST PLUS QUESTION DE TAILLE  
21-  FACE AUX GOLIATHS DE MA VIE  JE SAIS QUE MON DIEU SERA DE TAILLE  
22-  SI LA BATAILLE EST À LUI  LA VICTOIRE N'EST QU'UN DÉTAIL ALORS 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
23-  FRÈRE SŒUR JE TE PARLE NE MÉPRISE PAS TA JEUNESSE 
24-  CROIRE N'EST PAS UNE FAIBLESSE NON, CROIRE N'EST PAS UNE FAIBLESSE 
25-  CESSE DE REPOUSSER CETTE VOIX QUI 
26-  T’EMMÈNE VERS LE MEILLEUR 
27-  DEMAIN N'EST PAS ACQUIS FAIS LES BONS CHOIX DÈS AUJOURD'HUI 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
28-  T’AS TOUT GAGNÉ SI T’AS  JÉSUS T’AS TOUT GAGNÉ  
29-  T’AS TOUT GAGNÉ SI T’AS  JÉSUS T’AS TOUT GAGNÉ  
30-  NE MÉPRISE PAS TA JEUNESSE  CROIRE N’EST PAS UNE FAIBLESSE 
</a:t>
            </a:r>
          </a:p>
        </p:txBody>
      </p:sp>
    </p:spTree>
    <p:extLst>
      <p:ext uri="{BB962C8B-B14F-4D97-AF65-F5344CB8AC3E}">
        <p14:creationId xmlns:p14="http://schemas.microsoft.com/office/powerpoint/2010/main" val="219040996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	1-  J'AI PERDU CE MONDE ALORS  J'AI TOUT GAGNÉ 
	2-  SANS MÊME LE SAVOIR  JE M'ÉTAIS CONDAMNÉE 
	3-  MAIS MAINTENANT JE SAIS J'AI TOUT GAGNÉ SI J'AI JÉSUS 
	4-  J'AI TOUT GAGNÉ      (x2)</a:t>
            </a:r>
          </a:p>
          <a:p>
            <a:pPr>
              <a:defRPr/>
            </a:pPr>
            <a:r>
              <a:rPr lang="fr-FR"/>
              <a:t>
5-  PERDRE POUR ACQUÉRIR  SUIVRE POUR DEVENIR 
6-  ACCEPTER DE MOURIR  RENAÎTRE COMME UN PHOENIX 
7-  MOI SANS DIEU C'EST COMME UN HÉLICO SANS HÉLICES 
8-  IL A TOUT À M'OFFRIR DONC C'EST CE MONDE QUE JE DÉLAISSE 
9-  LA CROIX DEVANT DERRIÈRE LE MONDE 
10-  MÊME QUAND MES YEUX SERONT HUMIDES 
11-  JE M'APPUIRAI SUR LE ROCHER CELUI QUI M'A RENDUE SOLIDE 
12-  A QUOI CA SERT DE GAGNER  CE MONDE 
13-  SI AU FINAL TON CŒUR EST VIDE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14-  D ECISION I NTERVENTION E NGAGEMENT U NITÉ 
15-  COMMENÇONS PAR LE COMMENCEMENT 
16-  C'EST POUR DIEU QU'IL FAUT MILITER  
17-  DANS SON ARMÉE AD2 NOUS RECHERCHONS SA VOLONTÉ 
18-  JE SAIS, JE VEUX, JE PEUX  VOILÀ POURQUOI JE SUIS VOLONTAIRE  
19-  JE M'APPROCHE DONC JE M'ÉLOIGNE  J'AI PERDU ALORS JE GAGNE  
20-  ET JE SAIS QUE JE SUIS GRANDE CE N'EST PLUS QUESTION DE TAILLE  
21-  FACE AUX GOLIATHS DE MA VIE  JE SAIS QUE MON DIEU SERA DE TAILLE  
22-  SI LA BATAILLE EST À LUI  LA VICTOIRE N'EST QU'UN DÉTAIL ALORS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23-  FRÈRE SŒUR JE TE PARLE NE MÉPRISE PAS TA JEUNESSE 
24-  CROIRE N'EST PAS UNE FAIBLESSE NON, CROIRE N'EST PAS UNE FAIBLESSE 
25-  CESSE DE REPOUSSER CETTE VOIX QUI 
26-  T’EMMÈNE VERS LE MEILLEUR 
27-  DEMAIN N'EST PAS ACQUIS FAIS LES BONS CHOIX DÈS AUJOURD'HUI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28-  T’AS TOUT GAGNÉ SI T’AS  JÉSUS T’AS TOUT GAGNÉ  
29-  T’AS TOUT GAGNÉ SI T’AS  JÉSUS T’AS TOUT GAGNÉ  
30-  NE MÉPRISE PAS TA JEUNESSE  CROIRE N’EST PAS UNE FAIBLESSE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	Refrain:</a:t>
            </a:r>
          </a:p>
          <a:p>
            <a:r>
              <a:rPr lang="fr-FR"/>
              <a:t>	1-  J'AI PERDU CE MONDE ALORS  J'AI TOUT GAGNÉ 
	2-  SANS MÊME LE SAVOIR  JE M'ÉTAIS CONDAMNÉE 
	3-  MAIS MAINTENANT JE SAIS J'AI TOUT GAGNÉ SI J'AI JÉSUS 
	4-  J'AI TOUT GAGNÉ      (x2)</a:t>
            </a:r>
          </a:p>
          <a:p>
            <a:r>
              <a:rPr lang="fr-FR"/>
              <a:t>
5-  PERDRE POUR ACQUÉRIR  SUIVRE POUR DEVENIR 
6-  ACCEPTER DE MOURIR  RENAÎTRE COMME UN PHOENIX 
7-  MOI SANS DIEU C'EST COMME UN HÉLICO SANS HÉLICES 
8-  IL A TOUT À M'OFFRIR DONC C'EST CE MONDE QUE JE DÉLAISSE 
9-  LA CROIX DEVANT DERRIÈRE LE MONDE 
10-  MÊME QUAND MES YEUX SERONT HUMIDES 
11-  JE M'APPUIRAI SUR LE ROCHER CELUI QUI M'A RENDUE SOLIDE 
12-  A QUOI CA SERT DE GAGNER  CE MONDE 
13-  SI AU FINAL TON CŒUR EST VIDE 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
14-  D ECISION I NTERVENTION E NGAGEMENT U NITÉ 
15-  COMMENÇONS PAR LE COMMENCEMENT 
16-  C'EST POUR DIEU QU'IL FAUT MILITER  
17-  DANS SON ARMÉE AD2 NOUS RECHERCHONS SA VOLONTÉ 
18-  JE SAIS, JE VEUX, JE PEUX  VOILÀ POURQUOI JE SUIS VOLONTAIRE  
19-  JE M'APPROCHE DONC JE M'ÉLOIGNE  J'AI PERDU ALORS JE GAGNE  
20-  ET JE SAIS QUE JE SUIS GRANDE CE N'EST PLUS QUESTION DE TAILLE  
21-  FACE AUX GOLIATHS DE MA VIE  JE SAIS QUE MON DIEU SERA DE TAILLE  
22-  SI LA BATAILLE EST À LUI  LA VICTOIRE N'EST QU'UN DÉTAIL ALORS 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
23-  FRÈRE SŒUR JE TE PARLE NE MÉPRISE PAS TA JEUNESSE 
24-  CROIRE N'EST PAS UNE FAIBLESSE NON, CROIRE N'EST PAS UNE FAIBLESSE 
25-  CESSE DE REPOUSSER CETTE VOIX QUI 
26-  T’EMMÈNE VERS LE MEILLEUR 
27-  DEMAIN N'EST PAS ACQUIS FAIS LES BONS CHOIX DÈS AUJOURD'HUI 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
28-  T’AS TOUT GAGNÉ SI T’AS  JÉSUS T’AS TOUT GAGNÉ  
29-  T’AS TOUT GAGNÉ SI T’AS  JÉSUS T’AS TOUT GAGNÉ  
30-  NE MÉPRISE PAS TA JEUNESSE  CROIRE N’EST PAS UNE FAIBLESSE 
</a:t>
            </a:r>
          </a:p>
        </p:txBody>
      </p:sp>
    </p:spTree>
    <p:extLst>
      <p:ext uri="{BB962C8B-B14F-4D97-AF65-F5344CB8AC3E}">
        <p14:creationId xmlns:p14="http://schemas.microsoft.com/office/powerpoint/2010/main" val="278406431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	1-  J'AI PERDU CE MONDE ALORS  J'AI TOUT GAGNÉ 
	2-  SANS MÊME LE SAVOIR  JE M'ÉTAIS CONDAMNÉE 
	3-  MAIS MAINTENANT JE SAIS J'AI TOUT GAGNÉ SI J'AI JÉSUS 
	4-  J'AI TOUT GAGNÉ      (x2)</a:t>
            </a:r>
          </a:p>
          <a:p>
            <a:pPr>
              <a:defRPr/>
            </a:pPr>
            <a:r>
              <a:rPr lang="fr-FR"/>
              <a:t>
5-  PERDRE POUR ACQUÉRIR  SUIVRE POUR DEVENIR 
6-  ACCEPTER DE MOURIR  RENAÎTRE COMME UN PHOENIX 
7-  MOI SANS DIEU C'EST COMME UN HÉLICO SANS HÉLICES 
8-  IL A TOUT À M'OFFRIR DONC C'EST CE MONDE QUE JE DÉLAISSE 
9-  LA CROIX DEVANT DERRIÈRE LE MONDE 
10-  MÊME QUAND MES YEUX SERONT HUMIDES 
11-  JE M'APPUIRAI SUR LE ROCHER CELUI QUI M'A RENDUE SOLIDE 
12-  A QUOI CA SERT DE GAGNER  CE MONDE 
13-  SI AU FINAL TON CŒUR EST VIDE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14-  D ECISION I NTERVENTION E NGAGEMENT U NITÉ 
15-  COMMENÇONS PAR LE COMMENCEMENT 
16-  C'EST POUR DIEU QU'IL FAUT MILITER  
17-  DANS SON ARMÉE AD2 NOUS RECHERCHONS SA VOLONTÉ 
18-  JE SAIS, JE VEUX, JE PEUX  VOILÀ POURQUOI JE SUIS VOLONTAIRE  
19-  JE M'APPROCHE DONC JE M'ÉLOIGNE  J'AI PERDU ALORS JE GAGNE  
20-  ET JE SAIS QUE JE SUIS GRANDE CE N'EST PLUS QUESTION DE TAILLE  
21-  FACE AUX GOLIATHS DE MA VIE  JE SAIS QUE MON DIEU SERA DE TAILLE  
22-  SI LA BATAILLE EST À LUI  LA VICTOIRE N'EST QU'UN DÉTAIL ALORS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23-  FRÈRE SŒUR JE TE PARLE NE MÉPRISE PAS TA JEUNESSE 
24-  CROIRE N'EST PAS UNE FAIBLESSE NON, CROIRE N'EST PAS UNE FAIBLESSE 
25-  CESSE DE REPOUSSER CETTE VOIX QUI 
26-  T’EMMÈNE VERS LE MEILLEUR 
27-  DEMAIN N'EST PAS ACQUIS FAIS LES BONS CHOIX DÈS AUJOURD'HUI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28-  T’AS TOUT GAGNÉ SI T’AS  JÉSUS T’AS TOUT GAGNÉ  
29-  T’AS TOUT GAGNÉ SI T’AS  JÉSUS T’AS TOUT GAGNÉ  
30-  NE MÉPRISE PAS TA JEUNESSE  CROIRE N’EST PAS UNE FAIBLESSE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	Refrain:</a:t>
            </a:r>
          </a:p>
          <a:p>
            <a:r>
              <a:rPr lang="fr-FR"/>
              <a:t>	1-  J'AI PERDU CE MONDE ALORS  J'AI TOUT GAGNÉ 
	2-  SANS MÊME LE SAVOIR  JE M'ÉTAIS CONDAMNÉE 
	3-  MAIS MAINTENANT JE SAIS J'AI TOUT GAGNÉ SI J'AI JÉSUS 
	4-  J'AI TOUT GAGNÉ      (x2)</a:t>
            </a:r>
          </a:p>
          <a:p>
            <a:r>
              <a:rPr lang="fr-FR"/>
              <a:t>
5-  PERDRE POUR ACQUÉRIR  SUIVRE POUR DEVENIR 
6-  ACCEPTER DE MOURIR  RENAÎTRE COMME UN PHOENIX 
7-  MOI SANS DIEU C'EST COMME UN HÉLICO SANS HÉLICES 
8-  IL A TOUT À M'OFFRIR DONC C'EST CE MONDE QUE JE DÉLAISSE 
9-  LA CROIX DEVANT DERRIÈRE LE MONDE 
10-  MÊME QUAND MES YEUX SERONT HUMIDES 
11-  JE M'APPUIRAI SUR LE ROCHER CELUI QUI M'A RENDUE SOLIDE 
12-  A QUOI CA SERT DE GAGNER  CE MONDE 
13-  SI AU FINAL TON CŒUR EST VIDE 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
14-  D ECISION I NTERVENTION E NGAGEMENT U NITÉ 
15-  COMMENÇONS PAR LE COMMENCEMENT 
16-  C'EST POUR DIEU QU'IL FAUT MILITER  
17-  DANS SON ARMÉE AD2 NOUS RECHERCHONS SA VOLONTÉ 
18-  JE SAIS, JE VEUX, JE PEUX  VOILÀ POURQUOI JE SUIS VOLONTAIRE  
19-  JE M'APPROCHE DONC JE M'ÉLOIGNE  J'AI PERDU ALORS JE GAGNE  
20-  ET JE SAIS QUE JE SUIS GRANDE CE N'EST PLUS QUESTION DE TAILLE  
21-  FACE AUX GOLIATHS DE MA VIE  JE SAIS QUE MON DIEU SERA DE TAILLE  
22-  SI LA BATAILLE EST À LUI  LA VICTOIRE N'EST QU'UN DÉTAIL ALORS 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
23-  FRÈRE SŒUR JE TE PARLE NE MÉPRISE PAS TA JEUNESSE 
24-  CROIRE N'EST PAS UNE FAIBLESSE NON, CROIRE N'EST PAS UNE FAIBLESSE 
25-  CESSE DE REPOUSSER CETTE VOIX QUI 
26-  T’EMMÈNE VERS LE MEILLEUR 
27-  DEMAIN N'EST PAS ACQUIS FAIS LES BONS CHOIX DÈS AUJOURD'HUI 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
28-  T’AS TOUT GAGNÉ SI T’AS  JÉSUS T’AS TOUT GAGNÉ  
29-  T’AS TOUT GAGNÉ SI T’AS  JÉSUS T’AS TOUT GAGNÉ  
30-  NE MÉPRISE PAS TA JEUNESSE  CROIRE N’EST PAS UNE FAIBLESSE 
</a:t>
            </a:r>
          </a:p>
        </p:txBody>
      </p:sp>
    </p:spTree>
    <p:extLst>
      <p:ext uri="{BB962C8B-B14F-4D97-AF65-F5344CB8AC3E}">
        <p14:creationId xmlns:p14="http://schemas.microsoft.com/office/powerpoint/2010/main" val="135870467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	1-  J'AI PERDU CE MONDE ALORS  J'AI TOUT GAGNÉ 
	2-  SANS MÊME LE SAVOIR  JE M'ÉTAIS CONDAMNÉE 
	3-  MAIS MAINTENANT JE SAIS J'AI TOUT GAGNÉ SI J'AI JÉSUS 
	4-  J'AI TOUT GAGNÉ      (x2)</a:t>
            </a:r>
          </a:p>
          <a:p>
            <a:pPr>
              <a:defRPr/>
            </a:pPr>
            <a:r>
              <a:rPr lang="fr-FR"/>
              <a:t>
5-  PERDRE POUR ACQUÉRIR  SUIVRE POUR DEVENIR 
6-  ACCEPTER DE MOURIR  RENAÎTRE COMME UN PHOENIX 
7-  MOI SANS DIEU C'EST COMME UN HÉLICO SANS HÉLICES 
8-  IL A TOUT À M'OFFRIR DONC C'EST CE MONDE QUE JE DÉLAISSE 
9-  LA CROIX DEVANT DERRIÈRE LE MONDE 
10-  MÊME QUAND MES YEUX SERONT HUMIDES 
11-  JE M'APPUIRAI SUR LE ROCHER CELUI QUI M'A RENDUE SOLIDE 
12-  A QUOI CA SERT DE GAGNER  CE MONDE 
13-  SI AU FINAL TON CŒUR EST VIDE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14-  D ECISION I NTERVENTION E NGAGEMENT U NITÉ 
15-  COMMENÇONS PAR LE COMMENCEMENT 
16-  C'EST POUR DIEU QU'IL FAUT MILITER  
17-  DANS SON ARMÉE AD2 NOUS RECHERCHONS SA VOLONTÉ 
18-  JE SAIS, JE VEUX, JE PEUX  VOILÀ POURQUOI JE SUIS VOLONTAIRE  
19-  JE M'APPROCHE DONC JE M'ÉLOIGNE  J'AI PERDU ALORS JE GAGNE  
20-  ET JE SAIS QUE JE SUIS GRANDE CE N'EST PLUS QUESTION DE TAILLE  
21-  FACE AUX GOLIATHS DE MA VIE  JE SAIS QUE MON DIEU SERA DE TAILLE  
22-  SI LA BATAILLE EST À LUI  LA VICTOIRE N'EST QU'UN DÉTAIL ALORS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23-  FRÈRE SŒUR JE TE PARLE NE MÉPRISE PAS TA JEUNESSE 
24-  CROIRE N'EST PAS UNE FAIBLESSE NON, CROIRE N'EST PAS UNE FAIBLESSE 
25-  CESSE DE REPOUSSER CETTE VOIX QUI 
26-  T’EMMÈNE VERS LE MEILLEUR 
27-  DEMAIN N'EST PAS ACQUIS FAIS LES BONS CHOIX DÈS AUJOURD'HUI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28-  T’AS TOUT GAGNÉ SI T’AS  JÉSUS T’AS TOUT GAGNÉ  
29-  T’AS TOUT GAGNÉ SI T’AS  JÉSUS T’AS TOUT GAGNÉ  
30-  NE MÉPRISE PAS TA JEUNESSE  CROIRE N’EST PAS UNE FAIBLESSE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	Refrain:</a:t>
            </a:r>
          </a:p>
          <a:p>
            <a:r>
              <a:rPr lang="fr-FR"/>
              <a:t>	1-  J'AI PERDU CE MONDE ALORS  J'AI TOUT GAGNÉ 
	2-  SANS MÊME LE SAVOIR  JE M'ÉTAIS CONDAMNÉE 
	3-  MAIS MAINTENANT JE SAIS J'AI TOUT GAGNÉ SI J'AI JÉSUS 
	4-  J'AI TOUT GAGNÉ      (x2)</a:t>
            </a:r>
          </a:p>
          <a:p>
            <a:r>
              <a:rPr lang="fr-FR"/>
              <a:t>
5-  PERDRE POUR ACQUÉRIR  SUIVRE POUR DEVENIR 
6-  ACCEPTER DE MOURIR  RENAÎTRE COMME UN PHOENIX 
7-  MOI SANS DIEU C'EST COMME UN HÉLICO SANS HÉLICES 
8-  IL A TOUT À M'OFFRIR DONC C'EST CE MONDE QUE JE DÉLAISSE 
9-  LA CROIX DEVANT DERRIÈRE LE MONDE 
10-  MÊME QUAND MES YEUX SERONT HUMIDES 
11-  JE M'APPUIRAI SUR LE ROCHER CELUI QUI M'A RENDUE SOLIDE 
12-  A QUOI CA SERT DE GAGNER  CE MONDE 
13-  SI AU FINAL TON CŒUR EST VIDE 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
14-  D ECISION I NTERVENTION E NGAGEMENT U NITÉ 
15-  COMMENÇONS PAR LE COMMENCEMENT 
16-  C'EST POUR DIEU QU'IL FAUT MILITER  
17-  DANS SON ARMÉE AD2 NOUS RECHERCHONS SA VOLONTÉ 
18-  JE SAIS, JE VEUX, JE PEUX  VOILÀ POURQUOI JE SUIS VOLONTAIRE  
19-  JE M'APPROCHE DONC JE M'ÉLOIGNE  J'AI PERDU ALORS JE GAGNE  
20-  ET JE SAIS QUE JE SUIS GRANDE CE N'EST PLUS QUESTION DE TAILLE  
21-  FACE AUX GOLIATHS DE MA VIE  JE SAIS QUE MON DIEU SERA DE TAILLE  
22-  SI LA BATAILLE EST À LUI  LA VICTOIRE N'EST QU'UN DÉTAIL ALORS 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
23-  FRÈRE SŒUR JE TE PARLE NE MÉPRISE PAS TA JEUNESSE 
24-  CROIRE N'EST PAS UNE FAIBLESSE NON, CROIRE N'EST PAS UNE FAIBLESSE 
25-  CESSE DE REPOUSSER CETTE VOIX QUI 
26-  T’EMMÈNE VERS LE MEILLEUR 
27-  DEMAIN N'EST PAS ACQUIS FAIS LES BONS CHOIX DÈS AUJOURD'HUI 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
28-  T’AS TOUT GAGNÉ SI T’AS  JÉSUS T’AS TOUT GAGNÉ  
29-  T’AS TOUT GAGNÉ SI T’AS  JÉSUS T’AS TOUT GAGNÉ  
30-  NE MÉPRISE PAS TA JEUNESSE  CROIRE N’EST PAS UNE FAIBLESSE 
</a:t>
            </a:r>
          </a:p>
        </p:txBody>
      </p:sp>
    </p:spTree>
    <p:extLst>
      <p:ext uri="{BB962C8B-B14F-4D97-AF65-F5344CB8AC3E}">
        <p14:creationId xmlns:p14="http://schemas.microsoft.com/office/powerpoint/2010/main" val="252932601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	1-  J'AI PERDU CE MONDE ALORS  J'AI TOUT GAGNÉ 
	2-  SANS MÊME LE SAVOIR  JE M'ÉTAIS CONDAMNÉE 
	3-  MAIS MAINTENANT JE SAIS J'AI TOUT GAGNÉ SI J'AI JÉSUS 
	4-  J'AI TOUT GAGNÉ      (x2)</a:t>
            </a:r>
          </a:p>
          <a:p>
            <a:pPr>
              <a:defRPr/>
            </a:pPr>
            <a:r>
              <a:rPr lang="fr-FR"/>
              <a:t>
5-  PERDRE POUR ACQUÉRIR  SUIVRE POUR DEVENIR 
6-  ACCEPTER DE MOURIR  RENAÎTRE COMME UN PHOENIX 
7-  MOI SANS DIEU C'EST COMME UN HÉLICO SANS HÉLICES 
8-  IL A TOUT À M'OFFRIR DONC C'EST CE MONDE QUE JE DÉLAISSE 
9-  LA CROIX DEVANT DERRIÈRE LE MONDE 
10-  MÊME QUAND MES YEUX SERONT HUMIDES 
11-  JE M'APPUIRAI SUR LE ROCHER CELUI QUI M'A RENDUE SOLIDE 
12-  A QUOI CA SERT DE GAGNER  CE MONDE 
13-  SI AU FINAL TON CŒUR EST VIDE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14-  D ECISION I NTERVENTION E NGAGEMENT U NITÉ 
15-  COMMENÇONS PAR LE COMMENCEMENT 
16-  C'EST POUR DIEU QU'IL FAUT MILITER  
17-  DANS SON ARMÉE AD2 NOUS RECHERCHONS SA VOLONTÉ 
18-  JE SAIS, JE VEUX, JE PEUX  VOILÀ POURQUOI JE SUIS VOLONTAIRE  
19-  JE M'APPROCHE DONC JE M'ÉLOIGNE  J'AI PERDU ALORS JE GAGNE  
20-  ET JE SAIS QUE JE SUIS GRANDE CE N'EST PLUS QUESTION DE TAILLE  
21-  FACE AUX GOLIATHS DE MA VIE  JE SAIS QUE MON DIEU SERA DE TAILLE  
22-  SI LA BATAILLE EST À LUI  LA VICTOIRE N'EST QU'UN DÉTAIL ALORS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23-  FRÈRE SŒUR JE TE PARLE NE MÉPRISE PAS TA JEUNESSE 
24-  CROIRE N'EST PAS UNE FAIBLESSE NON, CROIRE N'EST PAS UNE FAIBLESSE 
25-  CESSE DE REPOUSSER CETTE VOIX QUI 
26-  T’EMMÈNE VERS LE MEILLEUR 
27-  DEMAIN N'EST PAS ACQUIS FAIS LES BONS CHOIX DÈS AUJOURD'HUI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28-  T’AS TOUT GAGNÉ SI T’AS  JÉSUS T’AS TOUT GAGNÉ  
29-  T’AS TOUT GAGNÉ SI T’AS  JÉSUS T’AS TOUT GAGNÉ  
30-  NE MÉPRISE PAS TA JEUNESSE  CROIRE N’EST PAS UNE FAIBLESSE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	Refrain:</a:t>
            </a:r>
          </a:p>
          <a:p>
            <a:r>
              <a:rPr lang="fr-FR"/>
              <a:t>	1-  J'AI PERDU CE MONDE ALORS  J'AI TOUT GAGNÉ 
	2-  SANS MÊME LE SAVOIR  JE M'ÉTAIS CONDAMNÉE 
	3-  MAIS MAINTENANT JE SAIS J'AI TOUT GAGNÉ SI J'AI JÉSUS 
	4-  J'AI TOUT GAGNÉ      (x2)</a:t>
            </a:r>
          </a:p>
          <a:p>
            <a:r>
              <a:rPr lang="fr-FR"/>
              <a:t>
5-  PERDRE POUR ACQUÉRIR  SUIVRE POUR DEVENIR 
6-  ACCEPTER DE MOURIR  RENAÎTRE COMME UN PHOENIX 
7-  MOI SANS DIEU C'EST COMME UN HÉLICO SANS HÉLICES 
8-  IL A TOUT À M'OFFRIR DONC C'EST CE MONDE QUE JE DÉLAISSE 
9-  LA CROIX DEVANT DERRIÈRE LE MONDE 
10-  MÊME QUAND MES YEUX SERONT HUMIDES 
11-  JE M'APPUIRAI SUR LE ROCHER CELUI QUI M'A RENDUE SOLIDE 
12-  A QUOI CA SERT DE GAGNER  CE MONDE 
13-  SI AU FINAL TON CŒUR EST VIDE 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
14-  D ECISION I NTERVENTION E NGAGEMENT U NITÉ 
15-  COMMENÇONS PAR LE COMMENCEMENT 
16-  C'EST POUR DIEU QU'IL FAUT MILITER  
17-  DANS SON ARMÉE AD2 NOUS RECHERCHONS SA VOLONTÉ 
18-  JE SAIS, JE VEUX, JE PEUX  VOILÀ POURQUOI JE SUIS VOLONTAIRE  
19-  JE M'APPROCHE DONC JE M'ÉLOIGNE  J'AI PERDU ALORS JE GAGNE  
20-  ET JE SAIS QUE JE SUIS GRANDE CE N'EST PLUS QUESTION DE TAILLE  
21-  FACE AUX GOLIATHS DE MA VIE  JE SAIS QUE MON DIEU SERA DE TAILLE  
22-  SI LA BATAILLE EST À LUI  LA VICTOIRE N'EST QU'UN DÉTAIL ALORS 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
23-  FRÈRE SŒUR JE TE PARLE NE MÉPRISE PAS TA JEUNESSE 
24-  CROIRE N'EST PAS UNE FAIBLESSE NON, CROIRE N'EST PAS UNE FAIBLESSE 
25-  CESSE DE REPOUSSER CETTE VOIX QUI 
26-  T’EMMÈNE VERS LE MEILLEUR 
27-  DEMAIN N'EST PAS ACQUIS FAIS LES BONS CHOIX DÈS AUJOURD'HUI 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
28-  T’AS TOUT GAGNÉ SI T’AS  JÉSUS T’AS TOUT GAGNÉ  
29-  T’AS TOUT GAGNÉ SI T’AS  JÉSUS T’AS TOUT GAGNÉ  
30-  NE MÉPRISE PAS TA JEUNESSE  CROIRE N’EST PAS UNE FAIBLESSE 
</a:t>
            </a:r>
          </a:p>
        </p:txBody>
      </p:sp>
    </p:spTree>
    <p:extLst>
      <p:ext uri="{BB962C8B-B14F-4D97-AF65-F5344CB8AC3E}">
        <p14:creationId xmlns:p14="http://schemas.microsoft.com/office/powerpoint/2010/main" val="227927797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	1-  J'AI PERDU CE MONDE ALORS  J'AI TOUT GAGNÉ 
	2-  SANS MÊME LE SAVOIR  JE M'ÉTAIS CONDAMNÉE 
	3-  MAIS MAINTENANT JE SAIS J'AI TOUT GAGNÉ SI J'AI JÉSUS 
	4-  J'AI TOUT GAGNÉ      (x2)</a:t>
            </a:r>
          </a:p>
          <a:p>
            <a:pPr>
              <a:defRPr/>
            </a:pPr>
            <a:r>
              <a:rPr lang="fr-FR"/>
              <a:t>
5-  PERDRE POUR ACQUÉRIR  SUIVRE POUR DEVENIR 
6-  ACCEPTER DE MOURIR  RENAÎTRE COMME UN PHOENIX 
7-  MOI SANS DIEU C'EST COMME UN HÉLICO SANS HÉLICES 
8-  IL A TOUT À M'OFFRIR DONC C'EST CE MONDE QUE JE DÉLAISSE 
9-  LA CROIX DEVANT DERRIÈRE LE MONDE 
10-  MÊME QUAND MES YEUX SERONT HUMIDES 
11-  JE M'APPUIRAI SUR LE ROCHER CELUI QUI M'A RENDUE SOLIDE 
12-  A QUOI CA SERT DE GAGNER  CE MONDE 
13-  SI AU FINAL TON CŒUR EST VIDE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14-  D ECISION I NTERVENTION E NGAGEMENT U NITÉ 
15-  COMMENÇONS PAR LE COMMENCEMENT 
16-  C'EST POUR DIEU QU'IL FAUT MILITER  
17-  DANS SON ARMÉE AD2 NOUS RECHERCHONS SA VOLONTÉ 
18-  JE SAIS, JE VEUX, JE PEUX  VOILÀ POURQUOI JE SUIS VOLONTAIRE  
19-  JE M'APPROCHE DONC JE M'ÉLOIGNE  J'AI PERDU ALORS JE GAGNE  
20-  ET JE SAIS QUE JE SUIS GRANDE CE N'EST PLUS QUESTION DE TAILLE  
21-  FACE AUX GOLIATHS DE MA VIE  JE SAIS QUE MON DIEU SERA DE TAILLE  
22-  SI LA BATAILLE EST À LUI  LA VICTOIRE N'EST QU'UN DÉTAIL ALORS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23-  FRÈRE SŒUR JE TE PARLE NE MÉPRISE PAS TA JEUNESSE 
24-  CROIRE N'EST PAS UNE FAIBLESSE NON, CROIRE N'EST PAS UNE FAIBLESSE 
25-  CESSE DE REPOUSSER CETTE VOIX QUI 
26-  T’EMMÈNE VERS LE MEILLEUR 
27-  DEMAIN N'EST PAS ACQUIS FAIS LES BONS CHOIX DÈS AUJOURD'HUI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28-  T’AS TOUT GAGNÉ SI T’AS  JÉSUS T’AS TOUT GAGNÉ  
29-  T’AS TOUT GAGNÉ SI T’AS  JÉSUS T’AS TOUT GAGNÉ  
30-  NE MÉPRISE PAS TA JEUNESSE  CROIRE N’EST PAS UNE FAIBLESSE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	Refrain:</a:t>
            </a:r>
          </a:p>
          <a:p>
            <a:r>
              <a:rPr lang="fr-FR"/>
              <a:t>	1-  J'AI PERDU CE MONDE ALORS  J'AI TOUT GAGNÉ 
	2-  SANS MÊME LE SAVOIR  JE M'ÉTAIS CONDAMNÉE 
	3-  MAIS MAINTENANT JE SAIS J'AI TOUT GAGNÉ SI J'AI JÉSUS 
	4-  J'AI TOUT GAGNÉ      (x2)</a:t>
            </a:r>
          </a:p>
          <a:p>
            <a:r>
              <a:rPr lang="fr-FR"/>
              <a:t>
5-  PERDRE POUR ACQUÉRIR  SUIVRE POUR DEVENIR 
6-  ACCEPTER DE MOURIR  RENAÎTRE COMME UN PHOENIX 
7-  MOI SANS DIEU C'EST COMME UN HÉLICO SANS HÉLICES 
8-  IL A TOUT À M'OFFRIR DONC C'EST CE MONDE QUE JE DÉLAISSE 
9-  LA CROIX DEVANT DERRIÈRE LE MONDE 
10-  MÊME QUAND MES YEUX SERONT HUMIDES 
11-  JE M'APPUIRAI SUR LE ROCHER CELUI QUI M'A RENDUE SOLIDE 
12-  A QUOI CA SERT DE GAGNER  CE MONDE 
13-  SI AU FINAL TON CŒUR EST VIDE 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
14-  D ECISION I NTERVENTION E NGAGEMENT U NITÉ 
15-  COMMENÇONS PAR LE COMMENCEMENT 
16-  C'EST POUR DIEU QU'IL FAUT MILITER  
17-  DANS SON ARMÉE AD2 NOUS RECHERCHONS SA VOLONTÉ 
18-  JE SAIS, JE VEUX, JE PEUX  VOILÀ POURQUOI JE SUIS VOLONTAIRE  
19-  JE M'APPROCHE DONC JE M'ÉLOIGNE  J'AI PERDU ALORS JE GAGNE  
20-  ET JE SAIS QUE JE SUIS GRANDE CE N'EST PLUS QUESTION DE TAILLE  
21-  FACE AUX GOLIATHS DE MA VIE  JE SAIS QUE MON DIEU SERA DE TAILLE  
22-  SI LA BATAILLE EST À LUI  LA VICTOIRE N'EST QU'UN DÉTAIL ALORS 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
23-  FRÈRE SŒUR JE TE PARLE NE MÉPRISE PAS TA JEUNESSE 
24-  CROIRE N'EST PAS UNE FAIBLESSE NON, CROIRE N'EST PAS UNE FAIBLESSE 
25-  CESSE DE REPOUSSER CETTE VOIX QUI 
26-  T’EMMÈNE VERS LE MEILLEUR 
27-  DEMAIN N'EST PAS ACQUIS FAIS LES BONS CHOIX DÈS AUJOURD'HUI 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
28-  T’AS TOUT GAGNÉ SI T’AS  JÉSUS T’AS TOUT GAGNÉ  
29-  T’AS TOUT GAGNÉ SI T’AS  JÉSUS T’AS TOUT GAGNÉ  
30-  NE MÉPRISE PAS TA JEUNESSE  CROIRE N’EST PAS UNE FAIBLESSE 
</a:t>
            </a:r>
          </a:p>
        </p:txBody>
      </p:sp>
    </p:spTree>
    <p:extLst>
      <p:ext uri="{BB962C8B-B14F-4D97-AF65-F5344CB8AC3E}">
        <p14:creationId xmlns:p14="http://schemas.microsoft.com/office/powerpoint/2010/main" val="157864183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 dirty="0"/>
              <a:t>	1-  J'AI PERDU CE MONDE ALORS  J'AI TOUT GAGNÉ 
	2-  SANS MÊME LE SAVOIR  JE M'ÉTAIS CONDAMNÉE 
	3-  MAIS MAINTENANT JE SAIS J'AI TOUT GAGNÉ SI J'AI JÉSUS 
	4-  J'AI TOUT GAGNÉ      (x2)</a:t>
            </a:r>
          </a:p>
          <a:p>
            <a:pPr>
              <a:defRPr/>
            </a:pPr>
            <a:r>
              <a:rPr lang="fr-FR" dirty="0"/>
              <a:t>
5-  PERDRE POUR ACQUÉRIR  SUIVRE POUR DEVENIR 
6-  ACCEPTER DE MOURIR  RENAÎTRE COMME UN PHOENIX 
7-  MOI SANS DIEU C'EST COMME UN HÉLICO SANS HÉLICES 
8-  IL A TOUT À M'OFFRIR DONC C'EST CE MONDE QUE JE DÉLAISSE 
9-  LA CROIX DEVANT DERRIÈRE LE MONDE 
10-  MÊME QUAND MES YEUX SERONT HUMIDES 
11-  JE M'APPUIRAI SUR LE ROCHER CELUI QUI M'A RENDUE SOLIDE 
12-  A QUOI CA SERT DE GAGNER  CE MONDE 
13-  SI AU FINAL TON CŒUR EST VIDE </a:t>
            </a:r>
          </a:p>
          <a:p>
            <a:pPr>
              <a:defRPr/>
            </a:pPr>
            <a:endParaRPr lang="fr-FR" dirty="0"/>
          </a:p>
          <a:p>
            <a:pPr>
              <a:defRPr/>
            </a:pPr>
            <a:r>
              <a:rPr lang="fr-FR" dirty="0"/>
              <a:t>	Refrain:</a:t>
            </a:r>
          </a:p>
          <a:p>
            <a:pPr>
              <a:defRPr/>
            </a:pPr>
            <a:r>
              <a:rPr lang="fr-FR" dirty="0"/>
              <a:t>
14-  D ECISION I NTERVENTION E NGAGEMENT U NITÉ 
15-  COMMENÇONS PAR LE COMMENCEMENT 
16-  C'EST POUR DIEU QU'IL FAUT MILITER  
17-  DANS SON ARMÉE AD2 NOUS RECHERCHONS SA VOLONTÉ 
18-  JE SAIS, JE VEUX, JE PEUX  VOILÀ POURQUOI JE SUIS VOLONTAIRE  
19-  JE M'APPROCHE DONC JE M'ÉLOIGNE  J'AI PERDU ALORS JE GAGNE  
20-  ET JE SAIS QUE JE SUIS GRANDE CE N'EST PLUS QUESTION DE TAILLE  
21-  FACE AUX GOLIATHS DE MA VIE  JE SAIS QUE MON DIEU SERA DE TAILLE  
22-  SI LA BATAILLE EST À LUI  LA VICTOIRE N'EST QU'UN DÉTAIL ALORS </a:t>
            </a:r>
          </a:p>
          <a:p>
            <a:pPr>
              <a:defRPr/>
            </a:pPr>
            <a:endParaRPr lang="fr-FR" dirty="0"/>
          </a:p>
          <a:p>
            <a:pPr>
              <a:defRPr/>
            </a:pPr>
            <a:r>
              <a:rPr lang="fr-FR" dirty="0"/>
              <a:t>	Refrain:</a:t>
            </a:r>
          </a:p>
          <a:p>
            <a:pPr>
              <a:defRPr/>
            </a:pPr>
            <a:r>
              <a:rPr lang="fr-FR" dirty="0"/>
              <a:t>
23-  FRÈRE SŒUR JE TE PARLE NE MÉPRISE PAS TA JEUNESSE 
24-  CROIRE N'EST PAS UNE FAIBLESSE NON, CROIRE N'EST PAS UNE FAIBLESSE 
25-  CESSE DE REPOUSSER CETTE VOIX QUI 
26-  T’EMMÈNE VERS LE MEILLEUR 
27-  DEMAIN N'EST PAS ACQUIS FAIS LES BONS CHOIX DÈS AUJOURD'HUI </a:t>
            </a:r>
          </a:p>
          <a:p>
            <a:pPr>
              <a:defRPr/>
            </a:pPr>
            <a:endParaRPr lang="fr-FR" dirty="0"/>
          </a:p>
          <a:p>
            <a:pPr>
              <a:defRPr/>
            </a:pPr>
            <a:r>
              <a:rPr lang="fr-FR" dirty="0"/>
              <a:t>	Refrain:</a:t>
            </a:r>
          </a:p>
          <a:p>
            <a:pPr>
              <a:defRPr/>
            </a:pPr>
            <a:r>
              <a:rPr lang="fr-FR" dirty="0"/>
              <a:t>
28-  T’AS TOUT GAGNÉ SI T’AS  JÉSUS T’AS TOUT GAGNÉ  
29-  T’AS TOUT GAGNÉ SI T’AS  JÉSUS T’AS TOUT GAGNÉ  
30-  NE MÉPRISE PAS TA JEUNESSE  CROIRE N’EST PAS UNE FAIBLESSE 
</a:t>
            </a: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	Refrain:</a:t>
            </a:r>
          </a:p>
          <a:p>
            <a:r>
              <a:rPr lang="fr-FR"/>
              <a:t>	1-  J'AI PERDU CE MONDE ALORS  J'AI TOUT GAGNÉ 
	2-  SANS MÊME LE SAVOIR  JE M'ÉTAIS CONDAMNÉE 
	3-  MAIS MAINTENANT JE SAIS J'AI TOUT GAGNÉ SI J'AI JÉSUS 
	4-  J'AI TOUT GAGNÉ      (x2)</a:t>
            </a:r>
          </a:p>
          <a:p>
            <a:r>
              <a:rPr lang="fr-FR"/>
              <a:t>
5-  PERDRE POUR ACQUÉRIR  SUIVRE POUR DEVENIR 
6-  ACCEPTER DE MOURIR  RENAÎTRE COMME UN PHOENIX 
7-  MOI SANS DIEU C'EST COMME UN HÉLICO SANS HÉLICES 
8-  IL A TOUT À M'OFFRIR DONC C'EST CE MONDE QUE JE DÉLAISSE 
9-  LA CROIX DEVANT DERRIÈRE LE MONDE 
10-  MÊME QUAND MES YEUX SERONT HUMIDES 
11-  JE M'APPUIRAI SUR LE ROCHER CELUI QUI M'A RENDUE SOLIDE 
12-  A QUOI CA SERT DE GAGNER  CE MONDE 
13-  SI AU FINAL TON CŒUR EST VIDE 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
14-  D ECISION I NTERVENTION E NGAGEMENT U NITÉ 
15-  COMMENÇONS PAR LE COMMENCEMENT 
16-  C'EST POUR DIEU QU'IL FAUT MILITER  
17-  DANS SON ARMÉE AD2 NOUS RECHERCHONS SA VOLONTÉ 
18-  JE SAIS, JE VEUX, JE PEUX  VOILÀ POURQUOI JE SUIS VOLONTAIRE  
19-  JE M'APPROCHE DONC JE M'ÉLOIGNE  J'AI PERDU ALORS JE GAGNE  
20-  ET JE SAIS QUE JE SUIS GRANDE CE N'EST PLUS QUESTION DE TAILLE  
21-  FACE AUX GOLIATHS DE MA VIE  JE SAIS QUE MON DIEU SERA DE TAILLE  
22-  SI LA BATAILLE EST À LUI  LA VICTOIRE N'EST QU'UN DÉTAIL ALORS 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
23-  FRÈRE SŒUR JE TE PARLE NE MÉPRISE PAS TA JEUNESSE 
24-  CROIRE N'EST PAS UNE FAIBLESSE NON, CROIRE N'EST PAS UNE FAIBLESSE 
25-  CESSE DE REPOUSSER CETTE VOIX QUI 
26-  T’EMMÈNE VERS LE MEILLEUR 
27-  DEMAIN N'EST PAS ACQUIS FAIS LES BONS CHOIX DÈS AUJOURD'HUI 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
28-  T’AS TOUT GAGNÉ SI T’AS  JÉSUS T’AS TOUT GAGNÉ  
29-  T’AS TOUT GAGNÉ SI T’AS  JÉSUS T’AS TOUT GAGNÉ  
30-  NE MÉPRISE PAS TA JEUNESSE  CROIRE N’EST PAS UNE FAIBLESSE 
</a:t>
            </a:r>
          </a:p>
        </p:txBody>
      </p:sp>
    </p:spTree>
    <p:extLst>
      <p:ext uri="{BB962C8B-B14F-4D97-AF65-F5344CB8AC3E}">
        <p14:creationId xmlns:p14="http://schemas.microsoft.com/office/powerpoint/2010/main" val="163618087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dirty="0"/>
              <a:t>	Refrain:</a:t>
            </a:r>
          </a:p>
          <a:p>
            <a:pPr>
              <a:defRPr/>
            </a:pPr>
            <a:r>
              <a:rPr lang="fr-FR" dirty="0"/>
              <a:t>	1-  J'AI PERDU CE MONDE ALORS  J'AI TOUT GAGNÉ 
	2-  SANS MÊME LE SAVOIR  JE M'ÉTAIS CONDAMNÉE 
	3-  MAIS MAINTENANT JE SAIS J'AI TOUT GAGNÉ SI J'AI JÉSUS 
	4-  J'AI TOUT GAGNÉ      (x2)</a:t>
            </a:r>
          </a:p>
          <a:p>
            <a:pPr>
              <a:defRPr/>
            </a:pPr>
            <a:r>
              <a:rPr lang="fr-FR" dirty="0"/>
              <a:t>
5-  PERDRE POUR ACQUÉRIR  SUIVRE POUR DEVENIR 
6-  ACCEPTER DE MOURIR  RENAÎTRE COMME UN PHOENIX 
7-  MOI SANS DIEU C'EST COMME UN HÉLICO SANS HÉLICES 
8-  IL A TOUT À M'OFFRIR DONC C'EST CE MONDE QUE JE DÉLAISSE 
9-  LA CROIX DEVANT DERRIÈRE LE MONDE 
10-  MÊME QUAND MES YEUX SERONT HUMIDES 
11-  JE M'APPUIRAI SUR LE ROCHER CELUI QUI M'A RENDUE SOLIDE 
12-  A QUOI CA SERT DE GAGNER  CE MONDE 
13-  SI AU FINAL TON CŒUR EST VIDE </a:t>
            </a:r>
          </a:p>
          <a:p>
            <a:pPr>
              <a:defRPr/>
            </a:pPr>
            <a:endParaRPr lang="fr-FR" dirty="0"/>
          </a:p>
          <a:p>
            <a:pPr>
              <a:defRPr/>
            </a:pPr>
            <a:r>
              <a:rPr lang="fr-FR" dirty="0"/>
              <a:t>	Refrain:</a:t>
            </a:r>
          </a:p>
          <a:p>
            <a:pPr>
              <a:defRPr/>
            </a:pPr>
            <a:r>
              <a:rPr lang="fr-FR" dirty="0"/>
              <a:t>
14-  D ECISION I NTERVENTION E NGAGEMENT U NITÉ 
15-  COMMENÇONS PAR LE COMMENCEMENT 
16-  C'EST POUR DIEU QU'IL FAUT MILITER  
17-  DANS SON ARMÉE AD2 NOUS RECHERCHONS SA VOLONTÉ 
18-  JE SAIS, JE VEUX, JE PEUX  VOILÀ POURQUOI JE SUIS VOLONTAIRE  
19-  JE M'APPROCHE DONC JE M'ÉLOIGNE  J'AI PERDU ALORS JE GAGNE  
20-  ET JE SAIS QUE JE SUIS GRANDE CE N'EST PLUS QUESTION DE TAILLE  
21-  FACE AUX GOLIATHS DE MA VIE  JE SAIS QUE MON DIEU SERA DE TAILLE  
22-  SI LA BATAILLE EST À LUI  LA VICTOIRE N'EST QU'UN DÉTAIL ALORS </a:t>
            </a:r>
          </a:p>
          <a:p>
            <a:pPr>
              <a:defRPr/>
            </a:pPr>
            <a:endParaRPr lang="fr-FR" dirty="0"/>
          </a:p>
          <a:p>
            <a:pPr>
              <a:defRPr/>
            </a:pPr>
            <a:r>
              <a:rPr lang="fr-FR" dirty="0"/>
              <a:t>	Refrain:</a:t>
            </a:r>
          </a:p>
          <a:p>
            <a:pPr>
              <a:defRPr/>
            </a:pPr>
            <a:r>
              <a:rPr lang="fr-FR" dirty="0"/>
              <a:t>
23-  FRÈRE SŒUR JE TE PARLE NE MÉPRISE PAS TA JEUNESSE 
24-  CROIRE N'EST PAS UNE FAIBLESSE NON, CROIRE N'EST PAS UNE FAIBLESSE 
25-  CESSE DE REPOUSSER CETTE VOIX QUI 
26-  T’EMMÈNE VERS LE MEILLEUR 
27-  DEMAIN N'EST PAS ACQUIS FAIS LES BONS CHOIX DÈS AUJOURD'HUI </a:t>
            </a:r>
          </a:p>
          <a:p>
            <a:pPr>
              <a:defRPr/>
            </a:pPr>
            <a:endParaRPr lang="fr-FR" dirty="0"/>
          </a:p>
          <a:p>
            <a:pPr>
              <a:defRPr/>
            </a:pPr>
            <a:r>
              <a:rPr lang="fr-FR" dirty="0"/>
              <a:t>	Refrain:</a:t>
            </a:r>
          </a:p>
          <a:p>
            <a:pPr>
              <a:defRPr/>
            </a:pPr>
            <a:r>
              <a:rPr lang="fr-FR" dirty="0"/>
              <a:t>
28-  T’AS TOUT GAGNÉ SI T’AS  JÉSUS T’AS TOUT GAGNÉ  
29-  T’AS TOUT GAGNÉ SI T’AS  JÉSUS T’AS TOUT GAGNÉ  
30-  NE MÉPRISE PAS TA JEUNESSE  CROIRE N’EST PAS UNE FAIBLESSE 
</a:t>
            </a: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	Refrain:</a:t>
            </a:r>
          </a:p>
          <a:p>
            <a:r>
              <a:rPr lang="fr-FR"/>
              <a:t>	1-  J'AI PERDU CE MONDE ALORS  J'AI TOUT GAGNÉ 
	2-  SANS MÊME LE SAVOIR  JE M'ÉTAIS CONDAMNÉE 
	3-  MAIS MAINTENANT JE SAIS J'AI TOUT GAGNÉ SI J'AI JÉSUS 
	4-  J'AI TOUT GAGNÉ      (x2)</a:t>
            </a:r>
          </a:p>
          <a:p>
            <a:r>
              <a:rPr lang="fr-FR"/>
              <a:t>
5-  PERDRE POUR ACQUÉRIR  SUIVRE POUR DEVENIR 
6-  ACCEPTER DE MOURIR  RENAÎTRE COMME UN PHOENIX 
7-  MOI SANS DIEU C'EST COMME UN HÉLICO SANS HÉLICES 
8-  IL A TOUT À M'OFFRIR DONC C'EST CE MONDE QUE JE DÉLAISSE 
9-  LA CROIX DEVANT DERRIÈRE LE MONDE 
10-  MÊME QUAND MES YEUX SERONT HUMIDES 
11-  JE M'APPUIRAI SUR LE ROCHER CELUI QUI M'A RENDUE SOLIDE 
12-  A QUOI CA SERT DE GAGNER  CE MONDE 
13-  SI AU FINAL TON CŒUR EST VIDE 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
14-  D ECISION I NTERVENTION E NGAGEMENT U NITÉ 
15-  COMMENÇONS PAR LE COMMENCEMENT 
16-  C'EST POUR DIEU QU'IL FAUT MILITER  
17-  DANS SON ARMÉE AD2 NOUS RECHERCHONS SA VOLONTÉ 
18-  JE SAIS, JE VEUX, JE PEUX  VOILÀ POURQUOI JE SUIS VOLONTAIRE  
19-  JE M'APPROCHE DONC JE M'ÉLOIGNE  J'AI PERDU ALORS JE GAGNE  
20-  ET JE SAIS QUE JE SUIS GRANDE CE N'EST PLUS QUESTION DE TAILLE  
21-  FACE AUX GOLIATHS DE MA VIE  JE SAIS QUE MON DIEU SERA DE TAILLE  
22-  SI LA BATAILLE EST À LUI  LA VICTOIRE N'EST QU'UN DÉTAIL ALORS 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
23-  FRÈRE SŒUR JE TE PARLE NE MÉPRISE PAS TA JEUNESSE 
24-  CROIRE N'EST PAS UNE FAIBLESSE NON, CROIRE N'EST PAS UNE FAIBLESSE 
25-  CESSE DE REPOUSSER CETTE VOIX QUI 
26-  T’EMMÈNE VERS LE MEILLEUR 
27-  DEMAIN N'EST PAS ACQUIS FAIS LES BONS CHOIX DÈS AUJOURD'HUI 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
28-  T’AS TOUT GAGNÉ SI T’AS  JÉSUS T’AS TOUT GAGNÉ  
29-  T’AS TOUT GAGNÉ SI T’AS  JÉSUS T’AS TOUT GAGNÉ  
30-  NE MÉPRISE PAS TA JEUNESSE  CROIRE N’EST PAS UNE FAIBLESSE 
</a:t>
            </a:r>
          </a:p>
        </p:txBody>
      </p:sp>
    </p:spTree>
    <p:extLst>
      <p:ext uri="{BB962C8B-B14F-4D97-AF65-F5344CB8AC3E}">
        <p14:creationId xmlns:p14="http://schemas.microsoft.com/office/powerpoint/2010/main" val="370752415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	1-  J'AI PERDU CE MONDE ALORS  J'AI TOUT GAGNÉ 
	2-  SANS MÊME LE SAVOIR  JE M'ÉTAIS CONDAMNÉE 
	3-  MAIS MAINTENANT JE SAIS J'AI TOUT GAGNÉ SI J'AI JÉSUS 
	4-  J'AI TOUT GAGNÉ      (x2)</a:t>
            </a:r>
          </a:p>
          <a:p>
            <a:pPr>
              <a:defRPr/>
            </a:pPr>
            <a:r>
              <a:rPr lang="fr-FR"/>
              <a:t>
5-  PERDRE POUR ACQUÉRIR  SUIVRE POUR DEVENIR 
6-  ACCEPTER DE MOURIR  RENAÎTRE COMME UN PHOENIX 
7-  MOI SANS DIEU C'EST COMME UN HÉLICO SANS HÉLICES 
8-  IL A TOUT À M'OFFRIR DONC C'EST CE MONDE QUE JE DÉLAISSE 
9-  LA CROIX DEVANT DERRIÈRE LE MONDE 
10-  MÊME QUAND MES YEUX SERONT HUMIDES 
11-  JE M'APPUIRAI SUR LE ROCHER CELUI QUI M'A RENDUE SOLIDE 
12-  A QUOI CA SERT DE GAGNER  CE MONDE 
13-  SI AU FINAL TON CŒUR EST VIDE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14-  D ECISION I NTERVENTION E NGAGEMENT U NITÉ 
15-  COMMENÇONS PAR LE COMMENCEMENT 
16-  C'EST POUR DIEU QU'IL FAUT MILITER  
17-  DANS SON ARMÉE AD2 NOUS RECHERCHONS SA VOLONTÉ 
18-  JE SAIS, JE VEUX, JE PEUX  VOILÀ POURQUOI JE SUIS VOLONTAIRE  
19-  JE M'APPROCHE DONC JE M'ÉLOIGNE  J'AI PERDU ALORS JE GAGNE  
20-  ET JE SAIS QUE JE SUIS GRANDE CE N'EST PLUS QUESTION DE TAILLE  
21-  FACE AUX GOLIATHS DE MA VIE  JE SAIS QUE MON DIEU SERA DE TAILLE  
22-  SI LA BATAILLE EST À LUI  LA VICTOIRE N'EST QU'UN DÉTAIL ALORS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23-  FRÈRE SŒUR JE TE PARLE NE MÉPRISE PAS TA JEUNESSE 
24-  CROIRE N'EST PAS UNE FAIBLESSE NON, CROIRE N'EST PAS UNE FAIBLESSE 
25-  CESSE DE REPOUSSER CETTE VOIX QUI 
26-  T’EMMÈNE VERS LE MEILLEUR 
27-  DEMAIN N'EST PAS ACQUIS FAIS LES BONS CHOIX DÈS AUJOURD'HUI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28-  T’AS TOUT GAGNÉ SI T’AS  JÉSUS T’AS TOUT GAGNÉ  
29-  T’AS TOUT GAGNÉ SI T’AS  JÉSUS T’AS TOUT GAGNÉ  
30-  NE MÉPRISE PAS TA JEUNESSE  CROIRE N’EST PAS UNE FAIBLESSE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	Refrain:</a:t>
            </a:r>
          </a:p>
          <a:p>
            <a:r>
              <a:rPr lang="fr-FR"/>
              <a:t>	1-  J'AI PERDU CE MONDE ALORS  J'AI TOUT GAGNÉ 
	2-  SANS MÊME LE SAVOIR  JE M'ÉTAIS CONDAMNÉE 
	3-  MAIS MAINTENANT JE SAIS J'AI TOUT GAGNÉ SI J'AI JÉSUS 
	4-  J'AI TOUT GAGNÉ      (x2)</a:t>
            </a:r>
          </a:p>
          <a:p>
            <a:r>
              <a:rPr lang="fr-FR"/>
              <a:t>
5-  PERDRE POUR ACQUÉRIR  SUIVRE POUR DEVENIR 
6-  ACCEPTER DE MOURIR  RENAÎTRE COMME UN PHOENIX 
7-  MOI SANS DIEU C'EST COMME UN HÉLICO SANS HÉLICES 
8-  IL A TOUT À M'OFFRIR DONC C'EST CE MONDE QUE JE DÉLAISSE 
9-  LA CROIX DEVANT DERRIÈRE LE MONDE 
10-  MÊME QUAND MES YEUX SERONT HUMIDES 
11-  JE M'APPUIRAI SUR LE ROCHER CELUI QUI M'A RENDUE SOLIDE 
12-  A QUOI CA SERT DE GAGNER  CE MONDE 
13-  SI AU FINAL TON CŒUR EST VIDE 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
14-  D ECISION I NTERVENTION E NGAGEMENT U NITÉ 
15-  COMMENÇONS PAR LE COMMENCEMENT 
16-  C'EST POUR DIEU QU'IL FAUT MILITER  
17-  DANS SON ARMÉE AD2 NOUS RECHERCHONS SA VOLONTÉ 
18-  JE SAIS, JE VEUX, JE PEUX  VOILÀ POURQUOI JE SUIS VOLONTAIRE  
19-  JE M'APPROCHE DONC JE M'ÉLOIGNE  J'AI PERDU ALORS JE GAGNE  
20-  ET JE SAIS QUE JE SUIS GRANDE CE N'EST PLUS QUESTION DE TAILLE  
21-  FACE AUX GOLIATHS DE MA VIE  JE SAIS QUE MON DIEU SERA DE TAILLE  
22-  SI LA BATAILLE EST À LUI  LA VICTOIRE N'EST QU'UN DÉTAIL ALORS 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
23-  FRÈRE SŒUR JE TE PARLE NE MÉPRISE PAS TA JEUNESSE 
24-  CROIRE N'EST PAS UNE FAIBLESSE NON, CROIRE N'EST PAS UNE FAIBLESSE 
25-  CESSE DE REPOUSSER CETTE VOIX QUI 
26-  T’EMMÈNE VERS LE MEILLEUR 
27-  DEMAIN N'EST PAS ACQUIS FAIS LES BONS CHOIX DÈS AUJOURD'HUI 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
28-  T’AS TOUT GAGNÉ SI T’AS  JÉSUS T’AS TOUT GAGNÉ  
29-  T’AS TOUT GAGNÉ SI T’AS  JÉSUS T’AS TOUT GAGNÉ  
30-  NE MÉPRISE PAS TA JEUNESSE  CROIRE N’EST PAS UNE FAIBLESSE 
</a:t>
            </a:r>
          </a:p>
        </p:txBody>
      </p:sp>
    </p:spTree>
    <p:extLst>
      <p:ext uri="{BB962C8B-B14F-4D97-AF65-F5344CB8AC3E}">
        <p14:creationId xmlns:p14="http://schemas.microsoft.com/office/powerpoint/2010/main" val="294623426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	1-  J'AI PERDU CE MONDE ALORS  J'AI TOUT GAGNÉ 
	2-  SANS MÊME LE SAVOIR  JE M'ÉTAIS CONDAMNÉE 
	3-  MAIS MAINTENANT JE SAIS J'AI TOUT GAGNÉ SI J'AI JÉSUS 
	4-  J'AI TOUT GAGNÉ      (x2)</a:t>
            </a:r>
          </a:p>
          <a:p>
            <a:pPr>
              <a:defRPr/>
            </a:pPr>
            <a:r>
              <a:rPr lang="fr-FR"/>
              <a:t>
5-  PERDRE POUR ACQUÉRIR  SUIVRE POUR DEVENIR 
6-  ACCEPTER DE MOURIR  RENAÎTRE COMME UN PHOENIX 
7-  MOI SANS DIEU C'EST COMME UN HÉLICO SANS HÉLICES 
8-  IL A TOUT À M'OFFRIR DONC C'EST CE MONDE QUE JE DÉLAISSE 
9-  LA CROIX DEVANT DERRIÈRE LE MONDE 
10-  MÊME QUAND MES YEUX SERONT HUMIDES 
11-  JE M'APPUIRAI SUR LE ROCHER CELUI QUI M'A RENDUE SOLIDE 
12-  A QUOI CA SERT DE GAGNER  CE MONDE 
13-  SI AU FINAL TON CŒUR EST VIDE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14-  D ECISION I NTERVENTION E NGAGEMENT U NITÉ 
15-  COMMENÇONS PAR LE COMMENCEMENT 
16-  C'EST POUR DIEU QU'IL FAUT MILITER  
17-  DANS SON ARMÉE AD2 NOUS RECHERCHONS SA VOLONTÉ 
18-  JE SAIS, JE VEUX, JE PEUX  VOILÀ POURQUOI JE SUIS VOLONTAIRE  
19-  JE M'APPROCHE DONC JE M'ÉLOIGNE  J'AI PERDU ALORS JE GAGNE  
20-  ET JE SAIS QUE JE SUIS GRANDE CE N'EST PLUS QUESTION DE TAILLE  
21-  FACE AUX GOLIATHS DE MA VIE  JE SAIS QUE MON DIEU SERA DE TAILLE  
22-  SI LA BATAILLE EST À LUI  LA VICTOIRE N'EST QU'UN DÉTAIL ALORS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23-  FRÈRE SŒUR JE TE PARLE NE MÉPRISE PAS TA JEUNESSE 
24-  CROIRE N'EST PAS UNE FAIBLESSE NON, CROIRE N'EST PAS UNE FAIBLESSE 
25-  CESSE DE REPOUSSER CETTE VOIX QUI 
26-  T’EMMÈNE VERS LE MEILLEUR 
27-  DEMAIN N'EST PAS ACQUIS FAIS LES BONS CHOIX DÈS AUJOURD'HUI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28-  T’AS TOUT GAGNÉ SI T’AS  JÉSUS T’AS TOUT GAGNÉ  
29-  T’AS TOUT GAGNÉ SI T’AS  JÉSUS T’AS TOUT GAGNÉ  
30-  NE MÉPRISE PAS TA JEUNESSE  CROIRE N’EST PAS UNE FAIBLESSE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	Refrain:</a:t>
            </a:r>
          </a:p>
          <a:p>
            <a:r>
              <a:rPr lang="fr-FR"/>
              <a:t>	1-  J'AI PERDU CE MONDE ALORS  J'AI TOUT GAGNÉ 
	2-  SANS MÊME LE SAVOIR  JE M'ÉTAIS CONDAMNÉE 
	3-  MAIS MAINTENANT JE SAIS J'AI TOUT GAGNÉ SI J'AI JÉSUS 
	4-  J'AI TOUT GAGNÉ      (x2)</a:t>
            </a:r>
          </a:p>
          <a:p>
            <a:r>
              <a:rPr lang="fr-FR"/>
              <a:t>
5-  PERDRE POUR ACQUÉRIR  SUIVRE POUR DEVENIR 
6-  ACCEPTER DE MOURIR  RENAÎTRE COMME UN PHOENIX 
7-  MOI SANS DIEU C'EST COMME UN HÉLICO SANS HÉLICES 
8-  IL A TOUT À M'OFFRIR DONC C'EST CE MONDE QUE JE DÉLAISSE 
9-  LA CROIX DEVANT DERRIÈRE LE MONDE 
10-  MÊME QUAND MES YEUX SERONT HUMIDES 
11-  JE M'APPUIRAI SUR LE ROCHER CELUI QUI M'A RENDUE SOLIDE 
12-  A QUOI CA SERT DE GAGNER  CE MONDE 
13-  SI AU FINAL TON CŒUR EST VIDE 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
14-  D ECISION I NTERVENTION E NGAGEMENT U NITÉ 
15-  COMMENÇONS PAR LE COMMENCEMENT 
16-  C'EST POUR DIEU QU'IL FAUT MILITER  
17-  DANS SON ARMÉE AD2 NOUS RECHERCHONS SA VOLONTÉ 
18-  JE SAIS, JE VEUX, JE PEUX  VOILÀ POURQUOI JE SUIS VOLONTAIRE  
19-  JE M'APPROCHE DONC JE M'ÉLOIGNE  J'AI PERDU ALORS JE GAGNE  
20-  ET JE SAIS QUE JE SUIS GRANDE CE N'EST PLUS QUESTION DE TAILLE  
21-  FACE AUX GOLIATHS DE MA VIE  JE SAIS QUE MON DIEU SERA DE TAILLE  
22-  SI LA BATAILLE EST À LUI  LA VICTOIRE N'EST QU'UN DÉTAIL ALORS 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
23-  FRÈRE SŒUR JE TE PARLE NE MÉPRISE PAS TA JEUNESSE 
24-  CROIRE N'EST PAS UNE FAIBLESSE NON, CROIRE N'EST PAS UNE FAIBLESSE 
25-  CESSE DE REPOUSSER CETTE VOIX QUI 
26-  T’EMMÈNE VERS LE MEILLEUR 
27-  DEMAIN N'EST PAS ACQUIS FAIS LES BONS CHOIX DÈS AUJOURD'HUI 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
28-  T’AS TOUT GAGNÉ SI T’AS  JÉSUS T’AS TOUT GAGNÉ  
29-  T’AS TOUT GAGNÉ SI T’AS  JÉSUS T’AS TOUT GAGNÉ  
30-  NE MÉPRISE PAS TA JEUNESSE  CROIRE N’EST PAS UNE FAIBLESSE 
</a:t>
            </a:r>
          </a:p>
        </p:txBody>
      </p:sp>
    </p:spTree>
    <p:extLst>
      <p:ext uri="{BB962C8B-B14F-4D97-AF65-F5344CB8AC3E}">
        <p14:creationId xmlns:p14="http://schemas.microsoft.com/office/powerpoint/2010/main" val="161139286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	1-  J'AI PERDU CE MONDE ALORS  J'AI TOUT GAGNÉ 
	2-  SANS MÊME LE SAVOIR  JE M'ÉTAIS CONDAMNÉE 
	3-  MAIS MAINTENANT JE SAIS J'AI TOUT GAGNÉ SI J'AI JÉSUS 
	4-  J'AI TOUT GAGNÉ      (x2)</a:t>
            </a:r>
          </a:p>
          <a:p>
            <a:pPr>
              <a:defRPr/>
            </a:pPr>
            <a:r>
              <a:rPr lang="fr-FR"/>
              <a:t>
5-  PERDRE POUR ACQUÉRIR  SUIVRE POUR DEVENIR 
6-  ACCEPTER DE MOURIR  RENAÎTRE COMME UN PHOENIX 
7-  MOI SANS DIEU C'EST COMME UN HÉLICO SANS HÉLICES 
8-  IL A TOUT À M'OFFRIR DONC C'EST CE MONDE QUE JE DÉLAISSE 
9-  LA CROIX DEVANT DERRIÈRE LE MONDE 
10-  MÊME QUAND MES YEUX SERONT HUMIDES 
11-  JE M'APPUIRAI SUR LE ROCHER CELUI QUI M'A RENDUE SOLIDE 
12-  A QUOI CA SERT DE GAGNER  CE MONDE 
13-  SI AU FINAL TON CŒUR EST VIDE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14-  D ECISION I NTERVENTION E NGAGEMENT U NITÉ 
15-  COMMENÇONS PAR LE COMMENCEMENT 
16-  C'EST POUR DIEU QU'IL FAUT MILITER  
17-  DANS SON ARMÉE AD2 NOUS RECHERCHONS SA VOLONTÉ 
18-  JE SAIS, JE VEUX, JE PEUX  VOILÀ POURQUOI JE SUIS VOLONTAIRE  
19-  JE M'APPROCHE DONC JE M'ÉLOIGNE  J'AI PERDU ALORS JE GAGNE  
20-  ET JE SAIS QUE JE SUIS GRANDE CE N'EST PLUS QUESTION DE TAILLE  
21-  FACE AUX GOLIATHS DE MA VIE  JE SAIS QUE MON DIEU SERA DE TAILLE  
22-  SI LA BATAILLE EST À LUI  LA VICTOIRE N'EST QU'UN DÉTAIL ALORS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23-  FRÈRE SŒUR JE TE PARLE NE MÉPRISE PAS TA JEUNESSE 
24-  CROIRE N'EST PAS UNE FAIBLESSE NON, CROIRE N'EST PAS UNE FAIBLESSE 
25-  CESSE DE REPOUSSER CETTE VOIX QUI 
26-  T’EMMÈNE VERS LE MEILLEUR 
27-  DEMAIN N'EST PAS ACQUIS FAIS LES BONS CHOIX DÈS AUJOURD'HUI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28-  T’AS TOUT GAGNÉ SI T’AS  JÉSUS T’AS TOUT GAGNÉ  
29-  T’AS TOUT GAGNÉ SI T’AS  JÉSUS T’AS TOUT GAGNÉ  
30-  NE MÉPRISE PAS TA JEUNESSE  CROIRE N’EST PAS UNE FAIBLESSE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	Refrain:</a:t>
            </a:r>
          </a:p>
          <a:p>
            <a:r>
              <a:rPr lang="fr-FR"/>
              <a:t>	1-  J'AI PERDU CE MONDE ALORS  J'AI TOUT GAGNÉ 
	2-  SANS MÊME LE SAVOIR  JE M'ÉTAIS CONDAMNÉE 
	3-  MAIS MAINTENANT JE SAIS J'AI TOUT GAGNÉ SI J'AI JÉSUS 
	4-  J'AI TOUT GAGNÉ      (x2)</a:t>
            </a:r>
          </a:p>
          <a:p>
            <a:r>
              <a:rPr lang="fr-FR"/>
              <a:t>
5-  PERDRE POUR ACQUÉRIR  SUIVRE POUR DEVENIR 
6-  ACCEPTER DE MOURIR  RENAÎTRE COMME UN PHOENIX 
7-  MOI SANS DIEU C'EST COMME UN HÉLICO SANS HÉLICES 
8-  IL A TOUT À M'OFFRIR DONC C'EST CE MONDE QUE JE DÉLAISSE 
9-  LA CROIX DEVANT DERRIÈRE LE MONDE 
10-  MÊME QUAND MES YEUX SERONT HUMIDES 
11-  JE M'APPUIRAI SUR LE ROCHER CELUI QUI M'A RENDUE SOLIDE 
12-  A QUOI CA SERT DE GAGNER  CE MONDE 
13-  SI AU FINAL TON CŒUR EST VIDE 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
14-  D ECISION I NTERVENTION E NGAGEMENT U NITÉ 
15-  COMMENÇONS PAR LE COMMENCEMENT 
16-  C'EST POUR DIEU QU'IL FAUT MILITER  
17-  DANS SON ARMÉE AD2 NOUS RECHERCHONS SA VOLONTÉ 
18-  JE SAIS, JE VEUX, JE PEUX  VOILÀ POURQUOI JE SUIS VOLONTAIRE  
19-  JE M'APPROCHE DONC JE M'ÉLOIGNE  J'AI PERDU ALORS JE GAGNE  
20-  ET JE SAIS QUE JE SUIS GRANDE CE N'EST PLUS QUESTION DE TAILLE  
21-  FACE AUX GOLIATHS DE MA VIE  JE SAIS QUE MON DIEU SERA DE TAILLE  
22-  SI LA BATAILLE EST À LUI  LA VICTOIRE N'EST QU'UN DÉTAIL ALORS 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
23-  FRÈRE SŒUR JE TE PARLE NE MÉPRISE PAS TA JEUNESSE 
24-  CROIRE N'EST PAS UNE FAIBLESSE NON, CROIRE N'EST PAS UNE FAIBLESSE 
25-  CESSE DE REPOUSSER CETTE VOIX QUI 
26-  T’EMMÈNE VERS LE MEILLEUR 
27-  DEMAIN N'EST PAS ACQUIS FAIS LES BONS CHOIX DÈS AUJOURD'HUI 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
28-  T’AS TOUT GAGNÉ SI T’AS  JÉSUS T’AS TOUT GAGNÉ  
29-  T’AS TOUT GAGNÉ SI T’AS  JÉSUS T’AS TOUT GAGNÉ  
30-  NE MÉPRISE PAS TA JEUNESSE  CROIRE N’EST PAS UNE FAIBLESSE 
</a:t>
            </a:r>
          </a:p>
        </p:txBody>
      </p:sp>
    </p:spTree>
    <p:extLst>
      <p:ext uri="{BB962C8B-B14F-4D97-AF65-F5344CB8AC3E}">
        <p14:creationId xmlns:p14="http://schemas.microsoft.com/office/powerpoint/2010/main" val="82158240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	1-  J'AI PERDU CE MONDE ALORS  J'AI TOUT GAGNÉ 
	2-  SANS MÊME LE SAVOIR  JE M'ÉTAIS CONDAMNÉE 
	3-  MAIS MAINTENANT JE SAIS J'AI TOUT GAGNÉ SI J'AI JÉSUS 
	4-  J'AI TOUT GAGNÉ      (x2)</a:t>
            </a:r>
          </a:p>
          <a:p>
            <a:pPr>
              <a:defRPr/>
            </a:pPr>
            <a:r>
              <a:rPr lang="fr-FR"/>
              <a:t>
5-  PERDRE POUR ACQUÉRIR  SUIVRE POUR DEVENIR 
6-  ACCEPTER DE MOURIR  RENAÎTRE COMME UN PHOENIX 
7-  MOI SANS DIEU C'EST COMME UN HÉLICO SANS HÉLICES 
8-  IL A TOUT À M'OFFRIR DONC C'EST CE MONDE QUE JE DÉLAISSE 
9-  LA CROIX DEVANT DERRIÈRE LE MONDE 
10-  MÊME QUAND MES YEUX SERONT HUMIDES 
11-  JE M'APPUIRAI SUR LE ROCHER CELUI QUI M'A RENDUE SOLIDE 
12-  A QUOI CA SERT DE GAGNER  CE MONDE 
13-  SI AU FINAL TON CŒUR EST VIDE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14-  D ECISION I NTERVENTION E NGAGEMENT U NITÉ 
15-  COMMENÇONS PAR LE COMMENCEMENT 
16-  C'EST POUR DIEU QU'IL FAUT MILITER  
17-  DANS SON ARMÉE AD2 NOUS RECHERCHONS SA VOLONTÉ 
18-  JE SAIS, JE VEUX, JE PEUX  VOILÀ POURQUOI JE SUIS VOLONTAIRE  
19-  JE M'APPROCHE DONC JE M'ÉLOIGNE  J'AI PERDU ALORS JE GAGNE  
20-  ET JE SAIS QUE JE SUIS GRANDE CE N'EST PLUS QUESTION DE TAILLE  
21-  FACE AUX GOLIATHS DE MA VIE  JE SAIS QUE MON DIEU SERA DE TAILLE  
22-  SI LA BATAILLE EST À LUI  LA VICTOIRE N'EST QU'UN DÉTAIL ALORS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23-  FRÈRE SŒUR JE TE PARLE NE MÉPRISE PAS TA JEUNESSE 
24-  CROIRE N'EST PAS UNE FAIBLESSE NON, CROIRE N'EST PAS UNE FAIBLESSE 
25-  CESSE DE REPOUSSER CETTE VOIX QUI 
26-  T’EMMÈNE VERS LE MEILLEUR 
27-  DEMAIN N'EST PAS ACQUIS FAIS LES BONS CHOIX DÈS AUJOURD'HUI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28-  T’AS TOUT GAGNÉ SI T’AS  JÉSUS T’AS TOUT GAGNÉ  
29-  T’AS TOUT GAGNÉ SI T’AS  JÉSUS T’AS TOUT GAGNÉ  
30-  NE MÉPRISE PAS TA JEUNESSE  CROIRE N’EST PAS UNE FAIBLESSE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	Refrain:</a:t>
            </a:r>
          </a:p>
          <a:p>
            <a:r>
              <a:rPr lang="fr-FR"/>
              <a:t>	1-  J'AI PERDU CE MONDE ALORS  J'AI TOUT GAGNÉ 
	2-  SANS MÊME LE SAVOIR  JE M'ÉTAIS CONDAMNÉE 
	3-  MAIS MAINTENANT JE SAIS J'AI TOUT GAGNÉ SI J'AI JÉSUS 
	4-  J'AI TOUT GAGNÉ      (x2)</a:t>
            </a:r>
          </a:p>
          <a:p>
            <a:r>
              <a:rPr lang="fr-FR"/>
              <a:t>
5-  PERDRE POUR ACQUÉRIR  SUIVRE POUR DEVENIR 
6-  ACCEPTER DE MOURIR  RENAÎTRE COMME UN PHOENIX 
7-  MOI SANS DIEU C'EST COMME UN HÉLICO SANS HÉLICES 
8-  IL A TOUT À M'OFFRIR DONC C'EST CE MONDE QUE JE DÉLAISSE 
9-  LA CROIX DEVANT DERRIÈRE LE MONDE 
10-  MÊME QUAND MES YEUX SERONT HUMIDES 
11-  JE M'APPUIRAI SUR LE ROCHER CELUI QUI M'A RENDUE SOLIDE 
12-  A QUOI CA SERT DE GAGNER  CE MONDE 
13-  SI AU FINAL TON CŒUR EST VIDE 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
14-  D ECISION I NTERVENTION E NGAGEMENT U NITÉ 
15-  COMMENÇONS PAR LE COMMENCEMENT 
16-  C'EST POUR DIEU QU'IL FAUT MILITER  
17-  DANS SON ARMÉE AD2 NOUS RECHERCHONS SA VOLONTÉ 
18-  JE SAIS, JE VEUX, JE PEUX  VOILÀ POURQUOI JE SUIS VOLONTAIRE  
19-  JE M'APPROCHE DONC JE M'ÉLOIGNE  J'AI PERDU ALORS JE GAGNE  
20-  ET JE SAIS QUE JE SUIS GRANDE CE N'EST PLUS QUESTION DE TAILLE  
21-  FACE AUX GOLIATHS DE MA VIE  JE SAIS QUE MON DIEU SERA DE TAILLE  
22-  SI LA BATAILLE EST À LUI  LA VICTOIRE N'EST QU'UN DÉTAIL ALORS 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
23-  FRÈRE SŒUR JE TE PARLE NE MÉPRISE PAS TA JEUNESSE 
24-  CROIRE N'EST PAS UNE FAIBLESSE NON, CROIRE N'EST PAS UNE FAIBLESSE 
25-  CESSE DE REPOUSSER CETTE VOIX QUI 
26-  T’EMMÈNE VERS LE MEILLEUR 
27-  DEMAIN N'EST PAS ACQUIS FAIS LES BONS CHOIX DÈS AUJOURD'HUI 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
28-  T’AS TOUT GAGNÉ SI T’AS  JÉSUS T’AS TOUT GAGNÉ  
29-  T’AS TOUT GAGNÉ SI T’AS  JÉSUS T’AS TOUT GAGNÉ  
30-  NE MÉPRISE PAS TA JEUNESSE  CROIRE N’EST PAS UNE FAIBLESSE 
</a:t>
            </a:r>
          </a:p>
        </p:txBody>
      </p:sp>
    </p:spTree>
    <p:extLst>
      <p:ext uri="{BB962C8B-B14F-4D97-AF65-F5344CB8AC3E}">
        <p14:creationId xmlns:p14="http://schemas.microsoft.com/office/powerpoint/2010/main" val="327877751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	1-  J'AI PERDU CE MONDE ALORS  J'AI TOUT GAGNÉ 
	2-  SANS MÊME LE SAVOIR  JE M'ÉTAIS CONDAMNÉE 
	3-  MAIS MAINTENANT JE SAIS J'AI TOUT GAGNÉ SI J'AI JÉSUS 
	4-  J'AI TOUT GAGNÉ      (x2)</a:t>
            </a:r>
          </a:p>
          <a:p>
            <a:pPr>
              <a:defRPr/>
            </a:pPr>
            <a:r>
              <a:rPr lang="fr-FR"/>
              <a:t>
5-  PERDRE POUR ACQUÉRIR  SUIVRE POUR DEVENIR 
6-  ACCEPTER DE MOURIR  RENAÎTRE COMME UN PHOENIX 
7-  MOI SANS DIEU C'EST COMME UN HÉLICO SANS HÉLICES 
8-  IL A TOUT À M'OFFRIR DONC C'EST CE MONDE QUE JE DÉLAISSE 
9-  LA CROIX DEVANT DERRIÈRE LE MONDE 
10-  MÊME QUAND MES YEUX SERONT HUMIDES 
11-  JE M'APPUIRAI SUR LE ROCHER CELUI QUI M'A RENDUE SOLIDE 
12-  A QUOI CA SERT DE GAGNER  CE MONDE 
13-  SI AU FINAL TON CŒUR EST VIDE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14-  D ECISION I NTERVENTION E NGAGEMENT U NITÉ 
15-  COMMENÇONS PAR LE COMMENCEMENT 
16-  C'EST POUR DIEU QU'IL FAUT MILITER  
17-  DANS SON ARMÉE AD2 NOUS RECHERCHONS SA VOLONTÉ 
18-  JE SAIS, JE VEUX, JE PEUX  VOILÀ POURQUOI JE SUIS VOLONTAIRE  
19-  JE M'APPROCHE DONC JE M'ÉLOIGNE  J'AI PERDU ALORS JE GAGNE  
20-  ET JE SAIS QUE JE SUIS GRANDE CE N'EST PLUS QUESTION DE TAILLE  
21-  FACE AUX GOLIATHS DE MA VIE  JE SAIS QUE MON DIEU SERA DE TAILLE  
22-  SI LA BATAILLE EST À LUI  LA VICTOIRE N'EST QU'UN DÉTAIL ALORS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23-  FRÈRE SŒUR JE TE PARLE NE MÉPRISE PAS TA JEUNESSE 
24-  CROIRE N'EST PAS UNE FAIBLESSE NON, CROIRE N'EST PAS UNE FAIBLESSE 
25-  CESSE DE REPOUSSER CETTE VOIX QUI 
26-  T’EMMÈNE VERS LE MEILLEUR 
27-  DEMAIN N'EST PAS ACQUIS FAIS LES BONS CHOIX DÈS AUJOURD'HUI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28-  T’AS TOUT GAGNÉ SI T’AS  JÉSUS T’AS TOUT GAGNÉ  
29-  T’AS TOUT GAGNÉ SI T’AS  JÉSUS T’AS TOUT GAGNÉ  
30-  NE MÉPRISE PAS TA JEUNESSE  CROIRE N’EST PAS UNE FAIBLESSE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	Refrain:</a:t>
            </a:r>
          </a:p>
          <a:p>
            <a:r>
              <a:rPr lang="fr-FR"/>
              <a:t>	1-  J'AI PERDU CE MONDE ALORS  J'AI TOUT GAGNÉ 
	2-  SANS MÊME LE SAVOIR  JE M'ÉTAIS CONDAMNÉE 
	3-  MAIS MAINTENANT JE SAIS J'AI TOUT GAGNÉ SI J'AI JÉSUS 
	4-  J'AI TOUT GAGNÉ      (x2)</a:t>
            </a:r>
          </a:p>
          <a:p>
            <a:r>
              <a:rPr lang="fr-FR"/>
              <a:t>
5-  PERDRE POUR ACQUÉRIR  SUIVRE POUR DEVENIR 
6-  ACCEPTER DE MOURIR  RENAÎTRE COMME UN PHOENIX 
7-  MOI SANS DIEU C'EST COMME UN HÉLICO SANS HÉLICES 
8-  IL A TOUT À M'OFFRIR DONC C'EST CE MONDE QUE JE DÉLAISSE 
9-  LA CROIX DEVANT DERRIÈRE LE MONDE 
10-  MÊME QUAND MES YEUX SERONT HUMIDES 
11-  JE M'APPUIRAI SUR LE ROCHER CELUI QUI M'A RENDUE SOLIDE 
12-  A QUOI CA SERT DE GAGNER  CE MONDE 
13-  SI AU FINAL TON CŒUR EST VIDE 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
14-  D ECISION I NTERVENTION E NGAGEMENT U NITÉ 
15-  COMMENÇONS PAR LE COMMENCEMENT 
16-  C'EST POUR DIEU QU'IL FAUT MILITER  
17-  DANS SON ARMÉE AD2 NOUS RECHERCHONS SA VOLONTÉ 
18-  JE SAIS, JE VEUX, JE PEUX  VOILÀ POURQUOI JE SUIS VOLONTAIRE  
19-  JE M'APPROCHE DONC JE M'ÉLOIGNE  J'AI PERDU ALORS JE GAGNE  
20-  ET JE SAIS QUE JE SUIS GRANDE CE N'EST PLUS QUESTION DE TAILLE  
21-  FACE AUX GOLIATHS DE MA VIE  JE SAIS QUE MON DIEU SERA DE TAILLE  
22-  SI LA BATAILLE EST À LUI  LA VICTOIRE N'EST QU'UN DÉTAIL ALORS 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
23-  FRÈRE SŒUR JE TE PARLE NE MÉPRISE PAS TA JEUNESSE 
24-  CROIRE N'EST PAS UNE FAIBLESSE NON, CROIRE N'EST PAS UNE FAIBLESSE 
25-  CESSE DE REPOUSSER CETTE VOIX QUI 
26-  T’EMMÈNE VERS LE MEILLEUR 
27-  DEMAIN N'EST PAS ACQUIS FAIS LES BONS CHOIX DÈS AUJOURD'HUI 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
28-  T’AS TOUT GAGNÉ SI T’AS  JÉSUS T’AS TOUT GAGNÉ  
29-  T’AS TOUT GAGNÉ SI T’AS  JÉSUS T’AS TOUT GAGNÉ  
30-  NE MÉPRISE PAS TA JEUNESSE  CROIRE N’EST PAS UNE FAIBLESSE 
</a:t>
            </a:r>
          </a:p>
        </p:txBody>
      </p:sp>
    </p:spTree>
    <p:extLst>
      <p:ext uri="{BB962C8B-B14F-4D97-AF65-F5344CB8AC3E}">
        <p14:creationId xmlns:p14="http://schemas.microsoft.com/office/powerpoint/2010/main" val="7020132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	1-  J'AI PERDU CE MONDE ALORS  J'AI TOUT GAGNÉ 
	2-  SANS MÊME LE SAVOIR  JE M'ÉTAIS CONDAMNÉE 
	3-  MAIS MAINTENANT JE SAIS J'AI TOUT GAGNÉ SI J'AI JÉSUS 
	4-  J'AI TOUT GAGNÉ      (x2)</a:t>
            </a:r>
          </a:p>
          <a:p>
            <a:pPr>
              <a:defRPr/>
            </a:pPr>
            <a:r>
              <a:rPr lang="fr-FR"/>
              <a:t>
5-  PERDRE POUR ACQUÉRIR  SUIVRE POUR DEVENIR 
6-  ACCEPTER DE MOURIR  RENAÎTRE COMME UN PHOENIX 
7-  MOI SANS DIEU C'EST COMME UN HÉLICO SANS HÉLICES 
8-  IL A TOUT À M'OFFRIR DONC C'EST CE MONDE QUE JE DÉLAISSE 
9-  LA CROIX DEVANT DERRIÈRE LE MONDE 
10-  MÊME QUAND MES YEUX SERONT HUMIDES 
11-  JE M'APPUIRAI SUR LE ROCHER CELUI QUI M'A RENDUE SOLIDE 
12-  A QUOI CA SERT DE GAGNER  CE MONDE 
13-  SI AU FINAL TON CŒUR EST VIDE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14-  D ECISION I NTERVENTION E NGAGEMENT U NITÉ 
15-  COMMENÇONS PAR LE COMMENCEMENT 
16-  C'EST POUR DIEU QU'IL FAUT MILITER  
17-  DANS SON ARMÉE AD2 NOUS RECHERCHONS SA VOLONTÉ 
18-  JE SAIS, JE VEUX, JE PEUX  VOILÀ POURQUOI JE SUIS VOLONTAIRE  
19-  JE M'APPROCHE DONC JE M'ÉLOIGNE  J'AI PERDU ALORS JE GAGNE  
20-  ET JE SAIS QUE JE SUIS GRANDE CE N'EST PLUS QUESTION DE TAILLE  
21-  FACE AUX GOLIATHS DE MA VIE  JE SAIS QUE MON DIEU SERA DE TAILLE  
22-  SI LA BATAILLE EST À LUI  LA VICTOIRE N'EST QU'UN DÉTAIL ALORS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23-  FRÈRE SŒUR JE TE PARLE NE MÉPRISE PAS TA JEUNESSE 
24-  CROIRE N'EST PAS UNE FAIBLESSE NON, CROIRE N'EST PAS UNE FAIBLESSE 
25-  CESSE DE REPOUSSER CETTE VOIX QUI 
26-  T’EMMÈNE VERS LE MEILLEUR 
27-  DEMAIN N'EST PAS ACQUIS FAIS LES BONS CHOIX DÈS AUJOURD'HUI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28-  T’AS TOUT GAGNÉ SI T’AS  JÉSUS T’AS TOUT GAGNÉ  
29-  T’AS TOUT GAGNÉ SI T’AS  JÉSUS T’AS TOUT GAGNÉ  
30-  NE MÉPRISE PAS TA JEUNESSE  CROIRE N’EST PAS UNE FAIBLESSE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	Refrain:</a:t>
            </a:r>
          </a:p>
          <a:p>
            <a:r>
              <a:rPr lang="fr-FR"/>
              <a:t>	1-  J'AI PERDU CE MONDE ALORS  J'AI TOUT GAGNÉ 
	2-  SANS MÊME LE SAVOIR  JE M'ÉTAIS CONDAMNÉE 
	3-  MAIS MAINTENANT JE SAIS J'AI TOUT GAGNÉ SI J'AI JÉSUS 
	4-  J'AI TOUT GAGNÉ      (x2)</a:t>
            </a:r>
          </a:p>
          <a:p>
            <a:r>
              <a:rPr lang="fr-FR"/>
              <a:t>
5-  PERDRE POUR ACQUÉRIR  SUIVRE POUR DEVENIR 
6-  ACCEPTER DE MOURIR  RENAÎTRE COMME UN PHOENIX 
7-  MOI SANS DIEU C'EST COMME UN HÉLICO SANS HÉLICES 
8-  IL A TOUT À M'OFFRIR DONC C'EST CE MONDE QUE JE DÉLAISSE 
9-  LA CROIX DEVANT DERRIÈRE LE MONDE 
10-  MÊME QUAND MES YEUX SERONT HUMIDES 
11-  JE M'APPUIRAI SUR LE ROCHER CELUI QUI M'A RENDUE SOLIDE 
12-  A QUOI CA SERT DE GAGNER  CE MONDE 
13-  SI AU FINAL TON CŒUR EST VIDE 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
14-  D ECISION I NTERVENTION E NGAGEMENT U NITÉ 
15-  COMMENÇONS PAR LE COMMENCEMENT 
16-  C'EST POUR DIEU QU'IL FAUT MILITER  
17-  DANS SON ARMÉE AD2 NOUS RECHERCHONS SA VOLONTÉ 
18-  JE SAIS, JE VEUX, JE PEUX  VOILÀ POURQUOI JE SUIS VOLONTAIRE  
19-  JE M'APPROCHE DONC JE M'ÉLOIGNE  J'AI PERDU ALORS JE GAGNE  
20-  ET JE SAIS QUE JE SUIS GRANDE CE N'EST PLUS QUESTION DE TAILLE  
21-  FACE AUX GOLIATHS DE MA VIE  JE SAIS QUE MON DIEU SERA DE TAILLE  
22-  SI LA BATAILLE EST À LUI  LA VICTOIRE N'EST QU'UN DÉTAIL ALORS 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
23-  FRÈRE SŒUR JE TE PARLE NE MÉPRISE PAS TA JEUNESSE 
24-  CROIRE N'EST PAS UNE FAIBLESSE NON, CROIRE N'EST PAS UNE FAIBLESSE 
25-  CESSE DE REPOUSSER CETTE VOIX QUI 
26-  T’EMMÈNE VERS LE MEILLEUR 
27-  DEMAIN N'EST PAS ACQUIS FAIS LES BONS CHOIX DÈS AUJOURD'HUI 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
28-  T’AS TOUT GAGNÉ SI T’AS  JÉSUS T’AS TOUT GAGNÉ  
29-  T’AS TOUT GAGNÉ SI T’AS  JÉSUS T’AS TOUT GAGNÉ  
30-  NE MÉPRISE PAS TA JEUNESSE  CROIRE N’EST PAS UNE FAIBLESSE 
</a:t>
            </a:r>
          </a:p>
        </p:txBody>
      </p:sp>
    </p:spTree>
    <p:extLst>
      <p:ext uri="{BB962C8B-B14F-4D97-AF65-F5344CB8AC3E}">
        <p14:creationId xmlns:p14="http://schemas.microsoft.com/office/powerpoint/2010/main" val="10511463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8582D4-822C-4719-9214-F9B568ACB3E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23D0C9-BB12-403A-AEC7-B34BDB29DE5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F090EF-36B6-43EF-BB75-9A5F428A08C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C6201A-2CDF-46E9-9052-E0150D62EE5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CC21C1-1845-4379-A509-6A2F6868AAC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60FAFC-9D93-4EEC-A3C6-C9BF4CE397E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367099-B8F6-4940-B0BB-29CE80C55F6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A0ECD3-CA99-4450-8968-380CC353184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0CCC40-9115-4B55-A907-068B9C838BF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1A502A-C12A-479C-B10D-915619F3F2A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E68787-DB1C-4768-83DD-A6DE25E2694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A4463775-FB1A-4A29-91CF-D1A6D6FE637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J'AI PERDU CE MONDE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ALORS J'AI TOUT GAGNÉ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SANS MÊME LE SAVOIR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M'ÉTAIS CONDAMNÉE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08761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MAIS MAINTENANT JE SAIS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J'AI TOUT GAGNÉ SI J'AI JÉSUS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8704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J'AI TOUT GAGNÉ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85958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PERDRE POUR ACQUÉRIR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SUIVRE POUR DEVENIR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74995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ACCEPTER DE MOURIR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RENAÎTRE COMME UN PHOENIX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86874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MOI SANS DIEU C'EST COMME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UN HÉLICO SANS HÉLICES</a:t>
            </a:r>
          </a:p>
        </p:txBody>
      </p:sp>
    </p:spTree>
    <p:extLst>
      <p:ext uri="{BB962C8B-B14F-4D97-AF65-F5344CB8AC3E}">
        <p14:creationId xmlns:p14="http://schemas.microsoft.com/office/powerpoint/2010/main" val="20279445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IL A TOUT À M'OFFRIR, DONC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C'EST CE MONDE QUE JE DÉLAISSE</a:t>
            </a:r>
          </a:p>
        </p:txBody>
      </p:sp>
    </p:spTree>
    <p:extLst>
      <p:ext uri="{BB962C8B-B14F-4D97-AF65-F5344CB8AC3E}">
        <p14:creationId xmlns:p14="http://schemas.microsoft.com/office/powerpoint/2010/main" val="38327491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LA CROIX DEVANT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DERRIÈRE LE MONDE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03507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MÊME QUAND MES YEUX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SERONT HUMIDES</a:t>
            </a:r>
          </a:p>
        </p:txBody>
      </p:sp>
    </p:spTree>
    <p:extLst>
      <p:ext uri="{BB962C8B-B14F-4D97-AF65-F5344CB8AC3E}">
        <p14:creationId xmlns:p14="http://schemas.microsoft.com/office/powerpoint/2010/main" val="26936956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M'APPUIERAI SUR LE ROCHER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QUI M'A RENDUE SOLIDE</a:t>
            </a:r>
          </a:p>
        </p:txBody>
      </p:sp>
    </p:spTree>
    <p:extLst>
      <p:ext uri="{BB962C8B-B14F-4D97-AF65-F5344CB8AC3E}">
        <p14:creationId xmlns:p14="http://schemas.microsoft.com/office/powerpoint/2010/main" val="24619086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À QUOI ÇA SERT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DE GAGNER CE MONDE</a:t>
            </a:r>
          </a:p>
        </p:txBody>
      </p:sp>
    </p:spTree>
    <p:extLst>
      <p:ext uri="{BB962C8B-B14F-4D97-AF65-F5344CB8AC3E}">
        <p14:creationId xmlns:p14="http://schemas.microsoft.com/office/powerpoint/2010/main" val="17273615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SI AU FINAL TON CŒUR EST VIDE</a:t>
            </a:r>
          </a:p>
        </p:txBody>
      </p:sp>
    </p:spTree>
    <p:extLst>
      <p:ext uri="{BB962C8B-B14F-4D97-AF65-F5344CB8AC3E}">
        <p14:creationId xmlns:p14="http://schemas.microsoft.com/office/powerpoint/2010/main" val="26074237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DÉCISION, INTERVENTION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ENGAGEMENT, UNITÉ</a:t>
            </a:r>
          </a:p>
        </p:txBody>
      </p:sp>
    </p:spTree>
    <p:extLst>
      <p:ext uri="{BB962C8B-B14F-4D97-AF65-F5344CB8AC3E}">
        <p14:creationId xmlns:p14="http://schemas.microsoft.com/office/powerpoint/2010/main" val="10894054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COMMENÇONS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PAR LE COMMENCEMENT</a:t>
            </a:r>
          </a:p>
        </p:txBody>
      </p:sp>
    </p:spTree>
    <p:extLst>
      <p:ext uri="{BB962C8B-B14F-4D97-AF65-F5344CB8AC3E}">
        <p14:creationId xmlns:p14="http://schemas.microsoft.com/office/powerpoint/2010/main" val="34022936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C'EST POUR DIEU QU'IL FAUT MILITER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99908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DANS SON ARMÉE AD2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NOUS RECHERCHONS SA VOLONTÉ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93885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SAIS, JE VEUX, JE PEUX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VOILÀ POURQUOI JE SUIS VOLONTAIRE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05949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M'APPROCHE, DONC JE M'ÉLOIGNE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J'AI PERDU, ALORS JE GAGNE </a:t>
            </a:r>
          </a:p>
        </p:txBody>
      </p:sp>
    </p:spTree>
    <p:extLst>
      <p:ext uri="{BB962C8B-B14F-4D97-AF65-F5344CB8AC3E}">
        <p14:creationId xmlns:p14="http://schemas.microsoft.com/office/powerpoint/2010/main" val="42557462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ET JE SAIS QUE JE SUIS GRANDE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CE N'EST PLUS QUESTION DE TAILLE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09615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FACE AUX GOLIATHS DE MA VIE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SAIS QUE MON DIEU SERA DE TAILLE </a:t>
            </a:r>
          </a:p>
        </p:txBody>
      </p:sp>
    </p:spTree>
    <p:extLst>
      <p:ext uri="{BB962C8B-B14F-4D97-AF65-F5344CB8AC3E}">
        <p14:creationId xmlns:p14="http://schemas.microsoft.com/office/powerpoint/2010/main" val="22942838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SI LA BATAILLE EST À LUI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LA VICTOIRE N'EST QU'UN DÉTAIL</a:t>
            </a:r>
          </a:p>
        </p:txBody>
      </p:sp>
    </p:spTree>
    <p:extLst>
      <p:ext uri="{BB962C8B-B14F-4D97-AF65-F5344CB8AC3E}">
        <p14:creationId xmlns:p14="http://schemas.microsoft.com/office/powerpoint/2010/main" val="34526335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FRÈRE, SŒUR, JE TE PARLE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NE MÉPRISE PAS TA JEUNESSE</a:t>
            </a:r>
          </a:p>
        </p:txBody>
      </p:sp>
    </p:spTree>
    <p:extLst>
      <p:ext uri="{BB962C8B-B14F-4D97-AF65-F5344CB8AC3E}">
        <p14:creationId xmlns:p14="http://schemas.microsoft.com/office/powerpoint/2010/main" val="24453139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CROIRE N'EST PAS UNE FAIBLESSE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NON, CROIRE N'EST PAS UNE FAIBLESSE </a:t>
            </a:r>
          </a:p>
        </p:txBody>
      </p:sp>
    </p:spTree>
    <p:extLst>
      <p:ext uri="{BB962C8B-B14F-4D97-AF65-F5344CB8AC3E}">
        <p14:creationId xmlns:p14="http://schemas.microsoft.com/office/powerpoint/2010/main" val="29385843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CESSE DE REPOUSSER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CETTE VOIX</a:t>
            </a:r>
          </a:p>
        </p:txBody>
      </p:sp>
    </p:spTree>
    <p:extLst>
      <p:ext uri="{BB962C8B-B14F-4D97-AF65-F5344CB8AC3E}">
        <p14:creationId xmlns:p14="http://schemas.microsoft.com/office/powerpoint/2010/main" val="31254624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QUI T’EMMÈNE VERS LE MEILLEUR</a:t>
            </a:r>
          </a:p>
        </p:txBody>
      </p:sp>
    </p:spTree>
    <p:extLst>
      <p:ext uri="{BB962C8B-B14F-4D97-AF65-F5344CB8AC3E}">
        <p14:creationId xmlns:p14="http://schemas.microsoft.com/office/powerpoint/2010/main" val="32090654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DEMAIN N'EST PAS ACQUIS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FAIS LES BONS CHOIX DÈS AUJOURD'HUI</a:t>
            </a:r>
          </a:p>
        </p:txBody>
      </p:sp>
    </p:spTree>
    <p:extLst>
      <p:ext uri="{BB962C8B-B14F-4D97-AF65-F5344CB8AC3E}">
        <p14:creationId xmlns:p14="http://schemas.microsoft.com/office/powerpoint/2010/main" val="70768238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T’AS TOUT GAGNÉ SI T’AS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JÉSUS T’AS TOUT GAGNÉ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2829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T’AS TOUT GAGNÉ SI T’AS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JÉSUS T’AS TOUT GAGNÉ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928773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NE MÉPRISE PAS TA JEUNESSE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CROIRE N’EST PAS UNE FAIBLESSE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2543698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602</TotalTime>
  <Words>20420</Words>
  <Application>Microsoft Office PowerPoint</Application>
  <PresentationFormat>Affichage à l'écran (4:3)</PresentationFormat>
  <Paragraphs>776</Paragraphs>
  <Slides>30</Slides>
  <Notes>30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30</vt:i4>
      </vt:variant>
    </vt:vector>
  </HeadingPairs>
  <TitlesOfParts>
    <vt:vector size="34" baseType="lpstr">
      <vt:lpstr>Calibri</vt:lpstr>
      <vt:lpstr>Franklin Gothic Medium</vt:lpstr>
      <vt:lpstr>Times New Roman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96</cp:revision>
  <dcterms:created xsi:type="dcterms:W3CDTF">2002-08-17T13:12:10Z</dcterms:created>
  <dcterms:modified xsi:type="dcterms:W3CDTF">2022-09-24T13:09:23Z</dcterms:modified>
</cp:coreProperties>
</file>