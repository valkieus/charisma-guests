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55" r:id="rId2"/>
    <p:sldId id="356" r:id="rId3"/>
    <p:sldId id="357" r:id="rId4"/>
    <p:sldId id="358" r:id="rId5"/>
    <p:sldId id="359" r:id="rId6"/>
    <p:sldId id="360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6" autoAdjust="0"/>
    <p:restoredTop sz="38546" autoAdjust="0"/>
  </p:normalViewPr>
  <p:slideViewPr>
    <p:cSldViewPr>
      <p:cViewPr>
        <p:scale>
          <a:sx n="50" d="100"/>
          <a:sy n="50" d="100"/>
        </p:scale>
        <p:origin x="504" y="-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27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PRÊTS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PRÊTS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
	4-  IL FAUT PRIER YEAH GO CHARISMA YEAH 
	5-  ON EST TROP FRAIS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PRÊTS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PRÊTS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NAN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205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400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236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828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982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241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894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134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680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000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391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091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673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673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3398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375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114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04237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857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146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1495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611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50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6481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511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8760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2015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ARMÉE DE DIEU YEAH 
	2-  IL FAUT PRIER YEAH GO CHARISMA YEAH 
	3-  ON EST TROP FRAIS FRAIS FRAIS FRAIS PRÊTS PRÊTS  
	4-  IL FAUT PRIER YEAH GO CHARISMA YEAH 
	5-  ON EST TROP FRAIS FRAIS FRAIS FRAIS PRÊTS PRÊTS </a:t>
            </a:r>
          </a:p>
          <a:p>
            <a:r>
              <a:rPr lang="fr-FR" smtClean="0"/>
              <a:t>
6-  BRAAAAA, C’EST MAINTENANT ON DÉBARQUE, C’EST VIOLENT 
7-  PEU DIRONT J’AI GÉCHAN MAIS NAN NAN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mtClean="0"/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mtClean="0"/>
          </a:p>
          <a:p>
            <a:r>
              <a:rPr lang="fr-FR" smtClean="0"/>
              <a:t>	Refrain:	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1-  ARMÉE DE DIEU YEAH 
	2-  IL FAUT PRIER YEAH GO CHARISMA YEAH 
	3-  ON EST TROP FRAIS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PRÊTS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PRÊTS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 
	4-  IL FAUT PRIER YEAH GO CHARISMA YEAH 
	5-  ON EST TROP FRAIS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FRAIS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PRÊTS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PRÊTS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6-  BRAAAAA, C’EST MAINTENANT ON DÉBARQUE, C’EST VIOLENT 
7-  PEU DIRONT J’AI GÉCHAN MAIS NAN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NAN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 J’SUIS À 200 
8-  DONC BREF Y A PAS D’ISSUE SI TU VEUX LA VIE, FAUT ACCEPTER JÉSUS 
9-  AVANT J’Y ÉTAIS JE N’CONNAIS PLUS LA RUE 
10-  PEUT-ÊTRE JEUNE MAIS BEAUCOUP DE VÉCU 
11-  N’VIENS PAS FAIRE LE FOU NOUS ON EST ARMÉS 
12-  LA PAROLE DE DIEU, QUI PEUT L’ÉGALER 
13-  CETTE ANNÉE NOUS ON VEUT TOUT BECTER 
14-  CETTE ANNÉE OÙ ON ANNONCE  TA BONTÉ 
15-  Y A QU’À LA SHR, C’EST LA FULL  Y A DES GENS EN FEU COMME À MEXICO 
16-  ET PARLE PAS D’EUX, ÇA M’EST ÉGAL 
17-  PRÉJUGÉS AU VU DE MA COULEUR  DE PEAU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18-  ÇA Y EST, JE N’PEUX PLUS M’TAIRE UNE ÉQUIPE ARMÉE ET DANGEREUSE 
19-  C’EST LA S.H.R UNIS ET VICTORIEUX 
20-  J’N’DOIS PLUS PERDRE DE TEMPS J’AI DES TRUCS À FAIRE 
21-  PRÊCHER L’ÉVANGILE JE N’SUIS PAS LÀ POUR PLAIRE 
22-  C’EST QUAND ÇA SE COMPLIQUE  QU’ON VOIT CE QU’ON C’EST FAIRE 
23-  C’EST L’HEURE D’IMPACTER N’RESTE PAS EN ARRIÈRE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24-  FLOW DU CIEL, PAS DE FLOW DE CITÉ LE CORPS DE CHRIST JE REPRÉSENTE 
25-  COMMENT NIER TOUTE SA BONTÉ 
26-  CAR EN TOUT TEMPS IL N’TE LAISSE PAS SEUL 
27-  JÉSUS TOQUE, TU N’RÉPONDS PAS MAIS BIENTÔT IL SERA TROP TARD 
28-  C’N’EST PAS L’ARGENT QUI TE SAUVERA LE PARADIS N’S’ACHÈTE PAS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	Refrain:	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652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ARMÉE DE DIEU YEAH</a:t>
            </a:r>
          </a:p>
        </p:txBody>
      </p:sp>
    </p:spTree>
    <p:extLst>
      <p:ext uri="{BB962C8B-B14F-4D97-AF65-F5344CB8AC3E}">
        <p14:creationId xmlns:p14="http://schemas.microsoft.com/office/powerpoint/2010/main" val="333269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FAUT PRIER YEAH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GO CHARISMA YEAH</a:t>
            </a:r>
          </a:p>
        </p:txBody>
      </p:sp>
    </p:spTree>
    <p:extLst>
      <p:ext uri="{BB962C8B-B14F-4D97-AF65-F5344CB8AC3E}">
        <p14:creationId xmlns:p14="http://schemas.microsoft.com/office/powerpoint/2010/main" val="251391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EST TROP FRAIS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FRAIS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FRAIS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FRAIS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PRÊTS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PRÊTS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262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FAUT PRIER YEAH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GO CHARISMA YEAH</a:t>
            </a:r>
          </a:p>
        </p:txBody>
      </p:sp>
    </p:spTree>
    <p:extLst>
      <p:ext uri="{BB962C8B-B14F-4D97-AF65-F5344CB8AC3E}">
        <p14:creationId xmlns:p14="http://schemas.microsoft.com/office/powerpoint/2010/main" val="195026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EST TROP FRAIS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FRAIS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FRAIS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FRAIS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PRÊTS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PRÊTS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727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BRAAAAA, C’EST MAINTENANT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DÉBARQUE, C’EST VIOLENT</a:t>
            </a:r>
          </a:p>
        </p:txBody>
      </p:sp>
    </p:spTree>
    <p:extLst>
      <p:ext uri="{BB962C8B-B14F-4D97-AF65-F5344CB8AC3E}">
        <p14:creationId xmlns:p14="http://schemas.microsoft.com/office/powerpoint/2010/main" val="127108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DIRONT J’AI GÉCHAN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NAN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NAN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J’SUIS À 200</a:t>
            </a:r>
          </a:p>
        </p:txBody>
      </p:sp>
    </p:spTree>
    <p:extLst>
      <p:ext uri="{BB962C8B-B14F-4D97-AF65-F5344CB8AC3E}">
        <p14:creationId xmlns:p14="http://schemas.microsoft.com/office/powerpoint/2010/main" val="128504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DONC BREF Y A PAS D’ISSUE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VEUX LA VIE, FAUT ACCEPTER JÉSUS</a:t>
            </a:r>
          </a:p>
        </p:txBody>
      </p:sp>
    </p:spTree>
    <p:extLst>
      <p:ext uri="{BB962C8B-B14F-4D97-AF65-F5344CB8AC3E}">
        <p14:creationId xmlns:p14="http://schemas.microsoft.com/office/powerpoint/2010/main" val="18128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AVANT J’Y ÉTAIS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N’CONNAIS PLUS LA RUE</a:t>
            </a:r>
          </a:p>
        </p:txBody>
      </p:sp>
    </p:spTree>
    <p:extLst>
      <p:ext uri="{BB962C8B-B14F-4D97-AF65-F5344CB8AC3E}">
        <p14:creationId xmlns:p14="http://schemas.microsoft.com/office/powerpoint/2010/main" val="222755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PEUT-ÊTRE JEUNE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BEAUCOUP DE VÉCU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314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N’VIENS PAS FAIRE LE FOU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ON EST ARMÉS</a:t>
            </a:r>
          </a:p>
        </p:txBody>
      </p:sp>
    </p:spTree>
    <p:extLst>
      <p:ext uri="{BB962C8B-B14F-4D97-AF65-F5344CB8AC3E}">
        <p14:creationId xmlns:p14="http://schemas.microsoft.com/office/powerpoint/2010/main" val="231615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PAROLE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 L’ÉGALER</a:t>
            </a:r>
          </a:p>
        </p:txBody>
      </p:sp>
    </p:spTree>
    <p:extLst>
      <p:ext uri="{BB962C8B-B14F-4D97-AF65-F5344CB8AC3E}">
        <p14:creationId xmlns:p14="http://schemas.microsoft.com/office/powerpoint/2010/main" val="141877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ANNÉE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ON VEUT TOUT BECTER</a:t>
            </a:r>
          </a:p>
        </p:txBody>
      </p:sp>
    </p:spTree>
    <p:extLst>
      <p:ext uri="{BB962C8B-B14F-4D97-AF65-F5344CB8AC3E}">
        <p14:creationId xmlns:p14="http://schemas.microsoft.com/office/powerpoint/2010/main" val="399576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ANNÉE OÙ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ANNONCE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BONTÉ</a:t>
            </a:r>
          </a:p>
        </p:txBody>
      </p:sp>
    </p:spTree>
    <p:extLst>
      <p:ext uri="{BB962C8B-B14F-4D97-AF65-F5344CB8AC3E}">
        <p14:creationId xmlns:p14="http://schemas.microsoft.com/office/powerpoint/2010/main" val="151368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 A QU’À LA SHR, C’EST LA FULL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 A DES GENS EN FEU COMME À MEXICO</a:t>
            </a:r>
          </a:p>
        </p:txBody>
      </p:sp>
    </p:spTree>
    <p:extLst>
      <p:ext uri="{BB962C8B-B14F-4D97-AF65-F5344CB8AC3E}">
        <p14:creationId xmlns:p14="http://schemas.microsoft.com/office/powerpoint/2010/main" val="312425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PARLE PAS D’EUX, ÇA M’EST ÉGAL</a:t>
            </a:r>
          </a:p>
        </p:txBody>
      </p:sp>
    </p:spTree>
    <p:extLst>
      <p:ext uri="{BB962C8B-B14F-4D97-AF65-F5344CB8AC3E}">
        <p14:creationId xmlns:p14="http://schemas.microsoft.com/office/powerpoint/2010/main" val="123960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PRÉJUGÉS AU VU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COULEUR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294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Y EST, JE N’PEUX PLUS M’TAIRE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ÉQUIPE ARMÉE ET DANGEREUSE</a:t>
            </a:r>
          </a:p>
        </p:txBody>
      </p:sp>
    </p:spTree>
    <p:extLst>
      <p:ext uri="{BB962C8B-B14F-4D97-AF65-F5344CB8AC3E}">
        <p14:creationId xmlns:p14="http://schemas.microsoft.com/office/powerpoint/2010/main" val="62529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LA S.H.R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UNIS ET VICTORIEUX</a:t>
            </a:r>
          </a:p>
        </p:txBody>
      </p:sp>
    </p:spTree>
    <p:extLst>
      <p:ext uri="{BB962C8B-B14F-4D97-AF65-F5344CB8AC3E}">
        <p14:creationId xmlns:p14="http://schemas.microsoft.com/office/powerpoint/2010/main" val="366060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J’N’DOIS PLUS PERDRE DE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DES TRUCS À FAIRE</a:t>
            </a:r>
          </a:p>
        </p:txBody>
      </p:sp>
    </p:spTree>
    <p:extLst>
      <p:ext uri="{BB962C8B-B14F-4D97-AF65-F5344CB8AC3E}">
        <p14:creationId xmlns:p14="http://schemas.microsoft.com/office/powerpoint/2010/main" val="340164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PRÊCHER L’ÉVANGILE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N’SUIS PAS LÀ POUR PLAIRE</a:t>
            </a:r>
          </a:p>
        </p:txBody>
      </p:sp>
    </p:spTree>
    <p:extLst>
      <p:ext uri="{BB962C8B-B14F-4D97-AF65-F5344CB8AC3E}">
        <p14:creationId xmlns:p14="http://schemas.microsoft.com/office/powerpoint/2010/main" val="122003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QUAND ÇA SE COMPLIQUE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QU’ON VOIT CE QU’ON C’EST FAIRE</a:t>
            </a:r>
          </a:p>
        </p:txBody>
      </p:sp>
    </p:spTree>
    <p:extLst>
      <p:ext uri="{BB962C8B-B14F-4D97-AF65-F5344CB8AC3E}">
        <p14:creationId xmlns:p14="http://schemas.microsoft.com/office/powerpoint/2010/main" val="164224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L’HEURE D’IMPACTER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N’RESTE PAS EN ARRIÈRE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823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FLOW DU CIEL, PAS DE FLOW DE CITÉ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CORPS DE CHRIST JE REPRÉSENTE</a:t>
            </a:r>
          </a:p>
        </p:txBody>
      </p:sp>
    </p:spTree>
    <p:extLst>
      <p:ext uri="{BB962C8B-B14F-4D97-AF65-F5344CB8AC3E}">
        <p14:creationId xmlns:p14="http://schemas.microsoft.com/office/powerpoint/2010/main" val="40074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NIER TOUTE SA BONTÉ</a:t>
            </a:r>
          </a:p>
        </p:txBody>
      </p:sp>
    </p:spTree>
    <p:extLst>
      <p:ext uri="{BB962C8B-B14F-4D97-AF65-F5344CB8AC3E}">
        <p14:creationId xmlns:p14="http://schemas.microsoft.com/office/powerpoint/2010/main" val="30876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EN TOUT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N’TE LAISSE PAS SEUL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867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TOQUE, TU N’RÉPONDS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BIENTÔT IL SERA TROP TARD</a:t>
            </a:r>
          </a:p>
        </p:txBody>
      </p:sp>
    </p:spTree>
    <p:extLst>
      <p:ext uri="{BB962C8B-B14F-4D97-AF65-F5344CB8AC3E}">
        <p14:creationId xmlns:p14="http://schemas.microsoft.com/office/powerpoint/2010/main" val="160597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C’N’EST PAS L’ARGENT QUI TE SAUVERA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PARADIS N’S’ACHÈTE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913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254</Words>
  <Application>Microsoft Office PowerPoint</Application>
  <PresentationFormat>Affichage à l'écran (4:3)</PresentationFormat>
  <Paragraphs>555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0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79</cp:revision>
  <dcterms:created xsi:type="dcterms:W3CDTF">2002-08-17T10:50:50Z</dcterms:created>
  <dcterms:modified xsi:type="dcterms:W3CDTF">2022-09-22T15:53:12Z</dcterms:modified>
</cp:coreProperties>
</file>