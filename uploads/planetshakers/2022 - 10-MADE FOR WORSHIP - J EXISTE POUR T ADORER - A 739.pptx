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71" r:id="rId3"/>
    <p:sldId id="273" r:id="rId4"/>
    <p:sldId id="274" r:id="rId5"/>
    <p:sldId id="275" r:id="rId6"/>
    <p:sldId id="276" r:id="rId7"/>
    <p:sldId id="277" r:id="rId8"/>
    <p:sldId id="278" r:id="rId9"/>
    <p:sldId id="280" r:id="rId10"/>
    <p:sldId id="279" r:id="rId11"/>
    <p:sldId id="281" r:id="rId12"/>
    <p:sldId id="282" r:id="rId13"/>
    <p:sldId id="287" r:id="rId14"/>
    <p:sldId id="288" r:id="rId15"/>
    <p:sldId id="289" r:id="rId16"/>
    <p:sldId id="290" r:id="rId1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5971" autoAdjust="0"/>
  </p:normalViewPr>
  <p:slideViewPr>
    <p:cSldViewPr>
      <p:cViewPr varScale="1">
        <p:scale>
          <a:sx n="24" d="100"/>
          <a:sy n="24" d="100"/>
        </p:scale>
        <p:origin x="2352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E4AA739-4303-4364-AF1A-C19590196162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ED9D680-A0A5-4492-BEA6-61097ED4BAF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abandon, </a:t>
            </a:r>
            <a:r>
              <a:rPr lang="fr-FR" dirty="0" err="1" smtClean="0"/>
              <a:t>every</a:t>
            </a:r>
            <a:r>
              <a:rPr lang="fr-FR" dirty="0" smtClean="0"/>
              <a:t> distraction </a:t>
            </a:r>
            <a:r>
              <a:rPr lang="fr-FR" dirty="0" err="1" smtClean="0"/>
              <a:t>My</a:t>
            </a:r>
            <a:r>
              <a:rPr lang="fr-FR" dirty="0" smtClean="0"/>
              <a:t> attention </a:t>
            </a:r>
            <a:r>
              <a:rPr lang="fr-FR" dirty="0" err="1" smtClean="0"/>
              <a:t>is</a:t>
            </a:r>
            <a:r>
              <a:rPr lang="fr-FR" dirty="0" smtClean="0"/>
              <a:t> set on You</a:t>
            </a:r>
            <a:br>
              <a:rPr lang="fr-FR" dirty="0" smtClean="0"/>
            </a:br>
            <a:r>
              <a:rPr lang="fr-FR" dirty="0" smtClean="0"/>
              <a:t>2-  MA DÉVOTION, JÉSUS MA PORTION MON AFFECTION EST TOUTE POUR TOI </a:t>
            </a:r>
            <a:br>
              <a:rPr lang="fr-FR" dirty="0" smtClean="0"/>
            </a:b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devotion</a:t>
            </a:r>
            <a:r>
              <a:rPr lang="fr-FR" dirty="0" smtClean="0"/>
              <a:t>,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portion </a:t>
            </a:r>
            <a:r>
              <a:rPr lang="fr-FR" dirty="0" err="1" smtClean="0"/>
              <a:t>My</a:t>
            </a:r>
            <a:r>
              <a:rPr lang="fr-FR" dirty="0" smtClean="0"/>
              <a:t> affection </a:t>
            </a:r>
            <a:r>
              <a:rPr lang="fr-FR" dirty="0" err="1" smtClean="0"/>
              <a:t>is</a:t>
            </a:r>
            <a:r>
              <a:rPr lang="fr-FR" dirty="0" smtClean="0"/>
              <a:t> set on You</a:t>
            </a:r>
            <a:br>
              <a:rPr lang="fr-FR" dirty="0" smtClean="0"/>
            </a:br>
            <a:r>
              <a:rPr lang="fr-FR" dirty="0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worship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made for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embrace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worship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Name</a:t>
            </a:r>
            <a:br>
              <a:rPr lang="fr-FR" dirty="0" smtClean="0"/>
            </a:br>
            <a:r>
              <a:rPr lang="fr-FR" dirty="0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Lord at all times</a:t>
            </a:r>
            <a:br>
              <a:rPr lang="fr-FR" dirty="0" smtClean="0"/>
            </a:br>
            <a:r>
              <a:rPr lang="fr-FR" dirty="0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worship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worship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Captivated</a:t>
            </a:r>
            <a:r>
              <a:rPr lang="fr-FR" dirty="0" smtClean="0"/>
              <a:t> by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goodness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by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majesty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Swept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Holy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Giving</a:t>
            </a:r>
            <a:r>
              <a:rPr lang="fr-FR" dirty="0" smtClean="0"/>
              <a:t> over all of me</a:t>
            </a:r>
            <a:br>
              <a:rPr lang="fr-FR" dirty="0" smtClean="0"/>
            </a:b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worship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made for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embrace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worship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made to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Name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</a:t>
            </a:r>
            <a:r>
              <a:rPr lang="fr-FR" dirty="0" err="1" smtClean="0"/>
              <a:t>flesh</a:t>
            </a:r>
            <a:r>
              <a:rPr lang="fr-FR" dirty="0" smtClean="0"/>
              <a:t> </a:t>
            </a:r>
            <a:r>
              <a:rPr lang="fr-FR" dirty="0" err="1" smtClean="0"/>
              <a:t>cry</a:t>
            </a:r>
            <a:r>
              <a:rPr lang="fr-FR" dirty="0" smtClean="0"/>
              <a:t> out For You to </a:t>
            </a:r>
            <a:r>
              <a:rPr lang="fr-FR" dirty="0" err="1" smtClean="0"/>
              <a:t>fill</a:t>
            </a:r>
            <a:r>
              <a:rPr lang="fr-FR" dirty="0" smtClean="0"/>
              <a:t> me up</a:t>
            </a:r>
            <a:br>
              <a:rPr lang="fr-FR" dirty="0" smtClean="0"/>
            </a:br>
            <a:r>
              <a:rPr lang="fr-FR" dirty="0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satisfy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Fill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power and </a:t>
            </a:r>
            <a:r>
              <a:rPr lang="fr-FR" dirty="0" err="1" smtClean="0"/>
              <a:t>truth</a:t>
            </a:r>
            <a:r>
              <a:rPr lang="fr-FR" dirty="0" smtClean="0"/>
              <a:t> </a:t>
            </a:r>
            <a:r>
              <a:rPr lang="fr-FR" dirty="0" err="1" smtClean="0"/>
              <a:t>Fill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love </a:t>
            </a:r>
            <a:r>
              <a:rPr lang="fr-FR" dirty="0" err="1" smtClean="0"/>
              <a:t>from</a:t>
            </a:r>
            <a:r>
              <a:rPr lang="fr-FR" dirty="0" smtClean="0"/>
              <a:t> You</a:t>
            </a:r>
            <a:br>
              <a:rPr lang="fr-FR" dirty="0" smtClean="0"/>
            </a:br>
            <a:r>
              <a:rPr lang="fr-FR" dirty="0" smtClean="0"/>
              <a:t>16-  TU ME RASSASIES  
You </a:t>
            </a:r>
            <a:r>
              <a:rPr lang="fr-FR" dirty="0" err="1" smtClean="0"/>
              <a:t>satisfy</a:t>
            </a:r>
            <a:r>
              <a:rPr lang="fr-FR" dirty="0" smtClean="0"/>
              <a:t> me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J'ABANDONNE CHAQUE DISTRACTION MON ATTENTION EST TOUTE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BÉNIS LE SEIGNEUR EN TOUT TEMPS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was made to worship I was made to bless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SI CAPTIVÉ PAR TA BONTÉ DÉPASSÉ PAR TA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J'EXISTE POUR T'ADORER J'EXISTE POUR L'ADORATION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13-  MON CŒUR ET TOUT EN MOI VEULENT ÊTRE PLEINS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J'ABANDONNE CHAQUE DISTRACTION MON ATTENTION EST TOUTE EN TOI</a:t>
            </a:r>
          </a:p>
          <a:p>
            <a:r>
              <a:rPr lang="fr-FR" smtClean="0"/>
              <a:t>I abandon, every distraction My attention is set on You</a:t>
            </a:r>
            <a:br>
              <a:rPr lang="fr-FR" smtClean="0"/>
            </a:br>
            <a:r>
              <a:rPr lang="fr-FR" smtClean="0"/>
              <a:t>2-  MA DÉVOTION, JÉSUS MA PORTION MON AFFECTION EST TOUTE POUR TOI </a:t>
            </a:r>
            <a:br>
              <a:rPr lang="fr-FR" smtClean="0"/>
            </a:br>
            <a:r>
              <a:rPr lang="fr-FR" smtClean="0"/>
              <a:t>My devotion, Jesus my portion My affection is set on You</a:t>
            </a:r>
            <a:br>
              <a:rPr lang="fr-FR" smtClean="0"/>
            </a:br>
            <a:r>
              <a:rPr lang="fr-FR" smtClean="0"/>
              <a:t>
3-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4-  J'EXISTE POUR T'ADORER J'EXISTE POUR BÉNIR TON NOM 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>
	Refrain :</a:t>
            </a:r>
          </a:p>
          <a:p>
            <a:r>
              <a:rPr lang="fr-FR" smtClean="0"/>
              <a:t>	5-  JE BÉNIS LE SEIGNEUR EN TOUT TEMPS  x2</a:t>
            </a:r>
          </a:p>
          <a:p>
            <a:r>
              <a:rPr lang="fr-FR" smtClean="0"/>
              <a:t>	I will bless the Lord at all times</a:t>
            </a:r>
            <a:br>
              <a:rPr lang="fr-FR" smtClean="0"/>
            </a:br>
            <a:r>
              <a:rPr lang="fr-FR" smtClean="0"/>
              <a:t>	6-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  <a:br>
              <a:rPr lang="fr-FR" smtClean="0"/>
            </a:br>
            <a:r>
              <a:rPr lang="fr-FR" smtClean="0"/>
              <a:t>	7-  JE CRIERAI TA LOUANGE  POUR TOUJOURS   x2</a:t>
            </a:r>
          </a:p>
          <a:p>
            <a:r>
              <a:rPr lang="fr-FR" smtClean="0"/>
              <a:t>	I will shout Your praise forever</a:t>
            </a:r>
            <a:br>
              <a:rPr lang="fr-FR" smtClean="0"/>
            </a:br>
            <a:r>
              <a:rPr lang="fr-FR" smtClean="0"/>
              <a:t> 	8-  J'EXISTE POUR T'ADORER J'EXISTE POUR BÉNIR TON NOM </a:t>
            </a:r>
          </a:p>
          <a:p>
            <a:r>
              <a:rPr lang="fr-FR" smtClean="0"/>
              <a:t>	I was made to worship I was made to bless Your name</a:t>
            </a:r>
          </a:p>
          <a:p>
            <a:r>
              <a:rPr lang="fr-FR" smtClean="0"/>
              <a:t>
9-  SI CAPTIVÉ PAR TA BONTÉ DÉPASSÉ PAR TA MAJESTÉ</a:t>
            </a:r>
          </a:p>
          <a:p>
            <a:r>
              <a:rPr lang="fr-FR" smtClean="0"/>
              <a:t>Captivated by Your goodness Overwhelmed by Your majesty</a:t>
            </a:r>
            <a:br>
              <a:rPr lang="fr-FR" smtClean="0"/>
            </a:br>
            <a:r>
              <a:rPr lang="fr-FR" smtClean="0"/>
              <a:t>10-  INONDÉ PAR TA SAINTE PRÉSENCE JE NE PEUX PAS TE RÉSISTER</a:t>
            </a:r>
          </a:p>
          <a:p>
            <a:r>
              <a:rPr lang="fr-FR" smtClean="0"/>
              <a:t>Swept away in Your Holy presence Giving over all of me</a:t>
            </a:r>
            <a:br>
              <a:rPr lang="fr-FR" smtClean="0"/>
            </a:br>
            <a:r>
              <a:rPr lang="fr-FR" smtClean="0"/>
              <a:t> </a:t>
            </a:r>
          </a:p>
          <a:p>
            <a:r>
              <a:rPr lang="fr-FR" smtClean="0"/>
              <a:t>11-  J'EXISTE POUR T'ADORER J'EXISTE POUR L'ADORATION</a:t>
            </a:r>
          </a:p>
          <a:p>
            <a:r>
              <a:rPr lang="fr-FR" smtClean="0"/>
              <a:t>I was made to worship I was made for Your embrace</a:t>
            </a:r>
            <a:br>
              <a:rPr lang="fr-FR" smtClean="0"/>
            </a:br>
            <a:r>
              <a:rPr lang="fr-FR" smtClean="0"/>
              <a:t>12-  J'EXISTE POUR T'ADORER J'EXISTE POUR BÉNIR TON NOM</a:t>
            </a:r>
          </a:p>
          <a:p>
            <a:r>
              <a:rPr lang="fr-FR" smtClean="0"/>
              <a:t>I was made to worship I was made to bless Your Name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 Refrain :</a:t>
            </a:r>
          </a:p>
          <a:p>
            <a:endParaRPr lang="fr-FR" smtClean="0"/>
          </a:p>
          <a:p>
            <a:r>
              <a:rPr lang="fr-FR" smtClean="0"/>
              <a:t>Pont :
13-  MON CŒUR ET TOUT EN MOI VEULENT ÊTRE PLEINS DE TOI</a:t>
            </a:r>
          </a:p>
          <a:p>
            <a:r>
              <a:rPr lang="fr-FR" smtClean="0"/>
              <a:t>My heart and flesh cry out For You to fill me up</a:t>
            </a:r>
            <a:br>
              <a:rPr lang="fr-FR" smtClean="0"/>
            </a:br>
            <a:r>
              <a:rPr lang="fr-FR" smtClean="0"/>
              <a:t>14-  TU ME RASSASIES</a:t>
            </a:r>
          </a:p>
          <a:p>
            <a:r>
              <a:rPr lang="fr-FR" smtClean="0"/>
              <a:t>You satisfy me</a:t>
            </a:r>
            <a:br>
              <a:rPr lang="fr-FR" smtClean="0"/>
            </a:br>
            <a:r>
              <a:rPr lang="fr-FR" smtClean="0"/>
              <a:t>15-  REMPLIS-MOI DE PUISSANCE D'AMOUR ET VÉRITÉ</a:t>
            </a:r>
          </a:p>
          <a:p>
            <a:r>
              <a:rPr lang="fr-FR" smtClean="0"/>
              <a:t>Fill me with power and truth Fill me with love from You</a:t>
            </a:r>
            <a:br>
              <a:rPr lang="fr-FR" smtClean="0"/>
            </a:br>
            <a:r>
              <a:rPr lang="fr-FR" smtClean="0"/>
              <a:t>16-  TU ME RASSASIES  
You satisfy me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B3B0F-9824-452E-9C0E-49B45130DBD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4B1AC-1C76-4FB4-8198-54EC8371BC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B4488-50AE-4382-8218-5FE618DC9D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491AE-B236-4767-A3C7-F6DC02961A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64EC1-5C5B-4CBA-8F9F-8DD4D8AFA64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0AB4D-8852-42BA-82D0-EFEBD660D94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7AE40-CF38-47FC-9C70-CFCCA686F29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C27FE-69BB-44EC-B289-55C35F0FF53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BB8B5-A107-4B54-90FC-1E0F54BB2AA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86401-D3C5-4D23-B71F-962A828996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F0871-8E66-4174-8613-B7FE2C0BC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3089423-B7AD-45D2-82F7-006623D568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J'ABANDONNE CHAQUE DISTRACTION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ATTENTION EST TOUTE EN TOI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DÉVOTION, JÉSUS MA PORTION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AFFECTION EST TOUTE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T'ADORER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L'ADORATION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T'ADORER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BÉNIR TON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BÉNIS LE SEIGNEUR EN TOUT TEMPS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T'ADORER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BÉNIR TON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CRIERAI TA LOUANGE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T'ADORER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J'EXISTE POUR BÉNIR TON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CAPTIVÉ PAR TA BONTÉ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DÉPASSÉ PAR TA MAJESTÉ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INONDÉ PAR TA SAINTE PRÉSENCE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TE RÉSISTER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T'ADORER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L'ADORATION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T'ADORER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J'EXISTE POUR BÉNIR TON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ET TOUT EN MOI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VEULENT ÊTRE PLEINS DE TOI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RASSASIES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REMPLIS-MOI DE PUISSANCE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D'AMOUR ET VÉRITÉ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RASSASIES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2498</TotalTime>
  <Words>753</Words>
  <Application>Microsoft Office PowerPoint</Application>
  <PresentationFormat>Grand écran</PresentationFormat>
  <Paragraphs>695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232</cp:revision>
  <dcterms:created xsi:type="dcterms:W3CDTF">2002-08-17T10:50:50Z</dcterms:created>
  <dcterms:modified xsi:type="dcterms:W3CDTF">2022-05-28T10:43:26Z</dcterms:modified>
</cp:coreProperties>
</file>