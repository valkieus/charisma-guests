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96" r:id="rId2"/>
    <p:sldId id="292" r:id="rId3"/>
    <p:sldId id="297" r:id="rId4"/>
    <p:sldId id="290" r:id="rId5"/>
    <p:sldId id="289" r:id="rId6"/>
    <p:sldId id="288" r:id="rId7"/>
    <p:sldId id="293" r:id="rId8"/>
    <p:sldId id="287" r:id="rId9"/>
    <p:sldId id="286" r:id="rId10"/>
    <p:sldId id="285" r:id="rId11"/>
    <p:sldId id="284" r:id="rId12"/>
    <p:sldId id="283" r:id="rId13"/>
    <p:sldId id="282" r:id="rId14"/>
    <p:sldId id="281" r:id="rId15"/>
    <p:sldId id="280" r:id="rId16"/>
    <p:sldId id="279" r:id="rId17"/>
    <p:sldId id="278" r:id="rId18"/>
    <p:sldId id="277" r:id="rId19"/>
    <p:sldId id="276" r:id="rId20"/>
    <p:sldId id="275" r:id="rId21"/>
    <p:sldId id="274" r:id="rId22"/>
    <p:sldId id="295" r:id="rId23"/>
    <p:sldId id="273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3942" autoAdjust="0"/>
  </p:normalViewPr>
  <p:slideViewPr>
    <p:cSldViewPr>
      <p:cViewPr varScale="1">
        <p:scale>
          <a:sx n="30" d="100"/>
          <a:sy n="30" d="100"/>
        </p:scale>
        <p:origin x="2396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491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lift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riding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Be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enthroned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over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everything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seated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This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prophetic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I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feel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lift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You change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atmosphere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hearts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open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now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singing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out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Turn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sound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of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Make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louder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than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any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Lift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Him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shout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name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feel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presence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now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invades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Hear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sound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of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broken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chains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Prison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doors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giving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way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This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prophetic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I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feel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lift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You change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atmosphere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hearts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open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now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singing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out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I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free!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Our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goes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rain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comes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shouts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of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celebrate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King of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glory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riding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lift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riding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Be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enthroned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over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everything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seated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This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prophetic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I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feel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lift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You change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atmosphere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hearts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open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now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singing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out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Turn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sound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of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Make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louder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than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any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Lift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Him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shout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name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well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feel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presence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now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invades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Hear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sound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of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broken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chains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Prison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doors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giving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way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This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prophetic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I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feel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lift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You change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atmosphere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hearts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open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now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singing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out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I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free!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Our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goes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up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rain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comes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shouts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of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celebrate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King of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glory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riding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praise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1-  TU ES LÀ  QUAND NOUS T’ÉLEVONS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here as we lift you up
2-  PAR NOS CHANTS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3-  PRENDS LE TRÔNE AU-DESSUS DE TOUT DANS NOS LOUANGES VIENS SIÉGER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 enthroned over everything You are seated in our praise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4-  ET C’EST PROPHÉTIQUE  IL Y A QUELQUE CHOSE DANS L’AIR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5-  QUAND TU ES ÉLEVÉ  TU CHANGES L’ATMOSPHÈRE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
6-  NOS CŒURS OUVERTS À TOI 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7-    OOOH 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
	8-  MONTE LE SON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Turn it up, this sound of praise
	9-  QUE NOS LOUANGES  RÉSONNENT PLUS FORT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Make it louder than any other
	10-  CRIE SON NOM POUR L’ÉLEVER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Lift Him up and shout His name 
	11-  PLUS ENCORE 
	over all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Couplet 2 :
12-  NOUS LOUONS  ET TOUT EST CHANGÉ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we praise, well I can feel the change
13-  TA PRÉSENCE EST LIBÉRÉE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As your presence now invades
14-   ON ENTEND DES CHAÎNES SE BRISER  ET DES PRISONS S’EFFONDRER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Hear the sound of the broken chains Prison doors are giving way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15-  ET C’EST PROPHÉTIQUE  IL Y A QUELQUE CHOSE DANS L’AIR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This is prophetic, I can feel it in the air
16-  QUAND TU ES ÉLEVÉ  TU CHANGES L’ATMOSPHÈRE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We lift our praise and You change the atmosphere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17-  NOS CŒURS OUVERTS À TOI NOUS CHANTONS D’UNE MÊME VOIX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hearts open now everybody singing out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
18-  JE SUIS LIBRE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I am free!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x2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Pont :
19-   NOS LOUANGES MONTENT  TA PLUIE DESCEND  X4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Our praise goes up Your rain comes down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20-  AVEC NOS CRIS POUR CÉLÉBRER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With shouts of praise we celebrate
21-  LE ROI DE GLOIRE FAIT SON ENTRÉE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King of glory enter in
22-  PAR NOS LOUANGES SOIS COURONNÉ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riding on our praise
23-   SEIGNEUR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Oh Lord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 :    x2</a:t>
            </a:r>
            <a:endParaRPr lang="fr-FR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TU ES LÀ  QUAND NOUS T’ÉLEVONS</a:t>
            </a:r>
          </a:p>
          <a:p>
            <a:r>
              <a:rPr lang="fr-FR" smtClean="0"/>
              <a:t>You are here as we lift you up
2-  PAR NOS CHANTS SOIS COURONNÉ </a:t>
            </a:r>
          </a:p>
          <a:p>
            <a:r>
              <a:rPr lang="fr-FR" smtClean="0"/>
              <a:t>You are riding on our praise
3-  PRENDS LE TRÔNE AU-DESSUS DE TOUT DANS NOS LOUANGES VIENS SIÉGER </a:t>
            </a:r>
          </a:p>
          <a:p>
            <a:r>
              <a:rPr lang="fr-FR" smtClean="0"/>
              <a:t>Be enthroned over everything You are seated in our praise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ET C’EST PROPHÉTIQUE  IL Y A QUELQUE CHOSE DANS L’AIR  </a:t>
            </a:r>
          </a:p>
          <a:p>
            <a:r>
              <a:rPr lang="fr-FR" smtClean="0"/>
              <a:t>This is prophetic, I can feel it in the air
5-  QUAND TU ES ÉLEVÉ  TU CHANGES L’ATMOSPHÈRE </a:t>
            </a:r>
          </a:p>
          <a:p>
            <a:r>
              <a:rPr lang="fr-FR" smtClean="0"/>
              <a:t>We lift our praise and You change the atmosphere
6-  NOS CŒURS OUVERTS À TOI 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7-    OOOH  </a:t>
            </a:r>
          </a:p>
          <a:p>
            <a:endParaRPr lang="fr-FR" smtClean="0"/>
          </a:p>
          <a:p>
            <a:r>
              <a:rPr lang="fr-FR" smtClean="0"/>
              <a:t>	Refrain :
	8-  MONTE LE SON POUR CÉLÉBRER  </a:t>
            </a:r>
          </a:p>
          <a:p>
            <a:r>
              <a:rPr lang="fr-FR" smtClean="0"/>
              <a:t>	Turn it up, this sound of praise
	9-  QUE NOS LOUANGES  RÉSONNENT PLUS FORT  </a:t>
            </a:r>
          </a:p>
          <a:p>
            <a:r>
              <a:rPr lang="fr-FR" smtClean="0"/>
              <a:t>	Make it louder than any other
	10-  CRIE SON NOM POUR L’ÉLEVER </a:t>
            </a:r>
          </a:p>
          <a:p>
            <a:r>
              <a:rPr lang="fr-FR" smtClean="0"/>
              <a:t>	Lift Him up and shout His name 
	11-  PLUS ENCORE 
	over all </a:t>
            </a:r>
          </a:p>
          <a:p>
            <a:endParaRPr lang="fr-FR" smtClean="0"/>
          </a:p>
          <a:p>
            <a:r>
              <a:rPr lang="fr-FR" smtClean="0"/>
              <a:t>Couplet 2 :
12-  NOUS LOUONS  ET TOUT EST CHANGÉ  </a:t>
            </a:r>
          </a:p>
          <a:p>
            <a:r>
              <a:rPr lang="fr-FR" smtClean="0"/>
              <a:t>As we praise, well I can feel the change
13-  TA PRÉSENCE EST LIBÉRÉE</a:t>
            </a:r>
          </a:p>
          <a:p>
            <a:r>
              <a:rPr lang="fr-FR" smtClean="0"/>
              <a:t>As your presence now invades
14-   ON ENTEND DES CHAÎNES SE BRISER  ET DES PRISONS S’EFFONDRER X2</a:t>
            </a:r>
          </a:p>
          <a:p>
            <a:r>
              <a:rPr lang="fr-FR" smtClean="0"/>
              <a:t>Hear the sound of the broken chains Prison doors are giving way</a:t>
            </a:r>
          </a:p>
          <a:p>
            <a:endParaRPr lang="fr-FR" smtClean="0"/>
          </a:p>
          <a:p>
            <a:r>
              <a:rPr lang="fr-FR" smtClean="0"/>
              <a:t>15-  ET C’EST PROPHÉTIQUE  IL Y A QUELQUE CHOSE DANS L’AIR</a:t>
            </a:r>
          </a:p>
          <a:p>
            <a:r>
              <a:rPr lang="fr-FR" smtClean="0"/>
              <a:t>This is prophetic, I can feel it in the air
16-  QUAND TU ES ÉLEVÉ  TU CHANGES L’ATMOSPHÈRE  </a:t>
            </a:r>
          </a:p>
          <a:p>
            <a:r>
              <a:rPr lang="fr-FR" smtClean="0"/>
              <a:t>We lift our praise and You change the atmosphere</a:t>
            </a:r>
          </a:p>
          <a:p>
            <a:r>
              <a:rPr lang="fr-FR" smtClean="0"/>
              <a:t>
17-  NOS CŒURS OUVERTS À TOI NOUS CHANTONS D’UNE MÊME VOIX </a:t>
            </a:r>
          </a:p>
          <a:p>
            <a:r>
              <a:rPr lang="fr-FR" smtClean="0"/>
              <a:t>With hearts open now everybody singing out</a:t>
            </a:r>
          </a:p>
          <a:p>
            <a:r>
              <a:rPr lang="fr-FR" smtClean="0"/>
              <a:t>
18-  JE SUIS LIBRE  </a:t>
            </a:r>
          </a:p>
          <a:p>
            <a:r>
              <a:rPr lang="fr-FR" smtClean="0"/>
              <a:t>I am free!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Pont :
19-   NOS LOUANGES MONTENT  TA PLUIE DESCEND  X4</a:t>
            </a:r>
          </a:p>
          <a:p>
            <a:r>
              <a:rPr lang="fr-FR" smtClean="0"/>
              <a:t>Our praise goes up Your rain comes down</a:t>
            </a:r>
          </a:p>
          <a:p>
            <a:r>
              <a:rPr lang="fr-FR" smtClean="0"/>
              <a:t>20-  AVEC NOS CRIS POUR CÉLÉBRER  </a:t>
            </a:r>
          </a:p>
          <a:p>
            <a:r>
              <a:rPr lang="fr-FR" smtClean="0"/>
              <a:t>With shouts of praise we celebrate
21-  LE ROI DE GLOIRE FAIT SON ENTRÉE  </a:t>
            </a:r>
          </a:p>
          <a:p>
            <a:r>
              <a:rPr lang="fr-FR" smtClean="0"/>
              <a:t>King of glory enter in
22-  PAR NOS LOUANGES SOIS COURONNÉ </a:t>
            </a:r>
          </a:p>
          <a:p>
            <a:r>
              <a:rPr lang="fr-FR" smtClean="0"/>
              <a:t>You are riding on our praise
23-   SEIGNEUR </a:t>
            </a:r>
          </a:p>
          <a:p>
            <a:r>
              <a:rPr lang="fr-FR" smtClean="0"/>
              <a:t>Oh Lord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T’ÉLEVONS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NOS CHANTS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COURONNÉ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PRENDS LE TRÔNE AU-DESSUS DE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NOS LOUANGES VIENS SIÉGER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C’EST PROPHÉTIQUE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QUELQUE CHOSE DANS L’AIR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ES ÉLEVÉ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CHANGES L’ATMOSPHÈRE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OUVERTS À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CHANTONS D’UNE MÊME VOIX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 OOOH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MONTE LE 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CÉLÉBRER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NOS LOUANGES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RÉSONNENT PLUS FORT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SON NOM POUR L’ÉLEVER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ENCORE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LOUONS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TOUT EST CHANGÉ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LIBÉRÉE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ENTEND DES CHAÎNES SE BRISER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PRISONS S’EFFONDRER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C’EST PROPHÉTIQUE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IL Y A QUELQUE CHOSE DANS L’AIR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ES ÉLEVÉ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CHANGES L’ATMOSPHÈRE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OUVERTS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CHANTONS D’UNE MÊME VOIX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LIBRE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LOUANGES MONTENT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PLUIE DESCEND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NOS CRIS POUR CÉLÉBRER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ROI DE GLOIRE FAIT SON ENTRÉE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NOS LOUANGES SOIS COURONNÉ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973</Words>
  <Application>Microsoft Office PowerPoint</Application>
  <PresentationFormat>Affichage à l'écran (4:3)</PresentationFormat>
  <Paragraphs>1969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Arial Black</vt:lpstr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163</cp:revision>
  <dcterms:created xsi:type="dcterms:W3CDTF">2002-08-17T10:50:50Z</dcterms:created>
  <dcterms:modified xsi:type="dcterms:W3CDTF">2022-05-28T11:01:51Z</dcterms:modified>
</cp:coreProperties>
</file>