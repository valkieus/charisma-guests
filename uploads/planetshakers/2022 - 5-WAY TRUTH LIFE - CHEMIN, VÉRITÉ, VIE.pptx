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3" r:id="rId2"/>
    <p:sldId id="264" r:id="rId3"/>
    <p:sldId id="265" r:id="rId4"/>
    <p:sldId id="266" r:id="rId5"/>
    <p:sldId id="267" r:id="rId6"/>
    <p:sldId id="268" r:id="rId7"/>
    <p:sldId id="270" r:id="rId8"/>
    <p:sldId id="271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27023" autoAdjust="0"/>
  </p:normalViewPr>
  <p:slideViewPr>
    <p:cSldViewPr>
      <p:cViewPr varScale="1">
        <p:scale>
          <a:sx n="18" d="100"/>
          <a:sy n="18" d="100"/>
        </p:scale>
        <p:origin x="248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dirty="0" smtClean="0"/>
              <a:t>1-  VOIR À TRAVERS LES YEUX D’UN AMOUR SI INFINI </a:t>
            </a:r>
          </a:p>
          <a:p>
            <a:pPr>
              <a:defRPr/>
            </a:pPr>
            <a:r>
              <a:rPr lang="fr-FR" dirty="0" err="1" smtClean="0"/>
              <a:t>Looking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the </a:t>
            </a:r>
            <a:r>
              <a:rPr lang="fr-FR" dirty="0" err="1" smtClean="0"/>
              <a:t>lens</a:t>
            </a:r>
            <a:r>
              <a:rPr lang="fr-FR" dirty="0" smtClean="0"/>
              <a:t> Of a love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ends 
2-  C’EST MERVEILLEUX </a:t>
            </a:r>
          </a:p>
          <a:p>
            <a:pPr>
              <a:defRPr/>
            </a:pPr>
            <a:r>
              <a:rPr lang="fr-FR" dirty="0" smtClean="0"/>
              <a:t>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
3-  TU ES VENU DANS MA VIE   ET TOUT EST PLUS CLAIR DEPUIS </a:t>
            </a:r>
          </a:p>
          <a:p>
            <a:pPr>
              <a:defRPr/>
            </a:pPr>
            <a:r>
              <a:rPr lang="fr-FR" dirty="0" smtClean="0"/>
              <a:t>You came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life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bright</a:t>
            </a:r>
            <a:r>
              <a:rPr lang="fr-FR" dirty="0" smtClean="0"/>
              <a:t>
4-  C’EST MERVEILLEUX </a:t>
            </a:r>
          </a:p>
          <a:p>
            <a:pPr>
              <a:defRPr/>
            </a:pPr>
            <a:r>
              <a:rPr lang="fr-FR" dirty="0" smtClean="0"/>
              <a:t>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	Refrain :</a:t>
            </a:r>
          </a:p>
          <a:p>
            <a:pPr>
              <a:defRPr/>
            </a:pPr>
            <a:r>
              <a:rPr lang="fr-FR" dirty="0" smtClean="0"/>
              <a:t>	5-  JE VIS, JE VIS, JE VIS, JE VIS  JE VIS MA MEILLEURE VIE 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livin</a:t>
            </a:r>
            <a:r>
              <a:rPr lang="fr-FR" dirty="0" smtClean="0"/>
              <a:t>, </a:t>
            </a:r>
            <a:r>
              <a:rPr lang="fr-FR" dirty="0" err="1" smtClean="0"/>
              <a:t>livin</a:t>
            </a:r>
            <a:r>
              <a:rPr lang="fr-FR" dirty="0" smtClean="0"/>
              <a:t>, </a:t>
            </a:r>
            <a:r>
              <a:rPr lang="fr-FR" dirty="0" err="1" smtClean="0"/>
              <a:t>livin</a:t>
            </a:r>
            <a:r>
              <a:rPr lang="fr-FR" dirty="0" smtClean="0"/>
              <a:t>, </a:t>
            </a:r>
            <a:r>
              <a:rPr lang="fr-FR" dirty="0" err="1" smtClean="0"/>
              <a:t>livin</a:t>
            </a:r>
            <a:r>
              <a:rPr lang="fr-FR" dirty="0" smtClean="0"/>
              <a:t> </a:t>
            </a:r>
            <a:r>
              <a:rPr lang="fr-FR" dirty="0" err="1" smtClean="0"/>
              <a:t>Livin</a:t>
            </a:r>
            <a:r>
              <a:rPr lang="fr-FR" dirty="0" smtClean="0"/>
              <a:t>, </a:t>
            </a:r>
            <a:r>
              <a:rPr lang="fr-FR" dirty="0" err="1" smtClean="0"/>
              <a:t>livin</a:t>
            </a:r>
            <a:r>
              <a:rPr lang="fr-FR" dirty="0" smtClean="0"/>
              <a:t> </a:t>
            </a:r>
            <a:r>
              <a:rPr lang="fr-FR" dirty="0" err="1" smtClean="0"/>
              <a:t>livin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best life
	6-  CAR JE VIS, JE VIS, JE VIS JE VIS AVEC LE GRAND JE SUIS </a:t>
            </a:r>
          </a:p>
          <a:p>
            <a:pPr>
              <a:defRPr/>
            </a:pPr>
            <a:r>
              <a:rPr lang="fr-FR" dirty="0" smtClean="0"/>
              <a:t>	'Cause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livin</a:t>
            </a:r>
            <a:r>
              <a:rPr lang="fr-FR" dirty="0" smtClean="0"/>
              <a:t>, </a:t>
            </a:r>
            <a:r>
              <a:rPr lang="fr-FR" dirty="0" err="1" smtClean="0"/>
              <a:t>livin</a:t>
            </a:r>
            <a:r>
              <a:rPr lang="fr-FR" dirty="0" smtClean="0"/>
              <a:t>, </a:t>
            </a:r>
            <a:r>
              <a:rPr lang="fr-FR" dirty="0" err="1" smtClean="0"/>
              <a:t>livin</a:t>
            </a:r>
            <a:r>
              <a:rPr lang="fr-FR" dirty="0" smtClean="0"/>
              <a:t> </a:t>
            </a:r>
            <a:r>
              <a:rPr lang="fr-FR" dirty="0" err="1" smtClean="0"/>
              <a:t>Livin</a:t>
            </a:r>
            <a:r>
              <a:rPr lang="fr-FR" dirty="0" smtClean="0"/>
              <a:t>, </a:t>
            </a:r>
            <a:r>
              <a:rPr lang="fr-FR" dirty="0" err="1" smtClean="0"/>
              <a:t>livin</a:t>
            </a:r>
            <a:r>
              <a:rPr lang="fr-FR" dirty="0" smtClean="0"/>
              <a:t>, </a:t>
            </a:r>
            <a:r>
              <a:rPr lang="fr-FR" dirty="0" err="1" smtClean="0"/>
              <a:t>livin</a:t>
            </a:r>
            <a:r>
              <a:rPr lang="fr-FR" dirty="0" smtClean="0"/>
              <a:t> live for the </a:t>
            </a:r>
            <a:r>
              <a:rPr lang="fr-FR" dirty="0" err="1" smtClean="0"/>
              <a:t>most</a:t>
            </a:r>
            <a:r>
              <a:rPr lang="fr-FR" dirty="0" smtClean="0"/>
              <a:t> high
	7-  TU ES LE CHEMIN, LA VÉRITÉ, LA VIE       x3</a:t>
            </a:r>
          </a:p>
          <a:p>
            <a:pPr>
              <a:defRPr/>
            </a:pPr>
            <a:r>
              <a:rPr lang="fr-FR" dirty="0" smtClean="0"/>
              <a:t>	You are the </a:t>
            </a:r>
            <a:r>
              <a:rPr lang="fr-FR" dirty="0" err="1" smtClean="0"/>
              <a:t>way</a:t>
            </a:r>
            <a:r>
              <a:rPr lang="fr-FR" dirty="0" smtClean="0"/>
              <a:t> And the </a:t>
            </a:r>
            <a:r>
              <a:rPr lang="fr-FR" dirty="0" err="1" smtClean="0"/>
              <a:t>truth</a:t>
            </a:r>
            <a:r>
              <a:rPr lang="fr-FR" dirty="0" smtClean="0"/>
              <a:t> and life You are
	8-  ET TOUT EST BIEN MEILLEUR AVEC TOI </a:t>
            </a:r>
          </a:p>
          <a:p>
            <a:pPr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
	9-  TU ES LE CHEMIN, LA VÉRITÉ, LA VIE      x3  </a:t>
            </a:r>
          </a:p>
          <a:p>
            <a:pPr>
              <a:defRPr/>
            </a:pPr>
            <a:r>
              <a:rPr lang="fr-FR" dirty="0" smtClean="0"/>
              <a:t>	You are the </a:t>
            </a:r>
            <a:r>
              <a:rPr lang="fr-FR" dirty="0" err="1" smtClean="0"/>
              <a:t>way</a:t>
            </a:r>
            <a:r>
              <a:rPr lang="fr-FR" dirty="0" smtClean="0"/>
              <a:t> And the </a:t>
            </a:r>
            <a:r>
              <a:rPr lang="fr-FR" dirty="0" err="1" smtClean="0"/>
              <a:t>truth</a:t>
            </a:r>
            <a:r>
              <a:rPr lang="fr-FR" dirty="0" smtClean="0"/>
              <a:t> and life You are
	10-  ET TOUT EST BIEN MEILLEUR AVEC TOI </a:t>
            </a:r>
          </a:p>
          <a:p>
            <a:pPr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You</a:t>
            </a:r>
          </a:p>
          <a:p>
            <a:pPr>
              <a:defRPr/>
            </a:pPr>
            <a:r>
              <a:rPr lang="fr-FR" dirty="0" smtClean="0"/>
              <a:t>
11-  VIVRE CHAQUE PAS AVEC DIEU TOUT PRÈS DE MOI </a:t>
            </a:r>
          </a:p>
          <a:p>
            <a:pPr>
              <a:defRPr/>
            </a:pPr>
            <a:r>
              <a:rPr lang="fr-FR" dirty="0" err="1" smtClean="0"/>
              <a:t>Walking</a:t>
            </a:r>
            <a:r>
              <a:rPr lang="fr-FR" dirty="0" smtClean="0"/>
              <a:t> </a:t>
            </a:r>
            <a:r>
              <a:rPr lang="fr-FR" dirty="0" err="1" smtClean="0"/>
              <a:t>through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life </a:t>
            </a:r>
            <a:r>
              <a:rPr lang="fr-FR" dirty="0" err="1" smtClean="0"/>
              <a:t>With</a:t>
            </a:r>
            <a:r>
              <a:rPr lang="fr-FR" dirty="0" smtClean="0"/>
              <a:t> the best on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
12-  C’EST MERVEILLEUX </a:t>
            </a:r>
          </a:p>
          <a:p>
            <a:pPr>
              <a:defRPr/>
            </a:pPr>
            <a:r>
              <a:rPr lang="fr-FR" dirty="0" smtClean="0"/>
              <a:t>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
13-  JE MARCHERAI DANS TA VOIE ET CELA NE CHANGERA PAS </a:t>
            </a:r>
          </a:p>
          <a:p>
            <a:pPr>
              <a:defRPr/>
            </a:pPr>
            <a:r>
              <a:rPr lang="fr-FR" dirty="0" err="1" smtClean="0"/>
              <a:t>I’ll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go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And </a:t>
            </a:r>
            <a:r>
              <a:rPr lang="fr-FR" dirty="0" err="1" smtClean="0"/>
              <a:t>that’s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change
14-  C’EST MERVEILLEUX </a:t>
            </a:r>
          </a:p>
          <a:p>
            <a:pPr>
              <a:defRPr/>
            </a:pPr>
            <a:r>
              <a:rPr lang="fr-FR" dirty="0" smtClean="0"/>
              <a:t>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r>
              <a:rPr lang="fr-FR" dirty="0" smtClean="0"/>
              <a:t>
15-  GLISSE SUR LA GAUCHE GLISSE SUR LA DROITE </a:t>
            </a:r>
          </a:p>
          <a:p>
            <a:pPr>
              <a:defRPr/>
            </a:pPr>
            <a:r>
              <a:rPr lang="fr-FR" dirty="0" smtClean="0"/>
              <a:t>Slide to the </a:t>
            </a:r>
            <a:r>
              <a:rPr lang="fr-FR" dirty="0" err="1" smtClean="0"/>
              <a:t>left</a:t>
            </a:r>
            <a:r>
              <a:rPr lang="fr-FR" dirty="0" smtClean="0"/>
              <a:t> Slide to the right
16-  DONNE TON MEILLEUR PAS LOUE-LE ENCORE UNE FOIS </a:t>
            </a:r>
          </a:p>
          <a:p>
            <a:pPr>
              <a:defRPr/>
            </a:pP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all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all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Rap :</a:t>
            </a:r>
          </a:p>
          <a:p>
            <a:pPr>
              <a:defRPr/>
            </a:pPr>
            <a:r>
              <a:rPr lang="fr-FR" dirty="0" smtClean="0"/>
              <a:t>17-  TU ES LE CHEMIN  AUJOURD’HUI À JAMAIS </a:t>
            </a:r>
          </a:p>
          <a:p>
            <a:pPr>
              <a:defRPr/>
            </a:pPr>
            <a:r>
              <a:rPr lang="fr-FR" dirty="0" smtClean="0"/>
              <a:t>You are the </a:t>
            </a:r>
            <a:r>
              <a:rPr lang="fr-FR" dirty="0" err="1" smtClean="0"/>
              <a:t>way</a:t>
            </a:r>
            <a:r>
              <a:rPr lang="fr-FR" dirty="0" smtClean="0"/>
              <a:t>, </a:t>
            </a:r>
            <a:r>
              <a:rPr lang="fr-FR" dirty="0" err="1" smtClean="0"/>
              <a:t>today</a:t>
            </a:r>
            <a:r>
              <a:rPr lang="fr-FR" dirty="0" smtClean="0"/>
              <a:t> and </a:t>
            </a:r>
            <a:r>
              <a:rPr lang="fr-FR" dirty="0" err="1" smtClean="0"/>
              <a:t>everyday</a:t>
            </a:r>
            <a:r>
              <a:rPr lang="fr-FR" dirty="0" smtClean="0"/>
              <a:t>
18-  TU NE CHANGES PAS TU ES LE MÊME QU’HIER </a:t>
            </a:r>
          </a:p>
          <a:p>
            <a:pPr>
              <a:defRPr/>
            </a:pPr>
            <a:r>
              <a:rPr lang="fr-FR" dirty="0" smtClean="0"/>
              <a:t>You </a:t>
            </a:r>
            <a:r>
              <a:rPr lang="fr-FR" dirty="0" err="1" smtClean="0"/>
              <a:t>never</a:t>
            </a:r>
            <a:r>
              <a:rPr lang="fr-FR" dirty="0" smtClean="0"/>
              <a:t> change in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age</a:t>
            </a:r>
            <a:r>
              <a:rPr lang="fr-FR" dirty="0" smtClean="0"/>
              <a:t> You are the </a:t>
            </a:r>
            <a:r>
              <a:rPr lang="fr-FR" dirty="0" err="1" smtClean="0"/>
              <a:t>same</a:t>
            </a:r>
            <a:r>
              <a:rPr lang="fr-FR" dirty="0" smtClean="0"/>
              <a:t> as </a:t>
            </a:r>
            <a:r>
              <a:rPr lang="fr-FR" dirty="0" err="1" smtClean="0"/>
              <a:t>yesterday</a:t>
            </a:r>
            <a:r>
              <a:rPr lang="fr-FR" dirty="0" smtClean="0"/>
              <a:t>
19-  ET OUI, JE TE LOUERAI  POUR TOUJOURS À JAMAIS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yes</a:t>
            </a:r>
            <a:r>
              <a:rPr lang="fr-FR" dirty="0" smtClean="0"/>
              <a:t>,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You </a:t>
            </a:r>
            <a:r>
              <a:rPr lang="fr-FR" dirty="0" err="1" smtClean="0"/>
              <a:t>forever</a:t>
            </a:r>
            <a:r>
              <a:rPr lang="fr-FR" dirty="0" smtClean="0"/>
              <a:t> and </a:t>
            </a:r>
            <a:r>
              <a:rPr lang="fr-FR" dirty="0" err="1" smtClean="0"/>
              <a:t>ever</a:t>
            </a:r>
            <a:r>
              <a:rPr lang="fr-FR" dirty="0" smtClean="0"/>
              <a:t>
20-  JE NE T’OUBLIERAI JAMAIS </a:t>
            </a:r>
          </a:p>
          <a:p>
            <a:pPr>
              <a:defRPr/>
            </a:pP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forget</a:t>
            </a:r>
            <a:r>
              <a:rPr lang="fr-FR" dirty="0" smtClean="0"/>
              <a:t> You
21-  CAR JE VIS, JE VIS, JE VIS, JE VIS  JE VIS LE MEILLEUR </a:t>
            </a:r>
          </a:p>
          <a:p>
            <a:pPr>
              <a:defRPr/>
            </a:pPr>
            <a:r>
              <a:rPr lang="fr-FR" dirty="0" smtClean="0"/>
              <a:t>'Cause,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livin</a:t>
            </a:r>
            <a:r>
              <a:rPr lang="fr-FR" dirty="0" smtClean="0"/>
              <a:t>', </a:t>
            </a:r>
            <a:r>
              <a:rPr lang="fr-FR" dirty="0" err="1" smtClean="0"/>
              <a:t>livin</a:t>
            </a:r>
            <a:r>
              <a:rPr lang="fr-FR" dirty="0" smtClean="0"/>
              <a:t>', </a:t>
            </a:r>
            <a:r>
              <a:rPr lang="fr-FR" dirty="0" err="1" smtClean="0"/>
              <a:t>livin</a:t>
            </a:r>
            <a:r>
              <a:rPr lang="fr-FR" dirty="0" smtClean="0"/>
              <a:t>' </a:t>
            </a:r>
            <a:r>
              <a:rPr lang="fr-FR" dirty="0" err="1" smtClean="0"/>
              <a:t>my</a:t>
            </a:r>
            <a:r>
              <a:rPr lang="fr-FR" dirty="0" smtClean="0"/>
              <a:t> best </a:t>
            </a:r>
            <a:r>
              <a:rPr lang="fr-FR" dirty="0" err="1" smtClean="0"/>
              <a:t>with</a:t>
            </a:r>
            <a:r>
              <a:rPr lang="fr-FR" dirty="0" smtClean="0"/>
              <a:t> the best</a:t>
            </a:r>
          </a:p>
          <a:p>
            <a:pPr>
              <a:defRPr/>
            </a:pPr>
            <a:r>
              <a:rPr lang="fr-FR" dirty="0" smtClean="0"/>
              <a:t>
22-  AVEC LE MEILLEUR, JE SUIS BÉNI </a:t>
            </a:r>
          </a:p>
          <a:p>
            <a:pPr>
              <a:defRPr/>
            </a:pPr>
            <a:r>
              <a:rPr lang="fr-FR" dirty="0" err="1" smtClean="0"/>
              <a:t>Yes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blessed</a:t>
            </a:r>
            <a:r>
              <a:rPr lang="fr-FR" dirty="0" smtClean="0"/>
              <a:t> 
23-  QUEL QUE SOIT LE DÉFI JE VIS EN HD </a:t>
            </a:r>
          </a:p>
          <a:p>
            <a:pPr>
              <a:defRPr/>
            </a:pPr>
            <a:r>
              <a:rPr lang="fr-FR" dirty="0" err="1" smtClean="0"/>
              <a:t>Doesn't</a:t>
            </a:r>
            <a:r>
              <a:rPr lang="fr-FR" dirty="0" smtClean="0"/>
              <a:t> </a:t>
            </a:r>
            <a:r>
              <a:rPr lang="fr-FR" dirty="0" err="1" smtClean="0"/>
              <a:t>matter</a:t>
            </a:r>
            <a:r>
              <a:rPr lang="fr-FR" dirty="0" smtClean="0"/>
              <a:t> the test 'Cause I </a:t>
            </a:r>
            <a:r>
              <a:rPr lang="fr-FR" dirty="0" err="1" smtClean="0"/>
              <a:t>got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HD
24-  PARCE QUE J’AI MON JC MAINTENANT JE VIS, JE VIS LIBRE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got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JC </a:t>
            </a:r>
            <a:r>
              <a:rPr lang="fr-FR" dirty="0" err="1" smtClean="0"/>
              <a:t>Now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livin</a:t>
            </a:r>
            <a:r>
              <a:rPr lang="fr-FR" dirty="0" smtClean="0"/>
              <a:t>', </a:t>
            </a:r>
            <a:r>
              <a:rPr lang="fr-FR" dirty="0" err="1" smtClean="0"/>
              <a:t>livin</a:t>
            </a:r>
            <a:r>
              <a:rPr lang="fr-FR" dirty="0" smtClean="0"/>
              <a:t>' free
25-  JE VIS, JE VIS COMME UN ROI ALLEZ, VIS-LE AVEC MOI 
</a:t>
            </a:r>
            <a:r>
              <a:rPr lang="fr-FR" dirty="0" err="1" smtClean="0"/>
              <a:t>Livin</a:t>
            </a:r>
            <a:r>
              <a:rPr lang="fr-FR" dirty="0" smtClean="0"/>
              <a:t>', </a:t>
            </a:r>
            <a:r>
              <a:rPr lang="fr-FR" dirty="0" err="1" smtClean="0"/>
              <a:t>livin</a:t>
            </a:r>
            <a:r>
              <a:rPr lang="fr-FR" dirty="0" smtClean="0"/>
              <a:t>' </a:t>
            </a: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king</a:t>
            </a:r>
            <a:r>
              <a:rPr lang="fr-FR" dirty="0" smtClean="0"/>
              <a:t> C'mon live </a:t>
            </a:r>
            <a:r>
              <a:rPr lang="fr-FR" dirty="0" err="1" smtClean="0"/>
              <a:t>it</a:t>
            </a:r>
            <a:r>
              <a:rPr lang="fr-FR" dirty="0" smtClean="0"/>
              <a:t> up </a:t>
            </a:r>
            <a:r>
              <a:rPr lang="fr-FR" dirty="0" err="1" smtClean="0"/>
              <a:t>with</a:t>
            </a:r>
            <a:r>
              <a:rPr lang="fr-FR" dirty="0" smtClean="0"/>
              <a:t> me, yeah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07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335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181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537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244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583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781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637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119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6099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734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201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03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310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192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542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437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0601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1503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9031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787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736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0971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fr-FR" smtClean="0"/>
              <a:t>1-  VOIR À TRAVERS LES YEUX D’UN AMOUR SI INFINI </a:t>
            </a:r>
          </a:p>
          <a:p>
            <a:pPr>
              <a:defRPr/>
            </a:pPr>
            <a:r>
              <a:rPr lang="fr-FR" smtClean="0"/>
              <a:t>Looking through the lens Of a love that never ends 
2-  C’EST MERVEILLEUX </a:t>
            </a:r>
          </a:p>
          <a:p>
            <a:pPr>
              <a:defRPr/>
            </a:pPr>
            <a:r>
              <a:rPr lang="fr-FR" smtClean="0"/>
              <a:t>How great it is 
3-  TU ES VENU DANS MA VIE   ET TOUT EST PLUS CLAIR DEPUIS </a:t>
            </a:r>
          </a:p>
          <a:p>
            <a:pPr>
              <a:defRPr/>
            </a:pPr>
            <a:r>
              <a:rPr lang="fr-FR" smtClean="0"/>
              <a:t>You came into my life And now everything is bright
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r>
              <a:rPr lang="fr-FR" smtClean="0"/>
              <a:t>
	Refrain :</a:t>
            </a:r>
          </a:p>
          <a:p>
            <a:pPr>
              <a:defRPr/>
            </a:pPr>
            <a:r>
              <a:rPr lang="fr-FR" smtClean="0"/>
              <a:t>	5-  JE VIS, JE VIS, JE VIS, JE VIS  JE VIS MA MEILLEURE VIE </a:t>
            </a:r>
          </a:p>
          <a:p>
            <a:pPr>
              <a:defRPr/>
            </a:pPr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pPr>
              <a:defRPr/>
            </a:pPr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pPr>
              <a:defRPr/>
            </a:pPr>
            <a:r>
              <a:rPr lang="fr-FR" smtClean="0"/>
              <a:t>	You are the way And the truth and life You are
	8-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
	9-  TU ES LE CHEMIN, LA VÉRITÉ, LA VIE      x3  </a:t>
            </a:r>
          </a:p>
          <a:p>
            <a:pPr>
              <a:defRPr/>
            </a:pPr>
            <a:r>
              <a:rPr lang="fr-FR" smtClean="0"/>
              <a:t>	You are the way And the truth and life You are
	10-  ET TOUT EST BIEN MEILLEUR AVEC TOI </a:t>
            </a:r>
          </a:p>
          <a:p>
            <a:pPr>
              <a:defRPr/>
            </a:pPr>
            <a:r>
              <a:rPr lang="fr-FR" smtClean="0"/>
              <a:t>	And everything is better with You</a:t>
            </a:r>
          </a:p>
          <a:p>
            <a:pPr>
              <a:defRPr/>
            </a:pPr>
            <a:r>
              <a:rPr lang="fr-FR" smtClean="0"/>
              <a:t>
11-  VIVRE CHAQUE PAS AVEC DIEU TOUT PRÈS DE MOI </a:t>
            </a:r>
          </a:p>
          <a:p>
            <a:pPr>
              <a:defRPr/>
            </a:pPr>
            <a:r>
              <a:rPr lang="fr-FR" smtClean="0"/>
              <a:t>Walking through this life With the best on my side
12-  C’EST MERVEILLEUX </a:t>
            </a:r>
          </a:p>
          <a:p>
            <a:pPr>
              <a:defRPr/>
            </a:pPr>
            <a:r>
              <a:rPr lang="fr-FR" smtClean="0"/>
              <a:t>How great it is
13-  JE MARCHERAI DANS TA VOIE ET CELA NE CHANGERA PAS </a:t>
            </a:r>
          </a:p>
          <a:p>
            <a:pPr>
              <a:defRPr/>
            </a:pPr>
            <a:r>
              <a:rPr lang="fr-FR" smtClean="0"/>
              <a:t>I’ll always go Your way And that’s never gonna change
14-  C’EST MERVEILLEUX </a:t>
            </a:r>
          </a:p>
          <a:p>
            <a:pPr>
              <a:defRPr/>
            </a:pPr>
            <a:r>
              <a:rPr lang="fr-FR" smtClean="0"/>
              <a:t>How great it is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
15-  GLISSE SUR LA GAUCHE GLISSE SUR LA DROITE </a:t>
            </a:r>
          </a:p>
          <a:p>
            <a:pPr>
              <a:defRPr/>
            </a:pPr>
            <a:r>
              <a:rPr lang="fr-FR" smtClean="0"/>
              <a:t>Slide to the left Slide to the right
16-  DONNE TON MEILLEUR PAS LOUE-LE ENCORE UNE FOIS </a:t>
            </a:r>
          </a:p>
          <a:p>
            <a:pPr>
              <a:defRPr/>
            </a:pPr>
            <a:r>
              <a:rPr lang="fr-FR" smtClean="0"/>
              <a:t>Give Him all you got now Give Him all your praise now</a:t>
            </a:r>
          </a:p>
          <a:p>
            <a:pPr>
              <a:defRPr/>
            </a:pPr>
            <a:r>
              <a:rPr lang="fr-FR" smtClean="0"/>
              <a:t>
Rap :</a:t>
            </a:r>
          </a:p>
          <a:p>
            <a:pPr>
              <a:defRPr/>
            </a:pPr>
            <a:r>
              <a:rPr lang="fr-FR" smtClean="0"/>
              <a:t>17-  TU ES LE CHEMIN  AUJOURD’HUI À JAMAIS </a:t>
            </a:r>
          </a:p>
          <a:p>
            <a:pPr>
              <a:defRPr/>
            </a:pPr>
            <a:r>
              <a:rPr lang="fr-FR" smtClean="0"/>
              <a:t>You are the way, today and everyday
18-  TU NE CHANGES PAS TU ES LE MÊME QU’HIER </a:t>
            </a:r>
          </a:p>
          <a:p>
            <a:pPr>
              <a:defRPr/>
            </a:pPr>
            <a:r>
              <a:rPr lang="fr-FR" smtClean="0"/>
              <a:t>You never change in every age You are the same as yesterday
19-  ET OUI, JE TE LOUERAI  POUR TOUJOURS À JAMAIS </a:t>
            </a:r>
          </a:p>
          <a:p>
            <a:pPr>
              <a:defRPr/>
            </a:pPr>
            <a:r>
              <a:rPr lang="fr-FR" smtClean="0"/>
              <a:t>And yes, I'll praise You forever and ever
20-  JE NE T’OUBLIERAI JAMAIS </a:t>
            </a:r>
          </a:p>
          <a:p>
            <a:pPr>
              <a:defRPr/>
            </a:pPr>
            <a:r>
              <a:rPr lang="fr-FR" smtClean="0"/>
              <a:t>I'll never forget You
21-  CAR JE VIS, JE VIS, JE VIS, JE VIS  JE VIS LE MEILLEUR </a:t>
            </a:r>
          </a:p>
          <a:p>
            <a:pPr>
              <a:defRPr/>
            </a:pPr>
            <a:r>
              <a:rPr lang="fr-FR" smtClean="0"/>
              <a:t>'Cause, I'm livin', livin', livin' my best with the best</a:t>
            </a:r>
          </a:p>
          <a:p>
            <a:pPr>
              <a:defRPr/>
            </a:pPr>
            <a:r>
              <a:rPr lang="fr-FR" smtClean="0"/>
              <a:t>
22-  AVEC LE MEILLEUR, JE SUIS BÉNI </a:t>
            </a:r>
          </a:p>
          <a:p>
            <a:pPr>
              <a:defRPr/>
            </a:pPr>
            <a:r>
              <a:rPr lang="fr-FR" smtClean="0"/>
              <a:t>Yes I'm blessed 
23-  QUEL QUE SOIT LE DÉFI JE VIS EN HD </a:t>
            </a:r>
          </a:p>
          <a:p>
            <a:pPr>
              <a:defRPr/>
            </a:pPr>
            <a:r>
              <a:rPr lang="fr-FR" smtClean="0"/>
              <a:t>Doesn't matter the test 'Cause I got my HD
24-  PARCE QUE J’AI MON JC MAINTENANT JE VIS, JE VIS LIBRE </a:t>
            </a:r>
          </a:p>
          <a:p>
            <a:pPr>
              <a:defRPr/>
            </a:pPr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VOIR À TRAVERS LES YEUX D’UN AMOUR SI INFINI </a:t>
            </a:r>
          </a:p>
          <a:p>
            <a:r>
              <a:rPr lang="fr-FR" smtClean="0"/>
              <a:t>Looking through the lens Of a love that never ends 
2-  C’EST MERVEILLEUX </a:t>
            </a:r>
          </a:p>
          <a:p>
            <a:r>
              <a:rPr lang="fr-FR" smtClean="0"/>
              <a:t>How great it is 
3-  TU ES VENU DANS MA VIE   ET TOUT EST PLUS CLAIR DEPUIS </a:t>
            </a:r>
          </a:p>
          <a:p>
            <a:r>
              <a:rPr lang="fr-FR" smtClean="0"/>
              <a:t>You came into my life And now everything is bright
4-  C’EST MERVEILLEUX </a:t>
            </a:r>
          </a:p>
          <a:p>
            <a:r>
              <a:rPr lang="fr-FR" smtClean="0"/>
              <a:t>How great it is</a:t>
            </a:r>
          </a:p>
          <a:p>
            <a:r>
              <a:rPr lang="fr-FR" smtClean="0"/>
              <a:t>
	Refrain :</a:t>
            </a:r>
          </a:p>
          <a:p>
            <a:r>
              <a:rPr lang="fr-FR" smtClean="0"/>
              <a:t>	5-  JE VIS, JE VIS, JE VIS, JE VIS  JE VIS MA MEILLEURE VIE </a:t>
            </a:r>
          </a:p>
          <a:p>
            <a:r>
              <a:rPr lang="fr-FR" smtClean="0"/>
              <a:t>	I’m livin, livin, livin, livin Livin, livin livin my best life
	6-  CAR JE VIS, JE VIS, JE VIS JE VIS AVEC LE GRAND JE SUIS </a:t>
            </a:r>
          </a:p>
          <a:p>
            <a:r>
              <a:rPr lang="fr-FR" smtClean="0"/>
              <a:t>	'Cause I’m livin, livin, livin Livin, livin, livin live for the most high
	7-  TU ES LE CHEMIN, LA VÉRITÉ, LA VIE       x3</a:t>
            </a:r>
          </a:p>
          <a:p>
            <a:r>
              <a:rPr lang="fr-FR" smtClean="0"/>
              <a:t>	You are the way And the truth and life You are
	8-  ET TOUT EST BIEN MEILLEUR AVEC TOI </a:t>
            </a:r>
          </a:p>
          <a:p>
            <a:r>
              <a:rPr lang="fr-FR" smtClean="0"/>
              <a:t>	And everything is better with You
	9-  TU ES LE CHEMIN, LA VÉRITÉ, LA VIE      x3  </a:t>
            </a:r>
          </a:p>
          <a:p>
            <a:r>
              <a:rPr lang="fr-FR" smtClean="0"/>
              <a:t>	You are the way And the truth and life You are
	10-  ET TOUT EST BIEN MEILLEUR AVEC TOI </a:t>
            </a:r>
          </a:p>
          <a:p>
            <a:r>
              <a:rPr lang="fr-FR" smtClean="0"/>
              <a:t>	And everything is better with You</a:t>
            </a:r>
          </a:p>
          <a:p>
            <a:r>
              <a:rPr lang="fr-FR" smtClean="0"/>
              <a:t>
11-  VIVRE CHAQUE PAS AVEC DIEU TOUT PRÈS DE MOI </a:t>
            </a:r>
          </a:p>
          <a:p>
            <a:r>
              <a:rPr lang="fr-FR" smtClean="0"/>
              <a:t>Walking through this life With the best on my side
12-  C’EST MERVEILLEUX </a:t>
            </a:r>
          </a:p>
          <a:p>
            <a:r>
              <a:rPr lang="fr-FR" smtClean="0"/>
              <a:t>How great it is
13-  JE MARCHERAI DANS TA VOIE ET CELA NE CHANGERA PAS </a:t>
            </a:r>
          </a:p>
          <a:p>
            <a:r>
              <a:rPr lang="fr-FR" smtClean="0"/>
              <a:t>I’ll always go Your way And that’s never gonna change
14-  C’EST MERVEILLEUX </a:t>
            </a:r>
          </a:p>
          <a:p>
            <a:r>
              <a:rPr lang="fr-FR" smtClean="0"/>
              <a:t>How great it is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GLISSE SUR LA GAUCHE GLISSE SUR LA DROITE </a:t>
            </a:r>
          </a:p>
          <a:p>
            <a:r>
              <a:rPr lang="fr-FR" smtClean="0"/>
              <a:t>Slide to the left Slide to the right
16-  DONNE TON MEILLEUR PAS LOUE-LE ENCORE UNE FOIS </a:t>
            </a:r>
          </a:p>
          <a:p>
            <a:r>
              <a:rPr lang="fr-FR" smtClean="0"/>
              <a:t>Give Him all you got now Give Him all your praise now</a:t>
            </a:r>
          </a:p>
          <a:p>
            <a:r>
              <a:rPr lang="fr-FR" smtClean="0"/>
              <a:t>
Rap :</a:t>
            </a:r>
          </a:p>
          <a:p>
            <a:r>
              <a:rPr lang="fr-FR" smtClean="0"/>
              <a:t>17-  TU ES LE CHEMIN  AUJOURD’HUI À JAMAIS </a:t>
            </a:r>
          </a:p>
          <a:p>
            <a:r>
              <a:rPr lang="fr-FR" smtClean="0"/>
              <a:t>You are the way, today and everyday
18-  TU NE CHANGES PAS TU ES LE MÊME QU’HIER </a:t>
            </a:r>
          </a:p>
          <a:p>
            <a:r>
              <a:rPr lang="fr-FR" smtClean="0"/>
              <a:t>You never change in every age You are the same as yesterday
19-  ET OUI, JE TE LOUERAI  POUR TOUJOURS À JAMAIS </a:t>
            </a:r>
          </a:p>
          <a:p>
            <a:r>
              <a:rPr lang="fr-FR" smtClean="0"/>
              <a:t>And yes, I'll praise You forever and ever
20-  JE NE T’OUBLIERAI JAMAIS </a:t>
            </a:r>
          </a:p>
          <a:p>
            <a:r>
              <a:rPr lang="fr-FR" smtClean="0"/>
              <a:t>I'll never forget You
21-  CAR JE VIS, JE VIS, JE VIS, JE VIS  JE VIS LE MEILLEUR </a:t>
            </a:r>
          </a:p>
          <a:p>
            <a:r>
              <a:rPr lang="fr-FR" smtClean="0"/>
              <a:t>'Cause, I'm livin', livin', livin' my best with the best</a:t>
            </a:r>
          </a:p>
          <a:p>
            <a:r>
              <a:rPr lang="fr-FR" smtClean="0"/>
              <a:t>
22-  AVEC LE MEILLEUR, JE SUIS BÉNI </a:t>
            </a:r>
          </a:p>
          <a:p>
            <a:r>
              <a:rPr lang="fr-FR" smtClean="0"/>
              <a:t>Yes I'm blessed 
23-  QUEL QUE SOIT LE DÉFI JE VIS EN HD </a:t>
            </a:r>
          </a:p>
          <a:p>
            <a:r>
              <a:rPr lang="fr-FR" smtClean="0"/>
              <a:t>Doesn't matter the test 'Cause I got my HD
24-  PARCE QUE J’AI MON JC MAINTENANT JE VIS, JE VIS LIBRE </a:t>
            </a:r>
          </a:p>
          <a:p>
            <a:r>
              <a:rPr lang="fr-FR" smtClean="0"/>
              <a:t>When I got my JC Now, I'm livin', livin' free
25-  JE VIS, JE VIS COMME UN ROI ALLEZ, VIS-LE AVEC MOI 
Livin', livin' like a king C'mon live it up with me, yeah</a:t>
            </a:r>
          </a:p>
          <a:p>
            <a:endParaRPr lang="fr-FR" smtClean="0"/>
          </a:p>
          <a:p>
            <a:r>
              <a:rPr lang="fr-FR" smtClean="0"/>
              <a:t>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084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VOIR À TRAVERS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YEUX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D’UN AMOUR SI INFINI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MERVEILLEUX</a:t>
            </a:r>
          </a:p>
        </p:txBody>
      </p:sp>
    </p:spTree>
    <p:extLst>
      <p:ext uri="{BB962C8B-B14F-4D97-AF65-F5344CB8AC3E}">
        <p14:creationId xmlns:p14="http://schemas.microsoft.com/office/powerpoint/2010/main" val="56258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VENU DANS MA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ET TOUT EST PLUS CLAIR DEPUIS</a:t>
            </a:r>
          </a:p>
        </p:txBody>
      </p:sp>
    </p:spTree>
    <p:extLst>
      <p:ext uri="{BB962C8B-B14F-4D97-AF65-F5344CB8AC3E}">
        <p14:creationId xmlns:p14="http://schemas.microsoft.com/office/powerpoint/2010/main" val="272700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MERVEILLEUX</a:t>
            </a:r>
          </a:p>
        </p:txBody>
      </p:sp>
    </p:spTree>
    <p:extLst>
      <p:ext uri="{BB962C8B-B14F-4D97-AF65-F5344CB8AC3E}">
        <p14:creationId xmlns:p14="http://schemas.microsoft.com/office/powerpoint/2010/main" val="81385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VIS, JE VIS, JE VIS,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JE VIS MA MEILLEURE VIE</a:t>
            </a:r>
          </a:p>
        </p:txBody>
      </p:sp>
    </p:spTree>
    <p:extLst>
      <p:ext uri="{BB962C8B-B14F-4D97-AF65-F5344CB8AC3E}">
        <p14:creationId xmlns:p14="http://schemas.microsoft.com/office/powerpoint/2010/main" val="381308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JE VIS, JE VIS,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VIS AVEC LE GRAND JE SUIS</a:t>
            </a:r>
          </a:p>
        </p:txBody>
      </p:sp>
    </p:spTree>
    <p:extLst>
      <p:ext uri="{BB962C8B-B14F-4D97-AF65-F5344CB8AC3E}">
        <p14:creationId xmlns:p14="http://schemas.microsoft.com/office/powerpoint/2010/main" val="36425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LE CHEMIN, LA VÉRITÉ, LA VIE</a:t>
            </a:r>
          </a:p>
        </p:txBody>
      </p:sp>
    </p:spTree>
    <p:extLst>
      <p:ext uri="{BB962C8B-B14F-4D97-AF65-F5344CB8AC3E}">
        <p14:creationId xmlns:p14="http://schemas.microsoft.com/office/powerpoint/2010/main" val="381064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 EST BIEN MEILLEUR AVEC TOI</a:t>
            </a:r>
          </a:p>
        </p:txBody>
      </p:sp>
    </p:spTree>
    <p:extLst>
      <p:ext uri="{BB962C8B-B14F-4D97-AF65-F5344CB8AC3E}">
        <p14:creationId xmlns:p14="http://schemas.microsoft.com/office/powerpoint/2010/main" val="293937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LE CHEMIN, LA VÉRITÉ, LA VIE</a:t>
            </a:r>
          </a:p>
        </p:txBody>
      </p:sp>
    </p:spTree>
    <p:extLst>
      <p:ext uri="{BB962C8B-B14F-4D97-AF65-F5344CB8AC3E}">
        <p14:creationId xmlns:p14="http://schemas.microsoft.com/office/powerpoint/2010/main" val="182508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 EST BIEN MEILLEUR AVEC TOI</a:t>
            </a:r>
          </a:p>
        </p:txBody>
      </p:sp>
    </p:spTree>
    <p:extLst>
      <p:ext uri="{BB962C8B-B14F-4D97-AF65-F5344CB8AC3E}">
        <p14:creationId xmlns:p14="http://schemas.microsoft.com/office/powerpoint/2010/main" val="422230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VIVRE CHAQUE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DIEU TOUT PRÈS DE MOI</a:t>
            </a:r>
          </a:p>
        </p:txBody>
      </p:sp>
    </p:spTree>
    <p:extLst>
      <p:ext uri="{BB962C8B-B14F-4D97-AF65-F5344CB8AC3E}">
        <p14:creationId xmlns:p14="http://schemas.microsoft.com/office/powerpoint/2010/main" val="366694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MERVEILLEUX</a:t>
            </a:r>
          </a:p>
        </p:txBody>
      </p:sp>
    </p:spTree>
    <p:extLst>
      <p:ext uri="{BB962C8B-B14F-4D97-AF65-F5344CB8AC3E}">
        <p14:creationId xmlns:p14="http://schemas.microsoft.com/office/powerpoint/2010/main" val="4262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MARCHERAI DANS TA VOIE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CELA NE CHANGERA PAS</a:t>
            </a:r>
          </a:p>
        </p:txBody>
      </p:sp>
    </p:spTree>
    <p:extLst>
      <p:ext uri="{BB962C8B-B14F-4D97-AF65-F5344CB8AC3E}">
        <p14:creationId xmlns:p14="http://schemas.microsoft.com/office/powerpoint/2010/main" val="263984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MERVEILLEUX</a:t>
            </a:r>
          </a:p>
        </p:txBody>
      </p:sp>
    </p:spTree>
    <p:extLst>
      <p:ext uri="{BB962C8B-B14F-4D97-AF65-F5344CB8AC3E}">
        <p14:creationId xmlns:p14="http://schemas.microsoft.com/office/powerpoint/2010/main" val="311155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GLISSE SUR LA GAUCHE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GLISSE SUR LA DROITE</a:t>
            </a:r>
          </a:p>
        </p:txBody>
      </p:sp>
    </p:spTree>
    <p:extLst>
      <p:ext uri="{BB962C8B-B14F-4D97-AF65-F5344CB8AC3E}">
        <p14:creationId xmlns:p14="http://schemas.microsoft.com/office/powerpoint/2010/main" val="155413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DONNE TON MEILLEUR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LOUE-LE ENCORE UNE FOIS</a:t>
            </a:r>
          </a:p>
        </p:txBody>
      </p:sp>
    </p:spTree>
    <p:extLst>
      <p:ext uri="{BB962C8B-B14F-4D97-AF65-F5344CB8AC3E}">
        <p14:creationId xmlns:p14="http://schemas.microsoft.com/office/powerpoint/2010/main" val="84422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LE CHEMIN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AUJOURD’HUI À JAMAIS</a:t>
            </a:r>
          </a:p>
        </p:txBody>
      </p:sp>
    </p:spTree>
    <p:extLst>
      <p:ext uri="{BB962C8B-B14F-4D97-AF65-F5344CB8AC3E}">
        <p14:creationId xmlns:p14="http://schemas.microsoft.com/office/powerpoint/2010/main" val="303120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NE CHANGES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LE MÊME QU’HIER</a:t>
            </a:r>
          </a:p>
        </p:txBody>
      </p:sp>
    </p:spTree>
    <p:extLst>
      <p:ext uri="{BB962C8B-B14F-4D97-AF65-F5344CB8AC3E}">
        <p14:creationId xmlns:p14="http://schemas.microsoft.com/office/powerpoint/2010/main" val="73890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OUI, JE TE LOUERAI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POUR TOUJOURS À JAMAIS</a:t>
            </a:r>
          </a:p>
        </p:txBody>
      </p:sp>
    </p:spTree>
    <p:extLst>
      <p:ext uri="{BB962C8B-B14F-4D97-AF65-F5344CB8AC3E}">
        <p14:creationId xmlns:p14="http://schemas.microsoft.com/office/powerpoint/2010/main" val="91724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T’OUBLIERAI JAMAIS</a:t>
            </a:r>
          </a:p>
        </p:txBody>
      </p:sp>
    </p:spTree>
    <p:extLst>
      <p:ext uri="{BB962C8B-B14F-4D97-AF65-F5344CB8AC3E}">
        <p14:creationId xmlns:p14="http://schemas.microsoft.com/office/powerpoint/2010/main" val="205701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JE VIS, JE VIS, JE VIS,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JE VIS LE MEILLEUR</a:t>
            </a:r>
          </a:p>
        </p:txBody>
      </p:sp>
    </p:spTree>
    <p:extLst>
      <p:ext uri="{BB962C8B-B14F-4D97-AF65-F5344CB8AC3E}">
        <p14:creationId xmlns:p14="http://schemas.microsoft.com/office/powerpoint/2010/main" val="168720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LE MEILLEUR, JE SUIS BÉNI</a:t>
            </a:r>
          </a:p>
        </p:txBody>
      </p:sp>
    </p:spTree>
    <p:extLst>
      <p:ext uri="{BB962C8B-B14F-4D97-AF65-F5344CB8AC3E}">
        <p14:creationId xmlns:p14="http://schemas.microsoft.com/office/powerpoint/2010/main" val="170287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QUEL QUE SOIT LE DÉFI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VIS EN HD</a:t>
            </a:r>
          </a:p>
        </p:txBody>
      </p:sp>
    </p:spTree>
    <p:extLst>
      <p:ext uri="{BB962C8B-B14F-4D97-AF65-F5344CB8AC3E}">
        <p14:creationId xmlns:p14="http://schemas.microsoft.com/office/powerpoint/2010/main" val="366621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PARCE QUE J’AI MON JC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MAINTENANT JE VIS, JE VIS LIBRE</a:t>
            </a:r>
          </a:p>
        </p:txBody>
      </p:sp>
    </p:spTree>
    <p:extLst>
      <p:ext uri="{BB962C8B-B14F-4D97-AF65-F5344CB8AC3E}">
        <p14:creationId xmlns:p14="http://schemas.microsoft.com/office/powerpoint/2010/main" val="142067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VIS, JE VIS COMME UN ROI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ALLEZ, VIS-LE AVEC MOI</a:t>
            </a:r>
          </a:p>
        </p:txBody>
      </p:sp>
    </p:spTree>
    <p:extLst>
      <p:ext uri="{BB962C8B-B14F-4D97-AF65-F5344CB8AC3E}">
        <p14:creationId xmlns:p14="http://schemas.microsoft.com/office/powerpoint/2010/main" val="19933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1222</Words>
  <Application>Microsoft Office PowerPoint</Application>
  <PresentationFormat>Affichage à l'écran (4:3)</PresentationFormat>
  <Paragraphs>1840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107</cp:revision>
  <dcterms:created xsi:type="dcterms:W3CDTF">2002-08-17T13:12:10Z</dcterms:created>
  <dcterms:modified xsi:type="dcterms:W3CDTF">2022-05-28T13:45:48Z</dcterms:modified>
</cp:coreProperties>
</file>