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5" r:id="rId2"/>
    <p:sldId id="296" r:id="rId3"/>
    <p:sldId id="295" r:id="rId4"/>
    <p:sldId id="294" r:id="rId5"/>
    <p:sldId id="293" r:id="rId6"/>
    <p:sldId id="297" r:id="rId7"/>
    <p:sldId id="291" r:id="rId8"/>
    <p:sldId id="290" r:id="rId9"/>
    <p:sldId id="289" r:id="rId10"/>
    <p:sldId id="28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9855" autoAdjust="0"/>
  </p:normalViewPr>
  <p:slideViewPr>
    <p:cSldViewPr>
      <p:cViewPr varScale="1">
        <p:scale>
          <a:sx n="43" d="100"/>
          <a:sy n="43" d="100"/>
        </p:scale>
        <p:origin x="-285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stripes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healed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nail-pierced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hands,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washed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clean,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overcame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for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down,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Seated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alive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high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145105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07358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655836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345388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04339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064188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747461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506730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261368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SA PUISSANCE NOUS GUÉRI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By His stripes, we are healed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SES MAINS PERCÉES NOUS RENDENT LIBRE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nail-pierced hands, we're free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ET SON SANG PURIFIE NOTRE VICTOIRE EST EN LUI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By His blood, we're washed clean, Now we have the victory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LE PÉCHÉ IL A BRISÉ  JÉSUS A VAINCU LA MORT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The power of sin is broken, Jesus overcame it all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IL NOUS A DÉLIVRÉ  JÉSUS EST BIEN PLUS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He has won our freedom, Jesus has won it all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6-  ALLÉLUIA, OUI LA VICTOIRE EST À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	      Hallelujah, You have won the victory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Hallelujah, You have won it all for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Death could not hold You down, You are the risen King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RÈGNES EN MAJESTÉ TU ES ROI À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9-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Our God is risen, He is alive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He won the victory, He reigns on high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SA PUISSANCE NOUS GUÉRI</a:t>
            </a:r>
          </a:p>
          <a:p>
            <a:r>
              <a:rPr lang="fr-FR" smtClean="0"/>
              <a:t>      By His stripes, we are healed</a:t>
            </a:r>
          </a:p>
          <a:p>
            <a:r>
              <a:rPr lang="fr-FR" smtClean="0"/>
              <a:t>
2-  SES MAINS PERCÉES NOUS RENDENT LIBRE</a:t>
            </a:r>
          </a:p>
          <a:p>
            <a:r>
              <a:rPr lang="fr-FR" smtClean="0"/>
              <a:t>     By His nail-pierced hands, we're free</a:t>
            </a:r>
          </a:p>
          <a:p>
            <a:r>
              <a:rPr lang="fr-FR" smtClean="0"/>
              <a:t>
3-  ET SON SANG PURIFIE NOTRE VICTOIRE EST EN LUI</a:t>
            </a:r>
          </a:p>
          <a:p>
            <a:r>
              <a:rPr lang="fr-FR" smtClean="0"/>
              <a:t>     By His blood, we're washed clean, Now we have the victory</a:t>
            </a:r>
          </a:p>
          <a:p>
            <a:endParaRPr lang="fr-FR" smtClean="0"/>
          </a:p>
          <a:p>
            <a:r>
              <a:rPr lang="fr-FR" smtClean="0"/>
              <a:t>
4-  LE PÉCHÉ IL A BRISÉ  JÉSUS A VAINCU LA MORT</a:t>
            </a:r>
          </a:p>
          <a:p>
            <a:r>
              <a:rPr lang="fr-FR" smtClean="0"/>
              <a:t>     The power of sin is broken, Jesus overcame it all</a:t>
            </a:r>
          </a:p>
          <a:p>
            <a:r>
              <a:rPr lang="fr-FR" smtClean="0"/>
              <a:t>
5-  IL NOUS A DÉLIVRÉ  JÉSUS EST BIEN PLUS FORT</a:t>
            </a:r>
          </a:p>
          <a:p>
            <a:r>
              <a:rPr lang="fr-FR" smtClean="0"/>
              <a:t>     He has won our freedom, Jesus has won it all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6-  ALLÉLUIA, OUI LA VICTOIRE EST À TOI</a:t>
            </a:r>
          </a:p>
          <a:p>
            <a:r>
              <a:rPr lang="fr-FR" smtClean="0"/>
              <a:t>  	      Hallelujah, You have won the victory</a:t>
            </a:r>
          </a:p>
          <a:p>
            <a:r>
              <a:rPr lang="fr-FR" smtClean="0"/>
              <a:t>	     ALLÉLUIA, TU AS TOUT GAGNÉ POUR MOI</a:t>
            </a:r>
          </a:p>
          <a:p>
            <a:r>
              <a:rPr lang="fr-FR" smtClean="0"/>
              <a:t>                             Hallelujah, You have won it all for me</a:t>
            </a:r>
          </a:p>
          <a:p>
            <a:r>
              <a:rPr lang="fr-FR" smtClean="0"/>
              <a:t>
	7-  LA MORT N'A PU TE GARDER TU ES RESSUSCITÉ</a:t>
            </a:r>
          </a:p>
          <a:p>
            <a:r>
              <a:rPr lang="fr-FR" smtClean="0"/>
              <a:t>                              Death could not hold You down, You are the risen King</a:t>
            </a:r>
          </a:p>
          <a:p>
            <a:r>
              <a:rPr lang="fr-FR" smtClean="0"/>
              <a:t>
	8-  TU RÈGNES EN MAJESTÉ TU ES ROI À JAMAIS</a:t>
            </a:r>
          </a:p>
          <a:p>
            <a:r>
              <a:rPr lang="fr-FR" smtClean="0"/>
              <a:t>                              Seated in majesty, You are the risen King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	PONT
	9-  NOTRE DIEU EST VRAI IL VIT EN MOI</a:t>
            </a:r>
          </a:p>
          <a:p>
            <a:r>
              <a:rPr lang="fr-FR" smtClean="0"/>
              <a:t>                             Our God is risen, He is alive</a:t>
            </a:r>
          </a:p>
          <a:p>
            <a:r>
              <a:rPr lang="fr-FR" smtClean="0"/>
              <a:t>
	10-  VICTORIEUX À JAMAIS  IL RÉGNERA                 x4</a:t>
            </a:r>
          </a:p>
          <a:p>
            <a:r>
              <a:rPr lang="fr-FR" smtClean="0"/>
              <a:t>                                He won the victory, He reigns on high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15016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PUISSANCE NOUS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GUÉRIT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933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MAINS PERCÉES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RENDENT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LIBRES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559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SANG PURIFIE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VICTOIRE EST EN LUI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071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PÉCHÉ IL A BRISÉ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VAINCU LA MORT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665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DÉLIVRÉS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BIEN PLUS FORT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768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ALLÉLUIA! OUI,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VICTOIRE EST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ALLÉLUIA!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TOUT GAGNÉ POUR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2420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MORT N'A PU TE GARDER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RESSUSCITÉ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35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RÈGNES EN MAJESTÉ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ROI À JAMAIS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263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 EST VRAI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 EN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782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VICTORIEUX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RÉGNERA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7138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366</Words>
  <Application>Microsoft Office PowerPoint</Application>
  <PresentationFormat>Affichage à l'écran (4:3)</PresentationFormat>
  <Paragraphs>739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WDUC</cp:lastModifiedBy>
  <cp:revision>179</cp:revision>
  <dcterms:created xsi:type="dcterms:W3CDTF">2002-08-17T10:50:50Z</dcterms:created>
  <dcterms:modified xsi:type="dcterms:W3CDTF">2019-05-26T06:33:52Z</dcterms:modified>
</cp:coreProperties>
</file>