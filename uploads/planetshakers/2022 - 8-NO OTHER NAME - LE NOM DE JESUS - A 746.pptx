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4" r:id="rId2"/>
    <p:sldId id="284" r:id="rId3"/>
    <p:sldId id="291" r:id="rId4"/>
    <p:sldId id="282" r:id="rId5"/>
    <p:sldId id="287" r:id="rId6"/>
    <p:sldId id="281" r:id="rId7"/>
    <p:sldId id="280" r:id="rId8"/>
    <p:sldId id="294" r:id="rId9"/>
    <p:sldId id="279" r:id="rId10"/>
    <p:sldId id="278" r:id="rId11"/>
    <p:sldId id="285" r:id="rId12"/>
    <p:sldId id="277" r:id="rId13"/>
    <p:sldId id="295" r:id="rId14"/>
    <p:sldId id="276" r:id="rId15"/>
    <p:sldId id="286" r:id="rId16"/>
    <p:sldId id="288" r:id="rId17"/>
    <p:sldId id="296" r:id="rId18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27023" autoAdjust="0"/>
  </p:normalViewPr>
  <p:slideViewPr>
    <p:cSldViewPr>
      <p:cViewPr varScale="1">
        <p:scale>
          <a:sx n="17" d="100"/>
          <a:sy n="17" d="100"/>
        </p:scale>
        <p:origin x="748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25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E40085C-8972-478A-AB09-1960A8926641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6B4C299-0453-4DFF-A88C-52801D9D3AA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dirty="0" smtClean="0"/>
              <a:t>1-  LE NOM DE JÉSUS EST PLUS GRAND  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greater</a:t>
            </a:r>
            <a:r>
              <a:rPr lang="fr-FR" dirty="0" smtClean="0"/>
              <a:t>
2-  LE NOM DE JÉSUS EST PLUS FORT QUE LE LEUR 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stronger</a:t>
            </a:r>
            <a:r>
              <a:rPr lang="fr-FR" dirty="0" smtClean="0"/>
              <a:t>
3-  LE NOM DE JÉSUS EST AU-DESSUS DE TOUTE CHOSE 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high </a:t>
            </a:r>
            <a:r>
              <a:rPr lang="fr-FR" dirty="0" err="1" smtClean="0"/>
              <a:t>above</a:t>
            </a:r>
            <a:r>
              <a:rPr lang="fr-FR" dirty="0" smtClean="0"/>
              <a:t> all </a:t>
            </a:r>
            <a:r>
              <a:rPr lang="fr-FR" dirty="0" err="1" smtClean="0"/>
              <a:t>things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4-  LE NOM DE JÉSUS VA PLUS LOIN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bigger</a:t>
            </a:r>
            <a:r>
              <a:rPr lang="fr-FR" dirty="0" smtClean="0"/>
              <a:t>
5-  LE NOM DE JÉSUS EST TOUT-PUISSANT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 has power
6-  LE NOM DE JÉSUS EST AU-DESSUS DE TOUTE CHOSE 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high </a:t>
            </a:r>
            <a:r>
              <a:rPr lang="fr-FR" dirty="0" err="1" smtClean="0"/>
              <a:t>above</a:t>
            </a:r>
            <a:r>
              <a:rPr lang="fr-FR" dirty="0" smtClean="0"/>
              <a:t> all </a:t>
            </a:r>
            <a:r>
              <a:rPr lang="fr-FR" dirty="0" err="1" smtClean="0"/>
              <a:t>things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7-  IL N’Y A PAS DE NOM PLUS GRAND </a:t>
            </a:r>
          </a:p>
          <a:p>
            <a:pPr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something</a:t>
            </a:r>
            <a:r>
              <a:rPr lang="fr-FR" dirty="0" smtClean="0"/>
              <a:t> about</a:t>
            </a:r>
          </a:p>
          <a:p>
            <a:pPr>
              <a:defRPr/>
            </a:pPr>
            <a:r>
              <a:rPr lang="fr-FR" dirty="0" smtClean="0"/>
              <a:t>8-  QUE CELUI DE JÉSUS 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</a:t>
            </a:r>
          </a:p>
          <a:p>
            <a:pPr>
              <a:defRPr/>
            </a:pPr>
            <a:r>
              <a:rPr lang="fr-FR" dirty="0" smtClean="0"/>
              <a:t>	Refrain :
	9-  JÉSUS, NOM AU-DESSUS DES AUTRES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name</a:t>
            </a:r>
            <a:r>
              <a:rPr lang="fr-FR" dirty="0" smtClean="0"/>
              <a:t> </a:t>
            </a:r>
            <a:r>
              <a:rPr lang="fr-FR" dirty="0" err="1" smtClean="0"/>
              <a:t>above</a:t>
            </a:r>
            <a:r>
              <a:rPr lang="fr-FR" dirty="0" smtClean="0"/>
              <a:t> all </a:t>
            </a:r>
            <a:r>
              <a:rPr lang="fr-FR" dirty="0" err="1" smtClean="0"/>
              <a:t>names</a:t>
            </a:r>
            <a:r>
              <a:rPr lang="fr-FR" dirty="0" smtClean="0"/>
              <a:t>
	10-  GUÉRISON QUI ENLÈVE TOUTE SOUFFRANCE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Healer</a:t>
            </a:r>
            <a:r>
              <a:rPr lang="fr-FR" dirty="0" smtClean="0"/>
              <a:t>,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takes</a:t>
            </a:r>
            <a:r>
              <a:rPr lang="fr-FR" dirty="0" smtClean="0"/>
              <a:t> all pain
	11-  SAUVEUR VAINQUEUR SUR LE TOMBEAU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Savior</a:t>
            </a:r>
            <a:r>
              <a:rPr lang="fr-FR" dirty="0" smtClean="0"/>
              <a:t>,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the grave
	12-  SON NOM EST JÉSUS  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,
	13-  SEIGNEUR DE TOUTE LA TERRE </a:t>
            </a:r>
          </a:p>
          <a:p>
            <a:pPr>
              <a:defRPr/>
            </a:pPr>
            <a:r>
              <a:rPr lang="fr-FR" dirty="0" smtClean="0"/>
              <a:t>	Lord over all</a:t>
            </a:r>
          </a:p>
          <a:p>
            <a:pPr>
              <a:defRPr/>
            </a:pPr>
            <a:r>
              <a:rPr lang="fr-FR" dirty="0" smtClean="0"/>
              <a:t>
14-  JÉSUS, JÉSUS, JÉSUS </a:t>
            </a:r>
          </a:p>
          <a:p>
            <a:pPr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Jesus</a:t>
            </a:r>
            <a:r>
              <a:rPr lang="fr-FR" dirty="0" smtClean="0"/>
              <a:t>
15-  AUCUN AUTRE NOM </a:t>
            </a:r>
          </a:p>
          <a:p>
            <a:pPr>
              <a:defRPr/>
            </a:pPr>
            <a:r>
              <a:rPr lang="fr-FR" dirty="0" smtClean="0"/>
              <a:t>No </a:t>
            </a:r>
            <a:r>
              <a:rPr lang="fr-FR" dirty="0" err="1" smtClean="0"/>
              <a:t>other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, no </a:t>
            </a:r>
            <a:r>
              <a:rPr lang="fr-FR" dirty="0" err="1" smtClean="0"/>
              <a:t>other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
</a:t>
            </a:r>
          </a:p>
          <a:p>
            <a:pPr>
              <a:defRPr/>
            </a:pPr>
            <a:r>
              <a:rPr lang="fr-FR" dirty="0" smtClean="0"/>
              <a:t>16-  SON NOM EST JÉSUS 
17-  SEIGNEUR DE TOUTE LA TERRE 
</a:t>
            </a:r>
            <a:endParaRPr lang="fr-FR" dirty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LE NOM DE JÉSUS EST PLUS GRAND   </a:t>
            </a:r>
          </a:p>
          <a:p>
            <a:pPr>
              <a:defRPr/>
            </a:pPr>
            <a:r>
              <a:rPr lang="fr-FR" smtClean="0"/>
              <a:t>The name of Jesus is greater
2-  LE NOM DE JÉSUS EST PLUS FORT QUE LE LEUR  </a:t>
            </a:r>
          </a:p>
          <a:p>
            <a:pPr>
              <a:defRPr/>
            </a:pPr>
            <a:r>
              <a:rPr lang="fr-FR" smtClean="0"/>
              <a:t>The name of Jesus is stronger
3-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4-  LE NOM DE JÉSUS VA PLUS LOIN </a:t>
            </a:r>
          </a:p>
          <a:p>
            <a:pPr>
              <a:defRPr/>
            </a:pPr>
            <a:r>
              <a:rPr lang="fr-FR" smtClean="0"/>
              <a:t>The name of Jesus is bigger
5-  LE NOM DE JÉSUS EST TOUT-PUISSANT </a:t>
            </a:r>
          </a:p>
          <a:p>
            <a:pPr>
              <a:defRPr/>
            </a:pPr>
            <a:r>
              <a:rPr lang="fr-FR" smtClean="0"/>
              <a:t>The name of Jesus has power
6-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7-  IL N’Y A PAS DE NOM PLUS GRAND </a:t>
            </a:r>
          </a:p>
          <a:p>
            <a:pPr>
              <a:defRPr/>
            </a:pPr>
            <a:r>
              <a:rPr lang="fr-FR" smtClean="0"/>
              <a:t>There's just something about</a:t>
            </a:r>
          </a:p>
          <a:p>
            <a:pPr>
              <a:defRPr/>
            </a:pPr>
            <a:r>
              <a:rPr lang="fr-FR" smtClean="0"/>
              <a:t>8-  QUE CELUI DE JÉSUS  </a:t>
            </a:r>
          </a:p>
          <a:p>
            <a:pPr>
              <a:defRPr/>
            </a:pPr>
            <a:r>
              <a:rPr lang="fr-FR" smtClean="0"/>
              <a:t>the name of Jesus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9-  JÉSUS, NOM AU-DESSUS DES AUTRES </a:t>
            </a:r>
          </a:p>
          <a:p>
            <a:pPr>
              <a:defRPr/>
            </a:pPr>
            <a:r>
              <a:rPr lang="fr-FR" smtClean="0"/>
              <a:t>	Jesus, name above all names
	10-  GUÉRISON QUI ENLÈVE TOUTE SOUFFRANCE </a:t>
            </a:r>
          </a:p>
          <a:p>
            <a:pPr>
              <a:defRPr/>
            </a:pPr>
            <a:r>
              <a:rPr lang="fr-FR" smtClean="0"/>
              <a:t>	Healer, the One who takes all pain
	11-  SAUVEUR VAINQUEUR SUR LE TOMBEAU </a:t>
            </a:r>
          </a:p>
          <a:p>
            <a:pPr>
              <a:defRPr/>
            </a:pPr>
            <a:r>
              <a:rPr lang="fr-FR" smtClean="0"/>
              <a:t>	Savior, risen from the grave
	12-  SON NOM EST JÉSUS   </a:t>
            </a:r>
          </a:p>
          <a:p>
            <a:pPr>
              <a:defRPr/>
            </a:pPr>
            <a:r>
              <a:rPr lang="fr-FR" smtClean="0"/>
              <a:t>	Your name is Jesus,
	13-  SEIGNEUR DE TOUTE LA TERRE </a:t>
            </a:r>
          </a:p>
          <a:p>
            <a:pPr>
              <a:defRPr/>
            </a:pPr>
            <a:r>
              <a:rPr lang="fr-FR" smtClean="0"/>
              <a:t>	Lord over all</a:t>
            </a:r>
          </a:p>
          <a:p>
            <a:pPr>
              <a:defRPr/>
            </a:pPr>
            <a:r>
              <a:rPr lang="fr-FR" smtClean="0"/>
              <a:t>
14-  JÉSUS, JÉSUS, JÉSUS </a:t>
            </a:r>
          </a:p>
          <a:p>
            <a:pPr>
              <a:defRPr/>
            </a:pPr>
            <a:r>
              <a:rPr lang="fr-FR" smtClean="0"/>
              <a:t>Jesus, Jesus, Jesus
15-  AUCUN AUTRE NOM </a:t>
            </a:r>
          </a:p>
          <a:p>
            <a:pPr>
              <a:defRPr/>
            </a:pPr>
            <a:r>
              <a:rPr lang="fr-FR" smtClean="0"/>
              <a:t>No other name, no other name like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</a:t>
            </a:r>
          </a:p>
          <a:p>
            <a:pPr>
              <a:defRPr/>
            </a:pPr>
            <a:r>
              <a:rPr lang="fr-FR" smtClean="0"/>
              <a:t>16-  SON NOM EST JÉSUS 
17-  SEIGNEUR DE TOUTE LA TERRE 
</a:t>
            </a:r>
            <a:endParaRPr lang="fr-FR" dirty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LE NOM DE JÉSUS EST PLUS GRAND  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greater</a:t>
            </a:r>
            <a:r>
              <a:rPr lang="fr-FR" dirty="0" smtClean="0"/>
              <a:t>
2-  LE NOM DE JÉSUS EST PLUS FORT QUE LE LEUR 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stronger</a:t>
            </a:r>
            <a:r>
              <a:rPr lang="fr-FR" dirty="0" smtClean="0"/>
              <a:t>
3-  LE NOM DE JÉSUS EST AU-DESSUS DE TOUTE CHOSE 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high </a:t>
            </a:r>
            <a:r>
              <a:rPr lang="fr-FR" dirty="0" err="1" smtClean="0"/>
              <a:t>above</a:t>
            </a:r>
            <a:r>
              <a:rPr lang="fr-FR" dirty="0" smtClean="0"/>
              <a:t> all </a:t>
            </a:r>
            <a:r>
              <a:rPr lang="fr-FR" dirty="0" err="1" smtClean="0"/>
              <a:t>things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4-  LE NOM DE JÉSUS VA PLUS LOIN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bigger</a:t>
            </a:r>
            <a:r>
              <a:rPr lang="fr-FR" dirty="0" smtClean="0"/>
              <a:t>
5-  LE NOM DE JÉSUS EST TOUT-PUISSANT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 has power
6-  LE NOM DE JÉSUS EST AU-DESSUS DE TOUTE CHOSE 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high </a:t>
            </a:r>
            <a:r>
              <a:rPr lang="fr-FR" dirty="0" err="1" smtClean="0"/>
              <a:t>above</a:t>
            </a:r>
            <a:r>
              <a:rPr lang="fr-FR" dirty="0" smtClean="0"/>
              <a:t> all </a:t>
            </a:r>
            <a:r>
              <a:rPr lang="fr-FR" dirty="0" err="1" smtClean="0"/>
              <a:t>things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7-  IL N’Y A PAS DE NOM PLUS GRAND </a:t>
            </a:r>
          </a:p>
          <a:p>
            <a:pPr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something</a:t>
            </a:r>
            <a:r>
              <a:rPr lang="fr-FR" dirty="0" smtClean="0"/>
              <a:t> about</a:t>
            </a:r>
          </a:p>
          <a:p>
            <a:pPr>
              <a:defRPr/>
            </a:pPr>
            <a:r>
              <a:rPr lang="fr-FR" dirty="0" smtClean="0"/>
              <a:t>8-  QUE CELUI DE JÉSUS 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</a:t>
            </a:r>
          </a:p>
          <a:p>
            <a:pPr>
              <a:defRPr/>
            </a:pPr>
            <a:r>
              <a:rPr lang="fr-FR" dirty="0" smtClean="0"/>
              <a:t>	Refrain :
	9-  JÉSUS, NOM AU-DESSUS DES AUTRES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name</a:t>
            </a:r>
            <a:r>
              <a:rPr lang="fr-FR" dirty="0" smtClean="0"/>
              <a:t> </a:t>
            </a:r>
            <a:r>
              <a:rPr lang="fr-FR" dirty="0" err="1" smtClean="0"/>
              <a:t>above</a:t>
            </a:r>
            <a:r>
              <a:rPr lang="fr-FR" dirty="0" smtClean="0"/>
              <a:t> all </a:t>
            </a:r>
            <a:r>
              <a:rPr lang="fr-FR" dirty="0" err="1" smtClean="0"/>
              <a:t>names</a:t>
            </a:r>
            <a:r>
              <a:rPr lang="fr-FR" dirty="0" smtClean="0"/>
              <a:t>
	10-  GUÉRISON QUI ENLÈVE TOUTE SOUFFRANCE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Healer</a:t>
            </a:r>
            <a:r>
              <a:rPr lang="fr-FR" dirty="0" smtClean="0"/>
              <a:t>,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takes</a:t>
            </a:r>
            <a:r>
              <a:rPr lang="fr-FR" dirty="0" smtClean="0"/>
              <a:t> all pain
	11-  SAUVEUR VAINQUEUR SUR LE TOMBEAU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Savior</a:t>
            </a:r>
            <a:r>
              <a:rPr lang="fr-FR" dirty="0" smtClean="0"/>
              <a:t>,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the grave
	12-  SON NOM EST JÉSUS  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,
	13-  SEIGNEUR DE TOUTE LA TERRE </a:t>
            </a:r>
          </a:p>
          <a:p>
            <a:pPr>
              <a:defRPr/>
            </a:pPr>
            <a:r>
              <a:rPr lang="fr-FR" dirty="0" smtClean="0"/>
              <a:t>	Lord over all</a:t>
            </a:r>
          </a:p>
          <a:p>
            <a:pPr>
              <a:defRPr/>
            </a:pPr>
            <a:r>
              <a:rPr lang="fr-FR" dirty="0" smtClean="0"/>
              <a:t>
14-  JÉSUS, JÉSUS, JÉSUS </a:t>
            </a:r>
          </a:p>
          <a:p>
            <a:pPr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Jesus</a:t>
            </a:r>
            <a:r>
              <a:rPr lang="fr-FR" dirty="0" smtClean="0"/>
              <a:t>
15-  AUCUN AUTRE NOM </a:t>
            </a:r>
          </a:p>
          <a:p>
            <a:pPr>
              <a:defRPr/>
            </a:pPr>
            <a:r>
              <a:rPr lang="fr-FR" dirty="0" smtClean="0"/>
              <a:t>No </a:t>
            </a:r>
            <a:r>
              <a:rPr lang="fr-FR" dirty="0" err="1" smtClean="0"/>
              <a:t>other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, no </a:t>
            </a:r>
            <a:r>
              <a:rPr lang="fr-FR" dirty="0" err="1" smtClean="0"/>
              <a:t>other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
</a:t>
            </a:r>
          </a:p>
          <a:p>
            <a:pPr>
              <a:defRPr/>
            </a:pPr>
            <a:r>
              <a:rPr lang="fr-FR" dirty="0" smtClean="0"/>
              <a:t>16-  SON NOM EST JÉSUS 
17-  SEIGNEUR DE TOUTE LA TERRE 
</a:t>
            </a: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059657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LE NOM DE JÉSUS EST PLUS GRAND   </a:t>
            </a:r>
          </a:p>
          <a:p>
            <a:pPr>
              <a:defRPr/>
            </a:pPr>
            <a:r>
              <a:rPr lang="fr-FR" smtClean="0"/>
              <a:t>The name of Jesus is greater
2-  LE NOM DE JÉSUS EST PLUS FORT QUE LE LEUR  </a:t>
            </a:r>
          </a:p>
          <a:p>
            <a:pPr>
              <a:defRPr/>
            </a:pPr>
            <a:r>
              <a:rPr lang="fr-FR" smtClean="0"/>
              <a:t>The name of Jesus is stronger
3-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4-  LE NOM DE JÉSUS VA PLUS LOIN </a:t>
            </a:r>
          </a:p>
          <a:p>
            <a:pPr>
              <a:defRPr/>
            </a:pPr>
            <a:r>
              <a:rPr lang="fr-FR" smtClean="0"/>
              <a:t>The name of Jesus is bigger
5-  LE NOM DE JÉSUS EST TOUT-PUISSANT </a:t>
            </a:r>
          </a:p>
          <a:p>
            <a:pPr>
              <a:defRPr/>
            </a:pPr>
            <a:r>
              <a:rPr lang="fr-FR" smtClean="0"/>
              <a:t>The name of Jesus has power
6-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7-  IL N’Y A PAS DE NOM PLUS GRAND </a:t>
            </a:r>
          </a:p>
          <a:p>
            <a:pPr>
              <a:defRPr/>
            </a:pPr>
            <a:r>
              <a:rPr lang="fr-FR" smtClean="0"/>
              <a:t>There's just something about</a:t>
            </a:r>
          </a:p>
          <a:p>
            <a:pPr>
              <a:defRPr/>
            </a:pPr>
            <a:r>
              <a:rPr lang="fr-FR" smtClean="0"/>
              <a:t>8-  QUE CELUI DE JÉSUS  </a:t>
            </a:r>
          </a:p>
          <a:p>
            <a:pPr>
              <a:defRPr/>
            </a:pPr>
            <a:r>
              <a:rPr lang="fr-FR" smtClean="0"/>
              <a:t>the name of Jesus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9-  JÉSUS, NOM AU-DESSUS DES AUTRES </a:t>
            </a:r>
          </a:p>
          <a:p>
            <a:pPr>
              <a:defRPr/>
            </a:pPr>
            <a:r>
              <a:rPr lang="fr-FR" smtClean="0"/>
              <a:t>	Jesus, name above all names
	10-  GUÉRISON QUI ENLÈVE TOUTE SOUFFRANCE </a:t>
            </a:r>
          </a:p>
          <a:p>
            <a:pPr>
              <a:defRPr/>
            </a:pPr>
            <a:r>
              <a:rPr lang="fr-FR" smtClean="0"/>
              <a:t>	Healer, the One who takes all pain
	11-  SAUVEUR VAINQUEUR SUR LE TOMBEAU </a:t>
            </a:r>
          </a:p>
          <a:p>
            <a:pPr>
              <a:defRPr/>
            </a:pPr>
            <a:r>
              <a:rPr lang="fr-FR" smtClean="0"/>
              <a:t>	Savior, risen from the grave
	12-  SON NOM EST JÉSUS   </a:t>
            </a:r>
          </a:p>
          <a:p>
            <a:pPr>
              <a:defRPr/>
            </a:pPr>
            <a:r>
              <a:rPr lang="fr-FR" smtClean="0"/>
              <a:t>	Your name is Jesus,
	13-  SEIGNEUR DE TOUTE LA TERRE </a:t>
            </a:r>
          </a:p>
          <a:p>
            <a:pPr>
              <a:defRPr/>
            </a:pPr>
            <a:r>
              <a:rPr lang="fr-FR" smtClean="0"/>
              <a:t>	Lord over all</a:t>
            </a:r>
          </a:p>
          <a:p>
            <a:pPr>
              <a:defRPr/>
            </a:pPr>
            <a:r>
              <a:rPr lang="fr-FR" smtClean="0"/>
              <a:t>
14-  JÉSUS, JÉSUS, JÉSUS </a:t>
            </a:r>
          </a:p>
          <a:p>
            <a:pPr>
              <a:defRPr/>
            </a:pPr>
            <a:r>
              <a:rPr lang="fr-FR" smtClean="0"/>
              <a:t>Jesus, Jesus, Jesus
15-  AUCUN AUTRE NOM </a:t>
            </a:r>
          </a:p>
          <a:p>
            <a:pPr>
              <a:defRPr/>
            </a:pPr>
            <a:r>
              <a:rPr lang="fr-FR" smtClean="0"/>
              <a:t>No other name, no other name like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</a:t>
            </a:r>
          </a:p>
          <a:p>
            <a:pPr>
              <a:defRPr/>
            </a:pPr>
            <a:r>
              <a:rPr lang="fr-FR" smtClean="0"/>
              <a:t>16-  SON NOM EST JÉSUS 
17-  SEIGNEUR DE TOUTE LA TERRE 
</a:t>
            </a:r>
            <a:endParaRPr lang="fr-FR" dirty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LE NOM DE JÉSUS EST PLUS GRAND   </a:t>
            </a:r>
          </a:p>
          <a:p>
            <a:pPr>
              <a:defRPr/>
            </a:pPr>
            <a:r>
              <a:rPr lang="fr-FR" smtClean="0"/>
              <a:t>The name of Jesus is greater
2-  LE NOM DE JÉSUS EST PLUS FORT QUE LE LEUR  </a:t>
            </a:r>
          </a:p>
          <a:p>
            <a:pPr>
              <a:defRPr/>
            </a:pPr>
            <a:r>
              <a:rPr lang="fr-FR" smtClean="0"/>
              <a:t>The name of Jesus is stronger
3-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4-  LE NOM DE JÉSUS VA PLUS LOIN </a:t>
            </a:r>
          </a:p>
          <a:p>
            <a:pPr>
              <a:defRPr/>
            </a:pPr>
            <a:r>
              <a:rPr lang="fr-FR" smtClean="0"/>
              <a:t>The name of Jesus is bigger
5-  LE NOM DE JÉSUS EST TOUT-PUISSANT </a:t>
            </a:r>
          </a:p>
          <a:p>
            <a:pPr>
              <a:defRPr/>
            </a:pPr>
            <a:r>
              <a:rPr lang="fr-FR" smtClean="0"/>
              <a:t>The name of Jesus has power
6-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7-  IL N’Y A PAS DE NOM PLUS GRAND </a:t>
            </a:r>
          </a:p>
          <a:p>
            <a:pPr>
              <a:defRPr/>
            </a:pPr>
            <a:r>
              <a:rPr lang="fr-FR" smtClean="0"/>
              <a:t>There's just something about</a:t>
            </a:r>
          </a:p>
          <a:p>
            <a:pPr>
              <a:defRPr/>
            </a:pPr>
            <a:r>
              <a:rPr lang="fr-FR" smtClean="0"/>
              <a:t>8-  QUE CELUI DE JÉSUS  </a:t>
            </a:r>
          </a:p>
          <a:p>
            <a:pPr>
              <a:defRPr/>
            </a:pPr>
            <a:r>
              <a:rPr lang="fr-FR" smtClean="0"/>
              <a:t>the name of Jesus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9-  JÉSUS, NOM AU-DESSUS DES AUTRES </a:t>
            </a:r>
          </a:p>
          <a:p>
            <a:pPr>
              <a:defRPr/>
            </a:pPr>
            <a:r>
              <a:rPr lang="fr-FR" smtClean="0"/>
              <a:t>	Jesus, name above all names
	10-  GUÉRISON QUI ENLÈVE TOUTE SOUFFRANCE </a:t>
            </a:r>
          </a:p>
          <a:p>
            <a:pPr>
              <a:defRPr/>
            </a:pPr>
            <a:r>
              <a:rPr lang="fr-FR" smtClean="0"/>
              <a:t>	Healer, the One who takes all pain
	11-  SAUVEUR VAINQUEUR SUR LE TOMBEAU </a:t>
            </a:r>
          </a:p>
          <a:p>
            <a:pPr>
              <a:defRPr/>
            </a:pPr>
            <a:r>
              <a:rPr lang="fr-FR" smtClean="0"/>
              <a:t>	Savior, risen from the grave
	12-  SON NOM EST JÉSUS   </a:t>
            </a:r>
          </a:p>
          <a:p>
            <a:pPr>
              <a:defRPr/>
            </a:pPr>
            <a:r>
              <a:rPr lang="fr-FR" smtClean="0"/>
              <a:t>	Your name is Jesus,
	13-  SEIGNEUR DE TOUTE LA TERRE </a:t>
            </a:r>
          </a:p>
          <a:p>
            <a:pPr>
              <a:defRPr/>
            </a:pPr>
            <a:r>
              <a:rPr lang="fr-FR" smtClean="0"/>
              <a:t>	Lord over all</a:t>
            </a:r>
          </a:p>
          <a:p>
            <a:pPr>
              <a:defRPr/>
            </a:pPr>
            <a:r>
              <a:rPr lang="fr-FR" smtClean="0"/>
              <a:t>
14-  JÉSUS, JÉSUS, JÉSUS </a:t>
            </a:r>
          </a:p>
          <a:p>
            <a:pPr>
              <a:defRPr/>
            </a:pPr>
            <a:r>
              <a:rPr lang="fr-FR" smtClean="0"/>
              <a:t>Jesus, Jesus, Jesus
15-  AUCUN AUTRE NOM </a:t>
            </a:r>
          </a:p>
          <a:p>
            <a:pPr>
              <a:defRPr/>
            </a:pPr>
            <a:r>
              <a:rPr lang="fr-FR" smtClean="0"/>
              <a:t>No other name, no other name like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</a:t>
            </a:r>
          </a:p>
          <a:p>
            <a:pPr>
              <a:defRPr/>
            </a:pPr>
            <a:r>
              <a:rPr lang="fr-FR" smtClean="0"/>
              <a:t>16-  SON NOM EST JÉSUS 
17-  SEIGNEUR DE TOUTE LA TERRE 
</a:t>
            </a:r>
            <a:endParaRPr lang="fr-FR" dirty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LE NOM DE JÉSUS EST PLUS GRAND   </a:t>
            </a:r>
          </a:p>
          <a:p>
            <a:pPr>
              <a:defRPr/>
            </a:pPr>
            <a:r>
              <a:rPr lang="fr-FR" smtClean="0"/>
              <a:t>The name of Jesus is greater
2-  LE NOM DE JÉSUS EST PLUS FORT QUE LE LEUR  </a:t>
            </a:r>
          </a:p>
          <a:p>
            <a:pPr>
              <a:defRPr/>
            </a:pPr>
            <a:r>
              <a:rPr lang="fr-FR" smtClean="0"/>
              <a:t>The name of Jesus is stronger
3-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4-  LE NOM DE JÉSUS VA PLUS LOIN </a:t>
            </a:r>
          </a:p>
          <a:p>
            <a:pPr>
              <a:defRPr/>
            </a:pPr>
            <a:r>
              <a:rPr lang="fr-FR" smtClean="0"/>
              <a:t>The name of Jesus is bigger
5-  LE NOM DE JÉSUS EST TOUT-PUISSANT </a:t>
            </a:r>
          </a:p>
          <a:p>
            <a:pPr>
              <a:defRPr/>
            </a:pPr>
            <a:r>
              <a:rPr lang="fr-FR" smtClean="0"/>
              <a:t>The name of Jesus has power
6-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7-  IL N’Y A PAS DE NOM PLUS GRAND </a:t>
            </a:r>
          </a:p>
          <a:p>
            <a:pPr>
              <a:defRPr/>
            </a:pPr>
            <a:r>
              <a:rPr lang="fr-FR" smtClean="0"/>
              <a:t>There's just something about</a:t>
            </a:r>
          </a:p>
          <a:p>
            <a:pPr>
              <a:defRPr/>
            </a:pPr>
            <a:r>
              <a:rPr lang="fr-FR" smtClean="0"/>
              <a:t>8-  QUE CELUI DE JÉSUS  </a:t>
            </a:r>
          </a:p>
          <a:p>
            <a:pPr>
              <a:defRPr/>
            </a:pPr>
            <a:r>
              <a:rPr lang="fr-FR" smtClean="0"/>
              <a:t>the name of Jesus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9-  JÉSUS, NOM AU-DESSUS DES AUTRES </a:t>
            </a:r>
          </a:p>
          <a:p>
            <a:pPr>
              <a:defRPr/>
            </a:pPr>
            <a:r>
              <a:rPr lang="fr-FR" smtClean="0"/>
              <a:t>	Jesus, name above all names
	10-  GUÉRISON QUI ENLÈVE TOUTE SOUFFRANCE </a:t>
            </a:r>
          </a:p>
          <a:p>
            <a:pPr>
              <a:defRPr/>
            </a:pPr>
            <a:r>
              <a:rPr lang="fr-FR" smtClean="0"/>
              <a:t>	Healer, the One who takes all pain
	11-  SAUVEUR VAINQUEUR SUR LE TOMBEAU </a:t>
            </a:r>
          </a:p>
          <a:p>
            <a:pPr>
              <a:defRPr/>
            </a:pPr>
            <a:r>
              <a:rPr lang="fr-FR" smtClean="0"/>
              <a:t>	Savior, risen from the grave
	12-  SON NOM EST JÉSUS   </a:t>
            </a:r>
          </a:p>
          <a:p>
            <a:pPr>
              <a:defRPr/>
            </a:pPr>
            <a:r>
              <a:rPr lang="fr-FR" smtClean="0"/>
              <a:t>	Your name is Jesus,
	13-  SEIGNEUR DE TOUTE LA TERRE </a:t>
            </a:r>
          </a:p>
          <a:p>
            <a:pPr>
              <a:defRPr/>
            </a:pPr>
            <a:r>
              <a:rPr lang="fr-FR" smtClean="0"/>
              <a:t>	Lord over all</a:t>
            </a:r>
          </a:p>
          <a:p>
            <a:pPr>
              <a:defRPr/>
            </a:pPr>
            <a:r>
              <a:rPr lang="fr-FR" smtClean="0"/>
              <a:t>
14-  JÉSUS, JÉSUS, JÉSUS </a:t>
            </a:r>
          </a:p>
          <a:p>
            <a:pPr>
              <a:defRPr/>
            </a:pPr>
            <a:r>
              <a:rPr lang="fr-FR" smtClean="0"/>
              <a:t>Jesus, Jesus, Jesus
15-  AUCUN AUTRE NOM </a:t>
            </a:r>
          </a:p>
          <a:p>
            <a:pPr>
              <a:defRPr/>
            </a:pPr>
            <a:r>
              <a:rPr lang="fr-FR" smtClean="0"/>
              <a:t>No other name, no other name like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</a:t>
            </a:r>
          </a:p>
          <a:p>
            <a:pPr>
              <a:defRPr/>
            </a:pPr>
            <a:r>
              <a:rPr lang="fr-FR" smtClean="0"/>
              <a:t>16-  SON NOM EST JÉSUS 
17-  SEIGNEUR DE TOUTE LA TERRE 
</a:t>
            </a: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LE NOM DE JÉSUS EST PLUS GRAND   </a:t>
            </a:r>
          </a:p>
          <a:p>
            <a:pPr>
              <a:defRPr/>
            </a:pPr>
            <a:r>
              <a:rPr lang="fr-FR" smtClean="0"/>
              <a:t>The name of Jesus is greater
2-  LE NOM DE JÉSUS EST PLUS FORT QUE LE LEUR  </a:t>
            </a:r>
          </a:p>
          <a:p>
            <a:pPr>
              <a:defRPr/>
            </a:pPr>
            <a:r>
              <a:rPr lang="fr-FR" smtClean="0"/>
              <a:t>The name of Jesus is stronger
3-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4-  LE NOM DE JÉSUS VA PLUS LOIN </a:t>
            </a:r>
          </a:p>
          <a:p>
            <a:pPr>
              <a:defRPr/>
            </a:pPr>
            <a:r>
              <a:rPr lang="fr-FR" smtClean="0"/>
              <a:t>The name of Jesus is bigger
5-  LE NOM DE JÉSUS EST TOUT-PUISSANT </a:t>
            </a:r>
          </a:p>
          <a:p>
            <a:pPr>
              <a:defRPr/>
            </a:pPr>
            <a:r>
              <a:rPr lang="fr-FR" smtClean="0"/>
              <a:t>The name of Jesus has power
6-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7-  IL N’Y A PAS DE NOM PLUS GRAND </a:t>
            </a:r>
          </a:p>
          <a:p>
            <a:pPr>
              <a:defRPr/>
            </a:pPr>
            <a:r>
              <a:rPr lang="fr-FR" smtClean="0"/>
              <a:t>There's just something about</a:t>
            </a:r>
          </a:p>
          <a:p>
            <a:pPr>
              <a:defRPr/>
            </a:pPr>
            <a:r>
              <a:rPr lang="fr-FR" smtClean="0"/>
              <a:t>8-  QUE CELUI DE JÉSUS  </a:t>
            </a:r>
          </a:p>
          <a:p>
            <a:pPr>
              <a:defRPr/>
            </a:pPr>
            <a:r>
              <a:rPr lang="fr-FR" smtClean="0"/>
              <a:t>the name of Jesus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9-  JÉSUS, NOM AU-DESSUS DES AUTRES </a:t>
            </a:r>
          </a:p>
          <a:p>
            <a:pPr>
              <a:defRPr/>
            </a:pPr>
            <a:r>
              <a:rPr lang="fr-FR" smtClean="0"/>
              <a:t>	Jesus, name above all names
	10-  GUÉRISON QUI ENLÈVE TOUTE SOUFFRANCE </a:t>
            </a:r>
          </a:p>
          <a:p>
            <a:pPr>
              <a:defRPr/>
            </a:pPr>
            <a:r>
              <a:rPr lang="fr-FR" smtClean="0"/>
              <a:t>	Healer, the One who takes all pain
	11-  SAUVEUR VAINQUEUR SUR LE TOMBEAU </a:t>
            </a:r>
          </a:p>
          <a:p>
            <a:pPr>
              <a:defRPr/>
            </a:pPr>
            <a:r>
              <a:rPr lang="fr-FR" smtClean="0"/>
              <a:t>	Savior, risen from the grave
	12-  SON NOM EST JÉSUS   </a:t>
            </a:r>
          </a:p>
          <a:p>
            <a:pPr>
              <a:defRPr/>
            </a:pPr>
            <a:r>
              <a:rPr lang="fr-FR" smtClean="0"/>
              <a:t>	Your name is Jesus,
	13-  SEIGNEUR DE TOUTE LA TERRE </a:t>
            </a:r>
          </a:p>
          <a:p>
            <a:pPr>
              <a:defRPr/>
            </a:pPr>
            <a:r>
              <a:rPr lang="fr-FR" smtClean="0"/>
              <a:t>	Lord over all</a:t>
            </a:r>
          </a:p>
          <a:p>
            <a:pPr>
              <a:defRPr/>
            </a:pPr>
            <a:r>
              <a:rPr lang="fr-FR" smtClean="0"/>
              <a:t>
14-  JÉSUS, JÉSUS, JÉSUS </a:t>
            </a:r>
          </a:p>
          <a:p>
            <a:pPr>
              <a:defRPr/>
            </a:pPr>
            <a:r>
              <a:rPr lang="fr-FR" smtClean="0"/>
              <a:t>Jesus, Jesus, Jesus
15-  AUCUN AUTRE NOM </a:t>
            </a:r>
          </a:p>
          <a:p>
            <a:pPr>
              <a:defRPr/>
            </a:pPr>
            <a:r>
              <a:rPr lang="fr-FR" smtClean="0"/>
              <a:t>No other name, no other name like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</a:t>
            </a:r>
          </a:p>
          <a:p>
            <a:pPr>
              <a:defRPr/>
            </a:pPr>
            <a:r>
              <a:rPr lang="fr-FR" smtClean="0"/>
              <a:t>16-  SON NOM EST JÉSUS 
17-  SEIGNEUR DE TOUTE LA TERRE 
</a:t>
            </a: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LE NOM DE JÉSUS EST PLUS GRAND   </a:t>
            </a:r>
          </a:p>
          <a:p>
            <a:pPr>
              <a:defRPr/>
            </a:pPr>
            <a:r>
              <a:rPr lang="fr-FR" smtClean="0"/>
              <a:t>The name of Jesus is greater
2-  LE NOM DE JÉSUS EST PLUS FORT QUE LE LEUR  </a:t>
            </a:r>
          </a:p>
          <a:p>
            <a:pPr>
              <a:defRPr/>
            </a:pPr>
            <a:r>
              <a:rPr lang="fr-FR" smtClean="0"/>
              <a:t>The name of Jesus is stronger
3-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4-  LE NOM DE JÉSUS VA PLUS LOIN </a:t>
            </a:r>
          </a:p>
          <a:p>
            <a:pPr>
              <a:defRPr/>
            </a:pPr>
            <a:r>
              <a:rPr lang="fr-FR" smtClean="0"/>
              <a:t>The name of Jesus is bigger
5-  LE NOM DE JÉSUS EST TOUT-PUISSANT </a:t>
            </a:r>
          </a:p>
          <a:p>
            <a:pPr>
              <a:defRPr/>
            </a:pPr>
            <a:r>
              <a:rPr lang="fr-FR" smtClean="0"/>
              <a:t>The name of Jesus has power
6-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7-  IL N’Y A PAS DE NOM PLUS GRAND </a:t>
            </a:r>
          </a:p>
          <a:p>
            <a:pPr>
              <a:defRPr/>
            </a:pPr>
            <a:r>
              <a:rPr lang="fr-FR" smtClean="0"/>
              <a:t>There's just something about</a:t>
            </a:r>
          </a:p>
          <a:p>
            <a:pPr>
              <a:defRPr/>
            </a:pPr>
            <a:r>
              <a:rPr lang="fr-FR" smtClean="0"/>
              <a:t>8-  QUE CELUI DE JÉSUS  </a:t>
            </a:r>
          </a:p>
          <a:p>
            <a:pPr>
              <a:defRPr/>
            </a:pPr>
            <a:r>
              <a:rPr lang="fr-FR" smtClean="0"/>
              <a:t>the name of Jesus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9-  JÉSUS, NOM AU-DESSUS DES AUTRES </a:t>
            </a:r>
          </a:p>
          <a:p>
            <a:pPr>
              <a:defRPr/>
            </a:pPr>
            <a:r>
              <a:rPr lang="fr-FR" smtClean="0"/>
              <a:t>	Jesus, name above all names
	10-  GUÉRISON QUI ENLÈVE TOUTE SOUFFRANCE </a:t>
            </a:r>
          </a:p>
          <a:p>
            <a:pPr>
              <a:defRPr/>
            </a:pPr>
            <a:r>
              <a:rPr lang="fr-FR" smtClean="0"/>
              <a:t>	Healer, the One who takes all pain
	11-  SAUVEUR VAINQUEUR SUR LE TOMBEAU </a:t>
            </a:r>
          </a:p>
          <a:p>
            <a:pPr>
              <a:defRPr/>
            </a:pPr>
            <a:r>
              <a:rPr lang="fr-FR" smtClean="0"/>
              <a:t>	Savior, risen from the grave
	12-  SON NOM EST JÉSUS   </a:t>
            </a:r>
          </a:p>
          <a:p>
            <a:pPr>
              <a:defRPr/>
            </a:pPr>
            <a:r>
              <a:rPr lang="fr-FR" smtClean="0"/>
              <a:t>	Your name is Jesus,
	13-  SEIGNEUR DE TOUTE LA TERRE </a:t>
            </a:r>
          </a:p>
          <a:p>
            <a:pPr>
              <a:defRPr/>
            </a:pPr>
            <a:r>
              <a:rPr lang="fr-FR" smtClean="0"/>
              <a:t>	Lord over all</a:t>
            </a:r>
          </a:p>
          <a:p>
            <a:pPr>
              <a:defRPr/>
            </a:pPr>
            <a:r>
              <a:rPr lang="fr-FR" smtClean="0"/>
              <a:t>
14-  JÉSUS, JÉSUS, JÉSUS </a:t>
            </a:r>
          </a:p>
          <a:p>
            <a:pPr>
              <a:defRPr/>
            </a:pPr>
            <a:r>
              <a:rPr lang="fr-FR" smtClean="0"/>
              <a:t>Jesus, Jesus, Jesus
15-  AUCUN AUTRE NOM </a:t>
            </a:r>
          </a:p>
          <a:p>
            <a:pPr>
              <a:defRPr/>
            </a:pPr>
            <a:r>
              <a:rPr lang="fr-FR" smtClean="0"/>
              <a:t>No other name, no other name like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</a:t>
            </a:r>
          </a:p>
          <a:p>
            <a:pPr>
              <a:defRPr/>
            </a:pPr>
            <a:r>
              <a:rPr lang="fr-FR" smtClean="0"/>
              <a:t>16-  SON NOM EST JÉSUS 
17-  SEIGNEUR DE TOUTE LA TERRE 
</a:t>
            </a: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98892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LE NOM DE JÉSUS EST PLUS GRAND   </a:t>
            </a:r>
          </a:p>
          <a:p>
            <a:pPr>
              <a:defRPr/>
            </a:pPr>
            <a:r>
              <a:rPr lang="fr-FR" smtClean="0"/>
              <a:t>The name of Jesus is greater
2-  LE NOM DE JÉSUS EST PLUS FORT QUE LE LEUR  </a:t>
            </a:r>
          </a:p>
          <a:p>
            <a:pPr>
              <a:defRPr/>
            </a:pPr>
            <a:r>
              <a:rPr lang="fr-FR" smtClean="0"/>
              <a:t>The name of Jesus is stronger
3-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4-  LE NOM DE JÉSUS VA PLUS LOIN </a:t>
            </a:r>
          </a:p>
          <a:p>
            <a:pPr>
              <a:defRPr/>
            </a:pPr>
            <a:r>
              <a:rPr lang="fr-FR" smtClean="0"/>
              <a:t>The name of Jesus is bigger
5-  LE NOM DE JÉSUS EST TOUT-PUISSANT </a:t>
            </a:r>
          </a:p>
          <a:p>
            <a:pPr>
              <a:defRPr/>
            </a:pPr>
            <a:r>
              <a:rPr lang="fr-FR" smtClean="0"/>
              <a:t>The name of Jesus has power
6-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7-  IL N’Y A PAS DE NOM PLUS GRAND </a:t>
            </a:r>
          </a:p>
          <a:p>
            <a:pPr>
              <a:defRPr/>
            </a:pPr>
            <a:r>
              <a:rPr lang="fr-FR" smtClean="0"/>
              <a:t>There's just something about</a:t>
            </a:r>
          </a:p>
          <a:p>
            <a:pPr>
              <a:defRPr/>
            </a:pPr>
            <a:r>
              <a:rPr lang="fr-FR" smtClean="0"/>
              <a:t>8-  QUE CELUI DE JÉSUS  </a:t>
            </a:r>
          </a:p>
          <a:p>
            <a:pPr>
              <a:defRPr/>
            </a:pPr>
            <a:r>
              <a:rPr lang="fr-FR" smtClean="0"/>
              <a:t>the name of Jesus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9-  JÉSUS, NOM AU-DESSUS DES AUTRES </a:t>
            </a:r>
          </a:p>
          <a:p>
            <a:pPr>
              <a:defRPr/>
            </a:pPr>
            <a:r>
              <a:rPr lang="fr-FR" smtClean="0"/>
              <a:t>	Jesus, name above all names
	10-  GUÉRISON QUI ENLÈVE TOUTE SOUFFRANCE </a:t>
            </a:r>
          </a:p>
          <a:p>
            <a:pPr>
              <a:defRPr/>
            </a:pPr>
            <a:r>
              <a:rPr lang="fr-FR" smtClean="0"/>
              <a:t>	Healer, the One who takes all pain
	11-  SAUVEUR VAINQUEUR SUR LE TOMBEAU </a:t>
            </a:r>
          </a:p>
          <a:p>
            <a:pPr>
              <a:defRPr/>
            </a:pPr>
            <a:r>
              <a:rPr lang="fr-FR" smtClean="0"/>
              <a:t>	Savior, risen from the grave
	12-  SON NOM EST JÉSUS   </a:t>
            </a:r>
          </a:p>
          <a:p>
            <a:pPr>
              <a:defRPr/>
            </a:pPr>
            <a:r>
              <a:rPr lang="fr-FR" smtClean="0"/>
              <a:t>	Your name is Jesus,
	13-  SEIGNEUR DE TOUTE LA TERRE </a:t>
            </a:r>
          </a:p>
          <a:p>
            <a:pPr>
              <a:defRPr/>
            </a:pPr>
            <a:r>
              <a:rPr lang="fr-FR" smtClean="0"/>
              <a:t>	Lord over all</a:t>
            </a:r>
          </a:p>
          <a:p>
            <a:pPr>
              <a:defRPr/>
            </a:pPr>
            <a:r>
              <a:rPr lang="fr-FR" smtClean="0"/>
              <a:t>
14-  JÉSUS, JÉSUS, JÉSUS </a:t>
            </a:r>
          </a:p>
          <a:p>
            <a:pPr>
              <a:defRPr/>
            </a:pPr>
            <a:r>
              <a:rPr lang="fr-FR" smtClean="0"/>
              <a:t>Jesus, Jesus, Jesus
15-  AUCUN AUTRE NOM </a:t>
            </a:r>
          </a:p>
          <a:p>
            <a:pPr>
              <a:defRPr/>
            </a:pPr>
            <a:r>
              <a:rPr lang="fr-FR" smtClean="0"/>
              <a:t>No other name, no other name like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</a:t>
            </a:r>
          </a:p>
          <a:p>
            <a:pPr>
              <a:defRPr/>
            </a:pPr>
            <a:r>
              <a:rPr lang="fr-FR" smtClean="0"/>
              <a:t>16-  SON NOM EST JÉSUS 
17-  SEIGNEUR DE TOUTE LA TERRE 
</a:t>
            </a: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LE NOM DE JÉSUS EST PLUS GRAND   </a:t>
            </a:r>
          </a:p>
          <a:p>
            <a:pPr>
              <a:defRPr/>
            </a:pPr>
            <a:r>
              <a:rPr lang="fr-FR" smtClean="0"/>
              <a:t>The name of Jesus is greater
2-  LE NOM DE JÉSUS EST PLUS FORT QUE LE LEUR  </a:t>
            </a:r>
          </a:p>
          <a:p>
            <a:pPr>
              <a:defRPr/>
            </a:pPr>
            <a:r>
              <a:rPr lang="fr-FR" smtClean="0"/>
              <a:t>The name of Jesus is stronger
3-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4-  LE NOM DE JÉSUS VA PLUS LOIN </a:t>
            </a:r>
          </a:p>
          <a:p>
            <a:pPr>
              <a:defRPr/>
            </a:pPr>
            <a:r>
              <a:rPr lang="fr-FR" smtClean="0"/>
              <a:t>The name of Jesus is bigger
5-  LE NOM DE JÉSUS EST TOUT-PUISSANT </a:t>
            </a:r>
          </a:p>
          <a:p>
            <a:pPr>
              <a:defRPr/>
            </a:pPr>
            <a:r>
              <a:rPr lang="fr-FR" smtClean="0"/>
              <a:t>The name of Jesus has power
6-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7-  IL N’Y A PAS DE NOM PLUS GRAND </a:t>
            </a:r>
          </a:p>
          <a:p>
            <a:pPr>
              <a:defRPr/>
            </a:pPr>
            <a:r>
              <a:rPr lang="fr-FR" smtClean="0"/>
              <a:t>There's just something about</a:t>
            </a:r>
          </a:p>
          <a:p>
            <a:pPr>
              <a:defRPr/>
            </a:pPr>
            <a:r>
              <a:rPr lang="fr-FR" smtClean="0"/>
              <a:t>8-  QUE CELUI DE JÉSUS  </a:t>
            </a:r>
          </a:p>
          <a:p>
            <a:pPr>
              <a:defRPr/>
            </a:pPr>
            <a:r>
              <a:rPr lang="fr-FR" smtClean="0"/>
              <a:t>the name of Jesus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9-  JÉSUS, NOM AU-DESSUS DES AUTRES </a:t>
            </a:r>
          </a:p>
          <a:p>
            <a:pPr>
              <a:defRPr/>
            </a:pPr>
            <a:r>
              <a:rPr lang="fr-FR" smtClean="0"/>
              <a:t>	Jesus, name above all names
	10-  GUÉRISON QUI ENLÈVE TOUTE SOUFFRANCE </a:t>
            </a:r>
          </a:p>
          <a:p>
            <a:pPr>
              <a:defRPr/>
            </a:pPr>
            <a:r>
              <a:rPr lang="fr-FR" smtClean="0"/>
              <a:t>	Healer, the One who takes all pain
	11-  SAUVEUR VAINQUEUR SUR LE TOMBEAU </a:t>
            </a:r>
          </a:p>
          <a:p>
            <a:pPr>
              <a:defRPr/>
            </a:pPr>
            <a:r>
              <a:rPr lang="fr-FR" smtClean="0"/>
              <a:t>	Savior, risen from the grave
	12-  SON NOM EST JÉSUS   </a:t>
            </a:r>
          </a:p>
          <a:p>
            <a:pPr>
              <a:defRPr/>
            </a:pPr>
            <a:r>
              <a:rPr lang="fr-FR" smtClean="0"/>
              <a:t>	Your name is Jesus,
	13-  SEIGNEUR DE TOUTE LA TERRE </a:t>
            </a:r>
          </a:p>
          <a:p>
            <a:pPr>
              <a:defRPr/>
            </a:pPr>
            <a:r>
              <a:rPr lang="fr-FR" smtClean="0"/>
              <a:t>	Lord over all</a:t>
            </a:r>
          </a:p>
          <a:p>
            <a:pPr>
              <a:defRPr/>
            </a:pPr>
            <a:r>
              <a:rPr lang="fr-FR" smtClean="0"/>
              <a:t>
14-  JÉSUS, JÉSUS, JÉSUS </a:t>
            </a:r>
          </a:p>
          <a:p>
            <a:pPr>
              <a:defRPr/>
            </a:pPr>
            <a:r>
              <a:rPr lang="fr-FR" smtClean="0"/>
              <a:t>Jesus, Jesus, Jesus
15-  AUCUN AUTRE NOM </a:t>
            </a:r>
          </a:p>
          <a:p>
            <a:pPr>
              <a:defRPr/>
            </a:pPr>
            <a:r>
              <a:rPr lang="fr-FR" smtClean="0"/>
              <a:t>No other name, no other name like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</a:t>
            </a:r>
          </a:p>
          <a:p>
            <a:pPr>
              <a:defRPr/>
            </a:pPr>
            <a:r>
              <a:rPr lang="fr-FR" smtClean="0"/>
              <a:t>16-  SON NOM EST JÉSUS 
17-  SEIGNEUR DE TOUTE LA TERRE 
</a:t>
            </a:r>
            <a:endParaRPr lang="fr-FR" dirty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LE NOM DE JÉSUS EST PLUS GRAND   </a:t>
            </a:r>
          </a:p>
          <a:p>
            <a:pPr>
              <a:defRPr/>
            </a:pPr>
            <a:r>
              <a:rPr lang="fr-FR" smtClean="0"/>
              <a:t>The name of Jesus is greater
2-  LE NOM DE JÉSUS EST PLUS FORT QUE LE LEUR  </a:t>
            </a:r>
          </a:p>
          <a:p>
            <a:pPr>
              <a:defRPr/>
            </a:pPr>
            <a:r>
              <a:rPr lang="fr-FR" smtClean="0"/>
              <a:t>The name of Jesus is stronger
3-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4-  LE NOM DE JÉSUS VA PLUS LOIN </a:t>
            </a:r>
          </a:p>
          <a:p>
            <a:pPr>
              <a:defRPr/>
            </a:pPr>
            <a:r>
              <a:rPr lang="fr-FR" smtClean="0"/>
              <a:t>The name of Jesus is bigger
5-  LE NOM DE JÉSUS EST TOUT-PUISSANT </a:t>
            </a:r>
          </a:p>
          <a:p>
            <a:pPr>
              <a:defRPr/>
            </a:pPr>
            <a:r>
              <a:rPr lang="fr-FR" smtClean="0"/>
              <a:t>The name of Jesus has power
6-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7-  IL N’Y A PAS DE NOM PLUS GRAND </a:t>
            </a:r>
          </a:p>
          <a:p>
            <a:pPr>
              <a:defRPr/>
            </a:pPr>
            <a:r>
              <a:rPr lang="fr-FR" smtClean="0"/>
              <a:t>There's just something about</a:t>
            </a:r>
          </a:p>
          <a:p>
            <a:pPr>
              <a:defRPr/>
            </a:pPr>
            <a:r>
              <a:rPr lang="fr-FR" smtClean="0"/>
              <a:t>8-  QUE CELUI DE JÉSUS  </a:t>
            </a:r>
          </a:p>
          <a:p>
            <a:pPr>
              <a:defRPr/>
            </a:pPr>
            <a:r>
              <a:rPr lang="fr-FR" smtClean="0"/>
              <a:t>the name of Jesus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9-  JÉSUS, NOM AU-DESSUS DES AUTRES </a:t>
            </a:r>
          </a:p>
          <a:p>
            <a:pPr>
              <a:defRPr/>
            </a:pPr>
            <a:r>
              <a:rPr lang="fr-FR" smtClean="0"/>
              <a:t>	Jesus, name above all names
	10-  GUÉRISON QUI ENLÈVE TOUTE SOUFFRANCE </a:t>
            </a:r>
          </a:p>
          <a:p>
            <a:pPr>
              <a:defRPr/>
            </a:pPr>
            <a:r>
              <a:rPr lang="fr-FR" smtClean="0"/>
              <a:t>	Healer, the One who takes all pain
	11-  SAUVEUR VAINQUEUR SUR LE TOMBEAU </a:t>
            </a:r>
          </a:p>
          <a:p>
            <a:pPr>
              <a:defRPr/>
            </a:pPr>
            <a:r>
              <a:rPr lang="fr-FR" smtClean="0"/>
              <a:t>	Savior, risen from the grave
	12-  SON NOM EST JÉSUS   </a:t>
            </a:r>
          </a:p>
          <a:p>
            <a:pPr>
              <a:defRPr/>
            </a:pPr>
            <a:r>
              <a:rPr lang="fr-FR" smtClean="0"/>
              <a:t>	Your name is Jesus,
	13-  SEIGNEUR DE TOUTE LA TERRE </a:t>
            </a:r>
          </a:p>
          <a:p>
            <a:pPr>
              <a:defRPr/>
            </a:pPr>
            <a:r>
              <a:rPr lang="fr-FR" smtClean="0"/>
              <a:t>	Lord over all</a:t>
            </a:r>
          </a:p>
          <a:p>
            <a:pPr>
              <a:defRPr/>
            </a:pPr>
            <a:r>
              <a:rPr lang="fr-FR" smtClean="0"/>
              <a:t>
14-  JÉSUS, JÉSUS, JÉSUS </a:t>
            </a:r>
          </a:p>
          <a:p>
            <a:pPr>
              <a:defRPr/>
            </a:pPr>
            <a:r>
              <a:rPr lang="fr-FR" smtClean="0"/>
              <a:t>Jesus, Jesus, Jesus
15-  AUCUN AUTRE NOM </a:t>
            </a:r>
          </a:p>
          <a:p>
            <a:pPr>
              <a:defRPr/>
            </a:pPr>
            <a:r>
              <a:rPr lang="fr-FR" smtClean="0"/>
              <a:t>No other name, no other name like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</a:t>
            </a:r>
          </a:p>
          <a:p>
            <a:pPr>
              <a:defRPr/>
            </a:pPr>
            <a:r>
              <a:rPr lang="fr-FR" smtClean="0"/>
              <a:t>16-  SON NOM EST JÉSUS 
17-  SEIGNEUR DE TOUTE LA TERRE 
</a:t>
            </a: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LE NOM DE JÉSUS EST PLUS GRAND   </a:t>
            </a:r>
          </a:p>
          <a:p>
            <a:pPr>
              <a:defRPr/>
            </a:pPr>
            <a:r>
              <a:rPr lang="fr-FR" smtClean="0"/>
              <a:t>The name of Jesus is greater
2-  LE NOM DE JÉSUS EST PLUS FORT QUE LE LEUR  </a:t>
            </a:r>
          </a:p>
          <a:p>
            <a:pPr>
              <a:defRPr/>
            </a:pPr>
            <a:r>
              <a:rPr lang="fr-FR" smtClean="0"/>
              <a:t>The name of Jesus is stronger
3-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4-  LE NOM DE JÉSUS VA PLUS LOIN </a:t>
            </a:r>
          </a:p>
          <a:p>
            <a:pPr>
              <a:defRPr/>
            </a:pPr>
            <a:r>
              <a:rPr lang="fr-FR" smtClean="0"/>
              <a:t>The name of Jesus is bigger
5-  LE NOM DE JÉSUS EST TOUT-PUISSANT </a:t>
            </a:r>
          </a:p>
          <a:p>
            <a:pPr>
              <a:defRPr/>
            </a:pPr>
            <a:r>
              <a:rPr lang="fr-FR" smtClean="0"/>
              <a:t>The name of Jesus has power
6-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7-  IL N’Y A PAS DE NOM PLUS GRAND </a:t>
            </a:r>
          </a:p>
          <a:p>
            <a:pPr>
              <a:defRPr/>
            </a:pPr>
            <a:r>
              <a:rPr lang="fr-FR" smtClean="0"/>
              <a:t>There's just something about</a:t>
            </a:r>
          </a:p>
          <a:p>
            <a:pPr>
              <a:defRPr/>
            </a:pPr>
            <a:r>
              <a:rPr lang="fr-FR" smtClean="0"/>
              <a:t>8-  QUE CELUI DE JÉSUS  </a:t>
            </a:r>
          </a:p>
          <a:p>
            <a:pPr>
              <a:defRPr/>
            </a:pPr>
            <a:r>
              <a:rPr lang="fr-FR" smtClean="0"/>
              <a:t>the name of Jesus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9-  JÉSUS, NOM AU-DESSUS DES AUTRES </a:t>
            </a:r>
          </a:p>
          <a:p>
            <a:pPr>
              <a:defRPr/>
            </a:pPr>
            <a:r>
              <a:rPr lang="fr-FR" smtClean="0"/>
              <a:t>	Jesus, name above all names
	10-  GUÉRISON QUI ENLÈVE TOUTE SOUFFRANCE </a:t>
            </a:r>
          </a:p>
          <a:p>
            <a:pPr>
              <a:defRPr/>
            </a:pPr>
            <a:r>
              <a:rPr lang="fr-FR" smtClean="0"/>
              <a:t>	Healer, the One who takes all pain
	11-  SAUVEUR VAINQUEUR SUR LE TOMBEAU </a:t>
            </a:r>
          </a:p>
          <a:p>
            <a:pPr>
              <a:defRPr/>
            </a:pPr>
            <a:r>
              <a:rPr lang="fr-FR" smtClean="0"/>
              <a:t>	Savior, risen from the grave
	12-  SON NOM EST JÉSUS   </a:t>
            </a:r>
          </a:p>
          <a:p>
            <a:pPr>
              <a:defRPr/>
            </a:pPr>
            <a:r>
              <a:rPr lang="fr-FR" smtClean="0"/>
              <a:t>	Your name is Jesus,
	13-  SEIGNEUR DE TOUTE LA TERRE </a:t>
            </a:r>
          </a:p>
          <a:p>
            <a:pPr>
              <a:defRPr/>
            </a:pPr>
            <a:r>
              <a:rPr lang="fr-FR" smtClean="0"/>
              <a:t>	Lord over all</a:t>
            </a:r>
          </a:p>
          <a:p>
            <a:pPr>
              <a:defRPr/>
            </a:pPr>
            <a:r>
              <a:rPr lang="fr-FR" smtClean="0"/>
              <a:t>
14-  JÉSUS, JÉSUS, JÉSUS </a:t>
            </a:r>
          </a:p>
          <a:p>
            <a:pPr>
              <a:defRPr/>
            </a:pPr>
            <a:r>
              <a:rPr lang="fr-FR" smtClean="0"/>
              <a:t>Jesus, Jesus, Jesus
15-  AUCUN AUTRE NOM </a:t>
            </a:r>
          </a:p>
          <a:p>
            <a:pPr>
              <a:defRPr/>
            </a:pPr>
            <a:r>
              <a:rPr lang="fr-FR" smtClean="0"/>
              <a:t>No other name, no other name like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</a:t>
            </a:r>
          </a:p>
          <a:p>
            <a:pPr>
              <a:defRPr/>
            </a:pPr>
            <a:r>
              <a:rPr lang="fr-FR" smtClean="0"/>
              <a:t>16-  SON NOM EST JÉSUS 
17-  SEIGNEUR DE TOUTE LA TERRE 
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LE NOM DE JÉSUS EST PLUS GRAND   </a:t>
            </a:r>
          </a:p>
          <a:p>
            <a:pPr>
              <a:defRPr/>
            </a:pPr>
            <a:r>
              <a:rPr lang="fr-FR" smtClean="0"/>
              <a:t>The name of Jesus is greater
2-  LE NOM DE JÉSUS EST PLUS FORT QUE LE LEUR  </a:t>
            </a:r>
          </a:p>
          <a:p>
            <a:pPr>
              <a:defRPr/>
            </a:pPr>
            <a:r>
              <a:rPr lang="fr-FR" smtClean="0"/>
              <a:t>The name of Jesus is stronger
3-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4-  LE NOM DE JÉSUS VA PLUS LOIN </a:t>
            </a:r>
          </a:p>
          <a:p>
            <a:pPr>
              <a:defRPr/>
            </a:pPr>
            <a:r>
              <a:rPr lang="fr-FR" smtClean="0"/>
              <a:t>The name of Jesus is bigger
5-  LE NOM DE JÉSUS EST TOUT-PUISSANT </a:t>
            </a:r>
          </a:p>
          <a:p>
            <a:pPr>
              <a:defRPr/>
            </a:pPr>
            <a:r>
              <a:rPr lang="fr-FR" smtClean="0"/>
              <a:t>The name of Jesus has power
6-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7-  IL N’Y A PAS DE NOM PLUS GRAND </a:t>
            </a:r>
          </a:p>
          <a:p>
            <a:pPr>
              <a:defRPr/>
            </a:pPr>
            <a:r>
              <a:rPr lang="fr-FR" smtClean="0"/>
              <a:t>There's just something about</a:t>
            </a:r>
          </a:p>
          <a:p>
            <a:pPr>
              <a:defRPr/>
            </a:pPr>
            <a:r>
              <a:rPr lang="fr-FR" smtClean="0"/>
              <a:t>8-  QUE CELUI DE JÉSUS  </a:t>
            </a:r>
          </a:p>
          <a:p>
            <a:pPr>
              <a:defRPr/>
            </a:pPr>
            <a:r>
              <a:rPr lang="fr-FR" smtClean="0"/>
              <a:t>the name of Jesus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9-  JÉSUS, NOM AU-DESSUS DES AUTRES </a:t>
            </a:r>
          </a:p>
          <a:p>
            <a:pPr>
              <a:defRPr/>
            </a:pPr>
            <a:r>
              <a:rPr lang="fr-FR" smtClean="0"/>
              <a:t>	Jesus, name above all names
	10-  GUÉRISON QUI ENLÈVE TOUTE SOUFFRANCE </a:t>
            </a:r>
          </a:p>
          <a:p>
            <a:pPr>
              <a:defRPr/>
            </a:pPr>
            <a:r>
              <a:rPr lang="fr-FR" smtClean="0"/>
              <a:t>	Healer, the One who takes all pain
	11-  SAUVEUR VAINQUEUR SUR LE TOMBEAU </a:t>
            </a:r>
          </a:p>
          <a:p>
            <a:pPr>
              <a:defRPr/>
            </a:pPr>
            <a:r>
              <a:rPr lang="fr-FR" smtClean="0"/>
              <a:t>	Savior, risen from the grave
	12-  SON NOM EST JÉSUS   </a:t>
            </a:r>
          </a:p>
          <a:p>
            <a:pPr>
              <a:defRPr/>
            </a:pPr>
            <a:r>
              <a:rPr lang="fr-FR" smtClean="0"/>
              <a:t>	Your name is Jesus,
	13-  SEIGNEUR DE TOUTE LA TERRE </a:t>
            </a:r>
          </a:p>
          <a:p>
            <a:pPr>
              <a:defRPr/>
            </a:pPr>
            <a:r>
              <a:rPr lang="fr-FR" smtClean="0"/>
              <a:t>	Lord over all</a:t>
            </a:r>
          </a:p>
          <a:p>
            <a:pPr>
              <a:defRPr/>
            </a:pPr>
            <a:r>
              <a:rPr lang="fr-FR" smtClean="0"/>
              <a:t>
14-  JÉSUS, JÉSUS, JÉSUS </a:t>
            </a:r>
          </a:p>
          <a:p>
            <a:pPr>
              <a:defRPr/>
            </a:pPr>
            <a:r>
              <a:rPr lang="fr-FR" smtClean="0"/>
              <a:t>Jesus, Jesus, Jesus
15-  AUCUN AUTRE NOM </a:t>
            </a:r>
          </a:p>
          <a:p>
            <a:pPr>
              <a:defRPr/>
            </a:pPr>
            <a:r>
              <a:rPr lang="fr-FR" smtClean="0"/>
              <a:t>No other name, no other name like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</a:t>
            </a:r>
          </a:p>
          <a:p>
            <a:pPr>
              <a:defRPr/>
            </a:pPr>
            <a:r>
              <a:rPr lang="fr-FR" smtClean="0"/>
              <a:t>16-  SON NOM EST JÉSUS 
17-  SEIGNEUR DE TOUTE LA TERRE 
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291279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LE NOM DE JÉSUS EST PLUS GRAND   </a:t>
            </a:r>
          </a:p>
          <a:p>
            <a:pPr>
              <a:defRPr/>
            </a:pPr>
            <a:r>
              <a:rPr lang="fr-FR" smtClean="0"/>
              <a:t>The name of Jesus is greater
2-  LE NOM DE JÉSUS EST PLUS FORT QUE LE LEUR  </a:t>
            </a:r>
          </a:p>
          <a:p>
            <a:pPr>
              <a:defRPr/>
            </a:pPr>
            <a:r>
              <a:rPr lang="fr-FR" smtClean="0"/>
              <a:t>The name of Jesus is stronger
3-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4-  LE NOM DE JÉSUS VA PLUS LOIN </a:t>
            </a:r>
          </a:p>
          <a:p>
            <a:pPr>
              <a:defRPr/>
            </a:pPr>
            <a:r>
              <a:rPr lang="fr-FR" smtClean="0"/>
              <a:t>The name of Jesus is bigger
5-  LE NOM DE JÉSUS EST TOUT-PUISSANT </a:t>
            </a:r>
          </a:p>
          <a:p>
            <a:pPr>
              <a:defRPr/>
            </a:pPr>
            <a:r>
              <a:rPr lang="fr-FR" smtClean="0"/>
              <a:t>The name of Jesus has power
6-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7-  IL N’Y A PAS DE NOM PLUS GRAND </a:t>
            </a:r>
          </a:p>
          <a:p>
            <a:pPr>
              <a:defRPr/>
            </a:pPr>
            <a:r>
              <a:rPr lang="fr-FR" smtClean="0"/>
              <a:t>There's just something about</a:t>
            </a:r>
          </a:p>
          <a:p>
            <a:pPr>
              <a:defRPr/>
            </a:pPr>
            <a:r>
              <a:rPr lang="fr-FR" smtClean="0"/>
              <a:t>8-  QUE CELUI DE JÉSUS  </a:t>
            </a:r>
          </a:p>
          <a:p>
            <a:pPr>
              <a:defRPr/>
            </a:pPr>
            <a:r>
              <a:rPr lang="fr-FR" smtClean="0"/>
              <a:t>the name of Jesus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9-  JÉSUS, NOM AU-DESSUS DES AUTRES </a:t>
            </a:r>
          </a:p>
          <a:p>
            <a:pPr>
              <a:defRPr/>
            </a:pPr>
            <a:r>
              <a:rPr lang="fr-FR" smtClean="0"/>
              <a:t>	Jesus, name above all names
	10-  GUÉRISON QUI ENLÈVE TOUTE SOUFFRANCE </a:t>
            </a:r>
          </a:p>
          <a:p>
            <a:pPr>
              <a:defRPr/>
            </a:pPr>
            <a:r>
              <a:rPr lang="fr-FR" smtClean="0"/>
              <a:t>	Healer, the One who takes all pain
	11-  SAUVEUR VAINQUEUR SUR LE TOMBEAU </a:t>
            </a:r>
          </a:p>
          <a:p>
            <a:pPr>
              <a:defRPr/>
            </a:pPr>
            <a:r>
              <a:rPr lang="fr-FR" smtClean="0"/>
              <a:t>	Savior, risen from the grave
	12-  SON NOM EST JÉSUS   </a:t>
            </a:r>
          </a:p>
          <a:p>
            <a:pPr>
              <a:defRPr/>
            </a:pPr>
            <a:r>
              <a:rPr lang="fr-FR" smtClean="0"/>
              <a:t>	Your name is Jesus,
	13-  SEIGNEUR DE TOUTE LA TERRE </a:t>
            </a:r>
          </a:p>
          <a:p>
            <a:pPr>
              <a:defRPr/>
            </a:pPr>
            <a:r>
              <a:rPr lang="fr-FR" smtClean="0"/>
              <a:t>	Lord over all</a:t>
            </a:r>
          </a:p>
          <a:p>
            <a:pPr>
              <a:defRPr/>
            </a:pPr>
            <a:r>
              <a:rPr lang="fr-FR" smtClean="0"/>
              <a:t>
14-  JÉSUS, JÉSUS, JÉSUS </a:t>
            </a:r>
          </a:p>
          <a:p>
            <a:pPr>
              <a:defRPr/>
            </a:pPr>
            <a:r>
              <a:rPr lang="fr-FR" smtClean="0"/>
              <a:t>Jesus, Jesus, Jesus
15-  AUCUN AUTRE NOM </a:t>
            </a:r>
          </a:p>
          <a:p>
            <a:pPr>
              <a:defRPr/>
            </a:pPr>
            <a:r>
              <a:rPr lang="fr-FR" smtClean="0"/>
              <a:t>No other name, no other name like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</a:t>
            </a:r>
          </a:p>
          <a:p>
            <a:pPr>
              <a:defRPr/>
            </a:pPr>
            <a:r>
              <a:rPr lang="fr-FR" smtClean="0"/>
              <a:t>16-  SON NOM EST JÉSUS 
17-  SEIGNEUR DE TOUTE LA TERRE 
</a:t>
            </a: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LE NOM DE JÉSUS EST PLUS GRAND   </a:t>
            </a:r>
          </a:p>
          <a:p>
            <a:pPr>
              <a:defRPr/>
            </a:pPr>
            <a:r>
              <a:rPr lang="fr-FR" smtClean="0"/>
              <a:t>The name of Jesus is greater
2-  LE NOM DE JÉSUS EST PLUS FORT QUE LE LEUR  </a:t>
            </a:r>
          </a:p>
          <a:p>
            <a:pPr>
              <a:defRPr/>
            </a:pPr>
            <a:r>
              <a:rPr lang="fr-FR" smtClean="0"/>
              <a:t>The name of Jesus is stronger
3-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4-  LE NOM DE JÉSUS VA PLUS LOIN </a:t>
            </a:r>
          </a:p>
          <a:p>
            <a:pPr>
              <a:defRPr/>
            </a:pPr>
            <a:r>
              <a:rPr lang="fr-FR" smtClean="0"/>
              <a:t>The name of Jesus is bigger
5-  LE NOM DE JÉSUS EST TOUT-PUISSANT </a:t>
            </a:r>
          </a:p>
          <a:p>
            <a:pPr>
              <a:defRPr/>
            </a:pPr>
            <a:r>
              <a:rPr lang="fr-FR" smtClean="0"/>
              <a:t>The name of Jesus has power
6-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7-  IL N’Y A PAS DE NOM PLUS GRAND </a:t>
            </a:r>
          </a:p>
          <a:p>
            <a:pPr>
              <a:defRPr/>
            </a:pPr>
            <a:r>
              <a:rPr lang="fr-FR" smtClean="0"/>
              <a:t>There's just something about</a:t>
            </a:r>
          </a:p>
          <a:p>
            <a:pPr>
              <a:defRPr/>
            </a:pPr>
            <a:r>
              <a:rPr lang="fr-FR" smtClean="0"/>
              <a:t>8-  QUE CELUI DE JÉSUS  </a:t>
            </a:r>
          </a:p>
          <a:p>
            <a:pPr>
              <a:defRPr/>
            </a:pPr>
            <a:r>
              <a:rPr lang="fr-FR" smtClean="0"/>
              <a:t>the name of Jesus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9-  JÉSUS, NOM AU-DESSUS DES AUTRES </a:t>
            </a:r>
          </a:p>
          <a:p>
            <a:pPr>
              <a:defRPr/>
            </a:pPr>
            <a:r>
              <a:rPr lang="fr-FR" smtClean="0"/>
              <a:t>	Jesus, name above all names
	10-  GUÉRISON QUI ENLÈVE TOUTE SOUFFRANCE </a:t>
            </a:r>
          </a:p>
          <a:p>
            <a:pPr>
              <a:defRPr/>
            </a:pPr>
            <a:r>
              <a:rPr lang="fr-FR" smtClean="0"/>
              <a:t>	Healer, the One who takes all pain
	11-  SAUVEUR VAINQUEUR SUR LE TOMBEAU </a:t>
            </a:r>
          </a:p>
          <a:p>
            <a:pPr>
              <a:defRPr/>
            </a:pPr>
            <a:r>
              <a:rPr lang="fr-FR" smtClean="0"/>
              <a:t>	Savior, risen from the grave
	12-  SON NOM EST JÉSUS   </a:t>
            </a:r>
          </a:p>
          <a:p>
            <a:pPr>
              <a:defRPr/>
            </a:pPr>
            <a:r>
              <a:rPr lang="fr-FR" smtClean="0"/>
              <a:t>	Your name is Jesus,
	13-  SEIGNEUR DE TOUTE LA TERRE </a:t>
            </a:r>
          </a:p>
          <a:p>
            <a:pPr>
              <a:defRPr/>
            </a:pPr>
            <a:r>
              <a:rPr lang="fr-FR" smtClean="0"/>
              <a:t>	Lord over all</a:t>
            </a:r>
          </a:p>
          <a:p>
            <a:pPr>
              <a:defRPr/>
            </a:pPr>
            <a:r>
              <a:rPr lang="fr-FR" smtClean="0"/>
              <a:t>
14-  JÉSUS, JÉSUS, JÉSUS </a:t>
            </a:r>
          </a:p>
          <a:p>
            <a:pPr>
              <a:defRPr/>
            </a:pPr>
            <a:r>
              <a:rPr lang="fr-FR" smtClean="0"/>
              <a:t>Jesus, Jesus, Jesus
15-  AUCUN AUTRE NOM </a:t>
            </a:r>
          </a:p>
          <a:p>
            <a:pPr>
              <a:defRPr/>
            </a:pPr>
            <a:r>
              <a:rPr lang="fr-FR" smtClean="0"/>
              <a:t>No other name, no other name like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</a:t>
            </a:r>
          </a:p>
          <a:p>
            <a:pPr>
              <a:defRPr/>
            </a:pPr>
            <a:r>
              <a:rPr lang="fr-FR" smtClean="0"/>
              <a:t>16-  SON NOM EST JÉSUS 
17-  SEIGNEUR DE TOUTE LA TERRE 
</a:t>
            </a: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LE NOM DE JÉSUS EST PLUS GRAND   </a:t>
            </a:r>
          </a:p>
          <a:p>
            <a:pPr>
              <a:defRPr/>
            </a:pPr>
            <a:r>
              <a:rPr lang="fr-FR" smtClean="0"/>
              <a:t>The name of Jesus is greater
2-  LE NOM DE JÉSUS EST PLUS FORT QUE LE LEUR  </a:t>
            </a:r>
          </a:p>
          <a:p>
            <a:pPr>
              <a:defRPr/>
            </a:pPr>
            <a:r>
              <a:rPr lang="fr-FR" smtClean="0"/>
              <a:t>The name of Jesus is stronger
3-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4-  LE NOM DE JÉSUS VA PLUS LOIN </a:t>
            </a:r>
          </a:p>
          <a:p>
            <a:pPr>
              <a:defRPr/>
            </a:pPr>
            <a:r>
              <a:rPr lang="fr-FR" smtClean="0"/>
              <a:t>The name of Jesus is bigger
5-  LE NOM DE JÉSUS EST TOUT-PUISSANT </a:t>
            </a:r>
          </a:p>
          <a:p>
            <a:pPr>
              <a:defRPr/>
            </a:pPr>
            <a:r>
              <a:rPr lang="fr-FR" smtClean="0"/>
              <a:t>The name of Jesus has power
6-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7-  IL N’Y A PAS DE NOM PLUS GRAND </a:t>
            </a:r>
          </a:p>
          <a:p>
            <a:pPr>
              <a:defRPr/>
            </a:pPr>
            <a:r>
              <a:rPr lang="fr-FR" smtClean="0"/>
              <a:t>There's just something about</a:t>
            </a:r>
          </a:p>
          <a:p>
            <a:pPr>
              <a:defRPr/>
            </a:pPr>
            <a:r>
              <a:rPr lang="fr-FR" smtClean="0"/>
              <a:t>8-  QUE CELUI DE JÉSUS  </a:t>
            </a:r>
          </a:p>
          <a:p>
            <a:pPr>
              <a:defRPr/>
            </a:pPr>
            <a:r>
              <a:rPr lang="fr-FR" smtClean="0"/>
              <a:t>the name of Jesus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9-  JÉSUS, NOM AU-DESSUS DES AUTRES </a:t>
            </a:r>
          </a:p>
          <a:p>
            <a:pPr>
              <a:defRPr/>
            </a:pPr>
            <a:r>
              <a:rPr lang="fr-FR" smtClean="0"/>
              <a:t>	Jesus, name above all names
	10-  GUÉRISON QUI ENLÈVE TOUTE SOUFFRANCE </a:t>
            </a:r>
          </a:p>
          <a:p>
            <a:pPr>
              <a:defRPr/>
            </a:pPr>
            <a:r>
              <a:rPr lang="fr-FR" smtClean="0"/>
              <a:t>	Healer, the One who takes all pain
	11-  SAUVEUR VAINQUEUR SUR LE TOMBEAU </a:t>
            </a:r>
          </a:p>
          <a:p>
            <a:pPr>
              <a:defRPr/>
            </a:pPr>
            <a:r>
              <a:rPr lang="fr-FR" smtClean="0"/>
              <a:t>	Savior, risen from the grave
	12-  SON NOM EST JÉSUS   </a:t>
            </a:r>
          </a:p>
          <a:p>
            <a:pPr>
              <a:defRPr/>
            </a:pPr>
            <a:r>
              <a:rPr lang="fr-FR" smtClean="0"/>
              <a:t>	Your name is Jesus,
	13-  SEIGNEUR DE TOUTE LA TERRE </a:t>
            </a:r>
          </a:p>
          <a:p>
            <a:pPr>
              <a:defRPr/>
            </a:pPr>
            <a:r>
              <a:rPr lang="fr-FR" smtClean="0"/>
              <a:t>	Lord over all</a:t>
            </a:r>
          </a:p>
          <a:p>
            <a:pPr>
              <a:defRPr/>
            </a:pPr>
            <a:r>
              <a:rPr lang="fr-FR" smtClean="0"/>
              <a:t>
14-  JÉSUS, JÉSUS, JÉSUS </a:t>
            </a:r>
          </a:p>
          <a:p>
            <a:pPr>
              <a:defRPr/>
            </a:pPr>
            <a:r>
              <a:rPr lang="fr-FR" smtClean="0"/>
              <a:t>Jesus, Jesus, Jesus
15-  AUCUN AUTRE NOM </a:t>
            </a:r>
          </a:p>
          <a:p>
            <a:pPr>
              <a:defRPr/>
            </a:pPr>
            <a:r>
              <a:rPr lang="fr-FR" smtClean="0"/>
              <a:t>No other name, no other name like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</a:t>
            </a:r>
          </a:p>
          <a:p>
            <a:pPr>
              <a:defRPr/>
            </a:pPr>
            <a:r>
              <a:rPr lang="fr-FR" smtClean="0"/>
              <a:t>16-  SON NOM EST JÉSUS 
17-  SEIGNEUR DE TOUTE LA TERRE 
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fr-FR" smtClean="0"/>
              <a:t>1-  LE NOM DE JÉSUS EST PLUS GRAND   </a:t>
            </a:r>
          </a:p>
          <a:p>
            <a:pPr>
              <a:defRPr/>
            </a:pPr>
            <a:r>
              <a:rPr lang="fr-FR" smtClean="0"/>
              <a:t>The name of Jesus is greater
2-  LE NOM DE JÉSUS EST PLUS FORT QUE LE LEUR  </a:t>
            </a:r>
          </a:p>
          <a:p>
            <a:pPr>
              <a:defRPr/>
            </a:pPr>
            <a:r>
              <a:rPr lang="fr-FR" smtClean="0"/>
              <a:t>The name of Jesus is stronger
3-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4-  LE NOM DE JÉSUS VA PLUS LOIN </a:t>
            </a:r>
          </a:p>
          <a:p>
            <a:pPr>
              <a:defRPr/>
            </a:pPr>
            <a:r>
              <a:rPr lang="fr-FR" smtClean="0"/>
              <a:t>The name of Jesus is bigger
5-  LE NOM DE JÉSUS EST TOUT-PUISSANT </a:t>
            </a:r>
          </a:p>
          <a:p>
            <a:pPr>
              <a:defRPr/>
            </a:pPr>
            <a:r>
              <a:rPr lang="fr-FR" smtClean="0"/>
              <a:t>The name of Jesus has power
6-  LE NOM DE JÉSUS EST AU-DESSUS DE TOUTE CHOSE  </a:t>
            </a:r>
          </a:p>
          <a:p>
            <a:pPr>
              <a:defRPr/>
            </a:pPr>
            <a:r>
              <a:rPr lang="fr-FR" smtClean="0"/>
              <a:t>The name of Jesus is high above all things</a:t>
            </a:r>
          </a:p>
          <a:p>
            <a:pPr>
              <a:defRPr/>
            </a:pPr>
            <a:r>
              <a:rPr lang="fr-FR" smtClean="0"/>
              <a:t>
7-  IL N’Y A PAS DE NOM PLUS GRAND </a:t>
            </a:r>
          </a:p>
          <a:p>
            <a:pPr>
              <a:defRPr/>
            </a:pPr>
            <a:r>
              <a:rPr lang="fr-FR" smtClean="0"/>
              <a:t>There's just something about</a:t>
            </a:r>
          </a:p>
          <a:p>
            <a:pPr>
              <a:defRPr/>
            </a:pPr>
            <a:r>
              <a:rPr lang="fr-FR" smtClean="0"/>
              <a:t>8-  QUE CELUI DE JÉSUS  </a:t>
            </a:r>
          </a:p>
          <a:p>
            <a:pPr>
              <a:defRPr/>
            </a:pPr>
            <a:r>
              <a:rPr lang="fr-FR" smtClean="0"/>
              <a:t>the name of Jesus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9-  JÉSUS, NOM AU-DESSUS DES AUTRES </a:t>
            </a:r>
          </a:p>
          <a:p>
            <a:pPr>
              <a:defRPr/>
            </a:pPr>
            <a:r>
              <a:rPr lang="fr-FR" smtClean="0"/>
              <a:t>	Jesus, name above all names
	10-  GUÉRISON QUI ENLÈVE TOUTE SOUFFRANCE </a:t>
            </a:r>
          </a:p>
          <a:p>
            <a:pPr>
              <a:defRPr/>
            </a:pPr>
            <a:r>
              <a:rPr lang="fr-FR" smtClean="0"/>
              <a:t>	Healer, the One who takes all pain
	11-  SAUVEUR VAINQUEUR SUR LE TOMBEAU </a:t>
            </a:r>
          </a:p>
          <a:p>
            <a:pPr>
              <a:defRPr/>
            </a:pPr>
            <a:r>
              <a:rPr lang="fr-FR" smtClean="0"/>
              <a:t>	Savior, risen from the grave
	12-  SON NOM EST JÉSUS   </a:t>
            </a:r>
          </a:p>
          <a:p>
            <a:pPr>
              <a:defRPr/>
            </a:pPr>
            <a:r>
              <a:rPr lang="fr-FR" smtClean="0"/>
              <a:t>	Your name is Jesus,
	13-  SEIGNEUR DE TOUTE LA TERRE </a:t>
            </a:r>
          </a:p>
          <a:p>
            <a:pPr>
              <a:defRPr/>
            </a:pPr>
            <a:r>
              <a:rPr lang="fr-FR" smtClean="0"/>
              <a:t>	Lord over all</a:t>
            </a:r>
          </a:p>
          <a:p>
            <a:pPr>
              <a:defRPr/>
            </a:pPr>
            <a:r>
              <a:rPr lang="fr-FR" smtClean="0"/>
              <a:t>
14-  JÉSUS, JÉSUS, JÉSUS </a:t>
            </a:r>
          </a:p>
          <a:p>
            <a:pPr>
              <a:defRPr/>
            </a:pPr>
            <a:r>
              <a:rPr lang="fr-FR" smtClean="0"/>
              <a:t>Jesus, Jesus, Jesus
15-  AUCUN AUTRE NOM </a:t>
            </a:r>
          </a:p>
          <a:p>
            <a:pPr>
              <a:defRPr/>
            </a:pPr>
            <a:r>
              <a:rPr lang="fr-FR" smtClean="0"/>
              <a:t>No other name, no other name like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</a:t>
            </a:r>
          </a:p>
          <a:p>
            <a:pPr>
              <a:defRPr/>
            </a:pPr>
            <a:r>
              <a:rPr lang="fr-FR" smtClean="0"/>
              <a:t>16-  SON NOM EST JÉSUS 
17-  SEIGNEUR DE TOUTE LA TERRE 
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LE NOM DE JÉSUS EST PLUS GRAND   </a:t>
            </a:r>
          </a:p>
          <a:p>
            <a:r>
              <a:rPr lang="fr-FR" altLang="fr-FR" smtClean="0"/>
              <a:t>The name of Jesus is greater
2-  LE NOM DE JÉSUS EST PLUS FORT QUE LE LEUR  </a:t>
            </a:r>
          </a:p>
          <a:p>
            <a:r>
              <a:rPr lang="fr-FR" altLang="fr-FR" smtClean="0"/>
              <a:t>The name of Jesus is stronger
3-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4-  LE NOM DE JÉSUS VA PLUS LOIN </a:t>
            </a:r>
          </a:p>
          <a:p>
            <a:r>
              <a:rPr lang="fr-FR" altLang="fr-FR" smtClean="0"/>
              <a:t>The name of Jesus is bigger
5-  LE NOM DE JÉSUS EST TOUT-PUISSANT </a:t>
            </a:r>
          </a:p>
          <a:p>
            <a:r>
              <a:rPr lang="fr-FR" altLang="fr-FR" smtClean="0"/>
              <a:t>The name of Jesus has power
6-  LE NOM DE JÉSUS EST AU-DESSUS DE TOUTE CHOSE  </a:t>
            </a:r>
          </a:p>
          <a:p>
            <a:r>
              <a:rPr lang="fr-FR" altLang="fr-FR" smtClean="0"/>
              <a:t>The name of Jesus is high above all things</a:t>
            </a:r>
          </a:p>
          <a:p>
            <a:r>
              <a:rPr lang="fr-FR" altLang="fr-FR" smtClean="0"/>
              <a:t>
7-  IL N’Y A PAS DE NOM PLUS GRAND </a:t>
            </a:r>
          </a:p>
          <a:p>
            <a:r>
              <a:rPr lang="fr-FR" altLang="fr-FR" smtClean="0"/>
              <a:t>There's just something about</a:t>
            </a:r>
          </a:p>
          <a:p>
            <a:r>
              <a:rPr lang="fr-FR" altLang="fr-FR" smtClean="0"/>
              <a:t>8-  QUE CELUI DE JÉSUS  </a:t>
            </a:r>
          </a:p>
          <a:p>
            <a:r>
              <a:rPr lang="fr-FR" altLang="fr-FR" smtClean="0"/>
              <a:t>the name of Jesus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 :
	9-  JÉSUS, NOM AU-DESSUS DES AUTRES </a:t>
            </a:r>
          </a:p>
          <a:p>
            <a:r>
              <a:rPr lang="fr-FR" altLang="fr-FR" smtClean="0"/>
              <a:t>	Jesus, name above all names
	10-  GUÉRISON QUI ENLÈVE TOUTE SOUFFRANCE </a:t>
            </a:r>
          </a:p>
          <a:p>
            <a:r>
              <a:rPr lang="fr-FR" altLang="fr-FR" smtClean="0"/>
              <a:t>	Healer, the One who takes all pain
	11-  SAUVEUR VAINQUEUR SUR LE TOMBEAU </a:t>
            </a:r>
          </a:p>
          <a:p>
            <a:r>
              <a:rPr lang="fr-FR" altLang="fr-FR" smtClean="0"/>
              <a:t>	Savior, risen from the grave
	12-  SON NOM EST JÉSUS   </a:t>
            </a:r>
          </a:p>
          <a:p>
            <a:r>
              <a:rPr lang="fr-FR" altLang="fr-FR" smtClean="0"/>
              <a:t>	Your name is Jesus,
	13-  SEIGNEUR DE TOUTE LA TERRE </a:t>
            </a:r>
          </a:p>
          <a:p>
            <a:r>
              <a:rPr lang="fr-FR" altLang="fr-FR" smtClean="0"/>
              <a:t>	Lord over all</a:t>
            </a:r>
          </a:p>
          <a:p>
            <a:r>
              <a:rPr lang="fr-FR" altLang="fr-FR" smtClean="0"/>
              <a:t>
14-  JÉSUS, JÉSUS, JÉSUS </a:t>
            </a:r>
          </a:p>
          <a:p>
            <a:r>
              <a:rPr lang="fr-FR" altLang="fr-FR" smtClean="0"/>
              <a:t>Jesus, Jesus, Jesus
15-  AUCUN AUTRE NOM </a:t>
            </a:r>
          </a:p>
          <a:p>
            <a:r>
              <a:rPr lang="fr-FR" altLang="fr-FR" smtClean="0"/>
              <a:t>No other name, no other name like</a:t>
            </a:r>
          </a:p>
          <a:p>
            <a:endParaRPr lang="fr-FR" altLang="fr-FR" smtClean="0"/>
          </a:p>
          <a:p>
            <a:r>
              <a:rPr lang="fr-FR" altLang="fr-FR" smtClean="0"/>
              <a:t>	Refrain :
</a:t>
            </a:r>
          </a:p>
          <a:p>
            <a:r>
              <a:rPr lang="fr-FR" altLang="fr-FR" smtClean="0"/>
              <a:t>16-  SON NOM EST JÉSUS 
17-  SEIGNEUR DE TOUTE LA TERRE 
</a:t>
            </a:r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30549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658D9-0A55-4BE8-8C4A-A77C7EFDA80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AF6264-6C2C-40F0-A375-9D514FFB19E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672D8-84E2-42EA-B43C-DAE9DDED7D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640DFB-3F5F-46C7-BF09-84DA25017AC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32A525-A8B4-4DD8-8A53-D7C94860F0A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1B879A-3D73-4C1E-8304-F5A060A1C31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F43DE-E6B7-4BB1-B2D5-5B3AA6C5A6E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F7F814-B68C-4850-A909-6631D7FB458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041769-F316-4726-97A2-BD79E5FAF0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3014DA-DDB2-48CD-8072-D00FAE11D68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80C774-7A82-45ED-88C3-630EBBBA20E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Click to edit Master text styles</a:t>
            </a:r>
          </a:p>
          <a:p>
            <a:pPr lvl="1"/>
            <a:r>
              <a:rPr lang="en-GB" altLang="fr-FR"/>
              <a:t>Second level</a:t>
            </a:r>
          </a:p>
          <a:p>
            <a:pPr lvl="2"/>
            <a:r>
              <a:rPr lang="en-GB" altLang="fr-FR"/>
              <a:t>Third level</a:t>
            </a:r>
          </a:p>
          <a:p>
            <a:pPr lvl="3"/>
            <a:r>
              <a:rPr lang="en-GB" altLang="fr-FR"/>
              <a:t>Fourth level</a:t>
            </a:r>
          </a:p>
          <a:p>
            <a:pPr lvl="4"/>
            <a:r>
              <a:rPr lang="en-GB" altLang="fr-FR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39A876F-E5FA-49EE-A8BF-AD021801428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 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EST PLUS GRAND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 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FORT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LEUR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AU-DESSUS DE TOUTE CHOSE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2298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 DE JÉSUS VA PLUS LOIN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 DE JÉSUS EST TOUT-PUISSANT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AU-DESSUS DE TOUTE CHOSE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N’Y A PAS DE NOM PLUS GRAND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CELUI DE JÉSUS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8770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NOM AU-DESSUS DES AUTRES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GUÉRISON QUI ENLÈVE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SOUFFRANCE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SAUVEUR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VAINQUEUR SUR LE TOMBEAU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NOM EST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DE TOUTE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25617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JÉSUS,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AUCUN AUTRE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NOM EST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DE TOUTE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5233135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2298</TotalTime>
  <Words>580</Words>
  <Application>Microsoft Office PowerPoint</Application>
  <PresentationFormat>Grand écran</PresentationFormat>
  <Paragraphs>874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201</cp:revision>
  <dcterms:created xsi:type="dcterms:W3CDTF">2002-08-17T10:50:50Z</dcterms:created>
  <dcterms:modified xsi:type="dcterms:W3CDTF">2022-05-28T09:29:37Z</dcterms:modified>
</cp:coreProperties>
</file>