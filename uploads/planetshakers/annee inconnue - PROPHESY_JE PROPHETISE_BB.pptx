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96" r:id="rId2"/>
    <p:sldId id="314" r:id="rId3"/>
    <p:sldId id="313" r:id="rId4"/>
    <p:sldId id="312" r:id="rId5"/>
    <p:sldId id="311" r:id="rId6"/>
    <p:sldId id="310" r:id="rId7"/>
    <p:sldId id="309" r:id="rId8"/>
    <p:sldId id="308" r:id="rId9"/>
    <p:sldId id="307" r:id="rId10"/>
    <p:sldId id="306" r:id="rId11"/>
    <p:sldId id="305" r:id="rId12"/>
    <p:sldId id="304" r:id="rId13"/>
    <p:sldId id="303" r:id="rId14"/>
    <p:sldId id="302" r:id="rId15"/>
    <p:sldId id="301" r:id="rId16"/>
    <p:sldId id="300" r:id="rId17"/>
    <p:sldId id="315" r:id="rId18"/>
    <p:sldId id="299" r:id="rId19"/>
    <p:sldId id="316" r:id="rId20"/>
    <p:sldId id="298" r:id="rId2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inimized">
    <p:restoredLeft sz="23956" autoAdjust="0"/>
    <p:restoredTop sz="68421" autoAdjust="0"/>
  </p:normalViewPr>
  <p:slideViewPr>
    <p:cSldViewPr>
      <p:cViewPr varScale="1">
        <p:scale>
          <a:sx n="24" d="100"/>
          <a:sy n="24" d="100"/>
        </p:scale>
        <p:origin x="-269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5664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26/05/2019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JE PRENDS L'AUTORITÉ  QUE TU M'AS DONNÉ  
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REMPLI DE TA PUISSANCE JE VIENS POUR BIEN HAUT DÉCLARER  
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JE PRENDS L’AUTORITÉ  QUE TU M’AS DONNÉ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
12-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REMPLI DE TA PUISSANCE JE VIENS POUR BIEN HAUT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15-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</a:t>
            </a:r>
          </a:p>
          <a:p>
            <a:r>
              <a:rPr lang="fr-FR" smtClean="0"/>
              <a:t>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3-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endParaRPr lang="fr-FR" smtClean="0"/>
          </a:p>
          <a:p>
            <a:r>
              <a:rPr lang="fr-FR" smtClean="0"/>
              <a:t>4-  JE PRENDS L'AUTORITÉ  QUE TU M'AS DONNÉ  
Take the authority You won for me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5-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6-  REMPLI DE TA PUISSANCE JE VIENS POUR BIEN HAUT DÉCLARER  
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7-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</a:t>
            </a:r>
          </a:p>
          <a:p>
            <a:r>
              <a:rPr lang="fr-FR" smtClean="0"/>
              <a:t>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10-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r>
              <a:rPr lang="fr-FR" smtClean="0"/>
              <a:t>
11-  JE PRENDS L’AUTORITÉ  QUE TU M’AS DONNÉ  </a:t>
            </a:r>
          </a:p>
          <a:p>
            <a:r>
              <a:rPr lang="fr-FR" smtClean="0"/>
              <a:t>Take the authority You won for me</a:t>
            </a:r>
          </a:p>
          <a:p>
            <a:endParaRPr lang="fr-FR" smtClean="0"/>
          </a:p>
          <a:p>
            <a:r>
              <a:rPr lang="fr-FR" smtClean="0"/>
              <a:t>Refrain :
12-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13-  REMPLI DE TA PUISSANCE JE VIENS POUR BIEN HAUT DÉCLARER  </a:t>
            </a:r>
          </a:p>
          <a:p>
            <a:r>
              <a:rPr lang="fr-FR" smtClean="0"/>
              <a:t>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14-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r>
              <a:rPr lang="fr-FR" smtClean="0"/>
              <a:t>Pont : 
15-  JE TE LOUE LA DÉFAITE N'EXISTE PAS </a:t>
            </a:r>
          </a:p>
          <a:p>
            <a:r>
              <a:rPr lang="fr-FR" smtClean="0"/>
              <a:t>I'll praise You like I've never known defeat</a:t>
            </a:r>
          </a:p>
          <a:p>
            <a:r>
              <a:rPr lang="fr-FR" smtClean="0"/>
              <a:t>
16-  JE TE LOUE POUR TON SALUT  À CHAQUE PAS </a:t>
            </a:r>
          </a:p>
          <a:p>
            <a:r>
              <a:rPr lang="fr-FR" smtClean="0"/>
              <a:t>I'll praise You every second You've redeemed</a:t>
            </a:r>
          </a:p>
          <a:p>
            <a:r>
              <a:rPr lang="fr-FR" smtClean="0"/>
              <a:t>
17-  JE TE LOUE TA PUISSANCE EST EN MOI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18-  JE TE LOUE POUR CHAQUE VICTOIRE  DE MA VIE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19-  JE TE LOUE CAR EN MOI VIT TON ESPRIT </a:t>
            </a:r>
          </a:p>
          <a:p>
            <a:r>
              <a:rPr lang="fr-FR" smtClean="0"/>
              <a:t>I'll praise You 'cause Your spirit lives in me</a:t>
            </a:r>
          </a:p>
          <a:p>
            <a:r>
              <a:rPr lang="fr-FR" smtClean="0"/>
              <a:t>
20-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JE PRENDS L'AUTORITÉ  QUE TU M'AS DONNÉ  
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REMPLI DE TA PUISSANCE JE VIENS POUR BIEN HAUT DÉCLARER  
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JE PRENDS L’AUTORITÉ  QUE TU M’AS DONNÉ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
12-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REMPLI DE TA PUISSANCE JE VIENS POUR BIEN HAUT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15-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</a:t>
            </a:r>
          </a:p>
          <a:p>
            <a:r>
              <a:rPr lang="fr-FR" smtClean="0"/>
              <a:t>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3-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endParaRPr lang="fr-FR" smtClean="0"/>
          </a:p>
          <a:p>
            <a:r>
              <a:rPr lang="fr-FR" smtClean="0"/>
              <a:t>4-  JE PRENDS L'AUTORITÉ  QUE TU M'AS DONNÉ  
Take the authority You won for me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5-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6-  REMPLI DE TA PUISSANCE JE VIENS POUR BIEN HAUT DÉCLARER  
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7-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</a:t>
            </a:r>
          </a:p>
          <a:p>
            <a:r>
              <a:rPr lang="fr-FR" smtClean="0"/>
              <a:t>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10-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r>
              <a:rPr lang="fr-FR" smtClean="0"/>
              <a:t>
11-  JE PRENDS L’AUTORITÉ  QUE TU M’AS DONNÉ  </a:t>
            </a:r>
          </a:p>
          <a:p>
            <a:r>
              <a:rPr lang="fr-FR" smtClean="0"/>
              <a:t>Take the authority You won for me</a:t>
            </a:r>
          </a:p>
          <a:p>
            <a:endParaRPr lang="fr-FR" smtClean="0"/>
          </a:p>
          <a:p>
            <a:r>
              <a:rPr lang="fr-FR" smtClean="0"/>
              <a:t>Refrain :
12-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13-  REMPLI DE TA PUISSANCE JE VIENS POUR BIEN HAUT DÉCLARER  </a:t>
            </a:r>
          </a:p>
          <a:p>
            <a:r>
              <a:rPr lang="fr-FR" smtClean="0"/>
              <a:t>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14-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r>
              <a:rPr lang="fr-FR" smtClean="0"/>
              <a:t>Pont : 
15-  JE TE LOUE LA DÉFAITE N'EXISTE PAS </a:t>
            </a:r>
          </a:p>
          <a:p>
            <a:r>
              <a:rPr lang="fr-FR" smtClean="0"/>
              <a:t>I'll praise You like I've never known defeat</a:t>
            </a:r>
          </a:p>
          <a:p>
            <a:r>
              <a:rPr lang="fr-FR" smtClean="0"/>
              <a:t>
16-  JE TE LOUE POUR TON SALUT  À CHAQUE PAS </a:t>
            </a:r>
          </a:p>
          <a:p>
            <a:r>
              <a:rPr lang="fr-FR" smtClean="0"/>
              <a:t>I'll praise You every second You've redeemed</a:t>
            </a:r>
          </a:p>
          <a:p>
            <a:r>
              <a:rPr lang="fr-FR" smtClean="0"/>
              <a:t>
17-  JE TE LOUE TA PUISSANCE EST EN MOI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18-  JE TE LOUE POUR CHAQUE VICTOIRE  DE MA VIE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19-  JE TE LOUE CAR EN MOI VIT TON ESPRIT </a:t>
            </a:r>
          </a:p>
          <a:p>
            <a:r>
              <a:rPr lang="fr-FR" smtClean="0"/>
              <a:t>I'll praise You 'cause Your spirit lives in me</a:t>
            </a:r>
          </a:p>
          <a:p>
            <a:r>
              <a:rPr lang="fr-FR" smtClean="0"/>
              <a:t>
20-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JE PRENDS L'AUTORITÉ  QUE TU M'AS DONNÉ  
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REMPLI DE TA PUISSANCE JE VIENS POUR BIEN HAUT DÉCLARER  
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JE PRENDS L’AUTORITÉ  QUE TU M’AS DONNÉ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
12-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REMPLI DE TA PUISSANCE JE VIENS POUR BIEN HAUT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15-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</a:t>
            </a:r>
          </a:p>
          <a:p>
            <a:r>
              <a:rPr lang="fr-FR" smtClean="0"/>
              <a:t>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3-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endParaRPr lang="fr-FR" smtClean="0"/>
          </a:p>
          <a:p>
            <a:r>
              <a:rPr lang="fr-FR" smtClean="0"/>
              <a:t>4-  JE PRENDS L'AUTORITÉ  QUE TU M'AS DONNÉ  
Take the authority You won for me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5-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6-  REMPLI DE TA PUISSANCE JE VIENS POUR BIEN HAUT DÉCLARER  
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7-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</a:t>
            </a:r>
          </a:p>
          <a:p>
            <a:r>
              <a:rPr lang="fr-FR" smtClean="0"/>
              <a:t>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10-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r>
              <a:rPr lang="fr-FR" smtClean="0"/>
              <a:t>
11-  JE PRENDS L’AUTORITÉ  QUE TU M’AS DONNÉ  </a:t>
            </a:r>
          </a:p>
          <a:p>
            <a:r>
              <a:rPr lang="fr-FR" smtClean="0"/>
              <a:t>Take the authority You won for me</a:t>
            </a:r>
          </a:p>
          <a:p>
            <a:endParaRPr lang="fr-FR" smtClean="0"/>
          </a:p>
          <a:p>
            <a:r>
              <a:rPr lang="fr-FR" smtClean="0"/>
              <a:t>Refrain :
12-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13-  REMPLI DE TA PUISSANCE JE VIENS POUR BIEN HAUT DÉCLARER  </a:t>
            </a:r>
          </a:p>
          <a:p>
            <a:r>
              <a:rPr lang="fr-FR" smtClean="0"/>
              <a:t>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14-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r>
              <a:rPr lang="fr-FR" smtClean="0"/>
              <a:t>Pont : 
15-  JE TE LOUE LA DÉFAITE N'EXISTE PAS </a:t>
            </a:r>
          </a:p>
          <a:p>
            <a:r>
              <a:rPr lang="fr-FR" smtClean="0"/>
              <a:t>I'll praise You like I've never known defeat</a:t>
            </a:r>
          </a:p>
          <a:p>
            <a:r>
              <a:rPr lang="fr-FR" smtClean="0"/>
              <a:t>
16-  JE TE LOUE POUR TON SALUT  À CHAQUE PAS </a:t>
            </a:r>
          </a:p>
          <a:p>
            <a:r>
              <a:rPr lang="fr-FR" smtClean="0"/>
              <a:t>I'll praise You every second You've redeemed</a:t>
            </a:r>
          </a:p>
          <a:p>
            <a:r>
              <a:rPr lang="fr-FR" smtClean="0"/>
              <a:t>
17-  JE TE LOUE TA PUISSANCE EST EN MOI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18-  JE TE LOUE POUR CHAQUE VICTOIRE  DE MA VIE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19-  JE TE LOUE CAR EN MOI VIT TON ESPRIT </a:t>
            </a:r>
          </a:p>
          <a:p>
            <a:r>
              <a:rPr lang="fr-FR" smtClean="0"/>
              <a:t>I'll praise You 'cause Your spirit lives in me</a:t>
            </a:r>
          </a:p>
          <a:p>
            <a:r>
              <a:rPr lang="fr-FR" smtClean="0"/>
              <a:t>
20-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JE PRENDS L'AUTORITÉ  QUE TU M'AS DONNÉ  
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REMPLI DE TA PUISSANCE JE VIENS POUR BIEN HAUT DÉCLARER  
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JE PRENDS L’AUTORITÉ  QUE TU M’AS DONNÉ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
12-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REMPLI DE TA PUISSANCE JE VIENS POUR BIEN HAUT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15-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</a:t>
            </a:r>
          </a:p>
          <a:p>
            <a:r>
              <a:rPr lang="fr-FR" smtClean="0"/>
              <a:t>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3-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endParaRPr lang="fr-FR" smtClean="0"/>
          </a:p>
          <a:p>
            <a:r>
              <a:rPr lang="fr-FR" smtClean="0"/>
              <a:t>4-  JE PRENDS L'AUTORITÉ  QUE TU M'AS DONNÉ  
Take the authority You won for me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5-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6-  REMPLI DE TA PUISSANCE JE VIENS POUR BIEN HAUT DÉCLARER  
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7-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</a:t>
            </a:r>
          </a:p>
          <a:p>
            <a:r>
              <a:rPr lang="fr-FR" smtClean="0"/>
              <a:t>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10-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r>
              <a:rPr lang="fr-FR" smtClean="0"/>
              <a:t>
11-  JE PRENDS L’AUTORITÉ  QUE TU M’AS DONNÉ  </a:t>
            </a:r>
          </a:p>
          <a:p>
            <a:r>
              <a:rPr lang="fr-FR" smtClean="0"/>
              <a:t>Take the authority You won for me</a:t>
            </a:r>
          </a:p>
          <a:p>
            <a:endParaRPr lang="fr-FR" smtClean="0"/>
          </a:p>
          <a:p>
            <a:r>
              <a:rPr lang="fr-FR" smtClean="0"/>
              <a:t>Refrain :
12-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13-  REMPLI DE TA PUISSANCE JE VIENS POUR BIEN HAUT DÉCLARER  </a:t>
            </a:r>
          </a:p>
          <a:p>
            <a:r>
              <a:rPr lang="fr-FR" smtClean="0"/>
              <a:t>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14-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r>
              <a:rPr lang="fr-FR" smtClean="0"/>
              <a:t>Pont : 
15-  JE TE LOUE LA DÉFAITE N'EXISTE PAS </a:t>
            </a:r>
          </a:p>
          <a:p>
            <a:r>
              <a:rPr lang="fr-FR" smtClean="0"/>
              <a:t>I'll praise You like I've never known defeat</a:t>
            </a:r>
          </a:p>
          <a:p>
            <a:r>
              <a:rPr lang="fr-FR" smtClean="0"/>
              <a:t>
16-  JE TE LOUE POUR TON SALUT  À CHAQUE PAS </a:t>
            </a:r>
          </a:p>
          <a:p>
            <a:r>
              <a:rPr lang="fr-FR" smtClean="0"/>
              <a:t>I'll praise You every second You've redeemed</a:t>
            </a:r>
          </a:p>
          <a:p>
            <a:r>
              <a:rPr lang="fr-FR" smtClean="0"/>
              <a:t>
17-  JE TE LOUE TA PUISSANCE EST EN MOI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18-  JE TE LOUE POUR CHAQUE VICTOIRE  DE MA VIE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19-  JE TE LOUE CAR EN MOI VIT TON ESPRIT </a:t>
            </a:r>
          </a:p>
          <a:p>
            <a:r>
              <a:rPr lang="fr-FR" smtClean="0"/>
              <a:t>I'll praise You 'cause Your spirit lives in me</a:t>
            </a:r>
          </a:p>
          <a:p>
            <a:r>
              <a:rPr lang="fr-FR" smtClean="0"/>
              <a:t>
20-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JE PRENDS L'AUTORITÉ  QUE TU M'AS DONNÉ  
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REMPLI DE TA PUISSANCE JE VIENS POUR BIEN HAUT DÉCLARER  
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JE PRENDS L’AUTORITÉ  QUE TU M’AS DONNÉ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
12-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REMPLI DE TA PUISSANCE JE VIENS POUR BIEN HAUT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15-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</a:t>
            </a:r>
          </a:p>
          <a:p>
            <a:r>
              <a:rPr lang="fr-FR" smtClean="0"/>
              <a:t>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3-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endParaRPr lang="fr-FR" smtClean="0"/>
          </a:p>
          <a:p>
            <a:r>
              <a:rPr lang="fr-FR" smtClean="0"/>
              <a:t>4-  JE PRENDS L'AUTORITÉ  QUE TU M'AS DONNÉ  
Take the authority You won for me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5-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6-  REMPLI DE TA PUISSANCE JE VIENS POUR BIEN HAUT DÉCLARER  
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7-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</a:t>
            </a:r>
          </a:p>
          <a:p>
            <a:r>
              <a:rPr lang="fr-FR" smtClean="0"/>
              <a:t>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10-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r>
              <a:rPr lang="fr-FR" smtClean="0"/>
              <a:t>
11-  JE PRENDS L’AUTORITÉ  QUE TU M’AS DONNÉ  </a:t>
            </a:r>
          </a:p>
          <a:p>
            <a:r>
              <a:rPr lang="fr-FR" smtClean="0"/>
              <a:t>Take the authority You won for me</a:t>
            </a:r>
          </a:p>
          <a:p>
            <a:endParaRPr lang="fr-FR" smtClean="0"/>
          </a:p>
          <a:p>
            <a:r>
              <a:rPr lang="fr-FR" smtClean="0"/>
              <a:t>Refrain :
12-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13-  REMPLI DE TA PUISSANCE JE VIENS POUR BIEN HAUT DÉCLARER  </a:t>
            </a:r>
          </a:p>
          <a:p>
            <a:r>
              <a:rPr lang="fr-FR" smtClean="0"/>
              <a:t>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14-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r>
              <a:rPr lang="fr-FR" smtClean="0"/>
              <a:t>Pont : 
15-  JE TE LOUE LA DÉFAITE N'EXISTE PAS </a:t>
            </a:r>
          </a:p>
          <a:p>
            <a:r>
              <a:rPr lang="fr-FR" smtClean="0"/>
              <a:t>I'll praise You like I've never known defeat</a:t>
            </a:r>
          </a:p>
          <a:p>
            <a:r>
              <a:rPr lang="fr-FR" smtClean="0"/>
              <a:t>
16-  JE TE LOUE POUR TON SALUT  À CHAQUE PAS </a:t>
            </a:r>
          </a:p>
          <a:p>
            <a:r>
              <a:rPr lang="fr-FR" smtClean="0"/>
              <a:t>I'll praise You every second You've redeemed</a:t>
            </a:r>
          </a:p>
          <a:p>
            <a:r>
              <a:rPr lang="fr-FR" smtClean="0"/>
              <a:t>
17-  JE TE LOUE TA PUISSANCE EST EN MOI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18-  JE TE LOUE POUR CHAQUE VICTOIRE  DE MA VIE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19-  JE TE LOUE CAR EN MOI VIT TON ESPRIT </a:t>
            </a:r>
          </a:p>
          <a:p>
            <a:r>
              <a:rPr lang="fr-FR" smtClean="0"/>
              <a:t>I'll praise You 'cause Your spirit lives in me</a:t>
            </a:r>
          </a:p>
          <a:p>
            <a:r>
              <a:rPr lang="fr-FR" smtClean="0"/>
              <a:t>
20-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fear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JE REFUSE D'ACCEPTER  CES MENSONGES QU’ON M'A PRÊCHER  
I refuse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agree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lies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JE PRENDS MAINTENANT POSITION  JE PARLES À MA CONDITION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position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all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conditions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JE PRENDS L'AUTORITÉ  QUE TU M'AS DONNÉ  
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authority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won for me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LA PAROLE DE DIEU DANS MA BOUCHE PEU MAINTENANT TOUT CHANGER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the Lord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about the change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REMPLI DE TA PUISSANCE JE VIENS POUR BIEN HAUT DÉCLARER  
Full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power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out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Declare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aloud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JE PROPHÉTISE (×3)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prophesy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stepping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become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JE CROIS EN TA PAROLE  ET TON ESPRIT DANS MA VIE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believe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spirit in me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JE PRENDS MAINTENANT POSITION  JE PARLES À MA CONDITION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position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all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conditions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JE PRENDS L’AUTORITÉ  QUE TU M’AS DONNÉ 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authority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won for me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
12-  LA PAROLE DE DIEU DANS MA BOUCHE PEU MAINTENANT TOUT CHANGER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the Lord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about the change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REMPLI DE TA PUISSANCE JE VIENS POUR BIEN HAUT DÉCLARER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power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out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Declare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aloud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JE PROPHÉTISE (×3)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prophesy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15-  JE TE LOUE LA DÉFAITE N'EXISTE PAS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known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defeat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JE TE LOUE POUR TON SALUT  À CHAQUE PAS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second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redeemed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JE TE LOUE TA PUISSANCE EST EN MOI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victory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JE TE LOUE POUR CHAQUE VICTOIRE  DE MA VIE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victory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 CAR EN MOI VIT TON ESPRIT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'cause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spirit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lives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JE TE LOUE TA PUISSANCE EST EN MOI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power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me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</a:t>
            </a:r>
          </a:p>
          <a:p>
            <a:r>
              <a:rPr lang="fr-FR" smtClean="0"/>
              <a:t>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3-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endParaRPr lang="fr-FR" smtClean="0"/>
          </a:p>
          <a:p>
            <a:r>
              <a:rPr lang="fr-FR" smtClean="0"/>
              <a:t>4-  JE PRENDS L'AUTORITÉ  QUE TU M'AS DONNÉ  
Take the authority You won for me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5-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6-  REMPLI DE TA PUISSANCE JE VIENS POUR BIEN HAUT DÉCLARER  
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7-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</a:t>
            </a:r>
          </a:p>
          <a:p>
            <a:r>
              <a:rPr lang="fr-FR" smtClean="0"/>
              <a:t>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10-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r>
              <a:rPr lang="fr-FR" smtClean="0"/>
              <a:t>
11-  JE PRENDS L’AUTORITÉ  QUE TU M’AS DONNÉ  </a:t>
            </a:r>
          </a:p>
          <a:p>
            <a:r>
              <a:rPr lang="fr-FR" smtClean="0"/>
              <a:t>Take the authority You won for me</a:t>
            </a:r>
          </a:p>
          <a:p>
            <a:endParaRPr lang="fr-FR" smtClean="0"/>
          </a:p>
          <a:p>
            <a:r>
              <a:rPr lang="fr-FR" smtClean="0"/>
              <a:t>Refrain :
12-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13-  REMPLI DE TA PUISSANCE JE VIENS POUR BIEN HAUT DÉCLARER  </a:t>
            </a:r>
          </a:p>
          <a:p>
            <a:r>
              <a:rPr lang="fr-FR" smtClean="0"/>
              <a:t>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14-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r>
              <a:rPr lang="fr-FR" smtClean="0"/>
              <a:t>Pont : 
15-  JE TE LOUE LA DÉFAITE N'EXISTE PAS </a:t>
            </a:r>
          </a:p>
          <a:p>
            <a:r>
              <a:rPr lang="fr-FR" smtClean="0"/>
              <a:t>I'll praise You like I've never known defeat</a:t>
            </a:r>
          </a:p>
          <a:p>
            <a:r>
              <a:rPr lang="fr-FR" smtClean="0"/>
              <a:t>
16-  JE TE LOUE POUR TON SALUT  À CHAQUE PAS </a:t>
            </a:r>
          </a:p>
          <a:p>
            <a:r>
              <a:rPr lang="fr-FR" smtClean="0"/>
              <a:t>I'll praise You every second You've redeemed</a:t>
            </a:r>
          </a:p>
          <a:p>
            <a:r>
              <a:rPr lang="fr-FR" smtClean="0"/>
              <a:t>
17-  JE TE LOUE TA PUISSANCE EST EN MOI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18-  JE TE LOUE POUR CHAQUE VICTOIRE  DE MA VIE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19-  JE TE LOUE CAR EN MOI VIT TON ESPRIT </a:t>
            </a:r>
          </a:p>
          <a:p>
            <a:r>
              <a:rPr lang="fr-FR" smtClean="0"/>
              <a:t>I'll praise You 'cause Your spirit lives in me</a:t>
            </a:r>
          </a:p>
          <a:p>
            <a:r>
              <a:rPr lang="fr-FR" smtClean="0"/>
              <a:t>
20-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JE PRENDS L'AUTORITÉ  QUE TU M'AS DONNÉ  
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REMPLI DE TA PUISSANCE JE VIENS POUR BIEN HAUT DÉCLARER  
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JE PRENDS L’AUTORITÉ  QUE TU M’AS DONNÉ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
12-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REMPLI DE TA PUISSANCE JE VIENS POUR BIEN HAUT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15-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</a:t>
            </a:r>
          </a:p>
          <a:p>
            <a:r>
              <a:rPr lang="fr-FR" smtClean="0"/>
              <a:t>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3-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endParaRPr lang="fr-FR" smtClean="0"/>
          </a:p>
          <a:p>
            <a:r>
              <a:rPr lang="fr-FR" smtClean="0"/>
              <a:t>4-  JE PRENDS L'AUTORITÉ  QUE TU M'AS DONNÉ  
Take the authority You won for me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5-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6-  REMPLI DE TA PUISSANCE JE VIENS POUR BIEN HAUT DÉCLARER  
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7-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</a:t>
            </a:r>
          </a:p>
          <a:p>
            <a:r>
              <a:rPr lang="fr-FR" smtClean="0"/>
              <a:t>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10-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r>
              <a:rPr lang="fr-FR" smtClean="0"/>
              <a:t>
11-  JE PRENDS L’AUTORITÉ  QUE TU M’AS DONNÉ  </a:t>
            </a:r>
          </a:p>
          <a:p>
            <a:r>
              <a:rPr lang="fr-FR" smtClean="0"/>
              <a:t>Take the authority You won for me</a:t>
            </a:r>
          </a:p>
          <a:p>
            <a:endParaRPr lang="fr-FR" smtClean="0"/>
          </a:p>
          <a:p>
            <a:r>
              <a:rPr lang="fr-FR" smtClean="0"/>
              <a:t>Refrain :
12-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13-  REMPLI DE TA PUISSANCE JE VIENS POUR BIEN HAUT DÉCLARER  </a:t>
            </a:r>
          </a:p>
          <a:p>
            <a:r>
              <a:rPr lang="fr-FR" smtClean="0"/>
              <a:t>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14-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r>
              <a:rPr lang="fr-FR" smtClean="0"/>
              <a:t>Pont : 
15-  JE TE LOUE LA DÉFAITE N'EXISTE PAS </a:t>
            </a:r>
          </a:p>
          <a:p>
            <a:r>
              <a:rPr lang="fr-FR" smtClean="0"/>
              <a:t>I'll praise You like I've never known defeat</a:t>
            </a:r>
          </a:p>
          <a:p>
            <a:r>
              <a:rPr lang="fr-FR" smtClean="0"/>
              <a:t>
16-  JE TE LOUE POUR TON SALUT  À CHAQUE PAS </a:t>
            </a:r>
          </a:p>
          <a:p>
            <a:r>
              <a:rPr lang="fr-FR" smtClean="0"/>
              <a:t>I'll praise You every second You've redeemed</a:t>
            </a:r>
          </a:p>
          <a:p>
            <a:r>
              <a:rPr lang="fr-FR" smtClean="0"/>
              <a:t>
17-  JE TE LOUE TA PUISSANCE EST EN MOI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18-  JE TE LOUE POUR CHAQUE VICTOIRE  DE MA VIE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19-  JE TE LOUE CAR EN MOI VIT TON ESPRIT </a:t>
            </a:r>
          </a:p>
          <a:p>
            <a:r>
              <a:rPr lang="fr-FR" smtClean="0"/>
              <a:t>I'll praise You 'cause Your spirit lives in me</a:t>
            </a:r>
          </a:p>
          <a:p>
            <a:r>
              <a:rPr lang="fr-FR" smtClean="0"/>
              <a:t>
20-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JE PRENDS L'AUTORITÉ  QUE TU M'AS DONNÉ  
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REMPLI DE TA PUISSANCE JE VIENS POUR BIEN HAUT DÉCLARER  
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JE PRENDS L’AUTORITÉ  QUE TU M’AS DONNÉ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
12-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REMPLI DE TA PUISSANCE JE VIENS POUR BIEN HAUT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15-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</a:t>
            </a:r>
          </a:p>
          <a:p>
            <a:r>
              <a:rPr lang="fr-FR" smtClean="0"/>
              <a:t>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3-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endParaRPr lang="fr-FR" smtClean="0"/>
          </a:p>
          <a:p>
            <a:r>
              <a:rPr lang="fr-FR" smtClean="0"/>
              <a:t>4-  JE PRENDS L'AUTORITÉ  QUE TU M'AS DONNÉ  
Take the authority You won for me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5-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6-  REMPLI DE TA PUISSANCE JE VIENS POUR BIEN HAUT DÉCLARER  
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7-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</a:t>
            </a:r>
          </a:p>
          <a:p>
            <a:r>
              <a:rPr lang="fr-FR" smtClean="0"/>
              <a:t>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10-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r>
              <a:rPr lang="fr-FR" smtClean="0"/>
              <a:t>
11-  JE PRENDS L’AUTORITÉ  QUE TU M’AS DONNÉ  </a:t>
            </a:r>
          </a:p>
          <a:p>
            <a:r>
              <a:rPr lang="fr-FR" smtClean="0"/>
              <a:t>Take the authority You won for me</a:t>
            </a:r>
          </a:p>
          <a:p>
            <a:endParaRPr lang="fr-FR" smtClean="0"/>
          </a:p>
          <a:p>
            <a:r>
              <a:rPr lang="fr-FR" smtClean="0"/>
              <a:t>Refrain :
12-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13-  REMPLI DE TA PUISSANCE JE VIENS POUR BIEN HAUT DÉCLARER  </a:t>
            </a:r>
          </a:p>
          <a:p>
            <a:r>
              <a:rPr lang="fr-FR" smtClean="0"/>
              <a:t>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14-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r>
              <a:rPr lang="fr-FR" smtClean="0"/>
              <a:t>Pont : 
15-  JE TE LOUE LA DÉFAITE N'EXISTE PAS </a:t>
            </a:r>
          </a:p>
          <a:p>
            <a:r>
              <a:rPr lang="fr-FR" smtClean="0"/>
              <a:t>I'll praise You like I've never known defeat</a:t>
            </a:r>
          </a:p>
          <a:p>
            <a:r>
              <a:rPr lang="fr-FR" smtClean="0"/>
              <a:t>
16-  JE TE LOUE POUR TON SALUT  À CHAQUE PAS </a:t>
            </a:r>
          </a:p>
          <a:p>
            <a:r>
              <a:rPr lang="fr-FR" smtClean="0"/>
              <a:t>I'll praise You every second You've redeemed</a:t>
            </a:r>
          </a:p>
          <a:p>
            <a:r>
              <a:rPr lang="fr-FR" smtClean="0"/>
              <a:t>
17-  JE TE LOUE TA PUISSANCE EST EN MOI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18-  JE TE LOUE POUR CHAQUE VICTOIRE  DE MA VIE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19-  JE TE LOUE CAR EN MOI VIT TON ESPRIT </a:t>
            </a:r>
          </a:p>
          <a:p>
            <a:r>
              <a:rPr lang="fr-FR" smtClean="0"/>
              <a:t>I'll praise You 'cause Your spirit lives in me</a:t>
            </a:r>
          </a:p>
          <a:p>
            <a:r>
              <a:rPr lang="fr-FR" smtClean="0"/>
              <a:t>
20-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JE PRENDS L'AUTORITÉ  QUE TU M'AS DONNÉ  
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REMPLI DE TA PUISSANCE JE VIENS POUR BIEN HAUT DÉCLARER  
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JE PRENDS L’AUTORITÉ  QUE TU M’AS DONNÉ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
12-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REMPLI DE TA PUISSANCE JE VIENS POUR BIEN HAUT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15-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</a:t>
            </a:r>
          </a:p>
          <a:p>
            <a:r>
              <a:rPr lang="fr-FR" smtClean="0"/>
              <a:t>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3-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endParaRPr lang="fr-FR" smtClean="0"/>
          </a:p>
          <a:p>
            <a:r>
              <a:rPr lang="fr-FR" smtClean="0"/>
              <a:t>4-  JE PRENDS L'AUTORITÉ  QUE TU M'AS DONNÉ  
Take the authority You won for me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5-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6-  REMPLI DE TA PUISSANCE JE VIENS POUR BIEN HAUT DÉCLARER  
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7-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</a:t>
            </a:r>
          </a:p>
          <a:p>
            <a:r>
              <a:rPr lang="fr-FR" smtClean="0"/>
              <a:t>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10-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r>
              <a:rPr lang="fr-FR" smtClean="0"/>
              <a:t>
11-  JE PRENDS L’AUTORITÉ  QUE TU M’AS DONNÉ  </a:t>
            </a:r>
          </a:p>
          <a:p>
            <a:r>
              <a:rPr lang="fr-FR" smtClean="0"/>
              <a:t>Take the authority You won for me</a:t>
            </a:r>
          </a:p>
          <a:p>
            <a:endParaRPr lang="fr-FR" smtClean="0"/>
          </a:p>
          <a:p>
            <a:r>
              <a:rPr lang="fr-FR" smtClean="0"/>
              <a:t>Refrain :
12-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13-  REMPLI DE TA PUISSANCE JE VIENS POUR BIEN HAUT DÉCLARER  </a:t>
            </a:r>
          </a:p>
          <a:p>
            <a:r>
              <a:rPr lang="fr-FR" smtClean="0"/>
              <a:t>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14-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r>
              <a:rPr lang="fr-FR" smtClean="0"/>
              <a:t>Pont : 
15-  JE TE LOUE LA DÉFAITE N'EXISTE PAS </a:t>
            </a:r>
          </a:p>
          <a:p>
            <a:r>
              <a:rPr lang="fr-FR" smtClean="0"/>
              <a:t>I'll praise You like I've never known defeat</a:t>
            </a:r>
          </a:p>
          <a:p>
            <a:r>
              <a:rPr lang="fr-FR" smtClean="0"/>
              <a:t>
16-  JE TE LOUE POUR TON SALUT  À CHAQUE PAS </a:t>
            </a:r>
          </a:p>
          <a:p>
            <a:r>
              <a:rPr lang="fr-FR" smtClean="0"/>
              <a:t>I'll praise You every second You've redeemed</a:t>
            </a:r>
          </a:p>
          <a:p>
            <a:r>
              <a:rPr lang="fr-FR" smtClean="0"/>
              <a:t>
17-  JE TE LOUE TA PUISSANCE EST EN MOI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18-  JE TE LOUE POUR CHAQUE VICTOIRE  DE MA VIE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19-  JE TE LOUE CAR EN MOI VIT TON ESPRIT </a:t>
            </a:r>
          </a:p>
          <a:p>
            <a:r>
              <a:rPr lang="fr-FR" smtClean="0"/>
              <a:t>I'll praise You 'cause Your spirit lives in me</a:t>
            </a:r>
          </a:p>
          <a:p>
            <a:r>
              <a:rPr lang="fr-FR" smtClean="0"/>
              <a:t>
20-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JE PRENDS L'AUTORITÉ  QUE TU M'AS DONNÉ  
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REMPLI DE TA PUISSANCE JE VIENS POUR BIEN HAUT DÉCLARER  
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JE PRENDS L’AUTORITÉ  QUE TU M’AS DONNÉ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
12-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REMPLI DE TA PUISSANCE JE VIENS POUR BIEN HAUT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15-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</a:t>
            </a:r>
          </a:p>
          <a:p>
            <a:r>
              <a:rPr lang="fr-FR" smtClean="0"/>
              <a:t>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3-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endParaRPr lang="fr-FR" smtClean="0"/>
          </a:p>
          <a:p>
            <a:r>
              <a:rPr lang="fr-FR" smtClean="0"/>
              <a:t>4-  JE PRENDS L'AUTORITÉ  QUE TU M'AS DONNÉ  
Take the authority You won for me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5-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6-  REMPLI DE TA PUISSANCE JE VIENS POUR BIEN HAUT DÉCLARER  
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7-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</a:t>
            </a:r>
          </a:p>
          <a:p>
            <a:r>
              <a:rPr lang="fr-FR" smtClean="0"/>
              <a:t>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10-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r>
              <a:rPr lang="fr-FR" smtClean="0"/>
              <a:t>
11-  JE PRENDS L’AUTORITÉ  QUE TU M’AS DONNÉ  </a:t>
            </a:r>
          </a:p>
          <a:p>
            <a:r>
              <a:rPr lang="fr-FR" smtClean="0"/>
              <a:t>Take the authority You won for me</a:t>
            </a:r>
          </a:p>
          <a:p>
            <a:endParaRPr lang="fr-FR" smtClean="0"/>
          </a:p>
          <a:p>
            <a:r>
              <a:rPr lang="fr-FR" smtClean="0"/>
              <a:t>Refrain :
12-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13-  REMPLI DE TA PUISSANCE JE VIENS POUR BIEN HAUT DÉCLARER  </a:t>
            </a:r>
          </a:p>
          <a:p>
            <a:r>
              <a:rPr lang="fr-FR" smtClean="0"/>
              <a:t>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14-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r>
              <a:rPr lang="fr-FR" smtClean="0"/>
              <a:t>Pont : 
15-  JE TE LOUE LA DÉFAITE N'EXISTE PAS </a:t>
            </a:r>
          </a:p>
          <a:p>
            <a:r>
              <a:rPr lang="fr-FR" smtClean="0"/>
              <a:t>I'll praise You like I've never known defeat</a:t>
            </a:r>
          </a:p>
          <a:p>
            <a:r>
              <a:rPr lang="fr-FR" smtClean="0"/>
              <a:t>
16-  JE TE LOUE POUR TON SALUT  À CHAQUE PAS </a:t>
            </a:r>
          </a:p>
          <a:p>
            <a:r>
              <a:rPr lang="fr-FR" smtClean="0"/>
              <a:t>I'll praise You every second You've redeemed</a:t>
            </a:r>
          </a:p>
          <a:p>
            <a:r>
              <a:rPr lang="fr-FR" smtClean="0"/>
              <a:t>
17-  JE TE LOUE TA PUISSANCE EST EN MOI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18-  JE TE LOUE POUR CHAQUE VICTOIRE  DE MA VIE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19-  JE TE LOUE CAR EN MOI VIT TON ESPRIT </a:t>
            </a:r>
          </a:p>
          <a:p>
            <a:r>
              <a:rPr lang="fr-FR" smtClean="0"/>
              <a:t>I'll praise You 'cause Your spirit lives in me</a:t>
            </a:r>
          </a:p>
          <a:p>
            <a:r>
              <a:rPr lang="fr-FR" smtClean="0"/>
              <a:t>
20-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JE PRENDS L'AUTORITÉ  QUE TU M'AS DONNÉ  
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REMPLI DE TA PUISSANCE JE VIENS POUR BIEN HAUT DÉCLARER  
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JE PRENDS L’AUTORITÉ  QUE TU M’AS DONNÉ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
12-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REMPLI DE TA PUISSANCE JE VIENS POUR BIEN HAUT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15-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</a:t>
            </a:r>
          </a:p>
          <a:p>
            <a:r>
              <a:rPr lang="fr-FR" smtClean="0"/>
              <a:t>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3-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endParaRPr lang="fr-FR" smtClean="0"/>
          </a:p>
          <a:p>
            <a:r>
              <a:rPr lang="fr-FR" smtClean="0"/>
              <a:t>4-  JE PRENDS L'AUTORITÉ  QUE TU M'AS DONNÉ  
Take the authority You won for me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5-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6-  REMPLI DE TA PUISSANCE JE VIENS POUR BIEN HAUT DÉCLARER  
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7-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</a:t>
            </a:r>
          </a:p>
          <a:p>
            <a:r>
              <a:rPr lang="fr-FR" smtClean="0"/>
              <a:t>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10-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r>
              <a:rPr lang="fr-FR" smtClean="0"/>
              <a:t>
11-  JE PRENDS L’AUTORITÉ  QUE TU M’AS DONNÉ  </a:t>
            </a:r>
          </a:p>
          <a:p>
            <a:r>
              <a:rPr lang="fr-FR" smtClean="0"/>
              <a:t>Take the authority You won for me</a:t>
            </a:r>
          </a:p>
          <a:p>
            <a:endParaRPr lang="fr-FR" smtClean="0"/>
          </a:p>
          <a:p>
            <a:r>
              <a:rPr lang="fr-FR" smtClean="0"/>
              <a:t>Refrain :
12-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13-  REMPLI DE TA PUISSANCE JE VIENS POUR BIEN HAUT DÉCLARER  </a:t>
            </a:r>
          </a:p>
          <a:p>
            <a:r>
              <a:rPr lang="fr-FR" smtClean="0"/>
              <a:t>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14-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r>
              <a:rPr lang="fr-FR" smtClean="0"/>
              <a:t>Pont : 
15-  JE TE LOUE LA DÉFAITE N'EXISTE PAS </a:t>
            </a:r>
          </a:p>
          <a:p>
            <a:r>
              <a:rPr lang="fr-FR" smtClean="0"/>
              <a:t>I'll praise You like I've never known defeat</a:t>
            </a:r>
          </a:p>
          <a:p>
            <a:r>
              <a:rPr lang="fr-FR" smtClean="0"/>
              <a:t>
16-  JE TE LOUE POUR TON SALUT  À CHAQUE PAS </a:t>
            </a:r>
          </a:p>
          <a:p>
            <a:r>
              <a:rPr lang="fr-FR" smtClean="0"/>
              <a:t>I'll praise You every second You've redeemed</a:t>
            </a:r>
          </a:p>
          <a:p>
            <a:r>
              <a:rPr lang="fr-FR" smtClean="0"/>
              <a:t>
17-  JE TE LOUE TA PUISSANCE EST EN MOI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18-  JE TE LOUE POUR CHAQUE VICTOIRE  DE MA VIE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19-  JE TE LOUE CAR EN MOI VIT TON ESPRIT </a:t>
            </a:r>
          </a:p>
          <a:p>
            <a:r>
              <a:rPr lang="fr-FR" smtClean="0"/>
              <a:t>I'll praise You 'cause Your spirit lives in me</a:t>
            </a:r>
          </a:p>
          <a:p>
            <a:r>
              <a:rPr lang="fr-FR" smtClean="0"/>
              <a:t>
20-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JE PRENDS L'AUTORITÉ  QUE TU M'AS DONNÉ  
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REMPLI DE TA PUISSANCE JE VIENS POUR BIEN HAUT DÉCLARER  
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JE PRENDS L’AUTORITÉ  QUE TU M’AS DONNÉ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
12-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REMPLI DE TA PUISSANCE JE VIENS POUR BIEN HAUT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15-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</a:t>
            </a:r>
          </a:p>
          <a:p>
            <a:r>
              <a:rPr lang="fr-FR" smtClean="0"/>
              <a:t>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3-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endParaRPr lang="fr-FR" smtClean="0"/>
          </a:p>
          <a:p>
            <a:r>
              <a:rPr lang="fr-FR" smtClean="0"/>
              <a:t>4-  JE PRENDS L'AUTORITÉ  QUE TU M'AS DONNÉ  
Take the authority You won for me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5-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6-  REMPLI DE TA PUISSANCE JE VIENS POUR BIEN HAUT DÉCLARER  
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7-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</a:t>
            </a:r>
          </a:p>
          <a:p>
            <a:r>
              <a:rPr lang="fr-FR" smtClean="0"/>
              <a:t>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10-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r>
              <a:rPr lang="fr-FR" smtClean="0"/>
              <a:t>
11-  JE PRENDS L’AUTORITÉ  QUE TU M’AS DONNÉ  </a:t>
            </a:r>
          </a:p>
          <a:p>
            <a:r>
              <a:rPr lang="fr-FR" smtClean="0"/>
              <a:t>Take the authority You won for me</a:t>
            </a:r>
          </a:p>
          <a:p>
            <a:endParaRPr lang="fr-FR" smtClean="0"/>
          </a:p>
          <a:p>
            <a:r>
              <a:rPr lang="fr-FR" smtClean="0"/>
              <a:t>Refrain :
12-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13-  REMPLI DE TA PUISSANCE JE VIENS POUR BIEN HAUT DÉCLARER  </a:t>
            </a:r>
          </a:p>
          <a:p>
            <a:r>
              <a:rPr lang="fr-FR" smtClean="0"/>
              <a:t>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14-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r>
              <a:rPr lang="fr-FR" smtClean="0"/>
              <a:t>Pont : 
15-  JE TE LOUE LA DÉFAITE N'EXISTE PAS </a:t>
            </a:r>
          </a:p>
          <a:p>
            <a:r>
              <a:rPr lang="fr-FR" smtClean="0"/>
              <a:t>I'll praise You like I've never known defeat</a:t>
            </a:r>
          </a:p>
          <a:p>
            <a:r>
              <a:rPr lang="fr-FR" smtClean="0"/>
              <a:t>
16-  JE TE LOUE POUR TON SALUT  À CHAQUE PAS </a:t>
            </a:r>
          </a:p>
          <a:p>
            <a:r>
              <a:rPr lang="fr-FR" smtClean="0"/>
              <a:t>I'll praise You every second You've redeemed</a:t>
            </a:r>
          </a:p>
          <a:p>
            <a:r>
              <a:rPr lang="fr-FR" smtClean="0"/>
              <a:t>
17-  JE TE LOUE TA PUISSANCE EST EN MOI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18-  JE TE LOUE POUR CHAQUE VICTOIRE  DE MA VIE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19-  JE TE LOUE CAR EN MOI VIT TON ESPRIT </a:t>
            </a:r>
          </a:p>
          <a:p>
            <a:r>
              <a:rPr lang="fr-FR" smtClean="0"/>
              <a:t>I'll praise You 'cause Your spirit lives in me</a:t>
            </a:r>
          </a:p>
          <a:p>
            <a:r>
              <a:rPr lang="fr-FR" smtClean="0"/>
              <a:t>
20-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JE PRENDS L'AUTORITÉ  QUE TU M'AS DONNÉ  
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REMPLI DE TA PUISSANCE JE VIENS POUR BIEN HAUT DÉCLARER  
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JE PRENDS L’AUTORITÉ  QUE TU M’AS DONNÉ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
12-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REMPLI DE TA PUISSANCE JE VIENS POUR BIEN HAUT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15-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</a:t>
            </a:r>
          </a:p>
          <a:p>
            <a:r>
              <a:rPr lang="fr-FR" smtClean="0"/>
              <a:t>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3-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endParaRPr lang="fr-FR" smtClean="0"/>
          </a:p>
          <a:p>
            <a:r>
              <a:rPr lang="fr-FR" smtClean="0"/>
              <a:t>4-  JE PRENDS L'AUTORITÉ  QUE TU M'AS DONNÉ  
Take the authority You won for me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5-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6-  REMPLI DE TA PUISSANCE JE VIENS POUR BIEN HAUT DÉCLARER  
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7-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</a:t>
            </a:r>
          </a:p>
          <a:p>
            <a:r>
              <a:rPr lang="fr-FR" smtClean="0"/>
              <a:t>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10-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r>
              <a:rPr lang="fr-FR" smtClean="0"/>
              <a:t>
11-  JE PRENDS L’AUTORITÉ  QUE TU M’AS DONNÉ  </a:t>
            </a:r>
          </a:p>
          <a:p>
            <a:r>
              <a:rPr lang="fr-FR" smtClean="0"/>
              <a:t>Take the authority You won for me</a:t>
            </a:r>
          </a:p>
          <a:p>
            <a:endParaRPr lang="fr-FR" smtClean="0"/>
          </a:p>
          <a:p>
            <a:r>
              <a:rPr lang="fr-FR" smtClean="0"/>
              <a:t>Refrain :
12-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13-  REMPLI DE TA PUISSANCE JE VIENS POUR BIEN HAUT DÉCLARER  </a:t>
            </a:r>
          </a:p>
          <a:p>
            <a:r>
              <a:rPr lang="fr-FR" smtClean="0"/>
              <a:t>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14-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r>
              <a:rPr lang="fr-FR" smtClean="0"/>
              <a:t>Pont : 
15-  JE TE LOUE LA DÉFAITE N'EXISTE PAS </a:t>
            </a:r>
          </a:p>
          <a:p>
            <a:r>
              <a:rPr lang="fr-FR" smtClean="0"/>
              <a:t>I'll praise You like I've never known defeat</a:t>
            </a:r>
          </a:p>
          <a:p>
            <a:r>
              <a:rPr lang="fr-FR" smtClean="0"/>
              <a:t>
16-  JE TE LOUE POUR TON SALUT  À CHAQUE PAS </a:t>
            </a:r>
          </a:p>
          <a:p>
            <a:r>
              <a:rPr lang="fr-FR" smtClean="0"/>
              <a:t>I'll praise You every second You've redeemed</a:t>
            </a:r>
          </a:p>
          <a:p>
            <a:r>
              <a:rPr lang="fr-FR" smtClean="0"/>
              <a:t>
17-  JE TE LOUE TA PUISSANCE EST EN MOI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18-  JE TE LOUE POUR CHAQUE VICTOIRE  DE MA VIE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19-  JE TE LOUE CAR EN MOI VIT TON ESPRIT </a:t>
            </a:r>
          </a:p>
          <a:p>
            <a:r>
              <a:rPr lang="fr-FR" smtClean="0"/>
              <a:t>I'll praise You 'cause Your spirit lives in me</a:t>
            </a:r>
          </a:p>
          <a:p>
            <a:r>
              <a:rPr lang="fr-FR" smtClean="0"/>
              <a:t>
20-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JE PRENDS L'AUTORITÉ  QUE TU M'AS DONNÉ  
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REMPLI DE TA PUISSANCE JE VIENS POUR BIEN HAUT DÉCLARER  
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JE PRENDS L’AUTORITÉ  QUE TU M’AS DONNÉ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
12-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REMPLI DE TA PUISSANCE JE VIENS POUR BIEN HAUT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15-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</a:t>
            </a:r>
          </a:p>
          <a:p>
            <a:r>
              <a:rPr lang="fr-FR" smtClean="0"/>
              <a:t>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3-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endParaRPr lang="fr-FR" smtClean="0"/>
          </a:p>
          <a:p>
            <a:r>
              <a:rPr lang="fr-FR" smtClean="0"/>
              <a:t>4-  JE PRENDS L'AUTORITÉ  QUE TU M'AS DONNÉ  
Take the authority You won for me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5-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6-  REMPLI DE TA PUISSANCE JE VIENS POUR BIEN HAUT DÉCLARER  
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7-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</a:t>
            </a:r>
          </a:p>
          <a:p>
            <a:r>
              <a:rPr lang="fr-FR" smtClean="0"/>
              <a:t>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10-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r>
              <a:rPr lang="fr-FR" smtClean="0"/>
              <a:t>
11-  JE PRENDS L’AUTORITÉ  QUE TU M’AS DONNÉ  </a:t>
            </a:r>
          </a:p>
          <a:p>
            <a:r>
              <a:rPr lang="fr-FR" smtClean="0"/>
              <a:t>Take the authority You won for me</a:t>
            </a:r>
          </a:p>
          <a:p>
            <a:endParaRPr lang="fr-FR" smtClean="0"/>
          </a:p>
          <a:p>
            <a:r>
              <a:rPr lang="fr-FR" smtClean="0"/>
              <a:t>Refrain :
12-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13-  REMPLI DE TA PUISSANCE JE VIENS POUR BIEN HAUT DÉCLARER  </a:t>
            </a:r>
          </a:p>
          <a:p>
            <a:r>
              <a:rPr lang="fr-FR" smtClean="0"/>
              <a:t>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14-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r>
              <a:rPr lang="fr-FR" smtClean="0"/>
              <a:t>Pont : 
15-  JE TE LOUE LA DÉFAITE N'EXISTE PAS </a:t>
            </a:r>
          </a:p>
          <a:p>
            <a:r>
              <a:rPr lang="fr-FR" smtClean="0"/>
              <a:t>I'll praise You like I've never known defeat</a:t>
            </a:r>
          </a:p>
          <a:p>
            <a:r>
              <a:rPr lang="fr-FR" smtClean="0"/>
              <a:t>
16-  JE TE LOUE POUR TON SALUT  À CHAQUE PAS </a:t>
            </a:r>
          </a:p>
          <a:p>
            <a:r>
              <a:rPr lang="fr-FR" smtClean="0"/>
              <a:t>I'll praise You every second You've redeemed</a:t>
            </a:r>
          </a:p>
          <a:p>
            <a:r>
              <a:rPr lang="fr-FR" smtClean="0"/>
              <a:t>
17-  JE TE LOUE TA PUISSANCE EST EN MOI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18-  JE TE LOUE POUR CHAQUE VICTOIRE  DE MA VIE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19-  JE TE LOUE CAR EN MOI VIT TON ESPRIT </a:t>
            </a:r>
          </a:p>
          <a:p>
            <a:r>
              <a:rPr lang="fr-FR" smtClean="0"/>
              <a:t>I'll praise You 'cause Your spirit lives in me</a:t>
            </a:r>
          </a:p>
          <a:p>
            <a:r>
              <a:rPr lang="fr-FR" smtClean="0"/>
              <a:t>
20-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JE PRENDS L'AUTORITÉ  QUE TU M'AS DONNÉ  
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REMPLI DE TA PUISSANCE JE VIENS POUR BIEN HAUT DÉCLARER  
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JE PRENDS L’AUTORITÉ  QUE TU M’AS DONNÉ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
12-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REMPLI DE TA PUISSANCE JE VIENS POUR BIEN HAUT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15-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</a:t>
            </a:r>
          </a:p>
          <a:p>
            <a:r>
              <a:rPr lang="fr-FR" smtClean="0"/>
              <a:t>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3-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endParaRPr lang="fr-FR" smtClean="0"/>
          </a:p>
          <a:p>
            <a:r>
              <a:rPr lang="fr-FR" smtClean="0"/>
              <a:t>4-  JE PRENDS L'AUTORITÉ  QUE TU M'AS DONNÉ  
Take the authority You won for me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5-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6-  REMPLI DE TA PUISSANCE JE VIENS POUR BIEN HAUT DÉCLARER  
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7-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</a:t>
            </a:r>
          </a:p>
          <a:p>
            <a:r>
              <a:rPr lang="fr-FR" smtClean="0"/>
              <a:t>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10-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r>
              <a:rPr lang="fr-FR" smtClean="0"/>
              <a:t>
11-  JE PRENDS L’AUTORITÉ  QUE TU M’AS DONNÉ  </a:t>
            </a:r>
          </a:p>
          <a:p>
            <a:r>
              <a:rPr lang="fr-FR" smtClean="0"/>
              <a:t>Take the authority You won for me</a:t>
            </a:r>
          </a:p>
          <a:p>
            <a:endParaRPr lang="fr-FR" smtClean="0"/>
          </a:p>
          <a:p>
            <a:r>
              <a:rPr lang="fr-FR" smtClean="0"/>
              <a:t>Refrain :
12-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13-  REMPLI DE TA PUISSANCE JE VIENS POUR BIEN HAUT DÉCLARER  </a:t>
            </a:r>
          </a:p>
          <a:p>
            <a:r>
              <a:rPr lang="fr-FR" smtClean="0"/>
              <a:t>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14-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r>
              <a:rPr lang="fr-FR" smtClean="0"/>
              <a:t>Pont : 
15-  JE TE LOUE LA DÉFAITE N'EXISTE PAS </a:t>
            </a:r>
          </a:p>
          <a:p>
            <a:r>
              <a:rPr lang="fr-FR" smtClean="0"/>
              <a:t>I'll praise You like I've never known defeat</a:t>
            </a:r>
          </a:p>
          <a:p>
            <a:r>
              <a:rPr lang="fr-FR" smtClean="0"/>
              <a:t>
16-  JE TE LOUE POUR TON SALUT  À CHAQUE PAS </a:t>
            </a:r>
          </a:p>
          <a:p>
            <a:r>
              <a:rPr lang="fr-FR" smtClean="0"/>
              <a:t>I'll praise You every second You've redeemed</a:t>
            </a:r>
          </a:p>
          <a:p>
            <a:r>
              <a:rPr lang="fr-FR" smtClean="0"/>
              <a:t>
17-  JE TE LOUE TA PUISSANCE EST EN MOI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18-  JE TE LOUE POUR CHAQUE VICTOIRE  DE MA VIE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19-  JE TE LOUE CAR EN MOI VIT TON ESPRIT </a:t>
            </a:r>
          </a:p>
          <a:p>
            <a:r>
              <a:rPr lang="fr-FR" smtClean="0"/>
              <a:t>I'll praise You 'cause Your spirit lives in me</a:t>
            </a:r>
          </a:p>
          <a:p>
            <a:r>
              <a:rPr lang="fr-FR" smtClean="0"/>
              <a:t>
20-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JE PRENDS L'AUTORITÉ  QUE TU M'AS DONNÉ  
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REMPLI DE TA PUISSANCE JE VIENS POUR BIEN HAUT DÉCLARER  
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JE PRENDS L’AUTORITÉ  QUE TU M’AS DONNÉ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
12-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REMPLI DE TA PUISSANCE JE VIENS POUR BIEN HAUT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15-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</a:t>
            </a:r>
          </a:p>
          <a:p>
            <a:r>
              <a:rPr lang="fr-FR" smtClean="0"/>
              <a:t>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3-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endParaRPr lang="fr-FR" smtClean="0"/>
          </a:p>
          <a:p>
            <a:r>
              <a:rPr lang="fr-FR" smtClean="0"/>
              <a:t>4-  JE PRENDS L'AUTORITÉ  QUE TU M'AS DONNÉ  
Take the authority You won for me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5-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6-  REMPLI DE TA PUISSANCE JE VIENS POUR BIEN HAUT DÉCLARER  
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7-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</a:t>
            </a:r>
          </a:p>
          <a:p>
            <a:r>
              <a:rPr lang="fr-FR" smtClean="0"/>
              <a:t>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10-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r>
              <a:rPr lang="fr-FR" smtClean="0"/>
              <a:t>
11-  JE PRENDS L’AUTORITÉ  QUE TU M’AS DONNÉ  </a:t>
            </a:r>
          </a:p>
          <a:p>
            <a:r>
              <a:rPr lang="fr-FR" smtClean="0"/>
              <a:t>Take the authority You won for me</a:t>
            </a:r>
          </a:p>
          <a:p>
            <a:endParaRPr lang="fr-FR" smtClean="0"/>
          </a:p>
          <a:p>
            <a:r>
              <a:rPr lang="fr-FR" smtClean="0"/>
              <a:t>Refrain :
12-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13-  REMPLI DE TA PUISSANCE JE VIENS POUR BIEN HAUT DÉCLARER  </a:t>
            </a:r>
          </a:p>
          <a:p>
            <a:r>
              <a:rPr lang="fr-FR" smtClean="0"/>
              <a:t>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14-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r>
              <a:rPr lang="fr-FR" smtClean="0"/>
              <a:t>Pont : 
15-  JE TE LOUE LA DÉFAITE N'EXISTE PAS </a:t>
            </a:r>
          </a:p>
          <a:p>
            <a:r>
              <a:rPr lang="fr-FR" smtClean="0"/>
              <a:t>I'll praise You like I've never known defeat</a:t>
            </a:r>
          </a:p>
          <a:p>
            <a:r>
              <a:rPr lang="fr-FR" smtClean="0"/>
              <a:t>
16-  JE TE LOUE POUR TON SALUT  À CHAQUE PAS </a:t>
            </a:r>
          </a:p>
          <a:p>
            <a:r>
              <a:rPr lang="fr-FR" smtClean="0"/>
              <a:t>I'll praise You every second You've redeemed</a:t>
            </a:r>
          </a:p>
          <a:p>
            <a:r>
              <a:rPr lang="fr-FR" smtClean="0"/>
              <a:t>
17-  JE TE LOUE TA PUISSANCE EST EN MOI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18-  JE TE LOUE POUR CHAQUE VICTOIRE  DE MA VIE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19-  JE TE LOUE CAR EN MOI VIT TON ESPRIT </a:t>
            </a:r>
          </a:p>
          <a:p>
            <a:r>
              <a:rPr lang="fr-FR" smtClean="0"/>
              <a:t>I'll praise You 'cause Your spirit lives in me</a:t>
            </a:r>
          </a:p>
          <a:p>
            <a:r>
              <a:rPr lang="fr-FR" smtClean="0"/>
              <a:t>
20-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JE PRENDS L'AUTORITÉ  QUE TU M'AS DONNÉ  
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REMPLI DE TA PUISSANCE JE VIENS POUR BIEN HAUT DÉCLARER  
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JE PRENDS L’AUTORITÉ  QUE TU M’AS DONNÉ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
12-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REMPLI DE TA PUISSANCE JE VIENS POUR BIEN HAUT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15-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</a:t>
            </a:r>
          </a:p>
          <a:p>
            <a:r>
              <a:rPr lang="fr-FR" smtClean="0"/>
              <a:t>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3-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endParaRPr lang="fr-FR" smtClean="0"/>
          </a:p>
          <a:p>
            <a:r>
              <a:rPr lang="fr-FR" smtClean="0"/>
              <a:t>4-  JE PRENDS L'AUTORITÉ  QUE TU M'AS DONNÉ  
Take the authority You won for me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5-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6-  REMPLI DE TA PUISSANCE JE VIENS POUR BIEN HAUT DÉCLARER  
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7-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</a:t>
            </a:r>
          </a:p>
          <a:p>
            <a:r>
              <a:rPr lang="fr-FR" smtClean="0"/>
              <a:t>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10-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r>
              <a:rPr lang="fr-FR" smtClean="0"/>
              <a:t>
11-  JE PRENDS L’AUTORITÉ  QUE TU M’AS DONNÉ  </a:t>
            </a:r>
          </a:p>
          <a:p>
            <a:r>
              <a:rPr lang="fr-FR" smtClean="0"/>
              <a:t>Take the authority You won for me</a:t>
            </a:r>
          </a:p>
          <a:p>
            <a:endParaRPr lang="fr-FR" smtClean="0"/>
          </a:p>
          <a:p>
            <a:r>
              <a:rPr lang="fr-FR" smtClean="0"/>
              <a:t>Refrain :
12-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13-  REMPLI DE TA PUISSANCE JE VIENS POUR BIEN HAUT DÉCLARER  </a:t>
            </a:r>
          </a:p>
          <a:p>
            <a:r>
              <a:rPr lang="fr-FR" smtClean="0"/>
              <a:t>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14-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r>
              <a:rPr lang="fr-FR" smtClean="0"/>
              <a:t>Pont : 
15-  JE TE LOUE LA DÉFAITE N'EXISTE PAS </a:t>
            </a:r>
          </a:p>
          <a:p>
            <a:r>
              <a:rPr lang="fr-FR" smtClean="0"/>
              <a:t>I'll praise You like I've never known defeat</a:t>
            </a:r>
          </a:p>
          <a:p>
            <a:r>
              <a:rPr lang="fr-FR" smtClean="0"/>
              <a:t>
16-  JE TE LOUE POUR TON SALUT  À CHAQUE PAS </a:t>
            </a:r>
          </a:p>
          <a:p>
            <a:r>
              <a:rPr lang="fr-FR" smtClean="0"/>
              <a:t>I'll praise You every second You've redeemed</a:t>
            </a:r>
          </a:p>
          <a:p>
            <a:r>
              <a:rPr lang="fr-FR" smtClean="0"/>
              <a:t>
17-  JE TE LOUE TA PUISSANCE EST EN MOI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18-  JE TE LOUE POUR CHAQUE VICTOIRE  DE MA VIE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19-  JE TE LOUE CAR EN MOI VIT TON ESPRIT </a:t>
            </a:r>
          </a:p>
          <a:p>
            <a:r>
              <a:rPr lang="fr-FR" smtClean="0"/>
              <a:t>I'll praise You 'cause Your spirit lives in me</a:t>
            </a:r>
          </a:p>
          <a:p>
            <a:r>
              <a:rPr lang="fr-FR" smtClean="0"/>
              <a:t>
20-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JE PRENDS L'AUTORITÉ  QUE TU M'AS DONNÉ  
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REMPLI DE TA PUISSANCE JE VIENS POUR BIEN HAUT DÉCLARER  
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JE PRENDS L’AUTORITÉ  QUE TU M’AS DONNÉ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
12-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REMPLI DE TA PUISSANCE JE VIENS POUR BIEN HAUT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15-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</a:t>
            </a:r>
          </a:p>
          <a:p>
            <a:r>
              <a:rPr lang="fr-FR" smtClean="0"/>
              <a:t>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3-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endParaRPr lang="fr-FR" smtClean="0"/>
          </a:p>
          <a:p>
            <a:r>
              <a:rPr lang="fr-FR" smtClean="0"/>
              <a:t>4-  JE PRENDS L'AUTORITÉ  QUE TU M'AS DONNÉ  
Take the authority You won for me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5-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6-  REMPLI DE TA PUISSANCE JE VIENS POUR BIEN HAUT DÉCLARER  
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7-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</a:t>
            </a:r>
          </a:p>
          <a:p>
            <a:r>
              <a:rPr lang="fr-FR" smtClean="0"/>
              <a:t>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10-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r>
              <a:rPr lang="fr-FR" smtClean="0"/>
              <a:t>
11-  JE PRENDS L’AUTORITÉ  QUE TU M’AS DONNÉ  </a:t>
            </a:r>
          </a:p>
          <a:p>
            <a:r>
              <a:rPr lang="fr-FR" smtClean="0"/>
              <a:t>Take the authority You won for me</a:t>
            </a:r>
          </a:p>
          <a:p>
            <a:endParaRPr lang="fr-FR" smtClean="0"/>
          </a:p>
          <a:p>
            <a:r>
              <a:rPr lang="fr-FR" smtClean="0"/>
              <a:t>Refrain :
12-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13-  REMPLI DE TA PUISSANCE JE VIENS POUR BIEN HAUT DÉCLARER  </a:t>
            </a:r>
          </a:p>
          <a:p>
            <a:r>
              <a:rPr lang="fr-FR" smtClean="0"/>
              <a:t>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14-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r>
              <a:rPr lang="fr-FR" smtClean="0"/>
              <a:t>Pont : 
15-  JE TE LOUE LA DÉFAITE N'EXISTE PAS </a:t>
            </a:r>
          </a:p>
          <a:p>
            <a:r>
              <a:rPr lang="fr-FR" smtClean="0"/>
              <a:t>I'll praise You like I've never known defeat</a:t>
            </a:r>
          </a:p>
          <a:p>
            <a:r>
              <a:rPr lang="fr-FR" smtClean="0"/>
              <a:t>
16-  JE TE LOUE POUR TON SALUT  À CHAQUE PAS </a:t>
            </a:r>
          </a:p>
          <a:p>
            <a:r>
              <a:rPr lang="fr-FR" smtClean="0"/>
              <a:t>I'll praise You every second You've redeemed</a:t>
            </a:r>
          </a:p>
          <a:p>
            <a:r>
              <a:rPr lang="fr-FR" smtClean="0"/>
              <a:t>
17-  JE TE LOUE TA PUISSANCE EST EN MOI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18-  JE TE LOUE POUR CHAQUE VICTOIRE  DE MA VIE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19-  JE TE LOUE CAR EN MOI VIT TON ESPRIT </a:t>
            </a:r>
          </a:p>
          <a:p>
            <a:r>
              <a:rPr lang="fr-FR" smtClean="0"/>
              <a:t>I'll praise You 'cause Your spirit lives in me</a:t>
            </a:r>
          </a:p>
          <a:p>
            <a:r>
              <a:rPr lang="fr-FR" smtClean="0"/>
              <a:t>
20-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JE PRENDS L'AUTORITÉ  QUE TU M'AS DONNÉ  
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REMPLI DE TA PUISSANCE JE VIENS POUR BIEN HAUT DÉCLARER  
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JE PRENDS L’AUTORITÉ  QUE TU M’AS DONNÉ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
12-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REMPLI DE TA PUISSANCE JE VIENS POUR BIEN HAUT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15-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</a:t>
            </a:r>
          </a:p>
          <a:p>
            <a:r>
              <a:rPr lang="fr-FR" smtClean="0"/>
              <a:t>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3-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endParaRPr lang="fr-FR" smtClean="0"/>
          </a:p>
          <a:p>
            <a:r>
              <a:rPr lang="fr-FR" smtClean="0"/>
              <a:t>4-  JE PRENDS L'AUTORITÉ  QUE TU M'AS DONNÉ  
Take the authority You won for me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5-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6-  REMPLI DE TA PUISSANCE JE VIENS POUR BIEN HAUT DÉCLARER  
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7-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</a:t>
            </a:r>
          </a:p>
          <a:p>
            <a:r>
              <a:rPr lang="fr-FR" smtClean="0"/>
              <a:t>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10-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r>
              <a:rPr lang="fr-FR" smtClean="0"/>
              <a:t>
11-  JE PRENDS L’AUTORITÉ  QUE TU M’AS DONNÉ  </a:t>
            </a:r>
          </a:p>
          <a:p>
            <a:r>
              <a:rPr lang="fr-FR" smtClean="0"/>
              <a:t>Take the authority You won for me</a:t>
            </a:r>
          </a:p>
          <a:p>
            <a:endParaRPr lang="fr-FR" smtClean="0"/>
          </a:p>
          <a:p>
            <a:r>
              <a:rPr lang="fr-FR" smtClean="0"/>
              <a:t>Refrain :
12-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13-  REMPLI DE TA PUISSANCE JE VIENS POUR BIEN HAUT DÉCLARER  </a:t>
            </a:r>
          </a:p>
          <a:p>
            <a:r>
              <a:rPr lang="fr-FR" smtClean="0"/>
              <a:t>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14-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r>
              <a:rPr lang="fr-FR" smtClean="0"/>
              <a:t>Pont : 
15-  JE TE LOUE LA DÉFAITE N'EXISTE PAS </a:t>
            </a:r>
          </a:p>
          <a:p>
            <a:r>
              <a:rPr lang="fr-FR" smtClean="0"/>
              <a:t>I'll praise You like I've never known defeat</a:t>
            </a:r>
          </a:p>
          <a:p>
            <a:r>
              <a:rPr lang="fr-FR" smtClean="0"/>
              <a:t>
16-  JE TE LOUE POUR TON SALUT  À CHAQUE PAS </a:t>
            </a:r>
          </a:p>
          <a:p>
            <a:r>
              <a:rPr lang="fr-FR" smtClean="0"/>
              <a:t>I'll praise You every second You've redeemed</a:t>
            </a:r>
          </a:p>
          <a:p>
            <a:r>
              <a:rPr lang="fr-FR" smtClean="0"/>
              <a:t>
17-  JE TE LOUE TA PUISSANCE EST EN MOI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18-  JE TE LOUE POUR CHAQUE VICTOIRE  DE MA VIE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19-  JE TE LOUE CAR EN MOI VIT TON ESPRIT </a:t>
            </a:r>
          </a:p>
          <a:p>
            <a:r>
              <a:rPr lang="fr-FR" smtClean="0"/>
              <a:t>I'll praise You 'cause Your spirit lives in me</a:t>
            </a:r>
          </a:p>
          <a:p>
            <a:r>
              <a:rPr lang="fr-FR" smtClean="0"/>
              <a:t>
20-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JE PRENDS L'AUTORITÉ  QUE TU M'AS DONNÉ  
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REMPLI DE TA PUISSANCE JE VIENS POUR BIEN HAUT DÉCLARER  
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JE PRENDS L’AUTORITÉ  QUE TU M’AS DONNÉ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
12-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word of the Lord in my mouth To bring about the change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REMPLI DE TA PUISSANCE JE VIENS POUR BIEN HAUT DÉCLARER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15-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</a:t>
            </a:r>
          </a:p>
          <a:p>
            <a:r>
              <a:rPr lang="fr-FR" smtClean="0"/>
              <a:t>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3-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endParaRPr lang="fr-FR" smtClean="0"/>
          </a:p>
          <a:p>
            <a:r>
              <a:rPr lang="fr-FR" smtClean="0"/>
              <a:t>4-  JE PRENDS L'AUTORITÉ  QUE TU M'AS DONNÉ  
Take the authority You won for me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r>
              <a:rPr lang="fr-FR" smtClean="0"/>
              <a:t>5-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6-  REMPLI DE TA PUISSANCE JE VIENS POUR BIEN HAUT DÉCLARER  
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7-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</a:t>
            </a:r>
          </a:p>
          <a:p>
            <a:r>
              <a:rPr lang="fr-FR" smtClean="0"/>
              <a:t>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Pré-Refrain :</a:t>
            </a:r>
          </a:p>
          <a:p>
            <a:r>
              <a:rPr lang="fr-FR" smtClean="0"/>
              <a:t>10-  JE PRENDS MAINTENANT POSITION  JE PARLES À MA CONDITION  </a:t>
            </a:r>
          </a:p>
          <a:p>
            <a:r>
              <a:rPr lang="fr-FR" smtClean="0"/>
              <a:t>I take up my position Speak to all my conditions</a:t>
            </a:r>
          </a:p>
          <a:p>
            <a:r>
              <a:rPr lang="fr-FR" smtClean="0"/>
              <a:t>
11-  JE PRENDS L’AUTORITÉ  QUE TU M’AS DONNÉ  </a:t>
            </a:r>
          </a:p>
          <a:p>
            <a:r>
              <a:rPr lang="fr-FR" smtClean="0"/>
              <a:t>Take the authority You won for me</a:t>
            </a:r>
          </a:p>
          <a:p>
            <a:endParaRPr lang="fr-FR" smtClean="0"/>
          </a:p>
          <a:p>
            <a:r>
              <a:rPr lang="fr-FR" smtClean="0"/>
              <a:t>Refrain :
12-  LA PAROLE DE DIEU DANS MA BOUCHE PEU MAINTENANT TOUT CHANGER </a:t>
            </a:r>
          </a:p>
          <a:p>
            <a:r>
              <a:rPr lang="fr-FR" smtClean="0"/>
              <a:t>The word of the Lord in my mouth To bring about the change</a:t>
            </a:r>
          </a:p>
          <a:p>
            <a:r>
              <a:rPr lang="fr-FR" smtClean="0"/>
              <a:t>
13-  REMPLI DE TA PUISSANCE JE VIENS POUR BIEN HAUT DÉCLARER  </a:t>
            </a:r>
          </a:p>
          <a:p>
            <a:r>
              <a:rPr lang="fr-FR" smtClean="0"/>
              <a:t>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14-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r>
              <a:rPr lang="fr-FR" smtClean="0"/>
              <a:t>Pont : 
15-  JE TE LOUE LA DÉFAITE N'EXISTE PAS </a:t>
            </a:r>
          </a:p>
          <a:p>
            <a:r>
              <a:rPr lang="fr-FR" smtClean="0"/>
              <a:t>I'll praise You like I've never known defeat</a:t>
            </a:r>
          </a:p>
          <a:p>
            <a:r>
              <a:rPr lang="fr-FR" smtClean="0"/>
              <a:t>
16-  JE TE LOUE POUR TON SALUT  À CHAQUE PAS </a:t>
            </a:r>
          </a:p>
          <a:p>
            <a:r>
              <a:rPr lang="fr-FR" smtClean="0"/>
              <a:t>I'll praise You every second You've redeemed</a:t>
            </a:r>
          </a:p>
          <a:p>
            <a:r>
              <a:rPr lang="fr-FR" smtClean="0"/>
              <a:t>
17-  JE TE LOUE TA PUISSANCE EST EN MOI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18-  JE TE LOUE POUR CHAQUE VICTOIRE  DE MA VIE </a:t>
            </a:r>
          </a:p>
          <a:p>
            <a:r>
              <a:rPr lang="fr-FR" smtClean="0"/>
              <a:t>I'll praise You now for every victory</a:t>
            </a:r>
          </a:p>
          <a:p>
            <a:r>
              <a:rPr lang="fr-FR" smtClean="0"/>
              <a:t>
19-  JE TE LOUE CAR EN MOI VIT TON ESPRIT </a:t>
            </a:r>
          </a:p>
          <a:p>
            <a:r>
              <a:rPr lang="fr-FR" smtClean="0"/>
              <a:t>I'll praise You 'cause Your spirit lives in me</a:t>
            </a:r>
          </a:p>
          <a:p>
            <a:r>
              <a:rPr lang="fr-FR" smtClean="0"/>
              <a:t>
20-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BRISE TOUTES CES CHAINES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CES PEURS QUI ME RETIENNENT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REFUSE D'ACCEPTER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CES MENSONGES QU’ON M'A PRÊCHÉS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PRENDS MAINTENANT POSITION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PARLE À MA CONDITION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PRENDS L'AUTORITÉ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TU M'AS DONNÉE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PAROLE DE DIEU DANS MA BOUCHE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PEUT MAINTENANT TOUT CHANGER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REMPLI DE TA PUISSANCE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VIENS POUR BIEN HAUT DÉCLARER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PROPHÉTISE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M'AVANCE POUR DEVENIR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CE QUE TU AS DIT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CROIS EN TA PAROLE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TON ESPRIT DANS MA VIE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PRENDS MAINTENANT POSITION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PARLE À MA CONDITION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PRENDS L'AUTORITÉ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TU M'AS DONNÉE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PAROLE DE DIEU DANS MA BOUCHE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PEUT MAINTENANT TOUT CHANGER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REMPLI DE TA PUISSANCE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VIENS POUR BIEN HAUT DÉCLARER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PROPHÉTISE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LOUE, LA DÉFAITE N'EXISTE PAS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LOUE POUR TON SALUT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CHAQUE PAS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LOUE, TA PUISSANCE EST EN MOI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LOUE POUR CHAQUE VICTOIRE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MA VIE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LOUE CAR EN MOI VIT TON ESPRIT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LOUE TA PUISSANCE EST EN MOI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1672</TotalTime>
  <Words>1129</Words>
  <Application>Microsoft Macintosh PowerPoint</Application>
  <PresentationFormat>Affichage à l'écran (4:3)</PresentationFormat>
  <Paragraphs>2314</Paragraphs>
  <Slides>20</Slides>
  <Notes>20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1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166</cp:revision>
  <dcterms:created xsi:type="dcterms:W3CDTF">2002-08-17T10:50:50Z</dcterms:created>
  <dcterms:modified xsi:type="dcterms:W3CDTF">2019-05-26T08:08:56Z</dcterms:modified>
</cp:coreProperties>
</file>