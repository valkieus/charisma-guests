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321" r:id="rId2"/>
    <p:sldId id="322" r:id="rId3"/>
    <p:sldId id="323" r:id="rId4"/>
    <p:sldId id="324" r:id="rId5"/>
    <p:sldId id="325" r:id="rId6"/>
    <p:sldId id="326" r:id="rId7"/>
    <p:sldId id="327" r:id="rId8"/>
    <p:sldId id="328" r:id="rId9"/>
    <p:sldId id="329" r:id="rId10"/>
    <p:sldId id="330" r:id="rId11"/>
    <p:sldId id="331" r:id="rId12"/>
    <p:sldId id="332" r:id="rId13"/>
    <p:sldId id="333" r:id="rId14"/>
    <p:sldId id="334" r:id="rId15"/>
    <p:sldId id="335" r:id="rId16"/>
    <p:sldId id="336" r:id="rId17"/>
    <p:sldId id="338" r:id="rId18"/>
    <p:sldId id="337" r:id="rId19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81" autoAdjust="0"/>
    <p:restoredTop sz="34435" autoAdjust="0"/>
  </p:normalViewPr>
  <p:slideViewPr>
    <p:cSldViewPr>
      <p:cViewPr varScale="1">
        <p:scale>
          <a:sx n="23" d="100"/>
          <a:sy n="23" d="100"/>
        </p:scale>
        <p:origin x="2348" y="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-3436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28A9632-4C85-4837-9202-7DE41DA9065D}" type="datetimeFigureOut">
              <a:rPr lang="fr-FR"/>
              <a:pPr>
                <a:defRPr/>
              </a:pPr>
              <a:t>28/05/2022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7DCA80A-8400-4AE9-8C4D-4EA1B13572F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C’EST COMME ÇA QUE JE LOUE  EN LEVANT MES MAINS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how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throw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hands up
2-  À TOI MON SAUVEUR  EN DANSANT SANS FIN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You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saviour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I’m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gonna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stand up
3-  ET JE TE DONNE TOUT, DONNE TOUT  DONNE TOUT CE QUE JE SUIS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give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everything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everything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Everything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all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am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4-  C’EST COMME ÇA QUE JE LOUE  AVEC PASSION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how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I’m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all in
5-  CAR JE SUIS EN FEU  JE LOUERAI À FOND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Yeah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I’m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on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I’m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gonna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dive in
6-  ET JE TE DONNE TOUT, DONNE TOUT  DONNE TOUT CE QUE JE SUIS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give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everything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everything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Everything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all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am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7-  ET JE N’AIME QUE TOI  OUI JE N’AIME QUE TOI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‘Cause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I’m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 love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Yeah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I’m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 love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
	8-  TU M’AS SAUVÉ TANT DE FOIS  MA LOUANGE EST À TOI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For all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You’ve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brought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through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belongs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You
	9-  OH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C’EST COMME ÇA QUE JE LOUE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how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11-  C’EST POURQUOI JE TE LOUE  TU ES MERVEILLEUX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'Cause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You’re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amazing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ET TU ES SI GRAND  ÉTERNEL MON DIEU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You are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greater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You’re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everlasting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TU ES TOUT CE QUE J’AI, CE QUE J’AI  CE QUE J’AI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You are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everything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everything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Everything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
14-  JÉSUS TU ES 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Jesus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are 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15-  GLOIRE À NOTRE ROI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Glory to the King
16-  LUI QUI RÈGNE DANS LES CIEUX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the One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who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reigns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on high
17-  NOUS LEVONS NOS VOIX NOUS CRIONS DE JOIE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Let 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ring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18 - À CELUI QUI RÈGNE AUX CIEUX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the One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who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reigns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on high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C’EST COMME ÇA QUE JE LOUE  EN LEVANT MES MAINS  </a:t>
            </a:r>
          </a:p>
          <a:p>
            <a:r>
              <a:rPr lang="fr-FR" smtClean="0"/>
              <a:t>This is how I praise You I throw my hands up
2-  À TOI MON SAUVEUR  EN DANSANT SANS FIN  </a:t>
            </a:r>
          </a:p>
          <a:p>
            <a:r>
              <a:rPr lang="fr-FR" smtClean="0"/>
              <a:t>To You my saviour I’m gonna stand up
3-  ET JE TE DONNE TOUT, DONNE TOUT  DONNE TOUT CE QUE JE SUIS  </a:t>
            </a:r>
          </a:p>
          <a:p>
            <a:r>
              <a:rPr lang="fr-FR" smtClean="0"/>
              <a:t>And give You everything, everything Everything, all that I am
4-  C’EST COMME ÇA QUE JE LOUE  AVEC PASSION </a:t>
            </a:r>
          </a:p>
          <a:p>
            <a:r>
              <a:rPr lang="fr-FR" smtClean="0"/>
              <a:t>This is how I praise You I’m going all in
5-  CAR JE SUIS EN FEU  JE LOUERAI À FOND  </a:t>
            </a:r>
          </a:p>
          <a:p>
            <a:r>
              <a:rPr lang="fr-FR" smtClean="0"/>
              <a:t>Yeah I’m on fire I’m gonna dive in
6-  ET JE TE DONNE TOUT, DONNE TOUT  DONNE TOUT CE QUE JE SUIS  </a:t>
            </a:r>
          </a:p>
          <a:p>
            <a:r>
              <a:rPr lang="fr-FR" smtClean="0"/>
              <a:t>And give You everything, everything Everything, all that I am</a:t>
            </a:r>
          </a:p>
          <a:p>
            <a:endParaRPr lang="fr-FR" smtClean="0"/>
          </a:p>
          <a:p>
            <a:r>
              <a:rPr lang="fr-FR" smtClean="0"/>
              <a:t>	Pré-Refrain :
	7-  ET JE N’AIME QUE TOI  OUI JE N’AIME QUE TOI  </a:t>
            </a:r>
          </a:p>
          <a:p>
            <a:r>
              <a:rPr lang="fr-FR" smtClean="0"/>
              <a:t>	‘Cause I’m In love with You Yeah I’m in love with You
	8-  TU M’AS SAUVÉ TANT DE FOIS  MA LOUANGE EST À TOI  </a:t>
            </a:r>
          </a:p>
          <a:p>
            <a:r>
              <a:rPr lang="fr-FR" smtClean="0"/>
              <a:t>	For all You’ve brought me through My praise belongs to You
	9-  OH OH OH OH OH </a:t>
            </a:r>
          </a:p>
          <a:p>
            <a:endParaRPr lang="fr-FR" smtClean="0"/>
          </a:p>
          <a:p>
            <a:r>
              <a:rPr lang="fr-FR" smtClean="0"/>
              <a:t>	Refrain :
	10-  C’EST COMME ÇA QUE JE LOUE  x2</a:t>
            </a:r>
          </a:p>
          <a:p>
            <a:r>
              <a:rPr lang="fr-FR" smtClean="0"/>
              <a:t>	This is how I praise You</a:t>
            </a:r>
          </a:p>
          <a:p>
            <a:endParaRPr lang="fr-FR" smtClean="0"/>
          </a:p>
          <a:p>
            <a:r>
              <a:rPr lang="fr-FR" smtClean="0"/>
              <a:t>Couplet 2 :
11-  C’EST POURQUOI JE TE LOUE  TU ES MERVEILLEUX  </a:t>
            </a:r>
          </a:p>
          <a:p>
            <a:r>
              <a:rPr lang="fr-FR" smtClean="0"/>
              <a:t>This is why I praise You 'Cause You’re amazing
12-  ET TU ES SI GRAND  ÉTERNEL MON DIEU </a:t>
            </a:r>
          </a:p>
          <a:p>
            <a:r>
              <a:rPr lang="fr-FR" smtClean="0"/>
              <a:t>And You are greater You’re everlasting
13-  TU ES TOUT CE QUE J’AI, CE QUE J’AI  CE QUE J’AI</a:t>
            </a:r>
          </a:p>
          <a:p>
            <a:r>
              <a:rPr lang="fr-FR" smtClean="0"/>
              <a:t>And You are everything, everything Everything,
14-  JÉSUS TU ES  </a:t>
            </a:r>
          </a:p>
          <a:p>
            <a:r>
              <a:rPr lang="fr-FR" smtClean="0"/>
              <a:t>Jesus You are 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15-  GLOIRE À NOTRE ROI  x2</a:t>
            </a:r>
          </a:p>
          <a:p>
            <a:r>
              <a:rPr lang="fr-FR" smtClean="0"/>
              <a:t>Glory to the King
16-  LUI QUI RÈGNE DANS LES CIEUX </a:t>
            </a:r>
          </a:p>
          <a:p>
            <a:r>
              <a:rPr lang="fr-FR" smtClean="0"/>
              <a:t>To the One who reigns on high
17-  NOUS LEVONS NOS VOIX NOUS CRIONS DE JOIE </a:t>
            </a:r>
          </a:p>
          <a:p>
            <a:r>
              <a:rPr lang="fr-FR" smtClean="0"/>
              <a:t>Everybody sing Let the praises ring</a:t>
            </a:r>
          </a:p>
          <a:p>
            <a:r>
              <a:rPr lang="fr-FR" smtClean="0"/>
              <a:t>18 - À CELUI QUI RÈGNE AUX CIEUX </a:t>
            </a:r>
          </a:p>
          <a:p>
            <a:r>
              <a:rPr lang="fr-FR" smtClean="0"/>
              <a:t>To the One who reigns on high</a:t>
            </a:r>
          </a:p>
          <a:p>
            <a:endParaRPr lang="fr-FR" smtClean="0"/>
          </a:p>
          <a:p>
            <a:r>
              <a:rPr lang="fr-FR" smtClean="0"/>
              <a:t>	Refrain :
</a:t>
            </a:r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C’EST COMME ÇA QUE JE LOUE  EN LEVANT MES MAINS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how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throw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hands up
2-  À TOI MON SAUVEUR  EN DANSANT SANS FIN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You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saviour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I’m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gonna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stand up
3-  ET JE TE DONNE TOUT, DONNE TOUT  DONNE TOUT CE QUE JE SUIS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give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everything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everything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Everything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all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am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4-  C’EST COMME ÇA QUE JE LOUE  AVEC PASSION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how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I’m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all in
5-  CAR JE SUIS EN FEU  JE LOUERAI À FOND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Yeah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I’m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on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I’m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gonna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dive in
6-  ET JE TE DONNE TOUT, DONNE TOUT  DONNE TOUT CE QUE JE SUIS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give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everything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everything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Everything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all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am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7-  ET JE N’AIME QUE TOI  OUI JE N’AIME QUE TOI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‘Cause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I’m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 love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Yeah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I’m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 love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
	8-  TU M’AS SAUVÉ TANT DE FOIS  MA LOUANGE EST À TOI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For all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You’ve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brought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through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belongs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You
	9-  OH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C’EST COMME ÇA QUE JE LOUE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how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11-  C’EST POURQUOI JE TE LOUE  TU ES MERVEILLEUX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'Cause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You’re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amazing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ET TU ES SI GRAND  ÉTERNEL MON DIEU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You are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greater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You’re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everlasting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13-  TU ES TOUT CE QUE J’AI, CE QUE J’AI  CE QUE J’AI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You are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everything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everything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Everything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
14-  JÉSUS TU ES 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Jesus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You are 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15-  GLOIRE À NOTRE ROI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Glory to the King
16-  LUI QUI RÈGNE DANS LES CIEUX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the One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who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reigns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on high
17-  NOUS LEVONS NOS VOIX NOUS CRIONS DE JOIE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Let 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ring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18 - À CELUI QUI RÈGNE AUX CIEUX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the One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who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reigns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on high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C’EST COMME ÇA QUE JE LOUE  EN LEVANT MES MAINS  </a:t>
            </a:r>
          </a:p>
          <a:p>
            <a:r>
              <a:rPr lang="fr-FR" smtClean="0"/>
              <a:t>This is how I praise You I throw my hands up
2-  À TOI MON SAUVEUR  EN DANSANT SANS FIN  </a:t>
            </a:r>
          </a:p>
          <a:p>
            <a:r>
              <a:rPr lang="fr-FR" smtClean="0"/>
              <a:t>To You my saviour I’m gonna stand up
3-  ET JE TE DONNE TOUT, DONNE TOUT  DONNE TOUT CE QUE JE SUIS  </a:t>
            </a:r>
          </a:p>
          <a:p>
            <a:r>
              <a:rPr lang="fr-FR" smtClean="0"/>
              <a:t>And give You everything, everything Everything, all that I am
4-  C’EST COMME ÇA QUE JE LOUE  AVEC PASSION </a:t>
            </a:r>
          </a:p>
          <a:p>
            <a:r>
              <a:rPr lang="fr-FR" smtClean="0"/>
              <a:t>This is how I praise You I’m going all in
5-  CAR JE SUIS EN FEU  JE LOUERAI À FOND  </a:t>
            </a:r>
          </a:p>
          <a:p>
            <a:r>
              <a:rPr lang="fr-FR" smtClean="0"/>
              <a:t>Yeah I’m on fire I’m gonna dive in
6-  ET JE TE DONNE TOUT, DONNE TOUT  DONNE TOUT CE QUE JE SUIS  </a:t>
            </a:r>
          </a:p>
          <a:p>
            <a:r>
              <a:rPr lang="fr-FR" smtClean="0"/>
              <a:t>And give You everything, everything Everything, all that I am</a:t>
            </a:r>
          </a:p>
          <a:p>
            <a:endParaRPr lang="fr-FR" smtClean="0"/>
          </a:p>
          <a:p>
            <a:r>
              <a:rPr lang="fr-FR" smtClean="0"/>
              <a:t>	Pré-Refrain :
	7-  ET JE N’AIME QUE TOI  OUI JE N’AIME QUE TOI  </a:t>
            </a:r>
          </a:p>
          <a:p>
            <a:r>
              <a:rPr lang="fr-FR" smtClean="0"/>
              <a:t>	‘Cause I’m In love with You Yeah I’m in love with You
	8-  TU M’AS SAUVÉ TANT DE FOIS  MA LOUANGE EST À TOI  </a:t>
            </a:r>
          </a:p>
          <a:p>
            <a:r>
              <a:rPr lang="fr-FR" smtClean="0"/>
              <a:t>	For all You’ve brought me through My praise belongs to You
	9-  OH OH OH OH OH </a:t>
            </a:r>
          </a:p>
          <a:p>
            <a:endParaRPr lang="fr-FR" smtClean="0"/>
          </a:p>
          <a:p>
            <a:r>
              <a:rPr lang="fr-FR" smtClean="0"/>
              <a:t>	Refrain :
	10-  C’EST COMME ÇA QUE JE LOUE  x2</a:t>
            </a:r>
          </a:p>
          <a:p>
            <a:r>
              <a:rPr lang="fr-FR" smtClean="0"/>
              <a:t>	This is how I praise You</a:t>
            </a:r>
          </a:p>
          <a:p>
            <a:endParaRPr lang="fr-FR" smtClean="0"/>
          </a:p>
          <a:p>
            <a:r>
              <a:rPr lang="fr-FR" smtClean="0"/>
              <a:t>Couplet 2 :
11-  C’EST POURQUOI JE TE LOUE  TU ES MERVEILLEUX  </a:t>
            </a:r>
          </a:p>
          <a:p>
            <a:r>
              <a:rPr lang="fr-FR" smtClean="0"/>
              <a:t>This is why I praise You 'Cause You’re amazing
12-  ET TU ES SI GRAND  ÉTERNEL MON DIEU </a:t>
            </a:r>
          </a:p>
          <a:p>
            <a:r>
              <a:rPr lang="fr-FR" smtClean="0"/>
              <a:t>And You are greater You’re everlasting
13-  TU ES TOUT CE QUE J’AI, CE QUE J’AI  CE QUE J’AI</a:t>
            </a:r>
          </a:p>
          <a:p>
            <a:r>
              <a:rPr lang="fr-FR" smtClean="0"/>
              <a:t>And You are everything, everything Everything,
14-  JÉSUS TU ES  </a:t>
            </a:r>
          </a:p>
          <a:p>
            <a:r>
              <a:rPr lang="fr-FR" smtClean="0"/>
              <a:t>Jesus You are 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15-  GLOIRE À NOTRE ROI  x2</a:t>
            </a:r>
          </a:p>
          <a:p>
            <a:r>
              <a:rPr lang="fr-FR" smtClean="0"/>
              <a:t>Glory to the King
16-  LUI QUI RÈGNE DANS LES CIEUX </a:t>
            </a:r>
          </a:p>
          <a:p>
            <a:r>
              <a:rPr lang="fr-FR" smtClean="0"/>
              <a:t>To the One who reigns on high
17-  NOUS LEVONS NOS VOIX NOUS CRIONS DE JOIE </a:t>
            </a:r>
          </a:p>
          <a:p>
            <a:r>
              <a:rPr lang="fr-FR" smtClean="0"/>
              <a:t>Everybody sing Let the praises ring</a:t>
            </a:r>
          </a:p>
          <a:p>
            <a:r>
              <a:rPr lang="fr-FR" smtClean="0"/>
              <a:t>18 - À CELUI QUI RÈGNE AUX CIEUX </a:t>
            </a:r>
          </a:p>
          <a:p>
            <a:r>
              <a:rPr lang="fr-FR" smtClean="0"/>
              <a:t>To the One who reigns on high</a:t>
            </a:r>
          </a:p>
          <a:p>
            <a:endParaRPr lang="fr-FR" smtClean="0"/>
          </a:p>
          <a:p>
            <a:r>
              <a:rPr lang="fr-FR" smtClean="0"/>
              <a:t>	Refrain :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8461971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C’EST COMME ÇA QUE JE LOUE  EN LEVANT MES MAINS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how I praise You I throw my hands up
2-  À TOI MON SAUVEUR  EN DANSANT SANS FIN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You my saviour I’m gonna stand up
3-  ET JE TE DONNE TOUT, DONNE TOUT  DONNE TOUT CE QUE JE SUIS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give You everything, everything Everything, all that I am
4-  C’EST COMME ÇA QUE JE LOUE  AVEC PASSION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how I praise You I’m going all in
5-  CAR JE SUIS EN FEU  JE LOUERAI À FOND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Yeah I’m on fire I’m gonna dive in
6-  ET JE TE DONNE TOUT, DONNE TOUT  DONNE TOUT CE QUE JE SUIS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give You everything, everything Everything, all that I am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7-  ET JE N’AIME QUE TOI  OUI JE N’AIME QUE TOI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‘Cause I’m In love with You Yeah I’m in love with You
	8-  TU M’AS SAUVÉ TANT DE FOIS  MA LOUANGE EST À TOI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For all You’ve brought me through My praise belongs to You
	9-  OH OH OH OH OH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C’EST COMME ÇA QUE JE LOUE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is how I praise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11-  C’EST POURQUOI JE TE LOUE  TU ES MERVEILLEUX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why I praise You 'Cause You’re amazing
12-  ET TU ES SI GRAND  ÉTERNEL MON DIEU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You are greater You’re everlasting
13-  TU ES TOUT CE QUE J’AI, CE QUE J’AI  CE QUE J’AI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You are everything, everything Everything,
14-  JÉSUS TU 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Jesus You are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15-  GLOIRE À NOTRE ROI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Glory to the King
16-  LUI QUI RÈGNE DANS LES CIEUX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the One who reigns on high
17-  NOUS LEVONS NOS VOIX NOUS CRIONS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 sing Let the praises ring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18 - À CELUI QUI RÈGNE AUX CIEUX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the One who reigns on high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C’EST COMME ÇA QUE JE LOUE  EN LEVANT MES MAINS  </a:t>
            </a:r>
          </a:p>
          <a:p>
            <a:r>
              <a:rPr lang="fr-FR" smtClean="0"/>
              <a:t>This is how I praise You I throw my hands up
2-  À TOI MON SAUVEUR  EN DANSANT SANS FIN  </a:t>
            </a:r>
          </a:p>
          <a:p>
            <a:r>
              <a:rPr lang="fr-FR" smtClean="0"/>
              <a:t>To You my saviour I’m gonna stand up
3-  ET JE TE DONNE TOUT, DONNE TOUT  DONNE TOUT CE QUE JE SUIS  </a:t>
            </a:r>
          </a:p>
          <a:p>
            <a:r>
              <a:rPr lang="fr-FR" smtClean="0"/>
              <a:t>And give You everything, everything Everything, all that I am
4-  C’EST COMME ÇA QUE JE LOUE  AVEC PASSION </a:t>
            </a:r>
          </a:p>
          <a:p>
            <a:r>
              <a:rPr lang="fr-FR" smtClean="0"/>
              <a:t>This is how I praise You I’m going all in
5-  CAR JE SUIS EN FEU  JE LOUERAI À FOND  </a:t>
            </a:r>
          </a:p>
          <a:p>
            <a:r>
              <a:rPr lang="fr-FR" smtClean="0"/>
              <a:t>Yeah I’m on fire I’m gonna dive in
6-  ET JE TE DONNE TOUT, DONNE TOUT  DONNE TOUT CE QUE JE SUIS  </a:t>
            </a:r>
          </a:p>
          <a:p>
            <a:r>
              <a:rPr lang="fr-FR" smtClean="0"/>
              <a:t>And give You everything, everything Everything, all that I am</a:t>
            </a:r>
          </a:p>
          <a:p>
            <a:endParaRPr lang="fr-FR" smtClean="0"/>
          </a:p>
          <a:p>
            <a:r>
              <a:rPr lang="fr-FR" smtClean="0"/>
              <a:t>	Pré-Refrain :
	7-  ET JE N’AIME QUE TOI  OUI JE N’AIME QUE TOI  </a:t>
            </a:r>
          </a:p>
          <a:p>
            <a:r>
              <a:rPr lang="fr-FR" smtClean="0"/>
              <a:t>	‘Cause I’m In love with You Yeah I’m in love with You
	8-  TU M’AS SAUVÉ TANT DE FOIS  MA LOUANGE EST À TOI  </a:t>
            </a:r>
          </a:p>
          <a:p>
            <a:r>
              <a:rPr lang="fr-FR" smtClean="0"/>
              <a:t>	For all You’ve brought me through My praise belongs to You
	9-  OH OH OH OH OH </a:t>
            </a:r>
          </a:p>
          <a:p>
            <a:endParaRPr lang="fr-FR" smtClean="0"/>
          </a:p>
          <a:p>
            <a:r>
              <a:rPr lang="fr-FR" smtClean="0"/>
              <a:t>	Refrain :
	10-  C’EST COMME ÇA QUE JE LOUE  x2</a:t>
            </a:r>
          </a:p>
          <a:p>
            <a:r>
              <a:rPr lang="fr-FR" smtClean="0"/>
              <a:t>	This is how I praise You</a:t>
            </a:r>
          </a:p>
          <a:p>
            <a:endParaRPr lang="fr-FR" smtClean="0"/>
          </a:p>
          <a:p>
            <a:r>
              <a:rPr lang="fr-FR" smtClean="0"/>
              <a:t>Couplet 2 :
11-  C’EST POURQUOI JE TE LOUE  TU ES MERVEILLEUX  </a:t>
            </a:r>
          </a:p>
          <a:p>
            <a:r>
              <a:rPr lang="fr-FR" smtClean="0"/>
              <a:t>This is why I praise You 'Cause You’re amazing
12-  ET TU ES SI GRAND  ÉTERNEL MON DIEU </a:t>
            </a:r>
          </a:p>
          <a:p>
            <a:r>
              <a:rPr lang="fr-FR" smtClean="0"/>
              <a:t>And You are greater You’re everlasting
13-  TU ES TOUT CE QUE J’AI, CE QUE J’AI  CE QUE J’AI</a:t>
            </a:r>
          </a:p>
          <a:p>
            <a:r>
              <a:rPr lang="fr-FR" smtClean="0"/>
              <a:t>And You are everything, everything Everything,
14-  JÉSUS TU ES  </a:t>
            </a:r>
          </a:p>
          <a:p>
            <a:r>
              <a:rPr lang="fr-FR" smtClean="0"/>
              <a:t>Jesus You are 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15-  GLOIRE À NOTRE ROI  x2</a:t>
            </a:r>
          </a:p>
          <a:p>
            <a:r>
              <a:rPr lang="fr-FR" smtClean="0"/>
              <a:t>Glory to the King
16-  LUI QUI RÈGNE DANS LES CIEUX </a:t>
            </a:r>
          </a:p>
          <a:p>
            <a:r>
              <a:rPr lang="fr-FR" smtClean="0"/>
              <a:t>To the One who reigns on high
17-  NOUS LEVONS NOS VOIX NOUS CRIONS DE JOIE </a:t>
            </a:r>
          </a:p>
          <a:p>
            <a:r>
              <a:rPr lang="fr-FR" smtClean="0"/>
              <a:t>Everybody sing Let the praises ring</a:t>
            </a:r>
          </a:p>
          <a:p>
            <a:r>
              <a:rPr lang="fr-FR" smtClean="0"/>
              <a:t>18 - À CELUI QUI RÈGNE AUX CIEUX </a:t>
            </a:r>
          </a:p>
          <a:p>
            <a:r>
              <a:rPr lang="fr-FR" smtClean="0"/>
              <a:t>To the One who reigns on high</a:t>
            </a:r>
          </a:p>
          <a:p>
            <a:endParaRPr lang="fr-FR" smtClean="0"/>
          </a:p>
          <a:p>
            <a:r>
              <a:rPr lang="fr-FR" smtClean="0"/>
              <a:t>	Refrain :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8124077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C’EST COMME ÇA QUE JE LOUE  EN LEVANT MES MAINS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how I praise You I throw my hands up
2-  À TOI MON SAUVEUR  EN DANSANT SANS FIN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You my saviour I’m gonna stand up
3-  ET JE TE DONNE TOUT, DONNE TOUT  DONNE TOUT CE QUE JE SUIS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give You everything, everything Everything, all that I am
4-  C’EST COMME ÇA QUE JE LOUE  AVEC PASSION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how I praise You I’m going all in
5-  CAR JE SUIS EN FEU  JE LOUERAI À FOND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Yeah I’m on fire I’m gonna dive in
6-  ET JE TE DONNE TOUT, DONNE TOUT  DONNE TOUT CE QUE JE SUIS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give You everything, everything Everything, all that I am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7-  ET JE N’AIME QUE TOI  OUI JE N’AIME QUE TOI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‘Cause I’m In love with You Yeah I’m in love with You
	8-  TU M’AS SAUVÉ TANT DE FOIS  MA LOUANGE EST À TOI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For all You’ve brought me through My praise belongs to You
	9-  OH OH OH OH OH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C’EST COMME ÇA QUE JE LOUE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is how I praise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11-  C’EST POURQUOI JE TE LOUE  TU ES MERVEILLEUX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why I praise You 'Cause You’re amazing
12-  ET TU ES SI GRAND  ÉTERNEL MON DIEU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You are greater You’re everlasting
13-  TU ES TOUT CE QUE J’AI, CE QUE J’AI  CE QUE J’AI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You are everything, everything Everything,
14-  JÉSUS TU 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Jesus You are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15-  GLOIRE À NOTRE ROI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Glory to the King
16-  LUI QUI RÈGNE DANS LES CIEUX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the One who reigns on high
17-  NOUS LEVONS NOS VOIX NOUS CRIONS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 sing Let the praises ring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18 - À CELUI QUI RÈGNE AUX CIEUX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the One who reigns on high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C’EST COMME ÇA QUE JE LOUE  EN LEVANT MES MAINS  </a:t>
            </a:r>
          </a:p>
          <a:p>
            <a:r>
              <a:rPr lang="fr-FR" smtClean="0"/>
              <a:t>This is how I praise You I throw my hands up
2-  À TOI MON SAUVEUR  EN DANSANT SANS FIN  </a:t>
            </a:r>
          </a:p>
          <a:p>
            <a:r>
              <a:rPr lang="fr-FR" smtClean="0"/>
              <a:t>To You my saviour I’m gonna stand up
3-  ET JE TE DONNE TOUT, DONNE TOUT  DONNE TOUT CE QUE JE SUIS  </a:t>
            </a:r>
          </a:p>
          <a:p>
            <a:r>
              <a:rPr lang="fr-FR" smtClean="0"/>
              <a:t>And give You everything, everything Everything, all that I am
4-  C’EST COMME ÇA QUE JE LOUE  AVEC PASSION </a:t>
            </a:r>
          </a:p>
          <a:p>
            <a:r>
              <a:rPr lang="fr-FR" smtClean="0"/>
              <a:t>This is how I praise You I’m going all in
5-  CAR JE SUIS EN FEU  JE LOUERAI À FOND  </a:t>
            </a:r>
          </a:p>
          <a:p>
            <a:r>
              <a:rPr lang="fr-FR" smtClean="0"/>
              <a:t>Yeah I’m on fire I’m gonna dive in
6-  ET JE TE DONNE TOUT, DONNE TOUT  DONNE TOUT CE QUE JE SUIS  </a:t>
            </a:r>
          </a:p>
          <a:p>
            <a:r>
              <a:rPr lang="fr-FR" smtClean="0"/>
              <a:t>And give You everything, everything Everything, all that I am</a:t>
            </a:r>
          </a:p>
          <a:p>
            <a:endParaRPr lang="fr-FR" smtClean="0"/>
          </a:p>
          <a:p>
            <a:r>
              <a:rPr lang="fr-FR" smtClean="0"/>
              <a:t>	Pré-Refrain :
	7-  ET JE N’AIME QUE TOI  OUI JE N’AIME QUE TOI  </a:t>
            </a:r>
          </a:p>
          <a:p>
            <a:r>
              <a:rPr lang="fr-FR" smtClean="0"/>
              <a:t>	‘Cause I’m In love with You Yeah I’m in love with You
	8-  TU M’AS SAUVÉ TANT DE FOIS  MA LOUANGE EST À TOI  </a:t>
            </a:r>
          </a:p>
          <a:p>
            <a:r>
              <a:rPr lang="fr-FR" smtClean="0"/>
              <a:t>	For all You’ve brought me through My praise belongs to You
	9-  OH OH OH OH OH </a:t>
            </a:r>
          </a:p>
          <a:p>
            <a:endParaRPr lang="fr-FR" smtClean="0"/>
          </a:p>
          <a:p>
            <a:r>
              <a:rPr lang="fr-FR" smtClean="0"/>
              <a:t>	Refrain :
	10-  C’EST COMME ÇA QUE JE LOUE  x2</a:t>
            </a:r>
          </a:p>
          <a:p>
            <a:r>
              <a:rPr lang="fr-FR" smtClean="0"/>
              <a:t>	This is how I praise You</a:t>
            </a:r>
          </a:p>
          <a:p>
            <a:endParaRPr lang="fr-FR" smtClean="0"/>
          </a:p>
          <a:p>
            <a:r>
              <a:rPr lang="fr-FR" smtClean="0"/>
              <a:t>Couplet 2 :
11-  C’EST POURQUOI JE TE LOUE  TU ES MERVEILLEUX  </a:t>
            </a:r>
          </a:p>
          <a:p>
            <a:r>
              <a:rPr lang="fr-FR" smtClean="0"/>
              <a:t>This is why I praise You 'Cause You’re amazing
12-  ET TU ES SI GRAND  ÉTERNEL MON DIEU </a:t>
            </a:r>
          </a:p>
          <a:p>
            <a:r>
              <a:rPr lang="fr-FR" smtClean="0"/>
              <a:t>And You are greater You’re everlasting
13-  TU ES TOUT CE QUE J’AI, CE QUE J’AI  CE QUE J’AI</a:t>
            </a:r>
          </a:p>
          <a:p>
            <a:r>
              <a:rPr lang="fr-FR" smtClean="0"/>
              <a:t>And You are everything, everything Everything,
14-  JÉSUS TU ES  </a:t>
            </a:r>
          </a:p>
          <a:p>
            <a:r>
              <a:rPr lang="fr-FR" smtClean="0"/>
              <a:t>Jesus You are 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15-  GLOIRE À NOTRE ROI  x2</a:t>
            </a:r>
          </a:p>
          <a:p>
            <a:r>
              <a:rPr lang="fr-FR" smtClean="0"/>
              <a:t>Glory to the King
16-  LUI QUI RÈGNE DANS LES CIEUX </a:t>
            </a:r>
          </a:p>
          <a:p>
            <a:r>
              <a:rPr lang="fr-FR" smtClean="0"/>
              <a:t>To the One who reigns on high
17-  NOUS LEVONS NOS VOIX NOUS CRIONS DE JOIE </a:t>
            </a:r>
          </a:p>
          <a:p>
            <a:r>
              <a:rPr lang="fr-FR" smtClean="0"/>
              <a:t>Everybody sing Let the praises ring</a:t>
            </a:r>
          </a:p>
          <a:p>
            <a:r>
              <a:rPr lang="fr-FR" smtClean="0"/>
              <a:t>18 - À CELUI QUI RÈGNE AUX CIEUX </a:t>
            </a:r>
          </a:p>
          <a:p>
            <a:r>
              <a:rPr lang="fr-FR" smtClean="0"/>
              <a:t>To the One who reigns on high</a:t>
            </a:r>
          </a:p>
          <a:p>
            <a:endParaRPr lang="fr-FR" smtClean="0"/>
          </a:p>
          <a:p>
            <a:r>
              <a:rPr lang="fr-FR" smtClean="0"/>
              <a:t>	Refrain :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15097427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C’EST COMME ÇA QUE JE LOUE  EN LEVANT MES MAINS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how I praise You I throw my hands up
2-  À TOI MON SAUVEUR  EN DANSANT SANS FIN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You my saviour I’m gonna stand up
3-  ET JE TE DONNE TOUT, DONNE TOUT  DONNE TOUT CE QUE JE SUIS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give You everything, everything Everything, all that I am
4-  C’EST COMME ÇA QUE JE LOUE  AVEC PASSION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how I praise You I’m going all in
5-  CAR JE SUIS EN FEU  JE LOUERAI À FOND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Yeah I’m on fire I’m gonna dive in
6-  ET JE TE DONNE TOUT, DONNE TOUT  DONNE TOUT CE QUE JE SUIS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give You everything, everything Everything, all that I am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7-  ET JE N’AIME QUE TOI  OUI JE N’AIME QUE TOI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‘Cause I’m In love with You Yeah I’m in love with You
	8-  TU M’AS SAUVÉ TANT DE FOIS  MA LOUANGE EST À TOI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For all You’ve brought me through My praise belongs to You
	9-  OH OH OH OH OH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C’EST COMME ÇA QUE JE LOUE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is how I praise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11-  C’EST POURQUOI JE TE LOUE  TU ES MERVEILLEUX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why I praise You 'Cause You’re amazing
12-  ET TU ES SI GRAND  ÉTERNEL MON DIEU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You are greater You’re everlasting
13-  TU ES TOUT CE QUE J’AI, CE QUE J’AI  CE QUE J’AI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You are everything, everything Everything,
14-  JÉSUS TU 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Jesus You are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15-  GLOIRE À NOTRE ROI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Glory to the King
16-  LUI QUI RÈGNE DANS LES CIEUX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the One who reigns on high
17-  NOUS LEVONS NOS VOIX NOUS CRIONS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 sing Let the praises ring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18 - À CELUI QUI RÈGNE AUX CIEUX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the One who reigns on high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C’EST COMME ÇA QUE JE LOUE  EN LEVANT MES MAINS  </a:t>
            </a:r>
          </a:p>
          <a:p>
            <a:r>
              <a:rPr lang="fr-FR" smtClean="0"/>
              <a:t>This is how I praise You I throw my hands up
2-  À TOI MON SAUVEUR  EN DANSANT SANS FIN  </a:t>
            </a:r>
          </a:p>
          <a:p>
            <a:r>
              <a:rPr lang="fr-FR" smtClean="0"/>
              <a:t>To You my saviour I’m gonna stand up
3-  ET JE TE DONNE TOUT, DONNE TOUT  DONNE TOUT CE QUE JE SUIS  </a:t>
            </a:r>
          </a:p>
          <a:p>
            <a:r>
              <a:rPr lang="fr-FR" smtClean="0"/>
              <a:t>And give You everything, everything Everything, all that I am
4-  C’EST COMME ÇA QUE JE LOUE  AVEC PASSION </a:t>
            </a:r>
          </a:p>
          <a:p>
            <a:r>
              <a:rPr lang="fr-FR" smtClean="0"/>
              <a:t>This is how I praise You I’m going all in
5-  CAR JE SUIS EN FEU  JE LOUERAI À FOND  </a:t>
            </a:r>
          </a:p>
          <a:p>
            <a:r>
              <a:rPr lang="fr-FR" smtClean="0"/>
              <a:t>Yeah I’m on fire I’m gonna dive in
6-  ET JE TE DONNE TOUT, DONNE TOUT  DONNE TOUT CE QUE JE SUIS  </a:t>
            </a:r>
          </a:p>
          <a:p>
            <a:r>
              <a:rPr lang="fr-FR" smtClean="0"/>
              <a:t>And give You everything, everything Everything, all that I am</a:t>
            </a:r>
          </a:p>
          <a:p>
            <a:endParaRPr lang="fr-FR" smtClean="0"/>
          </a:p>
          <a:p>
            <a:r>
              <a:rPr lang="fr-FR" smtClean="0"/>
              <a:t>	Pré-Refrain :
	7-  ET JE N’AIME QUE TOI  OUI JE N’AIME QUE TOI  </a:t>
            </a:r>
          </a:p>
          <a:p>
            <a:r>
              <a:rPr lang="fr-FR" smtClean="0"/>
              <a:t>	‘Cause I’m In love with You Yeah I’m in love with You
	8-  TU M’AS SAUVÉ TANT DE FOIS  MA LOUANGE EST À TOI  </a:t>
            </a:r>
          </a:p>
          <a:p>
            <a:r>
              <a:rPr lang="fr-FR" smtClean="0"/>
              <a:t>	For all You’ve brought me through My praise belongs to You
	9-  OH OH OH OH OH </a:t>
            </a:r>
          </a:p>
          <a:p>
            <a:endParaRPr lang="fr-FR" smtClean="0"/>
          </a:p>
          <a:p>
            <a:r>
              <a:rPr lang="fr-FR" smtClean="0"/>
              <a:t>	Refrain :
	10-  C’EST COMME ÇA QUE JE LOUE  x2</a:t>
            </a:r>
          </a:p>
          <a:p>
            <a:r>
              <a:rPr lang="fr-FR" smtClean="0"/>
              <a:t>	This is how I praise You</a:t>
            </a:r>
          </a:p>
          <a:p>
            <a:endParaRPr lang="fr-FR" smtClean="0"/>
          </a:p>
          <a:p>
            <a:r>
              <a:rPr lang="fr-FR" smtClean="0"/>
              <a:t>Couplet 2 :
11-  C’EST POURQUOI JE TE LOUE  TU ES MERVEILLEUX  </a:t>
            </a:r>
          </a:p>
          <a:p>
            <a:r>
              <a:rPr lang="fr-FR" smtClean="0"/>
              <a:t>This is why I praise You 'Cause You’re amazing
12-  ET TU ES SI GRAND  ÉTERNEL MON DIEU </a:t>
            </a:r>
          </a:p>
          <a:p>
            <a:r>
              <a:rPr lang="fr-FR" smtClean="0"/>
              <a:t>And You are greater You’re everlasting
13-  TU ES TOUT CE QUE J’AI, CE QUE J’AI  CE QUE J’AI</a:t>
            </a:r>
          </a:p>
          <a:p>
            <a:r>
              <a:rPr lang="fr-FR" smtClean="0"/>
              <a:t>And You are everything, everything Everything,
14-  JÉSUS TU ES  </a:t>
            </a:r>
          </a:p>
          <a:p>
            <a:r>
              <a:rPr lang="fr-FR" smtClean="0"/>
              <a:t>Jesus You are 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15-  GLOIRE À NOTRE ROI  x2</a:t>
            </a:r>
          </a:p>
          <a:p>
            <a:r>
              <a:rPr lang="fr-FR" smtClean="0"/>
              <a:t>Glory to the King
16-  LUI QUI RÈGNE DANS LES CIEUX </a:t>
            </a:r>
          </a:p>
          <a:p>
            <a:r>
              <a:rPr lang="fr-FR" smtClean="0"/>
              <a:t>To the One who reigns on high
17-  NOUS LEVONS NOS VOIX NOUS CRIONS DE JOIE </a:t>
            </a:r>
          </a:p>
          <a:p>
            <a:r>
              <a:rPr lang="fr-FR" smtClean="0"/>
              <a:t>Everybody sing Let the praises ring</a:t>
            </a:r>
          </a:p>
          <a:p>
            <a:r>
              <a:rPr lang="fr-FR" smtClean="0"/>
              <a:t>18 - À CELUI QUI RÈGNE AUX CIEUX </a:t>
            </a:r>
          </a:p>
          <a:p>
            <a:r>
              <a:rPr lang="fr-FR" smtClean="0"/>
              <a:t>To the One who reigns on high</a:t>
            </a:r>
          </a:p>
          <a:p>
            <a:endParaRPr lang="fr-FR" smtClean="0"/>
          </a:p>
          <a:p>
            <a:r>
              <a:rPr lang="fr-FR" smtClean="0"/>
              <a:t>	Refrain :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2453338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C’EST COMME ÇA QUE JE LOUE  EN LEVANT MES MAINS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how I praise You I throw my hands up
2-  À TOI MON SAUVEUR  EN DANSANT SANS FIN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You my saviour I’m gonna stand up
3-  ET JE TE DONNE TOUT, DONNE TOUT  DONNE TOUT CE QUE JE SUIS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give You everything, everything Everything, all that I am
4-  C’EST COMME ÇA QUE JE LOUE  AVEC PASSION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how I praise You I’m going all in
5-  CAR JE SUIS EN FEU  JE LOUERAI À FOND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Yeah I’m on fire I’m gonna dive in
6-  ET JE TE DONNE TOUT, DONNE TOUT  DONNE TOUT CE QUE JE SUIS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give You everything, everything Everything, all that I am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7-  ET JE N’AIME QUE TOI  OUI JE N’AIME QUE TOI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‘Cause I’m In love with You Yeah I’m in love with You
	8-  TU M’AS SAUVÉ TANT DE FOIS  MA LOUANGE EST À TOI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For all You’ve brought me through My praise belongs to You
	9-  OH OH OH OH OH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C’EST COMME ÇA QUE JE LOUE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is how I praise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11-  C’EST POURQUOI JE TE LOUE  TU ES MERVEILLEUX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why I praise You 'Cause You’re amazing
12-  ET TU ES SI GRAND  ÉTERNEL MON DIEU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You are greater You’re everlasting
13-  TU ES TOUT CE QUE J’AI, CE QUE J’AI  CE QUE J’AI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You are everything, everything Everything,
14-  JÉSUS TU 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Jesus You are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15-  GLOIRE À NOTRE ROI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Glory to the King
16-  LUI QUI RÈGNE DANS LES CIEUX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the One who reigns on high
17-  NOUS LEVONS NOS VOIX NOUS CRIONS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 sing Let the praises ring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18 - À CELUI QUI RÈGNE AUX CIEUX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the One who reigns on high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C’EST COMME ÇA QUE JE LOUE  EN LEVANT MES MAINS  </a:t>
            </a:r>
          </a:p>
          <a:p>
            <a:r>
              <a:rPr lang="fr-FR" smtClean="0"/>
              <a:t>This is how I praise You I throw my hands up
2-  À TOI MON SAUVEUR  EN DANSANT SANS FIN  </a:t>
            </a:r>
          </a:p>
          <a:p>
            <a:r>
              <a:rPr lang="fr-FR" smtClean="0"/>
              <a:t>To You my saviour I’m gonna stand up
3-  ET JE TE DONNE TOUT, DONNE TOUT  DONNE TOUT CE QUE JE SUIS  </a:t>
            </a:r>
          </a:p>
          <a:p>
            <a:r>
              <a:rPr lang="fr-FR" smtClean="0"/>
              <a:t>And give You everything, everything Everything, all that I am
4-  C’EST COMME ÇA QUE JE LOUE  AVEC PASSION </a:t>
            </a:r>
          </a:p>
          <a:p>
            <a:r>
              <a:rPr lang="fr-FR" smtClean="0"/>
              <a:t>This is how I praise You I’m going all in
5-  CAR JE SUIS EN FEU  JE LOUERAI À FOND  </a:t>
            </a:r>
          </a:p>
          <a:p>
            <a:r>
              <a:rPr lang="fr-FR" smtClean="0"/>
              <a:t>Yeah I’m on fire I’m gonna dive in
6-  ET JE TE DONNE TOUT, DONNE TOUT  DONNE TOUT CE QUE JE SUIS  </a:t>
            </a:r>
          </a:p>
          <a:p>
            <a:r>
              <a:rPr lang="fr-FR" smtClean="0"/>
              <a:t>And give You everything, everything Everything, all that I am</a:t>
            </a:r>
          </a:p>
          <a:p>
            <a:endParaRPr lang="fr-FR" smtClean="0"/>
          </a:p>
          <a:p>
            <a:r>
              <a:rPr lang="fr-FR" smtClean="0"/>
              <a:t>	Pré-Refrain :
	7-  ET JE N’AIME QUE TOI  OUI JE N’AIME QUE TOI  </a:t>
            </a:r>
          </a:p>
          <a:p>
            <a:r>
              <a:rPr lang="fr-FR" smtClean="0"/>
              <a:t>	‘Cause I’m In love with You Yeah I’m in love with You
	8-  TU M’AS SAUVÉ TANT DE FOIS  MA LOUANGE EST À TOI  </a:t>
            </a:r>
          </a:p>
          <a:p>
            <a:r>
              <a:rPr lang="fr-FR" smtClean="0"/>
              <a:t>	For all You’ve brought me through My praise belongs to You
	9-  OH OH OH OH OH </a:t>
            </a:r>
          </a:p>
          <a:p>
            <a:endParaRPr lang="fr-FR" smtClean="0"/>
          </a:p>
          <a:p>
            <a:r>
              <a:rPr lang="fr-FR" smtClean="0"/>
              <a:t>	Refrain :
	10-  C’EST COMME ÇA QUE JE LOUE  x2</a:t>
            </a:r>
          </a:p>
          <a:p>
            <a:r>
              <a:rPr lang="fr-FR" smtClean="0"/>
              <a:t>	This is how I praise You</a:t>
            </a:r>
          </a:p>
          <a:p>
            <a:endParaRPr lang="fr-FR" smtClean="0"/>
          </a:p>
          <a:p>
            <a:r>
              <a:rPr lang="fr-FR" smtClean="0"/>
              <a:t>Couplet 2 :
11-  C’EST POURQUOI JE TE LOUE  TU ES MERVEILLEUX  </a:t>
            </a:r>
          </a:p>
          <a:p>
            <a:r>
              <a:rPr lang="fr-FR" smtClean="0"/>
              <a:t>This is why I praise You 'Cause You’re amazing
12-  ET TU ES SI GRAND  ÉTERNEL MON DIEU </a:t>
            </a:r>
          </a:p>
          <a:p>
            <a:r>
              <a:rPr lang="fr-FR" smtClean="0"/>
              <a:t>And You are greater You’re everlasting
13-  TU ES TOUT CE QUE J’AI, CE QUE J’AI  CE QUE J’AI</a:t>
            </a:r>
          </a:p>
          <a:p>
            <a:r>
              <a:rPr lang="fr-FR" smtClean="0"/>
              <a:t>And You are everything, everything Everything,
14-  JÉSUS TU ES  </a:t>
            </a:r>
          </a:p>
          <a:p>
            <a:r>
              <a:rPr lang="fr-FR" smtClean="0"/>
              <a:t>Jesus You are 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15-  GLOIRE À NOTRE ROI  x2</a:t>
            </a:r>
          </a:p>
          <a:p>
            <a:r>
              <a:rPr lang="fr-FR" smtClean="0"/>
              <a:t>Glory to the King
16-  LUI QUI RÈGNE DANS LES CIEUX </a:t>
            </a:r>
          </a:p>
          <a:p>
            <a:r>
              <a:rPr lang="fr-FR" smtClean="0"/>
              <a:t>To the One who reigns on high
17-  NOUS LEVONS NOS VOIX NOUS CRIONS DE JOIE </a:t>
            </a:r>
          </a:p>
          <a:p>
            <a:r>
              <a:rPr lang="fr-FR" smtClean="0"/>
              <a:t>Everybody sing Let the praises ring</a:t>
            </a:r>
          </a:p>
          <a:p>
            <a:r>
              <a:rPr lang="fr-FR" smtClean="0"/>
              <a:t>18 - À CELUI QUI RÈGNE AUX CIEUX </a:t>
            </a:r>
          </a:p>
          <a:p>
            <a:r>
              <a:rPr lang="fr-FR" smtClean="0"/>
              <a:t>To the One who reigns on high</a:t>
            </a:r>
          </a:p>
          <a:p>
            <a:endParaRPr lang="fr-FR" smtClean="0"/>
          </a:p>
          <a:p>
            <a:r>
              <a:rPr lang="fr-FR" smtClean="0"/>
              <a:t>	Refrain :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6061761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C’EST COMME ÇA QUE JE LOUE  EN LEVANT MES MAINS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how I praise You I throw my hands up
2-  À TOI MON SAUVEUR  EN DANSANT SANS FIN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You my saviour I’m gonna stand up
3-  ET JE TE DONNE TOUT, DONNE TOUT  DONNE TOUT CE QUE JE SUIS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give You everything, everything Everything, all that I am
4-  C’EST COMME ÇA QUE JE LOUE  AVEC PASSION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how I praise You I’m going all in
5-  CAR JE SUIS EN FEU  JE LOUERAI À FOND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Yeah I’m on fire I’m gonna dive in
6-  ET JE TE DONNE TOUT, DONNE TOUT  DONNE TOUT CE QUE JE SUIS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give You everything, everything Everything, all that I am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7-  ET JE N’AIME QUE TOI  OUI JE N’AIME QUE TOI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‘Cause I’m In love with You Yeah I’m in love with You
	8-  TU M’AS SAUVÉ TANT DE FOIS  MA LOUANGE EST À TOI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For all You’ve brought me through My praise belongs to You
	9-  OH OH OH OH OH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C’EST COMME ÇA QUE JE LOUE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is how I praise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11-  C’EST POURQUOI JE TE LOUE  TU ES MERVEILLEUX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why I praise You 'Cause You’re amazing
12-  ET TU ES SI GRAND  ÉTERNEL MON DIEU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You are greater You’re everlasting
13-  TU ES TOUT CE QUE J’AI, CE QUE J’AI  CE QUE J’AI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You are everything, everything Everything,
14-  JÉSUS TU 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Jesus You are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15-  GLOIRE À NOTRE ROI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Glory to the King
16-  LUI QUI RÈGNE DANS LES CIEUX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the One who reigns on high
17-  NOUS LEVONS NOS VOIX NOUS CRIONS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 sing Let the praises ring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18 - À CELUI QUI RÈGNE AUX CIEUX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the One who reigns on high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C’EST COMME ÇA QUE JE LOUE  EN LEVANT MES MAINS  </a:t>
            </a:r>
          </a:p>
          <a:p>
            <a:r>
              <a:rPr lang="fr-FR" smtClean="0"/>
              <a:t>This is how I praise You I throw my hands up
2-  À TOI MON SAUVEUR  EN DANSANT SANS FIN  </a:t>
            </a:r>
          </a:p>
          <a:p>
            <a:r>
              <a:rPr lang="fr-FR" smtClean="0"/>
              <a:t>To You my saviour I’m gonna stand up
3-  ET JE TE DONNE TOUT, DONNE TOUT  DONNE TOUT CE QUE JE SUIS  </a:t>
            </a:r>
          </a:p>
          <a:p>
            <a:r>
              <a:rPr lang="fr-FR" smtClean="0"/>
              <a:t>And give You everything, everything Everything, all that I am
4-  C’EST COMME ÇA QUE JE LOUE  AVEC PASSION </a:t>
            </a:r>
          </a:p>
          <a:p>
            <a:r>
              <a:rPr lang="fr-FR" smtClean="0"/>
              <a:t>This is how I praise You I’m going all in
5-  CAR JE SUIS EN FEU  JE LOUERAI À FOND  </a:t>
            </a:r>
          </a:p>
          <a:p>
            <a:r>
              <a:rPr lang="fr-FR" smtClean="0"/>
              <a:t>Yeah I’m on fire I’m gonna dive in
6-  ET JE TE DONNE TOUT, DONNE TOUT  DONNE TOUT CE QUE JE SUIS  </a:t>
            </a:r>
          </a:p>
          <a:p>
            <a:r>
              <a:rPr lang="fr-FR" smtClean="0"/>
              <a:t>And give You everything, everything Everything, all that I am</a:t>
            </a:r>
          </a:p>
          <a:p>
            <a:endParaRPr lang="fr-FR" smtClean="0"/>
          </a:p>
          <a:p>
            <a:r>
              <a:rPr lang="fr-FR" smtClean="0"/>
              <a:t>	Pré-Refrain :
	7-  ET JE N’AIME QUE TOI  OUI JE N’AIME QUE TOI  </a:t>
            </a:r>
          </a:p>
          <a:p>
            <a:r>
              <a:rPr lang="fr-FR" smtClean="0"/>
              <a:t>	‘Cause I’m In love with You Yeah I’m in love with You
	8-  TU M’AS SAUVÉ TANT DE FOIS  MA LOUANGE EST À TOI  </a:t>
            </a:r>
          </a:p>
          <a:p>
            <a:r>
              <a:rPr lang="fr-FR" smtClean="0"/>
              <a:t>	For all You’ve brought me through My praise belongs to You
	9-  OH OH OH OH OH </a:t>
            </a:r>
          </a:p>
          <a:p>
            <a:endParaRPr lang="fr-FR" smtClean="0"/>
          </a:p>
          <a:p>
            <a:r>
              <a:rPr lang="fr-FR" smtClean="0"/>
              <a:t>	Refrain :
	10-  C’EST COMME ÇA QUE JE LOUE  x2</a:t>
            </a:r>
          </a:p>
          <a:p>
            <a:r>
              <a:rPr lang="fr-FR" smtClean="0"/>
              <a:t>	This is how I praise You</a:t>
            </a:r>
          </a:p>
          <a:p>
            <a:endParaRPr lang="fr-FR" smtClean="0"/>
          </a:p>
          <a:p>
            <a:r>
              <a:rPr lang="fr-FR" smtClean="0"/>
              <a:t>Couplet 2 :
11-  C’EST POURQUOI JE TE LOUE  TU ES MERVEILLEUX  </a:t>
            </a:r>
          </a:p>
          <a:p>
            <a:r>
              <a:rPr lang="fr-FR" smtClean="0"/>
              <a:t>This is why I praise You 'Cause You’re amazing
12-  ET TU ES SI GRAND  ÉTERNEL MON DIEU </a:t>
            </a:r>
          </a:p>
          <a:p>
            <a:r>
              <a:rPr lang="fr-FR" smtClean="0"/>
              <a:t>And You are greater You’re everlasting
13-  TU ES TOUT CE QUE J’AI, CE QUE J’AI  CE QUE J’AI</a:t>
            </a:r>
          </a:p>
          <a:p>
            <a:r>
              <a:rPr lang="fr-FR" smtClean="0"/>
              <a:t>And You are everything, everything Everything,
14-  JÉSUS TU ES  </a:t>
            </a:r>
          </a:p>
          <a:p>
            <a:r>
              <a:rPr lang="fr-FR" smtClean="0"/>
              <a:t>Jesus You are 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15-  GLOIRE À NOTRE ROI  x2</a:t>
            </a:r>
          </a:p>
          <a:p>
            <a:r>
              <a:rPr lang="fr-FR" smtClean="0"/>
              <a:t>Glory to the King
16-  LUI QUI RÈGNE DANS LES CIEUX </a:t>
            </a:r>
          </a:p>
          <a:p>
            <a:r>
              <a:rPr lang="fr-FR" smtClean="0"/>
              <a:t>To the One who reigns on high
17-  NOUS LEVONS NOS VOIX NOUS CRIONS DE JOIE </a:t>
            </a:r>
          </a:p>
          <a:p>
            <a:r>
              <a:rPr lang="fr-FR" smtClean="0"/>
              <a:t>Everybody sing Let the praises ring</a:t>
            </a:r>
          </a:p>
          <a:p>
            <a:r>
              <a:rPr lang="fr-FR" smtClean="0"/>
              <a:t>18 - À CELUI QUI RÈGNE AUX CIEUX </a:t>
            </a:r>
          </a:p>
          <a:p>
            <a:r>
              <a:rPr lang="fr-FR" smtClean="0"/>
              <a:t>To the One who reigns on high</a:t>
            </a:r>
          </a:p>
          <a:p>
            <a:endParaRPr lang="fr-FR" smtClean="0"/>
          </a:p>
          <a:p>
            <a:r>
              <a:rPr lang="fr-FR" smtClean="0"/>
              <a:t>	Refrain :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28519725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C’EST COMME ÇA QUE JE LOUE  EN LEVANT MES MAINS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how I praise You I throw my hands up
2-  À TOI MON SAUVEUR  EN DANSANT SANS FIN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You my saviour I’m gonna stand up
3-  ET JE TE DONNE TOUT, DONNE TOUT  DONNE TOUT CE QUE JE SUIS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give You everything, everything Everything, all that I am
4-  C’EST COMME ÇA QUE JE LOUE  AVEC PASSION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how I praise You I’m going all in
5-  CAR JE SUIS EN FEU  JE LOUERAI À FOND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Yeah I’m on fire I’m gonna dive in
6-  ET JE TE DONNE TOUT, DONNE TOUT  DONNE TOUT CE QUE JE SUIS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give You everything, everything Everything, all that I am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7-  ET JE N’AIME QUE TOI  OUI JE N’AIME QUE TOI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‘Cause I’m In love with You Yeah I’m in love with You
	8-  TU M’AS SAUVÉ TANT DE FOIS  MA LOUANGE EST À TOI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For all You’ve brought me through My praise belongs to You
	9-  OH OH OH OH OH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C’EST COMME ÇA QUE JE LOUE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is how I praise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11-  C’EST POURQUOI JE TE LOUE  TU ES MERVEILLEUX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why I praise You 'Cause You’re amazing
12-  ET TU ES SI GRAND  ÉTERNEL MON DIEU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You are greater You’re everlasting
13-  TU ES TOUT CE QUE J’AI, CE QUE J’AI  CE QUE J’AI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You are everything, everything Everything,
14-  JÉSUS TU 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Jesus You are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15-  GLOIRE À NOTRE ROI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Glory to the King
16-  LUI QUI RÈGNE DANS LES CIEUX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the One who reigns on high
17-  NOUS LEVONS NOS VOIX NOUS CRIONS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 sing Let the praises ring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18 - À CELUI QUI RÈGNE AUX CIEUX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the One who reigns on high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C’EST COMME ÇA QUE JE LOUE  EN LEVANT MES MAINS  </a:t>
            </a:r>
          </a:p>
          <a:p>
            <a:r>
              <a:rPr lang="fr-FR" smtClean="0"/>
              <a:t>This is how I praise You I throw my hands up
2-  À TOI MON SAUVEUR  EN DANSANT SANS FIN  </a:t>
            </a:r>
          </a:p>
          <a:p>
            <a:r>
              <a:rPr lang="fr-FR" smtClean="0"/>
              <a:t>To You my saviour I’m gonna stand up
3-  ET JE TE DONNE TOUT, DONNE TOUT  DONNE TOUT CE QUE JE SUIS  </a:t>
            </a:r>
          </a:p>
          <a:p>
            <a:r>
              <a:rPr lang="fr-FR" smtClean="0"/>
              <a:t>And give You everything, everything Everything, all that I am
4-  C’EST COMME ÇA QUE JE LOUE  AVEC PASSION </a:t>
            </a:r>
          </a:p>
          <a:p>
            <a:r>
              <a:rPr lang="fr-FR" smtClean="0"/>
              <a:t>This is how I praise You I’m going all in
5-  CAR JE SUIS EN FEU  JE LOUERAI À FOND  </a:t>
            </a:r>
          </a:p>
          <a:p>
            <a:r>
              <a:rPr lang="fr-FR" smtClean="0"/>
              <a:t>Yeah I’m on fire I’m gonna dive in
6-  ET JE TE DONNE TOUT, DONNE TOUT  DONNE TOUT CE QUE JE SUIS  </a:t>
            </a:r>
          </a:p>
          <a:p>
            <a:r>
              <a:rPr lang="fr-FR" smtClean="0"/>
              <a:t>And give You everything, everything Everything, all that I am</a:t>
            </a:r>
          </a:p>
          <a:p>
            <a:endParaRPr lang="fr-FR" smtClean="0"/>
          </a:p>
          <a:p>
            <a:r>
              <a:rPr lang="fr-FR" smtClean="0"/>
              <a:t>	Pré-Refrain :
	7-  ET JE N’AIME QUE TOI  OUI JE N’AIME QUE TOI  </a:t>
            </a:r>
          </a:p>
          <a:p>
            <a:r>
              <a:rPr lang="fr-FR" smtClean="0"/>
              <a:t>	‘Cause I’m In love with You Yeah I’m in love with You
	8-  TU M’AS SAUVÉ TANT DE FOIS  MA LOUANGE EST À TOI  </a:t>
            </a:r>
          </a:p>
          <a:p>
            <a:r>
              <a:rPr lang="fr-FR" smtClean="0"/>
              <a:t>	For all You’ve brought me through My praise belongs to You
	9-  OH OH OH OH OH </a:t>
            </a:r>
          </a:p>
          <a:p>
            <a:endParaRPr lang="fr-FR" smtClean="0"/>
          </a:p>
          <a:p>
            <a:r>
              <a:rPr lang="fr-FR" smtClean="0"/>
              <a:t>	Refrain :
	10-  C’EST COMME ÇA QUE JE LOUE  x2</a:t>
            </a:r>
          </a:p>
          <a:p>
            <a:r>
              <a:rPr lang="fr-FR" smtClean="0"/>
              <a:t>	This is how I praise You</a:t>
            </a:r>
          </a:p>
          <a:p>
            <a:endParaRPr lang="fr-FR" smtClean="0"/>
          </a:p>
          <a:p>
            <a:r>
              <a:rPr lang="fr-FR" smtClean="0"/>
              <a:t>Couplet 2 :
11-  C’EST POURQUOI JE TE LOUE  TU ES MERVEILLEUX  </a:t>
            </a:r>
          </a:p>
          <a:p>
            <a:r>
              <a:rPr lang="fr-FR" smtClean="0"/>
              <a:t>This is why I praise You 'Cause You’re amazing
12-  ET TU ES SI GRAND  ÉTERNEL MON DIEU </a:t>
            </a:r>
          </a:p>
          <a:p>
            <a:r>
              <a:rPr lang="fr-FR" smtClean="0"/>
              <a:t>And You are greater You’re everlasting
13-  TU ES TOUT CE QUE J’AI, CE QUE J’AI  CE QUE J’AI</a:t>
            </a:r>
          </a:p>
          <a:p>
            <a:r>
              <a:rPr lang="fr-FR" smtClean="0"/>
              <a:t>And You are everything, everything Everything,
14-  JÉSUS TU ES  </a:t>
            </a:r>
          </a:p>
          <a:p>
            <a:r>
              <a:rPr lang="fr-FR" smtClean="0"/>
              <a:t>Jesus You are 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15-  GLOIRE À NOTRE ROI  x2</a:t>
            </a:r>
          </a:p>
          <a:p>
            <a:r>
              <a:rPr lang="fr-FR" smtClean="0"/>
              <a:t>Glory to the King
16-  LUI QUI RÈGNE DANS LES CIEUX </a:t>
            </a:r>
          </a:p>
          <a:p>
            <a:r>
              <a:rPr lang="fr-FR" smtClean="0"/>
              <a:t>To the One who reigns on high
17-  NOUS LEVONS NOS VOIX NOUS CRIONS DE JOIE </a:t>
            </a:r>
          </a:p>
          <a:p>
            <a:r>
              <a:rPr lang="fr-FR" smtClean="0"/>
              <a:t>Everybody sing Let the praises ring</a:t>
            </a:r>
          </a:p>
          <a:p>
            <a:r>
              <a:rPr lang="fr-FR" smtClean="0"/>
              <a:t>18 - À CELUI QUI RÈGNE AUX CIEUX </a:t>
            </a:r>
          </a:p>
          <a:p>
            <a:r>
              <a:rPr lang="fr-FR" smtClean="0"/>
              <a:t>To the One who reigns on high</a:t>
            </a:r>
          </a:p>
          <a:p>
            <a:endParaRPr lang="fr-FR" smtClean="0"/>
          </a:p>
          <a:p>
            <a:r>
              <a:rPr lang="fr-FR" smtClean="0"/>
              <a:t>	Refrain :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7946666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C’EST COMME ÇA QUE JE LOUE  EN LEVANT MES MAINS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how I praise You I throw my hands up
2-  À TOI MON SAUVEUR  EN DANSANT SANS FIN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You my saviour I’m gonna stand up
3-  ET JE TE DONNE TOUT, DONNE TOUT  DONNE TOUT CE QUE JE SUIS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give You everything, everything Everything, all that I am
4-  C’EST COMME ÇA QUE JE LOUE  AVEC PASSION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how I praise You I’m going all in
5-  CAR JE SUIS EN FEU  JE LOUERAI À FOND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Yeah I’m on fire I’m gonna dive in
6-  ET JE TE DONNE TOUT, DONNE TOUT  DONNE TOUT CE QUE JE SUIS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give You everything, everything Everything, all that I am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7-  ET JE N’AIME QUE TOI  OUI JE N’AIME QUE TOI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‘Cause I’m In love with You Yeah I’m in love with You
	8-  TU M’AS SAUVÉ TANT DE FOIS  MA LOUANGE EST À TOI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For all You’ve brought me through My praise belongs to You
	9-  OH OH OH OH OH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C’EST COMME ÇA QUE JE LOUE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is how I praise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11-  C’EST POURQUOI JE TE LOUE  TU ES MERVEILLEUX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why I praise You 'Cause You’re amazing
12-  ET TU ES SI GRAND  ÉTERNEL MON DIEU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You are greater You’re everlasting
13-  TU ES TOUT CE QUE J’AI, CE QUE J’AI  CE QUE J’AI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You are everything, everything Everything,
14-  JÉSUS TU 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Jesus You are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15-  GLOIRE À NOTRE ROI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Glory to the King
16-  LUI QUI RÈGNE DANS LES CIEUX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the One who reigns on high
17-  NOUS LEVONS NOS VOIX NOUS CRIONS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 sing Let the praises ring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18 - À CELUI QUI RÈGNE AUX CIEUX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the One who reigns on high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C’EST COMME ÇA QUE JE LOUE  EN LEVANT MES MAINS  </a:t>
            </a:r>
          </a:p>
          <a:p>
            <a:r>
              <a:rPr lang="fr-FR" smtClean="0"/>
              <a:t>This is how I praise You I throw my hands up
2-  À TOI MON SAUVEUR  EN DANSANT SANS FIN  </a:t>
            </a:r>
          </a:p>
          <a:p>
            <a:r>
              <a:rPr lang="fr-FR" smtClean="0"/>
              <a:t>To You my saviour I’m gonna stand up
3-  ET JE TE DONNE TOUT, DONNE TOUT  DONNE TOUT CE QUE JE SUIS  </a:t>
            </a:r>
          </a:p>
          <a:p>
            <a:r>
              <a:rPr lang="fr-FR" smtClean="0"/>
              <a:t>And give You everything, everything Everything, all that I am
4-  C’EST COMME ÇA QUE JE LOUE  AVEC PASSION </a:t>
            </a:r>
          </a:p>
          <a:p>
            <a:r>
              <a:rPr lang="fr-FR" smtClean="0"/>
              <a:t>This is how I praise You I’m going all in
5-  CAR JE SUIS EN FEU  JE LOUERAI À FOND  </a:t>
            </a:r>
          </a:p>
          <a:p>
            <a:r>
              <a:rPr lang="fr-FR" smtClean="0"/>
              <a:t>Yeah I’m on fire I’m gonna dive in
6-  ET JE TE DONNE TOUT, DONNE TOUT  DONNE TOUT CE QUE JE SUIS  </a:t>
            </a:r>
          </a:p>
          <a:p>
            <a:r>
              <a:rPr lang="fr-FR" smtClean="0"/>
              <a:t>And give You everything, everything Everything, all that I am</a:t>
            </a:r>
          </a:p>
          <a:p>
            <a:endParaRPr lang="fr-FR" smtClean="0"/>
          </a:p>
          <a:p>
            <a:r>
              <a:rPr lang="fr-FR" smtClean="0"/>
              <a:t>	Pré-Refrain :
	7-  ET JE N’AIME QUE TOI  OUI JE N’AIME QUE TOI  </a:t>
            </a:r>
          </a:p>
          <a:p>
            <a:r>
              <a:rPr lang="fr-FR" smtClean="0"/>
              <a:t>	‘Cause I’m In love with You Yeah I’m in love with You
	8-  TU M’AS SAUVÉ TANT DE FOIS  MA LOUANGE EST À TOI  </a:t>
            </a:r>
          </a:p>
          <a:p>
            <a:r>
              <a:rPr lang="fr-FR" smtClean="0"/>
              <a:t>	For all You’ve brought me through My praise belongs to You
	9-  OH OH OH OH OH </a:t>
            </a:r>
          </a:p>
          <a:p>
            <a:endParaRPr lang="fr-FR" smtClean="0"/>
          </a:p>
          <a:p>
            <a:r>
              <a:rPr lang="fr-FR" smtClean="0"/>
              <a:t>	Refrain :
	10-  C’EST COMME ÇA QUE JE LOUE  x2</a:t>
            </a:r>
          </a:p>
          <a:p>
            <a:r>
              <a:rPr lang="fr-FR" smtClean="0"/>
              <a:t>	This is how I praise You</a:t>
            </a:r>
          </a:p>
          <a:p>
            <a:endParaRPr lang="fr-FR" smtClean="0"/>
          </a:p>
          <a:p>
            <a:r>
              <a:rPr lang="fr-FR" smtClean="0"/>
              <a:t>Couplet 2 :
11-  C’EST POURQUOI JE TE LOUE  TU ES MERVEILLEUX  </a:t>
            </a:r>
          </a:p>
          <a:p>
            <a:r>
              <a:rPr lang="fr-FR" smtClean="0"/>
              <a:t>This is why I praise You 'Cause You’re amazing
12-  ET TU ES SI GRAND  ÉTERNEL MON DIEU </a:t>
            </a:r>
          </a:p>
          <a:p>
            <a:r>
              <a:rPr lang="fr-FR" smtClean="0"/>
              <a:t>And You are greater You’re everlasting
13-  TU ES TOUT CE QUE J’AI, CE QUE J’AI  CE QUE J’AI</a:t>
            </a:r>
          </a:p>
          <a:p>
            <a:r>
              <a:rPr lang="fr-FR" smtClean="0"/>
              <a:t>And You are everything, everything Everything,
14-  JÉSUS TU ES  </a:t>
            </a:r>
          </a:p>
          <a:p>
            <a:r>
              <a:rPr lang="fr-FR" smtClean="0"/>
              <a:t>Jesus You are 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15-  GLOIRE À NOTRE ROI  x2</a:t>
            </a:r>
          </a:p>
          <a:p>
            <a:r>
              <a:rPr lang="fr-FR" smtClean="0"/>
              <a:t>Glory to the King
16-  LUI QUI RÈGNE DANS LES CIEUX </a:t>
            </a:r>
          </a:p>
          <a:p>
            <a:r>
              <a:rPr lang="fr-FR" smtClean="0"/>
              <a:t>To the One who reigns on high
17-  NOUS LEVONS NOS VOIX NOUS CRIONS DE JOIE </a:t>
            </a:r>
          </a:p>
          <a:p>
            <a:r>
              <a:rPr lang="fr-FR" smtClean="0"/>
              <a:t>Everybody sing Let the praises ring</a:t>
            </a:r>
          </a:p>
          <a:p>
            <a:r>
              <a:rPr lang="fr-FR" smtClean="0"/>
              <a:t>18 - À CELUI QUI RÈGNE AUX CIEUX </a:t>
            </a:r>
          </a:p>
          <a:p>
            <a:r>
              <a:rPr lang="fr-FR" smtClean="0"/>
              <a:t>To the One who reigns on high</a:t>
            </a:r>
          </a:p>
          <a:p>
            <a:endParaRPr lang="fr-FR" smtClean="0"/>
          </a:p>
          <a:p>
            <a:r>
              <a:rPr lang="fr-FR" smtClean="0"/>
              <a:t>	Refrain :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8685011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C’EST COMME ÇA QUE JE LOUE  EN LEVANT MES MAINS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how I praise You I throw my hands up
2-  À TOI MON SAUVEUR  EN DANSANT SANS FIN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You my saviour I’m gonna stand up
3-  ET JE TE DONNE TOUT, DONNE TOUT  DONNE TOUT CE QUE JE SUIS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give You everything, everything Everything, all that I am
4-  C’EST COMME ÇA QUE JE LOUE  AVEC PASSION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how I praise You I’m going all in
5-  CAR JE SUIS EN FEU  JE LOUERAI À FOND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Yeah I’m on fire I’m gonna dive in
6-  ET JE TE DONNE TOUT, DONNE TOUT  DONNE TOUT CE QUE JE SUIS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give You everything, everything Everything, all that I am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7-  ET JE N’AIME QUE TOI  OUI JE N’AIME QUE TOI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‘Cause I’m In love with You Yeah I’m in love with You
	8-  TU M’AS SAUVÉ TANT DE FOIS  MA LOUANGE EST À TOI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For all You’ve brought me through My praise belongs to You
	9-  OH OH OH OH OH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C’EST COMME ÇA QUE JE LOUE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is how I praise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11-  C’EST POURQUOI JE TE LOUE  TU ES MERVEILLEUX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why I praise You 'Cause You’re amazing
12-  ET TU ES SI GRAND  ÉTERNEL MON DIEU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You are greater You’re everlasting
13-  TU ES TOUT CE QUE J’AI, CE QUE J’AI  CE QUE J’AI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You are everything, everything Everything,
14-  JÉSUS TU 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Jesus You are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15-  GLOIRE À NOTRE ROI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Glory to the King
16-  LUI QUI RÈGNE DANS LES CIEUX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the One who reigns on high
17-  NOUS LEVONS NOS VOIX NOUS CRIONS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 sing Let the praises ring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18 - À CELUI QUI RÈGNE AUX CIEUX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the One who reigns on high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C’EST COMME ÇA QUE JE LOUE  EN LEVANT MES MAINS  </a:t>
            </a:r>
          </a:p>
          <a:p>
            <a:r>
              <a:rPr lang="fr-FR" smtClean="0"/>
              <a:t>This is how I praise You I throw my hands up
2-  À TOI MON SAUVEUR  EN DANSANT SANS FIN  </a:t>
            </a:r>
          </a:p>
          <a:p>
            <a:r>
              <a:rPr lang="fr-FR" smtClean="0"/>
              <a:t>To You my saviour I’m gonna stand up
3-  ET JE TE DONNE TOUT, DONNE TOUT  DONNE TOUT CE QUE JE SUIS  </a:t>
            </a:r>
          </a:p>
          <a:p>
            <a:r>
              <a:rPr lang="fr-FR" smtClean="0"/>
              <a:t>And give You everything, everything Everything, all that I am
4-  C’EST COMME ÇA QUE JE LOUE  AVEC PASSION </a:t>
            </a:r>
          </a:p>
          <a:p>
            <a:r>
              <a:rPr lang="fr-FR" smtClean="0"/>
              <a:t>This is how I praise You I’m going all in
5-  CAR JE SUIS EN FEU  JE LOUERAI À FOND  </a:t>
            </a:r>
          </a:p>
          <a:p>
            <a:r>
              <a:rPr lang="fr-FR" smtClean="0"/>
              <a:t>Yeah I’m on fire I’m gonna dive in
6-  ET JE TE DONNE TOUT, DONNE TOUT  DONNE TOUT CE QUE JE SUIS  </a:t>
            </a:r>
          </a:p>
          <a:p>
            <a:r>
              <a:rPr lang="fr-FR" smtClean="0"/>
              <a:t>And give You everything, everything Everything, all that I am</a:t>
            </a:r>
          </a:p>
          <a:p>
            <a:endParaRPr lang="fr-FR" smtClean="0"/>
          </a:p>
          <a:p>
            <a:r>
              <a:rPr lang="fr-FR" smtClean="0"/>
              <a:t>	Pré-Refrain :
	7-  ET JE N’AIME QUE TOI  OUI JE N’AIME QUE TOI  </a:t>
            </a:r>
          </a:p>
          <a:p>
            <a:r>
              <a:rPr lang="fr-FR" smtClean="0"/>
              <a:t>	‘Cause I’m In love with You Yeah I’m in love with You
	8-  TU M’AS SAUVÉ TANT DE FOIS  MA LOUANGE EST À TOI  </a:t>
            </a:r>
          </a:p>
          <a:p>
            <a:r>
              <a:rPr lang="fr-FR" smtClean="0"/>
              <a:t>	For all You’ve brought me through My praise belongs to You
	9-  OH OH OH OH OH </a:t>
            </a:r>
          </a:p>
          <a:p>
            <a:endParaRPr lang="fr-FR" smtClean="0"/>
          </a:p>
          <a:p>
            <a:r>
              <a:rPr lang="fr-FR" smtClean="0"/>
              <a:t>	Refrain :
	10-  C’EST COMME ÇA QUE JE LOUE  x2</a:t>
            </a:r>
          </a:p>
          <a:p>
            <a:r>
              <a:rPr lang="fr-FR" smtClean="0"/>
              <a:t>	This is how I praise You</a:t>
            </a:r>
          </a:p>
          <a:p>
            <a:endParaRPr lang="fr-FR" smtClean="0"/>
          </a:p>
          <a:p>
            <a:r>
              <a:rPr lang="fr-FR" smtClean="0"/>
              <a:t>Couplet 2 :
11-  C’EST POURQUOI JE TE LOUE  TU ES MERVEILLEUX  </a:t>
            </a:r>
          </a:p>
          <a:p>
            <a:r>
              <a:rPr lang="fr-FR" smtClean="0"/>
              <a:t>This is why I praise You 'Cause You’re amazing
12-  ET TU ES SI GRAND  ÉTERNEL MON DIEU </a:t>
            </a:r>
          </a:p>
          <a:p>
            <a:r>
              <a:rPr lang="fr-FR" smtClean="0"/>
              <a:t>And You are greater You’re everlasting
13-  TU ES TOUT CE QUE J’AI, CE QUE J’AI  CE QUE J’AI</a:t>
            </a:r>
          </a:p>
          <a:p>
            <a:r>
              <a:rPr lang="fr-FR" smtClean="0"/>
              <a:t>And You are everything, everything Everything,
14-  JÉSUS TU ES  </a:t>
            </a:r>
          </a:p>
          <a:p>
            <a:r>
              <a:rPr lang="fr-FR" smtClean="0"/>
              <a:t>Jesus You are 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15-  GLOIRE À NOTRE ROI  x2</a:t>
            </a:r>
          </a:p>
          <a:p>
            <a:r>
              <a:rPr lang="fr-FR" smtClean="0"/>
              <a:t>Glory to the King
16-  LUI QUI RÈGNE DANS LES CIEUX </a:t>
            </a:r>
          </a:p>
          <a:p>
            <a:r>
              <a:rPr lang="fr-FR" smtClean="0"/>
              <a:t>To the One who reigns on high
17-  NOUS LEVONS NOS VOIX NOUS CRIONS DE JOIE </a:t>
            </a:r>
          </a:p>
          <a:p>
            <a:r>
              <a:rPr lang="fr-FR" smtClean="0"/>
              <a:t>Everybody sing Let the praises ring</a:t>
            </a:r>
          </a:p>
          <a:p>
            <a:r>
              <a:rPr lang="fr-FR" smtClean="0"/>
              <a:t>18 - À CELUI QUI RÈGNE AUX CIEUX </a:t>
            </a:r>
          </a:p>
          <a:p>
            <a:r>
              <a:rPr lang="fr-FR" smtClean="0"/>
              <a:t>To the One who reigns on high</a:t>
            </a:r>
          </a:p>
          <a:p>
            <a:endParaRPr lang="fr-FR" smtClean="0"/>
          </a:p>
          <a:p>
            <a:r>
              <a:rPr lang="fr-FR" smtClean="0"/>
              <a:t>	Refrain :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0168990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C’EST COMME ÇA QUE JE LOUE  EN LEVANT MES MAINS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how I praise You I throw my hands up
2-  À TOI MON SAUVEUR  EN DANSANT SANS FIN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You my saviour I’m gonna stand up
3-  ET JE TE DONNE TOUT, DONNE TOUT  DONNE TOUT CE QUE JE SUIS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give You everything, everything Everything, all that I am
4-  C’EST COMME ÇA QUE JE LOUE  AVEC PASSION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how I praise You I’m going all in
5-  CAR JE SUIS EN FEU  JE LOUERAI À FOND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Yeah I’m on fire I’m gonna dive in
6-  ET JE TE DONNE TOUT, DONNE TOUT  DONNE TOUT CE QUE JE SUIS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give You everything, everything Everything, all that I am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7-  ET JE N’AIME QUE TOI  OUI JE N’AIME QUE TOI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‘Cause I’m In love with You Yeah I’m in love with You
	8-  TU M’AS SAUVÉ TANT DE FOIS  MA LOUANGE EST À TOI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For all You’ve brought me through My praise belongs to You
	9-  OH OH OH OH OH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C’EST COMME ÇA QUE JE LOUE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is how I praise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11-  C’EST POURQUOI JE TE LOUE  TU ES MERVEILLEUX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why I praise You 'Cause You’re amazing
12-  ET TU ES SI GRAND  ÉTERNEL MON DIEU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You are greater You’re everlasting
13-  TU ES TOUT CE QUE J’AI, CE QUE J’AI  CE QUE J’AI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You are everything, everything Everything,
14-  JÉSUS TU 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Jesus You are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15-  GLOIRE À NOTRE ROI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Glory to the King
16-  LUI QUI RÈGNE DANS LES CIEUX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the One who reigns on high
17-  NOUS LEVONS NOS VOIX NOUS CRIONS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 sing Let the praises ring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18 - À CELUI QUI RÈGNE AUX CIEUX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the One who reigns on high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C’EST COMME ÇA QUE JE LOUE  EN LEVANT MES MAINS  </a:t>
            </a:r>
          </a:p>
          <a:p>
            <a:r>
              <a:rPr lang="fr-FR" smtClean="0"/>
              <a:t>This is how I praise You I throw my hands up
2-  À TOI MON SAUVEUR  EN DANSANT SANS FIN  </a:t>
            </a:r>
          </a:p>
          <a:p>
            <a:r>
              <a:rPr lang="fr-FR" smtClean="0"/>
              <a:t>To You my saviour I’m gonna stand up
3-  ET JE TE DONNE TOUT, DONNE TOUT  DONNE TOUT CE QUE JE SUIS  </a:t>
            </a:r>
          </a:p>
          <a:p>
            <a:r>
              <a:rPr lang="fr-FR" smtClean="0"/>
              <a:t>And give You everything, everything Everything, all that I am
4-  C’EST COMME ÇA QUE JE LOUE  AVEC PASSION </a:t>
            </a:r>
          </a:p>
          <a:p>
            <a:r>
              <a:rPr lang="fr-FR" smtClean="0"/>
              <a:t>This is how I praise You I’m going all in
5-  CAR JE SUIS EN FEU  JE LOUERAI À FOND  </a:t>
            </a:r>
          </a:p>
          <a:p>
            <a:r>
              <a:rPr lang="fr-FR" smtClean="0"/>
              <a:t>Yeah I’m on fire I’m gonna dive in
6-  ET JE TE DONNE TOUT, DONNE TOUT  DONNE TOUT CE QUE JE SUIS  </a:t>
            </a:r>
          </a:p>
          <a:p>
            <a:r>
              <a:rPr lang="fr-FR" smtClean="0"/>
              <a:t>And give You everything, everything Everything, all that I am</a:t>
            </a:r>
          </a:p>
          <a:p>
            <a:endParaRPr lang="fr-FR" smtClean="0"/>
          </a:p>
          <a:p>
            <a:r>
              <a:rPr lang="fr-FR" smtClean="0"/>
              <a:t>	Pré-Refrain :
	7-  ET JE N’AIME QUE TOI  OUI JE N’AIME QUE TOI  </a:t>
            </a:r>
          </a:p>
          <a:p>
            <a:r>
              <a:rPr lang="fr-FR" smtClean="0"/>
              <a:t>	‘Cause I’m In love with You Yeah I’m in love with You
	8-  TU M’AS SAUVÉ TANT DE FOIS  MA LOUANGE EST À TOI  </a:t>
            </a:r>
          </a:p>
          <a:p>
            <a:r>
              <a:rPr lang="fr-FR" smtClean="0"/>
              <a:t>	For all You’ve brought me through My praise belongs to You
	9-  OH OH OH OH OH </a:t>
            </a:r>
          </a:p>
          <a:p>
            <a:endParaRPr lang="fr-FR" smtClean="0"/>
          </a:p>
          <a:p>
            <a:r>
              <a:rPr lang="fr-FR" smtClean="0"/>
              <a:t>	Refrain :
	10-  C’EST COMME ÇA QUE JE LOUE  x2</a:t>
            </a:r>
          </a:p>
          <a:p>
            <a:r>
              <a:rPr lang="fr-FR" smtClean="0"/>
              <a:t>	This is how I praise You</a:t>
            </a:r>
          </a:p>
          <a:p>
            <a:endParaRPr lang="fr-FR" smtClean="0"/>
          </a:p>
          <a:p>
            <a:r>
              <a:rPr lang="fr-FR" smtClean="0"/>
              <a:t>Couplet 2 :
11-  C’EST POURQUOI JE TE LOUE  TU ES MERVEILLEUX  </a:t>
            </a:r>
          </a:p>
          <a:p>
            <a:r>
              <a:rPr lang="fr-FR" smtClean="0"/>
              <a:t>This is why I praise You 'Cause You’re amazing
12-  ET TU ES SI GRAND  ÉTERNEL MON DIEU </a:t>
            </a:r>
          </a:p>
          <a:p>
            <a:r>
              <a:rPr lang="fr-FR" smtClean="0"/>
              <a:t>And You are greater You’re everlasting
13-  TU ES TOUT CE QUE J’AI, CE QUE J’AI  CE QUE J’AI</a:t>
            </a:r>
          </a:p>
          <a:p>
            <a:r>
              <a:rPr lang="fr-FR" smtClean="0"/>
              <a:t>And You are everything, everything Everything,
14-  JÉSUS TU ES  </a:t>
            </a:r>
          </a:p>
          <a:p>
            <a:r>
              <a:rPr lang="fr-FR" smtClean="0"/>
              <a:t>Jesus You are 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15-  GLOIRE À NOTRE ROI  x2</a:t>
            </a:r>
          </a:p>
          <a:p>
            <a:r>
              <a:rPr lang="fr-FR" smtClean="0"/>
              <a:t>Glory to the King
16-  LUI QUI RÈGNE DANS LES CIEUX </a:t>
            </a:r>
          </a:p>
          <a:p>
            <a:r>
              <a:rPr lang="fr-FR" smtClean="0"/>
              <a:t>To the One who reigns on high
17-  NOUS LEVONS NOS VOIX NOUS CRIONS DE JOIE </a:t>
            </a:r>
          </a:p>
          <a:p>
            <a:r>
              <a:rPr lang="fr-FR" smtClean="0"/>
              <a:t>Everybody sing Let the praises ring</a:t>
            </a:r>
          </a:p>
          <a:p>
            <a:r>
              <a:rPr lang="fr-FR" smtClean="0"/>
              <a:t>18 - À CELUI QUI RÈGNE AUX CIEUX </a:t>
            </a:r>
          </a:p>
          <a:p>
            <a:r>
              <a:rPr lang="fr-FR" smtClean="0"/>
              <a:t>To the One who reigns on high</a:t>
            </a:r>
          </a:p>
          <a:p>
            <a:endParaRPr lang="fr-FR" smtClean="0"/>
          </a:p>
          <a:p>
            <a:r>
              <a:rPr lang="fr-FR" smtClean="0"/>
              <a:t>	Refrain :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9220311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C’EST COMME ÇA QUE JE LOUE  EN LEVANT MES MAINS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how I praise You I throw my hands up
2-  À TOI MON SAUVEUR  EN DANSANT SANS FIN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You my saviour I’m gonna stand up
3-  ET JE TE DONNE TOUT, DONNE TOUT  DONNE TOUT CE QUE JE SUIS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give You everything, everything Everything, all that I am
4-  C’EST COMME ÇA QUE JE LOUE  AVEC PASSION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how I praise You I’m going all in
5-  CAR JE SUIS EN FEU  JE LOUERAI À FOND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Yeah I’m on fire I’m gonna dive in
6-  ET JE TE DONNE TOUT, DONNE TOUT  DONNE TOUT CE QUE JE SUIS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give You everything, everything Everything, all that I am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7-  ET JE N’AIME QUE TOI  OUI JE N’AIME QUE TOI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‘Cause I’m In love with You Yeah I’m in love with You
	8-  TU M’AS SAUVÉ TANT DE FOIS  MA LOUANGE EST À TOI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For all You’ve brought me through My praise belongs to You
	9-  OH OH OH OH OH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C’EST COMME ÇA QUE JE LOUE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is how I praise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11-  C’EST POURQUOI JE TE LOUE  TU ES MERVEILLEUX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why I praise You 'Cause You’re amazing
12-  ET TU ES SI GRAND  ÉTERNEL MON DIEU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You are greater You’re everlasting
13-  TU ES TOUT CE QUE J’AI, CE QUE J’AI  CE QUE J’AI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You are everything, everything Everything,
14-  JÉSUS TU 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Jesus You are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15-  GLOIRE À NOTRE ROI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Glory to the King
16-  LUI QUI RÈGNE DANS LES CIEUX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the One who reigns on high
17-  NOUS LEVONS NOS VOIX NOUS CRIONS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 sing Let the praises ring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18 - À CELUI QUI RÈGNE AUX CIEUX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the One who reigns on high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C’EST COMME ÇA QUE JE LOUE  EN LEVANT MES MAINS  </a:t>
            </a:r>
          </a:p>
          <a:p>
            <a:r>
              <a:rPr lang="fr-FR" smtClean="0"/>
              <a:t>This is how I praise You I throw my hands up
2-  À TOI MON SAUVEUR  EN DANSANT SANS FIN  </a:t>
            </a:r>
          </a:p>
          <a:p>
            <a:r>
              <a:rPr lang="fr-FR" smtClean="0"/>
              <a:t>To You my saviour I’m gonna stand up
3-  ET JE TE DONNE TOUT, DONNE TOUT  DONNE TOUT CE QUE JE SUIS  </a:t>
            </a:r>
          </a:p>
          <a:p>
            <a:r>
              <a:rPr lang="fr-FR" smtClean="0"/>
              <a:t>And give You everything, everything Everything, all that I am
4-  C’EST COMME ÇA QUE JE LOUE  AVEC PASSION </a:t>
            </a:r>
          </a:p>
          <a:p>
            <a:r>
              <a:rPr lang="fr-FR" smtClean="0"/>
              <a:t>This is how I praise You I’m going all in
5-  CAR JE SUIS EN FEU  JE LOUERAI À FOND  </a:t>
            </a:r>
          </a:p>
          <a:p>
            <a:r>
              <a:rPr lang="fr-FR" smtClean="0"/>
              <a:t>Yeah I’m on fire I’m gonna dive in
6-  ET JE TE DONNE TOUT, DONNE TOUT  DONNE TOUT CE QUE JE SUIS  </a:t>
            </a:r>
          </a:p>
          <a:p>
            <a:r>
              <a:rPr lang="fr-FR" smtClean="0"/>
              <a:t>And give You everything, everything Everything, all that I am</a:t>
            </a:r>
          </a:p>
          <a:p>
            <a:endParaRPr lang="fr-FR" smtClean="0"/>
          </a:p>
          <a:p>
            <a:r>
              <a:rPr lang="fr-FR" smtClean="0"/>
              <a:t>	Pré-Refrain :
	7-  ET JE N’AIME QUE TOI  OUI JE N’AIME QUE TOI  </a:t>
            </a:r>
          </a:p>
          <a:p>
            <a:r>
              <a:rPr lang="fr-FR" smtClean="0"/>
              <a:t>	‘Cause I’m In love with You Yeah I’m in love with You
	8-  TU M’AS SAUVÉ TANT DE FOIS  MA LOUANGE EST À TOI  </a:t>
            </a:r>
          </a:p>
          <a:p>
            <a:r>
              <a:rPr lang="fr-FR" smtClean="0"/>
              <a:t>	For all You’ve brought me through My praise belongs to You
	9-  OH OH OH OH OH </a:t>
            </a:r>
          </a:p>
          <a:p>
            <a:endParaRPr lang="fr-FR" smtClean="0"/>
          </a:p>
          <a:p>
            <a:r>
              <a:rPr lang="fr-FR" smtClean="0"/>
              <a:t>	Refrain :
	10-  C’EST COMME ÇA QUE JE LOUE  x2</a:t>
            </a:r>
          </a:p>
          <a:p>
            <a:r>
              <a:rPr lang="fr-FR" smtClean="0"/>
              <a:t>	This is how I praise You</a:t>
            </a:r>
          </a:p>
          <a:p>
            <a:endParaRPr lang="fr-FR" smtClean="0"/>
          </a:p>
          <a:p>
            <a:r>
              <a:rPr lang="fr-FR" smtClean="0"/>
              <a:t>Couplet 2 :
11-  C’EST POURQUOI JE TE LOUE  TU ES MERVEILLEUX  </a:t>
            </a:r>
          </a:p>
          <a:p>
            <a:r>
              <a:rPr lang="fr-FR" smtClean="0"/>
              <a:t>This is why I praise You 'Cause You’re amazing
12-  ET TU ES SI GRAND  ÉTERNEL MON DIEU </a:t>
            </a:r>
          </a:p>
          <a:p>
            <a:r>
              <a:rPr lang="fr-FR" smtClean="0"/>
              <a:t>And You are greater You’re everlasting
13-  TU ES TOUT CE QUE J’AI, CE QUE J’AI  CE QUE J’AI</a:t>
            </a:r>
          </a:p>
          <a:p>
            <a:r>
              <a:rPr lang="fr-FR" smtClean="0"/>
              <a:t>And You are everything, everything Everything,
14-  JÉSUS TU ES  </a:t>
            </a:r>
          </a:p>
          <a:p>
            <a:r>
              <a:rPr lang="fr-FR" smtClean="0"/>
              <a:t>Jesus You are 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15-  GLOIRE À NOTRE ROI  x2</a:t>
            </a:r>
          </a:p>
          <a:p>
            <a:r>
              <a:rPr lang="fr-FR" smtClean="0"/>
              <a:t>Glory to the King
16-  LUI QUI RÈGNE DANS LES CIEUX </a:t>
            </a:r>
          </a:p>
          <a:p>
            <a:r>
              <a:rPr lang="fr-FR" smtClean="0"/>
              <a:t>To the One who reigns on high
17-  NOUS LEVONS NOS VOIX NOUS CRIONS DE JOIE </a:t>
            </a:r>
          </a:p>
          <a:p>
            <a:r>
              <a:rPr lang="fr-FR" smtClean="0"/>
              <a:t>Everybody sing Let the praises ring</a:t>
            </a:r>
          </a:p>
          <a:p>
            <a:r>
              <a:rPr lang="fr-FR" smtClean="0"/>
              <a:t>18 - À CELUI QUI RÈGNE AUX CIEUX </a:t>
            </a:r>
          </a:p>
          <a:p>
            <a:r>
              <a:rPr lang="fr-FR" smtClean="0"/>
              <a:t>To the One who reigns on high</a:t>
            </a:r>
          </a:p>
          <a:p>
            <a:endParaRPr lang="fr-FR" smtClean="0"/>
          </a:p>
          <a:p>
            <a:r>
              <a:rPr lang="fr-FR" smtClean="0"/>
              <a:t>	Refrain :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2769014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C’EST COMME ÇA QUE JE LOUE  EN LEVANT MES MAINS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how I praise You I throw my hands up
2-  À TOI MON SAUVEUR  EN DANSANT SANS FIN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You my saviour I’m gonna stand up
3-  ET JE TE DONNE TOUT, DONNE TOUT  DONNE TOUT CE QUE JE SUIS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give You everything, everything Everything, all that I am
4-  C’EST COMME ÇA QUE JE LOUE  AVEC PASSION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how I praise You I’m going all in
5-  CAR JE SUIS EN FEU  JE LOUERAI À FOND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Yeah I’m on fire I’m gonna dive in
6-  ET JE TE DONNE TOUT, DONNE TOUT  DONNE TOUT CE QUE JE SUIS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give You everything, everything Everything, all that I am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7-  ET JE N’AIME QUE TOI  OUI JE N’AIME QUE TOI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‘Cause I’m In love with You Yeah I’m in love with You
	8-  TU M’AS SAUVÉ TANT DE FOIS  MA LOUANGE EST À TOI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For all You’ve brought me through My praise belongs to You
	9-  OH OH OH OH OH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C’EST COMME ÇA QUE JE LOUE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is how I praise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11-  C’EST POURQUOI JE TE LOUE  TU ES MERVEILLEUX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why I praise You 'Cause You’re amazing
12-  ET TU ES SI GRAND  ÉTERNEL MON DIEU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You are greater You’re everlasting
13-  TU ES TOUT CE QUE J’AI, CE QUE J’AI  CE QUE J’AI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You are everything, everything Everything,
14-  JÉSUS TU 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Jesus You are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15-  GLOIRE À NOTRE ROI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Glory to the King
16-  LUI QUI RÈGNE DANS LES CIEUX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the One who reigns on high
17-  NOUS LEVONS NOS VOIX NOUS CRIONS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 sing Let the praises ring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18 - À CELUI QUI RÈGNE AUX CIEUX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the One who reigns on high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C’EST COMME ÇA QUE JE LOUE  EN LEVANT MES MAINS  </a:t>
            </a:r>
          </a:p>
          <a:p>
            <a:r>
              <a:rPr lang="fr-FR" smtClean="0"/>
              <a:t>This is how I praise You I throw my hands up
2-  À TOI MON SAUVEUR  EN DANSANT SANS FIN  </a:t>
            </a:r>
          </a:p>
          <a:p>
            <a:r>
              <a:rPr lang="fr-FR" smtClean="0"/>
              <a:t>To You my saviour I’m gonna stand up
3-  ET JE TE DONNE TOUT, DONNE TOUT  DONNE TOUT CE QUE JE SUIS  </a:t>
            </a:r>
          </a:p>
          <a:p>
            <a:r>
              <a:rPr lang="fr-FR" smtClean="0"/>
              <a:t>And give You everything, everything Everything, all that I am
4-  C’EST COMME ÇA QUE JE LOUE  AVEC PASSION </a:t>
            </a:r>
          </a:p>
          <a:p>
            <a:r>
              <a:rPr lang="fr-FR" smtClean="0"/>
              <a:t>This is how I praise You I’m going all in
5-  CAR JE SUIS EN FEU  JE LOUERAI À FOND  </a:t>
            </a:r>
          </a:p>
          <a:p>
            <a:r>
              <a:rPr lang="fr-FR" smtClean="0"/>
              <a:t>Yeah I’m on fire I’m gonna dive in
6-  ET JE TE DONNE TOUT, DONNE TOUT  DONNE TOUT CE QUE JE SUIS  </a:t>
            </a:r>
          </a:p>
          <a:p>
            <a:r>
              <a:rPr lang="fr-FR" smtClean="0"/>
              <a:t>And give You everything, everything Everything, all that I am</a:t>
            </a:r>
          </a:p>
          <a:p>
            <a:endParaRPr lang="fr-FR" smtClean="0"/>
          </a:p>
          <a:p>
            <a:r>
              <a:rPr lang="fr-FR" smtClean="0"/>
              <a:t>	Pré-Refrain :
	7-  ET JE N’AIME QUE TOI  OUI JE N’AIME QUE TOI  </a:t>
            </a:r>
          </a:p>
          <a:p>
            <a:r>
              <a:rPr lang="fr-FR" smtClean="0"/>
              <a:t>	‘Cause I’m In love with You Yeah I’m in love with You
	8-  TU M’AS SAUVÉ TANT DE FOIS  MA LOUANGE EST À TOI  </a:t>
            </a:r>
          </a:p>
          <a:p>
            <a:r>
              <a:rPr lang="fr-FR" smtClean="0"/>
              <a:t>	For all You’ve brought me through My praise belongs to You
	9-  OH OH OH OH OH </a:t>
            </a:r>
          </a:p>
          <a:p>
            <a:endParaRPr lang="fr-FR" smtClean="0"/>
          </a:p>
          <a:p>
            <a:r>
              <a:rPr lang="fr-FR" smtClean="0"/>
              <a:t>	Refrain :
	10-  C’EST COMME ÇA QUE JE LOUE  x2</a:t>
            </a:r>
          </a:p>
          <a:p>
            <a:r>
              <a:rPr lang="fr-FR" smtClean="0"/>
              <a:t>	This is how I praise You</a:t>
            </a:r>
          </a:p>
          <a:p>
            <a:endParaRPr lang="fr-FR" smtClean="0"/>
          </a:p>
          <a:p>
            <a:r>
              <a:rPr lang="fr-FR" smtClean="0"/>
              <a:t>Couplet 2 :
11-  C’EST POURQUOI JE TE LOUE  TU ES MERVEILLEUX  </a:t>
            </a:r>
          </a:p>
          <a:p>
            <a:r>
              <a:rPr lang="fr-FR" smtClean="0"/>
              <a:t>This is why I praise You 'Cause You’re amazing
12-  ET TU ES SI GRAND  ÉTERNEL MON DIEU </a:t>
            </a:r>
          </a:p>
          <a:p>
            <a:r>
              <a:rPr lang="fr-FR" smtClean="0"/>
              <a:t>And You are greater You’re everlasting
13-  TU ES TOUT CE QUE J’AI, CE QUE J’AI  CE QUE J’AI</a:t>
            </a:r>
          </a:p>
          <a:p>
            <a:r>
              <a:rPr lang="fr-FR" smtClean="0"/>
              <a:t>And You are everything, everything Everything,
14-  JÉSUS TU ES  </a:t>
            </a:r>
          </a:p>
          <a:p>
            <a:r>
              <a:rPr lang="fr-FR" smtClean="0"/>
              <a:t>Jesus You are 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15-  GLOIRE À NOTRE ROI  x2</a:t>
            </a:r>
          </a:p>
          <a:p>
            <a:r>
              <a:rPr lang="fr-FR" smtClean="0"/>
              <a:t>Glory to the King
16-  LUI QUI RÈGNE DANS LES CIEUX </a:t>
            </a:r>
          </a:p>
          <a:p>
            <a:r>
              <a:rPr lang="fr-FR" smtClean="0"/>
              <a:t>To the One who reigns on high
17-  NOUS LEVONS NOS VOIX NOUS CRIONS DE JOIE </a:t>
            </a:r>
          </a:p>
          <a:p>
            <a:r>
              <a:rPr lang="fr-FR" smtClean="0"/>
              <a:t>Everybody sing Let the praises ring</a:t>
            </a:r>
          </a:p>
          <a:p>
            <a:r>
              <a:rPr lang="fr-FR" smtClean="0"/>
              <a:t>18 - À CELUI QUI RÈGNE AUX CIEUX </a:t>
            </a:r>
          </a:p>
          <a:p>
            <a:r>
              <a:rPr lang="fr-FR" smtClean="0"/>
              <a:t>To the One who reigns on high</a:t>
            </a:r>
          </a:p>
          <a:p>
            <a:endParaRPr lang="fr-FR" smtClean="0"/>
          </a:p>
          <a:p>
            <a:r>
              <a:rPr lang="fr-FR" smtClean="0"/>
              <a:t>	Refrain :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8575713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C’EST COMME ÇA QUE JE LOUE  EN LEVANT MES MAINS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how I praise You I throw my hands up
2-  À TOI MON SAUVEUR  EN DANSANT SANS FIN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You my saviour I’m gonna stand up
3-  ET JE TE DONNE TOUT, DONNE TOUT  DONNE TOUT CE QUE JE SUIS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give You everything, everything Everything, all that I am
4-  C’EST COMME ÇA QUE JE LOUE  AVEC PASSION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how I praise You I’m going all in
5-  CAR JE SUIS EN FEU  JE LOUERAI À FOND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Yeah I’m on fire I’m gonna dive in
6-  ET JE TE DONNE TOUT, DONNE TOUT  DONNE TOUT CE QUE JE SUIS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give You everything, everything Everything, all that I am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7-  ET JE N’AIME QUE TOI  OUI JE N’AIME QUE TOI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‘Cause I’m In love with You Yeah I’m in love with You
	8-  TU M’AS SAUVÉ TANT DE FOIS  MA LOUANGE EST À TOI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For all You’ve brought me through My praise belongs to You
	9-  OH OH OH OH OH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C’EST COMME ÇA QUE JE LOUE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is how I praise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11-  C’EST POURQUOI JE TE LOUE  TU ES MERVEILLEUX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why I praise You 'Cause You’re amazing
12-  ET TU ES SI GRAND  ÉTERNEL MON DIEU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You are greater You’re everlasting
13-  TU ES TOUT CE QUE J’AI, CE QUE J’AI  CE QUE J’AI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You are everything, everything Everything,
14-  JÉSUS TU 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Jesus You are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15-  GLOIRE À NOTRE ROI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Glory to the King
16-  LUI QUI RÈGNE DANS LES CIEUX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the One who reigns on high
17-  NOUS LEVONS NOS VOIX NOUS CRIONS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 sing Let the praises ring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18 - À CELUI QUI RÈGNE AUX CIEUX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the One who reigns on high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C’EST COMME ÇA QUE JE LOUE  EN LEVANT MES MAINS  </a:t>
            </a:r>
          </a:p>
          <a:p>
            <a:r>
              <a:rPr lang="fr-FR" smtClean="0"/>
              <a:t>This is how I praise You I throw my hands up
2-  À TOI MON SAUVEUR  EN DANSANT SANS FIN  </a:t>
            </a:r>
          </a:p>
          <a:p>
            <a:r>
              <a:rPr lang="fr-FR" smtClean="0"/>
              <a:t>To You my saviour I’m gonna stand up
3-  ET JE TE DONNE TOUT, DONNE TOUT  DONNE TOUT CE QUE JE SUIS  </a:t>
            </a:r>
          </a:p>
          <a:p>
            <a:r>
              <a:rPr lang="fr-FR" smtClean="0"/>
              <a:t>And give You everything, everything Everything, all that I am
4-  C’EST COMME ÇA QUE JE LOUE  AVEC PASSION </a:t>
            </a:r>
          </a:p>
          <a:p>
            <a:r>
              <a:rPr lang="fr-FR" smtClean="0"/>
              <a:t>This is how I praise You I’m going all in
5-  CAR JE SUIS EN FEU  JE LOUERAI À FOND  </a:t>
            </a:r>
          </a:p>
          <a:p>
            <a:r>
              <a:rPr lang="fr-FR" smtClean="0"/>
              <a:t>Yeah I’m on fire I’m gonna dive in
6-  ET JE TE DONNE TOUT, DONNE TOUT  DONNE TOUT CE QUE JE SUIS  </a:t>
            </a:r>
          </a:p>
          <a:p>
            <a:r>
              <a:rPr lang="fr-FR" smtClean="0"/>
              <a:t>And give You everything, everything Everything, all that I am</a:t>
            </a:r>
          </a:p>
          <a:p>
            <a:endParaRPr lang="fr-FR" smtClean="0"/>
          </a:p>
          <a:p>
            <a:r>
              <a:rPr lang="fr-FR" smtClean="0"/>
              <a:t>	Pré-Refrain :
	7-  ET JE N’AIME QUE TOI  OUI JE N’AIME QUE TOI  </a:t>
            </a:r>
          </a:p>
          <a:p>
            <a:r>
              <a:rPr lang="fr-FR" smtClean="0"/>
              <a:t>	‘Cause I’m In love with You Yeah I’m in love with You
	8-  TU M’AS SAUVÉ TANT DE FOIS  MA LOUANGE EST À TOI  </a:t>
            </a:r>
          </a:p>
          <a:p>
            <a:r>
              <a:rPr lang="fr-FR" smtClean="0"/>
              <a:t>	For all You’ve brought me through My praise belongs to You
	9-  OH OH OH OH OH </a:t>
            </a:r>
          </a:p>
          <a:p>
            <a:endParaRPr lang="fr-FR" smtClean="0"/>
          </a:p>
          <a:p>
            <a:r>
              <a:rPr lang="fr-FR" smtClean="0"/>
              <a:t>	Refrain :
	10-  C’EST COMME ÇA QUE JE LOUE  x2</a:t>
            </a:r>
          </a:p>
          <a:p>
            <a:r>
              <a:rPr lang="fr-FR" smtClean="0"/>
              <a:t>	This is how I praise You</a:t>
            </a:r>
          </a:p>
          <a:p>
            <a:endParaRPr lang="fr-FR" smtClean="0"/>
          </a:p>
          <a:p>
            <a:r>
              <a:rPr lang="fr-FR" smtClean="0"/>
              <a:t>Couplet 2 :
11-  C’EST POURQUOI JE TE LOUE  TU ES MERVEILLEUX  </a:t>
            </a:r>
          </a:p>
          <a:p>
            <a:r>
              <a:rPr lang="fr-FR" smtClean="0"/>
              <a:t>This is why I praise You 'Cause You’re amazing
12-  ET TU ES SI GRAND  ÉTERNEL MON DIEU </a:t>
            </a:r>
          </a:p>
          <a:p>
            <a:r>
              <a:rPr lang="fr-FR" smtClean="0"/>
              <a:t>And You are greater You’re everlasting
13-  TU ES TOUT CE QUE J’AI, CE QUE J’AI  CE QUE J’AI</a:t>
            </a:r>
          </a:p>
          <a:p>
            <a:r>
              <a:rPr lang="fr-FR" smtClean="0"/>
              <a:t>And You are everything, everything Everything,
14-  JÉSUS TU ES  </a:t>
            </a:r>
          </a:p>
          <a:p>
            <a:r>
              <a:rPr lang="fr-FR" smtClean="0"/>
              <a:t>Jesus You are 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15-  GLOIRE À NOTRE ROI  x2</a:t>
            </a:r>
          </a:p>
          <a:p>
            <a:r>
              <a:rPr lang="fr-FR" smtClean="0"/>
              <a:t>Glory to the King
16-  LUI QUI RÈGNE DANS LES CIEUX </a:t>
            </a:r>
          </a:p>
          <a:p>
            <a:r>
              <a:rPr lang="fr-FR" smtClean="0"/>
              <a:t>To the One who reigns on high
17-  NOUS LEVONS NOS VOIX NOUS CRIONS DE JOIE </a:t>
            </a:r>
          </a:p>
          <a:p>
            <a:r>
              <a:rPr lang="fr-FR" smtClean="0"/>
              <a:t>Everybody sing Let the praises ring</a:t>
            </a:r>
          </a:p>
          <a:p>
            <a:r>
              <a:rPr lang="fr-FR" smtClean="0"/>
              <a:t>18 - À CELUI QUI RÈGNE AUX CIEUX </a:t>
            </a:r>
          </a:p>
          <a:p>
            <a:r>
              <a:rPr lang="fr-FR" smtClean="0"/>
              <a:t>To the One who reigns on high</a:t>
            </a:r>
          </a:p>
          <a:p>
            <a:endParaRPr lang="fr-FR" smtClean="0"/>
          </a:p>
          <a:p>
            <a:r>
              <a:rPr lang="fr-FR" smtClean="0"/>
              <a:t>	Refrain :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5080734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C’EST COMME ÇA QUE JE LOUE  EN LEVANT MES MAINS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how I praise You I throw my hands up
2-  À TOI MON SAUVEUR  EN DANSANT SANS FIN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You my saviour I’m gonna stand up
3-  ET JE TE DONNE TOUT, DONNE TOUT  DONNE TOUT CE QUE JE SUIS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give You everything, everything Everything, all that I am
4-  C’EST COMME ÇA QUE JE LOUE  AVEC PASSION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how I praise You I’m going all in
5-  CAR JE SUIS EN FEU  JE LOUERAI À FOND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Yeah I’m on fire I’m gonna dive in
6-  ET JE TE DONNE TOUT, DONNE TOUT  DONNE TOUT CE QUE JE SUIS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give You everything, everything Everything, all that I am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7-  ET JE N’AIME QUE TOI  OUI JE N’AIME QUE TOI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‘Cause I’m In love with You Yeah I’m in love with You
	8-  TU M’AS SAUVÉ TANT DE FOIS  MA LOUANGE EST À TOI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For all You’ve brought me through My praise belongs to You
	9-  OH OH OH OH OH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C’EST COMME ÇA QUE JE LOUE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is how I praise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11-  C’EST POURQUOI JE TE LOUE  TU ES MERVEILLEUX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why I praise You 'Cause You’re amazing
12-  ET TU ES SI GRAND  ÉTERNEL MON DIEU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You are greater You’re everlasting
13-  TU ES TOUT CE QUE J’AI, CE QUE J’AI  CE QUE J’AI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You are everything, everything Everything,
14-  JÉSUS TU 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Jesus You are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15-  GLOIRE À NOTRE ROI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Glory to the King
16-  LUI QUI RÈGNE DANS LES CIEUX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the One who reigns on high
17-  NOUS LEVONS NOS VOIX NOUS CRIONS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 sing Let the praises ring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18 - À CELUI QUI RÈGNE AUX CIEUX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the One who reigns on high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C’EST COMME ÇA QUE JE LOUE  EN LEVANT MES MAINS  </a:t>
            </a:r>
          </a:p>
          <a:p>
            <a:r>
              <a:rPr lang="fr-FR" smtClean="0"/>
              <a:t>This is how I praise You I throw my hands up
2-  À TOI MON SAUVEUR  EN DANSANT SANS FIN  </a:t>
            </a:r>
          </a:p>
          <a:p>
            <a:r>
              <a:rPr lang="fr-FR" smtClean="0"/>
              <a:t>To You my saviour I’m gonna stand up
3-  ET JE TE DONNE TOUT, DONNE TOUT  DONNE TOUT CE QUE JE SUIS  </a:t>
            </a:r>
          </a:p>
          <a:p>
            <a:r>
              <a:rPr lang="fr-FR" smtClean="0"/>
              <a:t>And give You everything, everything Everything, all that I am
4-  C’EST COMME ÇA QUE JE LOUE  AVEC PASSION </a:t>
            </a:r>
          </a:p>
          <a:p>
            <a:r>
              <a:rPr lang="fr-FR" smtClean="0"/>
              <a:t>This is how I praise You I’m going all in
5-  CAR JE SUIS EN FEU  JE LOUERAI À FOND  </a:t>
            </a:r>
          </a:p>
          <a:p>
            <a:r>
              <a:rPr lang="fr-FR" smtClean="0"/>
              <a:t>Yeah I’m on fire I’m gonna dive in
6-  ET JE TE DONNE TOUT, DONNE TOUT  DONNE TOUT CE QUE JE SUIS  </a:t>
            </a:r>
          </a:p>
          <a:p>
            <a:r>
              <a:rPr lang="fr-FR" smtClean="0"/>
              <a:t>And give You everything, everything Everything, all that I am</a:t>
            </a:r>
          </a:p>
          <a:p>
            <a:endParaRPr lang="fr-FR" smtClean="0"/>
          </a:p>
          <a:p>
            <a:r>
              <a:rPr lang="fr-FR" smtClean="0"/>
              <a:t>	Pré-Refrain :
	7-  ET JE N’AIME QUE TOI  OUI JE N’AIME QUE TOI  </a:t>
            </a:r>
          </a:p>
          <a:p>
            <a:r>
              <a:rPr lang="fr-FR" smtClean="0"/>
              <a:t>	‘Cause I’m In love with You Yeah I’m in love with You
	8-  TU M’AS SAUVÉ TANT DE FOIS  MA LOUANGE EST À TOI  </a:t>
            </a:r>
          </a:p>
          <a:p>
            <a:r>
              <a:rPr lang="fr-FR" smtClean="0"/>
              <a:t>	For all You’ve brought me through My praise belongs to You
	9-  OH OH OH OH OH </a:t>
            </a:r>
          </a:p>
          <a:p>
            <a:endParaRPr lang="fr-FR" smtClean="0"/>
          </a:p>
          <a:p>
            <a:r>
              <a:rPr lang="fr-FR" smtClean="0"/>
              <a:t>	Refrain :
	10-  C’EST COMME ÇA QUE JE LOUE  x2</a:t>
            </a:r>
          </a:p>
          <a:p>
            <a:r>
              <a:rPr lang="fr-FR" smtClean="0"/>
              <a:t>	This is how I praise You</a:t>
            </a:r>
          </a:p>
          <a:p>
            <a:endParaRPr lang="fr-FR" smtClean="0"/>
          </a:p>
          <a:p>
            <a:r>
              <a:rPr lang="fr-FR" smtClean="0"/>
              <a:t>Couplet 2 :
11-  C’EST POURQUOI JE TE LOUE  TU ES MERVEILLEUX  </a:t>
            </a:r>
          </a:p>
          <a:p>
            <a:r>
              <a:rPr lang="fr-FR" smtClean="0"/>
              <a:t>This is why I praise You 'Cause You’re amazing
12-  ET TU ES SI GRAND  ÉTERNEL MON DIEU </a:t>
            </a:r>
          </a:p>
          <a:p>
            <a:r>
              <a:rPr lang="fr-FR" smtClean="0"/>
              <a:t>And You are greater You’re everlasting
13-  TU ES TOUT CE QUE J’AI, CE QUE J’AI  CE QUE J’AI</a:t>
            </a:r>
          </a:p>
          <a:p>
            <a:r>
              <a:rPr lang="fr-FR" smtClean="0"/>
              <a:t>And You are everything, everything Everything,
14-  JÉSUS TU ES  </a:t>
            </a:r>
          </a:p>
          <a:p>
            <a:r>
              <a:rPr lang="fr-FR" smtClean="0"/>
              <a:t>Jesus You are 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15-  GLOIRE À NOTRE ROI  x2</a:t>
            </a:r>
          </a:p>
          <a:p>
            <a:r>
              <a:rPr lang="fr-FR" smtClean="0"/>
              <a:t>Glory to the King
16-  LUI QUI RÈGNE DANS LES CIEUX </a:t>
            </a:r>
          </a:p>
          <a:p>
            <a:r>
              <a:rPr lang="fr-FR" smtClean="0"/>
              <a:t>To the One who reigns on high
17-  NOUS LEVONS NOS VOIX NOUS CRIONS DE JOIE </a:t>
            </a:r>
          </a:p>
          <a:p>
            <a:r>
              <a:rPr lang="fr-FR" smtClean="0"/>
              <a:t>Everybody sing Let the praises ring</a:t>
            </a:r>
          </a:p>
          <a:p>
            <a:r>
              <a:rPr lang="fr-FR" smtClean="0"/>
              <a:t>18 - À CELUI QUI RÈGNE AUX CIEUX </a:t>
            </a:r>
          </a:p>
          <a:p>
            <a:r>
              <a:rPr lang="fr-FR" smtClean="0"/>
              <a:t>To the One who reigns on high</a:t>
            </a:r>
          </a:p>
          <a:p>
            <a:endParaRPr lang="fr-FR" smtClean="0"/>
          </a:p>
          <a:p>
            <a:r>
              <a:rPr lang="fr-FR" smtClean="0"/>
              <a:t>	Refrain :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2981968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C’EST COMME ÇA QUE JE LOUE  EN LEVANT MES MAINS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how I praise You I throw my hands up
2-  À TOI MON SAUVEUR  EN DANSANT SANS FIN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You my saviour I’m gonna stand up
3-  ET JE TE DONNE TOUT, DONNE TOUT  DONNE TOUT CE QUE JE SUIS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give You everything, everything Everything, all that I am
4-  C’EST COMME ÇA QUE JE LOUE  AVEC PASSION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how I praise You I’m going all in
5-  CAR JE SUIS EN FEU  JE LOUERAI À FOND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Yeah I’m on fire I’m gonna dive in
6-  ET JE TE DONNE TOUT, DONNE TOUT  DONNE TOUT CE QUE JE SUIS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give You everything, everything Everything, all that I am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7-  ET JE N’AIME QUE TOI  OUI JE N’AIME QUE TOI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‘Cause I’m In love with You Yeah I’m in love with You
	8-  TU M’AS SAUVÉ TANT DE FOIS  MA LOUANGE EST À TOI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For all You’ve brought me through My praise belongs to You
	9-  OH OH OH OH OH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C’EST COMME ÇA QUE JE LOUE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is how I praise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11-  C’EST POURQUOI JE TE LOUE  TU ES MERVEILLEUX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why I praise You 'Cause You’re amazing
12-  ET TU ES SI GRAND  ÉTERNEL MON DIEU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You are greater You’re everlasting
13-  TU ES TOUT CE QUE J’AI, CE QUE J’AI  CE QUE J’AI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You are everything, everything Everything,
14-  JÉSUS TU 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Jesus You are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15-  GLOIRE À NOTRE ROI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Glory to the King
16-  LUI QUI RÈGNE DANS LES CIEUX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the One who reigns on high
17-  NOUS LEVONS NOS VOIX NOUS CRIONS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 sing Let the praises ring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18 - À CELUI QUI RÈGNE AUX CIEUX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the One who reigns on high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C’EST COMME ÇA QUE JE LOUE  EN LEVANT MES MAINS  </a:t>
            </a:r>
          </a:p>
          <a:p>
            <a:r>
              <a:rPr lang="fr-FR" smtClean="0"/>
              <a:t>This is how I praise You I throw my hands up
2-  À TOI MON SAUVEUR  EN DANSANT SANS FIN  </a:t>
            </a:r>
          </a:p>
          <a:p>
            <a:r>
              <a:rPr lang="fr-FR" smtClean="0"/>
              <a:t>To You my saviour I’m gonna stand up
3-  ET JE TE DONNE TOUT, DONNE TOUT  DONNE TOUT CE QUE JE SUIS  </a:t>
            </a:r>
          </a:p>
          <a:p>
            <a:r>
              <a:rPr lang="fr-FR" smtClean="0"/>
              <a:t>And give You everything, everything Everything, all that I am
4-  C’EST COMME ÇA QUE JE LOUE  AVEC PASSION </a:t>
            </a:r>
          </a:p>
          <a:p>
            <a:r>
              <a:rPr lang="fr-FR" smtClean="0"/>
              <a:t>This is how I praise You I’m going all in
5-  CAR JE SUIS EN FEU  JE LOUERAI À FOND  </a:t>
            </a:r>
          </a:p>
          <a:p>
            <a:r>
              <a:rPr lang="fr-FR" smtClean="0"/>
              <a:t>Yeah I’m on fire I’m gonna dive in
6-  ET JE TE DONNE TOUT, DONNE TOUT  DONNE TOUT CE QUE JE SUIS  </a:t>
            </a:r>
          </a:p>
          <a:p>
            <a:r>
              <a:rPr lang="fr-FR" smtClean="0"/>
              <a:t>And give You everything, everything Everything, all that I am</a:t>
            </a:r>
          </a:p>
          <a:p>
            <a:endParaRPr lang="fr-FR" smtClean="0"/>
          </a:p>
          <a:p>
            <a:r>
              <a:rPr lang="fr-FR" smtClean="0"/>
              <a:t>	Pré-Refrain :
	7-  ET JE N’AIME QUE TOI  OUI JE N’AIME QUE TOI  </a:t>
            </a:r>
          </a:p>
          <a:p>
            <a:r>
              <a:rPr lang="fr-FR" smtClean="0"/>
              <a:t>	‘Cause I’m In love with You Yeah I’m in love with You
	8-  TU M’AS SAUVÉ TANT DE FOIS  MA LOUANGE EST À TOI  </a:t>
            </a:r>
          </a:p>
          <a:p>
            <a:r>
              <a:rPr lang="fr-FR" smtClean="0"/>
              <a:t>	For all You’ve brought me through My praise belongs to You
	9-  OH OH OH OH OH </a:t>
            </a:r>
          </a:p>
          <a:p>
            <a:endParaRPr lang="fr-FR" smtClean="0"/>
          </a:p>
          <a:p>
            <a:r>
              <a:rPr lang="fr-FR" smtClean="0"/>
              <a:t>	Refrain :
	10-  C’EST COMME ÇA QUE JE LOUE  x2</a:t>
            </a:r>
          </a:p>
          <a:p>
            <a:r>
              <a:rPr lang="fr-FR" smtClean="0"/>
              <a:t>	This is how I praise You</a:t>
            </a:r>
          </a:p>
          <a:p>
            <a:endParaRPr lang="fr-FR" smtClean="0"/>
          </a:p>
          <a:p>
            <a:r>
              <a:rPr lang="fr-FR" smtClean="0"/>
              <a:t>Couplet 2 :
11-  C’EST POURQUOI JE TE LOUE  TU ES MERVEILLEUX  </a:t>
            </a:r>
          </a:p>
          <a:p>
            <a:r>
              <a:rPr lang="fr-FR" smtClean="0"/>
              <a:t>This is why I praise You 'Cause You’re amazing
12-  ET TU ES SI GRAND  ÉTERNEL MON DIEU </a:t>
            </a:r>
          </a:p>
          <a:p>
            <a:r>
              <a:rPr lang="fr-FR" smtClean="0"/>
              <a:t>And You are greater You’re everlasting
13-  TU ES TOUT CE QUE J’AI, CE QUE J’AI  CE QUE J’AI</a:t>
            </a:r>
          </a:p>
          <a:p>
            <a:r>
              <a:rPr lang="fr-FR" smtClean="0"/>
              <a:t>And You are everything, everything Everything,
14-  JÉSUS TU ES  </a:t>
            </a:r>
          </a:p>
          <a:p>
            <a:r>
              <a:rPr lang="fr-FR" smtClean="0"/>
              <a:t>Jesus You are 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15-  GLOIRE À NOTRE ROI  x2</a:t>
            </a:r>
          </a:p>
          <a:p>
            <a:r>
              <a:rPr lang="fr-FR" smtClean="0"/>
              <a:t>Glory to the King
16-  LUI QUI RÈGNE DANS LES CIEUX </a:t>
            </a:r>
          </a:p>
          <a:p>
            <a:r>
              <a:rPr lang="fr-FR" smtClean="0"/>
              <a:t>To the One who reigns on high
17-  NOUS LEVONS NOS VOIX NOUS CRIONS DE JOIE </a:t>
            </a:r>
          </a:p>
          <a:p>
            <a:r>
              <a:rPr lang="fr-FR" smtClean="0"/>
              <a:t>Everybody sing Let the praises ring</a:t>
            </a:r>
          </a:p>
          <a:p>
            <a:r>
              <a:rPr lang="fr-FR" smtClean="0"/>
              <a:t>18 - À CELUI QUI RÈGNE AUX CIEUX </a:t>
            </a:r>
          </a:p>
          <a:p>
            <a:r>
              <a:rPr lang="fr-FR" smtClean="0"/>
              <a:t>To the One who reigns on high</a:t>
            </a:r>
          </a:p>
          <a:p>
            <a:endParaRPr lang="fr-FR" smtClean="0"/>
          </a:p>
          <a:p>
            <a:r>
              <a:rPr lang="fr-FR" smtClean="0"/>
              <a:t>	Refrain :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24232094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C’EST COMME ÇA QUE JE LOUE  EN LEVANT MES MAINS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how I praise You I throw my hands up
2-  À TOI MON SAUVEUR  EN DANSANT SANS FIN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You my saviour I’m gonna stand up
3-  ET JE TE DONNE TOUT, DONNE TOUT  DONNE TOUT CE QUE JE SUIS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give You everything, everything Everything, all that I am
4-  C’EST COMME ÇA QUE JE LOUE  AVEC PASSION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how I praise You I’m going all in
5-  CAR JE SUIS EN FEU  JE LOUERAI À FOND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Yeah I’m on fire I’m gonna dive in
6-  ET JE TE DONNE TOUT, DONNE TOUT  DONNE TOUT CE QUE JE SUIS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give You everything, everything Everything, all that I am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7-  ET JE N’AIME QUE TOI  OUI JE N’AIME QUE TOI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‘Cause I’m In love with You Yeah I’m in love with You
	8-  TU M’AS SAUVÉ TANT DE FOIS  MA LOUANGE EST À TOI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For all You’ve brought me through My praise belongs to You
	9-  OH OH OH OH OH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C’EST COMME ÇA QUE JE LOUE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is how I praise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11-  C’EST POURQUOI JE TE LOUE  TU ES MERVEILLEUX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why I praise You 'Cause You’re amazing
12-  ET TU ES SI GRAND  ÉTERNEL MON DIEU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You are greater You’re everlasting
13-  TU ES TOUT CE QUE J’AI, CE QUE J’AI  CE QUE J’AI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You are everything, everything Everything,
14-  JÉSUS TU 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Jesus You are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15-  GLOIRE À NOTRE ROI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Glory to the King
16-  LUI QUI RÈGNE DANS LES CIEUX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the One who reigns on high
17-  NOUS LEVONS NOS VOIX NOUS CRIONS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 sing Let the praises ring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18 - À CELUI QUI RÈGNE AUX CIEUX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the One who reigns on high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C’EST COMME ÇA QUE JE LOUE  EN LEVANT MES MAINS  </a:t>
            </a:r>
          </a:p>
          <a:p>
            <a:r>
              <a:rPr lang="fr-FR" smtClean="0"/>
              <a:t>This is how I praise You I throw my hands up
2-  À TOI MON SAUVEUR  EN DANSANT SANS FIN  </a:t>
            </a:r>
          </a:p>
          <a:p>
            <a:r>
              <a:rPr lang="fr-FR" smtClean="0"/>
              <a:t>To You my saviour I’m gonna stand up
3-  ET JE TE DONNE TOUT, DONNE TOUT  DONNE TOUT CE QUE JE SUIS  </a:t>
            </a:r>
          </a:p>
          <a:p>
            <a:r>
              <a:rPr lang="fr-FR" smtClean="0"/>
              <a:t>And give You everything, everything Everything, all that I am
4-  C’EST COMME ÇA QUE JE LOUE  AVEC PASSION </a:t>
            </a:r>
          </a:p>
          <a:p>
            <a:r>
              <a:rPr lang="fr-FR" smtClean="0"/>
              <a:t>This is how I praise You I’m going all in
5-  CAR JE SUIS EN FEU  JE LOUERAI À FOND  </a:t>
            </a:r>
          </a:p>
          <a:p>
            <a:r>
              <a:rPr lang="fr-FR" smtClean="0"/>
              <a:t>Yeah I’m on fire I’m gonna dive in
6-  ET JE TE DONNE TOUT, DONNE TOUT  DONNE TOUT CE QUE JE SUIS  </a:t>
            </a:r>
          </a:p>
          <a:p>
            <a:r>
              <a:rPr lang="fr-FR" smtClean="0"/>
              <a:t>And give You everything, everything Everything, all that I am</a:t>
            </a:r>
          </a:p>
          <a:p>
            <a:endParaRPr lang="fr-FR" smtClean="0"/>
          </a:p>
          <a:p>
            <a:r>
              <a:rPr lang="fr-FR" smtClean="0"/>
              <a:t>	Pré-Refrain :
	7-  ET JE N’AIME QUE TOI  OUI JE N’AIME QUE TOI  </a:t>
            </a:r>
          </a:p>
          <a:p>
            <a:r>
              <a:rPr lang="fr-FR" smtClean="0"/>
              <a:t>	‘Cause I’m In love with You Yeah I’m in love with You
	8-  TU M’AS SAUVÉ TANT DE FOIS  MA LOUANGE EST À TOI  </a:t>
            </a:r>
          </a:p>
          <a:p>
            <a:r>
              <a:rPr lang="fr-FR" smtClean="0"/>
              <a:t>	For all You’ve brought me through My praise belongs to You
	9-  OH OH OH OH OH </a:t>
            </a:r>
          </a:p>
          <a:p>
            <a:endParaRPr lang="fr-FR" smtClean="0"/>
          </a:p>
          <a:p>
            <a:r>
              <a:rPr lang="fr-FR" smtClean="0"/>
              <a:t>	Refrain :
	10-  C’EST COMME ÇA QUE JE LOUE  x2</a:t>
            </a:r>
          </a:p>
          <a:p>
            <a:r>
              <a:rPr lang="fr-FR" smtClean="0"/>
              <a:t>	This is how I praise You</a:t>
            </a:r>
          </a:p>
          <a:p>
            <a:endParaRPr lang="fr-FR" smtClean="0"/>
          </a:p>
          <a:p>
            <a:r>
              <a:rPr lang="fr-FR" smtClean="0"/>
              <a:t>Couplet 2 :
11-  C’EST POURQUOI JE TE LOUE  TU ES MERVEILLEUX  </a:t>
            </a:r>
          </a:p>
          <a:p>
            <a:r>
              <a:rPr lang="fr-FR" smtClean="0"/>
              <a:t>This is why I praise You 'Cause You’re amazing
12-  ET TU ES SI GRAND  ÉTERNEL MON DIEU </a:t>
            </a:r>
          </a:p>
          <a:p>
            <a:r>
              <a:rPr lang="fr-FR" smtClean="0"/>
              <a:t>And You are greater You’re everlasting
13-  TU ES TOUT CE QUE J’AI, CE QUE J’AI  CE QUE J’AI</a:t>
            </a:r>
          </a:p>
          <a:p>
            <a:r>
              <a:rPr lang="fr-FR" smtClean="0"/>
              <a:t>And You are everything, everything Everything,
14-  JÉSUS TU ES  </a:t>
            </a:r>
          </a:p>
          <a:p>
            <a:r>
              <a:rPr lang="fr-FR" smtClean="0"/>
              <a:t>Jesus You are 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15-  GLOIRE À NOTRE ROI  x2</a:t>
            </a:r>
          </a:p>
          <a:p>
            <a:r>
              <a:rPr lang="fr-FR" smtClean="0"/>
              <a:t>Glory to the King
16-  LUI QUI RÈGNE DANS LES CIEUX </a:t>
            </a:r>
          </a:p>
          <a:p>
            <a:r>
              <a:rPr lang="fr-FR" smtClean="0"/>
              <a:t>To the One who reigns on high
17-  NOUS LEVONS NOS VOIX NOUS CRIONS DE JOIE </a:t>
            </a:r>
          </a:p>
          <a:p>
            <a:r>
              <a:rPr lang="fr-FR" smtClean="0"/>
              <a:t>Everybody sing Let the praises ring</a:t>
            </a:r>
          </a:p>
          <a:p>
            <a:r>
              <a:rPr lang="fr-FR" smtClean="0"/>
              <a:t>18 - À CELUI QUI RÈGNE AUX CIEUX </a:t>
            </a:r>
          </a:p>
          <a:p>
            <a:r>
              <a:rPr lang="fr-FR" smtClean="0"/>
              <a:t>To the One who reigns on high</a:t>
            </a:r>
          </a:p>
          <a:p>
            <a:endParaRPr lang="fr-FR" smtClean="0"/>
          </a:p>
          <a:p>
            <a:r>
              <a:rPr lang="fr-FR" smtClean="0"/>
              <a:t>	Refrain :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15733301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C’EST COMME ÇA QUE JE LOUE  EN LEVANT MES MAINS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how I praise You I throw my hands up
2-  À TOI MON SAUVEUR  EN DANSANT SANS FIN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You my saviour I’m gonna stand up
3-  ET JE TE DONNE TOUT, DONNE TOUT  DONNE TOUT CE QUE JE SUIS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give You everything, everything Everything, all that I am
4-  C’EST COMME ÇA QUE JE LOUE  AVEC PASSION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how I praise You I’m going all in
5-  CAR JE SUIS EN FEU  JE LOUERAI À FOND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Yeah I’m on fire I’m gonna dive in
6-  ET JE TE DONNE TOUT, DONNE TOUT  DONNE TOUT CE QUE JE SUIS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give You everything, everything Everything, all that I am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7-  ET JE N’AIME QUE TOI  OUI JE N’AIME QUE TOI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‘Cause I’m In love with You Yeah I’m in love with You
	8-  TU M’AS SAUVÉ TANT DE FOIS  MA LOUANGE EST À TOI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For all You’ve brought me through My praise belongs to You
	9-  OH OH OH OH OH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	10-  C’EST COMME ÇA QUE JE LOUE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This is how I praise You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11-  C’EST POURQUOI JE TE LOUE  TU ES MERVEILLEUX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why I praise You 'Cause You’re amazing
12-  ET TU ES SI GRAND  ÉTERNEL MON DIEU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You are greater You’re everlasting
13-  TU ES TOUT CE QUE J’AI, CE QUE J’AI  CE QUE J’AI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You are everything, everything Everything,
14-  JÉSUS TU ES 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Jesus You are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
15-  GLOIRE À NOTRE ROI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Glory to the King
16-  LUI QUI RÈGNE DANS LES CIEUX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the One who reigns on high
17-  NOUS LEVONS NOS VOIX NOUS CRIONS DE JOIE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Everybody sing Let the praises ring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18 - À CELUI QUI RÈGNE AUX CIEUX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the One who reigns on high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C’EST COMME ÇA QUE JE LOUE  EN LEVANT MES MAINS  </a:t>
            </a:r>
          </a:p>
          <a:p>
            <a:r>
              <a:rPr lang="fr-FR" smtClean="0"/>
              <a:t>This is how I praise You I throw my hands up
2-  À TOI MON SAUVEUR  EN DANSANT SANS FIN  </a:t>
            </a:r>
          </a:p>
          <a:p>
            <a:r>
              <a:rPr lang="fr-FR" smtClean="0"/>
              <a:t>To You my saviour I’m gonna stand up
3-  ET JE TE DONNE TOUT, DONNE TOUT  DONNE TOUT CE QUE JE SUIS  </a:t>
            </a:r>
          </a:p>
          <a:p>
            <a:r>
              <a:rPr lang="fr-FR" smtClean="0"/>
              <a:t>And give You everything, everything Everything, all that I am
4-  C’EST COMME ÇA QUE JE LOUE  AVEC PASSION </a:t>
            </a:r>
          </a:p>
          <a:p>
            <a:r>
              <a:rPr lang="fr-FR" smtClean="0"/>
              <a:t>This is how I praise You I’m going all in
5-  CAR JE SUIS EN FEU  JE LOUERAI À FOND  </a:t>
            </a:r>
          </a:p>
          <a:p>
            <a:r>
              <a:rPr lang="fr-FR" smtClean="0"/>
              <a:t>Yeah I’m on fire I’m gonna dive in
6-  ET JE TE DONNE TOUT, DONNE TOUT  DONNE TOUT CE QUE JE SUIS  </a:t>
            </a:r>
          </a:p>
          <a:p>
            <a:r>
              <a:rPr lang="fr-FR" smtClean="0"/>
              <a:t>And give You everything, everything Everything, all that I am</a:t>
            </a:r>
          </a:p>
          <a:p>
            <a:endParaRPr lang="fr-FR" smtClean="0"/>
          </a:p>
          <a:p>
            <a:r>
              <a:rPr lang="fr-FR" smtClean="0"/>
              <a:t>	Pré-Refrain :
	7-  ET JE N’AIME QUE TOI  OUI JE N’AIME QUE TOI  </a:t>
            </a:r>
          </a:p>
          <a:p>
            <a:r>
              <a:rPr lang="fr-FR" smtClean="0"/>
              <a:t>	‘Cause I’m In love with You Yeah I’m in love with You
	8-  TU M’AS SAUVÉ TANT DE FOIS  MA LOUANGE EST À TOI  </a:t>
            </a:r>
          </a:p>
          <a:p>
            <a:r>
              <a:rPr lang="fr-FR" smtClean="0"/>
              <a:t>	For all You’ve brought me through My praise belongs to You
	9-  OH OH OH OH OH </a:t>
            </a:r>
          </a:p>
          <a:p>
            <a:endParaRPr lang="fr-FR" smtClean="0"/>
          </a:p>
          <a:p>
            <a:r>
              <a:rPr lang="fr-FR" smtClean="0"/>
              <a:t>	Refrain :
	10-  C’EST COMME ÇA QUE JE LOUE  x2</a:t>
            </a:r>
          </a:p>
          <a:p>
            <a:r>
              <a:rPr lang="fr-FR" smtClean="0"/>
              <a:t>	This is how I praise You</a:t>
            </a:r>
          </a:p>
          <a:p>
            <a:endParaRPr lang="fr-FR" smtClean="0"/>
          </a:p>
          <a:p>
            <a:r>
              <a:rPr lang="fr-FR" smtClean="0"/>
              <a:t>Couplet 2 :
11-  C’EST POURQUOI JE TE LOUE  TU ES MERVEILLEUX  </a:t>
            </a:r>
          </a:p>
          <a:p>
            <a:r>
              <a:rPr lang="fr-FR" smtClean="0"/>
              <a:t>This is why I praise You 'Cause You’re amazing
12-  ET TU ES SI GRAND  ÉTERNEL MON DIEU </a:t>
            </a:r>
          </a:p>
          <a:p>
            <a:r>
              <a:rPr lang="fr-FR" smtClean="0"/>
              <a:t>And You are greater You’re everlasting
13-  TU ES TOUT CE QUE J’AI, CE QUE J’AI  CE QUE J’AI</a:t>
            </a:r>
          </a:p>
          <a:p>
            <a:r>
              <a:rPr lang="fr-FR" smtClean="0"/>
              <a:t>And You are everything, everything Everything,
14-  JÉSUS TU ES  </a:t>
            </a:r>
          </a:p>
          <a:p>
            <a:r>
              <a:rPr lang="fr-FR" smtClean="0"/>
              <a:t>Jesus You are </a:t>
            </a:r>
          </a:p>
          <a:p>
            <a:endParaRPr lang="fr-FR" smtClean="0"/>
          </a:p>
          <a:p>
            <a:r>
              <a:rPr lang="fr-FR" smtClean="0"/>
              <a:t>	Pré-Refrain :</a:t>
            </a:r>
          </a:p>
          <a:p>
            <a:endParaRPr lang="fr-FR" smtClean="0"/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Pont :
15-  GLOIRE À NOTRE ROI  x2</a:t>
            </a:r>
          </a:p>
          <a:p>
            <a:r>
              <a:rPr lang="fr-FR" smtClean="0"/>
              <a:t>Glory to the King
16-  LUI QUI RÈGNE DANS LES CIEUX </a:t>
            </a:r>
          </a:p>
          <a:p>
            <a:r>
              <a:rPr lang="fr-FR" smtClean="0"/>
              <a:t>To the One who reigns on high
17-  NOUS LEVONS NOS VOIX NOUS CRIONS DE JOIE </a:t>
            </a:r>
          </a:p>
          <a:p>
            <a:r>
              <a:rPr lang="fr-FR" smtClean="0"/>
              <a:t>Everybody sing Let the praises ring</a:t>
            </a:r>
          </a:p>
          <a:p>
            <a:r>
              <a:rPr lang="fr-FR" smtClean="0"/>
              <a:t>18 - À CELUI QUI RÈGNE AUX CIEUX </a:t>
            </a:r>
          </a:p>
          <a:p>
            <a:r>
              <a:rPr lang="fr-FR" smtClean="0"/>
              <a:t>To the One who reigns on high</a:t>
            </a:r>
          </a:p>
          <a:p>
            <a:endParaRPr lang="fr-FR" smtClean="0"/>
          </a:p>
          <a:p>
            <a:r>
              <a:rPr lang="fr-FR" smtClean="0"/>
              <a:t>	Refrain :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5780156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354340-8694-43B1-A8F9-8E748220BC3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543B6D-89BE-450D-8D53-2308253AE27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C3E2F4-B7A3-4813-BE5C-672B7F7D1E8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DB8B2E-583A-48DE-BB44-C7FB74698DB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8FD8B5-C06A-440D-B0B5-77ABBB4F4D4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C13DC5-A4A8-43AE-8B11-09841DC1F1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93AA14-3C2E-4463-943D-566FAF1C012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27DA1D-7883-4C0B-AF3B-D788BE7625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ACC378-7A87-4B48-ACEF-BA72740CA7A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9DFD0D-0B84-411C-A304-DD06AF36AA3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82FE5-0FCA-4201-B57D-5A728375556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9821B596-1B06-490A-A978-F71EF6E2CD7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COMME ÇA QUE JE LOUE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LEVANT MES MAINS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TOI MON SAUVEUR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DANSANT SANS FIN </a:t>
            </a:r>
          </a:p>
        </p:txBody>
      </p:sp>
    </p:spTree>
    <p:extLst>
      <p:ext uri="{BB962C8B-B14F-4D97-AF65-F5344CB8AC3E}">
        <p14:creationId xmlns:p14="http://schemas.microsoft.com/office/powerpoint/2010/main" val="3212618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JE TE DONNE TOUT, DONNE TOUT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DONNE TOUT CE QUE JE SUIS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2030005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COMME ÇA QUE JE LOUE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AVEC PASSION</a:t>
            </a:r>
          </a:p>
        </p:txBody>
      </p:sp>
    </p:spTree>
    <p:extLst>
      <p:ext uri="{BB962C8B-B14F-4D97-AF65-F5344CB8AC3E}">
        <p14:creationId xmlns:p14="http://schemas.microsoft.com/office/powerpoint/2010/main" val="1515567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JE SUIS EN FEU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LOUERAI À FOND </a:t>
            </a:r>
          </a:p>
        </p:txBody>
      </p:sp>
    </p:spTree>
    <p:extLst>
      <p:ext uri="{BB962C8B-B14F-4D97-AF65-F5344CB8AC3E}">
        <p14:creationId xmlns:p14="http://schemas.microsoft.com/office/powerpoint/2010/main" val="4157074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JE TE DONNE TOUT, DONNE TOUT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DONNE TOUT CE QUE JE SUIS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2523580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JE N’AIME QUE TOI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OUI JE N’AIME QUE TOI </a:t>
            </a:r>
          </a:p>
        </p:txBody>
      </p:sp>
    </p:spTree>
    <p:extLst>
      <p:ext uri="{BB962C8B-B14F-4D97-AF65-F5344CB8AC3E}">
        <p14:creationId xmlns:p14="http://schemas.microsoft.com/office/powerpoint/2010/main" val="3479549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M’AS SAUVÉ TANT DE FOIS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 LOUANGE EST À TOI </a:t>
            </a:r>
          </a:p>
        </p:txBody>
      </p:sp>
    </p:spTree>
    <p:extLst>
      <p:ext uri="{BB962C8B-B14F-4D97-AF65-F5344CB8AC3E}">
        <p14:creationId xmlns:p14="http://schemas.microsoft.com/office/powerpoint/2010/main" val="1700829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646331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 </a:t>
            </a:r>
            <a:r>
              <a:rPr lang="fr-FR" alt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alt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alt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alt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3830908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634999"/>
            <a:ext cx="9144000" cy="646331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COMME ÇA QUE JE LOUE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259900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487515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POURQUOI JE TE LOUE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MERVEILLEUX </a:t>
            </a:r>
          </a:p>
        </p:txBody>
      </p:sp>
    </p:spTree>
    <p:extLst>
      <p:ext uri="{BB962C8B-B14F-4D97-AF65-F5344CB8AC3E}">
        <p14:creationId xmlns:p14="http://schemas.microsoft.com/office/powerpoint/2010/main" val="3095226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487515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TU ES SI GRAND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ÉTERNEL MON DIEU</a:t>
            </a:r>
          </a:p>
        </p:txBody>
      </p:sp>
    </p:spTree>
    <p:extLst>
      <p:ext uri="{BB962C8B-B14F-4D97-AF65-F5344CB8AC3E}">
        <p14:creationId xmlns:p14="http://schemas.microsoft.com/office/powerpoint/2010/main" val="1586306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487515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TOUT CE QUE J’AI, CE QUE J’AI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 QUE J’AI</a:t>
            </a:r>
          </a:p>
        </p:txBody>
      </p:sp>
    </p:spTree>
    <p:extLst>
      <p:ext uri="{BB962C8B-B14F-4D97-AF65-F5344CB8AC3E}">
        <p14:creationId xmlns:p14="http://schemas.microsoft.com/office/powerpoint/2010/main" val="3247554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487515"/>
            <a:ext cx="9144000" cy="646331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JÉSUS TU ES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295041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487515"/>
            <a:ext cx="9144000" cy="646331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GLOIRE À NOTRE ROI </a:t>
            </a:r>
          </a:p>
        </p:txBody>
      </p:sp>
    </p:spTree>
    <p:extLst>
      <p:ext uri="{BB962C8B-B14F-4D97-AF65-F5344CB8AC3E}">
        <p14:creationId xmlns:p14="http://schemas.microsoft.com/office/powerpoint/2010/main" val="4079398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487515"/>
            <a:ext cx="9144000" cy="646331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LUI QUI RÈGNE DANS LES CIEUX </a:t>
            </a:r>
          </a:p>
        </p:txBody>
      </p:sp>
    </p:spTree>
    <p:extLst>
      <p:ext uri="{BB962C8B-B14F-4D97-AF65-F5344CB8AC3E}">
        <p14:creationId xmlns:p14="http://schemas.microsoft.com/office/powerpoint/2010/main" val="2937386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487515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LEVONS NOS VOIX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CRIONS DE JOIE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66565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487515"/>
            <a:ext cx="9144000" cy="646331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CELUI QUI RÈGNE AUX CIEUX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2547985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1750</TotalTime>
  <Words>1051</Words>
  <Application>Microsoft Office PowerPoint</Application>
  <PresentationFormat>Affichage à l'écran (4:3)</PresentationFormat>
  <Paragraphs>1254</Paragraphs>
  <Slides>18</Slides>
  <Notes>18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1" baseType="lpstr">
      <vt:lpstr>Calibri</vt:lpstr>
      <vt:lpstr>Franklin Gothic Medium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asus</cp:lastModifiedBy>
  <cp:revision>175</cp:revision>
  <dcterms:created xsi:type="dcterms:W3CDTF">2002-08-17T10:50:50Z</dcterms:created>
  <dcterms:modified xsi:type="dcterms:W3CDTF">2022-05-28T10:38:41Z</dcterms:modified>
</cp:coreProperties>
</file>