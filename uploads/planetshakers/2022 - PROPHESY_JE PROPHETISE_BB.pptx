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6" r:id="rId2"/>
    <p:sldId id="314" r:id="rId3"/>
    <p:sldId id="313" r:id="rId4"/>
    <p:sldId id="312" r:id="rId5"/>
    <p:sldId id="311" r:id="rId6"/>
    <p:sldId id="310" r:id="rId7"/>
    <p:sldId id="309" r:id="rId8"/>
    <p:sldId id="308" r:id="rId9"/>
    <p:sldId id="307" r:id="rId10"/>
    <p:sldId id="301" r:id="rId11"/>
    <p:sldId id="300" r:id="rId12"/>
    <p:sldId id="315" r:id="rId13"/>
    <p:sldId id="299" r:id="rId14"/>
    <p:sldId id="316" r:id="rId15"/>
    <p:sldId id="298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3956" autoAdjust="0"/>
    <p:restoredTop sz="26743" autoAdjust="0"/>
  </p:normalViewPr>
  <p:slideViewPr>
    <p:cSldViewPr>
      <p:cViewPr varScale="1">
        <p:scale>
          <a:sx n="17" d="100"/>
          <a:sy n="17" d="100"/>
        </p:scale>
        <p:origin x="74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
2-  JE REFUSE D'ACCEPTER  CES MENSONGES QU’ON M'A PRÊCHER  
I refuse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agree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lies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conditions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authority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won for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Lord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the change
	6-  REMPLI DE TA PUISSANCE JE VIENS POUR BIEN HAUT DÉCLARER  
	Full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aloud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stepping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become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
9-  JE CROIS EN TA PAROLE  ET TON ESPRIT DANS MA VIE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in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JE TE LOUE POUR TON SALUT  À CHAQUE PAS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second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redeemed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TE LOUE TA PUISSANCE EST EN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me
13-  JE TE LOUE POUR CHAQUE VICTOIRE  DE MA VIE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JE TE LOUE CAR EN MOI VIT TON ESPRIT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'cause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me
15-  JE TE LOUE TA PUISSANCE EST EN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BRISE TOUTES CES CHAINES  CES PEURS QUI ME RETIENNENT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Breaking off every chain And the fear that held me
2-  JE REFUSE D'ACCEPTER  CES MENSONGES QU’ON M'A PRÊCHER  
I refuse to agree With the lies they told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JE PRENDS MAINTENANT POSITION  JE PARLES À MA CONDITION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take up my position Speak to all my conditions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JE PRENDS L'AUTORITÉ  QUE TU M'AS DONNÉ  
	Take the authority You won for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LA PAROLE DE DIEU DANS MA BOUCHE PEU MAINTENANT TOUT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PROPHÉTISE (×3)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prophesy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8-  JE M’AVANCE POUR DEVENIR  TOUT CE QUE TU AS DIT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 stepping up to become Everything you've called me
9-  JE CROIS EN TA PAROLE  ET TON ESPRIT DANS MA VIE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 in Your word And Your spirit in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10-  JE TE LOUE LA DÉFAITE N'EXISTE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like I've never known defeat
11-  JE TE LOUE POUR TON SALUT  À CHAQUE PAS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every second You've redeemed
12-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
13-  JE TE LOUE POUR CHAQUE VICTOIRE  DE MA VIE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now for every victory
14-  JE TE LOUE CAR EN MOI VIT TON ESPRIT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'cause Your spirit lives in me
15-  JE TE LOUE TA PUISSANCE EST EN MOI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 praise You Your power rests on 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BRISE TOUTES CES CHAINES  CES PEURS QUI ME RETIENNENT  </a:t>
            </a:r>
          </a:p>
          <a:p>
            <a:r>
              <a:rPr lang="fr-FR" smtClean="0"/>
              <a:t>Breaking off every chain And the fear that held me
2-  JE REFUSE D'ACCEPTER  CES MENSONGES QU’ON M'A PRÊCHER  
I refuse to agree With the lies they told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3-  JE PRENDS MAINTENANT POSITION  JE PARLES À MA CONDITION  </a:t>
            </a:r>
          </a:p>
          <a:p>
            <a:r>
              <a:rPr lang="fr-FR" smtClean="0"/>
              <a:t>	I take up my position Speak to all my conditions</a:t>
            </a:r>
          </a:p>
          <a:p>
            <a:r>
              <a:rPr lang="fr-FR" smtClean="0"/>
              <a:t>	4-  JE PRENDS L'AUTORITÉ  QUE TU M'AS DONNÉ  
	Take the authority You won for me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5-  LA PAROLE DE DIEU DANS MA BOUCHE PEU MAINTENANT TOUT CHANGER </a:t>
            </a:r>
          </a:p>
          <a:p>
            <a:r>
              <a:rPr lang="fr-FR" smtClean="0"/>
              <a:t>	The word of the Lord in my mouth To bring about the change
	6-  REMPLI DE TA PUISSANCE JE VIENS POUR BIEN HAUT DÉCLARER  
	Full of Your power I step out Declare aloud Your praise</a:t>
            </a:r>
          </a:p>
          <a:p>
            <a:endParaRPr lang="fr-FR" smtClean="0"/>
          </a:p>
          <a:p>
            <a:r>
              <a:rPr lang="fr-FR" smtClean="0"/>
              <a:t>	7-  JE PROPHÉTISE (×3) </a:t>
            </a:r>
          </a:p>
          <a:p>
            <a:r>
              <a:rPr lang="fr-FR" smtClean="0"/>
              <a:t>	I prophesy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2 :
8-  JE M’AVANCE POUR DEVENIR  TOUT CE QUE TU AS DIT </a:t>
            </a:r>
          </a:p>
          <a:p>
            <a:r>
              <a:rPr lang="fr-FR" smtClean="0"/>
              <a:t>I'm stepping up to become Everything you've called me
9-  JE CROIS EN TA PAROLE  ET TON ESPRIT DANS MA VIE  </a:t>
            </a:r>
          </a:p>
          <a:p>
            <a:r>
              <a:rPr lang="fr-FR" smtClean="0"/>
              <a:t>I believe in Your word And Your spirit in me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
10-  JE TE LOUE LA DÉFAITE N'EXISTE PAS </a:t>
            </a:r>
          </a:p>
          <a:p>
            <a:r>
              <a:rPr lang="fr-FR" smtClean="0"/>
              <a:t>I'll praise You like I've never known defeat
11-  JE TE LOUE POUR TON SALUT  À CHAQUE PAS </a:t>
            </a:r>
          </a:p>
          <a:p>
            <a:r>
              <a:rPr lang="fr-FR" smtClean="0"/>
              <a:t>I'll praise You every second You've redeemed
12-  JE TE LOUE TA PUISSANCE EST EN MOI </a:t>
            </a:r>
          </a:p>
          <a:p>
            <a:r>
              <a:rPr lang="fr-FR" smtClean="0"/>
              <a:t>I'll praise You Your power rests on me
13-  JE TE LOUE POUR CHAQUE VICTOIRE  DE MA VIE </a:t>
            </a:r>
          </a:p>
          <a:p>
            <a:r>
              <a:rPr lang="fr-FR" smtClean="0"/>
              <a:t>I'll praise You now for every victory
14-  JE TE LOUE CAR EN MOI VIT TON ESPRIT </a:t>
            </a:r>
          </a:p>
          <a:p>
            <a:r>
              <a:rPr lang="fr-FR" smtClean="0"/>
              <a:t>I'll praise You 'cause Your spirit lives in me
15-  JE TE LOUE TA PUISSANCE EST EN MOI </a:t>
            </a:r>
          </a:p>
          <a:p>
            <a:r>
              <a:rPr lang="fr-FR" smtClean="0"/>
              <a:t>I'll praise You Your power rests on 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BRISE TOUTES CES CHAÎNES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PEURS QUI ME RETIENNENT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REFUSE D'ACCEPTER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MENSONGES QU’ON M'A PRÊCHÉS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PRENDS MAINTENANT POSITION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PARLE À MA CONDITION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PRENDS L'AUTORITÉ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M'AS DONNÉE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DE DIEU DANS MA BOUCHE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MAINTENANT TOUT CHANGER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 DE TA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VIENS POUR BIEN HAUT DÉCLARER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PROPHÉTISE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M'AVANCE POUR DEVENIR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TU AS DIT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CROIS EN TA PAROLE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TON ESPRIT DANS MA VIE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LOUE, LA DÉFAITE N'EXISTE PAS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LOUE POUR TON SALUT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CHAQUE PAS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LOUE, TA PUISSANCE EST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LOUE POUR CHAQUE VICTOIRE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LOUE, CAR EN MOI VIT TON ESPRIT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LOUE, TA PUISSANCE EST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852</Words>
  <Application>Microsoft Office PowerPoint</Application>
  <PresentationFormat>Affichage à l'écran (4:3)</PresentationFormat>
  <Paragraphs>1105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173</cp:revision>
  <dcterms:created xsi:type="dcterms:W3CDTF">2002-08-17T10:50:50Z</dcterms:created>
  <dcterms:modified xsi:type="dcterms:W3CDTF">2022-05-28T12:58:02Z</dcterms:modified>
</cp:coreProperties>
</file>