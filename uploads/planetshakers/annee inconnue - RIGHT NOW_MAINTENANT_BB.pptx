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73" r:id="rId3"/>
    <p:sldId id="274" r:id="rId4"/>
    <p:sldId id="275" r:id="rId5"/>
    <p:sldId id="276" r:id="rId6"/>
    <p:sldId id="277" r:id="rId7"/>
    <p:sldId id="280" r:id="rId8"/>
    <p:sldId id="278" r:id="rId9"/>
    <p:sldId id="279" r:id="rId10"/>
    <p:sldId id="281" r:id="rId11"/>
    <p:sldId id="282" r:id="rId12"/>
    <p:sldId id="283" r:id="rId13"/>
    <p:sldId id="284" r:id="rId14"/>
    <p:sldId id="285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6514" autoAdjust="0"/>
  </p:normalViewPr>
  <p:slideViewPr>
    <p:cSldViewPr>
      <p:cViewPr>
        <p:scale>
          <a:sx n="33" d="100"/>
          <a:sy n="33" d="100"/>
        </p:scale>
        <p:origin x="-852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 : </a:t>
            </a:r>
          </a:p>
          <a:p>
            <a:pPr>
              <a:defRPr/>
            </a:pPr>
            <a:r>
              <a:rPr lang="fr-FR" smtClean="0"/>
              <a:t>1-  C’EST DÉCIDÉ  OUI J’AI FAIT MON CHOIX  </a:t>
            </a:r>
          </a:p>
          <a:p>
            <a:pPr>
              <a:defRPr/>
            </a:pPr>
            <a:r>
              <a:rPr lang="fr-FR" smtClean="0"/>
              <a:t>My mind’s made up My intentions clear</a:t>
            </a:r>
          </a:p>
          <a:p>
            <a:pPr>
              <a:defRPr/>
            </a:pPr>
            <a:r>
              <a:rPr lang="fr-FR" smtClean="0"/>
              <a:t>
2-  TOUT CE QUE JE VEUX  EST PRÈS DE TOI </a:t>
            </a:r>
          </a:p>
          <a:p>
            <a:pPr>
              <a:defRPr/>
            </a:pPr>
            <a:r>
              <a:rPr lang="fr-FR" smtClean="0"/>
              <a:t>All that I want Is found right 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3-  ET JE M’APPROCHE  ATTIRÉ PAR TOI </a:t>
            </a:r>
          </a:p>
          <a:p>
            <a:pPr>
              <a:defRPr/>
            </a:pPr>
            <a:r>
              <a:rPr lang="fr-FR" smtClean="0"/>
              <a:t>I move in close Awaken desire</a:t>
            </a:r>
          </a:p>
          <a:p>
            <a:pPr>
              <a:defRPr/>
            </a:pPr>
            <a:r>
              <a:rPr lang="fr-FR" smtClean="0"/>
              <a:t>So take me higher
4-  J’AI FAIM ET SOIF  EMMÈNE MOI PLUS HAUT  </a:t>
            </a:r>
          </a:p>
          <a:p>
            <a:pPr>
              <a:defRPr/>
            </a:pPr>
            <a:r>
              <a:rPr lang="fr-FR" smtClean="0"/>
              <a:t>I hunger and thirst 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 : 
	5-  EMMÈNE MOI PLUS HAUT   x2</a:t>
            </a:r>
          </a:p>
          <a:p>
            <a:pPr>
              <a:defRPr/>
            </a:pPr>
            <a:r>
              <a:rPr lang="fr-FR" smtClean="0"/>
              <a:t>	So take me higher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1 : 
	6-  MAINTENANT, Ô SAINT ESPRIT VIENT </a:t>
            </a:r>
          </a:p>
          <a:p>
            <a:pPr>
              <a:defRPr/>
            </a:pPr>
            <a:r>
              <a:rPr lang="fr-FR" smtClean="0"/>
              <a:t>	Right now Holy Spirit move</a:t>
            </a:r>
          </a:p>
          <a:p>
            <a:pPr>
              <a:defRPr/>
            </a:pPr>
            <a:r>
              <a:rPr lang="fr-FR" smtClean="0"/>
              <a:t>
	7-  TEL UN FEU, TEL UNE FLAMME  </a:t>
            </a:r>
          </a:p>
          <a:p>
            <a:pPr>
              <a:defRPr/>
            </a:pPr>
            <a:r>
              <a:rPr lang="fr-FR" smtClean="0"/>
              <a:t>	Fan into flame and</a:t>
            </a:r>
          </a:p>
          <a:p>
            <a:pPr>
              <a:defRPr/>
            </a:pPr>
            <a:r>
              <a:rPr lang="fr-FR" smtClean="0"/>
              <a:t>
	8-  VIENS CONSUMER MON COEUR </a:t>
            </a:r>
          </a:p>
          <a:p>
            <a:pPr>
              <a:defRPr/>
            </a:pPr>
            <a:r>
              <a:rPr lang="fr-FR" smtClean="0"/>
              <a:t>	consume All of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 
	9-  ICI RÉPANDS TON ESPRIT  </a:t>
            </a:r>
          </a:p>
          <a:p>
            <a:pPr>
              <a:defRPr/>
            </a:pPr>
            <a:r>
              <a:rPr lang="fr-FR" smtClean="0"/>
              <a:t>	Right Here Pour Your Spirit out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VIENS COMME UN VENT PUISSANT  BRÛLE À NOUVEAU EN MOI </a:t>
            </a:r>
          </a:p>
          <a:p>
            <a:pPr>
              <a:defRPr/>
            </a:pPr>
            <a:r>
              <a:rPr lang="fr-FR" smtClean="0"/>
              <a:t>	Come like a rushing wind And burn in my heart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Pont 1 :  
11-  J’ADORERAIS  J’ADORERAIS AVEC CE QUE J’AI  </a:t>
            </a:r>
          </a:p>
          <a:p>
            <a:pPr>
              <a:defRPr/>
            </a:pPr>
            <a:r>
              <a:rPr lang="fr-FR" smtClean="0"/>
              <a:t>I will worship I will worship with all that's in me</a:t>
            </a:r>
          </a:p>
          <a:p>
            <a:pPr>
              <a:defRPr/>
            </a:pPr>
            <a:r>
              <a:rPr lang="fr-FR" smtClean="0"/>
              <a:t>
12-  JE TE LOUERAIS  JE TE LOUERAIS DE TOUT MON CŒUR </a:t>
            </a:r>
          </a:p>
          <a:p>
            <a:pPr>
              <a:defRPr/>
            </a:pPr>
            <a:r>
              <a:rPr lang="fr-FR" smtClean="0"/>
              <a:t> I will praise You I will praise You with all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
13-  TU ES SAINT  TU ES DIGNE DE TOUTE LA GLOIRE</a:t>
            </a:r>
          </a:p>
          <a:p>
            <a:pPr>
              <a:defRPr/>
            </a:pPr>
            <a:r>
              <a:rPr lang="fr-FR" smtClean="0"/>
              <a:t>You are Holy You are worthy of all the glory  </a:t>
            </a:r>
          </a:p>
          <a:p>
            <a:pPr>
              <a:defRPr/>
            </a:pPr>
            <a:r>
              <a:rPr lang="fr-FR" smtClean="0"/>
              <a:t>
14-  DIEU TOUT-PUISSANT  ROI À JAMAIS TU RÉGNERAS 
Full of power God forever Your kingdom reigns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C’EST DÉCIDÉ  OUI J’AI FAIT MON CHOIX  </a:t>
            </a:r>
          </a:p>
          <a:p>
            <a:r>
              <a:rPr lang="fr-FR" smtClean="0"/>
              <a:t>My mind’s made up My intentions clear</a:t>
            </a:r>
          </a:p>
          <a:p>
            <a:r>
              <a:rPr lang="fr-FR" smtClean="0"/>
              <a:t>
2-  TOUT CE QUE JE VEUX  EST PRÈS DE TOI </a:t>
            </a:r>
          </a:p>
          <a:p>
            <a:r>
              <a:rPr lang="fr-FR" smtClean="0"/>
              <a:t>All that I want Is found right here</a:t>
            </a:r>
          </a:p>
          <a:p>
            <a:endParaRPr lang="fr-FR" smtClean="0"/>
          </a:p>
          <a:p>
            <a:r>
              <a:rPr lang="fr-FR" smtClean="0"/>
              <a:t>Couplet 2 :
3-  ET JE M’APPROCHE  ATTIRÉ PAR TOI </a:t>
            </a:r>
          </a:p>
          <a:p>
            <a:r>
              <a:rPr lang="fr-FR" smtClean="0"/>
              <a:t>I move in close Awaken desire</a:t>
            </a:r>
          </a:p>
          <a:p>
            <a:r>
              <a:rPr lang="fr-FR" smtClean="0"/>
              <a:t>So take me higher
4-  J’AI FAIM ET SOIF  EMMÈNE MOI PLUS HAUT  </a:t>
            </a:r>
          </a:p>
          <a:p>
            <a:r>
              <a:rPr lang="fr-FR" smtClean="0"/>
              <a:t>I hunger and thirst So take me higher</a:t>
            </a:r>
          </a:p>
          <a:p>
            <a:endParaRPr lang="fr-FR" smtClean="0"/>
          </a:p>
          <a:p>
            <a:r>
              <a:rPr lang="fr-FR" smtClean="0"/>
              <a:t>	Pré-Refrain : 
	5-  EMMÈNE MOI PLUS HAUT   x2</a:t>
            </a:r>
          </a:p>
          <a:p>
            <a:r>
              <a:rPr lang="fr-FR" smtClean="0"/>
              <a:t>	So take me higher</a:t>
            </a:r>
          </a:p>
          <a:p>
            <a:endParaRPr lang="fr-FR" smtClean="0"/>
          </a:p>
          <a:p>
            <a:r>
              <a:rPr lang="fr-FR" smtClean="0"/>
              <a:t>	Refrain 1 : 
	6-  MAINTENANT, Ô SAINT ESPRIT VIENT </a:t>
            </a:r>
          </a:p>
          <a:p>
            <a:r>
              <a:rPr lang="fr-FR" smtClean="0"/>
              <a:t>	Right now Holy Spirit move</a:t>
            </a:r>
          </a:p>
          <a:p>
            <a:r>
              <a:rPr lang="fr-FR" smtClean="0"/>
              <a:t>
	7-  TEL UN FEU, TEL UNE FLAMME  </a:t>
            </a:r>
          </a:p>
          <a:p>
            <a:r>
              <a:rPr lang="fr-FR" smtClean="0"/>
              <a:t>	Fan into flame and</a:t>
            </a:r>
          </a:p>
          <a:p>
            <a:r>
              <a:rPr lang="fr-FR" smtClean="0"/>
              <a:t>
	8-  VIENS CONSUMER MON COEUR </a:t>
            </a:r>
          </a:p>
          <a:p>
            <a:r>
              <a:rPr lang="fr-FR" smtClean="0"/>
              <a:t>	consume All of my heart again</a:t>
            </a:r>
          </a:p>
          <a:p>
            <a:endParaRPr lang="fr-FR" smtClean="0"/>
          </a:p>
          <a:p>
            <a:r>
              <a:rPr lang="fr-FR" smtClean="0"/>
              <a:t>	Refrain 2 : 
	9-  ICI RÉPANDS TON ESPRIT  </a:t>
            </a:r>
          </a:p>
          <a:p>
            <a:r>
              <a:rPr lang="fr-FR" smtClean="0"/>
              <a:t>	Right Here Pour Your Spirit out</a:t>
            </a:r>
          </a:p>
          <a:p>
            <a:endParaRPr lang="fr-FR" smtClean="0"/>
          </a:p>
          <a:p>
            <a:r>
              <a:rPr lang="fr-FR" smtClean="0"/>
              <a:t>	10-  VIENS COMME UN VENT PUISSANT  BRÛLE À NOUVEAU EN MOI </a:t>
            </a:r>
          </a:p>
          <a:p>
            <a:r>
              <a:rPr lang="fr-FR" smtClean="0"/>
              <a:t>	Come like a rushing wind And burn in my heart again</a:t>
            </a:r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1 :  
11-  J’ADORERAIS  J’ADORERAIS AVEC CE QUE J’AI  </a:t>
            </a:r>
          </a:p>
          <a:p>
            <a:r>
              <a:rPr lang="fr-FR" smtClean="0"/>
              <a:t>I will worship I will worship with all that's in me</a:t>
            </a:r>
          </a:p>
          <a:p>
            <a:r>
              <a:rPr lang="fr-FR" smtClean="0"/>
              <a:t>
12-  JE TE LOUERAIS  JE TE LOUERAIS DE TOUT MON CŒUR </a:t>
            </a:r>
          </a:p>
          <a:p>
            <a:r>
              <a:rPr lang="fr-FR" smtClean="0"/>
              <a:t> I will praise You I will praise You with all my heart</a:t>
            </a:r>
          </a:p>
          <a:p>
            <a:endParaRPr lang="fr-FR" smtClean="0"/>
          </a:p>
          <a:p>
            <a:r>
              <a:rPr lang="fr-FR" smtClean="0"/>
              <a:t>Pont 2 : 
13-  TU ES SAINT  TU ES DIGNE DE TOUTE LA GLOIRE</a:t>
            </a:r>
          </a:p>
          <a:p>
            <a:r>
              <a:rPr lang="fr-FR" smtClean="0"/>
              <a:t>You are Holy You are worthy of all the glory  </a:t>
            </a:r>
          </a:p>
          <a:p>
            <a:r>
              <a:rPr lang="fr-FR" smtClean="0"/>
              <a:t>
14-  DIEU TOUT-PUISSANT  ROI À JAMAIS TU RÉGNERAS 
Full of power God forever Your kingdom reigns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1 : </a:t>
            </a:r>
          </a:p>
          <a:p>
            <a:endParaRPr lang="fr-FR" smtClean="0"/>
          </a:p>
          <a:p>
            <a:r>
              <a:rPr lang="fr-FR" smtClean="0"/>
              <a:t>Pont 2 : </a:t>
            </a:r>
          </a:p>
          <a:p>
            <a:endParaRPr lang="fr-FR" smtClean="0"/>
          </a:p>
          <a:p>
            <a:r>
              <a:rPr lang="fr-FR" smtClean="0"/>
              <a:t>Pré-Refrain : 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DÉCIDÉ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FAIT MON CHOIX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JE VEUX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PRÈS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M’APPROCHE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ATTIRÉ PAR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FAIM ET SOIF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 PLUS HAUT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 PLUS HAUT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MAINTENANT, Ô SAINT-ESPRIT VIENT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 UN FEU, TELLE UNE FLAMME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CONSUMER MON COEUR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ICI RÉPANDS TON ESPRIT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COMME UN VENT PUISSANT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BRÛLE À NOUVEAU EN MOI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J’ADORERAI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J’ADORERAI AVEC CE QUE J’AI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LOUERAI DE TOUT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SAINT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DIGNE DE TOUTE LA GLOIRE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 À JAMAIS TU RÉGNERAS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600</Words>
  <Application>Microsoft Office PowerPoint</Application>
  <PresentationFormat>Affichage à l'écran (4:3)</PresentationFormat>
  <Paragraphs>1507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189</cp:revision>
  <dcterms:created xsi:type="dcterms:W3CDTF">2002-08-17T10:50:50Z</dcterms:created>
  <dcterms:modified xsi:type="dcterms:W3CDTF">2019-05-26T08:04:31Z</dcterms:modified>
</cp:coreProperties>
</file>