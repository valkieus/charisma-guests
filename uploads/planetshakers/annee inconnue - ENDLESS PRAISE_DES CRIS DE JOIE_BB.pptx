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1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inimized">
    <p:restoredLeft sz="20764" autoAdjust="0"/>
    <p:restoredTop sz="37455" autoAdjust="0"/>
  </p:normalViewPr>
  <p:slideViewPr>
    <p:cSldViewPr>
      <p:cViewPr>
        <p:scale>
          <a:sx n="33" d="100"/>
          <a:sy n="33" d="100"/>
        </p:scale>
        <p:origin x="-242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02/06/2019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dirty="0" smtClean="0"/>
              <a:t>4-  OH, QUI EST COMME TOI </a:t>
            </a:r>
          </a:p>
          <a:p>
            <a:pPr>
              <a:defRPr/>
            </a:pPr>
            <a:r>
              <a:rPr lang="fr-FR" dirty="0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dirty="0" smtClean="0"/>
              <a:t>12-  OH, QUI EST COMME TOI </a:t>
            </a:r>
          </a:p>
          <a:p>
            <a:pPr>
              <a:defRPr/>
            </a:pPr>
            <a:r>
              <a:rPr lang="fr-FR" dirty="0" smtClean="0"/>
              <a:t>
13-  POUR TOUJOURS TU SERAS SEIGNEUR DE TOUTE LA TERRE </a:t>
            </a:r>
          </a:p>
          <a:p>
            <a:pPr>
              <a:defRPr/>
            </a:pPr>
            <a:r>
              <a:rPr lang="fr-FR" dirty="0" smtClean="0"/>
              <a:t>
14-  NUL N’EST COMME TOI TU ES LE SEUL ROI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r>
              <a:rPr lang="fr-FR" dirty="0" smtClean="0"/>
              <a:t>	23- VERS TOI </a:t>
            </a:r>
          </a:p>
          <a:p>
            <a:pPr>
              <a:defRPr/>
            </a:pPr>
            <a:r>
              <a:rPr lang="fr-FR" dirty="0" smtClean="0"/>
              <a:t>	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dirty="0" smtClean="0"/>
              <a:t>4-  OH, QUI EST COMME TOI </a:t>
            </a:r>
          </a:p>
          <a:p>
            <a:pPr>
              <a:defRPr/>
            </a:pPr>
            <a:r>
              <a:rPr lang="fr-FR" dirty="0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dirty="0" smtClean="0"/>
              <a:t>12-  OH, QUI EST COMME TOI </a:t>
            </a:r>
          </a:p>
          <a:p>
            <a:pPr>
              <a:defRPr/>
            </a:pPr>
            <a:r>
              <a:rPr lang="fr-FR" dirty="0" smtClean="0"/>
              <a:t>
13-  POUR TOUJOURS TU SERAS SEIGNEUR DE TOUTE LA TERRE </a:t>
            </a:r>
          </a:p>
          <a:p>
            <a:pPr>
              <a:defRPr/>
            </a:pPr>
            <a:r>
              <a:rPr lang="fr-FR" dirty="0" smtClean="0"/>
              <a:t>
14-  NUL N’EST COMME TOI TU ES LE SEUL ROI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r>
              <a:rPr lang="fr-FR" dirty="0" smtClean="0"/>
              <a:t>	23- VERS TOI </a:t>
            </a:r>
          </a:p>
          <a:p>
            <a:pPr>
              <a:defRPr/>
            </a:pPr>
            <a:r>
              <a:rPr lang="fr-FR" dirty="0" smtClean="0"/>
              <a:t>	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5-  POUR TOUJOURS TU SERAS SEIGNEUR DE TOUTE LA TERRE 
6-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
13-  POUR TOUJOURS TU SERAS SEIGNEUR DE TOUTE LA TERRE </a:t>
            </a:r>
          </a:p>
          <a:p>
            <a:pPr>
              <a:defRPr/>
            </a:pPr>
            <a:r>
              <a:rPr lang="fr-FR" smtClean="0"/>
              <a:t>
14-  NUL N’EST COMME TOI TU ES LE SEUL ROI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23- VERS TOI </a:t>
            </a:r>
          </a:p>
          <a:p>
            <a:pPr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
2-  DE TE CHANTER, DE TE LOUER TE CÉLÉBRER, TE GLORIFIER 
3-  ET QUE TON NOM SOIT ÉLEVÉ 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5-  POUR TOUJOURS TU SERAS SEIGNEUR DE TOUTE LA TERRE 
6-  NUL N’EST COMME TOI TU ES LE SEUL ROI </a:t>
            </a:r>
          </a:p>
          <a:p>
            <a:endParaRPr lang="fr-FR" smtClean="0"/>
          </a:p>
          <a:p>
            <a:r>
              <a:rPr lang="fr-FR" smtClean="0"/>
              <a:t>	7-  VERS TOI NOUS POUSSONS DES CRIS DE JOIE 
	8-  LE JOUR, LA NUIT CHAQUE JOUR DE NOS VIES
	9-  NOS LOUANGES MONTENT VERS TOI 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
11-  À JAMAIS NOUS VIVRONS POUR TOI TA CRÉATION PROCLAMERA 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
13-  POUR TOUJOURS TU SERAS SEIGNEUR DE TOUTE LA TERRE </a:t>
            </a:r>
          </a:p>
          <a:p>
            <a:r>
              <a:rPr lang="fr-FR" smtClean="0"/>
              <a:t>
14-  NUL N’EST COMME TOI TU ES LE SEUL ROI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15-  VERS TOI NOUS POUSSONS DES CRIS DE JOIE 
	16-  LE JOUR, LA NUIT CHAQUE JOUR DE NOS VIES 
	17-  NOS LOUANGES MONTENT VERS TOI                      x2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18-  NOUS VOULONS T’ÉLEVER POUR TON AMOUR ET TA BONTÉ
19-  POUR TOUT CE QUE TU FAIS NOUS VOULONS TE LOUER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20-  VERS TOI NOUS POUSSONS DES CRIS DE JOIE 
	21-  LE JOUR, LA NUIT CHAQUE JOUR DE NOS VIES 
	22-  NOS LOUANGES MONTENT VERS TOI                            x2
	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23- VERS TOI </a:t>
            </a:r>
          </a:p>
          <a:p>
            <a:r>
              <a:rPr lang="fr-FR" smtClean="0"/>
              <a:t>	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N’ARRÊTERONS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TE CHANTER, DE TE LOUER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CÉLÉBRER, TE GLORIFIER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TON NOM SOIT ÉLEVÉ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QUI EST COMME TOI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TOUJOURS, TU SERAS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DE TOUTE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N’EST COMME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SEUL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POUSSONS DES CRIS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ET LA NUIT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JOUR DE NOS VIES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LOUANGES MONTENT VERS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BRILLE COMME LE SOLEIL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TA GLOIRE EST ÉTERNELLE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JAMAIS, NOUS VIVRONS POUR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CRÉATION PROCLAMERA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QUI EST COMME TOI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TOUJOURS, TU SERAS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DE TOUTE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N’EST COMME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SEUL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POUSSONS DES CRIS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ET LA NUIT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JOUR DE NOS VIES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LOUANGES MONTENT VERS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T’ÉLEVER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TON AMOUR ET TA BONTÉ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TOUT CE QUE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TE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POUSSONS DES CRIS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ET LA NUIT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JOUR DE NOS VIES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LOUANGES MONTENT VERS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509</Words>
  <Application>Microsoft Office PowerPoint</Application>
  <PresentationFormat>Affichage à l'écran (4:3)</PresentationFormat>
  <Paragraphs>1143</Paragraphs>
  <Slides>23</Slides>
  <Notes>23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66</cp:revision>
  <dcterms:created xsi:type="dcterms:W3CDTF">2002-08-17T13:12:10Z</dcterms:created>
  <dcterms:modified xsi:type="dcterms:W3CDTF">2019-06-02T08:29:09Z</dcterms:modified>
</cp:coreProperties>
</file>