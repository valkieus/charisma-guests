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21" r:id="rId2"/>
    <p:sldId id="322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1" autoAdjust="0"/>
    <p:restoredTop sz="34435" autoAdjust="0"/>
  </p:normalViewPr>
  <p:slideViewPr>
    <p:cSldViewPr>
      <p:cViewPr varScale="1">
        <p:scale>
          <a:sx n="23" d="100"/>
          <a:sy n="23" d="100"/>
        </p:scale>
        <p:origin x="234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01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move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do
2-  QUAND TU VIENS TOUCHER MON CŒUR OUI JE T’AIME SEIGNEUR 
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love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	4-  JE T’ÉLÈVE ET JE TE LOUE OH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	5-  EN TOUT TEMPS SEIGNEUR JE CHANTERAI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
	6-  EN TOUT TEMPS À JAMAIS JE CROIRAI EN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happens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know
	8-  TU ES AVEC MOI ET CE PARTOUT OÙ J’IRAI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
	9-  J’AI FOI EN TOI EN TOUT TEMPS JE TE LOUERAI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trust You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
	10-  EN TOUT TEMPS JE TE LOUERAI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shining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TE CHANTERAI ENCORE TU ME DONNES LA VIE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life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happens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know
14-  JE CONTINUERAI DE LOUER EN TOUT CE QUI PEUT M’ARRIVÉ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trust You
15-  TON NOM J’ÉLÈVERAI  x 3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40987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move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do
2-  QUAND TU VIENS TOUCHER MON CŒUR OUI JE T’AIME SEIGNEUR 
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love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	4-  JE T’ÉLÈVE ET JE TE LOUE OH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	5-  EN TOUT TEMPS SEIGNEUR JE CHANTERAI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
	6-  EN TOUT TEMPS À JAMAIS JE CROIRAI EN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happens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know
	8-  TU ES AVEC MOI ET CE PARTOUT OÙ J’IRAI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
	9-  J’AI FOI EN TOI EN TOUT TEMPS JE TE LOUERAI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trust You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
	10-  EN TOUT TEMPS JE TE LOUERAI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shining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TE CHANTERAI ENCORE TU ME DONNES LA VIE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life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happens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know
14-  JE CONTINUERAI DE LOUER EN TOUT CE QUI PEUT M’ARRIVÉ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trust You
15-  TON NOM J’ÉLÈVERAI  x 3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5421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019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37228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294719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08563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896111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79153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003383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9907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62592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27701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4620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TOUT CE QUE TU ES ET TOUT CE QUE TU FAIS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C’EST POURQUOI,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why I praise You, I praise You
	4-  JE T’ÉLÈVE ET JE TE LOUE OH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lift You high I praise You, I praise You
	5-  EN TOUT TEMPS SEIGNEUR JE CHANTERAI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on singing to You
	6-  EN TOUT TEMPS À JAMAIS JE CROIRAI EN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Through it all I will keep believing in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7-  ET QUOI QU’IL ARRIVE IL Y A UNE CHOSE QUE JE SAIS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Whatever happens There is one thing that I know
	8-  TU ES AVEC MOI ET CE PARTOUT OÙ J’IRAI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with me Everywhere that I may go
	9-  J’AI FOI EN TOI EN TOUT TEMPS JE TE LOUERAI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trust You And I'll praise You through it all
	10-  EN TOUT TEMPS JE TE LOUERAI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Yeah,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QUAND JE LÈVE MES YEUX TA LUMIÈRE BRILLE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lift my eyes Your light is shining bright
12-  JE TE CHANTERAI ENCORE TU ME DONNES LA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choose to sing again For You give me life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MÊME LES MAUVAISES JOURNÉES RIEN NE POURRA M’EMPÊCHER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Whatever happens There is one thing that I know
14-  JE CONTINUERAI DE LOUER EN TOUT CE QUI PEUT M’ARRIVÉ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with me Everywhere that I may go I will trust You
15-  TON NOM J’ÉLÈVERAI  x 3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I'll praise You through it all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DANS TOUT CE QUE TU ES ET TOUT CE QUE TU FAIS </a:t>
            </a:r>
          </a:p>
          <a:p>
            <a:r>
              <a:rPr lang="fr-FR" smtClean="0"/>
              <a:t>It's the way You move And everything You do
2-  QUAND TU VIENS TOUCHER MON CŒUR OUI JE T’AIME SEIGNEUR 
The way You touch my heart again I'm in love with You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C’EST POURQUOI, JE TE LOUE OH JE TE LOUE </a:t>
            </a:r>
          </a:p>
          <a:p>
            <a:r>
              <a:rPr lang="fr-FR" smtClean="0"/>
              <a:t>	This is why I praise You, I praise You
	4-  JE T’ÉLÈVE ET JE TE LOUE OH JE TE LOUE </a:t>
            </a:r>
          </a:p>
          <a:p>
            <a:r>
              <a:rPr lang="fr-FR" smtClean="0"/>
              <a:t>	I lift You high I praise You, I praise You
	5-  EN TOUT TEMPS SEIGNEUR JE CHANTERAI POUR TOI </a:t>
            </a:r>
          </a:p>
          <a:p>
            <a:r>
              <a:rPr lang="fr-FR" smtClean="0"/>
              <a:t>	Through it all I will keep on singing to You
	6-  EN TOUT TEMPS À JAMAIS JE CROIRAI EN TOI </a:t>
            </a:r>
          </a:p>
          <a:p>
            <a:r>
              <a:rPr lang="fr-FR" smtClean="0"/>
              <a:t>	Through it all I will keep believing in You</a:t>
            </a:r>
          </a:p>
          <a:p>
            <a:endParaRPr lang="fr-FR" smtClean="0"/>
          </a:p>
          <a:p>
            <a:r>
              <a:rPr lang="fr-FR" smtClean="0"/>
              <a:t>	Refrain :
	7-  ET QUOI QU’IL ARRIVE IL Y A UNE CHOSE QUE JE SAIS </a:t>
            </a:r>
          </a:p>
          <a:p>
            <a:r>
              <a:rPr lang="fr-FR" smtClean="0"/>
              <a:t>	Whatever happens There is one thing that I know
	8-  TU ES AVEC MOI ET CE PARTOUT OÙ J’IRAI </a:t>
            </a:r>
          </a:p>
          <a:p>
            <a:r>
              <a:rPr lang="fr-FR" smtClean="0"/>
              <a:t>	You are with me Everywhere that I may go
	9-  J’AI FOI EN TOI EN TOUT TEMPS JE TE LOUERAI </a:t>
            </a:r>
          </a:p>
          <a:p>
            <a:r>
              <a:rPr lang="fr-FR" smtClean="0"/>
              <a:t>	I will trust You And I'll praise You through it all
	10-  EN TOUT TEMPS JE TE LOUERAI  x2</a:t>
            </a:r>
          </a:p>
          <a:p>
            <a:r>
              <a:rPr lang="fr-FR" smtClean="0"/>
              <a:t>	Yeah, I'll praise You through it all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  <a:p>
            <a:r>
              <a:rPr lang="fr-FR" smtClean="0"/>
              <a:t>Couplet 2 :
11-  QUAND JE LÈVE MES YEUX TA LUMIÈRE BRILLE AUX CIEUX </a:t>
            </a:r>
          </a:p>
          <a:p>
            <a:r>
              <a:rPr lang="fr-FR" smtClean="0"/>
              <a:t>As I lift my eyes Your light is shining bright
12-  JE TE CHANTERAI ENCORE TU ME DONNES LA VIE </a:t>
            </a:r>
          </a:p>
          <a:p>
            <a:r>
              <a:rPr lang="fr-FR" smtClean="0"/>
              <a:t>And I choose to sing again For You give me life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MÊME LES MAUVAISES JOURNÉES RIEN NE POURRA M’EMPÊCHER</a:t>
            </a:r>
          </a:p>
          <a:p>
            <a:r>
              <a:rPr lang="fr-FR" smtClean="0"/>
              <a:t>Whatever happens There is one thing that I know
14-  JE CONTINUERAI DE LOUER EN TOUT CE QUI PEUT M’ARRIVÉ </a:t>
            </a:r>
          </a:p>
          <a:p>
            <a:r>
              <a:rPr lang="fr-FR" smtClean="0"/>
              <a:t>You are with me Everywhere that I may go I will trust You
15-  TON NOM J’ÉLÈVERAI  x 3</a:t>
            </a:r>
            <a:br>
              <a:rPr lang="fr-FR" smtClean="0"/>
            </a:br>
            <a:r>
              <a:rPr lang="fr-FR" smtClean="0"/>
              <a:t>And I'll praise You through it all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38521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TOUT CE QUE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 CE QUE TU FAIS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VIENS TOUCHER 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T’AIME SEIGNEUR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6574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POURQUOI, JE TE LOUE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JE TE LOUE</a:t>
            </a:r>
          </a:p>
        </p:txBody>
      </p:sp>
    </p:spTree>
    <p:extLst>
      <p:ext uri="{BB962C8B-B14F-4D97-AF65-F5344CB8AC3E}">
        <p14:creationId xmlns:p14="http://schemas.microsoft.com/office/powerpoint/2010/main" val="36780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T’ÉLÈVE ET JE TE LOUE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JE TE LOUE</a:t>
            </a:r>
          </a:p>
        </p:txBody>
      </p:sp>
    </p:spTree>
    <p:extLst>
      <p:ext uri="{BB962C8B-B14F-4D97-AF65-F5344CB8AC3E}">
        <p14:creationId xmlns:p14="http://schemas.microsoft.com/office/powerpoint/2010/main" val="73186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TOUT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JE CHANTERAI POUR TOI</a:t>
            </a:r>
          </a:p>
        </p:txBody>
      </p:sp>
    </p:spTree>
    <p:extLst>
      <p:ext uri="{BB962C8B-B14F-4D97-AF65-F5344CB8AC3E}">
        <p14:creationId xmlns:p14="http://schemas.microsoft.com/office/powerpoint/2010/main" val="272610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TOUT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 JE CROIRAI EN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9115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QUOI QU’IL ARRIVE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UNE CHOSE QUE JE SAIS</a:t>
            </a:r>
          </a:p>
        </p:txBody>
      </p:sp>
    </p:spTree>
    <p:extLst>
      <p:ext uri="{BB962C8B-B14F-4D97-AF65-F5344CB8AC3E}">
        <p14:creationId xmlns:p14="http://schemas.microsoft.com/office/powerpoint/2010/main" val="392050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 PARTOUT OÙ J’IRAI</a:t>
            </a:r>
          </a:p>
        </p:txBody>
      </p:sp>
    </p:spTree>
    <p:extLst>
      <p:ext uri="{BB962C8B-B14F-4D97-AF65-F5344CB8AC3E}">
        <p14:creationId xmlns:p14="http://schemas.microsoft.com/office/powerpoint/2010/main" val="297360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FOI EN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TOUT TEMPS JE TE LOUERAI</a:t>
            </a:r>
          </a:p>
        </p:txBody>
      </p:sp>
    </p:spTree>
    <p:extLst>
      <p:ext uri="{BB962C8B-B14F-4D97-AF65-F5344CB8AC3E}">
        <p14:creationId xmlns:p14="http://schemas.microsoft.com/office/powerpoint/2010/main" val="30859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TOUT TEMPS JE TE LOUERAI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1823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LÈVE MES YEUX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LUMIÈRE BRILLE AUX CIEUX</a:t>
            </a:r>
          </a:p>
        </p:txBody>
      </p:sp>
    </p:spTree>
    <p:extLst>
      <p:ext uri="{BB962C8B-B14F-4D97-AF65-F5344CB8AC3E}">
        <p14:creationId xmlns:p14="http://schemas.microsoft.com/office/powerpoint/2010/main" val="382309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CHANTERAI ENCORE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DONNES LA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094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LES MAUVAISES JOURNÉES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POURRA M’EMPÊCHER</a:t>
            </a:r>
          </a:p>
        </p:txBody>
      </p:sp>
    </p:spTree>
    <p:extLst>
      <p:ext uri="{BB962C8B-B14F-4D97-AF65-F5344CB8AC3E}">
        <p14:creationId xmlns:p14="http://schemas.microsoft.com/office/powerpoint/2010/main" val="40758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CONTINUERAI DE LOUER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TOUT CE QUI PEUT M’ARRIVÉ</a:t>
            </a:r>
          </a:p>
        </p:txBody>
      </p:sp>
    </p:spTree>
    <p:extLst>
      <p:ext uri="{BB962C8B-B14F-4D97-AF65-F5344CB8AC3E}">
        <p14:creationId xmlns:p14="http://schemas.microsoft.com/office/powerpoint/2010/main" val="140719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 J’ÉLÈVERAI</a:t>
            </a:r>
          </a:p>
        </p:txBody>
      </p:sp>
    </p:spTree>
    <p:extLst>
      <p:ext uri="{BB962C8B-B14F-4D97-AF65-F5344CB8AC3E}">
        <p14:creationId xmlns:p14="http://schemas.microsoft.com/office/powerpoint/2010/main" val="117628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886</Words>
  <Application>Microsoft Office PowerPoint</Application>
  <PresentationFormat>Affichage à l'écran (4:3)</PresentationFormat>
  <Paragraphs>898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176</cp:revision>
  <dcterms:created xsi:type="dcterms:W3CDTF">2002-08-17T10:50:50Z</dcterms:created>
  <dcterms:modified xsi:type="dcterms:W3CDTF">2022-05-28T10:59:50Z</dcterms:modified>
</cp:coreProperties>
</file>