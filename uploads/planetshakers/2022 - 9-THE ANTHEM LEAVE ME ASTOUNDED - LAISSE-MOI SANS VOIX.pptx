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1" r:id="rId2"/>
    <p:sldId id="282" r:id="rId3"/>
    <p:sldId id="283" r:id="rId4"/>
    <p:sldId id="277" r:id="rId5"/>
    <p:sldId id="279" r:id="rId6"/>
    <p:sldId id="278" r:id="rId7"/>
    <p:sldId id="280" r:id="rId8"/>
    <p:sldId id="284" r:id="rId9"/>
    <p:sldId id="285" r:id="rId1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64" autoAdjust="0"/>
    <p:restoredTop sz="22594" autoAdjust="0"/>
  </p:normalViewPr>
  <p:slideViewPr>
    <p:cSldViewPr>
      <p:cViewPr varScale="1">
        <p:scale>
          <a:sx n="27" d="100"/>
          <a:sy n="27" d="100"/>
        </p:scale>
        <p:origin x="138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29/05/2022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ALLÉLUIA, OUI LA VICTOIRE EST À TOI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Hallelujah, You have won the victory Hallelujah, You have won it all for me
	2-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Death could not hold You down, You are the risen King
	3-  TU RÈGNES EN MAJESTÉ TU ES ROI À JAMAIS	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LAISSE-MOI SANS VOIX, ÉMERVEILLÉ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 me astounded, leave me amazed
5-  MONTRE-NOUS TA GLOIRE  VIENS NOUS SUBMERGER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 off Your glory, let heaven invade
6-  NOUS ATTENDONS  EN LOUANGE, EN ADORATION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 waiting with worship We're waiting with praise
7-  QUE TA PUISSANTE PRÉSENCE  VIENNE NOUS SUBMERGER             x2
For the almighty presence of God to invade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God is risen, He is alive
9-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victory, He reigns on high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2-  LA MORT N'A PU TE GARDER TU ES RESSUSCITÉ</a:t>
            </a:r>
          </a:p>
          <a:p>
            <a:r>
              <a:rPr lang="fr-FR" smtClean="0"/>
              <a:t>                        Death could not hold You down, You are the risen King
	3-  TU RÈGNES EN MAJESTÉ TU ES ROI À JAMAIS		x2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r>
              <a:rPr lang="fr-FR" smtClean="0"/>
              <a:t>4-  LAISSE-MOI SANS VOIX, ÉMERVEILLÉ </a:t>
            </a:r>
          </a:p>
          <a:p>
            <a:r>
              <a:rPr lang="fr-FR" smtClean="0"/>
              <a:t>Leave me astounded, leave me amazed
5-  MONTRE-NOUS TA GLOIRE  VIENS NOUS SUBMERGER </a:t>
            </a:r>
          </a:p>
          <a:p>
            <a:r>
              <a:rPr lang="fr-FR" smtClean="0"/>
              <a:t>Show off Your glory, let heaven invade
6-  NOUS ATTENDONS  EN LOUANGE, EN ADORATION </a:t>
            </a:r>
          </a:p>
          <a:p>
            <a:r>
              <a:rPr lang="fr-FR" smtClean="0"/>
              <a:t>We're waiting with worship We're waiting with praise
7-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8-  NOTRE DIEU EST VRAI IL VIT EN MOI</a:t>
            </a:r>
          </a:p>
          <a:p>
            <a:r>
              <a:rPr lang="fr-FR" smtClean="0"/>
              <a:t>Our God is risen, He is alive
9-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r>
              <a:rPr lang="fr-FR" smtClean="0"/>
              <a:t>
	Refrain :</a:t>
            </a:r>
          </a:p>
        </p:txBody>
      </p:sp>
    </p:spTree>
    <p:extLst>
      <p:ext uri="{BB962C8B-B14F-4D97-AF65-F5344CB8AC3E}">
        <p14:creationId xmlns:p14="http://schemas.microsoft.com/office/powerpoint/2010/main" val="1811830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ALLÉLUIA, OUI LA VICTOIRE EST À TOI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Hallelujah, You have won the victory Hallelujah, You have won it all for me
	2-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Death could not hold You down, You are the risen King
	3-  TU RÈGNES EN MAJESTÉ TU ES ROI À JAMAIS	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LAISSE-MOI SANS VOIX, ÉMERVEILLÉ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 me astounded, leave me amazed
5-  MONTRE-NOUS TA GLOIRE  VIENS NOUS SUBMERGER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 off Your glory, let heaven invade
6-  NOUS ATTENDONS  EN LOUANGE, EN ADORATION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 waiting with worship We're waiting with praise
7-  QUE TA PUISSANTE PRÉSENCE  VIENNE NOUS SUBMERGER             x2
For the almighty presence of God to invade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God is risen, He is alive
9-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victory, He reigns on high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2-  LA MORT N'A PU TE GARDER TU ES RESSUSCITÉ</a:t>
            </a:r>
          </a:p>
          <a:p>
            <a:r>
              <a:rPr lang="fr-FR" smtClean="0"/>
              <a:t>                        Death could not hold You down, You are the risen King
	3-  TU RÈGNES EN MAJESTÉ TU ES ROI À JAMAIS		x2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r>
              <a:rPr lang="fr-FR" smtClean="0"/>
              <a:t>4-  LAISSE-MOI SANS VOIX, ÉMERVEILLÉ </a:t>
            </a:r>
          </a:p>
          <a:p>
            <a:r>
              <a:rPr lang="fr-FR" smtClean="0"/>
              <a:t>Leave me astounded, leave me amazed
5-  MONTRE-NOUS TA GLOIRE  VIENS NOUS SUBMERGER </a:t>
            </a:r>
          </a:p>
          <a:p>
            <a:r>
              <a:rPr lang="fr-FR" smtClean="0"/>
              <a:t>Show off Your glory, let heaven invade
6-  NOUS ATTENDONS  EN LOUANGE, EN ADORATION </a:t>
            </a:r>
          </a:p>
          <a:p>
            <a:r>
              <a:rPr lang="fr-FR" smtClean="0"/>
              <a:t>We're waiting with worship We're waiting with praise
7-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8-  NOTRE DIEU EST VRAI IL VIT EN MOI</a:t>
            </a:r>
          </a:p>
          <a:p>
            <a:r>
              <a:rPr lang="fr-FR" smtClean="0"/>
              <a:t>Our God is risen, He is alive
9-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r>
              <a:rPr lang="fr-FR" smtClean="0"/>
              <a:t>
	Refrain :</a:t>
            </a:r>
          </a:p>
        </p:txBody>
      </p:sp>
    </p:spTree>
    <p:extLst>
      <p:ext uri="{BB962C8B-B14F-4D97-AF65-F5344CB8AC3E}">
        <p14:creationId xmlns:p14="http://schemas.microsoft.com/office/powerpoint/2010/main" val="660679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ALLÉLUIA, OUI LA VICTOIRE EST À TOI ALLÉLUIA, TU AS TOUT GAGNÉ POUR MOI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Hallelujah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have won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Hallelujah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have won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for me
	2-  LA MORT N'A PU TE GARDER TU ES RESSUSCITÉ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Death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hold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down, You are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King
	3-  TU RÈGNES EN MAJESTÉ TU ES ROI À JAMAIS		x2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Seated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majesty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You are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King</a:t>
            </a: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LAISSE-MOI SANS VOIX, ÉMERVEILLÉ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astounded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amazed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5-  MONTRE-NOUS TA GLOIRE  VIENS NOUS SUBMERGER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 off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let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heaven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invade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6-  NOUS ATTENDONS  EN LOUANGE, EN ADORATION </a:t>
            </a:r>
          </a:p>
          <a:p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worship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waiting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praise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7-  QUE TA PUISSANTE PRÉSENCE  VIENNE NOUS SUBMERGER             x2
For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almighty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presence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invade</a:t>
            </a:r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NOTRE DIEU EST VRAI IL VIT EN MOI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God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risen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alive
9-  VICTORIEUX À JAMAIS  IL RÉGNERA                 x4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victory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He </a:t>
            </a:r>
            <a:r>
              <a:rPr lang="fr-FR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reigns</a:t>
            </a:r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on high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2-  LA MORT N'A PU TE GARDER TU ES RESSUSCITÉ</a:t>
            </a:r>
          </a:p>
          <a:p>
            <a:r>
              <a:rPr lang="fr-FR" smtClean="0"/>
              <a:t>                        Death could not hold You down, You are the risen King
	3-  TU RÈGNES EN MAJESTÉ TU ES ROI À JAMAIS		x2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r>
              <a:rPr lang="fr-FR" smtClean="0"/>
              <a:t>4-  LAISSE-MOI SANS VOIX, ÉMERVEILLÉ </a:t>
            </a:r>
          </a:p>
          <a:p>
            <a:r>
              <a:rPr lang="fr-FR" smtClean="0"/>
              <a:t>Leave me astounded, leave me amazed
5-  MONTRE-NOUS TA GLOIRE  VIENS NOUS SUBMERGER </a:t>
            </a:r>
          </a:p>
          <a:p>
            <a:r>
              <a:rPr lang="fr-FR" smtClean="0"/>
              <a:t>Show off Your glory, let heaven invade
6-  NOUS ATTENDONS  EN LOUANGE, EN ADORATION </a:t>
            </a:r>
          </a:p>
          <a:p>
            <a:r>
              <a:rPr lang="fr-FR" smtClean="0"/>
              <a:t>We're waiting with worship We're waiting with praise
7-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8-  NOTRE DIEU EST VRAI IL VIT EN MOI</a:t>
            </a:r>
          </a:p>
          <a:p>
            <a:r>
              <a:rPr lang="fr-FR" smtClean="0"/>
              <a:t>Our God is risen, He is alive
9-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r>
              <a:rPr lang="fr-FR" smtClean="0"/>
              <a:t>
	Refrain :</a:t>
            </a:r>
          </a:p>
        </p:txBody>
      </p:sp>
    </p:spTree>
    <p:extLst>
      <p:ext uri="{BB962C8B-B14F-4D97-AF65-F5344CB8AC3E}">
        <p14:creationId xmlns:p14="http://schemas.microsoft.com/office/powerpoint/2010/main" val="390272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ALLÉLUIA, OUI LA VICTOIRE EST À TOI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Hallelujah, You have won the victory Hallelujah, You have won it all for me
	2-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Death could not hold You down, You are the risen King
	3-  TU RÈGNES EN MAJESTÉ TU ES ROI À JAMAIS	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LAISSE-MOI SANS VOIX, ÉMERVEILLÉ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 me astounded, leave me amazed
5-  MONTRE-NOUS TA GLOIRE  VIENS NOUS SUBMERGER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 off Your glory, let heaven invade
6-  NOUS ATTENDONS  EN LOUANGE, EN ADORATION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 waiting with worship We're waiting with praise
7-  QUE TA PUISSANTE PRÉSENCE  VIENNE NOUS SUBMERGER             x2
For the almighty presence of God to invade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God is risen, He is alive
9-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victory, He reigns on high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2-  LA MORT N'A PU TE GARDER TU ES RESSUSCITÉ</a:t>
            </a:r>
          </a:p>
          <a:p>
            <a:r>
              <a:rPr lang="fr-FR" smtClean="0"/>
              <a:t>                        Death could not hold You down, You are the risen King
	3-  TU RÈGNES EN MAJESTÉ TU ES ROI À JAMAIS		x2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r>
              <a:rPr lang="fr-FR" smtClean="0"/>
              <a:t>4-  LAISSE-MOI SANS VOIX, ÉMERVEILLÉ </a:t>
            </a:r>
          </a:p>
          <a:p>
            <a:r>
              <a:rPr lang="fr-FR" smtClean="0"/>
              <a:t>Leave me astounded, leave me amazed
5-  MONTRE-NOUS TA GLOIRE  VIENS NOUS SUBMERGER </a:t>
            </a:r>
          </a:p>
          <a:p>
            <a:r>
              <a:rPr lang="fr-FR" smtClean="0"/>
              <a:t>Show off Your glory, let heaven invade
6-  NOUS ATTENDONS  EN LOUANGE, EN ADORATION </a:t>
            </a:r>
          </a:p>
          <a:p>
            <a:r>
              <a:rPr lang="fr-FR" smtClean="0"/>
              <a:t>We're waiting with worship We're waiting with praise
7-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8-  NOTRE DIEU EST VRAI IL VIT EN MOI</a:t>
            </a:r>
          </a:p>
          <a:p>
            <a:r>
              <a:rPr lang="fr-FR" smtClean="0"/>
              <a:t>Our God is risen, He is alive
9-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r>
              <a:rPr lang="fr-FR" smtClean="0"/>
              <a:t>
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7896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1-  ALLÉLUIA, OUI LA VICTOIRE EST À TOI ALLÉLUIA, TU AS TOUT GAGNÉ POUR MOI</a:t>
            </a:r>
          </a:p>
          <a:p>
            <a:pPr>
              <a:defRPr/>
            </a:pPr>
            <a:r>
              <a:rPr lang="fr-FR" smtClean="0"/>
              <a:t>	Hallelujah, You have won the victory Hallelujah, You have won it all for me
	2-  LA MORT N'A PU TE GARDER TU ES RESSUSCITÉ</a:t>
            </a:r>
          </a:p>
          <a:p>
            <a:pPr>
              <a:defRPr/>
            </a:pPr>
            <a:r>
              <a:rPr lang="fr-FR" smtClean="0"/>
              <a:t>                        Death could not hold You down, You are the risen King
	3-  TU RÈGNES EN MAJESTÉ TU ES ROI À JAMAIS		x2</a:t>
            </a:r>
          </a:p>
          <a:p>
            <a:pPr>
              <a:defRPr/>
            </a:pPr>
            <a:r>
              <a:rPr lang="fr-FR" smtClean="0"/>
              <a:t>                        Seated in majesty, You are the risen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5-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6-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7-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NOTRE DIEU EST VRAI IL VIT EN MOI</a:t>
            </a:r>
          </a:p>
          <a:p>
            <a:pPr>
              <a:defRPr/>
            </a:pPr>
            <a:r>
              <a:rPr lang="fr-FR" smtClean="0"/>
              <a:t>Our God is risen, He is alive
9-  VICTORIEUX À JAMAIS  IL RÉGNERA                 x4</a:t>
            </a:r>
          </a:p>
          <a:p>
            <a:pPr>
              <a:defRPr/>
            </a:pPr>
            <a:r>
              <a:rPr lang="fr-FR" smtClean="0"/>
              <a:t>He won the victory, He reigns on high</a:t>
            </a:r>
          </a:p>
          <a:p>
            <a:pPr>
              <a:defRPr/>
            </a:pPr>
            <a:r>
              <a:rPr lang="fr-FR" smtClean="0"/>
              <a:t>
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2-  LA MORT N'A PU TE GARDER TU ES RESSUSCITÉ</a:t>
            </a:r>
          </a:p>
          <a:p>
            <a:r>
              <a:rPr lang="fr-FR" smtClean="0"/>
              <a:t>                        Death could not hold You down, You are the risen King
	3-  TU RÈGNES EN MAJESTÉ TU ES ROI À JAMAIS		x2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r>
              <a:rPr lang="fr-FR" smtClean="0"/>
              <a:t>4-  LAISSE-MOI SANS VOIX, ÉMERVEILLÉ </a:t>
            </a:r>
          </a:p>
          <a:p>
            <a:r>
              <a:rPr lang="fr-FR" smtClean="0"/>
              <a:t>Leave me astounded, leave me amazed
5-  MONTRE-NOUS TA GLOIRE  VIENS NOUS SUBMERGER </a:t>
            </a:r>
          </a:p>
          <a:p>
            <a:r>
              <a:rPr lang="fr-FR" smtClean="0"/>
              <a:t>Show off Your glory, let heaven invade
6-  NOUS ATTENDONS  EN LOUANGE, EN ADORATION </a:t>
            </a:r>
          </a:p>
          <a:p>
            <a:r>
              <a:rPr lang="fr-FR" smtClean="0"/>
              <a:t>We're waiting with worship We're waiting with praise
7-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8-  NOTRE DIEU EST VRAI IL VIT EN MOI</a:t>
            </a:r>
          </a:p>
          <a:p>
            <a:r>
              <a:rPr lang="fr-FR" smtClean="0"/>
              <a:t>Our God is risen, He is alive
9-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r>
              <a:rPr lang="fr-FR" smtClean="0"/>
              <a:t>
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230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1-  ALLÉLUIA, OUI LA VICTOIRE EST À TOI ALLÉLUIA, TU AS TOUT GAGNÉ POUR MOI</a:t>
            </a:r>
          </a:p>
          <a:p>
            <a:pPr>
              <a:defRPr/>
            </a:pPr>
            <a:r>
              <a:rPr lang="fr-FR" smtClean="0"/>
              <a:t>	Hallelujah, You have won the victory Hallelujah, You have won it all for me
	2-  LA MORT N'A PU TE GARDER TU ES RESSUSCITÉ</a:t>
            </a:r>
          </a:p>
          <a:p>
            <a:pPr>
              <a:defRPr/>
            </a:pPr>
            <a:r>
              <a:rPr lang="fr-FR" smtClean="0"/>
              <a:t>                        Death could not hold You down, You are the risen King
	3-  TU RÈGNES EN MAJESTÉ TU ES ROI À JAMAIS		x2</a:t>
            </a:r>
          </a:p>
          <a:p>
            <a:pPr>
              <a:defRPr/>
            </a:pPr>
            <a:r>
              <a:rPr lang="fr-FR" smtClean="0"/>
              <a:t>                        Seated in majesty, You are the risen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5-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6-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7-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NOTRE DIEU EST VRAI IL VIT EN MOI</a:t>
            </a:r>
          </a:p>
          <a:p>
            <a:pPr>
              <a:defRPr/>
            </a:pPr>
            <a:r>
              <a:rPr lang="fr-FR" smtClean="0"/>
              <a:t>Our God is risen, He is alive
9-  VICTORIEUX À JAMAIS  IL RÉGNERA                 x4</a:t>
            </a:r>
          </a:p>
          <a:p>
            <a:pPr>
              <a:defRPr/>
            </a:pPr>
            <a:r>
              <a:rPr lang="fr-FR" smtClean="0"/>
              <a:t>He won the victory, He reigns on high</a:t>
            </a:r>
          </a:p>
          <a:p>
            <a:pPr>
              <a:defRPr/>
            </a:pPr>
            <a:r>
              <a:rPr lang="fr-FR" smtClean="0"/>
              <a:t>
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2-  LA MORT N'A PU TE GARDER TU ES RESSUSCITÉ</a:t>
            </a:r>
          </a:p>
          <a:p>
            <a:r>
              <a:rPr lang="fr-FR" smtClean="0"/>
              <a:t>                        Death could not hold You down, You are the risen King
	3-  TU RÈGNES EN MAJESTÉ TU ES ROI À JAMAIS		x2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r>
              <a:rPr lang="fr-FR" smtClean="0"/>
              <a:t>4-  LAISSE-MOI SANS VOIX, ÉMERVEILLÉ </a:t>
            </a:r>
          </a:p>
          <a:p>
            <a:r>
              <a:rPr lang="fr-FR" smtClean="0"/>
              <a:t>Leave me astounded, leave me amazed
5-  MONTRE-NOUS TA GLOIRE  VIENS NOUS SUBMERGER </a:t>
            </a:r>
          </a:p>
          <a:p>
            <a:r>
              <a:rPr lang="fr-FR" smtClean="0"/>
              <a:t>Show off Your glory, let heaven invade
6-  NOUS ATTENDONS  EN LOUANGE, EN ADORATION </a:t>
            </a:r>
          </a:p>
          <a:p>
            <a:r>
              <a:rPr lang="fr-FR" smtClean="0"/>
              <a:t>We're waiting with worship We're waiting with praise
7-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8-  NOTRE DIEU EST VRAI IL VIT EN MOI</a:t>
            </a:r>
          </a:p>
          <a:p>
            <a:r>
              <a:rPr lang="fr-FR" smtClean="0"/>
              <a:t>Our God is risen, He is alive
9-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r>
              <a:rPr lang="fr-FR" smtClean="0"/>
              <a:t>
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43531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r>
              <a:rPr lang="fr-FR" smtClean="0"/>
              <a:t>	1-  ALLÉLUIA, OUI LA VICTOIRE EST À TOI ALLÉLUIA, TU AS TOUT GAGNÉ POUR MOI</a:t>
            </a:r>
          </a:p>
          <a:p>
            <a:pPr>
              <a:defRPr/>
            </a:pPr>
            <a:r>
              <a:rPr lang="fr-FR" smtClean="0"/>
              <a:t>	Hallelujah, You have won the victory Hallelujah, You have won it all for me
	2-  LA MORT N'A PU TE GARDER TU ES RESSUSCITÉ</a:t>
            </a:r>
          </a:p>
          <a:p>
            <a:pPr>
              <a:defRPr/>
            </a:pPr>
            <a:r>
              <a:rPr lang="fr-FR" smtClean="0"/>
              <a:t>                        Death could not hold You down, You are the risen King
	3-  TU RÈGNES EN MAJESTÉ TU ES ROI À JAMAIS		x2</a:t>
            </a:r>
          </a:p>
          <a:p>
            <a:pPr>
              <a:defRPr/>
            </a:pPr>
            <a:r>
              <a:rPr lang="fr-FR" smtClean="0"/>
              <a:t>                        Seated in majesty, You are the risen King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LAISSE-MOI SANS VOIX, ÉMERVEILLÉ </a:t>
            </a:r>
          </a:p>
          <a:p>
            <a:pPr>
              <a:defRPr/>
            </a:pPr>
            <a:r>
              <a:rPr lang="fr-FR" smtClean="0"/>
              <a:t>Leave me astounded, leave me amazed
5-  MONTRE-NOUS TA GLOIRE  VIENS NOUS SUBMERGER </a:t>
            </a:r>
          </a:p>
          <a:p>
            <a:pPr>
              <a:defRPr/>
            </a:pPr>
            <a:r>
              <a:rPr lang="fr-FR" smtClean="0"/>
              <a:t>Show off Your glory, let heaven invade
6-  NOUS ATTENDONS  EN LOUANGE, EN ADORATION </a:t>
            </a:r>
          </a:p>
          <a:p>
            <a:pPr>
              <a:defRPr/>
            </a:pPr>
            <a:r>
              <a:rPr lang="fr-FR" smtClean="0"/>
              <a:t>We're waiting with worship We're waiting with praise
7-  QUE TA PUISSANTE PRÉSENCE  VIENNE NOUS SUBMERGER             x2
For the almighty presence of God to invade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NOTRE DIEU EST VRAI IL VIT EN MOI</a:t>
            </a:r>
          </a:p>
          <a:p>
            <a:pPr>
              <a:defRPr/>
            </a:pPr>
            <a:r>
              <a:rPr lang="fr-FR" smtClean="0"/>
              <a:t>Our God is risen, He is alive
9-  VICTORIEUX À JAMAIS  IL RÉGNERA                 x4</a:t>
            </a:r>
          </a:p>
          <a:p>
            <a:pPr>
              <a:defRPr/>
            </a:pPr>
            <a:r>
              <a:rPr lang="fr-FR" smtClean="0"/>
              <a:t>He won the victory, He reigns on high</a:t>
            </a:r>
          </a:p>
          <a:p>
            <a:pPr>
              <a:defRPr/>
            </a:pPr>
            <a:r>
              <a:rPr lang="fr-FR" smtClean="0"/>
              <a:t>
	Refrain :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2-  LA MORT N'A PU TE GARDER TU ES RESSUSCITÉ</a:t>
            </a:r>
          </a:p>
          <a:p>
            <a:r>
              <a:rPr lang="fr-FR" smtClean="0"/>
              <a:t>                        Death could not hold You down, You are the risen King
	3-  TU RÈGNES EN MAJESTÉ TU ES ROI À JAMAIS		x2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r>
              <a:rPr lang="fr-FR" smtClean="0"/>
              <a:t>4-  LAISSE-MOI SANS VOIX, ÉMERVEILLÉ </a:t>
            </a:r>
          </a:p>
          <a:p>
            <a:r>
              <a:rPr lang="fr-FR" smtClean="0"/>
              <a:t>Leave me astounded, leave me amazed
5-  MONTRE-NOUS TA GLOIRE  VIENS NOUS SUBMERGER </a:t>
            </a:r>
          </a:p>
          <a:p>
            <a:r>
              <a:rPr lang="fr-FR" smtClean="0"/>
              <a:t>Show off Your glory, let heaven invade
6-  NOUS ATTENDONS  EN LOUANGE, EN ADORATION </a:t>
            </a:r>
          </a:p>
          <a:p>
            <a:r>
              <a:rPr lang="fr-FR" smtClean="0"/>
              <a:t>We're waiting with worship We're waiting with praise
7-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8-  NOTRE DIEU EST VRAI IL VIT EN MOI</a:t>
            </a:r>
          </a:p>
          <a:p>
            <a:r>
              <a:rPr lang="fr-FR" smtClean="0"/>
              <a:t>Our God is risen, He is alive
9-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r>
              <a:rPr lang="fr-FR" smtClean="0"/>
              <a:t>
	Refrain :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7806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ALLÉLUIA, OUI LA VICTOIRE EST À TOI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Hallelujah, You have won the victory Hallelujah, You have won it all for me
	2-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Death could not hold You down, You are the risen King
	3-  TU RÈGNES EN MAJESTÉ TU ES ROI À JAMAIS	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LAISSE-MOI SANS VOIX, ÉMERVEILLÉ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 me astounded, leave me amazed
5-  MONTRE-NOUS TA GLOIRE  VIENS NOUS SUBMERGER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 off Your glory, let heaven invade
6-  NOUS ATTENDONS  EN LOUANGE, EN ADORATION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 waiting with worship We're waiting with praise
7-  QUE TA PUISSANTE PRÉSENCE  VIENNE NOUS SUBMERGER             x2
For the almighty presence of God to invade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God is risen, He is alive
9-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victory, He reigns on high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2-  LA MORT N'A PU TE GARDER TU ES RESSUSCITÉ</a:t>
            </a:r>
          </a:p>
          <a:p>
            <a:r>
              <a:rPr lang="fr-FR" smtClean="0"/>
              <a:t>                        Death could not hold You down, You are the risen King
	3-  TU RÈGNES EN MAJESTÉ TU ES ROI À JAMAIS		x2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r>
              <a:rPr lang="fr-FR" smtClean="0"/>
              <a:t>4-  LAISSE-MOI SANS VOIX, ÉMERVEILLÉ </a:t>
            </a:r>
          </a:p>
          <a:p>
            <a:r>
              <a:rPr lang="fr-FR" smtClean="0"/>
              <a:t>Leave me astounded, leave me amazed
5-  MONTRE-NOUS TA GLOIRE  VIENS NOUS SUBMERGER </a:t>
            </a:r>
          </a:p>
          <a:p>
            <a:r>
              <a:rPr lang="fr-FR" smtClean="0"/>
              <a:t>Show off Your glory, let heaven invade
6-  NOUS ATTENDONS  EN LOUANGE, EN ADORATION </a:t>
            </a:r>
          </a:p>
          <a:p>
            <a:r>
              <a:rPr lang="fr-FR" smtClean="0"/>
              <a:t>We're waiting with worship We're waiting with praise
7-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8-  NOTRE DIEU EST VRAI IL VIT EN MOI</a:t>
            </a:r>
          </a:p>
          <a:p>
            <a:r>
              <a:rPr lang="fr-FR" smtClean="0"/>
              <a:t>Our God is risen, He is alive
9-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r>
              <a:rPr lang="fr-FR" smtClean="0"/>
              <a:t>
	Refrain :</a:t>
            </a:r>
          </a:p>
        </p:txBody>
      </p:sp>
    </p:spTree>
    <p:extLst>
      <p:ext uri="{BB962C8B-B14F-4D97-AF65-F5344CB8AC3E}">
        <p14:creationId xmlns:p14="http://schemas.microsoft.com/office/powerpoint/2010/main" val="31169144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Refrain :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1-  ALLÉLUIA, OUI LA VICTOIRE EST À TOI ALLÉLUIA, TU AS TOUT GAGNÉ POUR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Hallelujah, You have won the victory Hallelujah, You have won it all for me
	2-  LA MORT N'A PU TE GARDER TU ES RESSUSCITÉ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Death could not hold You down, You are the risen King
	3-  TU RÈGNES EN MAJESTÉ TU ES ROI À JAMAIS		x2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Seated in majesty, You are the risen King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4-  LAISSE-MOI SANS VOIX, ÉMERVEILLÉ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 me astounded, leave me amazed
5-  MONTRE-NOUS TA GLOIRE  VIENS NOUS SUBMERGER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 off Your glory, let heaven invade
6-  NOUS ATTENDONS  EN LOUANGE, EN ADORATION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We're waiting with worship We're waiting with praise
7-  QUE TA PUISSANTE PRÉSENCE  VIENNE NOUS SUBMERGER             x2
For the almighty presence of God to invade</a:t>
            </a:r>
          </a:p>
          <a:p>
            <a:endParaRPr lang="fr-FR" sz="1200" kern="120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8-  NOTRE DIEU EST VRAI IL VIT EN MOI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God is risen, He is alive
9-  VICTORIEUX À JAMAIS  IL RÉGNERA                 x4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 won the victory, He reigns on high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	Refrain :</a:t>
            </a: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	Refrain :</a:t>
            </a:r>
          </a:p>
          <a:p>
            <a:r>
              <a:rPr lang="fr-FR" smtClean="0"/>
              <a:t>	1-  ALLÉLUIA, OUI LA VICTOIRE EST À TOI ALLÉLUIA, TU AS TOUT GAGNÉ POUR MOI</a:t>
            </a:r>
          </a:p>
          <a:p>
            <a:r>
              <a:rPr lang="fr-FR" smtClean="0"/>
              <a:t>	Hallelujah, You have won the victory Hallelujah, You have won it all for me
	2-  LA MORT N'A PU TE GARDER TU ES RESSUSCITÉ</a:t>
            </a:r>
          </a:p>
          <a:p>
            <a:r>
              <a:rPr lang="fr-FR" smtClean="0"/>
              <a:t>                        Death could not hold You down, You are the risen King
	3-  TU RÈGNES EN MAJESTÉ TU ES ROI À JAMAIS		x2</a:t>
            </a:r>
          </a:p>
          <a:p>
            <a:r>
              <a:rPr lang="fr-FR" smtClean="0"/>
              <a:t>                        Seated in majesty, You are the risen King</a:t>
            </a:r>
          </a:p>
          <a:p>
            <a:endParaRPr lang="fr-FR" smtClean="0"/>
          </a:p>
          <a:p>
            <a:r>
              <a:rPr lang="fr-FR" smtClean="0"/>
              <a:t>4-  LAISSE-MOI SANS VOIX, ÉMERVEILLÉ </a:t>
            </a:r>
          </a:p>
          <a:p>
            <a:r>
              <a:rPr lang="fr-FR" smtClean="0"/>
              <a:t>Leave me astounded, leave me amazed
5-  MONTRE-NOUS TA GLOIRE  VIENS NOUS SUBMERGER </a:t>
            </a:r>
          </a:p>
          <a:p>
            <a:r>
              <a:rPr lang="fr-FR" smtClean="0"/>
              <a:t>Show off Your glory, let heaven invade
6-  NOUS ATTENDONS  EN LOUANGE, EN ADORATION </a:t>
            </a:r>
          </a:p>
          <a:p>
            <a:r>
              <a:rPr lang="fr-FR" smtClean="0"/>
              <a:t>We're waiting with worship We're waiting with praise
7-  QUE TA PUISSANTE PRÉSENCE  VIENNE NOUS SUBMERGER             x2
For the almighty presence of God to invade</a:t>
            </a:r>
          </a:p>
          <a:p>
            <a:endParaRPr lang="fr-FR" smtClean="0"/>
          </a:p>
          <a:p>
            <a:r>
              <a:rPr lang="fr-FR" smtClean="0"/>
              <a:t>8-  NOTRE DIEU EST VRAI IL VIT EN MOI</a:t>
            </a:r>
          </a:p>
          <a:p>
            <a:r>
              <a:rPr lang="fr-FR" smtClean="0"/>
              <a:t>Our God is risen, He is alive
9-  VICTORIEUX À JAMAIS  IL RÉGNERA                 x4</a:t>
            </a:r>
          </a:p>
          <a:p>
            <a:r>
              <a:rPr lang="fr-FR" smtClean="0"/>
              <a:t>He won the victory, He reigns on high</a:t>
            </a:r>
          </a:p>
          <a:p>
            <a:r>
              <a:rPr lang="fr-FR" smtClean="0"/>
              <a:t>
	Refrain :</a:t>
            </a:r>
          </a:p>
        </p:txBody>
      </p:sp>
    </p:spTree>
    <p:extLst>
      <p:ext uri="{BB962C8B-B14F-4D97-AF65-F5344CB8AC3E}">
        <p14:creationId xmlns:p14="http://schemas.microsoft.com/office/powerpoint/2010/main" val="149520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9269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ALLÉLUIA, OUI LA VICTOIRE EST À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ALLÉLUIA, TU AS TOUT GAGNÉ POUR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39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MORT N'A PU TE GARDER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RESSUSCITÉ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25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RÈGNES EN MAJESTÉ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TU ES ROI À JAMAIS 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369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4064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LAISSE-MOI SANS VOIX, ÉMERVEILLÉ</a:t>
            </a:r>
          </a:p>
        </p:txBody>
      </p:sp>
    </p:spTree>
    <p:extLst>
      <p:ext uri="{BB962C8B-B14F-4D97-AF65-F5344CB8AC3E}">
        <p14:creationId xmlns:p14="http://schemas.microsoft.com/office/powerpoint/2010/main" val="3644696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MONTRE-NOUS TA GLOIRE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VIENS NOUS SUBMERGER</a:t>
            </a:r>
          </a:p>
        </p:txBody>
      </p:sp>
    </p:spTree>
    <p:extLst>
      <p:ext uri="{BB962C8B-B14F-4D97-AF65-F5344CB8AC3E}">
        <p14:creationId xmlns:p14="http://schemas.microsoft.com/office/powerpoint/2010/main" val="1885973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NOUS ATTENDONS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EN LOUANGE, EN ADORATION</a:t>
            </a:r>
          </a:p>
        </p:txBody>
      </p:sp>
    </p:spTree>
    <p:extLst>
      <p:ext uri="{BB962C8B-B14F-4D97-AF65-F5344CB8AC3E}">
        <p14:creationId xmlns:p14="http://schemas.microsoft.com/office/powerpoint/2010/main" val="258354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QUE TA PUISSANTE PRÉSENCE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VIENNE NOUS SUBMERGER</a:t>
            </a:r>
          </a:p>
        </p:txBody>
      </p:sp>
    </p:spTree>
    <p:extLst>
      <p:ext uri="{BB962C8B-B14F-4D97-AF65-F5344CB8AC3E}">
        <p14:creationId xmlns:p14="http://schemas.microsoft.com/office/powerpoint/2010/main" val="139058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NOTRE DIEU EST VRAI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VIT EN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59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VICTORIEUX À JAMAIS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IL RÉGNERA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36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73</Words>
  <Application>Microsoft Office PowerPoint</Application>
  <PresentationFormat>Affichage à l'écran (4:3)</PresentationFormat>
  <Paragraphs>287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104</cp:revision>
  <dcterms:created xsi:type="dcterms:W3CDTF">2002-08-17T13:12:10Z</dcterms:created>
  <dcterms:modified xsi:type="dcterms:W3CDTF">2022-05-29T10:34:01Z</dcterms:modified>
</cp:coreProperties>
</file>