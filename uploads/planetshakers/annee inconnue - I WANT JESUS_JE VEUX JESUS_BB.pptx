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6" r:id="rId2"/>
    <p:sldId id="309" r:id="rId3"/>
    <p:sldId id="310" r:id="rId4"/>
    <p:sldId id="308" r:id="rId5"/>
    <p:sldId id="307" r:id="rId6"/>
    <p:sldId id="311" r:id="rId7"/>
    <p:sldId id="306" r:id="rId8"/>
    <p:sldId id="305" r:id="rId9"/>
    <p:sldId id="304" r:id="rId10"/>
    <p:sldId id="303" r:id="rId11"/>
    <p:sldId id="302" r:id="rId12"/>
    <p:sldId id="301" r:id="rId13"/>
    <p:sldId id="312" r:id="rId14"/>
    <p:sldId id="300" r:id="rId15"/>
    <p:sldId id="299" r:id="rId16"/>
    <p:sldId id="313" r:id="rId17"/>
    <p:sldId id="298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51376" autoAdjust="0"/>
  </p:normalViewPr>
  <p:slideViewPr>
    <p:cSldViewPr>
      <p:cViewPr>
        <p:scale>
          <a:sx n="30" d="100"/>
          <a:sy n="30" d="100"/>
        </p:scale>
        <p:origin x="-1536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vulnerable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You to come and move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belongs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consume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wonder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room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overwhelmed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recieve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consume me Come and consume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anything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over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embrace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Waves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consume me Come and consume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cries out for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soul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longs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soul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longs for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vulnerable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You to come and move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belongs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consume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wonder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room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overwhelmed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recieve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consume me Come and consume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anything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over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embrace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Waves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consume me Come and consume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cries out for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soul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longs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soul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longs for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VIENS À TOI, VULNÉRABLE JE SUIS PRÊT POUR TOI, TE VOIR AGIR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I am Lord vulnerable Ready for You to come and move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C’EST LÀ CE QUE MON CŒUR DÉSIRE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where my heart belongs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DANS TA PRÉSENCE VIENS ME CONSUMER 
With Your Presence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TOUTES CES MERVEILLES TOUT AUTOUR TU ES LÀ, JE SAIS QUE TU M’ENTOURES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wonder fill the room You're here, I am overwhelmed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J’ABANDONNE TOUT, ET JE REÇOIS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 let go I recieve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DANS TA PRÉSENCE VIENS ME CONSUMER 
With Your Presence come and consume me Come and consume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VEUX JÉSUS C’EST TOUT CE QUE JE DÉSIRE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More than anything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JE VEUX JÉSUS ENCORE ET ENCORE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 All over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JE VIS CHAQUE JOUR  LÀ DANS TES BRAS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live life each day in Your embrace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10-  JE VEUX JÉSUS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want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LE CIEL DESCEND QUAND TU ES LÀ JE SUIS COUVERT DE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Feels like heaven when You're here Waves of glory cover me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TON ESPRIT M’ENVAHISSE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Your spirit saturate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DANS TA PRÉSENCE VIENS ME CONSUMER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Your presence come and consume me Come and consume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PLUS QUE TOUTE AUTRE CHOSE MON CŒUR CRIE APRÈS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 My heart cries out for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PLUS QUE DE TOUTE AUTRE CHOSE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than anything else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MON ÂME A SOIF MON ÂME A SOIF DE TOI           x2
My soul it longs My soul it longs for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VIENS À TOI, VULNÉRABLE JE SUIS PRÊT POUR TOI, TE VOIR AGIR </a:t>
            </a:r>
          </a:p>
          <a:p>
            <a:r>
              <a:rPr lang="fr-FR" smtClean="0"/>
              <a:t>Here I am Lord vulnerable Ready for You to come and move</a:t>
            </a:r>
          </a:p>
          <a:p>
            <a:r>
              <a:rPr lang="fr-FR" smtClean="0"/>
              <a:t>
2-  C’EST LÀ CE QUE MON CŒUR DÉSIRE </a:t>
            </a:r>
          </a:p>
          <a:p>
            <a:r>
              <a:rPr lang="fr-FR" smtClean="0"/>
              <a:t>This is where my heart belongs</a:t>
            </a:r>
          </a:p>
          <a:p>
            <a:r>
              <a:rPr lang="fr-FR" smtClean="0"/>
              <a:t>
3-  DANS TA PRÉSENCE VIENS ME CONSUMER 
With Your Presence come and consume me</a:t>
            </a:r>
          </a:p>
          <a:p>
            <a:endParaRPr lang="fr-FR" smtClean="0"/>
          </a:p>
          <a:p>
            <a:r>
              <a:rPr lang="fr-FR" smtClean="0"/>
              <a:t>4-  TOUTES CES MERVEILLES TOUT AUTOUR TU ES LÀ, JE SAIS QUE TU M’ENTOURES </a:t>
            </a:r>
          </a:p>
          <a:p>
            <a:r>
              <a:rPr lang="fr-FR" smtClean="0"/>
              <a:t>I feel wonder fill the room You're here, I am overwhelmed</a:t>
            </a:r>
          </a:p>
          <a:p>
            <a:r>
              <a:rPr lang="fr-FR" smtClean="0"/>
              <a:t>
5-  J’ABANDONNE TOUT, ET JE REÇOIS </a:t>
            </a:r>
          </a:p>
          <a:p>
            <a:r>
              <a:rPr lang="fr-FR" smtClean="0"/>
              <a:t>As I let go I recieve</a:t>
            </a:r>
          </a:p>
          <a:p>
            <a:r>
              <a:rPr lang="fr-FR" smtClean="0"/>
              <a:t>
6-  DANS TA PRÉSENCE VIENS ME CONSUMER 
With Your Presence come and consume me Come and consume me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JE VEUX JÉSUS C’EST TOUT CE QUE JE DÉSIRE</a:t>
            </a:r>
          </a:p>
          <a:p>
            <a:r>
              <a:rPr lang="fr-FR" smtClean="0"/>
              <a:t>	I want Jesus More than anything</a:t>
            </a:r>
          </a:p>
          <a:p>
            <a:r>
              <a:rPr lang="fr-FR" smtClean="0"/>
              <a:t> 
	8-  JE VEUX JÉSUS ENCORE ET ENCORE </a:t>
            </a:r>
          </a:p>
          <a:p>
            <a:r>
              <a:rPr lang="fr-FR" smtClean="0"/>
              <a:t>	I want Jesus All over again</a:t>
            </a:r>
          </a:p>
          <a:p>
            <a:r>
              <a:rPr lang="fr-FR" smtClean="0"/>
              <a:t>
	9-  JE VIS CHAQUE JOUR  LÀ DANS TES BRAS</a:t>
            </a:r>
          </a:p>
          <a:p>
            <a:r>
              <a:rPr lang="fr-FR" smtClean="0"/>
              <a:t>	I live life each day in Your embrace</a:t>
            </a:r>
          </a:p>
          <a:p>
            <a:r>
              <a:rPr lang="fr-FR" smtClean="0"/>
              <a:t> 
	10-  JE VEUX JÉSUS  x2</a:t>
            </a:r>
          </a:p>
          <a:p>
            <a:r>
              <a:rPr lang="fr-FR" smtClean="0"/>
              <a:t>	I want Jesus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2:</a:t>
            </a:r>
          </a:p>
          <a:p>
            <a:r>
              <a:rPr lang="fr-FR" smtClean="0"/>
              <a:t>11-  LE CIEL DESCEND QUAND TU ES LÀ JE SUIS COUVERT DE TA GLOIRE </a:t>
            </a:r>
          </a:p>
          <a:p>
            <a:r>
              <a:rPr lang="fr-FR" smtClean="0"/>
              <a:t>Feels like heaven when You're here Waves of glory cover me</a:t>
            </a:r>
          </a:p>
          <a:p>
            <a:r>
              <a:rPr lang="fr-FR" smtClean="0"/>
              <a:t>
12-  QUE TON ESPRIT M’ENVAHISSE </a:t>
            </a:r>
          </a:p>
          <a:p>
            <a:r>
              <a:rPr lang="fr-FR" smtClean="0"/>
              <a:t>Let Your spirit saturate</a:t>
            </a:r>
          </a:p>
          <a:p>
            <a:r>
              <a:rPr lang="fr-FR" smtClean="0"/>
              <a:t>
13-  DANS TA PRÉSENCE VIENS ME CONSUMER </a:t>
            </a:r>
          </a:p>
          <a:p>
            <a:r>
              <a:rPr lang="fr-FR" smtClean="0"/>
              <a:t>With Your presence come and consume me Come and consume me</a:t>
            </a:r>
          </a:p>
          <a:p>
            <a:endParaRPr lang="fr-FR" smtClean="0"/>
          </a:p>
          <a:p>
            <a:r>
              <a:rPr lang="fr-FR" smtClean="0"/>
              <a:t>	Refrain :    x2</a:t>
            </a:r>
          </a:p>
          <a:p>
            <a:endParaRPr lang="fr-FR" smtClean="0"/>
          </a:p>
          <a:p>
            <a:r>
              <a:rPr lang="fr-FR" smtClean="0"/>
              <a:t>Pont :
14-  PLUS QUE TOUTE AUTRE CHOSE MON CŒUR CRIE APRÈS TOI </a:t>
            </a:r>
          </a:p>
          <a:p>
            <a:r>
              <a:rPr lang="fr-FR" smtClean="0"/>
              <a:t>More than anything else My heart cries out for You</a:t>
            </a:r>
          </a:p>
          <a:p>
            <a:r>
              <a:rPr lang="fr-FR" smtClean="0"/>
              <a:t>
15-  JÉSUS </a:t>
            </a:r>
          </a:p>
          <a:p>
            <a:r>
              <a:rPr lang="fr-FR" smtClean="0"/>
              <a:t>Jesus</a:t>
            </a:r>
          </a:p>
          <a:p>
            <a:r>
              <a:rPr lang="fr-FR" smtClean="0"/>
              <a:t>
16-  PLUS QUE DE TOUTE AUTRE CHOSE </a:t>
            </a:r>
          </a:p>
          <a:p>
            <a:r>
              <a:rPr lang="fr-FR" smtClean="0"/>
              <a:t>More than anything else</a:t>
            </a:r>
          </a:p>
          <a:p>
            <a:r>
              <a:rPr lang="fr-FR" smtClean="0"/>
              <a:t>
17-  MON ÂME A SOIF MON ÂME A SOIF DE TOI           x2
My soul it longs My soul it longs for You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   x2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À TOI, VULNÉRABLE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PRÊT POUR TOI, TE VOIR AGIR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LÀ CE QUE MON CŒUR DÉSIRE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ME CONSUMER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CES MERVEILLES TOUT AUTOUR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LÀ, JE SAIS QUE TU M’ENTOURES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J’ABANDONNE TOUT, ET JE REÇOIS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ME CONSUMER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TOUT CE QUE JE DÉSIRE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ENCORE ET ENCORE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VIS CHAQUE JOUR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LÀ DANS TES BRAS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DESCEND QUAND TU ES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COUVERT DE TA GLOIRE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ESPRIT M’ENVAHISSE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ME CONSUMER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QUE TOUTE AUTRE CHOSE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CŒUR CRIE APRÈS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QUE DE TOUTE AUTRE CHOSE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ÂME A SOIF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ÂME A SOIF DE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</TotalTime>
  <Words>1184</Words>
  <Application>Microsoft Office PowerPoint</Application>
  <PresentationFormat>Affichage à l'écran (4:3)</PresentationFormat>
  <Paragraphs>1558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166</cp:revision>
  <dcterms:created xsi:type="dcterms:W3CDTF">2002-08-17T10:50:50Z</dcterms:created>
  <dcterms:modified xsi:type="dcterms:W3CDTF">2019-05-26T06:45:14Z</dcterms:modified>
</cp:coreProperties>
</file>