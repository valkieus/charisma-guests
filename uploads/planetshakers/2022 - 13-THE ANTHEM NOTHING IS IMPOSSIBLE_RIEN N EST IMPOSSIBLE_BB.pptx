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550" autoAdjust="0"/>
    <p:restoredTop sz="47890" autoAdjust="0"/>
  </p:normalViewPr>
  <p:slideViewPr>
    <p:cSldViewPr>
      <p:cViewPr varScale="1">
        <p:scale>
          <a:sx n="52" d="100"/>
          <a:sy n="52" d="100"/>
        </p:scale>
        <p:origin x="3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/>
              <a:t>	Refrain : </a:t>
            </a:r>
          </a:p>
          <a:p>
            <a:pPr>
              <a:defRPr/>
            </a:pPr>
            <a:r>
              <a:rPr lang="fr-FR" dirty="0"/>
              <a:t>	1-  EN TOI JE PEUX TOUT ACCOMPLIR  JE PEUX TOUT RÉUSSIR </a:t>
            </a:r>
          </a:p>
          <a:p>
            <a:pPr>
              <a:defRPr/>
            </a:pPr>
            <a:r>
              <a:rPr lang="fr-FR" dirty="0"/>
              <a:t>	</a:t>
            </a:r>
            <a:r>
              <a:rPr lang="fr-FR" dirty="0" err="1"/>
              <a:t>Through</a:t>
            </a:r>
            <a:r>
              <a:rPr lang="fr-FR" dirty="0"/>
              <a:t> You I </a:t>
            </a:r>
            <a:r>
              <a:rPr lang="fr-FR" dirty="0" err="1"/>
              <a:t>can</a:t>
            </a:r>
            <a:r>
              <a:rPr lang="fr-FR" dirty="0"/>
              <a:t> do </a:t>
            </a:r>
            <a:r>
              <a:rPr lang="fr-FR" dirty="0" err="1"/>
              <a:t>anything</a:t>
            </a:r>
            <a:r>
              <a:rPr lang="fr-FR" dirty="0"/>
              <a:t> I </a:t>
            </a:r>
            <a:r>
              <a:rPr lang="fr-FR" dirty="0" err="1"/>
              <a:t>can</a:t>
            </a:r>
            <a:r>
              <a:rPr lang="fr-FR" dirty="0"/>
              <a:t> do all </a:t>
            </a:r>
            <a:r>
              <a:rPr lang="fr-FR" dirty="0" err="1"/>
              <a:t>things</a:t>
            </a:r>
            <a:r>
              <a:rPr lang="fr-FR" dirty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/>
              <a:t>	</a:t>
            </a:r>
            <a:r>
              <a:rPr lang="fr-FR" dirty="0" err="1"/>
              <a:t>ʻCause</a:t>
            </a:r>
            <a:r>
              <a:rPr lang="fr-FR" dirty="0"/>
              <a:t> </a:t>
            </a:r>
            <a:r>
              <a:rPr lang="fr-FR" dirty="0" err="1"/>
              <a:t>it's</a:t>
            </a:r>
            <a:r>
              <a:rPr lang="fr-FR" dirty="0"/>
              <a:t> You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me </a:t>
            </a:r>
            <a:r>
              <a:rPr lang="fr-FR" dirty="0" err="1"/>
              <a:t>strength</a:t>
            </a:r>
            <a:r>
              <a:rPr lang="fr-FR" dirty="0"/>
              <a:t> Nothing </a:t>
            </a:r>
            <a:r>
              <a:rPr lang="fr-FR" dirty="0" err="1"/>
              <a:t>is</a:t>
            </a:r>
            <a:r>
              <a:rPr lang="fr-FR" dirty="0"/>
              <a:t> impossible
	3-  EN TOI TOUT EST RESTAURÉE  LES FORTERESSES BRISÉES </a:t>
            </a:r>
          </a:p>
          <a:p>
            <a:pPr>
              <a:defRPr/>
            </a:pPr>
            <a:r>
              <a:rPr lang="fr-FR" dirty="0"/>
              <a:t>	</a:t>
            </a:r>
            <a:r>
              <a:rPr lang="fr-FR" dirty="0" err="1"/>
              <a:t>Through</a:t>
            </a:r>
            <a:r>
              <a:rPr lang="fr-FR" dirty="0"/>
              <a:t> You </a:t>
            </a:r>
            <a:r>
              <a:rPr lang="fr-FR" dirty="0" err="1"/>
              <a:t>blind</a:t>
            </a:r>
            <a:r>
              <a:rPr lang="fr-FR" dirty="0"/>
              <a:t> </a:t>
            </a:r>
            <a:r>
              <a:rPr lang="fr-FR" dirty="0" err="1"/>
              <a:t>eyes</a:t>
            </a:r>
            <a:r>
              <a:rPr lang="fr-FR" dirty="0"/>
              <a:t> are </a:t>
            </a:r>
            <a:r>
              <a:rPr lang="fr-FR" dirty="0" err="1"/>
              <a:t>opened</a:t>
            </a:r>
            <a:r>
              <a:rPr lang="fr-FR" dirty="0"/>
              <a:t> </a:t>
            </a:r>
            <a:r>
              <a:rPr lang="fr-FR" dirty="0" err="1"/>
              <a:t>Strongholds</a:t>
            </a:r>
            <a:r>
              <a:rPr lang="fr-FR" dirty="0"/>
              <a:t> are </a:t>
            </a:r>
            <a:r>
              <a:rPr lang="fr-FR" dirty="0" err="1"/>
              <a:t>broken</a:t>
            </a:r>
            <a:endParaRPr lang="fr-FR" dirty="0"/>
          </a:p>
          <a:p>
            <a:pPr>
              <a:defRPr/>
            </a:pPr>
            <a:r>
              <a:rPr lang="fr-FR" dirty="0"/>
              <a:t>	4-  JE VIVRAI PAR LA FOI JE SAIS QUE RIEN N'EST IMPOSSIBLE </a:t>
            </a:r>
          </a:p>
          <a:p>
            <a:pPr>
              <a:defRPr/>
            </a:pPr>
            <a:r>
              <a:rPr lang="fr-FR" dirty="0"/>
              <a:t>	I </a:t>
            </a:r>
            <a:r>
              <a:rPr lang="fr-FR" dirty="0" err="1"/>
              <a:t>am</a:t>
            </a:r>
            <a:r>
              <a:rPr lang="fr-FR" dirty="0"/>
              <a:t> living by </a:t>
            </a:r>
            <a:r>
              <a:rPr lang="fr-FR" dirty="0" err="1"/>
              <a:t>faith</a:t>
            </a:r>
            <a:r>
              <a:rPr lang="fr-FR" dirty="0"/>
              <a:t> Nothing </a:t>
            </a:r>
            <a:r>
              <a:rPr lang="fr-FR" dirty="0" err="1"/>
              <a:t>is</a:t>
            </a:r>
            <a:r>
              <a:rPr lang="fr-FR" dirty="0"/>
              <a:t> impossible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/>
              <a:t>Iʼm</a:t>
            </a:r>
            <a:r>
              <a:rPr lang="fr-FR" dirty="0"/>
              <a:t> not </a:t>
            </a:r>
            <a:r>
              <a:rPr lang="fr-FR" dirty="0" err="1"/>
              <a:t>gonna</a:t>
            </a:r>
            <a:r>
              <a:rPr lang="fr-FR" dirty="0"/>
              <a:t> live by </a:t>
            </a:r>
            <a:r>
              <a:rPr lang="fr-FR" dirty="0" err="1"/>
              <a:t>what</a:t>
            </a:r>
            <a:r>
              <a:rPr lang="fr-FR" dirty="0"/>
              <a:t> I </a:t>
            </a:r>
            <a:r>
              <a:rPr lang="fr-FR" dirty="0" err="1"/>
              <a:t>see</a:t>
            </a:r>
            <a:r>
              <a:rPr lang="fr-FR" dirty="0"/>
              <a:t>, </a:t>
            </a:r>
            <a:r>
              <a:rPr lang="fr-FR" dirty="0" err="1"/>
              <a:t>Iʼm</a:t>
            </a:r>
            <a:r>
              <a:rPr lang="fr-FR" dirty="0"/>
              <a:t> not </a:t>
            </a:r>
            <a:r>
              <a:rPr lang="fr-FR" dirty="0" err="1"/>
              <a:t>gonna</a:t>
            </a:r>
            <a:r>
              <a:rPr lang="fr-FR" dirty="0"/>
              <a:t> live by </a:t>
            </a:r>
            <a:r>
              <a:rPr lang="fr-FR" dirty="0" err="1"/>
              <a:t>what</a:t>
            </a:r>
            <a:r>
              <a:rPr lang="fr-FR" dirty="0"/>
              <a:t> I </a:t>
            </a:r>
            <a:r>
              <a:rPr lang="fr-FR" dirty="0" err="1"/>
              <a:t>feel</a:t>
            </a:r>
            <a:r>
              <a:rPr lang="fr-FR" dirty="0"/>
              <a:t>
6-  AU FOND JE SAIS QUE TU ES AVEC MOI JE SAIS QUE TU PEUX TOUT ACCOMPLIR  
</a:t>
            </a:r>
            <a:r>
              <a:rPr lang="fr-FR" dirty="0" err="1"/>
              <a:t>Deep</a:t>
            </a:r>
            <a:r>
              <a:rPr lang="fr-FR" dirty="0"/>
              <a:t> down I know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Youʼre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me I know </a:t>
            </a:r>
            <a:r>
              <a:rPr lang="fr-FR" dirty="0" err="1"/>
              <a:t>that</a:t>
            </a:r>
            <a:r>
              <a:rPr lang="fr-FR" dirty="0"/>
              <a:t> You </a:t>
            </a:r>
            <a:r>
              <a:rPr lang="fr-FR" dirty="0" err="1"/>
              <a:t>can</a:t>
            </a:r>
            <a:r>
              <a:rPr lang="fr-FR" dirty="0"/>
              <a:t> do </a:t>
            </a:r>
            <a:r>
              <a:rPr lang="fr-FR" dirty="0" err="1"/>
              <a:t>anything</a:t>
            </a:r>
            <a:endParaRPr lang="fr-FR" dirty="0"/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Couplet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 </a:t>
            </a:r>
          </a:p>
          <a:p>
            <a:pPr>
              <a:defRPr/>
            </a:pPr>
            <a:r>
              <a:rPr lang="fr-FR" dirty="0"/>
              <a:t>7-  OUI JE CROIS, OUI JE CROIS OUI CROIS, OUI JE CROIS EN TOI   </a:t>
            </a:r>
          </a:p>
          <a:p>
            <a:pPr>
              <a:defRPr/>
            </a:pPr>
            <a:r>
              <a:rPr lang="fr-FR" dirty="0"/>
              <a:t>I </a:t>
            </a:r>
            <a:r>
              <a:rPr lang="fr-FR" dirty="0" err="1"/>
              <a:t>believe</a:t>
            </a:r>
            <a:r>
              <a:rPr lang="fr-FR" dirty="0"/>
              <a:t>, I </a:t>
            </a:r>
            <a:r>
              <a:rPr lang="fr-FR" dirty="0" err="1"/>
              <a:t>believe</a:t>
            </a:r>
            <a:r>
              <a:rPr lang="fr-FR" dirty="0"/>
              <a:t>, I </a:t>
            </a:r>
            <a:r>
              <a:rPr lang="fr-FR" dirty="0" err="1"/>
              <a:t>believe</a:t>
            </a:r>
            <a:r>
              <a:rPr lang="fr-FR" dirty="0"/>
              <a:t>, I </a:t>
            </a:r>
            <a:r>
              <a:rPr lang="fr-FR" dirty="0" err="1"/>
              <a:t>believe</a:t>
            </a:r>
            <a:r>
              <a:rPr lang="fr-FR" dirty="0"/>
              <a:t> in You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8-  OUUUHHH EN TOI JE PEUX RESSUCITER   x2</a:t>
            </a:r>
          </a:p>
          <a:p>
            <a:pPr>
              <a:defRPr/>
            </a:pPr>
            <a:r>
              <a:rPr lang="fr-FR" dirty="0"/>
              <a:t>	You, You </a:t>
            </a:r>
            <a:r>
              <a:rPr lang="fr-FR" dirty="0" err="1"/>
              <a:t>make</a:t>
            </a:r>
            <a:r>
              <a:rPr lang="fr-FR" dirty="0"/>
              <a:t> me come alive </a:t>
            </a:r>
            <a:r>
              <a:rPr lang="fr-FR" dirty="0" err="1"/>
              <a:t>again</a:t>
            </a:r>
            <a:r>
              <a:rPr lang="fr-FR" dirty="0"/>
              <a:t>
	9- (WHOOA) LE TEMPS EST ARRIVÉ (WHOOA) OÙ TOUT VA CHANGER</a:t>
            </a:r>
          </a:p>
          <a:p>
            <a:pPr>
              <a:defRPr/>
            </a:pPr>
            <a:r>
              <a:rPr lang="fr-FR" dirty="0"/>
              <a:t>	(</a:t>
            </a:r>
            <a:r>
              <a:rPr lang="fr-FR" dirty="0" err="1"/>
              <a:t>Woah</a:t>
            </a:r>
            <a:r>
              <a:rPr lang="fr-FR" dirty="0"/>
              <a:t>) This </a:t>
            </a:r>
            <a:r>
              <a:rPr lang="fr-FR" dirty="0" err="1"/>
              <a:t>is</a:t>
            </a:r>
            <a:r>
              <a:rPr lang="fr-FR" dirty="0"/>
              <a:t> the moment (</a:t>
            </a:r>
            <a:r>
              <a:rPr lang="fr-FR" dirty="0" err="1"/>
              <a:t>Woah</a:t>
            </a:r>
            <a:r>
              <a:rPr lang="fr-FR" dirty="0"/>
              <a:t>) </a:t>
            </a:r>
            <a:r>
              <a:rPr lang="fr-FR" dirty="0" err="1"/>
              <a:t>Everything</a:t>
            </a:r>
            <a:r>
              <a:rPr lang="fr-FR" dirty="0"/>
              <a:t> changes 
	10-  (WHOOA) OÙ TOUT VA CHANGER (WHOOA) TU ES MA PERCÉ </a:t>
            </a:r>
          </a:p>
          <a:p>
            <a:pPr>
              <a:defRPr/>
            </a:pPr>
            <a:r>
              <a:rPr lang="fr-FR" dirty="0"/>
              <a:t>	 (</a:t>
            </a:r>
            <a:r>
              <a:rPr lang="fr-FR" dirty="0" err="1"/>
              <a:t>Woah</a:t>
            </a:r>
            <a:r>
              <a:rPr lang="fr-FR" dirty="0"/>
              <a:t>) You are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breakthrough</a:t>
            </a:r>
            <a:r>
              <a:rPr lang="fr-FR" dirty="0"/>
              <a:t>
	11-  JE TE LOUE, JE TE LOUE </a:t>
            </a:r>
          </a:p>
          <a:p>
            <a:pPr>
              <a:defRPr/>
            </a:pPr>
            <a:r>
              <a:rPr lang="fr-FR" dirty="0"/>
              <a:t>	I </a:t>
            </a:r>
            <a:r>
              <a:rPr lang="fr-FR" dirty="0" err="1"/>
              <a:t>praise</a:t>
            </a:r>
            <a:r>
              <a:rPr lang="fr-FR" dirty="0"/>
              <a:t> You, I </a:t>
            </a:r>
            <a:r>
              <a:rPr lang="fr-FR" dirty="0" err="1"/>
              <a:t>praise</a:t>
            </a:r>
            <a:r>
              <a:rPr lang="fr-FR" dirty="0"/>
              <a:t> You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	12-  TU ES LE CHEMIN JÉSUS EST LE SEUL CHEMIN </a:t>
            </a:r>
          </a:p>
          <a:p>
            <a:pPr>
              <a:defRPr/>
            </a:pPr>
            <a:r>
              <a:rPr lang="fr-FR" dirty="0"/>
              <a:t>	You are the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Jesus</a:t>
            </a:r>
            <a:r>
              <a:rPr lang="fr-FR" dirty="0"/>
              <a:t>, </a:t>
            </a:r>
            <a:r>
              <a:rPr lang="fr-FR" dirty="0" err="1"/>
              <a:t>You're</a:t>
            </a:r>
            <a:r>
              <a:rPr lang="fr-FR" dirty="0"/>
              <a:t> the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way</a:t>
            </a:r>
            <a:endParaRPr lang="fr-FR" dirty="0"/>
          </a:p>
          <a:p>
            <a:pPr>
              <a:defRPr/>
            </a:pPr>
            <a:r>
              <a:rPr lang="fr-FR" dirty="0"/>
              <a:t>	13-  PEU IMPORTE CE QU'ON ME DIRA JE CROIRAI EN TOI </a:t>
            </a:r>
          </a:p>
          <a:p>
            <a:pPr>
              <a:defRPr/>
            </a:pPr>
            <a:r>
              <a:rPr lang="fr-FR" dirty="0"/>
              <a:t>	It </a:t>
            </a:r>
            <a:r>
              <a:rPr lang="fr-FR" dirty="0" err="1"/>
              <a:t>doesn't</a:t>
            </a:r>
            <a:r>
              <a:rPr lang="fr-FR" dirty="0"/>
              <a:t> </a:t>
            </a:r>
            <a:r>
              <a:rPr lang="fr-FR" dirty="0" err="1"/>
              <a:t>matter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say</a:t>
            </a:r>
            <a:r>
              <a:rPr lang="fr-FR" dirty="0"/>
              <a:t> to me I </a:t>
            </a:r>
            <a:r>
              <a:rPr lang="fr-FR" dirty="0" err="1"/>
              <a:t>believe</a:t>
            </a:r>
            <a:r>
              <a:rPr lang="fr-FR" dirty="0"/>
              <a:t> in You</a:t>
            </a:r>
          </a:p>
          <a:p>
            <a:pPr>
              <a:defRPr/>
            </a:pPr>
            <a:r>
              <a:rPr lang="fr-FR" dirty="0"/>
              <a:t>	14-  JE VEUX LOUER JÉSUS, OUI JE TE LOUERAI</a:t>
            </a:r>
          </a:p>
          <a:p>
            <a:pPr>
              <a:defRPr/>
            </a:pPr>
            <a:r>
              <a:rPr lang="fr-FR" dirty="0"/>
              <a:t>	And </a:t>
            </a:r>
            <a:r>
              <a:rPr lang="fr-FR" dirty="0" err="1"/>
              <a:t>so</a:t>
            </a:r>
            <a:r>
              <a:rPr lang="fr-FR" dirty="0"/>
              <a:t> I </a:t>
            </a:r>
            <a:r>
              <a:rPr lang="fr-FR" dirty="0" err="1"/>
              <a:t>praise</a:t>
            </a:r>
            <a:r>
              <a:rPr lang="fr-FR" dirty="0"/>
              <a:t> </a:t>
            </a:r>
            <a:r>
              <a:rPr lang="fr-FR" dirty="0" err="1"/>
              <a:t>Jesus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give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>
              <a:defRPr/>
            </a:pPr>
            <a:r>
              <a:rPr lang="fr-FR" dirty="0"/>
              <a:t>	15-  QU'IMPORTE CE QUI M'ARRIVERA JE CROIRAI EN TOI </a:t>
            </a:r>
          </a:p>
          <a:p>
            <a:pPr>
              <a:defRPr/>
            </a:pPr>
            <a:r>
              <a:rPr lang="fr-FR" dirty="0"/>
              <a:t>	It </a:t>
            </a:r>
            <a:r>
              <a:rPr lang="fr-FR" dirty="0" err="1"/>
              <a:t>doesn't</a:t>
            </a:r>
            <a:r>
              <a:rPr lang="fr-FR" dirty="0"/>
              <a:t> </a:t>
            </a:r>
            <a:r>
              <a:rPr lang="fr-FR" dirty="0" err="1"/>
              <a:t>matter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come at me I </a:t>
            </a:r>
            <a:r>
              <a:rPr lang="fr-FR" dirty="0" err="1"/>
              <a:t>believe</a:t>
            </a:r>
            <a:r>
              <a:rPr lang="fr-FR" dirty="0"/>
              <a:t>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 </a:t>
            </a:r>
          </a:p>
          <a:p>
            <a:pPr>
              <a:defRPr/>
            </a:pPr>
            <a:r>
              <a:rPr lang="fr-FR" dirty="0"/>
              <a:t>	1-  EN TOI JE PEUX TOUT ACCOMPLIR  JE PEUX TOUT RÉUSSIR </a:t>
            </a:r>
          </a:p>
          <a:p>
            <a:pPr>
              <a:defRPr/>
            </a:pPr>
            <a:r>
              <a:rPr lang="fr-FR" dirty="0"/>
              <a:t>	</a:t>
            </a:r>
            <a:r>
              <a:rPr lang="fr-FR" dirty="0" err="1"/>
              <a:t>Through</a:t>
            </a:r>
            <a:r>
              <a:rPr lang="fr-FR" dirty="0"/>
              <a:t> You I </a:t>
            </a:r>
            <a:r>
              <a:rPr lang="fr-FR" dirty="0" err="1"/>
              <a:t>can</a:t>
            </a:r>
            <a:r>
              <a:rPr lang="fr-FR" dirty="0"/>
              <a:t> do </a:t>
            </a:r>
            <a:r>
              <a:rPr lang="fr-FR" dirty="0" err="1"/>
              <a:t>anything</a:t>
            </a:r>
            <a:r>
              <a:rPr lang="fr-FR" dirty="0"/>
              <a:t> I </a:t>
            </a:r>
            <a:r>
              <a:rPr lang="fr-FR" dirty="0" err="1"/>
              <a:t>can</a:t>
            </a:r>
            <a:r>
              <a:rPr lang="fr-FR" dirty="0"/>
              <a:t> do all </a:t>
            </a:r>
            <a:r>
              <a:rPr lang="fr-FR" dirty="0" err="1"/>
              <a:t>things</a:t>
            </a:r>
            <a:r>
              <a:rPr lang="fr-FR" dirty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/>
              <a:t>	</a:t>
            </a:r>
            <a:r>
              <a:rPr lang="fr-FR" dirty="0" err="1"/>
              <a:t>ʻCause</a:t>
            </a:r>
            <a:r>
              <a:rPr lang="fr-FR" dirty="0"/>
              <a:t> </a:t>
            </a:r>
            <a:r>
              <a:rPr lang="fr-FR" dirty="0" err="1"/>
              <a:t>it's</a:t>
            </a:r>
            <a:r>
              <a:rPr lang="fr-FR" dirty="0"/>
              <a:t> You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me </a:t>
            </a:r>
            <a:r>
              <a:rPr lang="fr-FR" dirty="0" err="1"/>
              <a:t>strength</a:t>
            </a:r>
            <a:r>
              <a:rPr lang="fr-FR" dirty="0"/>
              <a:t> Nothing </a:t>
            </a:r>
            <a:r>
              <a:rPr lang="fr-FR" dirty="0" err="1"/>
              <a:t>is</a:t>
            </a:r>
            <a:r>
              <a:rPr lang="fr-FR" dirty="0"/>
              <a:t> impossible
	3-  EN TOI TOUT EST RESTAURÉE  LES FORTERESSES BRISÉES </a:t>
            </a:r>
          </a:p>
          <a:p>
            <a:pPr>
              <a:defRPr/>
            </a:pPr>
            <a:r>
              <a:rPr lang="fr-FR" dirty="0"/>
              <a:t>	</a:t>
            </a:r>
            <a:r>
              <a:rPr lang="fr-FR" dirty="0" err="1"/>
              <a:t>Through</a:t>
            </a:r>
            <a:r>
              <a:rPr lang="fr-FR" dirty="0"/>
              <a:t> You </a:t>
            </a:r>
            <a:r>
              <a:rPr lang="fr-FR" dirty="0" err="1"/>
              <a:t>blind</a:t>
            </a:r>
            <a:r>
              <a:rPr lang="fr-FR" dirty="0"/>
              <a:t> </a:t>
            </a:r>
            <a:r>
              <a:rPr lang="fr-FR" dirty="0" err="1"/>
              <a:t>eyes</a:t>
            </a:r>
            <a:r>
              <a:rPr lang="fr-FR" dirty="0"/>
              <a:t> are </a:t>
            </a:r>
            <a:r>
              <a:rPr lang="fr-FR" dirty="0" err="1"/>
              <a:t>opened</a:t>
            </a:r>
            <a:r>
              <a:rPr lang="fr-FR" dirty="0"/>
              <a:t> </a:t>
            </a:r>
            <a:r>
              <a:rPr lang="fr-FR" dirty="0" err="1"/>
              <a:t>Strongholds</a:t>
            </a:r>
            <a:r>
              <a:rPr lang="fr-FR" dirty="0"/>
              <a:t> are </a:t>
            </a:r>
            <a:r>
              <a:rPr lang="fr-FR" dirty="0" err="1"/>
              <a:t>broken</a:t>
            </a:r>
            <a:endParaRPr lang="fr-FR" dirty="0"/>
          </a:p>
          <a:p>
            <a:pPr>
              <a:defRPr/>
            </a:pPr>
            <a:r>
              <a:rPr lang="fr-FR" dirty="0"/>
              <a:t>	4-  JE VIVRAI PAR LA FOI JE SAIS QUE RIEN N'EST IMPOSSIBLE </a:t>
            </a:r>
          </a:p>
          <a:p>
            <a:pPr>
              <a:defRPr/>
            </a:pPr>
            <a:r>
              <a:rPr lang="fr-FR" dirty="0"/>
              <a:t>	I </a:t>
            </a:r>
            <a:r>
              <a:rPr lang="fr-FR" dirty="0" err="1"/>
              <a:t>am</a:t>
            </a:r>
            <a:r>
              <a:rPr lang="fr-FR" dirty="0"/>
              <a:t> living by </a:t>
            </a:r>
            <a:r>
              <a:rPr lang="fr-FR" dirty="0" err="1"/>
              <a:t>faith</a:t>
            </a:r>
            <a:r>
              <a:rPr lang="fr-FR" dirty="0"/>
              <a:t> Nothing </a:t>
            </a:r>
            <a:r>
              <a:rPr lang="fr-FR" dirty="0" err="1"/>
              <a:t>is</a:t>
            </a:r>
            <a:r>
              <a:rPr lang="fr-FR" dirty="0"/>
              <a:t> impossible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/>
              <a:t>Iʼm</a:t>
            </a:r>
            <a:r>
              <a:rPr lang="fr-FR" dirty="0"/>
              <a:t> not </a:t>
            </a:r>
            <a:r>
              <a:rPr lang="fr-FR" dirty="0" err="1"/>
              <a:t>gonna</a:t>
            </a:r>
            <a:r>
              <a:rPr lang="fr-FR" dirty="0"/>
              <a:t> live by </a:t>
            </a:r>
            <a:r>
              <a:rPr lang="fr-FR" dirty="0" err="1"/>
              <a:t>what</a:t>
            </a:r>
            <a:r>
              <a:rPr lang="fr-FR" dirty="0"/>
              <a:t> I </a:t>
            </a:r>
            <a:r>
              <a:rPr lang="fr-FR" dirty="0" err="1"/>
              <a:t>see</a:t>
            </a:r>
            <a:r>
              <a:rPr lang="fr-FR" dirty="0"/>
              <a:t>, </a:t>
            </a:r>
            <a:r>
              <a:rPr lang="fr-FR" dirty="0" err="1"/>
              <a:t>Iʼm</a:t>
            </a:r>
            <a:r>
              <a:rPr lang="fr-FR" dirty="0"/>
              <a:t> not </a:t>
            </a:r>
            <a:r>
              <a:rPr lang="fr-FR" dirty="0" err="1"/>
              <a:t>gonna</a:t>
            </a:r>
            <a:r>
              <a:rPr lang="fr-FR" dirty="0"/>
              <a:t> live by </a:t>
            </a:r>
            <a:r>
              <a:rPr lang="fr-FR" dirty="0" err="1"/>
              <a:t>what</a:t>
            </a:r>
            <a:r>
              <a:rPr lang="fr-FR" dirty="0"/>
              <a:t> I </a:t>
            </a:r>
            <a:r>
              <a:rPr lang="fr-FR" dirty="0" err="1"/>
              <a:t>feel</a:t>
            </a:r>
            <a:r>
              <a:rPr lang="fr-FR" dirty="0"/>
              <a:t>
6-  AU FOND JE SAIS QUE TU ES AVEC MOI JE SAIS QUE TU PEUX TOUT ACCOMPLIR  
</a:t>
            </a:r>
            <a:r>
              <a:rPr lang="fr-FR" dirty="0" err="1"/>
              <a:t>Deep</a:t>
            </a:r>
            <a:r>
              <a:rPr lang="fr-FR" dirty="0"/>
              <a:t> down I know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Youʼre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me I know </a:t>
            </a:r>
            <a:r>
              <a:rPr lang="fr-FR" dirty="0" err="1"/>
              <a:t>that</a:t>
            </a:r>
            <a:r>
              <a:rPr lang="fr-FR" dirty="0"/>
              <a:t> You </a:t>
            </a:r>
            <a:r>
              <a:rPr lang="fr-FR" dirty="0" err="1"/>
              <a:t>can</a:t>
            </a:r>
            <a:r>
              <a:rPr lang="fr-FR" dirty="0"/>
              <a:t> do </a:t>
            </a:r>
            <a:r>
              <a:rPr lang="fr-FR" dirty="0" err="1"/>
              <a:t>anything</a:t>
            </a:r>
            <a:endParaRPr lang="fr-FR" dirty="0"/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Couplet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 </a:t>
            </a:r>
          </a:p>
          <a:p>
            <a:pPr>
              <a:defRPr/>
            </a:pPr>
            <a:r>
              <a:rPr lang="fr-FR" dirty="0"/>
              <a:t>7-  OUI JE CROIS, OUI JE CROIS OUI CROIS, OUI JE CROIS EN TOI   </a:t>
            </a:r>
          </a:p>
          <a:p>
            <a:pPr>
              <a:defRPr/>
            </a:pPr>
            <a:r>
              <a:rPr lang="fr-FR" dirty="0"/>
              <a:t>I </a:t>
            </a:r>
            <a:r>
              <a:rPr lang="fr-FR" dirty="0" err="1"/>
              <a:t>believe</a:t>
            </a:r>
            <a:r>
              <a:rPr lang="fr-FR" dirty="0"/>
              <a:t>, I </a:t>
            </a:r>
            <a:r>
              <a:rPr lang="fr-FR" dirty="0" err="1"/>
              <a:t>believe</a:t>
            </a:r>
            <a:r>
              <a:rPr lang="fr-FR" dirty="0"/>
              <a:t>, I </a:t>
            </a:r>
            <a:r>
              <a:rPr lang="fr-FR" dirty="0" err="1"/>
              <a:t>believe</a:t>
            </a:r>
            <a:r>
              <a:rPr lang="fr-FR" dirty="0"/>
              <a:t>, I </a:t>
            </a:r>
            <a:r>
              <a:rPr lang="fr-FR" dirty="0" err="1"/>
              <a:t>believe</a:t>
            </a:r>
            <a:r>
              <a:rPr lang="fr-FR" dirty="0"/>
              <a:t> in You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8-  OUUUHHH EN TOI JE PEUX RESSUCITER   x2</a:t>
            </a:r>
          </a:p>
          <a:p>
            <a:pPr>
              <a:defRPr/>
            </a:pPr>
            <a:r>
              <a:rPr lang="fr-FR" dirty="0"/>
              <a:t>	You, You </a:t>
            </a:r>
            <a:r>
              <a:rPr lang="fr-FR" dirty="0" err="1"/>
              <a:t>make</a:t>
            </a:r>
            <a:r>
              <a:rPr lang="fr-FR" dirty="0"/>
              <a:t> me come alive </a:t>
            </a:r>
            <a:r>
              <a:rPr lang="fr-FR" dirty="0" err="1"/>
              <a:t>again</a:t>
            </a:r>
            <a:r>
              <a:rPr lang="fr-FR" dirty="0"/>
              <a:t>
	9- (WHOOA) LE TEMPS EST ARRIVÉ (WHOOA) OÙ TOUT VA CHANGER</a:t>
            </a:r>
          </a:p>
          <a:p>
            <a:pPr>
              <a:defRPr/>
            </a:pPr>
            <a:r>
              <a:rPr lang="fr-FR" dirty="0"/>
              <a:t>	(</a:t>
            </a:r>
            <a:r>
              <a:rPr lang="fr-FR" dirty="0" err="1"/>
              <a:t>Woah</a:t>
            </a:r>
            <a:r>
              <a:rPr lang="fr-FR" dirty="0"/>
              <a:t>) This </a:t>
            </a:r>
            <a:r>
              <a:rPr lang="fr-FR" dirty="0" err="1"/>
              <a:t>is</a:t>
            </a:r>
            <a:r>
              <a:rPr lang="fr-FR" dirty="0"/>
              <a:t> the moment (</a:t>
            </a:r>
            <a:r>
              <a:rPr lang="fr-FR" dirty="0" err="1"/>
              <a:t>Woah</a:t>
            </a:r>
            <a:r>
              <a:rPr lang="fr-FR" dirty="0"/>
              <a:t>) </a:t>
            </a:r>
            <a:r>
              <a:rPr lang="fr-FR" dirty="0" err="1"/>
              <a:t>Everything</a:t>
            </a:r>
            <a:r>
              <a:rPr lang="fr-FR" dirty="0"/>
              <a:t> changes 
	10-  (WHOOA) OÙ TOUT VA CHANGER (WHOOA) TU ES MA PERCÉ </a:t>
            </a:r>
          </a:p>
          <a:p>
            <a:pPr>
              <a:defRPr/>
            </a:pPr>
            <a:r>
              <a:rPr lang="fr-FR" dirty="0"/>
              <a:t>	 (</a:t>
            </a:r>
            <a:r>
              <a:rPr lang="fr-FR" dirty="0" err="1"/>
              <a:t>Woah</a:t>
            </a:r>
            <a:r>
              <a:rPr lang="fr-FR" dirty="0"/>
              <a:t>) You are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breakthrough</a:t>
            </a:r>
            <a:r>
              <a:rPr lang="fr-FR" dirty="0"/>
              <a:t>
	11-  JE TE LOUE, JE TE LOUE </a:t>
            </a:r>
          </a:p>
          <a:p>
            <a:pPr>
              <a:defRPr/>
            </a:pPr>
            <a:r>
              <a:rPr lang="fr-FR" dirty="0"/>
              <a:t>	I </a:t>
            </a:r>
            <a:r>
              <a:rPr lang="fr-FR" dirty="0" err="1"/>
              <a:t>praise</a:t>
            </a:r>
            <a:r>
              <a:rPr lang="fr-FR" dirty="0"/>
              <a:t> You, I </a:t>
            </a:r>
            <a:r>
              <a:rPr lang="fr-FR" dirty="0" err="1"/>
              <a:t>praise</a:t>
            </a:r>
            <a:r>
              <a:rPr lang="fr-FR" dirty="0"/>
              <a:t> You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	12-  TU ES LE CHEMIN JÉSUS EST LE SEUL CHEMIN </a:t>
            </a:r>
          </a:p>
          <a:p>
            <a:pPr>
              <a:defRPr/>
            </a:pPr>
            <a:r>
              <a:rPr lang="fr-FR" dirty="0"/>
              <a:t>	You are the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Jesus</a:t>
            </a:r>
            <a:r>
              <a:rPr lang="fr-FR" dirty="0"/>
              <a:t>, </a:t>
            </a:r>
            <a:r>
              <a:rPr lang="fr-FR" dirty="0" err="1"/>
              <a:t>You're</a:t>
            </a:r>
            <a:r>
              <a:rPr lang="fr-FR" dirty="0"/>
              <a:t> the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way</a:t>
            </a:r>
            <a:endParaRPr lang="fr-FR" dirty="0"/>
          </a:p>
          <a:p>
            <a:pPr>
              <a:defRPr/>
            </a:pPr>
            <a:r>
              <a:rPr lang="fr-FR" dirty="0"/>
              <a:t>	13-  PEU IMPORTE CE QU'ON ME DIRA JE CROIRAI EN TOI </a:t>
            </a:r>
          </a:p>
          <a:p>
            <a:pPr>
              <a:defRPr/>
            </a:pPr>
            <a:r>
              <a:rPr lang="fr-FR" dirty="0"/>
              <a:t>	It </a:t>
            </a:r>
            <a:r>
              <a:rPr lang="fr-FR" dirty="0" err="1"/>
              <a:t>doesn't</a:t>
            </a:r>
            <a:r>
              <a:rPr lang="fr-FR" dirty="0"/>
              <a:t> </a:t>
            </a:r>
            <a:r>
              <a:rPr lang="fr-FR" dirty="0" err="1"/>
              <a:t>matter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say</a:t>
            </a:r>
            <a:r>
              <a:rPr lang="fr-FR" dirty="0"/>
              <a:t> to me I </a:t>
            </a:r>
            <a:r>
              <a:rPr lang="fr-FR" dirty="0" err="1"/>
              <a:t>believe</a:t>
            </a:r>
            <a:r>
              <a:rPr lang="fr-FR" dirty="0"/>
              <a:t> in You</a:t>
            </a:r>
          </a:p>
          <a:p>
            <a:pPr>
              <a:defRPr/>
            </a:pPr>
            <a:r>
              <a:rPr lang="fr-FR" dirty="0"/>
              <a:t>	14-  JE VEUX LOUER JÉSUS, OUI JE TE LOUERAI</a:t>
            </a:r>
          </a:p>
          <a:p>
            <a:pPr>
              <a:defRPr/>
            </a:pPr>
            <a:r>
              <a:rPr lang="fr-FR" dirty="0"/>
              <a:t>	And </a:t>
            </a:r>
            <a:r>
              <a:rPr lang="fr-FR" dirty="0" err="1"/>
              <a:t>so</a:t>
            </a:r>
            <a:r>
              <a:rPr lang="fr-FR" dirty="0"/>
              <a:t> I </a:t>
            </a:r>
            <a:r>
              <a:rPr lang="fr-FR" dirty="0" err="1"/>
              <a:t>praise</a:t>
            </a:r>
            <a:r>
              <a:rPr lang="fr-FR" dirty="0"/>
              <a:t> </a:t>
            </a:r>
            <a:r>
              <a:rPr lang="fr-FR" dirty="0" err="1"/>
              <a:t>Jesus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give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>
              <a:defRPr/>
            </a:pPr>
            <a:r>
              <a:rPr lang="fr-FR" dirty="0"/>
              <a:t>	15-  QU'IMPORTE CE QUI M'ARRIVERA JE CROIRAI EN TOI </a:t>
            </a:r>
          </a:p>
          <a:p>
            <a:pPr>
              <a:defRPr/>
            </a:pPr>
            <a:r>
              <a:rPr lang="fr-FR" dirty="0"/>
              <a:t>	It </a:t>
            </a:r>
            <a:r>
              <a:rPr lang="fr-FR" dirty="0" err="1"/>
              <a:t>doesn't</a:t>
            </a:r>
            <a:r>
              <a:rPr lang="fr-FR" dirty="0"/>
              <a:t> </a:t>
            </a:r>
            <a:r>
              <a:rPr lang="fr-FR" dirty="0" err="1"/>
              <a:t>matter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come at me I </a:t>
            </a:r>
            <a:r>
              <a:rPr lang="fr-FR" dirty="0" err="1"/>
              <a:t>believe</a:t>
            </a:r>
            <a:r>
              <a:rPr lang="fr-FR" dirty="0"/>
              <a:t>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 </a:t>
            </a:r>
          </a:p>
          <a:p>
            <a:pPr>
              <a:defRPr/>
            </a:pPr>
            <a:r>
              <a:rPr lang="fr-FR"/>
              <a:t>	1-  EN TOI JE PEUX TOUT ACCOMPLIR  JE PEUX TOUT RÉUSSIR </a:t>
            </a:r>
          </a:p>
          <a:p>
            <a:pPr>
              <a:defRPr/>
            </a:pPr>
            <a:r>
              <a:rPr lang="fr-FR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/>
              <a:t>	Through You blind eyes are opened Strongholds are broken</a:t>
            </a:r>
          </a:p>
          <a:p>
            <a:pPr>
              <a:defRPr/>
            </a:pPr>
            <a:r>
              <a:rPr lang="fr-FR"/>
              <a:t>	4-  JE VIVRAI PAR LA FOI JE SAIS QUE RIEN N'EST IMPOSSIBLE </a:t>
            </a:r>
          </a:p>
          <a:p>
            <a:pPr>
              <a:defRPr/>
            </a:pPr>
            <a:r>
              <a:rPr lang="fr-FR"/>
              <a:t>	I am living by faith Nothing is impossible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r>
              <a:rPr lang="fr-FR"/>
              <a:t>7-  OUI JE CROIS, OUI JE CROIS OUI CROIS, OUI JE CROIS EN TOI   </a:t>
            </a:r>
          </a:p>
          <a:p>
            <a:pPr>
              <a:defRPr/>
            </a:pPr>
            <a:r>
              <a:rPr lang="fr-FR"/>
              <a:t>I believe, I believe, I believe, I believe in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8-  OUUUHHH EN TOI JE PEUX RESSUCITER   x2</a:t>
            </a:r>
          </a:p>
          <a:p>
            <a:pPr>
              <a:defRPr/>
            </a:pPr>
            <a:r>
              <a:rPr lang="fr-FR"/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/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/>
              <a:t>	 (Woah) You are my breakthrough
	11-  JE TE LOUE, JE TE LOUE </a:t>
            </a:r>
          </a:p>
          <a:p>
            <a:pPr>
              <a:defRPr/>
            </a:pPr>
            <a:r>
              <a:rPr lang="fr-FR"/>
              <a:t>	I praise You, I praise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12-  TU ES LE CHEMIN JÉSUS EST LE SEUL CHEMIN </a:t>
            </a:r>
          </a:p>
          <a:p>
            <a:pPr>
              <a:defRPr/>
            </a:pPr>
            <a:r>
              <a:rPr lang="fr-FR"/>
              <a:t>	You are the way Jesus, You're the only way</a:t>
            </a:r>
          </a:p>
          <a:p>
            <a:pPr>
              <a:defRPr/>
            </a:pPr>
            <a:r>
              <a:rPr lang="fr-FR"/>
              <a:t>	13-  PEU IMPORTE CE QU'ON ME DIRA JE CROIRAI EN TOI </a:t>
            </a:r>
          </a:p>
          <a:p>
            <a:pPr>
              <a:defRPr/>
            </a:pPr>
            <a:r>
              <a:rPr lang="fr-FR"/>
              <a:t>	It doesn't matter what they say to me I believe in You</a:t>
            </a:r>
          </a:p>
          <a:p>
            <a:pPr>
              <a:defRPr/>
            </a:pPr>
            <a:r>
              <a:rPr lang="fr-FR"/>
              <a:t>	14-  JE VEUX LOUER JÉSUS, OUI JE TE LOUERAI</a:t>
            </a:r>
          </a:p>
          <a:p>
            <a:pPr>
              <a:defRPr/>
            </a:pPr>
            <a:r>
              <a:rPr lang="fr-FR"/>
              <a:t>	And so I praise Jesus, I will give You praise</a:t>
            </a:r>
          </a:p>
          <a:p>
            <a:pPr>
              <a:defRPr/>
            </a:pPr>
            <a:r>
              <a:rPr lang="fr-FR"/>
              <a:t>	15-  QU'IMPORTE CE QUI M'ARRIVERA JE CROIRAI EN TOI </a:t>
            </a:r>
          </a:p>
          <a:p>
            <a:pPr>
              <a:defRPr/>
            </a:pPr>
            <a:r>
              <a:rPr lang="fr-FR"/>
              <a:t>	It doesn't matter what may come at me I believe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 </a:t>
            </a:r>
          </a:p>
          <a:p>
            <a:pPr>
              <a:defRPr/>
            </a:pPr>
            <a:r>
              <a:rPr lang="fr-FR"/>
              <a:t>	1-  EN TOI JE PEUX TOUT ACCOMPLIR  JE PEUX TOUT RÉUSSIR </a:t>
            </a:r>
          </a:p>
          <a:p>
            <a:pPr>
              <a:defRPr/>
            </a:pPr>
            <a:r>
              <a:rPr lang="fr-FR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/>
              <a:t>	Through You blind eyes are opened Strongholds are broken</a:t>
            </a:r>
          </a:p>
          <a:p>
            <a:pPr>
              <a:defRPr/>
            </a:pPr>
            <a:r>
              <a:rPr lang="fr-FR"/>
              <a:t>	4-  JE VIVRAI PAR LA FOI JE SAIS QUE RIEN N'EST IMPOSSIBLE </a:t>
            </a:r>
          </a:p>
          <a:p>
            <a:pPr>
              <a:defRPr/>
            </a:pPr>
            <a:r>
              <a:rPr lang="fr-FR"/>
              <a:t>	I am living by faith Nothing is impossible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r>
              <a:rPr lang="fr-FR"/>
              <a:t>7-  OUI JE CROIS, OUI JE CROIS OUI CROIS, OUI JE CROIS EN TOI   </a:t>
            </a:r>
          </a:p>
          <a:p>
            <a:pPr>
              <a:defRPr/>
            </a:pPr>
            <a:r>
              <a:rPr lang="fr-FR"/>
              <a:t>I believe, I believe, I believe, I believe in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8-  OUUUHHH EN TOI JE PEUX RESSUCITER   x2</a:t>
            </a:r>
          </a:p>
          <a:p>
            <a:pPr>
              <a:defRPr/>
            </a:pPr>
            <a:r>
              <a:rPr lang="fr-FR"/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/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/>
              <a:t>	 (Woah) You are my breakthrough
	11-  JE TE LOUE, JE TE LOUE </a:t>
            </a:r>
          </a:p>
          <a:p>
            <a:pPr>
              <a:defRPr/>
            </a:pPr>
            <a:r>
              <a:rPr lang="fr-FR"/>
              <a:t>	I praise You, I praise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12-  TU ES LE CHEMIN JÉSUS EST LE SEUL CHEMIN </a:t>
            </a:r>
          </a:p>
          <a:p>
            <a:pPr>
              <a:defRPr/>
            </a:pPr>
            <a:r>
              <a:rPr lang="fr-FR"/>
              <a:t>	You are the way Jesus, You're the only way</a:t>
            </a:r>
          </a:p>
          <a:p>
            <a:pPr>
              <a:defRPr/>
            </a:pPr>
            <a:r>
              <a:rPr lang="fr-FR"/>
              <a:t>	13-  PEU IMPORTE CE QU'ON ME DIRA JE CROIRAI EN TOI </a:t>
            </a:r>
          </a:p>
          <a:p>
            <a:pPr>
              <a:defRPr/>
            </a:pPr>
            <a:r>
              <a:rPr lang="fr-FR"/>
              <a:t>	It doesn't matter what they say to me I believe in You</a:t>
            </a:r>
          </a:p>
          <a:p>
            <a:pPr>
              <a:defRPr/>
            </a:pPr>
            <a:r>
              <a:rPr lang="fr-FR"/>
              <a:t>	14-  JE VEUX LOUER JÉSUS, OUI JE TE LOUERAI</a:t>
            </a:r>
          </a:p>
          <a:p>
            <a:pPr>
              <a:defRPr/>
            </a:pPr>
            <a:r>
              <a:rPr lang="fr-FR"/>
              <a:t>	And so I praise Jesus, I will give You praise</a:t>
            </a:r>
          </a:p>
          <a:p>
            <a:pPr>
              <a:defRPr/>
            </a:pPr>
            <a:r>
              <a:rPr lang="fr-FR"/>
              <a:t>	15-  QU'IMPORTE CE QUI M'ARRIVERA JE CROIRAI EN TOI </a:t>
            </a:r>
          </a:p>
          <a:p>
            <a:pPr>
              <a:defRPr/>
            </a:pPr>
            <a:r>
              <a:rPr lang="fr-FR"/>
              <a:t>	It doesn't matter what may come at me I believe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 </a:t>
            </a:r>
          </a:p>
          <a:p>
            <a:pPr>
              <a:defRPr/>
            </a:pPr>
            <a:r>
              <a:rPr lang="fr-FR"/>
              <a:t>	1-  EN TOI JE PEUX TOUT ACCOMPLIR  JE PEUX TOUT RÉUSSIR </a:t>
            </a:r>
          </a:p>
          <a:p>
            <a:pPr>
              <a:defRPr/>
            </a:pPr>
            <a:r>
              <a:rPr lang="fr-FR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/>
              <a:t>	Through You blind eyes are opened Strongholds are broken</a:t>
            </a:r>
          </a:p>
          <a:p>
            <a:pPr>
              <a:defRPr/>
            </a:pPr>
            <a:r>
              <a:rPr lang="fr-FR"/>
              <a:t>	4-  JE VIVRAI PAR LA FOI JE SAIS QUE RIEN N'EST IMPOSSIBLE </a:t>
            </a:r>
          </a:p>
          <a:p>
            <a:pPr>
              <a:defRPr/>
            </a:pPr>
            <a:r>
              <a:rPr lang="fr-FR"/>
              <a:t>	I am living by faith Nothing is impossible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r>
              <a:rPr lang="fr-FR"/>
              <a:t>7-  OUI JE CROIS, OUI JE CROIS OUI CROIS, OUI JE CROIS EN TOI   </a:t>
            </a:r>
          </a:p>
          <a:p>
            <a:pPr>
              <a:defRPr/>
            </a:pPr>
            <a:r>
              <a:rPr lang="fr-FR"/>
              <a:t>I believe, I believe, I believe, I believe in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8-  OUUUHHH EN TOI JE PEUX RESSUCITER   x2</a:t>
            </a:r>
          </a:p>
          <a:p>
            <a:pPr>
              <a:defRPr/>
            </a:pPr>
            <a:r>
              <a:rPr lang="fr-FR"/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/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/>
              <a:t>	 (Woah) You are my breakthrough
	11-  JE TE LOUE, JE TE LOUE </a:t>
            </a:r>
          </a:p>
          <a:p>
            <a:pPr>
              <a:defRPr/>
            </a:pPr>
            <a:r>
              <a:rPr lang="fr-FR"/>
              <a:t>	I praise You, I praise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12-  TU ES LE CHEMIN JÉSUS EST LE SEUL CHEMIN </a:t>
            </a:r>
          </a:p>
          <a:p>
            <a:pPr>
              <a:defRPr/>
            </a:pPr>
            <a:r>
              <a:rPr lang="fr-FR"/>
              <a:t>	You are the way Jesus, You're the only way</a:t>
            </a:r>
          </a:p>
          <a:p>
            <a:pPr>
              <a:defRPr/>
            </a:pPr>
            <a:r>
              <a:rPr lang="fr-FR"/>
              <a:t>	13-  PEU IMPORTE CE QU'ON ME DIRA JE CROIRAI EN TOI </a:t>
            </a:r>
          </a:p>
          <a:p>
            <a:pPr>
              <a:defRPr/>
            </a:pPr>
            <a:r>
              <a:rPr lang="fr-FR"/>
              <a:t>	It doesn't matter what they say to me I believe in You</a:t>
            </a:r>
          </a:p>
          <a:p>
            <a:pPr>
              <a:defRPr/>
            </a:pPr>
            <a:r>
              <a:rPr lang="fr-FR"/>
              <a:t>	14-  JE VEUX LOUER JÉSUS, OUI JE TE LOUERAI</a:t>
            </a:r>
          </a:p>
          <a:p>
            <a:pPr>
              <a:defRPr/>
            </a:pPr>
            <a:r>
              <a:rPr lang="fr-FR"/>
              <a:t>	And so I praise Jesus, I will give You praise</a:t>
            </a:r>
          </a:p>
          <a:p>
            <a:pPr>
              <a:defRPr/>
            </a:pPr>
            <a:r>
              <a:rPr lang="fr-FR"/>
              <a:t>	15-  QU'IMPORTE CE QUI M'ARRIVERA JE CROIRAI EN TOI </a:t>
            </a:r>
          </a:p>
          <a:p>
            <a:pPr>
              <a:defRPr/>
            </a:pPr>
            <a:r>
              <a:rPr lang="fr-FR"/>
              <a:t>	It doesn't matter what may come at me I believe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 </a:t>
            </a:r>
          </a:p>
          <a:p>
            <a:pPr>
              <a:defRPr/>
            </a:pPr>
            <a:r>
              <a:rPr lang="fr-FR"/>
              <a:t>	1-  EN TOI JE PEUX TOUT ACCOMPLIR  JE PEUX TOUT RÉUSSIR </a:t>
            </a:r>
          </a:p>
          <a:p>
            <a:pPr>
              <a:defRPr/>
            </a:pPr>
            <a:r>
              <a:rPr lang="fr-FR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/>
              <a:t>	Through You blind eyes are opened Strongholds are broken</a:t>
            </a:r>
          </a:p>
          <a:p>
            <a:pPr>
              <a:defRPr/>
            </a:pPr>
            <a:r>
              <a:rPr lang="fr-FR"/>
              <a:t>	4-  JE VIVRAI PAR LA FOI JE SAIS QUE RIEN N'EST IMPOSSIBLE </a:t>
            </a:r>
          </a:p>
          <a:p>
            <a:pPr>
              <a:defRPr/>
            </a:pPr>
            <a:r>
              <a:rPr lang="fr-FR"/>
              <a:t>	I am living by faith Nothing is impossible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r>
              <a:rPr lang="fr-FR"/>
              <a:t>7-  OUI JE CROIS, OUI JE CROIS OUI CROIS, OUI JE CROIS EN TOI   </a:t>
            </a:r>
          </a:p>
          <a:p>
            <a:pPr>
              <a:defRPr/>
            </a:pPr>
            <a:r>
              <a:rPr lang="fr-FR"/>
              <a:t>I believe, I believe, I believe, I believe in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8-  OUUUHHH EN TOI JE PEUX RESSUCITER   x2</a:t>
            </a:r>
          </a:p>
          <a:p>
            <a:pPr>
              <a:defRPr/>
            </a:pPr>
            <a:r>
              <a:rPr lang="fr-FR"/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/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/>
              <a:t>	 (Woah) You are my breakthrough
	11-  JE TE LOUE, JE TE LOUE </a:t>
            </a:r>
          </a:p>
          <a:p>
            <a:pPr>
              <a:defRPr/>
            </a:pPr>
            <a:r>
              <a:rPr lang="fr-FR"/>
              <a:t>	I praise You, I praise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12-  TU ES LE CHEMIN JÉSUS EST LE SEUL CHEMIN </a:t>
            </a:r>
          </a:p>
          <a:p>
            <a:pPr>
              <a:defRPr/>
            </a:pPr>
            <a:r>
              <a:rPr lang="fr-FR"/>
              <a:t>	You are the way Jesus, You're the only way</a:t>
            </a:r>
          </a:p>
          <a:p>
            <a:pPr>
              <a:defRPr/>
            </a:pPr>
            <a:r>
              <a:rPr lang="fr-FR"/>
              <a:t>	13-  PEU IMPORTE CE QU'ON ME DIRA JE CROIRAI EN TOI </a:t>
            </a:r>
          </a:p>
          <a:p>
            <a:pPr>
              <a:defRPr/>
            </a:pPr>
            <a:r>
              <a:rPr lang="fr-FR"/>
              <a:t>	It doesn't matter what they say to me I believe in You</a:t>
            </a:r>
          </a:p>
          <a:p>
            <a:pPr>
              <a:defRPr/>
            </a:pPr>
            <a:r>
              <a:rPr lang="fr-FR"/>
              <a:t>	14-  JE VEUX LOUER JÉSUS, OUI JE TE LOUERAI</a:t>
            </a:r>
          </a:p>
          <a:p>
            <a:pPr>
              <a:defRPr/>
            </a:pPr>
            <a:r>
              <a:rPr lang="fr-FR"/>
              <a:t>	And so I praise Jesus, I will give You praise</a:t>
            </a:r>
          </a:p>
          <a:p>
            <a:pPr>
              <a:defRPr/>
            </a:pPr>
            <a:r>
              <a:rPr lang="fr-FR"/>
              <a:t>	15-  QU'IMPORTE CE QUI M'ARRIVERA JE CROIRAI EN TOI </a:t>
            </a:r>
          </a:p>
          <a:p>
            <a:pPr>
              <a:defRPr/>
            </a:pPr>
            <a:r>
              <a:rPr lang="fr-FR"/>
              <a:t>	It doesn't matter what may come at me I believe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 </a:t>
            </a:r>
          </a:p>
          <a:p>
            <a:pPr>
              <a:defRPr/>
            </a:pPr>
            <a:r>
              <a:rPr lang="fr-FR"/>
              <a:t>	1-  EN TOI JE PEUX TOUT ACCOMPLIR  JE PEUX TOUT RÉUSSIR </a:t>
            </a:r>
          </a:p>
          <a:p>
            <a:pPr>
              <a:defRPr/>
            </a:pPr>
            <a:r>
              <a:rPr lang="fr-FR"/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/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/>
              <a:t>	Through You blind eyes are opened Strongholds are broken</a:t>
            </a:r>
          </a:p>
          <a:p>
            <a:pPr>
              <a:defRPr/>
            </a:pPr>
            <a:r>
              <a:rPr lang="fr-FR"/>
              <a:t>	4-  JE VIVRAI PAR LA FOI JE SAIS QUE RIEN N'EST IMPOSSIBLE </a:t>
            </a:r>
          </a:p>
          <a:p>
            <a:pPr>
              <a:defRPr/>
            </a:pPr>
            <a:r>
              <a:rPr lang="fr-FR"/>
              <a:t>	I am living by faith Nothing is impossible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r>
              <a:rPr lang="fr-FR"/>
              <a:t>7-  OUI JE CROIS, OUI JE CROIS OUI CROIS, OUI JE CROIS EN TOI   </a:t>
            </a:r>
          </a:p>
          <a:p>
            <a:pPr>
              <a:defRPr/>
            </a:pPr>
            <a:r>
              <a:rPr lang="fr-FR"/>
              <a:t>I believe, I believe, I believe, I believe in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8-  OUUUHHH EN TOI JE PEUX RESSUCITER   x2</a:t>
            </a:r>
          </a:p>
          <a:p>
            <a:pPr>
              <a:defRPr/>
            </a:pPr>
            <a:r>
              <a:rPr lang="fr-FR"/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/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/>
              <a:t>	 (Woah) You are my breakthrough
	11-  JE TE LOUE, JE TE LOUE </a:t>
            </a:r>
          </a:p>
          <a:p>
            <a:pPr>
              <a:defRPr/>
            </a:pPr>
            <a:r>
              <a:rPr lang="fr-FR"/>
              <a:t>	I praise You, I praise You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12-  TU ES LE CHEMIN JÉSUS EST LE SEUL CHEMIN </a:t>
            </a:r>
          </a:p>
          <a:p>
            <a:pPr>
              <a:defRPr/>
            </a:pPr>
            <a:r>
              <a:rPr lang="fr-FR"/>
              <a:t>	You are the way Jesus, You're the only way</a:t>
            </a:r>
          </a:p>
          <a:p>
            <a:pPr>
              <a:defRPr/>
            </a:pPr>
            <a:r>
              <a:rPr lang="fr-FR"/>
              <a:t>	13-  PEU IMPORTE CE QU'ON ME DIRA JE CROIRAI EN TOI </a:t>
            </a:r>
          </a:p>
          <a:p>
            <a:pPr>
              <a:defRPr/>
            </a:pPr>
            <a:r>
              <a:rPr lang="fr-FR"/>
              <a:t>	It doesn't matter what they say to me I believe in You</a:t>
            </a:r>
          </a:p>
          <a:p>
            <a:pPr>
              <a:defRPr/>
            </a:pPr>
            <a:r>
              <a:rPr lang="fr-FR"/>
              <a:t>	14-  JE VEUX LOUER JÉSUS, OUI JE TE LOUERAI</a:t>
            </a:r>
          </a:p>
          <a:p>
            <a:pPr>
              <a:defRPr/>
            </a:pPr>
            <a:r>
              <a:rPr lang="fr-FR"/>
              <a:t>	And so I praise Jesus, I will give You praise</a:t>
            </a:r>
          </a:p>
          <a:p>
            <a:pPr>
              <a:defRPr/>
            </a:pPr>
            <a:r>
              <a:rPr lang="fr-FR"/>
              <a:t>	15-  QU'IMPORTE CE QUI M'ARRIVERA JE CROIRAI EN TOI </a:t>
            </a:r>
          </a:p>
          <a:p>
            <a:pPr>
              <a:defRPr/>
            </a:pPr>
            <a:r>
              <a:rPr lang="fr-FR"/>
              <a:t>	It doesn't matter what may come at me I believe in You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EN TOI JE PEUX TOUT ACCOMPLIR  JE PEUX TOUT RÉUSSIR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blind eyes are opened Strongholds are broken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VIVRAI PAR LA FOI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am living by faith Nothing is impossible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
5-  JE NE VIVRAI PAS PAR CE QUE JE VOIS JE NE VIVRAI PAS PAR CE QUE JE SENS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OUI JE CROIS, OUI JE CROIS OUI CROIS, OUI JE CROIS EN TOI  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I believe, I believe, I believe in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OUUUHHH EN TOI JE PEUX RESSUCITER   x2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
	9- (WHOOA) LE TEMPS EST ARRIVÉ (WHOOA) OÙ TOUT VA CHANGER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10-  (WHOOA) OÙ TOUT VA CHANGER (WHOOA) TU ES MA PERCÉ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11-  JE TE LOUE, JE TE LOUE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TU ES LE CHEMIN JÉSUS EST LE SEUL CHEMIN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way Jesus, You're the only way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PEU IMPORTE CE QU'ON ME DIRA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they say to me I believe in You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JE VEUX LOUER JÉSUS, OUI JE TE LOUERAI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so I praise Jesus, I will give You praise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15-  QU'IMPORTE CE QUI M'ARRIVERA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may come at me I believe in You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67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EN TOI JE PEUX TOUT ACCOMPLIR  JE PEUX TOUT RÉUSSIR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blind eyes are opened Strongholds are broken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VIVRAI PAR LA FOI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am living by faith Nothing is impossible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
5-  JE NE VIVRAI PAS PAR CE QUE JE VOIS JE NE VIVRAI PAS PAR CE QUE JE SENS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OUI JE CROIS, OUI JE CROIS OUI CROIS, OUI JE CROIS EN TOI  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I believe, I believe, I believe in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OUUUHHH EN TOI JE PEUX RESSUCITER   x2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
	9- (WHOOA) LE TEMPS EST ARRIVÉ (WHOOA) OÙ TOUT VA CHANGER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10-  (WHOOA) OÙ TOUT VA CHANGER (WHOOA) TU ES MA PERCÉ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11-  JE TE LOUE, JE TE LOUE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TU ES LE CHEMIN JÉSUS EST LE SEUL CHEMIN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way Jesus, You're the only way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PEU IMPORTE CE QU'ON ME DIRA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they say to me I believe in You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JE VEUX LOUER JÉSUS, OUI JE TE LOUERAI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so I praise Jesus, I will give You praise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15-  QU'IMPORTE CE QUI M'ARRIVERA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may come at me I believe in You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47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EN TOI JE PEUX TOUT ACCOMPLIR  JE PEUX TOUT RÉUSSIR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blind eyes are opened Strongholds are broken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VIVRAI PAR LA FOI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am living by faith Nothing is impossible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
5-  JE NE VIVRAI PAS PAR CE QUE JE VOIS JE NE VIVRAI PAS PAR CE QUE JE SENS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OUI JE CROIS, OUI JE CROIS OUI CROIS, OUI JE CROIS EN TOI  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I believe, I believe, I believe in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OUUUHHH EN TOI JE PEUX RESSUCITER   x2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
	9- (WHOOA) LE TEMPS EST ARRIVÉ (WHOOA) OÙ TOUT VA CHANGER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10-  (WHOOA) OÙ TOUT VA CHANGER (WHOOA) TU ES MA PERCÉ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11-  JE TE LOUE, JE TE LOUE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TU ES LE CHEMIN JÉSUS EST LE SEUL CHEMIN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way Jesus, You're the only way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PEU IMPORTE CE QU'ON ME DIRA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they say to me I believe in You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JE VEUX LOUER JÉSUS, OUI JE TE LOUERAI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so I praise Jesus, I will give You praise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15-  QU'IMPORTE CE QUI M'ARRIVERA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may come at me I believe in You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052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EN TOI JE PEUX TOUT ACCOMPLIR  JE PEUX TOUT RÉUSSIR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You blind eyes are opened Strongholds are broken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VIVRAI PAR LA FOI JE SAIS QUE RIEN N'EST IMPOSSIBLE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am living by faith Nothing is impossible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
5-  JE NE VIVRAI PAS PAR CE QUE JE VOIS JE NE VIVRAI PAS PAR CE QUE JE SENS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OUI JE CROIS, OUI JE CROIS OUI CROIS, OUI JE CROIS EN TOI  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I believe, I believe, I believe in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OUUUHHH EN TOI JE PEUX RESSUCITER   x2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
	9- (WHOOA) LE TEMPS EST ARRIVÉ (WHOOA) OÙ TOUT VA CHANGER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10-  (WHOOA) OÙ TOUT VA CHANGER (WHOOA) TU ES MA PERCÉ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11-  JE TE LOUE, JE TE LOUE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TU ES LE CHEMIN JÉSUS EST LE SEUL CHEMIN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way Jesus, You're the only way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PEU IMPORTE CE QU'ON ME DIRA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they say to me I believe in You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14-  JE VEUX LOUER JÉSUS, OUI JE TE LOUERAI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so I praise Jesus, I will give You praise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15-  QU'IMPORTE CE QUI M'ARRIVERA JE CROIRAI EN TOI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 doesn't matter what may come at me I believe in You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 </a:t>
            </a:r>
          </a:p>
          <a:p>
            <a:r>
              <a:rPr lang="fr-FR"/>
              <a:t>	1-  EN TOI JE PEUX TOUT ACCOMPLIR  JE PEUX TOUT RÉUSSIR </a:t>
            </a:r>
          </a:p>
          <a:p>
            <a:r>
              <a:rPr lang="fr-FR"/>
              <a:t>	Through You I can do anything I can do all things
	2-  CAR C'EST TOI QUI ME REND FORT  JE SAIS QUE RIEN N'EST IMPOSSIBLE </a:t>
            </a:r>
          </a:p>
          <a:p>
            <a:r>
              <a:rPr lang="fr-FR"/>
              <a:t>	ʻCause it's You who gives me strength Nothing is impossible
	3-  EN TOI TOUT EST RESTAURÉE  LES FORTERESSES BRISÉES </a:t>
            </a:r>
          </a:p>
          <a:p>
            <a:r>
              <a:rPr lang="fr-FR"/>
              <a:t>	Through You blind eyes are opened Strongholds are broken</a:t>
            </a:r>
          </a:p>
          <a:p>
            <a:r>
              <a:rPr lang="fr-FR"/>
              <a:t>	4-  JE VIVRAI PAR LA FOI JE SAIS QUE RIEN N'EST IMPOSSIBLE </a:t>
            </a:r>
          </a:p>
          <a:p>
            <a:r>
              <a:rPr lang="fr-FR"/>
              <a:t>	I am living by faith Nothing is impossible</a:t>
            </a:r>
          </a:p>
          <a:p>
            <a:endParaRPr lang="fr-FR"/>
          </a:p>
          <a:p>
            <a:r>
              <a:rPr lang="fr-FR"/>
              <a:t>Couplet : 
5-  JE NE VIVRAI PAS PAR CE QUE JE VOIS JE NE VIVRAI PAS PAR CE QUE JE SENS  </a:t>
            </a:r>
          </a:p>
          <a:p>
            <a:r>
              <a:rPr 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Couplet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r>
              <a:rPr lang="fr-FR"/>
              <a:t>7-  OUI JE CROIS, OUI JE CROIS OUI CROIS, OUI JE CROIS EN TOI   </a:t>
            </a:r>
          </a:p>
          <a:p>
            <a:r>
              <a:rPr lang="fr-FR"/>
              <a:t>I believe, I believe, I believe, I believe in You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: 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	8-  OUUUHHH EN TOI JE PEUX RESSUCITER   x2</a:t>
            </a:r>
          </a:p>
          <a:p>
            <a:r>
              <a:rPr lang="fr-FR"/>
              <a:t>	You, You make me come alive again
	9- (WHOOA) LE TEMPS EST ARRIVÉ (WHOOA) OÙ TOUT VA CHANGER</a:t>
            </a:r>
          </a:p>
          <a:p>
            <a:r>
              <a:rPr lang="fr-FR"/>
              <a:t>	(Woah) This is the moment (Woah) Everything changes 
	10-  (WHOOA) OÙ TOUT VA CHANGER (WHOOA) TU ES MA PERCÉ </a:t>
            </a:r>
          </a:p>
          <a:p>
            <a:r>
              <a:rPr lang="fr-FR"/>
              <a:t>	 (Woah) You are my breakthrough
	11-  JE TE LOUE, JE TE LOUE </a:t>
            </a:r>
          </a:p>
          <a:p>
            <a:r>
              <a:rPr lang="fr-FR"/>
              <a:t>	I praise You, I praise You</a:t>
            </a:r>
          </a:p>
          <a:p>
            <a:endParaRPr lang="fr-FR"/>
          </a:p>
          <a:p>
            <a:r>
              <a:rPr lang="fr-FR"/>
              <a:t>
	12-  TU ES LE CHEMIN JÉSUS EST LE SEUL CHEMIN </a:t>
            </a:r>
          </a:p>
          <a:p>
            <a:r>
              <a:rPr lang="fr-FR"/>
              <a:t>	You are the way Jesus, You're the only way</a:t>
            </a:r>
          </a:p>
          <a:p>
            <a:r>
              <a:rPr lang="fr-FR"/>
              <a:t>	13-  PEU IMPORTE CE QU'ON ME DIRA JE CROIRAI EN TOI </a:t>
            </a:r>
          </a:p>
          <a:p>
            <a:r>
              <a:rPr lang="fr-FR"/>
              <a:t>	It doesn't matter what they say to me I believe in You</a:t>
            </a:r>
          </a:p>
          <a:p>
            <a:r>
              <a:rPr lang="fr-FR"/>
              <a:t>	14-  JE VEUX LOUER JÉSUS, OUI JE TE LOUERAI</a:t>
            </a:r>
          </a:p>
          <a:p>
            <a:r>
              <a:rPr lang="fr-FR"/>
              <a:t>	And so I praise Jesus, I will give You praise</a:t>
            </a:r>
          </a:p>
          <a:p>
            <a:r>
              <a:rPr lang="fr-FR"/>
              <a:t>	15-  QU'IMPORTE CE QUI M'ARRIVERA JE CROIRAI EN TOI </a:t>
            </a:r>
          </a:p>
          <a:p>
            <a:r>
              <a:rPr lang="fr-FR"/>
              <a:t>	It doesn't matter what may come at me I believe in You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90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r>
              <a:rPr lang="fr-FR" altLang="fr-FR"/>
              <a:t>	Refrain : </a:t>
            </a:r>
          </a:p>
          <a:p>
            <a:r>
              <a:rPr lang="fr-FR" altLang="fr-FR"/>
              <a:t>	1-  EN TOI JE PEUX TOUT ACCOMPLIR  JE PEUX TOUT RÉUSSIR </a:t>
            </a:r>
          </a:p>
          <a:p>
            <a:r>
              <a:rPr lang="fr-FR" altLang="fr-FR"/>
              <a:t>	Through You I can do anything I can do all things
	2-  CAR C'EST TOI QUI ME REND FORT  JE SAIS QUE RIEN N'EST IMPOSSIBLE </a:t>
            </a:r>
          </a:p>
          <a:p>
            <a:r>
              <a:rPr lang="fr-FR" altLang="fr-FR"/>
              <a:t>	ʻCause it's You who gives me strength Nothing is impossible
	3-  EN TOI TOUT EST RESTAURÉE  LES FORTERESSES BRISÉES </a:t>
            </a:r>
          </a:p>
          <a:p>
            <a:r>
              <a:rPr lang="fr-FR" altLang="fr-FR"/>
              <a:t>	Through You blind eyes are opened Strongholds are broken</a:t>
            </a:r>
          </a:p>
          <a:p>
            <a:r>
              <a:rPr lang="fr-FR" altLang="fr-FR"/>
              <a:t>	4-  JE VIVRAI PAR LA FOI JE SAIS QUE RIEN N'EST IMPOSSIBLE </a:t>
            </a:r>
          </a:p>
          <a:p>
            <a:r>
              <a:rPr lang="fr-FR" altLang="fr-FR"/>
              <a:t>	I am living by faith Nothing is impossible</a:t>
            </a:r>
          </a:p>
          <a:p>
            <a:endParaRPr lang="fr-FR" altLang="fr-FR"/>
          </a:p>
          <a:p>
            <a:r>
              <a:rPr lang="fr-FR" altLang="fr-FR"/>
              <a:t>Couplet : 
5-  JE NE VIVRAI PAS PAR CE QUE JE VOIS JE NE VIVRAI PAS PAR CE QUE JE SENS  </a:t>
            </a:r>
          </a:p>
          <a:p>
            <a:r>
              <a:rPr lang="fr-FR" alt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Couplet : 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r>
              <a:rPr lang="fr-FR" altLang="fr-FR"/>
              <a:t>7-  OUI JE CROIS, OUI JE CROIS OUI CROIS, OUI JE CROIS EN TOI   </a:t>
            </a:r>
          </a:p>
          <a:p>
            <a:r>
              <a:rPr lang="fr-FR" altLang="fr-FR"/>
              <a:t>I believe, I believe, I believe, I believe in You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8-  OUUUHHH EN TOI JE PEUX RESSUCITER   x2</a:t>
            </a:r>
          </a:p>
          <a:p>
            <a:r>
              <a:rPr lang="fr-FR" altLang="fr-FR"/>
              <a:t>	You, You make me come alive again
	9- (WHOOA) LE TEMPS EST ARRIVÉ (WHOOA) OÙ TOUT VA CHANGER</a:t>
            </a:r>
          </a:p>
          <a:p>
            <a:r>
              <a:rPr lang="fr-FR" altLang="fr-FR"/>
              <a:t>	(Woah) This is the moment (Woah) Everything changes 
	10-  (WHOOA) OÙ TOUT VA CHANGER (WHOOA) TU ES MA PERCÉ </a:t>
            </a:r>
          </a:p>
          <a:p>
            <a:r>
              <a:rPr lang="fr-FR" altLang="fr-FR"/>
              <a:t>	 (Woah) You are my breakthrough
	11-  JE TE LOUE, JE TE LOUE </a:t>
            </a:r>
          </a:p>
          <a:p>
            <a:r>
              <a:rPr lang="fr-FR" altLang="fr-FR"/>
              <a:t>	I praise You, I praise You</a:t>
            </a:r>
          </a:p>
          <a:p>
            <a:endParaRPr lang="fr-FR" altLang="fr-FR"/>
          </a:p>
          <a:p>
            <a:r>
              <a:rPr lang="fr-FR" altLang="fr-FR"/>
              <a:t>
	12-  TU ES LE CHEMIN JÉSUS EST LE SEUL CHEMIN </a:t>
            </a:r>
          </a:p>
          <a:p>
            <a:r>
              <a:rPr lang="fr-FR" altLang="fr-FR"/>
              <a:t>	You are the way Jesus, You're the only way</a:t>
            </a:r>
          </a:p>
          <a:p>
            <a:r>
              <a:rPr lang="fr-FR" altLang="fr-FR"/>
              <a:t>	13-  PEU IMPORTE CE QU'ON ME DIRA JE CROIRAI EN TOI </a:t>
            </a:r>
          </a:p>
          <a:p>
            <a:r>
              <a:rPr lang="fr-FR" altLang="fr-FR"/>
              <a:t>	It doesn't matter what they say to me I believe in You</a:t>
            </a:r>
          </a:p>
          <a:p>
            <a:r>
              <a:rPr lang="fr-FR" altLang="fr-FR"/>
              <a:t>	14-  JE VEUX LOUER JÉSUS, OUI JE TE LOUERAI</a:t>
            </a:r>
          </a:p>
          <a:p>
            <a:r>
              <a:rPr lang="fr-FR" altLang="fr-FR"/>
              <a:t>	And so I praise Jesus, I will give You praise</a:t>
            </a:r>
          </a:p>
          <a:p>
            <a:r>
              <a:rPr lang="fr-FR" altLang="fr-FR"/>
              <a:t>	15-  QU'IMPORTE CE QUI M'ARRIVERA JE CROIRAI EN TOI </a:t>
            </a:r>
          </a:p>
          <a:p>
            <a:r>
              <a:rPr lang="fr-FR" altLang="fr-FR"/>
              <a:t>	It doesn't matter what may come at me I believe in You</a:t>
            </a:r>
          </a:p>
          <a:p>
            <a:endParaRPr lang="fr-FR" altLang="fr-FR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rtlCol="0"/>
          <a:lstStyle/>
          <a:p>
            <a:pPr>
              <a:defRPr/>
            </a:pPr>
            <a:r>
              <a:rPr lang="fr-FR">
                <a:cs typeface="+mn-cs"/>
              </a:rPr>
              <a:t>	Refrain : </a:t>
            </a:r>
          </a:p>
          <a:p>
            <a:pPr>
              <a:defRPr/>
            </a:pPr>
            <a:r>
              <a:rPr lang="fr-FR">
                <a:cs typeface="+mn-cs"/>
              </a:rPr>
              <a:t>	1-  EN TOI JE PEUX TOUT ACCOMPLIR  JE PEUX TOUT RÉUSSIR </a:t>
            </a:r>
          </a:p>
          <a:p>
            <a:pPr>
              <a:defRPr/>
            </a:pPr>
            <a:r>
              <a:rPr lang="fr-FR"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>
                <a:cs typeface="+mn-cs"/>
              </a:rPr>
              <a:t>	Through You blind eyes are opened Strongholds are broken</a:t>
            </a:r>
          </a:p>
          <a:p>
            <a:pPr>
              <a:defRPr/>
            </a:pPr>
            <a:r>
              <a:rPr lang="fr-FR">
                <a:cs typeface="+mn-cs"/>
              </a:rPr>
              <a:t>	4-  JE VIVRAI PAR LA FOI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I am living by faith Nothing is impossible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r>
              <a:rPr lang="fr-FR">
                <a:cs typeface="+mn-cs"/>
              </a:rPr>
              <a:t>7-  OUI JE CROIS, OUI JE CROIS OUI CROIS, OUI JE CROIS EN TOI   </a:t>
            </a:r>
          </a:p>
          <a:p>
            <a:pPr>
              <a:defRPr/>
            </a:pPr>
            <a:r>
              <a:rPr lang="fr-FR">
                <a:cs typeface="+mn-cs"/>
              </a:rPr>
              <a:t>I believe, I believe, I believe, I believe in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	8-  OUUUHHH EN TOI JE PEUX RESSUCITER   x2</a:t>
            </a:r>
          </a:p>
          <a:p>
            <a:pPr>
              <a:defRPr/>
            </a:pPr>
            <a:r>
              <a:rPr lang="fr-FR">
                <a:cs typeface="+mn-cs"/>
              </a:rPr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>
                <a:cs typeface="+mn-cs"/>
              </a:rPr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>
                <a:cs typeface="+mn-cs"/>
              </a:rPr>
              <a:t>	 (Woah) You are my breakthrough
	11-  JE TE LOUE, JE TE LOUE </a:t>
            </a:r>
          </a:p>
          <a:p>
            <a:pPr>
              <a:defRPr/>
            </a:pPr>
            <a:r>
              <a:rPr lang="fr-FR">
                <a:cs typeface="+mn-cs"/>
              </a:rPr>
              <a:t>	I praise You, I praise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
	12-  TU ES LE CHEMIN JÉSUS EST LE SEUL CHEMIN </a:t>
            </a:r>
          </a:p>
          <a:p>
            <a:pPr>
              <a:defRPr/>
            </a:pPr>
            <a:r>
              <a:rPr lang="fr-FR">
                <a:cs typeface="+mn-cs"/>
              </a:rPr>
              <a:t>	You are the way Jesus, You're the only way</a:t>
            </a:r>
          </a:p>
          <a:p>
            <a:pPr>
              <a:defRPr/>
            </a:pPr>
            <a:r>
              <a:rPr lang="fr-FR">
                <a:cs typeface="+mn-cs"/>
              </a:rPr>
              <a:t>	13-  PEU IMPORTE CE QU'ON ME DIRA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they say to me I believe in You</a:t>
            </a:r>
          </a:p>
          <a:p>
            <a:pPr>
              <a:defRPr/>
            </a:pPr>
            <a:r>
              <a:rPr lang="fr-FR">
                <a:cs typeface="+mn-cs"/>
              </a:rPr>
              <a:t>	14-  JE VEUX LOUER JÉSUS, OUI JE TE LOUERAI</a:t>
            </a:r>
          </a:p>
          <a:p>
            <a:pPr>
              <a:defRPr/>
            </a:pPr>
            <a:r>
              <a:rPr lang="fr-FR">
                <a:cs typeface="+mn-cs"/>
              </a:rPr>
              <a:t>	And so I praise Jesus, I will give You praise</a:t>
            </a:r>
          </a:p>
          <a:p>
            <a:pPr>
              <a:defRPr/>
            </a:pPr>
            <a:r>
              <a:rPr lang="fr-FR">
                <a:cs typeface="+mn-cs"/>
              </a:rPr>
              <a:t>	15-  QU'IMPORTE CE QUI M'ARRIVERA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may come at me I believe in You</a:t>
            </a:r>
          </a:p>
          <a:p>
            <a:pPr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246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r>
              <a:rPr lang="fr-FR" altLang="fr-FR"/>
              <a:t>	Refrain : </a:t>
            </a:r>
          </a:p>
          <a:p>
            <a:r>
              <a:rPr lang="fr-FR" altLang="fr-FR"/>
              <a:t>	1-  EN TOI JE PEUX TOUT ACCOMPLIR  JE PEUX TOUT RÉUSSIR </a:t>
            </a:r>
          </a:p>
          <a:p>
            <a:r>
              <a:rPr lang="fr-FR" altLang="fr-FR"/>
              <a:t>	Through You I can do anything I can do all things
	2-  CAR C'EST TOI QUI ME REND FORT  JE SAIS QUE RIEN N'EST IMPOSSIBLE </a:t>
            </a:r>
          </a:p>
          <a:p>
            <a:r>
              <a:rPr lang="fr-FR" altLang="fr-FR"/>
              <a:t>	ʻCause it's You who gives me strength Nothing is impossible
	3-  EN TOI TOUT EST RESTAURÉE  LES FORTERESSES BRISÉES </a:t>
            </a:r>
          </a:p>
          <a:p>
            <a:r>
              <a:rPr lang="fr-FR" altLang="fr-FR"/>
              <a:t>	Through You blind eyes are opened Strongholds are broken</a:t>
            </a:r>
          </a:p>
          <a:p>
            <a:r>
              <a:rPr lang="fr-FR" altLang="fr-FR"/>
              <a:t>	4-  JE VIVRAI PAR LA FOI JE SAIS QUE RIEN N'EST IMPOSSIBLE </a:t>
            </a:r>
          </a:p>
          <a:p>
            <a:r>
              <a:rPr lang="fr-FR" altLang="fr-FR"/>
              <a:t>	I am living by faith Nothing is impossible</a:t>
            </a:r>
          </a:p>
          <a:p>
            <a:endParaRPr lang="fr-FR" altLang="fr-FR"/>
          </a:p>
          <a:p>
            <a:r>
              <a:rPr lang="fr-FR" altLang="fr-FR"/>
              <a:t>Couplet : 
5-  JE NE VIVRAI PAS PAR CE QUE JE VOIS JE NE VIVRAI PAS PAR CE QUE JE SENS  </a:t>
            </a:r>
          </a:p>
          <a:p>
            <a:r>
              <a:rPr lang="fr-FR" alt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Couplet : 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r>
              <a:rPr lang="fr-FR" altLang="fr-FR"/>
              <a:t>7-  OUI JE CROIS, OUI JE CROIS OUI CROIS, OUI JE CROIS EN TOI   </a:t>
            </a:r>
          </a:p>
          <a:p>
            <a:r>
              <a:rPr lang="fr-FR" altLang="fr-FR"/>
              <a:t>I believe, I believe, I believe, I believe in You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8-  OUUUHHH EN TOI JE PEUX RESSUCITER   x2</a:t>
            </a:r>
          </a:p>
          <a:p>
            <a:r>
              <a:rPr lang="fr-FR" altLang="fr-FR"/>
              <a:t>	You, You make me come alive again
	9- (WHOOA) LE TEMPS EST ARRIVÉ (WHOOA) OÙ TOUT VA CHANGER</a:t>
            </a:r>
          </a:p>
          <a:p>
            <a:r>
              <a:rPr lang="fr-FR" altLang="fr-FR"/>
              <a:t>	(Woah) This is the moment (Woah) Everything changes 
	10-  (WHOOA) OÙ TOUT VA CHANGER (WHOOA) TU ES MA PERCÉ </a:t>
            </a:r>
          </a:p>
          <a:p>
            <a:r>
              <a:rPr lang="fr-FR" altLang="fr-FR"/>
              <a:t>	 (Woah) You are my breakthrough
	11-  JE TE LOUE, JE TE LOUE </a:t>
            </a:r>
          </a:p>
          <a:p>
            <a:r>
              <a:rPr lang="fr-FR" altLang="fr-FR"/>
              <a:t>	I praise You, I praise You</a:t>
            </a:r>
          </a:p>
          <a:p>
            <a:endParaRPr lang="fr-FR" altLang="fr-FR"/>
          </a:p>
          <a:p>
            <a:r>
              <a:rPr lang="fr-FR" altLang="fr-FR"/>
              <a:t>
	12-  TU ES LE CHEMIN JÉSUS EST LE SEUL CHEMIN </a:t>
            </a:r>
          </a:p>
          <a:p>
            <a:r>
              <a:rPr lang="fr-FR" altLang="fr-FR"/>
              <a:t>	You are the way Jesus, You're the only way</a:t>
            </a:r>
          </a:p>
          <a:p>
            <a:r>
              <a:rPr lang="fr-FR" altLang="fr-FR"/>
              <a:t>	13-  PEU IMPORTE CE QU'ON ME DIRA JE CROIRAI EN TOI </a:t>
            </a:r>
          </a:p>
          <a:p>
            <a:r>
              <a:rPr lang="fr-FR" altLang="fr-FR"/>
              <a:t>	It doesn't matter what they say to me I believe in You</a:t>
            </a:r>
          </a:p>
          <a:p>
            <a:r>
              <a:rPr lang="fr-FR" altLang="fr-FR"/>
              <a:t>	14-  JE VEUX LOUER JÉSUS, OUI JE TE LOUERAI</a:t>
            </a:r>
          </a:p>
          <a:p>
            <a:r>
              <a:rPr lang="fr-FR" altLang="fr-FR"/>
              <a:t>	And so I praise Jesus, I will give You praise</a:t>
            </a:r>
          </a:p>
          <a:p>
            <a:r>
              <a:rPr lang="fr-FR" altLang="fr-FR"/>
              <a:t>	15-  QU'IMPORTE CE QUI M'ARRIVERA JE CROIRAI EN TOI </a:t>
            </a:r>
          </a:p>
          <a:p>
            <a:r>
              <a:rPr lang="fr-FR" altLang="fr-FR"/>
              <a:t>	It doesn't matter what may come at me I believe in You</a:t>
            </a:r>
          </a:p>
          <a:p>
            <a:endParaRPr lang="fr-FR" altLang="fr-FR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rtlCol="0"/>
          <a:lstStyle/>
          <a:p>
            <a:pPr>
              <a:defRPr/>
            </a:pPr>
            <a:r>
              <a:rPr lang="fr-FR">
                <a:cs typeface="+mn-cs"/>
              </a:rPr>
              <a:t>	Refrain : </a:t>
            </a:r>
          </a:p>
          <a:p>
            <a:pPr>
              <a:defRPr/>
            </a:pPr>
            <a:r>
              <a:rPr lang="fr-FR">
                <a:cs typeface="+mn-cs"/>
              </a:rPr>
              <a:t>	1-  EN TOI JE PEUX TOUT ACCOMPLIR  JE PEUX TOUT RÉUSSIR </a:t>
            </a:r>
          </a:p>
          <a:p>
            <a:pPr>
              <a:defRPr/>
            </a:pPr>
            <a:r>
              <a:rPr lang="fr-FR"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>
                <a:cs typeface="+mn-cs"/>
              </a:rPr>
              <a:t>	Through You blind eyes are opened Strongholds are broken</a:t>
            </a:r>
          </a:p>
          <a:p>
            <a:pPr>
              <a:defRPr/>
            </a:pPr>
            <a:r>
              <a:rPr lang="fr-FR">
                <a:cs typeface="+mn-cs"/>
              </a:rPr>
              <a:t>	4-  JE VIVRAI PAR LA FOI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I am living by faith Nothing is impossible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r>
              <a:rPr lang="fr-FR">
                <a:cs typeface="+mn-cs"/>
              </a:rPr>
              <a:t>7-  OUI JE CROIS, OUI JE CROIS OUI CROIS, OUI JE CROIS EN TOI   </a:t>
            </a:r>
          </a:p>
          <a:p>
            <a:pPr>
              <a:defRPr/>
            </a:pPr>
            <a:r>
              <a:rPr lang="fr-FR">
                <a:cs typeface="+mn-cs"/>
              </a:rPr>
              <a:t>I believe, I believe, I believe, I believe in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	8-  OUUUHHH EN TOI JE PEUX RESSUCITER   x2</a:t>
            </a:r>
          </a:p>
          <a:p>
            <a:pPr>
              <a:defRPr/>
            </a:pPr>
            <a:r>
              <a:rPr lang="fr-FR">
                <a:cs typeface="+mn-cs"/>
              </a:rPr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>
                <a:cs typeface="+mn-cs"/>
              </a:rPr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>
                <a:cs typeface="+mn-cs"/>
              </a:rPr>
              <a:t>	 (Woah) You are my breakthrough
	11-  JE TE LOUE, JE TE LOUE </a:t>
            </a:r>
          </a:p>
          <a:p>
            <a:pPr>
              <a:defRPr/>
            </a:pPr>
            <a:r>
              <a:rPr lang="fr-FR">
                <a:cs typeface="+mn-cs"/>
              </a:rPr>
              <a:t>	I praise You, I praise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
	12-  TU ES LE CHEMIN JÉSUS EST LE SEUL CHEMIN </a:t>
            </a:r>
          </a:p>
          <a:p>
            <a:pPr>
              <a:defRPr/>
            </a:pPr>
            <a:r>
              <a:rPr lang="fr-FR">
                <a:cs typeface="+mn-cs"/>
              </a:rPr>
              <a:t>	You are the way Jesus, You're the only way</a:t>
            </a:r>
          </a:p>
          <a:p>
            <a:pPr>
              <a:defRPr/>
            </a:pPr>
            <a:r>
              <a:rPr lang="fr-FR">
                <a:cs typeface="+mn-cs"/>
              </a:rPr>
              <a:t>	13-  PEU IMPORTE CE QU'ON ME DIRA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they say to me I believe in You</a:t>
            </a:r>
          </a:p>
          <a:p>
            <a:pPr>
              <a:defRPr/>
            </a:pPr>
            <a:r>
              <a:rPr lang="fr-FR">
                <a:cs typeface="+mn-cs"/>
              </a:rPr>
              <a:t>	14-  JE VEUX LOUER JÉSUS, OUI JE TE LOUERAI</a:t>
            </a:r>
          </a:p>
          <a:p>
            <a:pPr>
              <a:defRPr/>
            </a:pPr>
            <a:r>
              <a:rPr lang="fr-FR">
                <a:cs typeface="+mn-cs"/>
              </a:rPr>
              <a:t>	And so I praise Jesus, I will give You praise</a:t>
            </a:r>
          </a:p>
          <a:p>
            <a:pPr>
              <a:defRPr/>
            </a:pPr>
            <a:r>
              <a:rPr lang="fr-FR">
                <a:cs typeface="+mn-cs"/>
              </a:rPr>
              <a:t>	15-  QU'IMPORTE CE QUI M'ARRIVERA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may come at me I believe in You</a:t>
            </a:r>
          </a:p>
          <a:p>
            <a:pPr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387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r>
              <a:rPr lang="fr-FR" altLang="fr-FR"/>
              <a:t>	Refrain : </a:t>
            </a:r>
          </a:p>
          <a:p>
            <a:r>
              <a:rPr lang="fr-FR" altLang="fr-FR"/>
              <a:t>	1-  EN TOI JE PEUX TOUT ACCOMPLIR  JE PEUX TOUT RÉUSSIR </a:t>
            </a:r>
          </a:p>
          <a:p>
            <a:r>
              <a:rPr lang="fr-FR" altLang="fr-FR"/>
              <a:t>	Through You I can do anything I can do all things
	2-  CAR C'EST TOI QUI ME REND FORT  JE SAIS QUE RIEN N'EST IMPOSSIBLE </a:t>
            </a:r>
          </a:p>
          <a:p>
            <a:r>
              <a:rPr lang="fr-FR" altLang="fr-FR"/>
              <a:t>	ʻCause it's You who gives me strength Nothing is impossible
	3-  EN TOI TOUT EST RESTAURÉE  LES FORTERESSES BRISÉES </a:t>
            </a:r>
          </a:p>
          <a:p>
            <a:r>
              <a:rPr lang="fr-FR" altLang="fr-FR"/>
              <a:t>	Through You blind eyes are opened Strongholds are broken</a:t>
            </a:r>
          </a:p>
          <a:p>
            <a:r>
              <a:rPr lang="fr-FR" altLang="fr-FR"/>
              <a:t>	4-  JE VIVRAI PAR LA FOI JE SAIS QUE RIEN N'EST IMPOSSIBLE </a:t>
            </a:r>
          </a:p>
          <a:p>
            <a:r>
              <a:rPr lang="fr-FR" altLang="fr-FR"/>
              <a:t>	I am living by faith Nothing is impossible</a:t>
            </a:r>
          </a:p>
          <a:p>
            <a:endParaRPr lang="fr-FR" altLang="fr-FR"/>
          </a:p>
          <a:p>
            <a:r>
              <a:rPr lang="fr-FR" altLang="fr-FR"/>
              <a:t>Couplet : 
5-  JE NE VIVRAI PAS PAR CE QUE JE VOIS JE NE VIVRAI PAS PAR CE QUE JE SENS  </a:t>
            </a:r>
          </a:p>
          <a:p>
            <a:r>
              <a:rPr lang="fr-FR" alt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Couplet : 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r>
              <a:rPr lang="fr-FR" altLang="fr-FR"/>
              <a:t>7-  OUI JE CROIS, OUI JE CROIS OUI CROIS, OUI JE CROIS EN TOI   </a:t>
            </a:r>
          </a:p>
          <a:p>
            <a:r>
              <a:rPr lang="fr-FR" altLang="fr-FR"/>
              <a:t>I believe, I believe, I believe, I believe in You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8-  OUUUHHH EN TOI JE PEUX RESSUCITER   x2</a:t>
            </a:r>
          </a:p>
          <a:p>
            <a:r>
              <a:rPr lang="fr-FR" altLang="fr-FR"/>
              <a:t>	You, You make me come alive again
	9- (WHOOA) LE TEMPS EST ARRIVÉ (WHOOA) OÙ TOUT VA CHANGER</a:t>
            </a:r>
          </a:p>
          <a:p>
            <a:r>
              <a:rPr lang="fr-FR" altLang="fr-FR"/>
              <a:t>	(Woah) This is the moment (Woah) Everything changes 
	10-  (WHOOA) OÙ TOUT VA CHANGER (WHOOA) TU ES MA PERCÉ </a:t>
            </a:r>
          </a:p>
          <a:p>
            <a:r>
              <a:rPr lang="fr-FR" altLang="fr-FR"/>
              <a:t>	 (Woah) You are my breakthrough
	11-  JE TE LOUE, JE TE LOUE </a:t>
            </a:r>
          </a:p>
          <a:p>
            <a:r>
              <a:rPr lang="fr-FR" altLang="fr-FR"/>
              <a:t>	I praise You, I praise You</a:t>
            </a:r>
          </a:p>
          <a:p>
            <a:endParaRPr lang="fr-FR" altLang="fr-FR"/>
          </a:p>
          <a:p>
            <a:r>
              <a:rPr lang="fr-FR" altLang="fr-FR"/>
              <a:t>
	12-  TU ES LE CHEMIN JÉSUS EST LE SEUL CHEMIN </a:t>
            </a:r>
          </a:p>
          <a:p>
            <a:r>
              <a:rPr lang="fr-FR" altLang="fr-FR"/>
              <a:t>	You are the way Jesus, You're the only way</a:t>
            </a:r>
          </a:p>
          <a:p>
            <a:r>
              <a:rPr lang="fr-FR" altLang="fr-FR"/>
              <a:t>	13-  PEU IMPORTE CE QU'ON ME DIRA JE CROIRAI EN TOI </a:t>
            </a:r>
          </a:p>
          <a:p>
            <a:r>
              <a:rPr lang="fr-FR" altLang="fr-FR"/>
              <a:t>	It doesn't matter what they say to me I believe in You</a:t>
            </a:r>
          </a:p>
          <a:p>
            <a:r>
              <a:rPr lang="fr-FR" altLang="fr-FR"/>
              <a:t>	14-  JE VEUX LOUER JÉSUS, OUI JE TE LOUERAI</a:t>
            </a:r>
          </a:p>
          <a:p>
            <a:r>
              <a:rPr lang="fr-FR" altLang="fr-FR"/>
              <a:t>	And so I praise Jesus, I will give You praise</a:t>
            </a:r>
          </a:p>
          <a:p>
            <a:r>
              <a:rPr lang="fr-FR" altLang="fr-FR"/>
              <a:t>	15-  QU'IMPORTE CE QUI M'ARRIVERA JE CROIRAI EN TOI </a:t>
            </a:r>
          </a:p>
          <a:p>
            <a:r>
              <a:rPr lang="fr-FR" altLang="fr-FR"/>
              <a:t>	It doesn't matter what may come at me I believe in You</a:t>
            </a:r>
          </a:p>
          <a:p>
            <a:endParaRPr lang="fr-FR" alt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rtlCol="0"/>
          <a:lstStyle/>
          <a:p>
            <a:pPr>
              <a:defRPr/>
            </a:pPr>
            <a:r>
              <a:rPr lang="fr-FR">
                <a:cs typeface="+mn-cs"/>
              </a:rPr>
              <a:t>	Refrain : </a:t>
            </a:r>
          </a:p>
          <a:p>
            <a:pPr>
              <a:defRPr/>
            </a:pPr>
            <a:r>
              <a:rPr lang="fr-FR">
                <a:cs typeface="+mn-cs"/>
              </a:rPr>
              <a:t>	1-  EN TOI JE PEUX TOUT ACCOMPLIR  JE PEUX TOUT RÉUSSIR </a:t>
            </a:r>
          </a:p>
          <a:p>
            <a:pPr>
              <a:defRPr/>
            </a:pPr>
            <a:r>
              <a:rPr lang="fr-FR"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>
                <a:cs typeface="+mn-cs"/>
              </a:rPr>
              <a:t>	Through You blind eyes are opened Strongholds are broken</a:t>
            </a:r>
          </a:p>
          <a:p>
            <a:pPr>
              <a:defRPr/>
            </a:pPr>
            <a:r>
              <a:rPr lang="fr-FR">
                <a:cs typeface="+mn-cs"/>
              </a:rPr>
              <a:t>	4-  JE VIVRAI PAR LA FOI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I am living by faith Nothing is impossible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r>
              <a:rPr lang="fr-FR">
                <a:cs typeface="+mn-cs"/>
              </a:rPr>
              <a:t>7-  OUI JE CROIS, OUI JE CROIS OUI CROIS, OUI JE CROIS EN TOI   </a:t>
            </a:r>
          </a:p>
          <a:p>
            <a:pPr>
              <a:defRPr/>
            </a:pPr>
            <a:r>
              <a:rPr lang="fr-FR">
                <a:cs typeface="+mn-cs"/>
              </a:rPr>
              <a:t>I believe, I believe, I believe, I believe in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	8-  OUUUHHH EN TOI JE PEUX RESSUCITER   x2</a:t>
            </a:r>
          </a:p>
          <a:p>
            <a:pPr>
              <a:defRPr/>
            </a:pPr>
            <a:r>
              <a:rPr lang="fr-FR">
                <a:cs typeface="+mn-cs"/>
              </a:rPr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>
                <a:cs typeface="+mn-cs"/>
              </a:rPr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>
                <a:cs typeface="+mn-cs"/>
              </a:rPr>
              <a:t>	 (Woah) You are my breakthrough
	11-  JE TE LOUE, JE TE LOUE </a:t>
            </a:r>
          </a:p>
          <a:p>
            <a:pPr>
              <a:defRPr/>
            </a:pPr>
            <a:r>
              <a:rPr lang="fr-FR">
                <a:cs typeface="+mn-cs"/>
              </a:rPr>
              <a:t>	I praise You, I praise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
	12-  TU ES LE CHEMIN JÉSUS EST LE SEUL CHEMIN </a:t>
            </a:r>
          </a:p>
          <a:p>
            <a:pPr>
              <a:defRPr/>
            </a:pPr>
            <a:r>
              <a:rPr lang="fr-FR">
                <a:cs typeface="+mn-cs"/>
              </a:rPr>
              <a:t>	You are the way Jesus, You're the only way</a:t>
            </a:r>
          </a:p>
          <a:p>
            <a:pPr>
              <a:defRPr/>
            </a:pPr>
            <a:r>
              <a:rPr lang="fr-FR">
                <a:cs typeface="+mn-cs"/>
              </a:rPr>
              <a:t>	13-  PEU IMPORTE CE QU'ON ME DIRA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they say to me I believe in You</a:t>
            </a:r>
          </a:p>
          <a:p>
            <a:pPr>
              <a:defRPr/>
            </a:pPr>
            <a:r>
              <a:rPr lang="fr-FR">
                <a:cs typeface="+mn-cs"/>
              </a:rPr>
              <a:t>	14-  JE VEUX LOUER JÉSUS, OUI JE TE LOUERAI</a:t>
            </a:r>
          </a:p>
          <a:p>
            <a:pPr>
              <a:defRPr/>
            </a:pPr>
            <a:r>
              <a:rPr lang="fr-FR">
                <a:cs typeface="+mn-cs"/>
              </a:rPr>
              <a:t>	And so I praise Jesus, I will give You praise</a:t>
            </a:r>
          </a:p>
          <a:p>
            <a:pPr>
              <a:defRPr/>
            </a:pPr>
            <a:r>
              <a:rPr lang="fr-FR">
                <a:cs typeface="+mn-cs"/>
              </a:rPr>
              <a:t>	15-  QU'IMPORTE CE QUI M'ARRIVERA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may come at me I believe in You</a:t>
            </a:r>
          </a:p>
          <a:p>
            <a:pPr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13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r>
              <a:rPr lang="fr-FR" altLang="fr-FR"/>
              <a:t>	Refrain : </a:t>
            </a:r>
          </a:p>
          <a:p>
            <a:r>
              <a:rPr lang="fr-FR" altLang="fr-FR"/>
              <a:t>	1-  EN TOI JE PEUX TOUT ACCOMPLIR  JE PEUX TOUT RÉUSSIR </a:t>
            </a:r>
          </a:p>
          <a:p>
            <a:r>
              <a:rPr lang="fr-FR" altLang="fr-FR"/>
              <a:t>	Through You I can do anything I can do all things
	2-  CAR C'EST TOI QUI ME REND FORT  JE SAIS QUE RIEN N'EST IMPOSSIBLE </a:t>
            </a:r>
          </a:p>
          <a:p>
            <a:r>
              <a:rPr lang="fr-FR" altLang="fr-FR"/>
              <a:t>	ʻCause it's You who gives me strength Nothing is impossible
	3-  EN TOI TOUT EST RESTAURÉE  LES FORTERESSES BRISÉES </a:t>
            </a:r>
          </a:p>
          <a:p>
            <a:r>
              <a:rPr lang="fr-FR" altLang="fr-FR"/>
              <a:t>	Through You blind eyes are opened Strongholds are broken</a:t>
            </a:r>
          </a:p>
          <a:p>
            <a:r>
              <a:rPr lang="fr-FR" altLang="fr-FR"/>
              <a:t>	4-  JE VIVRAI PAR LA FOI JE SAIS QUE RIEN N'EST IMPOSSIBLE </a:t>
            </a:r>
          </a:p>
          <a:p>
            <a:r>
              <a:rPr lang="fr-FR" altLang="fr-FR"/>
              <a:t>	I am living by faith Nothing is impossible</a:t>
            </a:r>
          </a:p>
          <a:p>
            <a:endParaRPr lang="fr-FR" altLang="fr-FR"/>
          </a:p>
          <a:p>
            <a:r>
              <a:rPr lang="fr-FR" altLang="fr-FR"/>
              <a:t>Couplet : 
5-  JE NE VIVRAI PAS PAR CE QUE JE VOIS JE NE VIVRAI PAS PAR CE QUE JE SENS  </a:t>
            </a:r>
          </a:p>
          <a:p>
            <a:r>
              <a:rPr lang="fr-FR" altLang="fr-FR"/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Couplet : 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r>
              <a:rPr lang="fr-FR" altLang="fr-FR"/>
              <a:t>7-  OUI JE CROIS, OUI JE CROIS OUI CROIS, OUI JE CROIS EN TOI   </a:t>
            </a:r>
          </a:p>
          <a:p>
            <a:r>
              <a:rPr lang="fr-FR" altLang="fr-FR"/>
              <a:t>I believe, I believe, I believe, I believe in You</a:t>
            </a:r>
          </a:p>
          <a:p>
            <a:endParaRPr lang="fr-FR" altLang="fr-FR"/>
          </a:p>
          <a:p>
            <a:r>
              <a:rPr lang="fr-FR" altLang="fr-FR"/>
              <a:t>Refrain : </a:t>
            </a:r>
          </a:p>
          <a:p>
            <a:endParaRPr lang="fr-FR" altLang="fr-FR"/>
          </a:p>
          <a:p>
            <a:r>
              <a:rPr lang="fr-FR" altLang="fr-FR"/>
              <a:t>Pont :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	8-  OUUUHHH EN TOI JE PEUX RESSUCITER   x2</a:t>
            </a:r>
          </a:p>
          <a:p>
            <a:r>
              <a:rPr lang="fr-FR" altLang="fr-FR"/>
              <a:t>	You, You make me come alive again
	9- (WHOOA) LE TEMPS EST ARRIVÉ (WHOOA) OÙ TOUT VA CHANGER</a:t>
            </a:r>
          </a:p>
          <a:p>
            <a:r>
              <a:rPr lang="fr-FR" altLang="fr-FR"/>
              <a:t>	(Woah) This is the moment (Woah) Everything changes 
	10-  (WHOOA) OÙ TOUT VA CHANGER (WHOOA) TU ES MA PERCÉ </a:t>
            </a:r>
          </a:p>
          <a:p>
            <a:r>
              <a:rPr lang="fr-FR" altLang="fr-FR"/>
              <a:t>	 (Woah) You are my breakthrough
	11-  JE TE LOUE, JE TE LOUE </a:t>
            </a:r>
          </a:p>
          <a:p>
            <a:r>
              <a:rPr lang="fr-FR" altLang="fr-FR"/>
              <a:t>	I praise You, I praise You</a:t>
            </a:r>
          </a:p>
          <a:p>
            <a:endParaRPr lang="fr-FR" altLang="fr-FR"/>
          </a:p>
          <a:p>
            <a:r>
              <a:rPr lang="fr-FR" altLang="fr-FR"/>
              <a:t>
	12-  TU ES LE CHEMIN JÉSUS EST LE SEUL CHEMIN </a:t>
            </a:r>
          </a:p>
          <a:p>
            <a:r>
              <a:rPr lang="fr-FR" altLang="fr-FR"/>
              <a:t>	You are the way Jesus, You're the only way</a:t>
            </a:r>
          </a:p>
          <a:p>
            <a:r>
              <a:rPr lang="fr-FR" altLang="fr-FR"/>
              <a:t>	13-  PEU IMPORTE CE QU'ON ME DIRA JE CROIRAI EN TOI </a:t>
            </a:r>
          </a:p>
          <a:p>
            <a:r>
              <a:rPr lang="fr-FR" altLang="fr-FR"/>
              <a:t>	It doesn't matter what they say to me I believe in You</a:t>
            </a:r>
          </a:p>
          <a:p>
            <a:r>
              <a:rPr lang="fr-FR" altLang="fr-FR"/>
              <a:t>	14-  JE VEUX LOUER JÉSUS, OUI JE TE LOUERAI</a:t>
            </a:r>
          </a:p>
          <a:p>
            <a:r>
              <a:rPr lang="fr-FR" altLang="fr-FR"/>
              <a:t>	And so I praise Jesus, I will give You praise</a:t>
            </a:r>
          </a:p>
          <a:p>
            <a:r>
              <a:rPr lang="fr-FR" altLang="fr-FR"/>
              <a:t>	15-  QU'IMPORTE CE QUI M'ARRIVERA JE CROIRAI EN TOI </a:t>
            </a:r>
          </a:p>
          <a:p>
            <a:r>
              <a:rPr lang="fr-FR" altLang="fr-FR"/>
              <a:t>	It doesn't matter what may come at me I believe in You</a:t>
            </a:r>
          </a:p>
          <a:p>
            <a:endParaRPr lang="fr-FR" altLang="fr-FR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rtlCol="0"/>
          <a:lstStyle/>
          <a:p>
            <a:pPr>
              <a:defRPr/>
            </a:pPr>
            <a:r>
              <a:rPr lang="fr-FR">
                <a:cs typeface="+mn-cs"/>
              </a:rPr>
              <a:t>	Refrain : </a:t>
            </a:r>
          </a:p>
          <a:p>
            <a:pPr>
              <a:defRPr/>
            </a:pPr>
            <a:r>
              <a:rPr lang="fr-FR">
                <a:cs typeface="+mn-cs"/>
              </a:rPr>
              <a:t>	1-  EN TOI JE PEUX TOUT ACCOMPLIR  JE PEUX TOUT RÉUSSIR </a:t>
            </a:r>
          </a:p>
          <a:p>
            <a:pPr>
              <a:defRPr/>
            </a:pPr>
            <a:r>
              <a:rPr lang="fr-FR">
                <a:cs typeface="+mn-cs"/>
              </a:rPr>
              <a:t>	Through You I can do anything I can do all things
	2-  CAR C'EST TOI QUI ME REND FORT 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ʻCause it's You who gives me strength Nothing is impossible
	3-  EN TOI TOUT EST RESTAURÉE  LES FORTERESSES BRISÉES </a:t>
            </a:r>
          </a:p>
          <a:p>
            <a:pPr>
              <a:defRPr/>
            </a:pPr>
            <a:r>
              <a:rPr lang="fr-FR">
                <a:cs typeface="+mn-cs"/>
              </a:rPr>
              <a:t>	Through You blind eyes are opened Strongholds are broken</a:t>
            </a:r>
          </a:p>
          <a:p>
            <a:pPr>
              <a:defRPr/>
            </a:pPr>
            <a:r>
              <a:rPr lang="fr-FR">
                <a:cs typeface="+mn-cs"/>
              </a:rPr>
              <a:t>	4-  JE VIVRAI PAR LA FOI JE SAIS QUE RIEN N'EST IMPOSSIBLE </a:t>
            </a:r>
          </a:p>
          <a:p>
            <a:pPr>
              <a:defRPr/>
            </a:pPr>
            <a:r>
              <a:rPr lang="fr-FR">
                <a:cs typeface="+mn-cs"/>
              </a:rPr>
              <a:t>	I am living by faith Nothing is impossible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>
                <a:cs typeface="+mn-cs"/>
              </a:rPr>
              <a:t>Iʼm not gonna live by what I see, Iʼm not gonna live by what I feel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Couplet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r>
              <a:rPr lang="fr-FR">
                <a:cs typeface="+mn-cs"/>
              </a:rPr>
              <a:t>7-  OUI JE CROIS, OUI JE CROIS OUI CROIS, OUI JE CROIS EN TOI   </a:t>
            </a:r>
          </a:p>
          <a:p>
            <a:pPr>
              <a:defRPr/>
            </a:pPr>
            <a:r>
              <a:rPr lang="fr-FR">
                <a:cs typeface="+mn-cs"/>
              </a:rPr>
              <a:t>I believe, I believe, I believe, I believe in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Refrain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Pont : 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	8-  OUUUHHH EN TOI JE PEUX RESSUCITER   x2</a:t>
            </a:r>
          </a:p>
          <a:p>
            <a:pPr>
              <a:defRPr/>
            </a:pPr>
            <a:r>
              <a:rPr lang="fr-FR">
                <a:cs typeface="+mn-cs"/>
              </a:rPr>
              <a:t>	You, You make me come alive again
	9- (WHOOA) LE TEMPS EST ARRIVÉ (WHOOA) OÙ TOUT VA CHANGER</a:t>
            </a:r>
          </a:p>
          <a:p>
            <a:pPr>
              <a:defRPr/>
            </a:pPr>
            <a:r>
              <a:rPr lang="fr-FR">
                <a:cs typeface="+mn-cs"/>
              </a:rPr>
              <a:t>	(Woah) This is the moment (Woah) Everything changes 
	10-  (WHOOA) OÙ TOUT VA CHANGER (WHOOA) TU ES MA PERCÉ </a:t>
            </a:r>
          </a:p>
          <a:p>
            <a:pPr>
              <a:defRPr/>
            </a:pPr>
            <a:r>
              <a:rPr lang="fr-FR">
                <a:cs typeface="+mn-cs"/>
              </a:rPr>
              <a:t>	 (Woah) You are my breakthrough
	11-  JE TE LOUE, JE TE LOUE </a:t>
            </a:r>
          </a:p>
          <a:p>
            <a:pPr>
              <a:defRPr/>
            </a:pPr>
            <a:r>
              <a:rPr lang="fr-FR">
                <a:cs typeface="+mn-cs"/>
              </a:rPr>
              <a:t>	I praise You, I praise You</a:t>
            </a:r>
          </a:p>
          <a:p>
            <a:pPr>
              <a:defRPr/>
            </a:pPr>
            <a:endParaRPr lang="fr-FR">
              <a:cs typeface="+mn-cs"/>
            </a:endParaRPr>
          </a:p>
          <a:p>
            <a:pPr>
              <a:defRPr/>
            </a:pPr>
            <a:r>
              <a:rPr lang="fr-FR">
                <a:cs typeface="+mn-cs"/>
              </a:rPr>
              <a:t>
	12-  TU ES LE CHEMIN JÉSUS EST LE SEUL CHEMIN </a:t>
            </a:r>
          </a:p>
          <a:p>
            <a:pPr>
              <a:defRPr/>
            </a:pPr>
            <a:r>
              <a:rPr lang="fr-FR">
                <a:cs typeface="+mn-cs"/>
              </a:rPr>
              <a:t>	You are the way Jesus, You're the only way</a:t>
            </a:r>
          </a:p>
          <a:p>
            <a:pPr>
              <a:defRPr/>
            </a:pPr>
            <a:r>
              <a:rPr lang="fr-FR">
                <a:cs typeface="+mn-cs"/>
              </a:rPr>
              <a:t>	13-  PEU IMPORTE CE QU'ON ME DIRA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they say to me I believe in You</a:t>
            </a:r>
          </a:p>
          <a:p>
            <a:pPr>
              <a:defRPr/>
            </a:pPr>
            <a:r>
              <a:rPr lang="fr-FR">
                <a:cs typeface="+mn-cs"/>
              </a:rPr>
              <a:t>	14-  JE VEUX LOUER JÉSUS, OUI JE TE LOUERAI</a:t>
            </a:r>
          </a:p>
          <a:p>
            <a:pPr>
              <a:defRPr/>
            </a:pPr>
            <a:r>
              <a:rPr lang="fr-FR">
                <a:cs typeface="+mn-cs"/>
              </a:rPr>
              <a:t>	And so I praise Jesus, I will give You praise</a:t>
            </a:r>
          </a:p>
          <a:p>
            <a:pPr>
              <a:defRPr/>
            </a:pPr>
            <a:r>
              <a:rPr lang="fr-FR">
                <a:cs typeface="+mn-cs"/>
              </a:rPr>
              <a:t>	15-  QU'IMPORTE CE QUI M'ARRIVERA JE CROIRAI EN TOI </a:t>
            </a:r>
          </a:p>
          <a:p>
            <a:pPr>
              <a:defRPr/>
            </a:pPr>
            <a:r>
              <a:rPr lang="fr-FR">
                <a:cs typeface="+mn-cs"/>
              </a:rPr>
              <a:t>	It doesn't matter what may come at me I believe in You</a:t>
            </a:r>
          </a:p>
          <a:p>
            <a:pPr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975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TOUT ACCOMPLIR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TOUT RÉUSSIR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TOI QUI ME RENDS FORT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RIEN N'EST IMPOSSIBLE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TOUT EST RESTAURÉ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FORTERESSES BRISÉES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 PAR LA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RIEN N'EST IMPOSSIBLE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VIVRAI PAS PAR CE QUE JE VOIS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VIVRAI PAS PAR CE QUE JE SENS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FOND JE SAIS QUE 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TU PEUX TOUT ACCOMPLIR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CROIS, OUI JE CROIS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CROIS, OUI JE CROIS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OUUUHHH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RESSUCITER</a:t>
            </a:r>
          </a:p>
        </p:txBody>
      </p:sp>
    </p:spTree>
    <p:extLst>
      <p:ext uri="{BB962C8B-B14F-4D97-AF65-F5344CB8AC3E}">
        <p14:creationId xmlns:p14="http://schemas.microsoft.com/office/powerpoint/2010/main" val="220648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LE TEMPS EST ARRIVÉ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OÙ TOUT VA CHANGER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2392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TU ES MA PERCÉE</a:t>
            </a:r>
          </a:p>
        </p:txBody>
      </p:sp>
    </p:spTree>
    <p:extLst>
      <p:ext uri="{BB962C8B-B14F-4D97-AF65-F5344CB8AC3E}">
        <p14:creationId xmlns:p14="http://schemas.microsoft.com/office/powerpoint/2010/main" val="413428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JE TE LOUE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3347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LE CHEMIN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JÉSUS EST LE SEUL CHEMIN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562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PEU IMPORTE CE QU'ON ME DIRA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JE CROIRAI EN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85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JE VEUX LOUER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OUI JE TE LOUERAI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44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QU'IMPORTE CE QUI M'ARRIVERA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JE CROIRAI EN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1080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12105</Words>
  <Application>Microsoft Office PowerPoint</Application>
  <PresentationFormat>Affichage à l'écran (4:3)</PresentationFormat>
  <Paragraphs>1229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189</cp:revision>
  <dcterms:created xsi:type="dcterms:W3CDTF">2002-08-17T10:50:50Z</dcterms:created>
  <dcterms:modified xsi:type="dcterms:W3CDTF">2022-05-29T07:23:47Z</dcterms:modified>
</cp:coreProperties>
</file>