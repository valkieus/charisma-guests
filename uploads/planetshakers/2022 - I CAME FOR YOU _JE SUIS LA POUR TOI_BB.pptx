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86" r:id="rId2"/>
    <p:sldId id="302" r:id="rId3"/>
    <p:sldId id="303" r:id="rId4"/>
    <p:sldId id="301" r:id="rId5"/>
    <p:sldId id="300" r:id="rId6"/>
    <p:sldId id="304" r:id="rId7"/>
    <p:sldId id="299" r:id="rId8"/>
    <p:sldId id="298" r:id="rId9"/>
    <p:sldId id="297" r:id="rId10"/>
    <p:sldId id="305" r:id="rId11"/>
    <p:sldId id="296" r:id="rId12"/>
    <p:sldId id="295" r:id="rId13"/>
    <p:sldId id="306" r:id="rId14"/>
    <p:sldId id="293" r:id="rId15"/>
    <p:sldId id="292" r:id="rId16"/>
    <p:sldId id="291" r:id="rId17"/>
    <p:sldId id="290" r:id="rId18"/>
    <p:sldId id="289" r:id="rId19"/>
    <p:sldId id="307" r:id="rId20"/>
    <p:sldId id="308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40" autoAdjust="0"/>
    <p:restoredTop sz="26702" autoAdjust="0"/>
  </p:normalViewPr>
  <p:slideViewPr>
    <p:cSldViewPr>
      <p:cViewPr varScale="1">
        <p:scale>
          <a:sx n="18" d="100"/>
          <a:sy n="18" d="100"/>
        </p:scale>
        <p:origin x="2312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372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28/05/2022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6479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 moment,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
2-  J'ABANDONNE TOUTE DISTRACTION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put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aside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distractions
3-  JE SUIS LÀ POUR TOI RIEN QUE POUR TOI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
4-  J'AI BESOIN PLUS QUE JAMAIS D'ÊTRE COMBLÉ PAR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Nothing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satisfies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TOUTE MA VIE, JE TE SOUMETS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life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surrender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JE VIS POUR TOI,  x2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for You,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for You
7-  JE SUIS LÀ POUR TOI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 :
	8-  Ô BIENVENUE, CHER SAINT-ESPRIT MANIFESTE-TOI ICI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Holy Spirit, You are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Come and move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upon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place
	9-  NOUS DÉSIRONS À NOUVEAU TE RENCONTRER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encounter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once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VIENS SAINT-ESPRIT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Holy Spirit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You
12-  JÉSUS, EMMÈNE-MOI PLUS LOIN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JE SUIS LÀ POUR TOI RIEN QUE POUR TOI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came for You, I came for You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
	14-  Ô BIENVENUE, CHER SAINT-ESPRIT MANIFESTE-TOI ICI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You are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Come and move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upon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place
	15-  NOUS DÉSIRONS À NOUVEAU TE RENCONTRER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encounter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once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release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power So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NOUS DÉSIRONS À NOUVEAU TE RENCONTRER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encounter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once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	18-  PRENDS LA PLACE, OUI PRENDS TOUT RÉPANDS TON ESPRIT SUR NOUS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room Lord, let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spirit move
	19-  FAIS CE QUE TU VOUDRAS SEIGNEUR NOUS SOMMES ICI POUR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place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come for You                                              x3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Holy Spirit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All it takes is one moment, And just one touch from You
2-  J'ABANDONNE TOUTE DISTRACTION</a:t>
            </a:r>
          </a:p>
          <a:p>
            <a:r>
              <a:rPr lang="fr-FR" smtClean="0"/>
              <a:t>I put aside all distractions
3-  JE SUIS LÀ POUR TOI RIEN QUE POUR TOI</a:t>
            </a:r>
          </a:p>
          <a:p>
            <a:r>
              <a:rPr lang="fr-FR" smtClean="0"/>
              <a:t>I came for You, I came for You
4-  J'AI BESOIN PLUS QUE JAMAIS D'ÊTRE COMBLÉ PAR TOI </a:t>
            </a:r>
          </a:p>
          <a:p>
            <a:r>
              <a:rPr lang="fr-FR" smtClean="0"/>
              <a:t>I need You more than ever Nothing else satisfies
5-  TOUTE MA VIE, JE TE SOUMETS </a:t>
            </a:r>
          </a:p>
          <a:p>
            <a:r>
              <a:rPr lang="fr-FR" smtClean="0"/>
              <a:t>All my life I surrender
6-  JE VIS POUR TOI,  x2</a:t>
            </a:r>
          </a:p>
          <a:p>
            <a:r>
              <a:rPr lang="fr-FR" smtClean="0"/>
              <a:t>I'll live for You, I'll live for You
7-  JE SUIS LÀ POUR TOI  x2</a:t>
            </a:r>
          </a:p>
          <a:p>
            <a:r>
              <a:rPr lang="fr-FR" smtClean="0"/>
              <a:t>I came for You, I came for You</a:t>
            </a:r>
          </a:p>
          <a:p>
            <a:endParaRPr lang="fr-FR" smtClean="0"/>
          </a:p>
          <a:p>
            <a:r>
              <a:rPr lang="fr-FR" smtClean="0"/>
              <a:t>	Refrain 1 :
	8-  Ô BIENVENUE, CHER SAINT-ESPRIT MANIFESTE-TOI ICI </a:t>
            </a:r>
          </a:p>
          <a:p>
            <a:r>
              <a:rPr lang="fr-FR" smtClean="0"/>
              <a:t>                        Holy Spirit, You are welcome Come and move upon this place
	9-  NOUS DÉSIRONS À NOUVEAU TE RENCONTRER </a:t>
            </a:r>
          </a:p>
          <a:p>
            <a:r>
              <a:rPr lang="fr-FR" smtClean="0"/>
              <a:t>                        We desire an encounter once again
	10-  VIENS SAINT-ESPRIT   x2</a:t>
            </a:r>
          </a:p>
          <a:p>
            <a:r>
              <a:rPr lang="fr-FR" smtClean="0"/>
              <a:t>                         Holy Spirit, Holy Spirit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Now that my heart is open I am ready for You
12-  JÉSUS, EMMÈNE-MOI PLUS LOIN </a:t>
            </a:r>
          </a:p>
          <a:p>
            <a:r>
              <a:rPr lang="fr-FR" smtClean="0"/>
              <a:t>Jesus, take me deeper
13-  JE SUIS LÀ POUR TOI RIEN QUE POUR TOI    x2</a:t>
            </a:r>
          </a:p>
          <a:p>
            <a:r>
              <a:rPr lang="fr-FR" smtClean="0"/>
              <a:t> I came for You, I came for You</a:t>
            </a:r>
          </a:p>
          <a:p>
            <a:endParaRPr lang="fr-FR" smtClean="0"/>
          </a:p>
          <a:p>
            <a:r>
              <a:rPr lang="fr-FR" smtClean="0"/>
              <a:t>	Refrain 2 :
	14-  Ô BIENVENUE, CHER SAINT-ESPRIT MANIFESTE-TOI ICI </a:t>
            </a:r>
          </a:p>
          <a:p>
            <a:r>
              <a:rPr lang="fr-FR" smtClean="0"/>
              <a:t>                         Holy Spirit, You are welcome Come and move upon this place
	15-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Send your fire, release Your power So we'll never be the same
	17-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Pont :
	18-  PRENDS LA PLACE, OUI PRENDS TOUT RÉPANDS TON ESPRIT SUR NOUS </a:t>
            </a:r>
          </a:p>
          <a:p>
            <a:r>
              <a:rPr lang="fr-FR" smtClean="0"/>
              <a:t>	We make way, we make room Lord, let Your spirit move
	19-  FAIS CE QUE TU VOUDRAS SEIGNEUR NOUS SOMMES ICI POUR TOI </a:t>
            </a:r>
          </a:p>
          <a:p>
            <a:r>
              <a:rPr lang="fr-FR" smtClean="0"/>
              <a:t>	Have Your way in this place Lord we have come for You                                              x3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r>
              <a:rPr lang="fr-FR" smtClean="0"/>
              <a:t>
	20-  VIENS SAINT-ESPRIT   x4</a:t>
            </a:r>
          </a:p>
          <a:p>
            <a:r>
              <a:rPr lang="fr-FR" smtClean="0"/>
              <a:t>	Holy Spirit</a:t>
            </a:r>
          </a:p>
          <a:p>
            <a:endParaRPr lang="fr-FR" smtClean="0"/>
          </a:p>
          <a:p>
            <a:r>
              <a:rPr lang="fr-FR" smtClean="0"/>
              <a:t>	Pont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150169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 moment,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touch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
2-  J'ABANDONNE TOUTE DISTRACTION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put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aside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distractions
3-  JE SUIS LÀ POUR TOI RIEN QUE POUR TOI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
4-  J'AI BESOIN PLUS QUE JAMAIS D'ÊTRE COMBLÉ PAR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Nothing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satisfies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TOUTE MA VIE, JE TE SOUMETS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life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surrender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JE VIS POUR TOI,  x2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for You,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live for You
7-  JE SUIS LÀ POUR TOI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 :
	8-  Ô BIENVENUE, CHER SAINT-ESPRIT MANIFESTE-TOI ICI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Holy Spirit, You are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Come and move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upon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place
	9-  NOUS DÉSIRONS À NOUVEAU TE RENCONTRER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encounter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once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again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10-  VIENS SAINT-ESPRIT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Holy Spirit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 I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You
12-  JÉSUS, EMMÈNE-MOI PLUS LOIN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13-  JE SUIS LÀ POUR TOI RIEN QUE POUR TOI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came for You, I came for You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
	14-  Ô BIENVENUE, CHER SAINT-ESPRIT MANIFESTE-TOI ICI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You are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Come and move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upon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place
	15-  NOUS DÉSIRONS À NOUVEAU TE RENCONTRER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encounter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once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release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power So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NOUS DÉSIRONS À NOUVEAU TE RENCONTRER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encounter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once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again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	18-  PRENDS LA PLACE, OUI PRENDS TOUT RÉPANDS TON ESPRIT SUR NOUS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room Lord, let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spirit move
	19-  FAIS CE QUE TU VOUDRAS SEIGNEUR NOUS SOMMES ICI POUR TOI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Have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place Lord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come for You                                              x3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Holy Spirit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All it takes is one moment, And just one touch from You
2-  J'ABANDONNE TOUTE DISTRACTION</a:t>
            </a:r>
          </a:p>
          <a:p>
            <a:r>
              <a:rPr lang="fr-FR" smtClean="0"/>
              <a:t>I put aside all distractions
3-  JE SUIS LÀ POUR TOI RIEN QUE POUR TOI</a:t>
            </a:r>
          </a:p>
          <a:p>
            <a:r>
              <a:rPr lang="fr-FR" smtClean="0"/>
              <a:t>I came for You, I came for You
4-  J'AI BESOIN PLUS QUE JAMAIS D'ÊTRE COMBLÉ PAR TOI </a:t>
            </a:r>
          </a:p>
          <a:p>
            <a:r>
              <a:rPr lang="fr-FR" smtClean="0"/>
              <a:t>I need You more than ever Nothing else satisfies
5-  TOUTE MA VIE, JE TE SOUMETS </a:t>
            </a:r>
          </a:p>
          <a:p>
            <a:r>
              <a:rPr lang="fr-FR" smtClean="0"/>
              <a:t>All my life I surrender
6-  JE VIS POUR TOI,  x2</a:t>
            </a:r>
          </a:p>
          <a:p>
            <a:r>
              <a:rPr lang="fr-FR" smtClean="0"/>
              <a:t>I'll live for You, I'll live for You
7-  JE SUIS LÀ POUR TOI  x2</a:t>
            </a:r>
          </a:p>
          <a:p>
            <a:r>
              <a:rPr lang="fr-FR" smtClean="0"/>
              <a:t>I came for You, I came for You</a:t>
            </a:r>
          </a:p>
          <a:p>
            <a:endParaRPr lang="fr-FR" smtClean="0"/>
          </a:p>
          <a:p>
            <a:r>
              <a:rPr lang="fr-FR" smtClean="0"/>
              <a:t>	Refrain 1 :
	8-  Ô BIENVENUE, CHER SAINT-ESPRIT MANIFESTE-TOI ICI </a:t>
            </a:r>
          </a:p>
          <a:p>
            <a:r>
              <a:rPr lang="fr-FR" smtClean="0"/>
              <a:t>                        Holy Spirit, You are welcome Come and move upon this place
	9-  NOUS DÉSIRONS À NOUVEAU TE RENCONTRER </a:t>
            </a:r>
          </a:p>
          <a:p>
            <a:r>
              <a:rPr lang="fr-FR" smtClean="0"/>
              <a:t>                        We desire an encounter once again
	10-  VIENS SAINT-ESPRIT   x2</a:t>
            </a:r>
          </a:p>
          <a:p>
            <a:r>
              <a:rPr lang="fr-FR" smtClean="0"/>
              <a:t>                         Holy Spirit, Holy Spirit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Now that my heart is open I am ready for You
12-  JÉSUS, EMMÈNE-MOI PLUS LOIN </a:t>
            </a:r>
          </a:p>
          <a:p>
            <a:r>
              <a:rPr lang="fr-FR" smtClean="0"/>
              <a:t>Jesus, take me deeper
13-  JE SUIS LÀ POUR TOI RIEN QUE POUR TOI    x2</a:t>
            </a:r>
          </a:p>
          <a:p>
            <a:r>
              <a:rPr lang="fr-FR" smtClean="0"/>
              <a:t> I came for You, I came for You</a:t>
            </a:r>
          </a:p>
          <a:p>
            <a:endParaRPr lang="fr-FR" smtClean="0"/>
          </a:p>
          <a:p>
            <a:r>
              <a:rPr lang="fr-FR" smtClean="0"/>
              <a:t>	Refrain 2 :
	14-  Ô BIENVENUE, CHER SAINT-ESPRIT MANIFESTE-TOI ICI </a:t>
            </a:r>
          </a:p>
          <a:p>
            <a:r>
              <a:rPr lang="fr-FR" smtClean="0"/>
              <a:t>                         Holy Spirit, You are welcome Come and move upon this place
	15-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Send your fire, release Your power So we'll never be the same
	17-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Pont :
	18-  PRENDS LA PLACE, OUI PRENDS TOUT RÉPANDS TON ESPRIT SUR NOUS </a:t>
            </a:r>
          </a:p>
          <a:p>
            <a:r>
              <a:rPr lang="fr-FR" smtClean="0"/>
              <a:t>	We make way, we make room Lord, let Your spirit move
	19-  FAIS CE QUE TU VOUDRAS SEIGNEUR NOUS SOMMES ICI POUR TOI </a:t>
            </a:r>
          </a:p>
          <a:p>
            <a:r>
              <a:rPr lang="fr-FR" smtClean="0"/>
              <a:t>	Have Your way in this place Lord we have come for You                                              x3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r>
              <a:rPr lang="fr-FR" smtClean="0"/>
              <a:t>
	20-  VIENS SAINT-ESPRIT   x4</a:t>
            </a:r>
          </a:p>
          <a:p>
            <a:r>
              <a:rPr lang="fr-FR" smtClean="0"/>
              <a:t>	Holy Spirit</a:t>
            </a:r>
          </a:p>
          <a:p>
            <a:endParaRPr lang="fr-FR" smtClean="0"/>
          </a:p>
          <a:p>
            <a:r>
              <a:rPr lang="fr-FR" smtClean="0"/>
              <a:t>	Pont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616844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it takes is one moment, And just one touch from You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put aside all distractions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 than ever Nothing else satisfies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my life I surrender
6-  JE VIS POUR TOI,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live for You, I'll live for You
7-  JE SUIS LÀ POUR TOI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 :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Holy Spirit, You are welcome Come and move upon this place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We desire an encounter once again
	10-  VIENS SAINT-ESPRIT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Holy Spirit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Now that my heart is open I am ready for You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Jesus, take me deeper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You are welcome Come and move upon this place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your fire, release Your power So we'll never be the same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make way, we make room Lord, let Your spirit move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Have Your way in this place Lord we have come for You                                              x3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Holy Spirit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All it takes is one moment, And just one touch from You
2-  J'ABANDONNE TOUTE DISTRACTION</a:t>
            </a:r>
          </a:p>
          <a:p>
            <a:r>
              <a:rPr lang="fr-FR" smtClean="0"/>
              <a:t>I put aside all distractions
3-  JE SUIS LÀ POUR TOI RIEN QUE POUR TOI</a:t>
            </a:r>
          </a:p>
          <a:p>
            <a:r>
              <a:rPr lang="fr-FR" smtClean="0"/>
              <a:t>I came for You, I came for You
4-  J'AI BESOIN PLUS QUE JAMAIS D'ÊTRE COMBLÉ PAR TOI </a:t>
            </a:r>
          </a:p>
          <a:p>
            <a:r>
              <a:rPr lang="fr-FR" smtClean="0"/>
              <a:t>I need You more than ever Nothing else satisfies
5-  TOUTE MA VIE, JE TE SOUMETS </a:t>
            </a:r>
          </a:p>
          <a:p>
            <a:r>
              <a:rPr lang="fr-FR" smtClean="0"/>
              <a:t>All my life I surrender
6-  JE VIS POUR TOI,  x2</a:t>
            </a:r>
          </a:p>
          <a:p>
            <a:r>
              <a:rPr lang="fr-FR" smtClean="0"/>
              <a:t>I'll live for You, I'll live for You
7-  JE SUIS LÀ POUR TOI  x2</a:t>
            </a:r>
          </a:p>
          <a:p>
            <a:r>
              <a:rPr lang="fr-FR" smtClean="0"/>
              <a:t>I came for You, I came for You</a:t>
            </a:r>
          </a:p>
          <a:p>
            <a:endParaRPr lang="fr-FR" smtClean="0"/>
          </a:p>
          <a:p>
            <a:r>
              <a:rPr lang="fr-FR" smtClean="0"/>
              <a:t>	Refrain 1 :
	8-  Ô BIENVENUE, CHER SAINT-ESPRIT MANIFESTE-TOI ICI </a:t>
            </a:r>
          </a:p>
          <a:p>
            <a:r>
              <a:rPr lang="fr-FR" smtClean="0"/>
              <a:t>                        Holy Spirit, You are welcome Come and move upon this place
	9-  NOUS DÉSIRONS À NOUVEAU TE RENCONTRER </a:t>
            </a:r>
          </a:p>
          <a:p>
            <a:r>
              <a:rPr lang="fr-FR" smtClean="0"/>
              <a:t>                        We desire an encounter once again
	10-  VIENS SAINT-ESPRIT   x2</a:t>
            </a:r>
          </a:p>
          <a:p>
            <a:r>
              <a:rPr lang="fr-FR" smtClean="0"/>
              <a:t>                         Holy Spirit, Holy Spirit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Now that my heart is open I am ready for You
12-  JÉSUS, EMMÈNE-MOI PLUS LOIN </a:t>
            </a:r>
          </a:p>
          <a:p>
            <a:r>
              <a:rPr lang="fr-FR" smtClean="0"/>
              <a:t>Jesus, take me deeper
13-  JE SUIS LÀ POUR TOI RIEN QUE POUR TOI    x2</a:t>
            </a:r>
          </a:p>
          <a:p>
            <a:r>
              <a:rPr lang="fr-FR" smtClean="0"/>
              <a:t> I came for You, I came for You</a:t>
            </a:r>
          </a:p>
          <a:p>
            <a:endParaRPr lang="fr-FR" smtClean="0"/>
          </a:p>
          <a:p>
            <a:r>
              <a:rPr lang="fr-FR" smtClean="0"/>
              <a:t>	Refrain 2 :
	14-  Ô BIENVENUE, CHER SAINT-ESPRIT MANIFESTE-TOI ICI </a:t>
            </a:r>
          </a:p>
          <a:p>
            <a:r>
              <a:rPr lang="fr-FR" smtClean="0"/>
              <a:t>                         Holy Spirit, You are welcome Come and move upon this place
	15-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Send your fire, release Your power So we'll never be the same
	17-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Pont :
	18-  PRENDS LA PLACE, OUI PRENDS TOUT RÉPANDS TON ESPRIT SUR NOUS </a:t>
            </a:r>
          </a:p>
          <a:p>
            <a:r>
              <a:rPr lang="fr-FR" smtClean="0"/>
              <a:t>	We make way, we make room Lord, let Your spirit move
	19-  FAIS CE QUE TU VOUDRAS SEIGNEUR NOUS SOMMES ICI POUR TOI </a:t>
            </a:r>
          </a:p>
          <a:p>
            <a:r>
              <a:rPr lang="fr-FR" smtClean="0"/>
              <a:t>	Have Your way in this place Lord we have come for You                                              x3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r>
              <a:rPr lang="fr-FR" smtClean="0"/>
              <a:t>
	20-  VIENS SAINT-ESPRIT   x4</a:t>
            </a:r>
          </a:p>
          <a:p>
            <a:r>
              <a:rPr lang="fr-FR" smtClean="0"/>
              <a:t>	Holy Spirit</a:t>
            </a:r>
          </a:p>
          <a:p>
            <a:endParaRPr lang="fr-FR" smtClean="0"/>
          </a:p>
          <a:p>
            <a:r>
              <a:rPr lang="fr-FR" smtClean="0"/>
              <a:t>	Pont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889331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it takes is one moment, And just one touch from You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put aside all distractions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 than ever Nothing else satisfies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my life I surrender
6-  JE VIS POUR TOI,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live for You, I'll live for You
7-  JE SUIS LÀ POUR TOI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 :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Holy Spirit, You are welcome Come and move upon this place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We desire an encounter once again
	10-  VIENS SAINT-ESPRIT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Holy Spirit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Now that my heart is open I am ready for You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Jesus, take me deeper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You are welcome Come and move upon this place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your fire, release Your power So we'll never be the same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make way, we make room Lord, let Your spirit move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Have Your way in this place Lord we have come for You                                              x3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Holy Spirit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All it takes is one moment, And just one touch from You
2-  J'ABANDONNE TOUTE DISTRACTION</a:t>
            </a:r>
          </a:p>
          <a:p>
            <a:r>
              <a:rPr lang="fr-FR" smtClean="0"/>
              <a:t>I put aside all distractions
3-  JE SUIS LÀ POUR TOI RIEN QUE POUR TOI</a:t>
            </a:r>
          </a:p>
          <a:p>
            <a:r>
              <a:rPr lang="fr-FR" smtClean="0"/>
              <a:t>I came for You, I came for You
4-  J'AI BESOIN PLUS QUE JAMAIS D'ÊTRE COMBLÉ PAR TOI </a:t>
            </a:r>
          </a:p>
          <a:p>
            <a:r>
              <a:rPr lang="fr-FR" smtClean="0"/>
              <a:t>I need You more than ever Nothing else satisfies
5-  TOUTE MA VIE, JE TE SOUMETS </a:t>
            </a:r>
          </a:p>
          <a:p>
            <a:r>
              <a:rPr lang="fr-FR" smtClean="0"/>
              <a:t>All my life I surrender
6-  JE VIS POUR TOI,  x2</a:t>
            </a:r>
          </a:p>
          <a:p>
            <a:r>
              <a:rPr lang="fr-FR" smtClean="0"/>
              <a:t>I'll live for You, I'll live for You
7-  JE SUIS LÀ POUR TOI  x2</a:t>
            </a:r>
          </a:p>
          <a:p>
            <a:r>
              <a:rPr lang="fr-FR" smtClean="0"/>
              <a:t>I came for You, I came for You</a:t>
            </a:r>
          </a:p>
          <a:p>
            <a:endParaRPr lang="fr-FR" smtClean="0"/>
          </a:p>
          <a:p>
            <a:r>
              <a:rPr lang="fr-FR" smtClean="0"/>
              <a:t>	Refrain 1 :
	8-  Ô BIENVENUE, CHER SAINT-ESPRIT MANIFESTE-TOI ICI </a:t>
            </a:r>
          </a:p>
          <a:p>
            <a:r>
              <a:rPr lang="fr-FR" smtClean="0"/>
              <a:t>                        Holy Spirit, You are welcome Come and move upon this place
	9-  NOUS DÉSIRONS À NOUVEAU TE RENCONTRER </a:t>
            </a:r>
          </a:p>
          <a:p>
            <a:r>
              <a:rPr lang="fr-FR" smtClean="0"/>
              <a:t>                        We desire an encounter once again
	10-  VIENS SAINT-ESPRIT   x2</a:t>
            </a:r>
          </a:p>
          <a:p>
            <a:r>
              <a:rPr lang="fr-FR" smtClean="0"/>
              <a:t>                         Holy Spirit, Holy Spirit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Now that my heart is open I am ready for You
12-  JÉSUS, EMMÈNE-MOI PLUS LOIN </a:t>
            </a:r>
          </a:p>
          <a:p>
            <a:r>
              <a:rPr lang="fr-FR" smtClean="0"/>
              <a:t>Jesus, take me deeper
13-  JE SUIS LÀ POUR TOI RIEN QUE POUR TOI    x2</a:t>
            </a:r>
          </a:p>
          <a:p>
            <a:r>
              <a:rPr lang="fr-FR" smtClean="0"/>
              <a:t> I came for You, I came for You</a:t>
            </a:r>
          </a:p>
          <a:p>
            <a:endParaRPr lang="fr-FR" smtClean="0"/>
          </a:p>
          <a:p>
            <a:r>
              <a:rPr lang="fr-FR" smtClean="0"/>
              <a:t>	Refrain 2 :
	14-  Ô BIENVENUE, CHER SAINT-ESPRIT MANIFESTE-TOI ICI </a:t>
            </a:r>
          </a:p>
          <a:p>
            <a:r>
              <a:rPr lang="fr-FR" smtClean="0"/>
              <a:t>                         Holy Spirit, You are welcome Come and move upon this place
	15-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Send your fire, release Your power So we'll never be the same
	17-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Pont :
	18-  PRENDS LA PLACE, OUI PRENDS TOUT RÉPANDS TON ESPRIT SUR NOUS </a:t>
            </a:r>
          </a:p>
          <a:p>
            <a:r>
              <a:rPr lang="fr-FR" smtClean="0"/>
              <a:t>	We make way, we make room Lord, let Your spirit move
	19-  FAIS CE QUE TU VOUDRAS SEIGNEUR NOUS SOMMES ICI POUR TOI </a:t>
            </a:r>
          </a:p>
          <a:p>
            <a:r>
              <a:rPr lang="fr-FR" smtClean="0"/>
              <a:t>	Have Your way in this place Lord we have come for You                                              x3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r>
              <a:rPr lang="fr-FR" smtClean="0"/>
              <a:t>
	20-  VIENS SAINT-ESPRIT   x4</a:t>
            </a:r>
          </a:p>
          <a:p>
            <a:r>
              <a:rPr lang="fr-FR" smtClean="0"/>
              <a:t>	Holy Spirit</a:t>
            </a:r>
          </a:p>
          <a:p>
            <a:endParaRPr lang="fr-FR" smtClean="0"/>
          </a:p>
          <a:p>
            <a:r>
              <a:rPr lang="fr-FR" smtClean="0"/>
              <a:t>	Pont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776755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it takes is one moment, And just one touch from You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put aside all distractions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 than ever Nothing else satisfies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my life I surrender
6-  JE VIS POUR TOI,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live for You, I'll live for You
7-  JE SUIS LÀ POUR TOI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 :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Holy Spirit, You are welcome Come and move upon this place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We desire an encounter once again
	10-  VIENS SAINT-ESPRIT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Holy Spirit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Now that my heart is open I am ready for You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Jesus, take me deeper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You are welcome Come and move upon this place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your fire, release Your power So we'll never be the same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make way, we make room Lord, let Your spirit move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Have Your way in this place Lord we have come for You                                              x3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Holy Spirit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All it takes is one moment, And just one touch from You
2-  J'ABANDONNE TOUTE DISTRACTION</a:t>
            </a:r>
          </a:p>
          <a:p>
            <a:r>
              <a:rPr lang="fr-FR" smtClean="0"/>
              <a:t>I put aside all distractions
3-  JE SUIS LÀ POUR TOI RIEN QUE POUR TOI</a:t>
            </a:r>
          </a:p>
          <a:p>
            <a:r>
              <a:rPr lang="fr-FR" smtClean="0"/>
              <a:t>I came for You, I came for You
4-  J'AI BESOIN PLUS QUE JAMAIS D'ÊTRE COMBLÉ PAR TOI </a:t>
            </a:r>
          </a:p>
          <a:p>
            <a:r>
              <a:rPr lang="fr-FR" smtClean="0"/>
              <a:t>I need You more than ever Nothing else satisfies
5-  TOUTE MA VIE, JE TE SOUMETS </a:t>
            </a:r>
          </a:p>
          <a:p>
            <a:r>
              <a:rPr lang="fr-FR" smtClean="0"/>
              <a:t>All my life I surrender
6-  JE VIS POUR TOI,  x2</a:t>
            </a:r>
          </a:p>
          <a:p>
            <a:r>
              <a:rPr lang="fr-FR" smtClean="0"/>
              <a:t>I'll live for You, I'll live for You
7-  JE SUIS LÀ POUR TOI  x2</a:t>
            </a:r>
          </a:p>
          <a:p>
            <a:r>
              <a:rPr lang="fr-FR" smtClean="0"/>
              <a:t>I came for You, I came for You</a:t>
            </a:r>
          </a:p>
          <a:p>
            <a:endParaRPr lang="fr-FR" smtClean="0"/>
          </a:p>
          <a:p>
            <a:r>
              <a:rPr lang="fr-FR" smtClean="0"/>
              <a:t>	Refrain 1 :
	8-  Ô BIENVENUE, CHER SAINT-ESPRIT MANIFESTE-TOI ICI </a:t>
            </a:r>
          </a:p>
          <a:p>
            <a:r>
              <a:rPr lang="fr-FR" smtClean="0"/>
              <a:t>                        Holy Spirit, You are welcome Come and move upon this place
	9-  NOUS DÉSIRONS À NOUVEAU TE RENCONTRER </a:t>
            </a:r>
          </a:p>
          <a:p>
            <a:r>
              <a:rPr lang="fr-FR" smtClean="0"/>
              <a:t>                        We desire an encounter once again
	10-  VIENS SAINT-ESPRIT   x2</a:t>
            </a:r>
          </a:p>
          <a:p>
            <a:r>
              <a:rPr lang="fr-FR" smtClean="0"/>
              <a:t>                         Holy Spirit, Holy Spirit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Now that my heart is open I am ready for You
12-  JÉSUS, EMMÈNE-MOI PLUS LOIN </a:t>
            </a:r>
          </a:p>
          <a:p>
            <a:r>
              <a:rPr lang="fr-FR" smtClean="0"/>
              <a:t>Jesus, take me deeper
13-  JE SUIS LÀ POUR TOI RIEN QUE POUR TOI    x2</a:t>
            </a:r>
          </a:p>
          <a:p>
            <a:r>
              <a:rPr lang="fr-FR" smtClean="0"/>
              <a:t> I came for You, I came for You</a:t>
            </a:r>
          </a:p>
          <a:p>
            <a:endParaRPr lang="fr-FR" smtClean="0"/>
          </a:p>
          <a:p>
            <a:r>
              <a:rPr lang="fr-FR" smtClean="0"/>
              <a:t>	Refrain 2 :
	14-  Ô BIENVENUE, CHER SAINT-ESPRIT MANIFESTE-TOI ICI </a:t>
            </a:r>
          </a:p>
          <a:p>
            <a:r>
              <a:rPr lang="fr-FR" smtClean="0"/>
              <a:t>                         Holy Spirit, You are welcome Come and move upon this place
	15-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Send your fire, release Your power So we'll never be the same
	17-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Pont :
	18-  PRENDS LA PLACE, OUI PRENDS TOUT RÉPANDS TON ESPRIT SUR NOUS </a:t>
            </a:r>
          </a:p>
          <a:p>
            <a:r>
              <a:rPr lang="fr-FR" smtClean="0"/>
              <a:t>	We make way, we make room Lord, let Your spirit move
	19-  FAIS CE QUE TU VOUDRAS SEIGNEUR NOUS SOMMES ICI POUR TOI </a:t>
            </a:r>
          </a:p>
          <a:p>
            <a:r>
              <a:rPr lang="fr-FR" smtClean="0"/>
              <a:t>	Have Your way in this place Lord we have come for You                                              x3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r>
              <a:rPr lang="fr-FR" smtClean="0"/>
              <a:t>
	20-  VIENS SAINT-ESPRIT   x4</a:t>
            </a:r>
          </a:p>
          <a:p>
            <a:r>
              <a:rPr lang="fr-FR" smtClean="0"/>
              <a:t>	Holy Spirit</a:t>
            </a:r>
          </a:p>
          <a:p>
            <a:endParaRPr lang="fr-FR" smtClean="0"/>
          </a:p>
          <a:p>
            <a:r>
              <a:rPr lang="fr-FR" smtClean="0"/>
              <a:t>	Pont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397813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it takes is one moment, And just one touch from You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put aside all distractions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 than ever Nothing else satisfies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my life I surrender
6-  JE VIS POUR TOI,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live for You, I'll live for You
7-  JE SUIS LÀ POUR TOI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 :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Holy Spirit, You are welcome Come and move upon this place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We desire an encounter once again
	10-  VIENS SAINT-ESPRIT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Holy Spirit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Now that my heart is open I am ready for You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Jesus, take me deeper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You are welcome Come and move upon this place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your fire, release Your power So we'll never be the same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make way, we make room Lord, let Your spirit move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Have Your way in this place Lord we have come for You                                              x3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Holy Spirit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All it takes is one moment, And just one touch from You
2-  J'ABANDONNE TOUTE DISTRACTION</a:t>
            </a:r>
          </a:p>
          <a:p>
            <a:r>
              <a:rPr lang="fr-FR" smtClean="0"/>
              <a:t>I put aside all distractions
3-  JE SUIS LÀ POUR TOI RIEN QUE POUR TOI</a:t>
            </a:r>
          </a:p>
          <a:p>
            <a:r>
              <a:rPr lang="fr-FR" smtClean="0"/>
              <a:t>I came for You, I came for You
4-  J'AI BESOIN PLUS QUE JAMAIS D'ÊTRE COMBLÉ PAR TOI </a:t>
            </a:r>
          </a:p>
          <a:p>
            <a:r>
              <a:rPr lang="fr-FR" smtClean="0"/>
              <a:t>I need You more than ever Nothing else satisfies
5-  TOUTE MA VIE, JE TE SOUMETS </a:t>
            </a:r>
          </a:p>
          <a:p>
            <a:r>
              <a:rPr lang="fr-FR" smtClean="0"/>
              <a:t>All my life I surrender
6-  JE VIS POUR TOI,  x2</a:t>
            </a:r>
          </a:p>
          <a:p>
            <a:r>
              <a:rPr lang="fr-FR" smtClean="0"/>
              <a:t>I'll live for You, I'll live for You
7-  JE SUIS LÀ POUR TOI  x2</a:t>
            </a:r>
          </a:p>
          <a:p>
            <a:r>
              <a:rPr lang="fr-FR" smtClean="0"/>
              <a:t>I came for You, I came for You</a:t>
            </a:r>
          </a:p>
          <a:p>
            <a:endParaRPr lang="fr-FR" smtClean="0"/>
          </a:p>
          <a:p>
            <a:r>
              <a:rPr lang="fr-FR" smtClean="0"/>
              <a:t>	Refrain 1 :
	8-  Ô BIENVENUE, CHER SAINT-ESPRIT MANIFESTE-TOI ICI </a:t>
            </a:r>
          </a:p>
          <a:p>
            <a:r>
              <a:rPr lang="fr-FR" smtClean="0"/>
              <a:t>                        Holy Spirit, You are welcome Come and move upon this place
	9-  NOUS DÉSIRONS À NOUVEAU TE RENCONTRER </a:t>
            </a:r>
          </a:p>
          <a:p>
            <a:r>
              <a:rPr lang="fr-FR" smtClean="0"/>
              <a:t>                        We desire an encounter once again
	10-  VIENS SAINT-ESPRIT   x2</a:t>
            </a:r>
          </a:p>
          <a:p>
            <a:r>
              <a:rPr lang="fr-FR" smtClean="0"/>
              <a:t>                         Holy Spirit, Holy Spirit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Now that my heart is open I am ready for You
12-  JÉSUS, EMMÈNE-MOI PLUS LOIN </a:t>
            </a:r>
          </a:p>
          <a:p>
            <a:r>
              <a:rPr lang="fr-FR" smtClean="0"/>
              <a:t>Jesus, take me deeper
13-  JE SUIS LÀ POUR TOI RIEN QUE POUR TOI    x2</a:t>
            </a:r>
          </a:p>
          <a:p>
            <a:r>
              <a:rPr lang="fr-FR" smtClean="0"/>
              <a:t> I came for You, I came for You</a:t>
            </a:r>
          </a:p>
          <a:p>
            <a:endParaRPr lang="fr-FR" smtClean="0"/>
          </a:p>
          <a:p>
            <a:r>
              <a:rPr lang="fr-FR" smtClean="0"/>
              <a:t>	Refrain 2 :
	14-  Ô BIENVENUE, CHER SAINT-ESPRIT MANIFESTE-TOI ICI </a:t>
            </a:r>
          </a:p>
          <a:p>
            <a:r>
              <a:rPr lang="fr-FR" smtClean="0"/>
              <a:t>                         Holy Spirit, You are welcome Come and move upon this place
	15-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Send your fire, release Your power So we'll never be the same
	17-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Pont :
	18-  PRENDS LA PLACE, OUI PRENDS TOUT RÉPANDS TON ESPRIT SUR NOUS </a:t>
            </a:r>
          </a:p>
          <a:p>
            <a:r>
              <a:rPr lang="fr-FR" smtClean="0"/>
              <a:t>	We make way, we make room Lord, let Your spirit move
	19-  FAIS CE QUE TU VOUDRAS SEIGNEUR NOUS SOMMES ICI POUR TOI </a:t>
            </a:r>
          </a:p>
          <a:p>
            <a:r>
              <a:rPr lang="fr-FR" smtClean="0"/>
              <a:t>	Have Your way in this place Lord we have come for You                                              x3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r>
              <a:rPr lang="fr-FR" smtClean="0"/>
              <a:t>
	20-  VIENS SAINT-ESPRIT   x4</a:t>
            </a:r>
          </a:p>
          <a:p>
            <a:r>
              <a:rPr lang="fr-FR" smtClean="0"/>
              <a:t>	Holy Spirit</a:t>
            </a:r>
          </a:p>
          <a:p>
            <a:endParaRPr lang="fr-FR" smtClean="0"/>
          </a:p>
          <a:p>
            <a:r>
              <a:rPr lang="fr-FR" smtClean="0"/>
              <a:t>	Pont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177067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it takes is one moment, And just one touch from You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put aside all distractions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 than ever Nothing else satisfies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my life I surrender
6-  JE VIS POUR TOI,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live for You, I'll live for You
7-  JE SUIS LÀ POUR TOI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 :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Holy Spirit, You are welcome Come and move upon this place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We desire an encounter once again
	10-  VIENS SAINT-ESPRIT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Holy Spirit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Now that my heart is open I am ready for You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Jesus, take me deeper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You are welcome Come and move upon this place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your fire, release Your power So we'll never be the same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make way, we make room Lord, let Your spirit move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Have Your way in this place Lord we have come for You                                              x3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Holy Spirit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All it takes is one moment, And just one touch from You
2-  J'ABANDONNE TOUTE DISTRACTION</a:t>
            </a:r>
          </a:p>
          <a:p>
            <a:r>
              <a:rPr lang="fr-FR" smtClean="0"/>
              <a:t>I put aside all distractions
3-  JE SUIS LÀ POUR TOI RIEN QUE POUR TOI</a:t>
            </a:r>
          </a:p>
          <a:p>
            <a:r>
              <a:rPr lang="fr-FR" smtClean="0"/>
              <a:t>I came for You, I came for You
4-  J'AI BESOIN PLUS QUE JAMAIS D'ÊTRE COMBLÉ PAR TOI </a:t>
            </a:r>
          </a:p>
          <a:p>
            <a:r>
              <a:rPr lang="fr-FR" smtClean="0"/>
              <a:t>I need You more than ever Nothing else satisfies
5-  TOUTE MA VIE, JE TE SOUMETS </a:t>
            </a:r>
          </a:p>
          <a:p>
            <a:r>
              <a:rPr lang="fr-FR" smtClean="0"/>
              <a:t>All my life I surrender
6-  JE VIS POUR TOI,  x2</a:t>
            </a:r>
          </a:p>
          <a:p>
            <a:r>
              <a:rPr lang="fr-FR" smtClean="0"/>
              <a:t>I'll live for You, I'll live for You
7-  JE SUIS LÀ POUR TOI  x2</a:t>
            </a:r>
          </a:p>
          <a:p>
            <a:r>
              <a:rPr lang="fr-FR" smtClean="0"/>
              <a:t>I came for You, I came for You</a:t>
            </a:r>
          </a:p>
          <a:p>
            <a:endParaRPr lang="fr-FR" smtClean="0"/>
          </a:p>
          <a:p>
            <a:r>
              <a:rPr lang="fr-FR" smtClean="0"/>
              <a:t>	Refrain 1 :
	8-  Ô BIENVENUE, CHER SAINT-ESPRIT MANIFESTE-TOI ICI </a:t>
            </a:r>
          </a:p>
          <a:p>
            <a:r>
              <a:rPr lang="fr-FR" smtClean="0"/>
              <a:t>                        Holy Spirit, You are welcome Come and move upon this place
	9-  NOUS DÉSIRONS À NOUVEAU TE RENCONTRER </a:t>
            </a:r>
          </a:p>
          <a:p>
            <a:r>
              <a:rPr lang="fr-FR" smtClean="0"/>
              <a:t>                        We desire an encounter once again
	10-  VIENS SAINT-ESPRIT   x2</a:t>
            </a:r>
          </a:p>
          <a:p>
            <a:r>
              <a:rPr lang="fr-FR" smtClean="0"/>
              <a:t>                         Holy Spirit, Holy Spirit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Now that my heart is open I am ready for You
12-  JÉSUS, EMMÈNE-MOI PLUS LOIN </a:t>
            </a:r>
          </a:p>
          <a:p>
            <a:r>
              <a:rPr lang="fr-FR" smtClean="0"/>
              <a:t>Jesus, take me deeper
13-  JE SUIS LÀ POUR TOI RIEN QUE POUR TOI    x2</a:t>
            </a:r>
          </a:p>
          <a:p>
            <a:r>
              <a:rPr lang="fr-FR" smtClean="0"/>
              <a:t> I came for You, I came for You</a:t>
            </a:r>
          </a:p>
          <a:p>
            <a:endParaRPr lang="fr-FR" smtClean="0"/>
          </a:p>
          <a:p>
            <a:r>
              <a:rPr lang="fr-FR" smtClean="0"/>
              <a:t>	Refrain 2 :
	14-  Ô BIENVENUE, CHER SAINT-ESPRIT MANIFESTE-TOI ICI </a:t>
            </a:r>
          </a:p>
          <a:p>
            <a:r>
              <a:rPr lang="fr-FR" smtClean="0"/>
              <a:t>                         Holy Spirit, You are welcome Come and move upon this place
	15-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Send your fire, release Your power So we'll never be the same
	17-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Pont :
	18-  PRENDS LA PLACE, OUI PRENDS TOUT RÉPANDS TON ESPRIT SUR NOUS </a:t>
            </a:r>
          </a:p>
          <a:p>
            <a:r>
              <a:rPr lang="fr-FR" smtClean="0"/>
              <a:t>	We make way, we make room Lord, let Your spirit move
	19-  FAIS CE QUE TU VOUDRAS SEIGNEUR NOUS SOMMES ICI POUR TOI </a:t>
            </a:r>
          </a:p>
          <a:p>
            <a:r>
              <a:rPr lang="fr-FR" smtClean="0"/>
              <a:t>	Have Your way in this place Lord we have come for You                                              x3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r>
              <a:rPr lang="fr-FR" smtClean="0"/>
              <a:t>
	20-  VIENS SAINT-ESPRIT   x4</a:t>
            </a:r>
          </a:p>
          <a:p>
            <a:r>
              <a:rPr lang="fr-FR" smtClean="0"/>
              <a:t>	Holy Spirit</a:t>
            </a:r>
          </a:p>
          <a:p>
            <a:endParaRPr lang="fr-FR" smtClean="0"/>
          </a:p>
          <a:p>
            <a:r>
              <a:rPr lang="fr-FR" smtClean="0"/>
              <a:t>	Pont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733957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it takes is one moment, And just one touch from You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put aside all distractions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 than ever Nothing else satisfies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my life I surrender
6-  JE VIS POUR TOI,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live for You, I'll live for You
7-  JE SUIS LÀ POUR TOI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 :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Holy Spirit, You are welcome Come and move upon this place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We desire an encounter once again
	10-  VIENS SAINT-ESPRIT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Holy Spirit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Now that my heart is open I am ready for You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Jesus, take me deeper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You are welcome Come and move upon this place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your fire, release Your power So we'll never be the same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make way, we make room Lord, let Your spirit move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Have Your way in this place Lord we have come for You                                              x3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Holy Spirit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All it takes is one moment, And just one touch from You
2-  J'ABANDONNE TOUTE DISTRACTION</a:t>
            </a:r>
          </a:p>
          <a:p>
            <a:r>
              <a:rPr lang="fr-FR" smtClean="0"/>
              <a:t>I put aside all distractions
3-  JE SUIS LÀ POUR TOI RIEN QUE POUR TOI</a:t>
            </a:r>
          </a:p>
          <a:p>
            <a:r>
              <a:rPr lang="fr-FR" smtClean="0"/>
              <a:t>I came for You, I came for You
4-  J'AI BESOIN PLUS QUE JAMAIS D'ÊTRE COMBLÉ PAR TOI </a:t>
            </a:r>
          </a:p>
          <a:p>
            <a:r>
              <a:rPr lang="fr-FR" smtClean="0"/>
              <a:t>I need You more than ever Nothing else satisfies
5-  TOUTE MA VIE, JE TE SOUMETS </a:t>
            </a:r>
          </a:p>
          <a:p>
            <a:r>
              <a:rPr lang="fr-FR" smtClean="0"/>
              <a:t>All my life I surrender
6-  JE VIS POUR TOI,  x2</a:t>
            </a:r>
          </a:p>
          <a:p>
            <a:r>
              <a:rPr lang="fr-FR" smtClean="0"/>
              <a:t>I'll live for You, I'll live for You
7-  JE SUIS LÀ POUR TOI  x2</a:t>
            </a:r>
          </a:p>
          <a:p>
            <a:r>
              <a:rPr lang="fr-FR" smtClean="0"/>
              <a:t>I came for You, I came for You</a:t>
            </a:r>
          </a:p>
          <a:p>
            <a:endParaRPr lang="fr-FR" smtClean="0"/>
          </a:p>
          <a:p>
            <a:r>
              <a:rPr lang="fr-FR" smtClean="0"/>
              <a:t>	Refrain 1 :
	8-  Ô BIENVENUE, CHER SAINT-ESPRIT MANIFESTE-TOI ICI </a:t>
            </a:r>
          </a:p>
          <a:p>
            <a:r>
              <a:rPr lang="fr-FR" smtClean="0"/>
              <a:t>                        Holy Spirit, You are welcome Come and move upon this place
	9-  NOUS DÉSIRONS À NOUVEAU TE RENCONTRER </a:t>
            </a:r>
          </a:p>
          <a:p>
            <a:r>
              <a:rPr lang="fr-FR" smtClean="0"/>
              <a:t>                        We desire an encounter once again
	10-  VIENS SAINT-ESPRIT   x2</a:t>
            </a:r>
          </a:p>
          <a:p>
            <a:r>
              <a:rPr lang="fr-FR" smtClean="0"/>
              <a:t>                         Holy Spirit, Holy Spirit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Now that my heart is open I am ready for You
12-  JÉSUS, EMMÈNE-MOI PLUS LOIN </a:t>
            </a:r>
          </a:p>
          <a:p>
            <a:r>
              <a:rPr lang="fr-FR" smtClean="0"/>
              <a:t>Jesus, take me deeper
13-  JE SUIS LÀ POUR TOI RIEN QUE POUR TOI    x2</a:t>
            </a:r>
          </a:p>
          <a:p>
            <a:r>
              <a:rPr lang="fr-FR" smtClean="0"/>
              <a:t> I came for You, I came for You</a:t>
            </a:r>
          </a:p>
          <a:p>
            <a:endParaRPr lang="fr-FR" smtClean="0"/>
          </a:p>
          <a:p>
            <a:r>
              <a:rPr lang="fr-FR" smtClean="0"/>
              <a:t>	Refrain 2 :
	14-  Ô BIENVENUE, CHER SAINT-ESPRIT MANIFESTE-TOI ICI </a:t>
            </a:r>
          </a:p>
          <a:p>
            <a:r>
              <a:rPr lang="fr-FR" smtClean="0"/>
              <a:t>                         Holy Spirit, You are welcome Come and move upon this place
	15-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Send your fire, release Your power So we'll never be the same
	17-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Pont :
	18-  PRENDS LA PLACE, OUI PRENDS TOUT RÉPANDS TON ESPRIT SUR NOUS </a:t>
            </a:r>
          </a:p>
          <a:p>
            <a:r>
              <a:rPr lang="fr-FR" smtClean="0"/>
              <a:t>	We make way, we make room Lord, let Your spirit move
	19-  FAIS CE QUE TU VOUDRAS SEIGNEUR NOUS SOMMES ICI POUR TOI </a:t>
            </a:r>
          </a:p>
          <a:p>
            <a:r>
              <a:rPr lang="fr-FR" smtClean="0"/>
              <a:t>	Have Your way in this place Lord we have come for You                                              x3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r>
              <a:rPr lang="fr-FR" smtClean="0"/>
              <a:t>
	20-  VIENS SAINT-ESPRIT   x4</a:t>
            </a:r>
          </a:p>
          <a:p>
            <a:r>
              <a:rPr lang="fr-FR" smtClean="0"/>
              <a:t>	Holy Spirit</a:t>
            </a:r>
          </a:p>
          <a:p>
            <a:endParaRPr lang="fr-FR" smtClean="0"/>
          </a:p>
          <a:p>
            <a:r>
              <a:rPr lang="fr-FR" smtClean="0"/>
              <a:t>	Pont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470097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it takes is one moment, And just one touch from You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put aside all distractions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 than ever Nothing else satisfies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my life I surrender
6-  JE VIS POUR TOI,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live for You, I'll live for You
7-  JE SUIS LÀ POUR TOI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 :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Holy Spirit, You are welcome Come and move upon this place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We desire an encounter once again
	10-  VIENS SAINT-ESPRIT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Holy Spirit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Now that my heart is open I am ready for You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Jesus, take me deeper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You are welcome Come and move upon this place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your fire, release Your power So we'll never be the same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make way, we make room Lord, let Your spirit move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Have Your way in this place Lord we have come for You                                              x3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Holy Spirit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All it takes is one moment, And just one touch from You
2-  J'ABANDONNE TOUTE DISTRACTION</a:t>
            </a:r>
          </a:p>
          <a:p>
            <a:r>
              <a:rPr lang="fr-FR" smtClean="0"/>
              <a:t>I put aside all distractions
3-  JE SUIS LÀ POUR TOI RIEN QUE POUR TOI</a:t>
            </a:r>
          </a:p>
          <a:p>
            <a:r>
              <a:rPr lang="fr-FR" smtClean="0"/>
              <a:t>I came for You, I came for You
4-  J'AI BESOIN PLUS QUE JAMAIS D'ÊTRE COMBLÉ PAR TOI </a:t>
            </a:r>
          </a:p>
          <a:p>
            <a:r>
              <a:rPr lang="fr-FR" smtClean="0"/>
              <a:t>I need You more than ever Nothing else satisfies
5-  TOUTE MA VIE, JE TE SOUMETS </a:t>
            </a:r>
          </a:p>
          <a:p>
            <a:r>
              <a:rPr lang="fr-FR" smtClean="0"/>
              <a:t>All my life I surrender
6-  JE VIS POUR TOI,  x2</a:t>
            </a:r>
          </a:p>
          <a:p>
            <a:r>
              <a:rPr lang="fr-FR" smtClean="0"/>
              <a:t>I'll live for You, I'll live for You
7-  JE SUIS LÀ POUR TOI  x2</a:t>
            </a:r>
          </a:p>
          <a:p>
            <a:r>
              <a:rPr lang="fr-FR" smtClean="0"/>
              <a:t>I came for You, I came for You</a:t>
            </a:r>
          </a:p>
          <a:p>
            <a:endParaRPr lang="fr-FR" smtClean="0"/>
          </a:p>
          <a:p>
            <a:r>
              <a:rPr lang="fr-FR" smtClean="0"/>
              <a:t>	Refrain 1 :
	8-  Ô BIENVENUE, CHER SAINT-ESPRIT MANIFESTE-TOI ICI </a:t>
            </a:r>
          </a:p>
          <a:p>
            <a:r>
              <a:rPr lang="fr-FR" smtClean="0"/>
              <a:t>                        Holy Spirit, You are welcome Come and move upon this place
	9-  NOUS DÉSIRONS À NOUVEAU TE RENCONTRER </a:t>
            </a:r>
          </a:p>
          <a:p>
            <a:r>
              <a:rPr lang="fr-FR" smtClean="0"/>
              <a:t>                        We desire an encounter once again
	10-  VIENS SAINT-ESPRIT   x2</a:t>
            </a:r>
          </a:p>
          <a:p>
            <a:r>
              <a:rPr lang="fr-FR" smtClean="0"/>
              <a:t>                         Holy Spirit, Holy Spirit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Now that my heart is open I am ready for You
12-  JÉSUS, EMMÈNE-MOI PLUS LOIN </a:t>
            </a:r>
          </a:p>
          <a:p>
            <a:r>
              <a:rPr lang="fr-FR" smtClean="0"/>
              <a:t>Jesus, take me deeper
13-  JE SUIS LÀ POUR TOI RIEN QUE POUR TOI    x2</a:t>
            </a:r>
          </a:p>
          <a:p>
            <a:r>
              <a:rPr lang="fr-FR" smtClean="0"/>
              <a:t> I came for You, I came for You</a:t>
            </a:r>
          </a:p>
          <a:p>
            <a:endParaRPr lang="fr-FR" smtClean="0"/>
          </a:p>
          <a:p>
            <a:r>
              <a:rPr lang="fr-FR" smtClean="0"/>
              <a:t>	Refrain 2 :
	14-  Ô BIENVENUE, CHER SAINT-ESPRIT MANIFESTE-TOI ICI </a:t>
            </a:r>
          </a:p>
          <a:p>
            <a:r>
              <a:rPr lang="fr-FR" smtClean="0"/>
              <a:t>                         Holy Spirit, You are welcome Come and move upon this place
	15-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Send your fire, release Your power So we'll never be the same
	17-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Pont :
	18-  PRENDS LA PLACE, OUI PRENDS TOUT RÉPANDS TON ESPRIT SUR NOUS </a:t>
            </a:r>
          </a:p>
          <a:p>
            <a:r>
              <a:rPr lang="fr-FR" smtClean="0"/>
              <a:t>	We make way, we make room Lord, let Your spirit move
	19-  FAIS CE QUE TU VOUDRAS SEIGNEUR NOUS SOMMES ICI POUR TOI </a:t>
            </a:r>
          </a:p>
          <a:p>
            <a:r>
              <a:rPr lang="fr-FR" smtClean="0"/>
              <a:t>	Have Your way in this place Lord we have come for You                                              x3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r>
              <a:rPr lang="fr-FR" smtClean="0"/>
              <a:t>
	20-  VIENS SAINT-ESPRIT   x4</a:t>
            </a:r>
          </a:p>
          <a:p>
            <a:r>
              <a:rPr lang="fr-FR" smtClean="0"/>
              <a:t>	Holy Spirit</a:t>
            </a:r>
          </a:p>
          <a:p>
            <a:endParaRPr lang="fr-FR" smtClean="0"/>
          </a:p>
          <a:p>
            <a:r>
              <a:rPr lang="fr-FR" smtClean="0"/>
              <a:t>	Pont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3509499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it takes is one moment, And just one touch from You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put aside all distractions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 than ever Nothing else satisfies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my life I surrender
6-  JE VIS POUR TOI,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live for You, I'll live for You
7-  JE SUIS LÀ POUR TOI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 :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Holy Spirit, You are welcome Come and move upon this place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We desire an encounter once again
	10-  VIENS SAINT-ESPRIT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Holy Spirit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Now that my heart is open I am ready for You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Jesus, take me deeper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You are welcome Come and move upon this place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your fire, release Your power So we'll never be the same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make way, we make room Lord, let Your spirit move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Have Your way in this place Lord we have come for You                                              x3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Holy Spirit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All it takes is one moment, And just one touch from You
2-  J'ABANDONNE TOUTE DISTRACTION</a:t>
            </a:r>
          </a:p>
          <a:p>
            <a:r>
              <a:rPr lang="fr-FR" smtClean="0"/>
              <a:t>I put aside all distractions
3-  JE SUIS LÀ POUR TOI RIEN QUE POUR TOI</a:t>
            </a:r>
          </a:p>
          <a:p>
            <a:r>
              <a:rPr lang="fr-FR" smtClean="0"/>
              <a:t>I came for You, I came for You
4-  J'AI BESOIN PLUS QUE JAMAIS D'ÊTRE COMBLÉ PAR TOI </a:t>
            </a:r>
          </a:p>
          <a:p>
            <a:r>
              <a:rPr lang="fr-FR" smtClean="0"/>
              <a:t>I need You more than ever Nothing else satisfies
5-  TOUTE MA VIE, JE TE SOUMETS </a:t>
            </a:r>
          </a:p>
          <a:p>
            <a:r>
              <a:rPr lang="fr-FR" smtClean="0"/>
              <a:t>All my life I surrender
6-  JE VIS POUR TOI,  x2</a:t>
            </a:r>
          </a:p>
          <a:p>
            <a:r>
              <a:rPr lang="fr-FR" smtClean="0"/>
              <a:t>I'll live for You, I'll live for You
7-  JE SUIS LÀ POUR TOI  x2</a:t>
            </a:r>
          </a:p>
          <a:p>
            <a:r>
              <a:rPr lang="fr-FR" smtClean="0"/>
              <a:t>I came for You, I came for You</a:t>
            </a:r>
          </a:p>
          <a:p>
            <a:endParaRPr lang="fr-FR" smtClean="0"/>
          </a:p>
          <a:p>
            <a:r>
              <a:rPr lang="fr-FR" smtClean="0"/>
              <a:t>	Refrain 1 :
	8-  Ô BIENVENUE, CHER SAINT-ESPRIT MANIFESTE-TOI ICI </a:t>
            </a:r>
          </a:p>
          <a:p>
            <a:r>
              <a:rPr lang="fr-FR" smtClean="0"/>
              <a:t>                        Holy Spirit, You are welcome Come and move upon this place
	9-  NOUS DÉSIRONS À NOUVEAU TE RENCONTRER </a:t>
            </a:r>
          </a:p>
          <a:p>
            <a:r>
              <a:rPr lang="fr-FR" smtClean="0"/>
              <a:t>                        We desire an encounter once again
	10-  VIENS SAINT-ESPRIT   x2</a:t>
            </a:r>
          </a:p>
          <a:p>
            <a:r>
              <a:rPr lang="fr-FR" smtClean="0"/>
              <a:t>                         Holy Spirit, Holy Spirit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Now that my heart is open I am ready for You
12-  JÉSUS, EMMÈNE-MOI PLUS LOIN </a:t>
            </a:r>
          </a:p>
          <a:p>
            <a:r>
              <a:rPr lang="fr-FR" smtClean="0"/>
              <a:t>Jesus, take me deeper
13-  JE SUIS LÀ POUR TOI RIEN QUE POUR TOI    x2</a:t>
            </a:r>
          </a:p>
          <a:p>
            <a:r>
              <a:rPr lang="fr-FR" smtClean="0"/>
              <a:t> I came for You, I came for You</a:t>
            </a:r>
          </a:p>
          <a:p>
            <a:endParaRPr lang="fr-FR" smtClean="0"/>
          </a:p>
          <a:p>
            <a:r>
              <a:rPr lang="fr-FR" smtClean="0"/>
              <a:t>	Refrain 2 :
	14-  Ô BIENVENUE, CHER SAINT-ESPRIT MANIFESTE-TOI ICI </a:t>
            </a:r>
          </a:p>
          <a:p>
            <a:r>
              <a:rPr lang="fr-FR" smtClean="0"/>
              <a:t>                         Holy Spirit, You are welcome Come and move upon this place
	15-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Send your fire, release Your power So we'll never be the same
	17-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Pont :
	18-  PRENDS LA PLACE, OUI PRENDS TOUT RÉPANDS TON ESPRIT SUR NOUS </a:t>
            </a:r>
          </a:p>
          <a:p>
            <a:r>
              <a:rPr lang="fr-FR" smtClean="0"/>
              <a:t>	We make way, we make room Lord, let Your spirit move
	19-  FAIS CE QUE TU VOUDRAS SEIGNEUR NOUS SOMMES ICI POUR TOI </a:t>
            </a:r>
          </a:p>
          <a:p>
            <a:r>
              <a:rPr lang="fr-FR" smtClean="0"/>
              <a:t>	Have Your way in this place Lord we have come for You                                              x3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r>
              <a:rPr lang="fr-FR" smtClean="0"/>
              <a:t>
	20-  VIENS SAINT-ESPRIT   x4</a:t>
            </a:r>
          </a:p>
          <a:p>
            <a:r>
              <a:rPr lang="fr-FR" smtClean="0"/>
              <a:t>	Holy Spirit</a:t>
            </a:r>
          </a:p>
          <a:p>
            <a:endParaRPr lang="fr-FR" smtClean="0"/>
          </a:p>
          <a:p>
            <a:r>
              <a:rPr lang="fr-FR" smtClean="0"/>
              <a:t>	Pont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506530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it takes is one moment, And just one touch from You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put aside all distractions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 than ever Nothing else satisfies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my life I surrender
6-  JE VIS POUR TOI,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live for You, I'll live for You
7-  JE SUIS LÀ POUR TOI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 :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Holy Spirit, You are welcome Come and move upon this place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We desire an encounter once again
	10-  VIENS SAINT-ESPRIT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Holy Spirit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Now that my heart is open I am ready for You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Jesus, take me deeper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You are welcome Come and move upon this place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your fire, release Your power So we'll never be the same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make way, we make room Lord, let Your spirit move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Have Your way in this place Lord we have come for You                                              x3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Holy Spirit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All it takes is one moment, And just one touch from You
2-  J'ABANDONNE TOUTE DISTRACTION</a:t>
            </a:r>
          </a:p>
          <a:p>
            <a:r>
              <a:rPr lang="fr-FR" smtClean="0"/>
              <a:t>I put aside all distractions
3-  JE SUIS LÀ POUR TOI RIEN QUE POUR TOI</a:t>
            </a:r>
          </a:p>
          <a:p>
            <a:r>
              <a:rPr lang="fr-FR" smtClean="0"/>
              <a:t>I came for You, I came for You
4-  J'AI BESOIN PLUS QUE JAMAIS D'ÊTRE COMBLÉ PAR TOI </a:t>
            </a:r>
          </a:p>
          <a:p>
            <a:r>
              <a:rPr lang="fr-FR" smtClean="0"/>
              <a:t>I need You more than ever Nothing else satisfies
5-  TOUTE MA VIE, JE TE SOUMETS </a:t>
            </a:r>
          </a:p>
          <a:p>
            <a:r>
              <a:rPr lang="fr-FR" smtClean="0"/>
              <a:t>All my life I surrender
6-  JE VIS POUR TOI,  x2</a:t>
            </a:r>
          </a:p>
          <a:p>
            <a:r>
              <a:rPr lang="fr-FR" smtClean="0"/>
              <a:t>I'll live for You, I'll live for You
7-  JE SUIS LÀ POUR TOI  x2</a:t>
            </a:r>
          </a:p>
          <a:p>
            <a:r>
              <a:rPr lang="fr-FR" smtClean="0"/>
              <a:t>I came for You, I came for You</a:t>
            </a:r>
          </a:p>
          <a:p>
            <a:endParaRPr lang="fr-FR" smtClean="0"/>
          </a:p>
          <a:p>
            <a:r>
              <a:rPr lang="fr-FR" smtClean="0"/>
              <a:t>	Refrain 1 :
	8-  Ô BIENVENUE, CHER SAINT-ESPRIT MANIFESTE-TOI ICI </a:t>
            </a:r>
          </a:p>
          <a:p>
            <a:r>
              <a:rPr lang="fr-FR" smtClean="0"/>
              <a:t>                        Holy Spirit, You are welcome Come and move upon this place
	9-  NOUS DÉSIRONS À NOUVEAU TE RENCONTRER </a:t>
            </a:r>
          </a:p>
          <a:p>
            <a:r>
              <a:rPr lang="fr-FR" smtClean="0"/>
              <a:t>                        We desire an encounter once again
	10-  VIENS SAINT-ESPRIT   x2</a:t>
            </a:r>
          </a:p>
          <a:p>
            <a:r>
              <a:rPr lang="fr-FR" smtClean="0"/>
              <a:t>                         Holy Spirit, Holy Spirit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Now that my heart is open I am ready for You
12-  JÉSUS, EMMÈNE-MOI PLUS LOIN </a:t>
            </a:r>
          </a:p>
          <a:p>
            <a:r>
              <a:rPr lang="fr-FR" smtClean="0"/>
              <a:t>Jesus, take me deeper
13-  JE SUIS LÀ POUR TOI RIEN QUE POUR TOI    x2</a:t>
            </a:r>
          </a:p>
          <a:p>
            <a:r>
              <a:rPr lang="fr-FR" smtClean="0"/>
              <a:t> I came for You, I came for You</a:t>
            </a:r>
          </a:p>
          <a:p>
            <a:endParaRPr lang="fr-FR" smtClean="0"/>
          </a:p>
          <a:p>
            <a:r>
              <a:rPr lang="fr-FR" smtClean="0"/>
              <a:t>	Refrain 2 :
	14-  Ô BIENVENUE, CHER SAINT-ESPRIT MANIFESTE-TOI ICI </a:t>
            </a:r>
          </a:p>
          <a:p>
            <a:r>
              <a:rPr lang="fr-FR" smtClean="0"/>
              <a:t>                         Holy Spirit, You are welcome Come and move upon this place
	15-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Send your fire, release Your power So we'll never be the same
	17-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Pont :
	18-  PRENDS LA PLACE, OUI PRENDS TOUT RÉPANDS TON ESPRIT SUR NOUS </a:t>
            </a:r>
          </a:p>
          <a:p>
            <a:r>
              <a:rPr lang="fr-FR" smtClean="0"/>
              <a:t>	We make way, we make room Lord, let Your spirit move
	19-  FAIS CE QUE TU VOUDRAS SEIGNEUR NOUS SOMMES ICI POUR TOI </a:t>
            </a:r>
          </a:p>
          <a:p>
            <a:r>
              <a:rPr lang="fr-FR" smtClean="0"/>
              <a:t>	Have Your way in this place Lord we have come for You                                              x3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r>
              <a:rPr lang="fr-FR" smtClean="0"/>
              <a:t>
	20-  VIENS SAINT-ESPRIT   x4</a:t>
            </a:r>
          </a:p>
          <a:p>
            <a:r>
              <a:rPr lang="fr-FR" smtClean="0"/>
              <a:t>	Holy Spirit</a:t>
            </a:r>
          </a:p>
          <a:p>
            <a:endParaRPr lang="fr-FR" smtClean="0"/>
          </a:p>
          <a:p>
            <a:r>
              <a:rPr lang="fr-FR" smtClean="0"/>
              <a:t>	Pont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472846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it takes is one moment, And just one touch from You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put aside all distractions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 than ever Nothing else satisfies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my life I surrender
6-  JE VIS POUR TOI,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live for You, I'll live for You
7-  JE SUIS LÀ POUR TOI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 :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Holy Spirit, You are welcome Come and move upon this place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We desire an encounter once again
	10-  VIENS SAINT-ESPRIT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Holy Spirit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Now that my heart is open I am ready for You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Jesus, take me deeper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You are welcome Come and move upon this place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your fire, release Your power So we'll never be the same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make way, we make room Lord, let Your spirit move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Have Your way in this place Lord we have come for You                                              x3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Holy Spirit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All it takes is one moment, And just one touch from You
2-  J'ABANDONNE TOUTE DISTRACTION</a:t>
            </a:r>
          </a:p>
          <a:p>
            <a:r>
              <a:rPr lang="fr-FR" smtClean="0"/>
              <a:t>I put aside all distractions
3-  JE SUIS LÀ POUR TOI RIEN QUE POUR TOI</a:t>
            </a:r>
          </a:p>
          <a:p>
            <a:r>
              <a:rPr lang="fr-FR" smtClean="0"/>
              <a:t>I came for You, I came for You
4-  J'AI BESOIN PLUS QUE JAMAIS D'ÊTRE COMBLÉ PAR TOI </a:t>
            </a:r>
          </a:p>
          <a:p>
            <a:r>
              <a:rPr lang="fr-FR" smtClean="0"/>
              <a:t>I need You more than ever Nothing else satisfies
5-  TOUTE MA VIE, JE TE SOUMETS </a:t>
            </a:r>
          </a:p>
          <a:p>
            <a:r>
              <a:rPr lang="fr-FR" smtClean="0"/>
              <a:t>All my life I surrender
6-  JE VIS POUR TOI,  x2</a:t>
            </a:r>
          </a:p>
          <a:p>
            <a:r>
              <a:rPr lang="fr-FR" smtClean="0"/>
              <a:t>I'll live for You, I'll live for You
7-  JE SUIS LÀ POUR TOI  x2</a:t>
            </a:r>
          </a:p>
          <a:p>
            <a:r>
              <a:rPr lang="fr-FR" smtClean="0"/>
              <a:t>I came for You, I came for You</a:t>
            </a:r>
          </a:p>
          <a:p>
            <a:endParaRPr lang="fr-FR" smtClean="0"/>
          </a:p>
          <a:p>
            <a:r>
              <a:rPr lang="fr-FR" smtClean="0"/>
              <a:t>	Refrain 1 :
	8-  Ô BIENVENUE, CHER SAINT-ESPRIT MANIFESTE-TOI ICI </a:t>
            </a:r>
          </a:p>
          <a:p>
            <a:r>
              <a:rPr lang="fr-FR" smtClean="0"/>
              <a:t>                        Holy Spirit, You are welcome Come and move upon this place
	9-  NOUS DÉSIRONS À NOUVEAU TE RENCONTRER </a:t>
            </a:r>
          </a:p>
          <a:p>
            <a:r>
              <a:rPr lang="fr-FR" smtClean="0"/>
              <a:t>                        We desire an encounter once again
	10-  VIENS SAINT-ESPRIT   x2</a:t>
            </a:r>
          </a:p>
          <a:p>
            <a:r>
              <a:rPr lang="fr-FR" smtClean="0"/>
              <a:t>                         Holy Spirit, Holy Spirit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Now that my heart is open I am ready for You
12-  JÉSUS, EMMÈNE-MOI PLUS LOIN </a:t>
            </a:r>
          </a:p>
          <a:p>
            <a:r>
              <a:rPr lang="fr-FR" smtClean="0"/>
              <a:t>Jesus, take me deeper
13-  JE SUIS LÀ POUR TOI RIEN QUE POUR TOI    x2</a:t>
            </a:r>
          </a:p>
          <a:p>
            <a:r>
              <a:rPr lang="fr-FR" smtClean="0"/>
              <a:t> I came for You, I came for You</a:t>
            </a:r>
          </a:p>
          <a:p>
            <a:endParaRPr lang="fr-FR" smtClean="0"/>
          </a:p>
          <a:p>
            <a:r>
              <a:rPr lang="fr-FR" smtClean="0"/>
              <a:t>	Refrain 2 :
	14-  Ô BIENVENUE, CHER SAINT-ESPRIT MANIFESTE-TOI ICI </a:t>
            </a:r>
          </a:p>
          <a:p>
            <a:r>
              <a:rPr lang="fr-FR" smtClean="0"/>
              <a:t>                         Holy Spirit, You are welcome Come and move upon this place
	15-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Send your fire, release Your power So we'll never be the same
	17-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Pont :
	18-  PRENDS LA PLACE, OUI PRENDS TOUT RÉPANDS TON ESPRIT SUR NOUS </a:t>
            </a:r>
          </a:p>
          <a:p>
            <a:r>
              <a:rPr lang="fr-FR" smtClean="0"/>
              <a:t>	We make way, we make room Lord, let Your spirit move
	19-  FAIS CE QUE TU VOUDRAS SEIGNEUR NOUS SOMMES ICI POUR TOI </a:t>
            </a:r>
          </a:p>
          <a:p>
            <a:r>
              <a:rPr lang="fr-FR" smtClean="0"/>
              <a:t>	Have Your way in this place Lord we have come for You                                              x3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r>
              <a:rPr lang="fr-FR" smtClean="0"/>
              <a:t>
	20-  VIENS SAINT-ESPRIT   x4</a:t>
            </a:r>
          </a:p>
          <a:p>
            <a:r>
              <a:rPr lang="fr-FR" smtClean="0"/>
              <a:t>	Holy Spirit</a:t>
            </a:r>
          </a:p>
          <a:p>
            <a:endParaRPr lang="fr-FR" smtClean="0"/>
          </a:p>
          <a:p>
            <a:r>
              <a:rPr lang="fr-FR" smtClean="0"/>
              <a:t>	Pont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0078530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it takes is one moment, And just one touch from You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put aside all distractions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 than ever Nothing else satisfies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my life I surrender
6-  JE VIS POUR TOI,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live for You, I'll live for You
7-  JE SUIS LÀ POUR TOI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 :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Holy Spirit, You are welcome Come and move upon this place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We desire an encounter once again
	10-  VIENS SAINT-ESPRIT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Holy Spirit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Now that my heart is open I am ready for You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Jesus, take me deeper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You are welcome Come and move upon this place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your fire, release Your power So we'll never be the same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make way, we make room Lord, let Your spirit move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Have Your way in this place Lord we have come for You                                              x3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Holy Spirit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All it takes is one moment, And just one touch from You
2-  J'ABANDONNE TOUTE DISTRACTION</a:t>
            </a:r>
          </a:p>
          <a:p>
            <a:r>
              <a:rPr lang="fr-FR" smtClean="0"/>
              <a:t>I put aside all distractions
3-  JE SUIS LÀ POUR TOI RIEN QUE POUR TOI</a:t>
            </a:r>
          </a:p>
          <a:p>
            <a:r>
              <a:rPr lang="fr-FR" smtClean="0"/>
              <a:t>I came for You, I came for You
4-  J'AI BESOIN PLUS QUE JAMAIS D'ÊTRE COMBLÉ PAR TOI </a:t>
            </a:r>
          </a:p>
          <a:p>
            <a:r>
              <a:rPr lang="fr-FR" smtClean="0"/>
              <a:t>I need You more than ever Nothing else satisfies
5-  TOUTE MA VIE, JE TE SOUMETS </a:t>
            </a:r>
          </a:p>
          <a:p>
            <a:r>
              <a:rPr lang="fr-FR" smtClean="0"/>
              <a:t>All my life I surrender
6-  JE VIS POUR TOI,  x2</a:t>
            </a:r>
          </a:p>
          <a:p>
            <a:r>
              <a:rPr lang="fr-FR" smtClean="0"/>
              <a:t>I'll live for You, I'll live for You
7-  JE SUIS LÀ POUR TOI  x2</a:t>
            </a:r>
          </a:p>
          <a:p>
            <a:r>
              <a:rPr lang="fr-FR" smtClean="0"/>
              <a:t>I came for You, I came for You</a:t>
            </a:r>
          </a:p>
          <a:p>
            <a:endParaRPr lang="fr-FR" smtClean="0"/>
          </a:p>
          <a:p>
            <a:r>
              <a:rPr lang="fr-FR" smtClean="0"/>
              <a:t>	Refrain 1 :
	8-  Ô BIENVENUE, CHER SAINT-ESPRIT MANIFESTE-TOI ICI </a:t>
            </a:r>
          </a:p>
          <a:p>
            <a:r>
              <a:rPr lang="fr-FR" smtClean="0"/>
              <a:t>                        Holy Spirit, You are welcome Come and move upon this place
	9-  NOUS DÉSIRONS À NOUVEAU TE RENCONTRER </a:t>
            </a:r>
          </a:p>
          <a:p>
            <a:r>
              <a:rPr lang="fr-FR" smtClean="0"/>
              <a:t>                        We desire an encounter once again
	10-  VIENS SAINT-ESPRIT   x2</a:t>
            </a:r>
          </a:p>
          <a:p>
            <a:r>
              <a:rPr lang="fr-FR" smtClean="0"/>
              <a:t>                         Holy Spirit, Holy Spirit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Now that my heart is open I am ready for You
12-  JÉSUS, EMMÈNE-MOI PLUS LOIN </a:t>
            </a:r>
          </a:p>
          <a:p>
            <a:r>
              <a:rPr lang="fr-FR" smtClean="0"/>
              <a:t>Jesus, take me deeper
13-  JE SUIS LÀ POUR TOI RIEN QUE POUR TOI    x2</a:t>
            </a:r>
          </a:p>
          <a:p>
            <a:r>
              <a:rPr lang="fr-FR" smtClean="0"/>
              <a:t> I came for You, I came for You</a:t>
            </a:r>
          </a:p>
          <a:p>
            <a:endParaRPr lang="fr-FR" smtClean="0"/>
          </a:p>
          <a:p>
            <a:r>
              <a:rPr lang="fr-FR" smtClean="0"/>
              <a:t>	Refrain 2 :
	14-  Ô BIENVENUE, CHER SAINT-ESPRIT MANIFESTE-TOI ICI </a:t>
            </a:r>
          </a:p>
          <a:p>
            <a:r>
              <a:rPr lang="fr-FR" smtClean="0"/>
              <a:t>                         Holy Spirit, You are welcome Come and move upon this place
	15-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Send your fire, release Your power So we'll never be the same
	17-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Pont :
	18-  PRENDS LA PLACE, OUI PRENDS TOUT RÉPANDS TON ESPRIT SUR NOUS </a:t>
            </a:r>
          </a:p>
          <a:p>
            <a:r>
              <a:rPr lang="fr-FR" smtClean="0"/>
              <a:t>	We make way, we make room Lord, let Your spirit move
	19-  FAIS CE QUE TU VOUDRAS SEIGNEUR NOUS SOMMES ICI POUR TOI </a:t>
            </a:r>
          </a:p>
          <a:p>
            <a:r>
              <a:rPr lang="fr-FR" smtClean="0"/>
              <a:t>	Have Your way in this place Lord we have come for You                                              x3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r>
              <a:rPr lang="fr-FR" smtClean="0"/>
              <a:t>
	20-  VIENS SAINT-ESPRIT   x4</a:t>
            </a:r>
          </a:p>
          <a:p>
            <a:r>
              <a:rPr lang="fr-FR" smtClean="0"/>
              <a:t>	Holy Spirit</a:t>
            </a:r>
          </a:p>
          <a:p>
            <a:endParaRPr lang="fr-FR" smtClean="0"/>
          </a:p>
          <a:p>
            <a:r>
              <a:rPr lang="fr-FR" smtClean="0"/>
              <a:t>	Pont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4833445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it takes is one moment, And just one touch from You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put aside all distractions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 than ever Nothing else satisfies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my life I surrender
6-  JE VIS POUR TOI,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live for You, I'll live for You
7-  JE SUIS LÀ POUR TOI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 :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Holy Spirit, You are welcome Come and move upon this place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We desire an encounter once again
	10-  VIENS SAINT-ESPRIT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Holy Spirit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Now that my heart is open I am ready for You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Jesus, take me deeper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You are welcome Come and move upon this place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your fire, release Your power So we'll never be the same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make way, we make room Lord, let Your spirit move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Have Your way in this place Lord we have come for You                                              x3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Holy Spirit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All it takes is one moment, And just one touch from You
2-  J'ABANDONNE TOUTE DISTRACTION</a:t>
            </a:r>
          </a:p>
          <a:p>
            <a:r>
              <a:rPr lang="fr-FR" smtClean="0"/>
              <a:t>I put aside all distractions
3-  JE SUIS LÀ POUR TOI RIEN QUE POUR TOI</a:t>
            </a:r>
          </a:p>
          <a:p>
            <a:r>
              <a:rPr lang="fr-FR" smtClean="0"/>
              <a:t>I came for You, I came for You
4-  J'AI BESOIN PLUS QUE JAMAIS D'ÊTRE COMBLÉ PAR TOI </a:t>
            </a:r>
          </a:p>
          <a:p>
            <a:r>
              <a:rPr lang="fr-FR" smtClean="0"/>
              <a:t>I need You more than ever Nothing else satisfies
5-  TOUTE MA VIE, JE TE SOUMETS </a:t>
            </a:r>
          </a:p>
          <a:p>
            <a:r>
              <a:rPr lang="fr-FR" smtClean="0"/>
              <a:t>All my life I surrender
6-  JE VIS POUR TOI,  x2</a:t>
            </a:r>
          </a:p>
          <a:p>
            <a:r>
              <a:rPr lang="fr-FR" smtClean="0"/>
              <a:t>I'll live for You, I'll live for You
7-  JE SUIS LÀ POUR TOI  x2</a:t>
            </a:r>
          </a:p>
          <a:p>
            <a:r>
              <a:rPr lang="fr-FR" smtClean="0"/>
              <a:t>I came for You, I came for You</a:t>
            </a:r>
          </a:p>
          <a:p>
            <a:endParaRPr lang="fr-FR" smtClean="0"/>
          </a:p>
          <a:p>
            <a:r>
              <a:rPr lang="fr-FR" smtClean="0"/>
              <a:t>	Refrain 1 :
	8-  Ô BIENVENUE, CHER SAINT-ESPRIT MANIFESTE-TOI ICI </a:t>
            </a:r>
          </a:p>
          <a:p>
            <a:r>
              <a:rPr lang="fr-FR" smtClean="0"/>
              <a:t>                        Holy Spirit, You are welcome Come and move upon this place
	9-  NOUS DÉSIRONS À NOUVEAU TE RENCONTRER </a:t>
            </a:r>
          </a:p>
          <a:p>
            <a:r>
              <a:rPr lang="fr-FR" smtClean="0"/>
              <a:t>                        We desire an encounter once again
	10-  VIENS SAINT-ESPRIT   x2</a:t>
            </a:r>
          </a:p>
          <a:p>
            <a:r>
              <a:rPr lang="fr-FR" smtClean="0"/>
              <a:t>                         Holy Spirit, Holy Spirit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Now that my heart is open I am ready for You
12-  JÉSUS, EMMÈNE-MOI PLUS LOIN </a:t>
            </a:r>
          </a:p>
          <a:p>
            <a:r>
              <a:rPr lang="fr-FR" smtClean="0"/>
              <a:t>Jesus, take me deeper
13-  JE SUIS LÀ POUR TOI RIEN QUE POUR TOI    x2</a:t>
            </a:r>
          </a:p>
          <a:p>
            <a:r>
              <a:rPr lang="fr-FR" smtClean="0"/>
              <a:t> I came for You, I came for You</a:t>
            </a:r>
          </a:p>
          <a:p>
            <a:endParaRPr lang="fr-FR" smtClean="0"/>
          </a:p>
          <a:p>
            <a:r>
              <a:rPr lang="fr-FR" smtClean="0"/>
              <a:t>	Refrain 2 :
	14-  Ô BIENVENUE, CHER SAINT-ESPRIT MANIFESTE-TOI ICI </a:t>
            </a:r>
          </a:p>
          <a:p>
            <a:r>
              <a:rPr lang="fr-FR" smtClean="0"/>
              <a:t>                         Holy Spirit, You are welcome Come and move upon this place
	15-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Send your fire, release Your power So we'll never be the same
	17-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Pont :
	18-  PRENDS LA PLACE, OUI PRENDS TOUT RÉPANDS TON ESPRIT SUR NOUS </a:t>
            </a:r>
          </a:p>
          <a:p>
            <a:r>
              <a:rPr lang="fr-FR" smtClean="0"/>
              <a:t>	We make way, we make room Lord, let Your spirit move
	19-  FAIS CE QUE TU VOUDRAS SEIGNEUR NOUS SOMMES ICI POUR TOI </a:t>
            </a:r>
          </a:p>
          <a:p>
            <a:r>
              <a:rPr lang="fr-FR" smtClean="0"/>
              <a:t>	Have Your way in this place Lord we have come for You                                              x3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r>
              <a:rPr lang="fr-FR" smtClean="0"/>
              <a:t>
	20-  VIENS SAINT-ESPRIT   x4</a:t>
            </a:r>
          </a:p>
          <a:p>
            <a:r>
              <a:rPr lang="fr-FR" smtClean="0"/>
              <a:t>	Holy Spirit</a:t>
            </a:r>
          </a:p>
          <a:p>
            <a:endParaRPr lang="fr-FR" smtClean="0"/>
          </a:p>
          <a:p>
            <a:r>
              <a:rPr lang="fr-FR" smtClean="0"/>
              <a:t>	Pont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0486276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it takes is one moment, And just one touch from You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put aside all distractions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 than ever Nothing else satisfies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my life I surrender
6-  JE VIS POUR TOI,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live for You, I'll live for You
7-  JE SUIS LÀ POUR TOI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 :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Holy Spirit, You are welcome Come and move upon this place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We desire an encounter once again
	10-  VIENS SAINT-ESPRIT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Holy Spirit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Now that my heart is open I am ready for You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Jesus, take me deeper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You are welcome Come and move upon this place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your fire, release Your power So we'll never be the same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make way, we make room Lord, let Your spirit move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Have Your way in this place Lord we have come for You                                              x3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Holy Spirit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All it takes is one moment, And just one touch from You
2-  J'ABANDONNE TOUTE DISTRACTION</a:t>
            </a:r>
          </a:p>
          <a:p>
            <a:r>
              <a:rPr lang="fr-FR" smtClean="0"/>
              <a:t>I put aside all distractions
3-  JE SUIS LÀ POUR TOI RIEN QUE POUR TOI</a:t>
            </a:r>
          </a:p>
          <a:p>
            <a:r>
              <a:rPr lang="fr-FR" smtClean="0"/>
              <a:t>I came for You, I came for You
4-  J'AI BESOIN PLUS QUE JAMAIS D'ÊTRE COMBLÉ PAR TOI </a:t>
            </a:r>
          </a:p>
          <a:p>
            <a:r>
              <a:rPr lang="fr-FR" smtClean="0"/>
              <a:t>I need You more than ever Nothing else satisfies
5-  TOUTE MA VIE, JE TE SOUMETS </a:t>
            </a:r>
          </a:p>
          <a:p>
            <a:r>
              <a:rPr lang="fr-FR" smtClean="0"/>
              <a:t>All my life I surrender
6-  JE VIS POUR TOI,  x2</a:t>
            </a:r>
          </a:p>
          <a:p>
            <a:r>
              <a:rPr lang="fr-FR" smtClean="0"/>
              <a:t>I'll live for You, I'll live for You
7-  JE SUIS LÀ POUR TOI  x2</a:t>
            </a:r>
          </a:p>
          <a:p>
            <a:r>
              <a:rPr lang="fr-FR" smtClean="0"/>
              <a:t>I came for You, I came for You</a:t>
            </a:r>
          </a:p>
          <a:p>
            <a:endParaRPr lang="fr-FR" smtClean="0"/>
          </a:p>
          <a:p>
            <a:r>
              <a:rPr lang="fr-FR" smtClean="0"/>
              <a:t>	Refrain 1 :
	8-  Ô BIENVENUE, CHER SAINT-ESPRIT MANIFESTE-TOI ICI </a:t>
            </a:r>
          </a:p>
          <a:p>
            <a:r>
              <a:rPr lang="fr-FR" smtClean="0"/>
              <a:t>                        Holy Spirit, You are welcome Come and move upon this place
	9-  NOUS DÉSIRONS À NOUVEAU TE RENCONTRER </a:t>
            </a:r>
          </a:p>
          <a:p>
            <a:r>
              <a:rPr lang="fr-FR" smtClean="0"/>
              <a:t>                        We desire an encounter once again
	10-  VIENS SAINT-ESPRIT   x2</a:t>
            </a:r>
          </a:p>
          <a:p>
            <a:r>
              <a:rPr lang="fr-FR" smtClean="0"/>
              <a:t>                         Holy Spirit, Holy Spirit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Now that my heart is open I am ready for You
12-  JÉSUS, EMMÈNE-MOI PLUS LOIN </a:t>
            </a:r>
          </a:p>
          <a:p>
            <a:r>
              <a:rPr lang="fr-FR" smtClean="0"/>
              <a:t>Jesus, take me deeper
13-  JE SUIS LÀ POUR TOI RIEN QUE POUR TOI    x2</a:t>
            </a:r>
          </a:p>
          <a:p>
            <a:r>
              <a:rPr lang="fr-FR" smtClean="0"/>
              <a:t> I came for You, I came for You</a:t>
            </a:r>
          </a:p>
          <a:p>
            <a:endParaRPr lang="fr-FR" smtClean="0"/>
          </a:p>
          <a:p>
            <a:r>
              <a:rPr lang="fr-FR" smtClean="0"/>
              <a:t>	Refrain 2 :
	14-  Ô BIENVENUE, CHER SAINT-ESPRIT MANIFESTE-TOI ICI </a:t>
            </a:r>
          </a:p>
          <a:p>
            <a:r>
              <a:rPr lang="fr-FR" smtClean="0"/>
              <a:t>                         Holy Spirit, You are welcome Come and move upon this place
	15-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Send your fire, release Your power So we'll never be the same
	17-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Pont :
	18-  PRENDS LA PLACE, OUI PRENDS TOUT RÉPANDS TON ESPRIT SUR NOUS </a:t>
            </a:r>
          </a:p>
          <a:p>
            <a:r>
              <a:rPr lang="fr-FR" smtClean="0"/>
              <a:t>	We make way, we make room Lord, let Your spirit move
	19-  FAIS CE QUE TU VOUDRAS SEIGNEUR NOUS SOMMES ICI POUR TOI </a:t>
            </a:r>
          </a:p>
          <a:p>
            <a:r>
              <a:rPr lang="fr-FR" smtClean="0"/>
              <a:t>	Have Your way in this place Lord we have come for You                                              x3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r>
              <a:rPr lang="fr-FR" smtClean="0"/>
              <a:t>
	20-  VIENS SAINT-ESPRIT   x4</a:t>
            </a:r>
          </a:p>
          <a:p>
            <a:r>
              <a:rPr lang="fr-FR" smtClean="0"/>
              <a:t>	Holy Spirit</a:t>
            </a:r>
          </a:p>
          <a:p>
            <a:endParaRPr lang="fr-FR" smtClean="0"/>
          </a:p>
          <a:p>
            <a:r>
              <a:rPr lang="fr-FR" smtClean="0"/>
              <a:t>	Pont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0312753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it takes is one moment, And just one touch from You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put aside all distractions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 than ever Nothing else satisfies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my life I surrender
6-  JE VIS POUR TOI,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live for You, I'll live for You
7-  JE SUIS LÀ POUR TOI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 :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Holy Spirit, You are welcome Come and move upon this place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We desire an encounter once again
	10-  VIENS SAINT-ESPRIT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Holy Spirit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Now that my heart is open I am ready for You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Jesus, take me deeper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You are welcome Come and move upon this place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your fire, release Your power So we'll never be the same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make way, we make room Lord, let Your spirit move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Have Your way in this place Lord we have come for You                                              x3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Holy Spirit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All it takes is one moment, And just one touch from You
2-  J'ABANDONNE TOUTE DISTRACTION</a:t>
            </a:r>
          </a:p>
          <a:p>
            <a:r>
              <a:rPr lang="fr-FR" smtClean="0"/>
              <a:t>I put aside all distractions
3-  JE SUIS LÀ POUR TOI RIEN QUE POUR TOI</a:t>
            </a:r>
          </a:p>
          <a:p>
            <a:r>
              <a:rPr lang="fr-FR" smtClean="0"/>
              <a:t>I came for You, I came for You
4-  J'AI BESOIN PLUS QUE JAMAIS D'ÊTRE COMBLÉ PAR TOI </a:t>
            </a:r>
          </a:p>
          <a:p>
            <a:r>
              <a:rPr lang="fr-FR" smtClean="0"/>
              <a:t>I need You more than ever Nothing else satisfies
5-  TOUTE MA VIE, JE TE SOUMETS </a:t>
            </a:r>
          </a:p>
          <a:p>
            <a:r>
              <a:rPr lang="fr-FR" smtClean="0"/>
              <a:t>All my life I surrender
6-  JE VIS POUR TOI,  x2</a:t>
            </a:r>
          </a:p>
          <a:p>
            <a:r>
              <a:rPr lang="fr-FR" smtClean="0"/>
              <a:t>I'll live for You, I'll live for You
7-  JE SUIS LÀ POUR TOI  x2</a:t>
            </a:r>
          </a:p>
          <a:p>
            <a:r>
              <a:rPr lang="fr-FR" smtClean="0"/>
              <a:t>I came for You, I came for You</a:t>
            </a:r>
          </a:p>
          <a:p>
            <a:endParaRPr lang="fr-FR" smtClean="0"/>
          </a:p>
          <a:p>
            <a:r>
              <a:rPr lang="fr-FR" smtClean="0"/>
              <a:t>	Refrain 1 :
	8-  Ô BIENVENUE, CHER SAINT-ESPRIT MANIFESTE-TOI ICI </a:t>
            </a:r>
          </a:p>
          <a:p>
            <a:r>
              <a:rPr lang="fr-FR" smtClean="0"/>
              <a:t>                        Holy Spirit, You are welcome Come and move upon this place
	9-  NOUS DÉSIRONS À NOUVEAU TE RENCONTRER </a:t>
            </a:r>
          </a:p>
          <a:p>
            <a:r>
              <a:rPr lang="fr-FR" smtClean="0"/>
              <a:t>                        We desire an encounter once again
	10-  VIENS SAINT-ESPRIT   x2</a:t>
            </a:r>
          </a:p>
          <a:p>
            <a:r>
              <a:rPr lang="fr-FR" smtClean="0"/>
              <a:t>                         Holy Spirit, Holy Spirit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Now that my heart is open I am ready for You
12-  JÉSUS, EMMÈNE-MOI PLUS LOIN </a:t>
            </a:r>
          </a:p>
          <a:p>
            <a:r>
              <a:rPr lang="fr-FR" smtClean="0"/>
              <a:t>Jesus, take me deeper
13-  JE SUIS LÀ POUR TOI RIEN QUE POUR TOI    x2</a:t>
            </a:r>
          </a:p>
          <a:p>
            <a:r>
              <a:rPr lang="fr-FR" smtClean="0"/>
              <a:t> I came for You, I came for You</a:t>
            </a:r>
          </a:p>
          <a:p>
            <a:endParaRPr lang="fr-FR" smtClean="0"/>
          </a:p>
          <a:p>
            <a:r>
              <a:rPr lang="fr-FR" smtClean="0"/>
              <a:t>	Refrain 2 :
	14-  Ô BIENVENUE, CHER SAINT-ESPRIT MANIFESTE-TOI ICI </a:t>
            </a:r>
          </a:p>
          <a:p>
            <a:r>
              <a:rPr lang="fr-FR" smtClean="0"/>
              <a:t>                         Holy Spirit, You are welcome Come and move upon this place
	15-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Send your fire, release Your power So we'll never be the same
	17-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Pont :
	18-  PRENDS LA PLACE, OUI PRENDS TOUT RÉPANDS TON ESPRIT SUR NOUS </a:t>
            </a:r>
          </a:p>
          <a:p>
            <a:r>
              <a:rPr lang="fr-FR" smtClean="0"/>
              <a:t>	We make way, we make room Lord, let Your spirit move
	19-  FAIS CE QUE TU VOUDRAS SEIGNEUR NOUS SOMMES ICI POUR TOI </a:t>
            </a:r>
          </a:p>
          <a:p>
            <a:r>
              <a:rPr lang="fr-FR" smtClean="0"/>
              <a:t>	Have Your way in this place Lord we have come for You                                              x3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r>
              <a:rPr lang="fr-FR" smtClean="0"/>
              <a:t>
	20-  VIENS SAINT-ESPRIT   x4</a:t>
            </a:r>
          </a:p>
          <a:p>
            <a:r>
              <a:rPr lang="fr-FR" smtClean="0"/>
              <a:t>	Holy Spirit</a:t>
            </a:r>
          </a:p>
          <a:p>
            <a:endParaRPr lang="fr-FR" smtClean="0"/>
          </a:p>
          <a:p>
            <a:r>
              <a:rPr lang="fr-FR" smtClean="0"/>
              <a:t>	Pont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637430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it takes is one moment, And just one touch from You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put aside all distractions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 than ever Nothing else satisfies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my life I surrender
6-  JE VIS POUR TOI,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live for You, I'll live for You
7-  JE SUIS LÀ POUR TOI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 :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Holy Spirit, You are welcome Come and move upon this place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We desire an encounter once again
	10-  VIENS SAINT-ESPRIT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Holy Spirit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Now that my heart is open I am ready for You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Jesus, take me deeper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You are welcome Come and move upon this place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your fire, release Your power So we'll never be the same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make way, we make room Lord, let Your spirit move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Have Your way in this place Lord we have come for You                                              x3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Holy Spirit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All it takes is one moment, And just one touch from You
2-  J'ABANDONNE TOUTE DISTRACTION</a:t>
            </a:r>
          </a:p>
          <a:p>
            <a:r>
              <a:rPr lang="fr-FR" smtClean="0"/>
              <a:t>I put aside all distractions
3-  JE SUIS LÀ POUR TOI RIEN QUE POUR TOI</a:t>
            </a:r>
          </a:p>
          <a:p>
            <a:r>
              <a:rPr lang="fr-FR" smtClean="0"/>
              <a:t>I came for You, I came for You
4-  J'AI BESOIN PLUS QUE JAMAIS D'ÊTRE COMBLÉ PAR TOI </a:t>
            </a:r>
          </a:p>
          <a:p>
            <a:r>
              <a:rPr lang="fr-FR" smtClean="0"/>
              <a:t>I need You more than ever Nothing else satisfies
5-  TOUTE MA VIE, JE TE SOUMETS </a:t>
            </a:r>
          </a:p>
          <a:p>
            <a:r>
              <a:rPr lang="fr-FR" smtClean="0"/>
              <a:t>All my life I surrender
6-  JE VIS POUR TOI,  x2</a:t>
            </a:r>
          </a:p>
          <a:p>
            <a:r>
              <a:rPr lang="fr-FR" smtClean="0"/>
              <a:t>I'll live for You, I'll live for You
7-  JE SUIS LÀ POUR TOI  x2</a:t>
            </a:r>
          </a:p>
          <a:p>
            <a:r>
              <a:rPr lang="fr-FR" smtClean="0"/>
              <a:t>I came for You, I came for You</a:t>
            </a:r>
          </a:p>
          <a:p>
            <a:endParaRPr lang="fr-FR" smtClean="0"/>
          </a:p>
          <a:p>
            <a:r>
              <a:rPr lang="fr-FR" smtClean="0"/>
              <a:t>	Refrain 1 :
	8-  Ô BIENVENUE, CHER SAINT-ESPRIT MANIFESTE-TOI ICI </a:t>
            </a:r>
          </a:p>
          <a:p>
            <a:r>
              <a:rPr lang="fr-FR" smtClean="0"/>
              <a:t>                        Holy Spirit, You are welcome Come and move upon this place
	9-  NOUS DÉSIRONS À NOUVEAU TE RENCONTRER </a:t>
            </a:r>
          </a:p>
          <a:p>
            <a:r>
              <a:rPr lang="fr-FR" smtClean="0"/>
              <a:t>                        We desire an encounter once again
	10-  VIENS SAINT-ESPRIT   x2</a:t>
            </a:r>
          </a:p>
          <a:p>
            <a:r>
              <a:rPr lang="fr-FR" smtClean="0"/>
              <a:t>                         Holy Spirit, Holy Spirit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Now that my heart is open I am ready for You
12-  JÉSUS, EMMÈNE-MOI PLUS LOIN </a:t>
            </a:r>
          </a:p>
          <a:p>
            <a:r>
              <a:rPr lang="fr-FR" smtClean="0"/>
              <a:t>Jesus, take me deeper
13-  JE SUIS LÀ POUR TOI RIEN QUE POUR TOI    x2</a:t>
            </a:r>
          </a:p>
          <a:p>
            <a:r>
              <a:rPr lang="fr-FR" smtClean="0"/>
              <a:t> I came for You, I came for You</a:t>
            </a:r>
          </a:p>
          <a:p>
            <a:endParaRPr lang="fr-FR" smtClean="0"/>
          </a:p>
          <a:p>
            <a:r>
              <a:rPr lang="fr-FR" smtClean="0"/>
              <a:t>	Refrain 2 :
	14-  Ô BIENVENUE, CHER SAINT-ESPRIT MANIFESTE-TOI ICI </a:t>
            </a:r>
          </a:p>
          <a:p>
            <a:r>
              <a:rPr lang="fr-FR" smtClean="0"/>
              <a:t>                         Holy Spirit, You are welcome Come and move upon this place
	15-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Send your fire, release Your power So we'll never be the same
	17-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Pont :
	18-  PRENDS LA PLACE, OUI PRENDS TOUT RÉPANDS TON ESPRIT SUR NOUS </a:t>
            </a:r>
          </a:p>
          <a:p>
            <a:r>
              <a:rPr lang="fr-FR" smtClean="0"/>
              <a:t>	We make way, we make room Lord, let Your spirit move
	19-  FAIS CE QUE TU VOUDRAS SEIGNEUR NOUS SOMMES ICI POUR TOI </a:t>
            </a:r>
          </a:p>
          <a:p>
            <a:r>
              <a:rPr lang="fr-FR" smtClean="0"/>
              <a:t>	Have Your way in this place Lord we have come for You                                              x3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r>
              <a:rPr lang="fr-FR" smtClean="0"/>
              <a:t>
	20-  VIENS SAINT-ESPRIT   x4</a:t>
            </a:r>
          </a:p>
          <a:p>
            <a:r>
              <a:rPr lang="fr-FR" smtClean="0"/>
              <a:t>	Holy Spirit</a:t>
            </a:r>
          </a:p>
          <a:p>
            <a:endParaRPr lang="fr-FR" smtClean="0"/>
          </a:p>
          <a:p>
            <a:r>
              <a:rPr lang="fr-FR" smtClean="0"/>
              <a:t>	Pont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32777983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it takes is one moment, And just one touch from You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put aside all distractions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 than ever Nothing else satisfies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my life I surrender
6-  JE VIS POUR TOI,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live for You, I'll live for You
7-  JE SUIS LÀ POUR TOI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 :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Holy Spirit, You are welcome Come and move upon this place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We desire an encounter once again
	10-  VIENS SAINT-ESPRIT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Holy Spirit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Now that my heart is open I am ready for You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Jesus, take me deeper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You are welcome Come and move upon this place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your fire, release Your power So we'll never be the same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make way, we make room Lord, let Your spirit move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Have Your way in this place Lord we have come for You                                              x3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Holy Spirit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All it takes is one moment, And just one touch from You
2-  J'ABANDONNE TOUTE DISTRACTION</a:t>
            </a:r>
          </a:p>
          <a:p>
            <a:r>
              <a:rPr lang="fr-FR" smtClean="0"/>
              <a:t>I put aside all distractions
3-  JE SUIS LÀ POUR TOI RIEN QUE POUR TOI</a:t>
            </a:r>
          </a:p>
          <a:p>
            <a:r>
              <a:rPr lang="fr-FR" smtClean="0"/>
              <a:t>I came for You, I came for You
4-  J'AI BESOIN PLUS QUE JAMAIS D'ÊTRE COMBLÉ PAR TOI </a:t>
            </a:r>
          </a:p>
          <a:p>
            <a:r>
              <a:rPr lang="fr-FR" smtClean="0"/>
              <a:t>I need You more than ever Nothing else satisfies
5-  TOUTE MA VIE, JE TE SOUMETS </a:t>
            </a:r>
          </a:p>
          <a:p>
            <a:r>
              <a:rPr lang="fr-FR" smtClean="0"/>
              <a:t>All my life I surrender
6-  JE VIS POUR TOI,  x2</a:t>
            </a:r>
          </a:p>
          <a:p>
            <a:r>
              <a:rPr lang="fr-FR" smtClean="0"/>
              <a:t>I'll live for You, I'll live for You
7-  JE SUIS LÀ POUR TOI  x2</a:t>
            </a:r>
          </a:p>
          <a:p>
            <a:r>
              <a:rPr lang="fr-FR" smtClean="0"/>
              <a:t>I came for You, I came for You</a:t>
            </a:r>
          </a:p>
          <a:p>
            <a:endParaRPr lang="fr-FR" smtClean="0"/>
          </a:p>
          <a:p>
            <a:r>
              <a:rPr lang="fr-FR" smtClean="0"/>
              <a:t>	Refrain 1 :
	8-  Ô BIENVENUE, CHER SAINT-ESPRIT MANIFESTE-TOI ICI </a:t>
            </a:r>
          </a:p>
          <a:p>
            <a:r>
              <a:rPr lang="fr-FR" smtClean="0"/>
              <a:t>                        Holy Spirit, You are welcome Come and move upon this place
	9-  NOUS DÉSIRONS À NOUVEAU TE RENCONTRER </a:t>
            </a:r>
          </a:p>
          <a:p>
            <a:r>
              <a:rPr lang="fr-FR" smtClean="0"/>
              <a:t>                        We desire an encounter once again
	10-  VIENS SAINT-ESPRIT   x2</a:t>
            </a:r>
          </a:p>
          <a:p>
            <a:r>
              <a:rPr lang="fr-FR" smtClean="0"/>
              <a:t>                         Holy Spirit, Holy Spirit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Now that my heart is open I am ready for You
12-  JÉSUS, EMMÈNE-MOI PLUS LOIN </a:t>
            </a:r>
          </a:p>
          <a:p>
            <a:r>
              <a:rPr lang="fr-FR" smtClean="0"/>
              <a:t>Jesus, take me deeper
13-  JE SUIS LÀ POUR TOI RIEN QUE POUR TOI    x2</a:t>
            </a:r>
          </a:p>
          <a:p>
            <a:r>
              <a:rPr lang="fr-FR" smtClean="0"/>
              <a:t> I came for You, I came for You</a:t>
            </a:r>
          </a:p>
          <a:p>
            <a:endParaRPr lang="fr-FR" smtClean="0"/>
          </a:p>
          <a:p>
            <a:r>
              <a:rPr lang="fr-FR" smtClean="0"/>
              <a:t>	Refrain 2 :
	14-  Ô BIENVENUE, CHER SAINT-ESPRIT MANIFESTE-TOI ICI </a:t>
            </a:r>
          </a:p>
          <a:p>
            <a:r>
              <a:rPr lang="fr-FR" smtClean="0"/>
              <a:t>                         Holy Spirit, You are welcome Come and move upon this place
	15-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Send your fire, release Your power So we'll never be the same
	17-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Pont :
	18-  PRENDS LA PLACE, OUI PRENDS TOUT RÉPANDS TON ESPRIT SUR NOUS </a:t>
            </a:r>
          </a:p>
          <a:p>
            <a:r>
              <a:rPr lang="fr-FR" smtClean="0"/>
              <a:t>	We make way, we make room Lord, let Your spirit move
	19-  FAIS CE QUE TU VOUDRAS SEIGNEUR NOUS SOMMES ICI POUR TOI </a:t>
            </a:r>
          </a:p>
          <a:p>
            <a:r>
              <a:rPr lang="fr-FR" smtClean="0"/>
              <a:t>	Have Your way in this place Lord we have come for You                                              x3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r>
              <a:rPr lang="fr-FR" smtClean="0"/>
              <a:t>
	20-  VIENS SAINT-ESPRIT   x4</a:t>
            </a:r>
          </a:p>
          <a:p>
            <a:r>
              <a:rPr lang="fr-FR" smtClean="0"/>
              <a:t>	Holy Spirit</a:t>
            </a:r>
          </a:p>
          <a:p>
            <a:endParaRPr lang="fr-FR" smtClean="0"/>
          </a:p>
          <a:p>
            <a:r>
              <a:rPr lang="fr-FR" smtClean="0"/>
              <a:t>	Pont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8852260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it takes is one moment, And just one touch from You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put aside all distractions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 than ever Nothing else satisfies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my life I surrender
6-  JE VIS POUR TOI,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live for You, I'll live for You
7-  JE SUIS LÀ POUR TOI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 :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Holy Spirit, You are welcome Come and move upon this place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We desire an encounter once again
	10-  VIENS SAINT-ESPRIT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Holy Spirit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Now that my heart is open I am ready for You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Jesus, take me deeper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You are welcome Come and move upon this place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your fire, release Your power So we'll never be the same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make way, we make room Lord, let Your spirit move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Have Your way in this place Lord we have come for You                                              x3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Holy Spirit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All it takes is one moment, And just one touch from You
2-  J'ABANDONNE TOUTE DISTRACTION</a:t>
            </a:r>
          </a:p>
          <a:p>
            <a:r>
              <a:rPr lang="fr-FR" smtClean="0"/>
              <a:t>I put aside all distractions
3-  JE SUIS LÀ POUR TOI RIEN QUE POUR TOI</a:t>
            </a:r>
          </a:p>
          <a:p>
            <a:r>
              <a:rPr lang="fr-FR" smtClean="0"/>
              <a:t>I came for You, I came for You
4-  J'AI BESOIN PLUS QUE JAMAIS D'ÊTRE COMBLÉ PAR TOI </a:t>
            </a:r>
          </a:p>
          <a:p>
            <a:r>
              <a:rPr lang="fr-FR" smtClean="0"/>
              <a:t>I need You more than ever Nothing else satisfies
5-  TOUTE MA VIE, JE TE SOUMETS </a:t>
            </a:r>
          </a:p>
          <a:p>
            <a:r>
              <a:rPr lang="fr-FR" smtClean="0"/>
              <a:t>All my life I surrender
6-  JE VIS POUR TOI,  x2</a:t>
            </a:r>
          </a:p>
          <a:p>
            <a:r>
              <a:rPr lang="fr-FR" smtClean="0"/>
              <a:t>I'll live for You, I'll live for You
7-  JE SUIS LÀ POUR TOI  x2</a:t>
            </a:r>
          </a:p>
          <a:p>
            <a:r>
              <a:rPr lang="fr-FR" smtClean="0"/>
              <a:t>I came for You, I came for You</a:t>
            </a:r>
          </a:p>
          <a:p>
            <a:endParaRPr lang="fr-FR" smtClean="0"/>
          </a:p>
          <a:p>
            <a:r>
              <a:rPr lang="fr-FR" smtClean="0"/>
              <a:t>	Refrain 1 :
	8-  Ô BIENVENUE, CHER SAINT-ESPRIT MANIFESTE-TOI ICI </a:t>
            </a:r>
          </a:p>
          <a:p>
            <a:r>
              <a:rPr lang="fr-FR" smtClean="0"/>
              <a:t>                        Holy Spirit, You are welcome Come and move upon this place
	9-  NOUS DÉSIRONS À NOUVEAU TE RENCONTRER </a:t>
            </a:r>
          </a:p>
          <a:p>
            <a:r>
              <a:rPr lang="fr-FR" smtClean="0"/>
              <a:t>                        We desire an encounter once again
	10-  VIENS SAINT-ESPRIT   x2</a:t>
            </a:r>
          </a:p>
          <a:p>
            <a:r>
              <a:rPr lang="fr-FR" smtClean="0"/>
              <a:t>                         Holy Spirit, Holy Spirit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Now that my heart is open I am ready for You
12-  JÉSUS, EMMÈNE-MOI PLUS LOIN </a:t>
            </a:r>
          </a:p>
          <a:p>
            <a:r>
              <a:rPr lang="fr-FR" smtClean="0"/>
              <a:t>Jesus, take me deeper
13-  JE SUIS LÀ POUR TOI RIEN QUE POUR TOI    x2</a:t>
            </a:r>
          </a:p>
          <a:p>
            <a:r>
              <a:rPr lang="fr-FR" smtClean="0"/>
              <a:t> I came for You, I came for You</a:t>
            </a:r>
          </a:p>
          <a:p>
            <a:endParaRPr lang="fr-FR" smtClean="0"/>
          </a:p>
          <a:p>
            <a:r>
              <a:rPr lang="fr-FR" smtClean="0"/>
              <a:t>	Refrain 2 :
	14-  Ô BIENVENUE, CHER SAINT-ESPRIT MANIFESTE-TOI ICI </a:t>
            </a:r>
          </a:p>
          <a:p>
            <a:r>
              <a:rPr lang="fr-FR" smtClean="0"/>
              <a:t>                         Holy Spirit, You are welcome Come and move upon this place
	15-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Send your fire, release Your power So we'll never be the same
	17-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Pont :
	18-  PRENDS LA PLACE, OUI PRENDS TOUT RÉPANDS TON ESPRIT SUR NOUS </a:t>
            </a:r>
          </a:p>
          <a:p>
            <a:r>
              <a:rPr lang="fr-FR" smtClean="0"/>
              <a:t>	We make way, we make room Lord, let Your spirit move
	19-  FAIS CE QUE TU VOUDRAS SEIGNEUR NOUS SOMMES ICI POUR TOI </a:t>
            </a:r>
          </a:p>
          <a:p>
            <a:r>
              <a:rPr lang="fr-FR" smtClean="0"/>
              <a:t>	Have Your way in this place Lord we have come for You                                              x3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r>
              <a:rPr lang="fr-FR" smtClean="0"/>
              <a:t>
	20-  VIENS SAINT-ESPRIT   x4</a:t>
            </a:r>
          </a:p>
          <a:p>
            <a:r>
              <a:rPr lang="fr-FR" smtClean="0"/>
              <a:t>	Holy Spirit</a:t>
            </a:r>
          </a:p>
          <a:p>
            <a:endParaRPr lang="fr-FR" smtClean="0"/>
          </a:p>
          <a:p>
            <a:r>
              <a:rPr lang="fr-FR" smtClean="0"/>
              <a:t>	Pont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13738646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IL SUFFIT D'UN SEUL INSTANT UN SEUL TOUCHER DE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it takes is one moment, And just one touch from You
2-  J'ABANDONNE TOUTE DISTRACTION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put aside all distractions
3-  JE SUIS LÀ POUR TOI RIEN QUE POUR TOI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
4-  J'AI BESOIN PLUS QUE JAMAIS D'ÊTRE COMBLÉ PAR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need You more than ever Nothing else satisfies
5-  TOUTE MA VIE, JE TE SOUMETS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my life I surrender
6-  JE VIS POUR TOI,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live for You, I'll live for You
7-  JE SUIS LÀ POUR TOI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1 :
	8-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Holy Spirit, You are welcome Come and move upon this place
	9-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We desire an encounter once again
	10-  VIENS SAINT-ESPRIT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Holy Spirit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11-  MON CŒUR EST OUVERT ENFIN ET JE SUIS PRÊT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Now that my heart is open I am ready for You
12-  JÉSUS, EMMÈNE-MOI PLUS LOIN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Jesus, take me deeper
13-  JE SUIS LÀ POUR TOI RIEN QUE POUR TOI    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came for You, I came for You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
	14-  Ô BIENVENUE, CHER SAINT-ESPRIT MANIFESTE-TOI ICI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Holy Spirit, You are welcome Come and move upon this place
	15-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16-  RÉPANDS TON FEU ET TA PUISSANCE POUR NOUS CHANGER À JAMAIS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Send your fire, release Your power So we'll never be the same
	17-  NOUS DÉSIRONS À NOUVEAU TE RENCONTRER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We desire an encounter once again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	18-  PRENDS LA PLACE, OUI PRENDS TOUT RÉPANDS TON ESPRIT SUR NOUS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make way, we make room Lord, let Your spirit move
	19-  FAIS CE QUE TU VOUDRAS SEIGNEUR NOUS SOMMES ICI POUR TOI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Have Your way in this place Lord we have come for You                                              x3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2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VIENS SAINT-ESPRIT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Holy Spirit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 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IL SUFFIT D'UN SEUL INSTANT UN SEUL TOUCHER DE TOI</a:t>
            </a:r>
          </a:p>
          <a:p>
            <a:r>
              <a:rPr lang="fr-FR" smtClean="0"/>
              <a:t>All it takes is one moment, And just one touch from You
2-  J'ABANDONNE TOUTE DISTRACTION</a:t>
            </a:r>
          </a:p>
          <a:p>
            <a:r>
              <a:rPr lang="fr-FR" smtClean="0"/>
              <a:t>I put aside all distractions
3-  JE SUIS LÀ POUR TOI RIEN QUE POUR TOI</a:t>
            </a:r>
          </a:p>
          <a:p>
            <a:r>
              <a:rPr lang="fr-FR" smtClean="0"/>
              <a:t>I came for You, I came for You
4-  J'AI BESOIN PLUS QUE JAMAIS D'ÊTRE COMBLÉ PAR TOI </a:t>
            </a:r>
          </a:p>
          <a:p>
            <a:r>
              <a:rPr lang="fr-FR" smtClean="0"/>
              <a:t>I need You more than ever Nothing else satisfies
5-  TOUTE MA VIE, JE TE SOUMETS </a:t>
            </a:r>
          </a:p>
          <a:p>
            <a:r>
              <a:rPr lang="fr-FR" smtClean="0"/>
              <a:t>All my life I surrender
6-  JE VIS POUR TOI,  x2</a:t>
            </a:r>
          </a:p>
          <a:p>
            <a:r>
              <a:rPr lang="fr-FR" smtClean="0"/>
              <a:t>I'll live for You, I'll live for You
7-  JE SUIS LÀ POUR TOI  x2</a:t>
            </a:r>
          </a:p>
          <a:p>
            <a:r>
              <a:rPr lang="fr-FR" smtClean="0"/>
              <a:t>I came for You, I came for You</a:t>
            </a:r>
          </a:p>
          <a:p>
            <a:endParaRPr lang="fr-FR" smtClean="0"/>
          </a:p>
          <a:p>
            <a:r>
              <a:rPr lang="fr-FR" smtClean="0"/>
              <a:t>	Refrain 1 :
	8-  Ô BIENVENUE, CHER SAINT-ESPRIT MANIFESTE-TOI ICI </a:t>
            </a:r>
          </a:p>
          <a:p>
            <a:r>
              <a:rPr lang="fr-FR" smtClean="0"/>
              <a:t>                        Holy Spirit, You are welcome Come and move upon this place
	9-  NOUS DÉSIRONS À NOUVEAU TE RENCONTRER </a:t>
            </a:r>
          </a:p>
          <a:p>
            <a:r>
              <a:rPr lang="fr-FR" smtClean="0"/>
              <a:t>                        We desire an encounter once again
	10-  VIENS SAINT-ESPRIT   x2</a:t>
            </a:r>
          </a:p>
          <a:p>
            <a:r>
              <a:rPr lang="fr-FR" smtClean="0"/>
              <a:t>                         Holy Spirit, Holy Spirit
</a:t>
            </a:r>
          </a:p>
          <a:p>
            <a:r>
              <a:rPr lang="fr-FR" smtClean="0"/>
              <a:t>Couplet 2 :</a:t>
            </a:r>
          </a:p>
          <a:p>
            <a:r>
              <a:rPr lang="fr-FR" smtClean="0"/>
              <a:t>11-  MON CŒUR EST OUVERT ENFIN ET JE SUIS PRÊT POUR TOI </a:t>
            </a:r>
          </a:p>
          <a:p>
            <a:r>
              <a:rPr lang="fr-FR" smtClean="0"/>
              <a:t> Now that my heart is open I am ready for You
12-  JÉSUS, EMMÈNE-MOI PLUS LOIN </a:t>
            </a:r>
          </a:p>
          <a:p>
            <a:r>
              <a:rPr lang="fr-FR" smtClean="0"/>
              <a:t>Jesus, take me deeper
13-  JE SUIS LÀ POUR TOI RIEN QUE POUR TOI    x2</a:t>
            </a:r>
          </a:p>
          <a:p>
            <a:r>
              <a:rPr lang="fr-FR" smtClean="0"/>
              <a:t> I came for You, I came for You</a:t>
            </a:r>
          </a:p>
          <a:p>
            <a:endParaRPr lang="fr-FR" smtClean="0"/>
          </a:p>
          <a:p>
            <a:r>
              <a:rPr lang="fr-FR" smtClean="0"/>
              <a:t>	Refrain 2 :
	14-  Ô BIENVENUE, CHER SAINT-ESPRIT MANIFESTE-TOI ICI </a:t>
            </a:r>
          </a:p>
          <a:p>
            <a:r>
              <a:rPr lang="fr-FR" smtClean="0"/>
              <a:t>                         Holy Spirit, You are welcome Come and move upon this place
	15-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16-  RÉPANDS TON FEU ET TA PUISSANCE POUR NOUS CHANGER À JAMAIS </a:t>
            </a:r>
          </a:p>
          <a:p>
            <a:r>
              <a:rPr lang="fr-FR" smtClean="0"/>
              <a:t>	Send your fire, release Your power So we'll never be the same
	17-  NOUS DÉSIRONS À NOUVEAU TE RENCONTRER </a:t>
            </a:r>
          </a:p>
          <a:p>
            <a:r>
              <a:rPr lang="fr-FR" smtClean="0"/>
              <a:t>                         We desire an encounter once again</a:t>
            </a:r>
          </a:p>
          <a:p>
            <a:endParaRPr lang="fr-FR" smtClean="0"/>
          </a:p>
          <a:p>
            <a:r>
              <a:rPr lang="fr-FR" smtClean="0"/>
              <a:t>	Pont :
	18-  PRENDS LA PLACE, OUI PRENDS TOUT RÉPANDS TON ESPRIT SUR NOUS </a:t>
            </a:r>
          </a:p>
          <a:p>
            <a:r>
              <a:rPr lang="fr-FR" smtClean="0"/>
              <a:t>	We make way, we make room Lord, let Your spirit move
	19-  FAIS CE QUE TU VOUDRAS SEIGNEUR NOUS SOMMES ICI POUR TOI </a:t>
            </a:r>
          </a:p>
          <a:p>
            <a:r>
              <a:rPr lang="fr-FR" smtClean="0"/>
              <a:t>	Have Your way in this place Lord we have come for You                                              x3</a:t>
            </a:r>
          </a:p>
          <a:p>
            <a:endParaRPr lang="fr-FR" smtClean="0"/>
          </a:p>
          <a:p>
            <a:r>
              <a:rPr lang="fr-FR" smtClean="0"/>
              <a:t>	Refrain 2 :</a:t>
            </a:r>
          </a:p>
          <a:p>
            <a:r>
              <a:rPr lang="fr-FR" smtClean="0"/>
              <a:t>
	20-  VIENS SAINT-ESPRIT   x4</a:t>
            </a:r>
          </a:p>
          <a:p>
            <a:r>
              <a:rPr lang="fr-FR" smtClean="0"/>
              <a:t>	Holy Spirit</a:t>
            </a:r>
          </a:p>
          <a:p>
            <a:endParaRPr lang="fr-FR" smtClean="0"/>
          </a:p>
          <a:p>
            <a:r>
              <a:rPr lang="fr-FR" smtClean="0"/>
              <a:t>	Pont :
</a:t>
            </a:r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2483692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SUFFIT D'UN SEUL INSTANT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SEUL TOUCHER DE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138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J'ABANDONNE TOUTE DISTRACTION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96738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LÀ POUR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QUE POUR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6080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J'AI BESOIN PLUS QUE JAMAIS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D'ÊTRE COMBLÉ PAR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23393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TOUTE MA VIE, JE TE SOUMETS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01077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VIS POUR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6204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LÀ POUR TOI</a:t>
            </a:r>
          </a:p>
        </p:txBody>
      </p:sp>
    </p:spTree>
    <p:extLst>
      <p:ext uri="{BB962C8B-B14F-4D97-AF65-F5344CB8AC3E}">
        <p14:creationId xmlns:p14="http://schemas.microsoft.com/office/powerpoint/2010/main" val="3034772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BIENVENUE, CHER SAINT-ESPRIT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MANIFESTE-TOI ICI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69044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DÉSIRONS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NOUVEAU TE RENCONTRER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0654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SAINT-ESPRIT</a:t>
            </a:r>
          </a:p>
        </p:txBody>
      </p:sp>
    </p:spTree>
    <p:extLst>
      <p:ext uri="{BB962C8B-B14F-4D97-AF65-F5344CB8AC3E}">
        <p14:creationId xmlns:p14="http://schemas.microsoft.com/office/powerpoint/2010/main" val="2219981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CŒUR EST OUVERT ENFIN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SUIS PRÊT POUR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16841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JÉSUS, EMMÈNE-MOI PLUS LOIN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98584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LÀ POUR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QUE POUR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38283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Ô BIENVENUE, CHER SAINT-ESPRIT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MANIFESTE-TOI ICI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18153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DÉSIRONS À NOUVEAU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 RENCONTRER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9548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RÉPANDS TON FEU ET TA PUISSANCE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NOUS CHANGER À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75942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DÉSIRONS À NOUVEAU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 RENCONTRER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26311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PRENDS LA PLACE, OUI PRENDS TOUT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RÉPANDS TON ESPRIT SUR NOUS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6692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FAIS CE QUE TU VOUDRAS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NOUS SOMMES ICI POUR TOI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87103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VIENS SAINT-ESPRIT</a:t>
            </a:r>
          </a:p>
        </p:txBody>
      </p:sp>
    </p:spTree>
    <p:extLst>
      <p:ext uri="{BB962C8B-B14F-4D97-AF65-F5344CB8AC3E}">
        <p14:creationId xmlns:p14="http://schemas.microsoft.com/office/powerpoint/2010/main" val="1676045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1749</TotalTime>
  <Words>1222</Words>
  <Application>Microsoft Office PowerPoint</Application>
  <PresentationFormat>Affichage à l'écran (4:3)</PresentationFormat>
  <Paragraphs>1513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3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194</cp:revision>
  <dcterms:created xsi:type="dcterms:W3CDTF">2002-08-17T10:50:50Z</dcterms:created>
  <dcterms:modified xsi:type="dcterms:W3CDTF">2022-05-28T10:40:10Z</dcterms:modified>
</cp:coreProperties>
</file>