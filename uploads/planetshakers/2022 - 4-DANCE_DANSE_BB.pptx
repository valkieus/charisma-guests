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2" r:id="rId2"/>
    <p:sldId id="278" r:id="rId3"/>
    <p:sldId id="280" r:id="rId4"/>
    <p:sldId id="281" r:id="rId5"/>
    <p:sldId id="283" r:id="rId6"/>
    <p:sldId id="284" r:id="rId7"/>
    <p:sldId id="290" r:id="rId8"/>
    <p:sldId id="285" r:id="rId9"/>
    <p:sldId id="286" r:id="rId10"/>
    <p:sldId id="287" r:id="rId11"/>
    <p:sldId id="288" r:id="rId12"/>
    <p:sldId id="289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4954" autoAdjust="0"/>
  </p:normalViewPr>
  <p:slideViewPr>
    <p:cSldViewPr>
      <p:cViewPr varScale="1">
        <p:scale>
          <a:sx n="31" d="100"/>
          <a:sy n="31" d="100"/>
        </p:scale>
        <p:origin x="2376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9794778-3E18-4826-9C88-5D5046F54704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1649180-7B99-4FAF-ABB9-63A9C4379D5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I'm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alive ‘cause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gave me life</a:t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He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opened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eyes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see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clearly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3-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glory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for He has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redeemed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us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name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7-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desire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to lift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you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higher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only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burning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brighter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This passion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inside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10-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 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can't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contain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12-  JE POUSSERAI DES CRIS DE JOIE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JOIE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Out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out, 1, 2,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let's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 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
	6-  TOUT LE MONDE CRIE DE JOIE POUR LUI POUR LE LOUER </a:t>
            </a:r>
          </a:p>
          <a:p>
            <a:r>
              <a:rPr lang="fr-FR" smtClean="0"/>
              <a:t>	Everybody, give it up for Jesus Praise His name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I'm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alive ‘cause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gave me life</a:t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He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opened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eyes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see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clearly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3-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/>
            </a:r>
            <a:b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Him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glory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for He has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redeemed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us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give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up for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Jesus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name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	7-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My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desire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to lift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you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higher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only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burning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brighter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This passion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inside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10- 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QUE TOUT LE MONDE DANSE OH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OH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Oh,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everybody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dance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 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I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can't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contain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now</a:t>
            </a: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
12-  JE POUSSERAI DES CRIS DE JOIE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JOIE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This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praise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is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bursting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out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Out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, out, 1, 2, </a:t>
            </a:r>
            <a:r>
              <a:rPr lang="fr-FR" sz="2700" dirty="0" err="1" smtClean="0">
                <a:solidFill>
                  <a:srgbClr val="FFFFFF"/>
                </a:solidFill>
                <a:latin typeface="Arial Black" pitchFamily="34" charset="0"/>
              </a:rPr>
              <a:t>let's</a:t>
            </a: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dirty="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dirty="0" smtClean="0">
                <a:solidFill>
                  <a:srgbClr val="FFFFFF"/>
                </a:solidFill>
                <a:latin typeface="Arial Black" pitchFamily="34" charset="0"/>
              </a:rPr>
              <a:t>	Refrain 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
	6-  TOUT LE MONDE CRIE DE JOIE POUR LUI POUR LE LOUER </a:t>
            </a:r>
          </a:p>
          <a:p>
            <a:r>
              <a:rPr lang="fr-FR" smtClean="0"/>
              <a:t>	Everybody, give it up for Jesus Praise His name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
	6-  TOUT LE MONDE CRIE DE JOIE POUR LUI POUR LE LOUER </a:t>
            </a:r>
          </a:p>
          <a:p>
            <a:r>
              <a:rPr lang="fr-FR" smtClean="0"/>
              <a:t>	Everybody, give it up for Jesus Praise His name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
	6-  TOUT LE MONDE CRIE DE JOIE POUR LUI POUR LE LOUER </a:t>
            </a:r>
          </a:p>
          <a:p>
            <a:r>
              <a:rPr lang="fr-FR" smtClean="0"/>
              <a:t>	Everybody, give it up for Jesus Praise His name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
	6-  TOUT LE MONDE CRIE DE JOIE POUR LUI POUR LE LOUER </a:t>
            </a:r>
          </a:p>
          <a:p>
            <a:r>
              <a:rPr lang="fr-FR" smtClean="0"/>
              <a:t>	Everybody, give it up for Jesus Praise His name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
	6-  TOUT LE MONDE CRIE DE JOIE POUR LUI POUR LE LOUER </a:t>
            </a:r>
          </a:p>
          <a:p>
            <a:r>
              <a:rPr lang="fr-FR" smtClean="0"/>
              <a:t>	Everybody, give it up for Jesus Praise His name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
	6-  TOUT LE MONDE CRIE DE JOIE POUR LUI POUR LE LOUER </a:t>
            </a:r>
          </a:p>
          <a:p>
            <a:r>
              <a:rPr lang="fr-FR" smtClean="0"/>
              <a:t>	Everybody, give it up for Jesus Praise His name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
	6-  TOUT LE MONDE CRIE DE JOIE POUR LUI POUR LE LOUER </a:t>
            </a:r>
          </a:p>
          <a:p>
            <a:r>
              <a:rPr lang="fr-FR" smtClean="0"/>
              <a:t>	Everybody, give it up for Jesus Praise His name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
	6-  TOUT LE MONDE CRIE DE JOIE POUR LUI POUR LE LOUER </a:t>
            </a:r>
          </a:p>
          <a:p>
            <a:r>
              <a:rPr lang="fr-FR" smtClean="0"/>
              <a:t>	Everybody, give it up for Jesus Praise His name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
	6-  TOUT LE MONDE CRIE DE JOIE POUR LUI POUR LE LOUER </a:t>
            </a:r>
          </a:p>
          <a:p>
            <a:r>
              <a:rPr lang="fr-FR" smtClean="0"/>
              <a:t>	Everybody, give it up for Jesus Praise His name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
	6-  TOUT LE MONDE CRIE DE JOIE POUR LUI POUR LE LOUER </a:t>
            </a:r>
          </a:p>
          <a:p>
            <a:r>
              <a:rPr lang="fr-FR" smtClean="0"/>
              <a:t>	Everybody, give it up for Jesus Praise His name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1-  JE SUIS LÀ CAR JÉSUS VIT EN MOI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I'm alive ‘cause Jesus gave me life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2-  IL M'A OUVERT LA VOIE ET MAINTENANT JE VOIS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He opened up my eyes I can see clearly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3-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4-  TOUT LE MONDE  CRIE DE JOIE POUR JESUS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</a:t>
            </a:r>
            <a:b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</a:b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 5-  CRIONS GLOIRE  POUR NOUS IL A VAINCU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Give Him glory, for He has redeemed us
	6-  TOUT LE MONDE CRIE DE JOIE POUR LUI POUR LE LOUER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Everybody, give it up for Jesus Praise His name
	7- 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8-  MON DÉSIR TE PROCLAMER SEIGNEUR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My desire is to lift you higher
9-  BRÛLE SI FORT DANS MON CŒUR DE PASSION JE SUIS REMPLI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It's only burning brighter This passion inside of me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10-  OH OH QUE TOUT LE MONDE DANSE OH OH OH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Oh, everybody dance now, oh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 x2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11-  MA LOUANGE ÉCLATERA JE NE LA RETIENDRAI PAS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I can't contain it now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
12-  JE POUSSERAI DES CRIS DE JOIE JOIE, JOIE, 1, 2, 3, 4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This praise is bursting out Out, out, 1, 2, let's go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endParaRPr lang="fr-FR" sz="2700" smtClean="0">
              <a:solidFill>
                <a:srgbClr val="FFFFFF"/>
              </a:solidFill>
              <a:latin typeface="Arial Black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defRPr/>
            </a:pPr>
            <a:r>
              <a:rPr lang="fr-FR" sz="2700" smtClean="0">
                <a:solidFill>
                  <a:srgbClr val="FFFFFF"/>
                </a:solidFill>
                <a:latin typeface="Arial Black" pitchFamily="34" charset="0"/>
              </a:rPr>
              <a:t>	Refrain :  x2
</a:t>
            </a:r>
            <a:endParaRPr lang="fr-FR" sz="27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LÀ CAR JÉSUS VIT EN MOI</a:t>
            </a:r>
          </a:p>
          <a:p>
            <a:r>
              <a:rPr lang="fr-FR" smtClean="0"/>
              <a:t>I'm alive ‘cause Jesus gave me life</a:t>
            </a:r>
            <a:br>
              <a:rPr lang="fr-FR" smtClean="0"/>
            </a:br>
            <a:r>
              <a:rPr lang="fr-FR" smtClean="0"/>
              <a:t>2-  IL M'A OUVERT LA VOIE ET MAINTENANT JE VOIS </a:t>
            </a:r>
          </a:p>
          <a:p>
            <a:r>
              <a:rPr lang="fr-FR" smtClean="0"/>
              <a:t>He opened up my eyes I can see clearly now</a:t>
            </a:r>
          </a:p>
          <a:p>
            <a:r>
              <a:rPr lang="fr-FR" smtClean="0"/>
              <a:t>3-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4-  TOUT LE MONDE  CRIE DE JOIE POUR JESUS</a:t>
            </a:r>
          </a:p>
          <a:p>
            <a:r>
              <a:rPr lang="fr-FR" smtClean="0"/>
              <a:t>	Everybody, give it up for Jesus</a:t>
            </a:r>
            <a:br>
              <a:rPr lang="fr-FR" smtClean="0"/>
            </a:br>
            <a:r>
              <a:rPr lang="fr-FR" smtClean="0"/>
              <a:t>	 5-  CRIONS GLOIRE  POUR NOUS IL A VAINCU </a:t>
            </a:r>
          </a:p>
          <a:p>
            <a:r>
              <a:rPr lang="fr-FR" smtClean="0"/>
              <a:t>	Give Him glory, for He has redeemed us
	6-  TOUT LE MONDE CRIE DE JOIE POUR LUI POUR LE LOUER </a:t>
            </a:r>
          </a:p>
          <a:p>
            <a:r>
              <a:rPr lang="fr-FR" smtClean="0"/>
              <a:t>	Everybody, give it up for Jesus Praise His name
	7-  OH OH OH </a:t>
            </a:r>
          </a:p>
          <a:p>
            <a:endParaRPr lang="fr-FR" smtClean="0"/>
          </a:p>
          <a:p>
            <a:r>
              <a:rPr lang="fr-FR" smtClean="0"/>
              <a:t>8-  MON DÉSIR TE PROCLAMER SEIGNEUR</a:t>
            </a:r>
          </a:p>
          <a:p>
            <a:r>
              <a:rPr lang="fr-FR" smtClean="0"/>
              <a:t>My desire is to lift you higher
9-  BRÛLE SI FORT DANS MON CŒUR DE PASSION JE SUIS REMPLI </a:t>
            </a:r>
          </a:p>
          <a:p>
            <a:r>
              <a:rPr lang="fr-FR" smtClean="0"/>
              <a:t>It's only burning brighter This passion inside of me</a:t>
            </a:r>
          </a:p>
          <a:p>
            <a:r>
              <a:rPr lang="fr-FR" smtClean="0"/>
              <a:t>10-  OH OH QUE TOUT LE MONDE DANSE OH OH OH </a:t>
            </a:r>
          </a:p>
          <a:p>
            <a:r>
              <a:rPr lang="fr-FR" smtClean="0"/>
              <a:t>Oh, everybody dance now, oh</a:t>
            </a:r>
          </a:p>
          <a:p>
            <a:endParaRPr lang="fr-FR" smtClean="0"/>
          </a:p>
          <a:p>
            <a:r>
              <a:rPr lang="fr-FR" smtClean="0"/>
              <a:t>	Refrain :   x2</a:t>
            </a:r>
          </a:p>
          <a:p>
            <a:endParaRPr lang="fr-FR" smtClean="0"/>
          </a:p>
          <a:p>
            <a:r>
              <a:rPr lang="fr-FR" smtClean="0"/>
              <a:t>11-  MA LOUANGE ÉCLATERA JE NE LA RETIENDRAI PAS </a:t>
            </a:r>
          </a:p>
          <a:p>
            <a:r>
              <a:rPr lang="fr-FR" smtClean="0"/>
              <a:t>This praise is bursting out I can't contain it now</a:t>
            </a:r>
          </a:p>
          <a:p>
            <a:r>
              <a:rPr lang="fr-FR" smtClean="0"/>
              <a:t>
12-  JE POUSSERAI DES CRIS DE JOIE JOIE, JOIE, 1, 2, 3, 4 </a:t>
            </a:r>
          </a:p>
          <a:p>
            <a:r>
              <a:rPr lang="fr-FR" smtClean="0"/>
              <a:t>This praise is bursting out Out, out, 1, 2, let's go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ED0E6-A2FC-434F-A5F9-A8769B00D11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7CD81-5FCF-4858-A418-0F6F6003A7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0E9C2F-F9C0-4165-91B3-431CF348602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3D517-2226-45AD-9C1E-5FB8A5B06ED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7895B-5138-4799-849C-9D804C748EA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73460-D61A-4ED7-829E-5B798577EE5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DA4BC-647C-49F6-B71E-F425955CE8D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7B9E6-437B-47C2-A58B-B868B957178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9A217-AEF6-4742-8C48-DC87839FB6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C3501-29B7-485D-9394-D0914A20F1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3FFA6E-5AF3-4A8C-9D2A-E8D012BA10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897AC8C-3993-438B-86D9-138A7FAC593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JÉSUS VIT EN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M'A OUVERT LA VOIE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MAINTENANT JE VOIS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! QUE TOUT LE MONDE DANSE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DE JOIE POUR 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CRIONS GLOIRE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NOUS IL A VAINCU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CRIE DE JOIE POUR LUI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 LOUER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DÉSIR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 PROCLAMER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BRÛLE SI FORT DANS MON CŒUR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PASSION JE SUIS REMPLI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! QUE TOUT LE MONDE DANSE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LOUANGE ÉCLATERA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LA RETIENDRAI PAS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POUSSERAI DES CRIS DE JOIE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JOIE, JOIE, 1, 2, 3, 4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479</Words>
  <Application>Microsoft Office PowerPoint</Application>
  <PresentationFormat>Affichage à l'écran (4:3)</PresentationFormat>
  <Paragraphs>663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 Black</vt:lpstr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169</cp:revision>
  <dcterms:created xsi:type="dcterms:W3CDTF">2002-08-17T10:50:50Z</dcterms:created>
  <dcterms:modified xsi:type="dcterms:W3CDTF">2022-05-28T10:35:01Z</dcterms:modified>
</cp:coreProperties>
</file>