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72" r:id="rId2"/>
    <p:sldId id="278" r:id="rId3"/>
    <p:sldId id="280" r:id="rId4"/>
    <p:sldId id="281" r:id="rId5"/>
    <p:sldId id="283" r:id="rId6"/>
    <p:sldId id="284" r:id="rId7"/>
    <p:sldId id="290" r:id="rId8"/>
    <p:sldId id="285" r:id="rId9"/>
    <p:sldId id="286" r:id="rId10"/>
    <p:sldId id="287" r:id="rId11"/>
    <p:sldId id="288" r:id="rId12"/>
    <p:sldId id="289" r:id="rId13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828A4"/>
    <a:srgbClr val="DF9245"/>
    <a:srgbClr val="CB69CD"/>
    <a:srgbClr val="000099"/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3600" autoAdjust="0"/>
    <p:restoredTop sz="44954" autoAdjust="0"/>
  </p:normalViewPr>
  <p:slideViewPr>
    <p:cSldViewPr>
      <p:cViewPr>
        <p:scale>
          <a:sx n="32" d="100"/>
          <a:sy n="32" d="100"/>
        </p:scale>
        <p:origin x="-582" y="-3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99794778-3E18-4826-9C88-5D5046F54704}" type="datetimeFigureOut">
              <a:rPr lang="fr-FR"/>
              <a:pPr>
                <a:defRPr/>
              </a:pPr>
              <a:t>26/05/2019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11649180-7B99-4FAF-ABB9-63A9C4379D57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1-  JE SUIS LÀ CAR JÉSUS VIT EN MOI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I'm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alive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 ‘cause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Jesus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 gave me life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/>
            </a:r>
            <a:b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</a:b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2-  IL M'A OUVERT LA VOIE ET MAINTENANT JE VOIS 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He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opened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 up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my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eyes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 I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can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see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clearly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now</a:t>
            </a:r>
            <a:endParaRPr lang="fr-FR" sz="2700" dirty="0" smtClean="0">
              <a:solidFill>
                <a:srgbClr val="FFFFFF"/>
              </a:solidFill>
              <a:latin typeface="Arial Black" pitchFamily="34" charset="0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endParaRPr lang="fr-FR" sz="2700" dirty="0" smtClean="0">
              <a:solidFill>
                <a:srgbClr val="FFFFFF"/>
              </a:solidFill>
              <a:latin typeface="Arial Black" pitchFamily="34" charset="0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3-  OH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OH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 QUE TOUT LE MONDE DANSE OH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OH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OH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 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Oh,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everybody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 dance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now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, oh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endParaRPr lang="fr-FR" sz="2700" dirty="0" smtClean="0">
              <a:solidFill>
                <a:srgbClr val="FFFFFF"/>
              </a:solidFill>
              <a:latin typeface="Arial Black" pitchFamily="34" charset="0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	Refrain: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	4-  TOUT LE MONDE  CRIE DE JOIE POUR JESUS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	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Everybody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,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give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it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 up for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Jesus</a:t>
            </a:r>
            <a:endParaRPr lang="fr-FR" sz="2700" dirty="0" smtClean="0">
              <a:solidFill>
                <a:srgbClr val="FFFFFF"/>
              </a:solidFill>
              <a:latin typeface="Arial Black" pitchFamily="34" charset="0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/>
            </a:r>
            <a:b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</a:b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	 5-  CRIONS GLOIRE  POUR NOUS IL A VAINCU 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	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Give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Him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glory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, for He has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redeemed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 us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
	6-  TOUT LE MONDE CRIE DE JOIE POUR LUI POUR LE LOUER 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	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Everybody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,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give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it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 up for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Jesus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Praise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His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name</a:t>
            </a:r>
            <a:endParaRPr lang="fr-FR" sz="2700" dirty="0" smtClean="0">
              <a:solidFill>
                <a:srgbClr val="FFFFFF"/>
              </a:solidFill>
              <a:latin typeface="Arial Black" pitchFamily="34" charset="0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
	7-  OH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OH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OH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 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endParaRPr lang="fr-FR" sz="2700" dirty="0" smtClean="0">
              <a:solidFill>
                <a:srgbClr val="FFFFFF"/>
              </a:solidFill>
              <a:latin typeface="Arial Black" pitchFamily="34" charset="0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8-  MON DÉSIR TE PROCLAMER SEIGNEUR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My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desire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is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 to lift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you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higher</a:t>
            </a:r>
            <a:endParaRPr lang="fr-FR" sz="2700" dirty="0" smtClean="0">
              <a:solidFill>
                <a:srgbClr val="FFFFFF"/>
              </a:solidFill>
              <a:latin typeface="Arial Black" pitchFamily="34" charset="0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 
9-  BRÛLE SI FORT DANS MON CŒUR DE PASSION JE SUIS REMPLI 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It's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only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burning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brighter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 This passion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inside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 of me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endParaRPr lang="fr-FR" sz="2700" dirty="0" smtClean="0">
              <a:solidFill>
                <a:srgbClr val="FFFFFF"/>
              </a:solidFill>
              <a:latin typeface="Arial Black" pitchFamily="34" charset="0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10-  OH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OH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 QUE TOUT LE MONDE DANSE OH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OH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OH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 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Oh,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everybody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 dance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now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, oh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endParaRPr lang="fr-FR" sz="2700" dirty="0" smtClean="0">
              <a:solidFill>
                <a:srgbClr val="FFFFFF"/>
              </a:solidFill>
              <a:latin typeface="Arial Black" pitchFamily="34" charset="0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	Refrain:   x2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endParaRPr lang="fr-FR" sz="2700" dirty="0" smtClean="0">
              <a:solidFill>
                <a:srgbClr val="FFFFFF"/>
              </a:solidFill>
              <a:latin typeface="Arial Black" pitchFamily="34" charset="0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11-  MA LOUANGE ÉCLATERA JE NE LA RETIENDRAI PAS 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This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praise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is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bursting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 out I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can't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contain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it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now</a:t>
            </a:r>
            <a:endParaRPr lang="fr-FR" sz="2700" dirty="0" smtClean="0">
              <a:solidFill>
                <a:srgbClr val="FFFFFF"/>
              </a:solidFill>
              <a:latin typeface="Arial Black" pitchFamily="34" charset="0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
12-  JE POUSSERAI DES CRIS DE JOIE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JOIE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, JOIE, 1, 2, 3, 4 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This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praise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is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bursting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 out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Out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, out, 1, 2,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let's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 go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endParaRPr lang="fr-FR" sz="2700" dirty="0" smtClean="0">
              <a:solidFill>
                <a:srgbClr val="FFFFFF"/>
              </a:solidFill>
              <a:latin typeface="Arial Black" pitchFamily="34" charset="0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endParaRPr lang="fr-FR" sz="2700" dirty="0" smtClean="0">
              <a:solidFill>
                <a:srgbClr val="FFFFFF"/>
              </a:solidFill>
              <a:latin typeface="Arial Black" pitchFamily="34" charset="0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	Refrain:  x2
</a:t>
            </a:r>
            <a:endParaRPr lang="fr-FR" sz="2700" dirty="0">
              <a:solidFill>
                <a:srgbClr val="FFFFFF"/>
              </a:solidFill>
              <a:latin typeface="Arial Black" pitchFamily="34" charset="0"/>
            </a:endParaRPr>
          </a:p>
        </p:txBody>
      </p:sp>
      <p:sp>
        <p:nvSpPr>
          <p:cNvPr id="1536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LÀ CAR JÉSUS VIT EN MOI</a:t>
            </a:r>
          </a:p>
          <a:p>
            <a:r>
              <a:rPr lang="fr-FR" smtClean="0"/>
              <a:t>I'm alive ‘cause Jesus gave me life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2-  IL M'A OUVERT LA VOIE ET MAINTENANT JE VOIS </a:t>
            </a:r>
          </a:p>
          <a:p>
            <a:r>
              <a:rPr lang="fr-FR" smtClean="0"/>
              <a:t>He opened up my eyes I can see clearly now</a:t>
            </a:r>
          </a:p>
          <a:p>
            <a:endParaRPr lang="fr-FR" smtClean="0"/>
          </a:p>
          <a:p>
            <a:r>
              <a:rPr lang="fr-FR" smtClean="0"/>
              <a:t>3-  OH OH QUE TOUT LE MONDE DANSE OH OH OH </a:t>
            </a:r>
          </a:p>
          <a:p>
            <a:r>
              <a:rPr lang="fr-FR" smtClean="0"/>
              <a:t>Oh, everybody dance now, oh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4-  TOUT LE MONDE  CRIE DE JOIE POUR JESUS</a:t>
            </a:r>
          </a:p>
          <a:p>
            <a:r>
              <a:rPr lang="fr-FR" smtClean="0"/>
              <a:t>	Everybody, give it up for Jesus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 5-  CRIONS GLOIRE  POUR NOUS IL A VAINCU </a:t>
            </a:r>
          </a:p>
          <a:p>
            <a:r>
              <a:rPr lang="fr-FR" smtClean="0"/>
              <a:t>	Give Him glory, for He has redeemed us</a:t>
            </a:r>
          </a:p>
          <a:p>
            <a:r>
              <a:rPr lang="fr-FR" smtClean="0"/>
              <a:t>
	6-  TOUT LE MONDE CRIE DE JOIE POUR LUI POUR LE LOUER </a:t>
            </a:r>
          </a:p>
          <a:p>
            <a:r>
              <a:rPr lang="fr-FR" smtClean="0"/>
              <a:t>	Everybody, give it up for Jesus Praise His name</a:t>
            </a:r>
          </a:p>
          <a:p>
            <a:r>
              <a:rPr lang="fr-FR" smtClean="0"/>
              <a:t>
	7-  OH OH OH </a:t>
            </a:r>
          </a:p>
          <a:p>
            <a:endParaRPr lang="fr-FR" smtClean="0"/>
          </a:p>
          <a:p>
            <a:r>
              <a:rPr lang="fr-FR" smtClean="0"/>
              <a:t>8-  MON DÉSIR TE PROCLAMER SEIGNEUR</a:t>
            </a:r>
          </a:p>
          <a:p>
            <a:r>
              <a:rPr lang="fr-FR" smtClean="0"/>
              <a:t>My desire is to lift you higher</a:t>
            </a:r>
          </a:p>
          <a:p>
            <a:r>
              <a:rPr lang="fr-FR" smtClean="0"/>
              <a:t> 
9-  BRÛLE SI FORT DANS MON CŒUR DE PASSION JE SUIS REMPLI </a:t>
            </a:r>
          </a:p>
          <a:p>
            <a:r>
              <a:rPr lang="fr-FR" smtClean="0"/>
              <a:t>It's only burning brighter This passion inside of me</a:t>
            </a:r>
          </a:p>
          <a:p>
            <a:endParaRPr lang="fr-FR" smtClean="0"/>
          </a:p>
          <a:p>
            <a:r>
              <a:rPr lang="fr-FR" smtClean="0"/>
              <a:t>10-  OH OH QUE TOUT LE MONDE DANSE OH OH OH </a:t>
            </a:r>
          </a:p>
          <a:p>
            <a:r>
              <a:rPr lang="fr-FR" smtClean="0"/>
              <a:t>Oh, everybody dance now, oh</a:t>
            </a:r>
          </a:p>
          <a:p>
            <a:endParaRPr lang="fr-FR" smtClean="0"/>
          </a:p>
          <a:p>
            <a:r>
              <a:rPr lang="fr-FR" smtClean="0"/>
              <a:t>	Refrain:   x2</a:t>
            </a:r>
          </a:p>
          <a:p>
            <a:endParaRPr lang="fr-FR" smtClean="0"/>
          </a:p>
          <a:p>
            <a:r>
              <a:rPr lang="fr-FR" smtClean="0"/>
              <a:t>11-  MA LOUANGE ÉCLATERA JE NE LA RETIENDRAI PAS </a:t>
            </a:r>
          </a:p>
          <a:p>
            <a:r>
              <a:rPr lang="fr-FR" smtClean="0"/>
              <a:t>This praise is bursting out I can't contain it now</a:t>
            </a:r>
          </a:p>
          <a:p>
            <a:r>
              <a:rPr lang="fr-FR" smtClean="0"/>
              <a:t>
12-  JE POUSSERAI DES CRIS DE JOIE JOIE, JOIE, 1, 2, 3, 4 </a:t>
            </a:r>
          </a:p>
          <a:p>
            <a:r>
              <a:rPr lang="fr-FR" smtClean="0"/>
              <a:t>This praise is bursting out Out, out, 1, 2, let's go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Refrain:  x2
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1-  JE SUIS LÀ CAR JÉSUS VIT EN MOI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I'm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alive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 ‘cause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Jesus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 gave me life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/>
            </a:r>
            <a:b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</a:b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2-  IL M'A OUVERT LA VOIE ET MAINTENANT JE VOIS 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He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opened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 up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my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eyes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 I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can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see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clearly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now</a:t>
            </a:r>
            <a:endParaRPr lang="fr-FR" sz="2700" dirty="0" smtClean="0">
              <a:solidFill>
                <a:srgbClr val="FFFFFF"/>
              </a:solidFill>
              <a:latin typeface="Arial Black" pitchFamily="34" charset="0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endParaRPr lang="fr-FR" sz="2700" dirty="0" smtClean="0">
              <a:solidFill>
                <a:srgbClr val="FFFFFF"/>
              </a:solidFill>
              <a:latin typeface="Arial Black" pitchFamily="34" charset="0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3-  OH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OH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 QUE TOUT LE MONDE DANSE OH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OH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OH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 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Oh,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everybody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 dance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now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, oh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endParaRPr lang="fr-FR" sz="2700" dirty="0" smtClean="0">
              <a:solidFill>
                <a:srgbClr val="FFFFFF"/>
              </a:solidFill>
              <a:latin typeface="Arial Black" pitchFamily="34" charset="0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	Refrain: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	4-  TOUT LE MONDE  CRIE DE JOIE POUR JESUS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	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Everybody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,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give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it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 up for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Jesus</a:t>
            </a:r>
            <a:endParaRPr lang="fr-FR" sz="2700" dirty="0" smtClean="0">
              <a:solidFill>
                <a:srgbClr val="FFFFFF"/>
              </a:solidFill>
              <a:latin typeface="Arial Black" pitchFamily="34" charset="0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/>
            </a:r>
            <a:b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</a:b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	 5-  CRIONS GLOIRE  POUR NOUS IL A VAINCU 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	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Give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Him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glory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, for He has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redeemed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 us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
	6-  TOUT LE MONDE CRIE DE JOIE POUR LUI POUR LE LOUER 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	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Everybody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,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give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it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 up for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Jesus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Praise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His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name</a:t>
            </a:r>
            <a:endParaRPr lang="fr-FR" sz="2700" dirty="0" smtClean="0">
              <a:solidFill>
                <a:srgbClr val="FFFFFF"/>
              </a:solidFill>
              <a:latin typeface="Arial Black" pitchFamily="34" charset="0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
	7-  OH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OH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OH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 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endParaRPr lang="fr-FR" sz="2700" dirty="0" smtClean="0">
              <a:solidFill>
                <a:srgbClr val="FFFFFF"/>
              </a:solidFill>
              <a:latin typeface="Arial Black" pitchFamily="34" charset="0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8-  MON DÉSIR TE PROCLAMER SEIGNEUR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My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desire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is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 to lift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you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higher</a:t>
            </a:r>
            <a:endParaRPr lang="fr-FR" sz="2700" dirty="0" smtClean="0">
              <a:solidFill>
                <a:srgbClr val="FFFFFF"/>
              </a:solidFill>
              <a:latin typeface="Arial Black" pitchFamily="34" charset="0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 
9-  BRÛLE SI FORT DANS MON CŒUR DE PASSION JE SUIS REMPLI 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It's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only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burning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brighter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 This passion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inside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 of me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endParaRPr lang="fr-FR" sz="2700" dirty="0" smtClean="0">
              <a:solidFill>
                <a:srgbClr val="FFFFFF"/>
              </a:solidFill>
              <a:latin typeface="Arial Black" pitchFamily="34" charset="0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10-  OH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OH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 QUE TOUT LE MONDE DANSE OH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OH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OH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 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Oh,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everybody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 dance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now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, oh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endParaRPr lang="fr-FR" sz="2700" dirty="0" smtClean="0">
              <a:solidFill>
                <a:srgbClr val="FFFFFF"/>
              </a:solidFill>
              <a:latin typeface="Arial Black" pitchFamily="34" charset="0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	Refrain:   x2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endParaRPr lang="fr-FR" sz="2700" dirty="0" smtClean="0">
              <a:solidFill>
                <a:srgbClr val="FFFFFF"/>
              </a:solidFill>
              <a:latin typeface="Arial Black" pitchFamily="34" charset="0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11-  MA LOUANGE ÉCLATERA JE NE LA RETIENDRAI PAS 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This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praise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is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bursting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 out I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can't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contain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it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now</a:t>
            </a:r>
            <a:endParaRPr lang="fr-FR" sz="2700" dirty="0" smtClean="0">
              <a:solidFill>
                <a:srgbClr val="FFFFFF"/>
              </a:solidFill>
              <a:latin typeface="Arial Black" pitchFamily="34" charset="0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
12-  JE POUSSERAI DES CRIS DE JOIE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JOIE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, JOIE, 1, 2, 3, 4 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This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praise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is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bursting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 out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Out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, out, 1, 2,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let's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 go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endParaRPr lang="fr-FR" sz="2700" dirty="0" smtClean="0">
              <a:solidFill>
                <a:srgbClr val="FFFFFF"/>
              </a:solidFill>
              <a:latin typeface="Arial Black" pitchFamily="34" charset="0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endParaRPr lang="fr-FR" sz="2700" dirty="0" smtClean="0">
              <a:solidFill>
                <a:srgbClr val="FFFFFF"/>
              </a:solidFill>
              <a:latin typeface="Arial Black" pitchFamily="34" charset="0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	Refrain</a:t>
            </a:r>
            <a: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  <a:t>:   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x2
</a:t>
            </a:r>
            <a:endParaRPr lang="fr-FR" sz="2700" dirty="0">
              <a:solidFill>
                <a:srgbClr val="FFFFFF"/>
              </a:solidFill>
              <a:latin typeface="Arial Black" pitchFamily="34" charset="0"/>
            </a:endParaRPr>
          </a:p>
        </p:txBody>
      </p:sp>
      <p:sp>
        <p:nvSpPr>
          <p:cNvPr id="1638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LÀ CAR JÉSUS VIT EN MOI</a:t>
            </a:r>
          </a:p>
          <a:p>
            <a:r>
              <a:rPr lang="fr-FR" smtClean="0"/>
              <a:t>I'm alive ‘cause Jesus gave me life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2-  IL M'A OUVERT LA VOIE ET MAINTENANT JE VOIS </a:t>
            </a:r>
          </a:p>
          <a:p>
            <a:r>
              <a:rPr lang="fr-FR" smtClean="0"/>
              <a:t>He opened up my eyes I can see clearly now</a:t>
            </a:r>
          </a:p>
          <a:p>
            <a:endParaRPr lang="fr-FR" smtClean="0"/>
          </a:p>
          <a:p>
            <a:r>
              <a:rPr lang="fr-FR" smtClean="0"/>
              <a:t>3-  OH OH QUE TOUT LE MONDE DANSE OH OH OH </a:t>
            </a:r>
          </a:p>
          <a:p>
            <a:r>
              <a:rPr lang="fr-FR" smtClean="0"/>
              <a:t>Oh, everybody dance now, oh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4-  TOUT LE MONDE  CRIE DE JOIE POUR JESUS</a:t>
            </a:r>
          </a:p>
          <a:p>
            <a:r>
              <a:rPr lang="fr-FR" smtClean="0"/>
              <a:t>	Everybody, give it up for Jesus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 5-  CRIONS GLOIRE  POUR NOUS IL A VAINCU </a:t>
            </a:r>
          </a:p>
          <a:p>
            <a:r>
              <a:rPr lang="fr-FR" smtClean="0"/>
              <a:t>	Give Him glory, for He has redeemed us</a:t>
            </a:r>
          </a:p>
          <a:p>
            <a:r>
              <a:rPr lang="fr-FR" smtClean="0"/>
              <a:t>
	6-  TOUT LE MONDE CRIE DE JOIE POUR LUI POUR LE LOUER </a:t>
            </a:r>
          </a:p>
          <a:p>
            <a:r>
              <a:rPr lang="fr-FR" smtClean="0"/>
              <a:t>	Everybody, give it up for Jesus Praise His name</a:t>
            </a:r>
          </a:p>
          <a:p>
            <a:r>
              <a:rPr lang="fr-FR" smtClean="0"/>
              <a:t>
	7-  OH OH OH </a:t>
            </a:r>
          </a:p>
          <a:p>
            <a:endParaRPr lang="fr-FR" smtClean="0"/>
          </a:p>
          <a:p>
            <a:r>
              <a:rPr lang="fr-FR" smtClean="0"/>
              <a:t>8-  MON DÉSIR TE PROCLAMER SEIGNEUR</a:t>
            </a:r>
          </a:p>
          <a:p>
            <a:r>
              <a:rPr lang="fr-FR" smtClean="0"/>
              <a:t>My desire is to lift you higher</a:t>
            </a:r>
          </a:p>
          <a:p>
            <a:r>
              <a:rPr lang="fr-FR" smtClean="0"/>
              <a:t> 
9-  BRÛLE SI FORT DANS MON CŒUR DE PASSION JE SUIS REMPLI </a:t>
            </a:r>
          </a:p>
          <a:p>
            <a:r>
              <a:rPr lang="fr-FR" smtClean="0"/>
              <a:t>It's only burning brighter This passion inside of me</a:t>
            </a:r>
          </a:p>
          <a:p>
            <a:endParaRPr lang="fr-FR" smtClean="0"/>
          </a:p>
          <a:p>
            <a:r>
              <a:rPr lang="fr-FR" smtClean="0"/>
              <a:t>10-  OH OH QUE TOUT LE MONDE DANSE OH OH OH </a:t>
            </a:r>
          </a:p>
          <a:p>
            <a:r>
              <a:rPr lang="fr-FR" smtClean="0"/>
              <a:t>Oh, everybody dance now, oh</a:t>
            </a:r>
          </a:p>
          <a:p>
            <a:endParaRPr lang="fr-FR" smtClean="0"/>
          </a:p>
          <a:p>
            <a:r>
              <a:rPr lang="fr-FR" smtClean="0"/>
              <a:t>	Refrain:   x2</a:t>
            </a:r>
          </a:p>
          <a:p>
            <a:endParaRPr lang="fr-FR" smtClean="0"/>
          </a:p>
          <a:p>
            <a:r>
              <a:rPr lang="fr-FR" smtClean="0"/>
              <a:t>11-  MA LOUANGE ÉCLATERA JE NE LA RETIENDRAI PAS </a:t>
            </a:r>
          </a:p>
          <a:p>
            <a:r>
              <a:rPr lang="fr-FR" smtClean="0"/>
              <a:t>This praise is bursting out I can't contain it now</a:t>
            </a:r>
          </a:p>
          <a:p>
            <a:r>
              <a:rPr lang="fr-FR" smtClean="0"/>
              <a:t>
12-  JE POUSSERAI DES CRIS DE JOIE JOIE, JOIE, 1, 2, 3, 4 </a:t>
            </a:r>
          </a:p>
          <a:p>
            <a:r>
              <a:rPr lang="fr-FR" smtClean="0"/>
              <a:t>This praise is bursting out Out, out, 1, 2, let's go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Refrain:  x2
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  <a:t>1-  JE SUIS LÀ CAR JÉSUS VIT EN MOI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  <a:t>I'm alive ‘cause Jesus gave me life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  <a:t/>
            </a:r>
            <a:b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</a:br>
            <a: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  <a:t>2-  IL M'A OUVERT LA VOIE ET MAINTENANT JE VOIS 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  <a:t>He opened up my eyes I can see clearly now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endParaRPr lang="fr-FR" sz="2700" smtClean="0">
              <a:solidFill>
                <a:srgbClr val="FFFFFF"/>
              </a:solidFill>
              <a:latin typeface="Arial Black" pitchFamily="34" charset="0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  <a:t>3-  OH OH QUE TOUT LE MONDE DANSE OH OH OH 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  <a:t>Oh, everybody dance now, oh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endParaRPr lang="fr-FR" sz="2700" smtClean="0">
              <a:solidFill>
                <a:srgbClr val="FFFFFF"/>
              </a:solidFill>
              <a:latin typeface="Arial Black" pitchFamily="34" charset="0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  <a:t>	Refrain: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  <a:t>	4-  TOUT LE MONDE  CRIE DE JOIE POUR JESUS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  <a:t>	Everybody, give it up for Jesus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  <a:t/>
            </a:r>
            <a:b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</a:br>
            <a: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  <a:t>	 5-  CRIONS GLOIRE  POUR NOUS IL A VAINCU 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  <a:t>	Give Him glory, for He has redeemed us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  <a:t>
	6-  TOUT LE MONDE CRIE DE JOIE POUR LUI POUR LE LOUER 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  <a:t>	Everybody, give it up for Jesus Praise His name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  <a:t>
	7-  OH OH OH 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endParaRPr lang="fr-FR" sz="2700" smtClean="0">
              <a:solidFill>
                <a:srgbClr val="FFFFFF"/>
              </a:solidFill>
              <a:latin typeface="Arial Black" pitchFamily="34" charset="0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  <a:t>8-  MON DÉSIR TE PROCLAMER SEIGNEUR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  <a:t>My desire is to lift you higher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  <a:t> 
9-  BRÛLE SI FORT DANS MON CŒUR DE PASSION JE SUIS REMPLI 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  <a:t>It's only burning brighter This passion inside of me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endParaRPr lang="fr-FR" sz="2700" smtClean="0">
              <a:solidFill>
                <a:srgbClr val="FFFFFF"/>
              </a:solidFill>
              <a:latin typeface="Arial Black" pitchFamily="34" charset="0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  <a:t>10-  OH OH QUE TOUT LE MONDE DANSE OH OH OH 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  <a:t>Oh, everybody dance now, oh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endParaRPr lang="fr-FR" sz="2700" smtClean="0">
              <a:solidFill>
                <a:srgbClr val="FFFFFF"/>
              </a:solidFill>
              <a:latin typeface="Arial Black" pitchFamily="34" charset="0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  <a:t>	Refrain:   x2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endParaRPr lang="fr-FR" sz="2700" smtClean="0">
              <a:solidFill>
                <a:srgbClr val="FFFFFF"/>
              </a:solidFill>
              <a:latin typeface="Arial Black" pitchFamily="34" charset="0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  <a:t>11-  MA LOUANGE ÉCLATERA JE NE LA RETIENDRAI PAS 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  <a:t>This praise is bursting out I can't contain it now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  <a:t>
12-  JE POUSSERAI DES CRIS DE JOIE JOIE, JOIE, 1, 2, 3, 4 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  <a:t>This praise is bursting out Out, out, 1, 2, let's go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endParaRPr lang="fr-FR" sz="2700" smtClean="0">
              <a:solidFill>
                <a:srgbClr val="FFFFFF"/>
              </a:solidFill>
              <a:latin typeface="Arial Black" pitchFamily="34" charset="0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endParaRPr lang="fr-FR" sz="2700" smtClean="0">
              <a:solidFill>
                <a:srgbClr val="FFFFFF"/>
              </a:solidFill>
              <a:latin typeface="Arial Black" pitchFamily="34" charset="0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  <a:t>	Refrain:  x2
</a:t>
            </a:r>
            <a:endParaRPr lang="fr-FR" sz="2700" dirty="0">
              <a:solidFill>
                <a:srgbClr val="FFFFFF"/>
              </a:solidFill>
              <a:latin typeface="Arial Black" pitchFamily="34" charset="0"/>
            </a:endParaRPr>
          </a:p>
        </p:txBody>
      </p:sp>
      <p:sp>
        <p:nvSpPr>
          <p:cNvPr id="1741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LÀ CAR JÉSUS VIT EN MOI</a:t>
            </a:r>
          </a:p>
          <a:p>
            <a:r>
              <a:rPr lang="fr-FR" smtClean="0"/>
              <a:t>I'm alive ‘cause Jesus gave me life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2-  IL M'A OUVERT LA VOIE ET MAINTENANT JE VOIS </a:t>
            </a:r>
          </a:p>
          <a:p>
            <a:r>
              <a:rPr lang="fr-FR" smtClean="0"/>
              <a:t>He opened up my eyes I can see clearly now</a:t>
            </a:r>
          </a:p>
          <a:p>
            <a:endParaRPr lang="fr-FR" smtClean="0"/>
          </a:p>
          <a:p>
            <a:r>
              <a:rPr lang="fr-FR" smtClean="0"/>
              <a:t>3-  OH OH QUE TOUT LE MONDE DANSE OH OH OH </a:t>
            </a:r>
          </a:p>
          <a:p>
            <a:r>
              <a:rPr lang="fr-FR" smtClean="0"/>
              <a:t>Oh, everybody dance now, oh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4-  TOUT LE MONDE  CRIE DE JOIE POUR JESUS</a:t>
            </a:r>
          </a:p>
          <a:p>
            <a:r>
              <a:rPr lang="fr-FR" smtClean="0"/>
              <a:t>	Everybody, give it up for Jesus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 5-  CRIONS GLOIRE  POUR NOUS IL A VAINCU </a:t>
            </a:r>
          </a:p>
          <a:p>
            <a:r>
              <a:rPr lang="fr-FR" smtClean="0"/>
              <a:t>	Give Him glory, for He has redeemed us</a:t>
            </a:r>
          </a:p>
          <a:p>
            <a:r>
              <a:rPr lang="fr-FR" smtClean="0"/>
              <a:t>
	6-  TOUT LE MONDE CRIE DE JOIE POUR LUI POUR LE LOUER </a:t>
            </a:r>
          </a:p>
          <a:p>
            <a:r>
              <a:rPr lang="fr-FR" smtClean="0"/>
              <a:t>	Everybody, give it up for Jesus Praise His name</a:t>
            </a:r>
          </a:p>
          <a:p>
            <a:r>
              <a:rPr lang="fr-FR" smtClean="0"/>
              <a:t>
	7-  OH OH OH </a:t>
            </a:r>
          </a:p>
          <a:p>
            <a:endParaRPr lang="fr-FR" smtClean="0"/>
          </a:p>
          <a:p>
            <a:r>
              <a:rPr lang="fr-FR" smtClean="0"/>
              <a:t>8-  MON DÉSIR TE PROCLAMER SEIGNEUR</a:t>
            </a:r>
          </a:p>
          <a:p>
            <a:r>
              <a:rPr lang="fr-FR" smtClean="0"/>
              <a:t>My desire is to lift you higher</a:t>
            </a:r>
          </a:p>
          <a:p>
            <a:r>
              <a:rPr lang="fr-FR" smtClean="0"/>
              <a:t> 
9-  BRÛLE SI FORT DANS MON CŒUR DE PASSION JE SUIS REMPLI </a:t>
            </a:r>
          </a:p>
          <a:p>
            <a:r>
              <a:rPr lang="fr-FR" smtClean="0"/>
              <a:t>It's only burning brighter This passion inside of me</a:t>
            </a:r>
          </a:p>
          <a:p>
            <a:endParaRPr lang="fr-FR" smtClean="0"/>
          </a:p>
          <a:p>
            <a:r>
              <a:rPr lang="fr-FR" smtClean="0"/>
              <a:t>10-  OH OH QUE TOUT LE MONDE DANSE OH OH OH </a:t>
            </a:r>
          </a:p>
          <a:p>
            <a:r>
              <a:rPr lang="fr-FR" smtClean="0"/>
              <a:t>Oh, everybody dance now, oh</a:t>
            </a:r>
          </a:p>
          <a:p>
            <a:endParaRPr lang="fr-FR" smtClean="0"/>
          </a:p>
          <a:p>
            <a:r>
              <a:rPr lang="fr-FR" smtClean="0"/>
              <a:t>	Refrain:   x2</a:t>
            </a:r>
          </a:p>
          <a:p>
            <a:endParaRPr lang="fr-FR" smtClean="0"/>
          </a:p>
          <a:p>
            <a:r>
              <a:rPr lang="fr-FR" smtClean="0"/>
              <a:t>11-  MA LOUANGE ÉCLATERA JE NE LA RETIENDRAI PAS </a:t>
            </a:r>
          </a:p>
          <a:p>
            <a:r>
              <a:rPr lang="fr-FR" smtClean="0"/>
              <a:t>This praise is bursting out I can't contain it now</a:t>
            </a:r>
          </a:p>
          <a:p>
            <a:r>
              <a:rPr lang="fr-FR" smtClean="0"/>
              <a:t>
12-  JE POUSSERAI DES CRIS DE JOIE JOIE, JOIE, 1, 2, 3, 4 </a:t>
            </a:r>
          </a:p>
          <a:p>
            <a:r>
              <a:rPr lang="fr-FR" smtClean="0"/>
              <a:t>This praise is bursting out Out, out, 1, 2, let's go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Refrain:  x2
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  <a:t>1-  JE SUIS LÀ CAR JÉSUS VIT EN MOI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  <a:t>I'm alive ‘cause Jesus gave me life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  <a:t/>
            </a:r>
            <a:b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</a:br>
            <a: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  <a:t>2-  IL M'A OUVERT LA VOIE ET MAINTENANT JE VOIS 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  <a:t>He opened up my eyes I can see clearly now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endParaRPr lang="fr-FR" sz="2700" smtClean="0">
              <a:solidFill>
                <a:srgbClr val="FFFFFF"/>
              </a:solidFill>
              <a:latin typeface="Arial Black" pitchFamily="34" charset="0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  <a:t>3-  OH OH QUE TOUT LE MONDE DANSE OH OH OH 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  <a:t>Oh, everybody dance now, oh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endParaRPr lang="fr-FR" sz="2700" smtClean="0">
              <a:solidFill>
                <a:srgbClr val="FFFFFF"/>
              </a:solidFill>
              <a:latin typeface="Arial Black" pitchFamily="34" charset="0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  <a:t>	Refrain: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  <a:t>	4-  TOUT LE MONDE  CRIE DE JOIE POUR JESUS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  <a:t>	Everybody, give it up for Jesus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  <a:t/>
            </a:r>
            <a:b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</a:br>
            <a: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  <a:t>	 5-  CRIONS GLOIRE  POUR NOUS IL A VAINCU 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  <a:t>	Give Him glory, for He has redeemed us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  <a:t>
	6-  TOUT LE MONDE CRIE DE JOIE POUR LUI POUR LE LOUER 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  <a:t>	Everybody, give it up for Jesus Praise His name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  <a:t>
	7-  OH OH OH 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endParaRPr lang="fr-FR" sz="2700" smtClean="0">
              <a:solidFill>
                <a:srgbClr val="FFFFFF"/>
              </a:solidFill>
              <a:latin typeface="Arial Black" pitchFamily="34" charset="0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  <a:t>8-  MON DÉSIR TE PROCLAMER SEIGNEUR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  <a:t>My desire is to lift you higher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  <a:t> 
9-  BRÛLE SI FORT DANS MON CŒUR DE PASSION JE SUIS REMPLI 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  <a:t>It's only burning brighter This passion inside of me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endParaRPr lang="fr-FR" sz="2700" smtClean="0">
              <a:solidFill>
                <a:srgbClr val="FFFFFF"/>
              </a:solidFill>
              <a:latin typeface="Arial Black" pitchFamily="34" charset="0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  <a:t>10-  OH OH QUE TOUT LE MONDE DANSE OH OH OH 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  <a:t>Oh, everybody dance now, oh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endParaRPr lang="fr-FR" sz="2700" smtClean="0">
              <a:solidFill>
                <a:srgbClr val="FFFFFF"/>
              </a:solidFill>
              <a:latin typeface="Arial Black" pitchFamily="34" charset="0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  <a:t>	Refrain:   x2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endParaRPr lang="fr-FR" sz="2700" smtClean="0">
              <a:solidFill>
                <a:srgbClr val="FFFFFF"/>
              </a:solidFill>
              <a:latin typeface="Arial Black" pitchFamily="34" charset="0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  <a:t>11-  MA LOUANGE ÉCLATERA JE NE LA RETIENDRAI PAS 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  <a:t>This praise is bursting out I can't contain it now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  <a:t>
12-  JE POUSSERAI DES CRIS DE JOIE JOIE, JOIE, 1, 2, 3, 4 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  <a:t>This praise is bursting out Out, out, 1, 2, let's go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endParaRPr lang="fr-FR" sz="2700" smtClean="0">
              <a:solidFill>
                <a:srgbClr val="FFFFFF"/>
              </a:solidFill>
              <a:latin typeface="Arial Black" pitchFamily="34" charset="0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endParaRPr lang="fr-FR" sz="2700" smtClean="0">
              <a:solidFill>
                <a:srgbClr val="FFFFFF"/>
              </a:solidFill>
              <a:latin typeface="Arial Black" pitchFamily="34" charset="0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  <a:t>	Refrain:  x2
</a:t>
            </a:r>
            <a:endParaRPr lang="fr-FR" sz="2700" dirty="0">
              <a:solidFill>
                <a:srgbClr val="FFFFFF"/>
              </a:solidFill>
              <a:latin typeface="Arial Black" pitchFamily="34" charset="0"/>
            </a:endParaRPr>
          </a:p>
        </p:txBody>
      </p:sp>
      <p:sp>
        <p:nvSpPr>
          <p:cNvPr id="184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LÀ CAR JÉSUS VIT EN MOI</a:t>
            </a:r>
          </a:p>
          <a:p>
            <a:r>
              <a:rPr lang="fr-FR" smtClean="0"/>
              <a:t>I'm alive ‘cause Jesus gave me life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2-  IL M'A OUVERT LA VOIE ET MAINTENANT JE VOIS </a:t>
            </a:r>
          </a:p>
          <a:p>
            <a:r>
              <a:rPr lang="fr-FR" smtClean="0"/>
              <a:t>He opened up my eyes I can see clearly now</a:t>
            </a:r>
          </a:p>
          <a:p>
            <a:endParaRPr lang="fr-FR" smtClean="0"/>
          </a:p>
          <a:p>
            <a:r>
              <a:rPr lang="fr-FR" smtClean="0"/>
              <a:t>3-  OH OH QUE TOUT LE MONDE DANSE OH OH OH </a:t>
            </a:r>
          </a:p>
          <a:p>
            <a:r>
              <a:rPr lang="fr-FR" smtClean="0"/>
              <a:t>Oh, everybody dance now, oh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4-  TOUT LE MONDE  CRIE DE JOIE POUR JESUS</a:t>
            </a:r>
          </a:p>
          <a:p>
            <a:r>
              <a:rPr lang="fr-FR" smtClean="0"/>
              <a:t>	Everybody, give it up for Jesus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 5-  CRIONS GLOIRE  POUR NOUS IL A VAINCU </a:t>
            </a:r>
          </a:p>
          <a:p>
            <a:r>
              <a:rPr lang="fr-FR" smtClean="0"/>
              <a:t>	Give Him glory, for He has redeemed us</a:t>
            </a:r>
          </a:p>
          <a:p>
            <a:r>
              <a:rPr lang="fr-FR" smtClean="0"/>
              <a:t>
	6-  TOUT LE MONDE CRIE DE JOIE POUR LUI POUR LE LOUER </a:t>
            </a:r>
          </a:p>
          <a:p>
            <a:r>
              <a:rPr lang="fr-FR" smtClean="0"/>
              <a:t>	Everybody, give it up for Jesus Praise His name</a:t>
            </a:r>
          </a:p>
          <a:p>
            <a:r>
              <a:rPr lang="fr-FR" smtClean="0"/>
              <a:t>
	7-  OH OH OH </a:t>
            </a:r>
          </a:p>
          <a:p>
            <a:endParaRPr lang="fr-FR" smtClean="0"/>
          </a:p>
          <a:p>
            <a:r>
              <a:rPr lang="fr-FR" smtClean="0"/>
              <a:t>8-  MON DÉSIR TE PROCLAMER SEIGNEUR</a:t>
            </a:r>
          </a:p>
          <a:p>
            <a:r>
              <a:rPr lang="fr-FR" smtClean="0"/>
              <a:t>My desire is to lift you higher</a:t>
            </a:r>
          </a:p>
          <a:p>
            <a:r>
              <a:rPr lang="fr-FR" smtClean="0"/>
              <a:t> 
9-  BRÛLE SI FORT DANS MON CŒUR DE PASSION JE SUIS REMPLI </a:t>
            </a:r>
          </a:p>
          <a:p>
            <a:r>
              <a:rPr lang="fr-FR" smtClean="0"/>
              <a:t>It's only burning brighter This passion inside of me</a:t>
            </a:r>
          </a:p>
          <a:p>
            <a:endParaRPr lang="fr-FR" smtClean="0"/>
          </a:p>
          <a:p>
            <a:r>
              <a:rPr lang="fr-FR" smtClean="0"/>
              <a:t>10-  OH OH QUE TOUT LE MONDE DANSE OH OH OH </a:t>
            </a:r>
          </a:p>
          <a:p>
            <a:r>
              <a:rPr lang="fr-FR" smtClean="0"/>
              <a:t>Oh, everybody dance now, oh</a:t>
            </a:r>
          </a:p>
          <a:p>
            <a:endParaRPr lang="fr-FR" smtClean="0"/>
          </a:p>
          <a:p>
            <a:r>
              <a:rPr lang="fr-FR" smtClean="0"/>
              <a:t>	Refrain:   x2</a:t>
            </a:r>
          </a:p>
          <a:p>
            <a:endParaRPr lang="fr-FR" smtClean="0"/>
          </a:p>
          <a:p>
            <a:r>
              <a:rPr lang="fr-FR" smtClean="0"/>
              <a:t>11-  MA LOUANGE ÉCLATERA JE NE LA RETIENDRAI PAS </a:t>
            </a:r>
          </a:p>
          <a:p>
            <a:r>
              <a:rPr lang="fr-FR" smtClean="0"/>
              <a:t>This praise is bursting out I can't contain it now</a:t>
            </a:r>
          </a:p>
          <a:p>
            <a:r>
              <a:rPr lang="fr-FR" smtClean="0"/>
              <a:t>
12-  JE POUSSERAI DES CRIS DE JOIE JOIE, JOIE, 1, 2, 3, 4 </a:t>
            </a:r>
          </a:p>
          <a:p>
            <a:r>
              <a:rPr lang="fr-FR" smtClean="0"/>
              <a:t>This praise is bursting out Out, out, 1, 2, let's go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Refrain:  x2
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1-  JE SUIS LÀ CAR JÉSUS VIT EN MOI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I'm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alive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 ‘cause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Jesus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 gave me life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/>
            </a:r>
            <a:b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</a:b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2-  IL M'A OUVERT LA VOIE ET MAINTENANT JE VOIS 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He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opened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 up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my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eyes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 I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can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see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clearly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now</a:t>
            </a:r>
            <a:endParaRPr lang="fr-FR" sz="2700" dirty="0" smtClean="0">
              <a:solidFill>
                <a:srgbClr val="FFFFFF"/>
              </a:solidFill>
              <a:latin typeface="Arial Black" pitchFamily="34" charset="0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endParaRPr lang="fr-FR" sz="2700" dirty="0" smtClean="0">
              <a:solidFill>
                <a:srgbClr val="FFFFFF"/>
              </a:solidFill>
              <a:latin typeface="Arial Black" pitchFamily="34" charset="0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3-  OH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OH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 QUE TOUT LE MONDE DANSE OH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OH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OH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 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Oh,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everybody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 dance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now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, oh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endParaRPr lang="fr-FR" sz="2700" dirty="0" smtClean="0">
              <a:solidFill>
                <a:srgbClr val="FFFFFF"/>
              </a:solidFill>
              <a:latin typeface="Arial Black" pitchFamily="34" charset="0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	Refrain: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	4-  TOUT LE MONDE  CRIE DE JOIE POUR JESUS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	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Everybody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,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give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it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 up for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Jesus</a:t>
            </a:r>
            <a:endParaRPr lang="fr-FR" sz="2700" dirty="0" smtClean="0">
              <a:solidFill>
                <a:srgbClr val="FFFFFF"/>
              </a:solidFill>
              <a:latin typeface="Arial Black" pitchFamily="34" charset="0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/>
            </a:r>
            <a:b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</a:b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	 5-  CRIONS GLOIRE  POUR NOUS IL A VAINCU 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	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Give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Him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glory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, for He has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redeemed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 us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
	6-  TOUT LE MONDE CRIE DE JOIE POUR LUI POUR LE LOUER 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	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Everybody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,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give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it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 up for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Jesus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Praise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His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name</a:t>
            </a:r>
            <a:endParaRPr lang="fr-FR" sz="2700" dirty="0" smtClean="0">
              <a:solidFill>
                <a:srgbClr val="FFFFFF"/>
              </a:solidFill>
              <a:latin typeface="Arial Black" pitchFamily="34" charset="0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
	7-  OH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OH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OH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 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endParaRPr lang="fr-FR" sz="2700" dirty="0" smtClean="0">
              <a:solidFill>
                <a:srgbClr val="FFFFFF"/>
              </a:solidFill>
              <a:latin typeface="Arial Black" pitchFamily="34" charset="0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8-  MON DÉSIR TE PROCLAMER SEIGNEUR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My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desire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is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 to lift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you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higher</a:t>
            </a:r>
            <a:endParaRPr lang="fr-FR" sz="2700" dirty="0" smtClean="0">
              <a:solidFill>
                <a:srgbClr val="FFFFFF"/>
              </a:solidFill>
              <a:latin typeface="Arial Black" pitchFamily="34" charset="0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 
9-  BRÛLE SI FORT DANS MON CŒUR DE PASSION JE SUIS REMPLI 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It's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only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burning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brighter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 This passion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inside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 of me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endParaRPr lang="fr-FR" sz="2700" dirty="0" smtClean="0">
              <a:solidFill>
                <a:srgbClr val="FFFFFF"/>
              </a:solidFill>
              <a:latin typeface="Arial Black" pitchFamily="34" charset="0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10-  OH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OH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 QUE TOUT LE MONDE DANSE OH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OH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OH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 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Oh,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everybody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 dance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now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, oh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endParaRPr lang="fr-FR" sz="2700" dirty="0" smtClean="0">
              <a:solidFill>
                <a:srgbClr val="FFFFFF"/>
              </a:solidFill>
              <a:latin typeface="Arial Black" pitchFamily="34" charset="0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	Refrain:   x2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endParaRPr lang="fr-FR" sz="2700" dirty="0" smtClean="0">
              <a:solidFill>
                <a:srgbClr val="FFFFFF"/>
              </a:solidFill>
              <a:latin typeface="Arial Black" pitchFamily="34" charset="0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11-  MA LOUANGE ÉCLATERA JE NE LA RETIENDRAI PAS 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This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praise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is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bursting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 out I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can't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contain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it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now</a:t>
            </a:r>
            <a:endParaRPr lang="fr-FR" sz="2700" dirty="0" smtClean="0">
              <a:solidFill>
                <a:srgbClr val="FFFFFF"/>
              </a:solidFill>
              <a:latin typeface="Arial Black" pitchFamily="34" charset="0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
12-  JE POUSSERAI DES CRIS DE JOIE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JOIE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, JOIE, 1, 2, 3, 4 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This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praise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is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bursting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 out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Out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, out, 1, 2,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let's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 go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endParaRPr lang="fr-FR" sz="2700" dirty="0" smtClean="0">
              <a:solidFill>
                <a:srgbClr val="FFFFFF"/>
              </a:solidFill>
              <a:latin typeface="Arial Black" pitchFamily="34" charset="0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endParaRPr lang="fr-FR" sz="2700" dirty="0" smtClean="0">
              <a:solidFill>
                <a:srgbClr val="FFFFFF"/>
              </a:solidFill>
              <a:latin typeface="Arial Black" pitchFamily="34" charset="0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	Refrain:  x2
</a:t>
            </a:r>
            <a:endParaRPr lang="fr-FR" sz="2700" dirty="0">
              <a:solidFill>
                <a:srgbClr val="FFFFFF"/>
              </a:solidFill>
              <a:latin typeface="Arial Black" pitchFamily="34" charset="0"/>
            </a:endParaRPr>
          </a:p>
        </p:txBody>
      </p:sp>
      <p:sp>
        <p:nvSpPr>
          <p:cNvPr id="194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LÀ CAR JÉSUS VIT EN MOI</a:t>
            </a:r>
          </a:p>
          <a:p>
            <a:r>
              <a:rPr lang="fr-FR" smtClean="0"/>
              <a:t>I'm alive ‘cause Jesus gave me life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2-  IL M'A OUVERT LA VOIE ET MAINTENANT JE VOIS </a:t>
            </a:r>
          </a:p>
          <a:p>
            <a:r>
              <a:rPr lang="fr-FR" smtClean="0"/>
              <a:t>He opened up my eyes I can see clearly now</a:t>
            </a:r>
          </a:p>
          <a:p>
            <a:endParaRPr lang="fr-FR" smtClean="0"/>
          </a:p>
          <a:p>
            <a:r>
              <a:rPr lang="fr-FR" smtClean="0"/>
              <a:t>3-  OH OH QUE TOUT LE MONDE DANSE OH OH OH </a:t>
            </a:r>
          </a:p>
          <a:p>
            <a:r>
              <a:rPr lang="fr-FR" smtClean="0"/>
              <a:t>Oh, everybody dance now, oh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4-  TOUT LE MONDE  CRIE DE JOIE POUR JESUS</a:t>
            </a:r>
          </a:p>
          <a:p>
            <a:r>
              <a:rPr lang="fr-FR" smtClean="0"/>
              <a:t>	Everybody, give it up for Jesus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 5-  CRIONS GLOIRE  POUR NOUS IL A VAINCU </a:t>
            </a:r>
          </a:p>
          <a:p>
            <a:r>
              <a:rPr lang="fr-FR" smtClean="0"/>
              <a:t>	Give Him glory, for He has redeemed us</a:t>
            </a:r>
          </a:p>
          <a:p>
            <a:r>
              <a:rPr lang="fr-FR" smtClean="0"/>
              <a:t>
	6-  TOUT LE MONDE CRIE DE JOIE POUR LUI POUR LE LOUER </a:t>
            </a:r>
          </a:p>
          <a:p>
            <a:r>
              <a:rPr lang="fr-FR" smtClean="0"/>
              <a:t>	Everybody, give it up for Jesus Praise His name</a:t>
            </a:r>
          </a:p>
          <a:p>
            <a:r>
              <a:rPr lang="fr-FR" smtClean="0"/>
              <a:t>
	7-  OH OH OH </a:t>
            </a:r>
          </a:p>
          <a:p>
            <a:endParaRPr lang="fr-FR" smtClean="0"/>
          </a:p>
          <a:p>
            <a:r>
              <a:rPr lang="fr-FR" smtClean="0"/>
              <a:t>8-  MON DÉSIR TE PROCLAMER SEIGNEUR</a:t>
            </a:r>
          </a:p>
          <a:p>
            <a:r>
              <a:rPr lang="fr-FR" smtClean="0"/>
              <a:t>My desire is to lift you higher</a:t>
            </a:r>
          </a:p>
          <a:p>
            <a:r>
              <a:rPr lang="fr-FR" smtClean="0"/>
              <a:t> 
9-  BRÛLE SI FORT DANS MON CŒUR DE PASSION JE SUIS REMPLI </a:t>
            </a:r>
          </a:p>
          <a:p>
            <a:r>
              <a:rPr lang="fr-FR" smtClean="0"/>
              <a:t>It's only burning brighter This passion inside of me</a:t>
            </a:r>
          </a:p>
          <a:p>
            <a:endParaRPr lang="fr-FR" smtClean="0"/>
          </a:p>
          <a:p>
            <a:r>
              <a:rPr lang="fr-FR" smtClean="0"/>
              <a:t>10-  OH OH QUE TOUT LE MONDE DANSE OH OH OH </a:t>
            </a:r>
          </a:p>
          <a:p>
            <a:r>
              <a:rPr lang="fr-FR" smtClean="0"/>
              <a:t>Oh, everybody dance now, oh</a:t>
            </a:r>
          </a:p>
          <a:p>
            <a:endParaRPr lang="fr-FR" smtClean="0"/>
          </a:p>
          <a:p>
            <a:r>
              <a:rPr lang="fr-FR" smtClean="0"/>
              <a:t>	Refrain:   x2</a:t>
            </a:r>
          </a:p>
          <a:p>
            <a:endParaRPr lang="fr-FR" smtClean="0"/>
          </a:p>
          <a:p>
            <a:r>
              <a:rPr lang="fr-FR" smtClean="0"/>
              <a:t>11-  MA LOUANGE ÉCLATERA JE NE LA RETIENDRAI PAS </a:t>
            </a:r>
          </a:p>
          <a:p>
            <a:r>
              <a:rPr lang="fr-FR" smtClean="0"/>
              <a:t>This praise is bursting out I can't contain it now</a:t>
            </a:r>
          </a:p>
          <a:p>
            <a:r>
              <a:rPr lang="fr-FR" smtClean="0"/>
              <a:t>
12-  JE POUSSERAI DES CRIS DE JOIE JOIE, JOIE, 1, 2, 3, 4 </a:t>
            </a:r>
          </a:p>
          <a:p>
            <a:r>
              <a:rPr lang="fr-FR" smtClean="0"/>
              <a:t>This praise is bursting out Out, out, 1, 2, let's go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Refrain:  x2
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1-  JE SUIS LÀ CAR JÉSUS VIT EN MOI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I'm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alive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 ‘cause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Jesus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 gave me life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/>
            </a:r>
            <a:b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</a:b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2-  IL M'A OUVERT LA VOIE ET MAINTENANT JE VOIS 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He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opened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 up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my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eyes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 I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can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see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clearly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now</a:t>
            </a:r>
            <a:endParaRPr lang="fr-FR" sz="2700" dirty="0" smtClean="0">
              <a:solidFill>
                <a:srgbClr val="FFFFFF"/>
              </a:solidFill>
              <a:latin typeface="Arial Black" pitchFamily="34" charset="0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endParaRPr lang="fr-FR" sz="2700" dirty="0" smtClean="0">
              <a:solidFill>
                <a:srgbClr val="FFFFFF"/>
              </a:solidFill>
              <a:latin typeface="Arial Black" pitchFamily="34" charset="0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3-  OH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OH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 QUE TOUT LE MONDE DANSE OH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OH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OH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 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Oh,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everybody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 dance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now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, oh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endParaRPr lang="fr-FR" sz="2700" dirty="0" smtClean="0">
              <a:solidFill>
                <a:srgbClr val="FFFFFF"/>
              </a:solidFill>
              <a:latin typeface="Arial Black" pitchFamily="34" charset="0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	Refrain: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	4-  TOUT LE MONDE  CRIE DE JOIE POUR JESUS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	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Everybody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,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give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it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 up for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Jesus</a:t>
            </a:r>
            <a:endParaRPr lang="fr-FR" sz="2700" dirty="0" smtClean="0">
              <a:solidFill>
                <a:srgbClr val="FFFFFF"/>
              </a:solidFill>
              <a:latin typeface="Arial Black" pitchFamily="34" charset="0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/>
            </a:r>
            <a:b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</a:b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	 5-  CRIONS GLOIRE  POUR NOUS IL A VAINCU 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	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Give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Him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glory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, for He has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redeemed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 us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
	6-  TOUT LE MONDE CRIE DE JOIE POUR LUI POUR LE LOUER 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	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Everybody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,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give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it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 up for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Jesus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Praise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His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name</a:t>
            </a:r>
            <a:endParaRPr lang="fr-FR" sz="2700" dirty="0" smtClean="0">
              <a:solidFill>
                <a:srgbClr val="FFFFFF"/>
              </a:solidFill>
              <a:latin typeface="Arial Black" pitchFamily="34" charset="0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
	7-  OH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OH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OH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 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endParaRPr lang="fr-FR" sz="2700" dirty="0" smtClean="0">
              <a:solidFill>
                <a:srgbClr val="FFFFFF"/>
              </a:solidFill>
              <a:latin typeface="Arial Black" pitchFamily="34" charset="0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8-  MON DÉSIR TE PROCLAMER SEIGNEUR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My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desire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is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 to lift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you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higher</a:t>
            </a:r>
            <a:endParaRPr lang="fr-FR" sz="2700" dirty="0" smtClean="0">
              <a:solidFill>
                <a:srgbClr val="FFFFFF"/>
              </a:solidFill>
              <a:latin typeface="Arial Black" pitchFamily="34" charset="0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 
9-  BRÛLE SI FORT DANS MON CŒUR DE PASSION JE SUIS REMPLI 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It's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only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burning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brighter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 This passion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inside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 of me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endParaRPr lang="fr-FR" sz="2700" dirty="0" smtClean="0">
              <a:solidFill>
                <a:srgbClr val="FFFFFF"/>
              </a:solidFill>
              <a:latin typeface="Arial Black" pitchFamily="34" charset="0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10-  OH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OH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 QUE TOUT LE MONDE DANSE OH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OH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OH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 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Oh,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everybody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 dance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now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, oh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endParaRPr lang="fr-FR" sz="2700" dirty="0" smtClean="0">
              <a:solidFill>
                <a:srgbClr val="FFFFFF"/>
              </a:solidFill>
              <a:latin typeface="Arial Black" pitchFamily="34" charset="0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	Refrain:   x2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endParaRPr lang="fr-FR" sz="2700" dirty="0" smtClean="0">
              <a:solidFill>
                <a:srgbClr val="FFFFFF"/>
              </a:solidFill>
              <a:latin typeface="Arial Black" pitchFamily="34" charset="0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11-  MA LOUANGE ÉCLATERA JE NE LA RETIENDRAI PAS 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This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praise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is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bursting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 out I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can't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contain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it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now</a:t>
            </a:r>
            <a:endParaRPr lang="fr-FR" sz="2700" dirty="0" smtClean="0">
              <a:solidFill>
                <a:srgbClr val="FFFFFF"/>
              </a:solidFill>
              <a:latin typeface="Arial Black" pitchFamily="34" charset="0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
12-  JE POUSSERAI DES CRIS DE JOIE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JOIE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, JOIE, 1, 2, 3, 4 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This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praise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is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bursting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 out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Out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, out, 1, 2,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let's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 go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endParaRPr lang="fr-FR" sz="2700" dirty="0" smtClean="0">
              <a:solidFill>
                <a:srgbClr val="FFFFFF"/>
              </a:solidFill>
              <a:latin typeface="Arial Black" pitchFamily="34" charset="0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endParaRPr lang="fr-FR" sz="2700" dirty="0" smtClean="0">
              <a:solidFill>
                <a:srgbClr val="FFFFFF"/>
              </a:solidFill>
              <a:latin typeface="Arial Black" pitchFamily="34" charset="0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	Refrain:  x2
</a:t>
            </a:r>
            <a:endParaRPr lang="fr-FR" sz="2700" dirty="0">
              <a:solidFill>
                <a:srgbClr val="FFFFFF"/>
              </a:solidFill>
              <a:latin typeface="Arial Black" pitchFamily="34" charset="0"/>
            </a:endParaRPr>
          </a:p>
        </p:txBody>
      </p:sp>
      <p:sp>
        <p:nvSpPr>
          <p:cNvPr id="204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LÀ CAR JÉSUS VIT EN MOI</a:t>
            </a:r>
          </a:p>
          <a:p>
            <a:r>
              <a:rPr lang="fr-FR" smtClean="0"/>
              <a:t>I'm alive ‘cause Jesus gave me life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2-  IL M'A OUVERT LA VOIE ET MAINTENANT JE VOIS </a:t>
            </a:r>
          </a:p>
          <a:p>
            <a:r>
              <a:rPr lang="fr-FR" smtClean="0"/>
              <a:t>He opened up my eyes I can see clearly now</a:t>
            </a:r>
          </a:p>
          <a:p>
            <a:endParaRPr lang="fr-FR" smtClean="0"/>
          </a:p>
          <a:p>
            <a:r>
              <a:rPr lang="fr-FR" smtClean="0"/>
              <a:t>3-  OH OH QUE TOUT LE MONDE DANSE OH OH OH </a:t>
            </a:r>
          </a:p>
          <a:p>
            <a:r>
              <a:rPr lang="fr-FR" smtClean="0"/>
              <a:t>Oh, everybody dance now, oh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4-  TOUT LE MONDE  CRIE DE JOIE POUR JESUS</a:t>
            </a:r>
          </a:p>
          <a:p>
            <a:r>
              <a:rPr lang="fr-FR" smtClean="0"/>
              <a:t>	Everybody, give it up for Jesus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 5-  CRIONS GLOIRE  POUR NOUS IL A VAINCU </a:t>
            </a:r>
          </a:p>
          <a:p>
            <a:r>
              <a:rPr lang="fr-FR" smtClean="0"/>
              <a:t>	Give Him glory, for He has redeemed us</a:t>
            </a:r>
          </a:p>
          <a:p>
            <a:r>
              <a:rPr lang="fr-FR" smtClean="0"/>
              <a:t>
	6-  TOUT LE MONDE CRIE DE JOIE POUR LUI POUR LE LOUER </a:t>
            </a:r>
          </a:p>
          <a:p>
            <a:r>
              <a:rPr lang="fr-FR" smtClean="0"/>
              <a:t>	Everybody, give it up for Jesus Praise His name</a:t>
            </a:r>
          </a:p>
          <a:p>
            <a:r>
              <a:rPr lang="fr-FR" smtClean="0"/>
              <a:t>
	7-  OH OH OH </a:t>
            </a:r>
          </a:p>
          <a:p>
            <a:endParaRPr lang="fr-FR" smtClean="0"/>
          </a:p>
          <a:p>
            <a:r>
              <a:rPr lang="fr-FR" smtClean="0"/>
              <a:t>8-  MON DÉSIR TE PROCLAMER SEIGNEUR</a:t>
            </a:r>
          </a:p>
          <a:p>
            <a:r>
              <a:rPr lang="fr-FR" smtClean="0"/>
              <a:t>My desire is to lift you higher</a:t>
            </a:r>
          </a:p>
          <a:p>
            <a:r>
              <a:rPr lang="fr-FR" smtClean="0"/>
              <a:t> 
9-  BRÛLE SI FORT DANS MON CŒUR DE PASSION JE SUIS REMPLI </a:t>
            </a:r>
          </a:p>
          <a:p>
            <a:r>
              <a:rPr lang="fr-FR" smtClean="0"/>
              <a:t>It's only burning brighter This passion inside of me</a:t>
            </a:r>
          </a:p>
          <a:p>
            <a:endParaRPr lang="fr-FR" smtClean="0"/>
          </a:p>
          <a:p>
            <a:r>
              <a:rPr lang="fr-FR" smtClean="0"/>
              <a:t>10-  OH OH QUE TOUT LE MONDE DANSE OH OH OH </a:t>
            </a:r>
          </a:p>
          <a:p>
            <a:r>
              <a:rPr lang="fr-FR" smtClean="0"/>
              <a:t>Oh, everybody dance now, oh</a:t>
            </a:r>
          </a:p>
          <a:p>
            <a:endParaRPr lang="fr-FR" smtClean="0"/>
          </a:p>
          <a:p>
            <a:r>
              <a:rPr lang="fr-FR" smtClean="0"/>
              <a:t>	Refrain:   x2</a:t>
            </a:r>
          </a:p>
          <a:p>
            <a:endParaRPr lang="fr-FR" smtClean="0"/>
          </a:p>
          <a:p>
            <a:r>
              <a:rPr lang="fr-FR" smtClean="0"/>
              <a:t>11-  MA LOUANGE ÉCLATERA JE NE LA RETIENDRAI PAS </a:t>
            </a:r>
          </a:p>
          <a:p>
            <a:r>
              <a:rPr lang="fr-FR" smtClean="0"/>
              <a:t>This praise is bursting out I can't contain it now</a:t>
            </a:r>
          </a:p>
          <a:p>
            <a:r>
              <a:rPr lang="fr-FR" smtClean="0"/>
              <a:t>
12-  JE POUSSERAI DES CRIS DE JOIE JOIE, JOIE, 1, 2, 3, 4 </a:t>
            </a:r>
          </a:p>
          <a:p>
            <a:r>
              <a:rPr lang="fr-FR" smtClean="0"/>
              <a:t>This praise is bursting out Out, out, 1, 2, let's go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Refrain:  x2
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  <a:t>1-  JE SUIS LÀ CAR JÉSUS VIT EN MOI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  <a:t>I'm alive ‘cause Jesus gave me life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  <a:t/>
            </a:r>
            <a:b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</a:br>
            <a: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  <a:t>2-  IL M'A OUVERT LA VOIE ET MAINTENANT JE VOIS 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  <a:t>He opened up my eyes I can see clearly now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endParaRPr lang="fr-FR" sz="2700" smtClean="0">
              <a:solidFill>
                <a:srgbClr val="FFFFFF"/>
              </a:solidFill>
              <a:latin typeface="Arial Black" pitchFamily="34" charset="0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  <a:t>3-  OH OH QUE TOUT LE MONDE DANSE OH OH OH 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  <a:t>Oh, everybody dance now, oh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endParaRPr lang="fr-FR" sz="2700" smtClean="0">
              <a:solidFill>
                <a:srgbClr val="FFFFFF"/>
              </a:solidFill>
              <a:latin typeface="Arial Black" pitchFamily="34" charset="0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  <a:t>	Refrain: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  <a:t>	4-  TOUT LE MONDE  CRIE DE JOIE POUR JESUS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  <a:t>	Everybody, give it up for Jesus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  <a:t/>
            </a:r>
            <a:b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</a:br>
            <a: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  <a:t>	 5-  CRIONS GLOIRE  POUR NOUS IL A VAINCU 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  <a:t>	Give Him glory, for He has redeemed us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  <a:t>
	6-  TOUT LE MONDE CRIE DE JOIE POUR LUI POUR LE LOUER 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  <a:t>	Everybody, give it up for Jesus Praise His name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  <a:t>
	7-  OH OH OH 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endParaRPr lang="fr-FR" sz="2700" smtClean="0">
              <a:solidFill>
                <a:srgbClr val="FFFFFF"/>
              </a:solidFill>
              <a:latin typeface="Arial Black" pitchFamily="34" charset="0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  <a:t>8-  MON DÉSIR TE PROCLAMER SEIGNEUR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  <a:t>My desire is to lift you higher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  <a:t> 
9-  BRÛLE SI FORT DANS MON CŒUR DE PASSION JE SUIS REMPLI 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  <a:t>It's only burning brighter This passion inside of me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endParaRPr lang="fr-FR" sz="2700" smtClean="0">
              <a:solidFill>
                <a:srgbClr val="FFFFFF"/>
              </a:solidFill>
              <a:latin typeface="Arial Black" pitchFamily="34" charset="0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  <a:t>10-  OH OH QUE TOUT LE MONDE DANSE OH OH OH 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  <a:t>Oh, everybody dance now, oh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endParaRPr lang="fr-FR" sz="2700" smtClean="0">
              <a:solidFill>
                <a:srgbClr val="FFFFFF"/>
              </a:solidFill>
              <a:latin typeface="Arial Black" pitchFamily="34" charset="0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  <a:t>	Refrain:   x2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endParaRPr lang="fr-FR" sz="2700" smtClean="0">
              <a:solidFill>
                <a:srgbClr val="FFFFFF"/>
              </a:solidFill>
              <a:latin typeface="Arial Black" pitchFamily="34" charset="0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  <a:t>11-  MA LOUANGE ÉCLATERA JE NE LA RETIENDRAI PAS 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  <a:t>This praise is bursting out I can't contain it now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  <a:t>
12-  JE POUSSERAI DES CRIS DE JOIE JOIE, JOIE, 1, 2, 3, 4 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  <a:t>This praise is bursting out Out, out, 1, 2, let's go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endParaRPr lang="fr-FR" sz="2700" smtClean="0">
              <a:solidFill>
                <a:srgbClr val="FFFFFF"/>
              </a:solidFill>
              <a:latin typeface="Arial Black" pitchFamily="34" charset="0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endParaRPr lang="fr-FR" sz="2700" smtClean="0">
              <a:solidFill>
                <a:srgbClr val="FFFFFF"/>
              </a:solidFill>
              <a:latin typeface="Arial Black" pitchFamily="34" charset="0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  <a:t>	Refrain:  x2
</a:t>
            </a:r>
            <a:endParaRPr lang="fr-FR" sz="2700" dirty="0">
              <a:solidFill>
                <a:srgbClr val="FFFFFF"/>
              </a:solidFill>
              <a:latin typeface="Arial Black" pitchFamily="34" charset="0"/>
            </a:endParaRPr>
          </a:p>
        </p:txBody>
      </p:sp>
      <p:sp>
        <p:nvSpPr>
          <p:cNvPr id="215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LÀ CAR JÉSUS VIT EN MOI</a:t>
            </a:r>
          </a:p>
          <a:p>
            <a:r>
              <a:rPr lang="fr-FR" smtClean="0"/>
              <a:t>I'm alive ‘cause Jesus gave me life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2-  IL M'A OUVERT LA VOIE ET MAINTENANT JE VOIS </a:t>
            </a:r>
          </a:p>
          <a:p>
            <a:r>
              <a:rPr lang="fr-FR" smtClean="0"/>
              <a:t>He opened up my eyes I can see clearly now</a:t>
            </a:r>
          </a:p>
          <a:p>
            <a:endParaRPr lang="fr-FR" smtClean="0"/>
          </a:p>
          <a:p>
            <a:r>
              <a:rPr lang="fr-FR" smtClean="0"/>
              <a:t>3-  OH OH QUE TOUT LE MONDE DANSE OH OH OH </a:t>
            </a:r>
          </a:p>
          <a:p>
            <a:r>
              <a:rPr lang="fr-FR" smtClean="0"/>
              <a:t>Oh, everybody dance now, oh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4-  TOUT LE MONDE  CRIE DE JOIE POUR JESUS</a:t>
            </a:r>
          </a:p>
          <a:p>
            <a:r>
              <a:rPr lang="fr-FR" smtClean="0"/>
              <a:t>	Everybody, give it up for Jesus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 5-  CRIONS GLOIRE  POUR NOUS IL A VAINCU </a:t>
            </a:r>
          </a:p>
          <a:p>
            <a:r>
              <a:rPr lang="fr-FR" smtClean="0"/>
              <a:t>	Give Him glory, for He has redeemed us</a:t>
            </a:r>
          </a:p>
          <a:p>
            <a:r>
              <a:rPr lang="fr-FR" smtClean="0"/>
              <a:t>
	6-  TOUT LE MONDE CRIE DE JOIE POUR LUI POUR LE LOUER </a:t>
            </a:r>
          </a:p>
          <a:p>
            <a:r>
              <a:rPr lang="fr-FR" smtClean="0"/>
              <a:t>	Everybody, give it up for Jesus Praise His name</a:t>
            </a:r>
          </a:p>
          <a:p>
            <a:r>
              <a:rPr lang="fr-FR" smtClean="0"/>
              <a:t>
	7-  OH OH OH </a:t>
            </a:r>
          </a:p>
          <a:p>
            <a:endParaRPr lang="fr-FR" smtClean="0"/>
          </a:p>
          <a:p>
            <a:r>
              <a:rPr lang="fr-FR" smtClean="0"/>
              <a:t>8-  MON DÉSIR TE PROCLAMER SEIGNEUR</a:t>
            </a:r>
          </a:p>
          <a:p>
            <a:r>
              <a:rPr lang="fr-FR" smtClean="0"/>
              <a:t>My desire is to lift you higher</a:t>
            </a:r>
          </a:p>
          <a:p>
            <a:r>
              <a:rPr lang="fr-FR" smtClean="0"/>
              <a:t> 
9-  BRÛLE SI FORT DANS MON CŒUR DE PASSION JE SUIS REMPLI </a:t>
            </a:r>
          </a:p>
          <a:p>
            <a:r>
              <a:rPr lang="fr-FR" smtClean="0"/>
              <a:t>It's only burning brighter This passion inside of me</a:t>
            </a:r>
          </a:p>
          <a:p>
            <a:endParaRPr lang="fr-FR" smtClean="0"/>
          </a:p>
          <a:p>
            <a:r>
              <a:rPr lang="fr-FR" smtClean="0"/>
              <a:t>10-  OH OH QUE TOUT LE MONDE DANSE OH OH OH </a:t>
            </a:r>
          </a:p>
          <a:p>
            <a:r>
              <a:rPr lang="fr-FR" smtClean="0"/>
              <a:t>Oh, everybody dance now, oh</a:t>
            </a:r>
          </a:p>
          <a:p>
            <a:endParaRPr lang="fr-FR" smtClean="0"/>
          </a:p>
          <a:p>
            <a:r>
              <a:rPr lang="fr-FR" smtClean="0"/>
              <a:t>	Refrain:   x2</a:t>
            </a:r>
          </a:p>
          <a:p>
            <a:endParaRPr lang="fr-FR" smtClean="0"/>
          </a:p>
          <a:p>
            <a:r>
              <a:rPr lang="fr-FR" smtClean="0"/>
              <a:t>11-  MA LOUANGE ÉCLATERA JE NE LA RETIENDRAI PAS </a:t>
            </a:r>
          </a:p>
          <a:p>
            <a:r>
              <a:rPr lang="fr-FR" smtClean="0"/>
              <a:t>This praise is bursting out I can't contain it now</a:t>
            </a:r>
          </a:p>
          <a:p>
            <a:r>
              <a:rPr lang="fr-FR" smtClean="0"/>
              <a:t>
12-  JE POUSSERAI DES CRIS DE JOIE JOIE, JOIE, 1, 2, 3, 4 </a:t>
            </a:r>
          </a:p>
          <a:p>
            <a:r>
              <a:rPr lang="fr-FR" smtClean="0"/>
              <a:t>This praise is bursting out Out, out, 1, 2, let's go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Refrain:  x2
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  <a:t>1-  JE SUIS LÀ CAR JÉSUS VIT EN MOI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  <a:t>I'm alive ‘cause Jesus gave me life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  <a:t/>
            </a:r>
            <a:b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</a:br>
            <a: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  <a:t>2-  IL M'A OUVERT LA VOIE ET MAINTENANT JE VOIS 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  <a:t>He opened up my eyes I can see clearly now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endParaRPr lang="fr-FR" sz="2700" smtClean="0">
              <a:solidFill>
                <a:srgbClr val="FFFFFF"/>
              </a:solidFill>
              <a:latin typeface="Arial Black" pitchFamily="34" charset="0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  <a:t>3-  OH OH QUE TOUT LE MONDE DANSE OH OH OH 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  <a:t>Oh, everybody dance now, oh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endParaRPr lang="fr-FR" sz="2700" smtClean="0">
              <a:solidFill>
                <a:srgbClr val="FFFFFF"/>
              </a:solidFill>
              <a:latin typeface="Arial Black" pitchFamily="34" charset="0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  <a:t>	Refrain: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  <a:t>	4-  TOUT LE MONDE  CRIE DE JOIE POUR JESUS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  <a:t>	Everybody, give it up for Jesus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  <a:t/>
            </a:r>
            <a:b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</a:br>
            <a: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  <a:t>	 5-  CRIONS GLOIRE  POUR NOUS IL A VAINCU 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  <a:t>	Give Him glory, for He has redeemed us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  <a:t>
	6-  TOUT LE MONDE CRIE DE JOIE POUR LUI POUR LE LOUER 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  <a:t>	Everybody, give it up for Jesus Praise His name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  <a:t>
	7-  OH OH OH 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endParaRPr lang="fr-FR" sz="2700" smtClean="0">
              <a:solidFill>
                <a:srgbClr val="FFFFFF"/>
              </a:solidFill>
              <a:latin typeface="Arial Black" pitchFamily="34" charset="0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  <a:t>8-  MON DÉSIR TE PROCLAMER SEIGNEUR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  <a:t>My desire is to lift you higher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  <a:t> 
9-  BRÛLE SI FORT DANS MON CŒUR DE PASSION JE SUIS REMPLI 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  <a:t>It's only burning brighter This passion inside of me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endParaRPr lang="fr-FR" sz="2700" smtClean="0">
              <a:solidFill>
                <a:srgbClr val="FFFFFF"/>
              </a:solidFill>
              <a:latin typeface="Arial Black" pitchFamily="34" charset="0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  <a:t>10-  OH OH QUE TOUT LE MONDE DANSE OH OH OH 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  <a:t>Oh, everybody dance now, oh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endParaRPr lang="fr-FR" sz="2700" smtClean="0">
              <a:solidFill>
                <a:srgbClr val="FFFFFF"/>
              </a:solidFill>
              <a:latin typeface="Arial Black" pitchFamily="34" charset="0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  <a:t>	Refrain:   x2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endParaRPr lang="fr-FR" sz="2700" smtClean="0">
              <a:solidFill>
                <a:srgbClr val="FFFFFF"/>
              </a:solidFill>
              <a:latin typeface="Arial Black" pitchFamily="34" charset="0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  <a:t>11-  MA LOUANGE ÉCLATERA JE NE LA RETIENDRAI PAS 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  <a:t>This praise is bursting out I can't contain it now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  <a:t>
12-  JE POUSSERAI DES CRIS DE JOIE JOIE, JOIE, 1, 2, 3, 4 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  <a:t>This praise is bursting out Out, out, 1, 2, let's go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endParaRPr lang="fr-FR" sz="2700" smtClean="0">
              <a:solidFill>
                <a:srgbClr val="FFFFFF"/>
              </a:solidFill>
              <a:latin typeface="Arial Black" pitchFamily="34" charset="0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endParaRPr lang="fr-FR" sz="2700" smtClean="0">
              <a:solidFill>
                <a:srgbClr val="FFFFFF"/>
              </a:solidFill>
              <a:latin typeface="Arial Black" pitchFamily="34" charset="0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  <a:t>	Refrain:  x2
</a:t>
            </a:r>
            <a:endParaRPr lang="fr-FR" sz="2700" dirty="0">
              <a:solidFill>
                <a:srgbClr val="FFFFFF"/>
              </a:solidFill>
              <a:latin typeface="Arial Black" pitchFamily="34" charset="0"/>
            </a:endParaRPr>
          </a:p>
        </p:txBody>
      </p:sp>
      <p:sp>
        <p:nvSpPr>
          <p:cNvPr id="225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LÀ CAR JÉSUS VIT EN MOI</a:t>
            </a:r>
          </a:p>
          <a:p>
            <a:r>
              <a:rPr lang="fr-FR" smtClean="0"/>
              <a:t>I'm alive ‘cause Jesus gave me life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2-  IL M'A OUVERT LA VOIE ET MAINTENANT JE VOIS </a:t>
            </a:r>
          </a:p>
          <a:p>
            <a:r>
              <a:rPr lang="fr-FR" smtClean="0"/>
              <a:t>He opened up my eyes I can see clearly now</a:t>
            </a:r>
          </a:p>
          <a:p>
            <a:endParaRPr lang="fr-FR" smtClean="0"/>
          </a:p>
          <a:p>
            <a:r>
              <a:rPr lang="fr-FR" smtClean="0"/>
              <a:t>3-  OH OH QUE TOUT LE MONDE DANSE OH OH OH </a:t>
            </a:r>
          </a:p>
          <a:p>
            <a:r>
              <a:rPr lang="fr-FR" smtClean="0"/>
              <a:t>Oh, everybody dance now, oh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4-  TOUT LE MONDE  CRIE DE JOIE POUR JESUS</a:t>
            </a:r>
          </a:p>
          <a:p>
            <a:r>
              <a:rPr lang="fr-FR" smtClean="0"/>
              <a:t>	Everybody, give it up for Jesus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 5-  CRIONS GLOIRE  POUR NOUS IL A VAINCU </a:t>
            </a:r>
          </a:p>
          <a:p>
            <a:r>
              <a:rPr lang="fr-FR" smtClean="0"/>
              <a:t>	Give Him glory, for He has redeemed us</a:t>
            </a:r>
          </a:p>
          <a:p>
            <a:r>
              <a:rPr lang="fr-FR" smtClean="0"/>
              <a:t>
	6-  TOUT LE MONDE CRIE DE JOIE POUR LUI POUR LE LOUER </a:t>
            </a:r>
          </a:p>
          <a:p>
            <a:r>
              <a:rPr lang="fr-FR" smtClean="0"/>
              <a:t>	Everybody, give it up for Jesus Praise His name</a:t>
            </a:r>
          </a:p>
          <a:p>
            <a:r>
              <a:rPr lang="fr-FR" smtClean="0"/>
              <a:t>
	7-  OH OH OH </a:t>
            </a:r>
          </a:p>
          <a:p>
            <a:endParaRPr lang="fr-FR" smtClean="0"/>
          </a:p>
          <a:p>
            <a:r>
              <a:rPr lang="fr-FR" smtClean="0"/>
              <a:t>8-  MON DÉSIR TE PROCLAMER SEIGNEUR</a:t>
            </a:r>
          </a:p>
          <a:p>
            <a:r>
              <a:rPr lang="fr-FR" smtClean="0"/>
              <a:t>My desire is to lift you higher</a:t>
            </a:r>
          </a:p>
          <a:p>
            <a:r>
              <a:rPr lang="fr-FR" smtClean="0"/>
              <a:t> 
9-  BRÛLE SI FORT DANS MON CŒUR DE PASSION JE SUIS REMPLI </a:t>
            </a:r>
          </a:p>
          <a:p>
            <a:r>
              <a:rPr lang="fr-FR" smtClean="0"/>
              <a:t>It's only burning brighter This passion inside of me</a:t>
            </a:r>
          </a:p>
          <a:p>
            <a:endParaRPr lang="fr-FR" smtClean="0"/>
          </a:p>
          <a:p>
            <a:r>
              <a:rPr lang="fr-FR" smtClean="0"/>
              <a:t>10-  OH OH QUE TOUT LE MONDE DANSE OH OH OH </a:t>
            </a:r>
          </a:p>
          <a:p>
            <a:r>
              <a:rPr lang="fr-FR" smtClean="0"/>
              <a:t>Oh, everybody dance now, oh</a:t>
            </a:r>
          </a:p>
          <a:p>
            <a:endParaRPr lang="fr-FR" smtClean="0"/>
          </a:p>
          <a:p>
            <a:r>
              <a:rPr lang="fr-FR" smtClean="0"/>
              <a:t>	Refrain:   x2</a:t>
            </a:r>
          </a:p>
          <a:p>
            <a:endParaRPr lang="fr-FR" smtClean="0"/>
          </a:p>
          <a:p>
            <a:r>
              <a:rPr lang="fr-FR" smtClean="0"/>
              <a:t>11-  MA LOUANGE ÉCLATERA JE NE LA RETIENDRAI PAS </a:t>
            </a:r>
          </a:p>
          <a:p>
            <a:r>
              <a:rPr lang="fr-FR" smtClean="0"/>
              <a:t>This praise is bursting out I can't contain it now</a:t>
            </a:r>
          </a:p>
          <a:p>
            <a:r>
              <a:rPr lang="fr-FR" smtClean="0"/>
              <a:t>
12-  JE POUSSERAI DES CRIS DE JOIE JOIE, JOIE, 1, 2, 3, 4 </a:t>
            </a:r>
          </a:p>
          <a:p>
            <a:r>
              <a:rPr lang="fr-FR" smtClean="0"/>
              <a:t>This praise is bursting out Out, out, 1, 2, let's go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Refrain:  x2
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  <a:t>1-  JE SUIS LÀ CAR JÉSUS VIT EN MOI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  <a:t>I'm alive ‘cause Jesus gave me life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  <a:t/>
            </a:r>
            <a:b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</a:br>
            <a: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  <a:t>2-  IL M'A OUVERT LA VOIE ET MAINTENANT JE VOIS 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  <a:t>He opened up my eyes I can see clearly now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endParaRPr lang="fr-FR" sz="2700" smtClean="0">
              <a:solidFill>
                <a:srgbClr val="FFFFFF"/>
              </a:solidFill>
              <a:latin typeface="Arial Black" pitchFamily="34" charset="0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  <a:t>3-  OH OH QUE TOUT LE MONDE DANSE OH OH OH 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  <a:t>Oh, everybody dance now, oh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endParaRPr lang="fr-FR" sz="2700" smtClean="0">
              <a:solidFill>
                <a:srgbClr val="FFFFFF"/>
              </a:solidFill>
              <a:latin typeface="Arial Black" pitchFamily="34" charset="0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  <a:t>	Refrain: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  <a:t>	4-  TOUT LE MONDE  CRIE DE JOIE POUR JESUS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  <a:t>	Everybody, give it up for Jesus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  <a:t/>
            </a:r>
            <a:b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</a:br>
            <a: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  <a:t>	 5-  CRIONS GLOIRE  POUR NOUS IL A VAINCU 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  <a:t>	Give Him glory, for He has redeemed us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  <a:t>
	6-  TOUT LE MONDE CRIE DE JOIE POUR LUI POUR LE LOUER 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  <a:t>	Everybody, give it up for Jesus Praise His name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  <a:t>
	7-  OH OH OH 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endParaRPr lang="fr-FR" sz="2700" smtClean="0">
              <a:solidFill>
                <a:srgbClr val="FFFFFF"/>
              </a:solidFill>
              <a:latin typeface="Arial Black" pitchFamily="34" charset="0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  <a:t>8-  MON DÉSIR TE PROCLAMER SEIGNEUR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  <a:t>My desire is to lift you higher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  <a:t> 
9-  BRÛLE SI FORT DANS MON CŒUR DE PASSION JE SUIS REMPLI 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  <a:t>It's only burning brighter This passion inside of me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endParaRPr lang="fr-FR" sz="2700" smtClean="0">
              <a:solidFill>
                <a:srgbClr val="FFFFFF"/>
              </a:solidFill>
              <a:latin typeface="Arial Black" pitchFamily="34" charset="0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  <a:t>10-  OH OH QUE TOUT LE MONDE DANSE OH OH OH 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  <a:t>Oh, everybody dance now, oh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endParaRPr lang="fr-FR" sz="2700" smtClean="0">
              <a:solidFill>
                <a:srgbClr val="FFFFFF"/>
              </a:solidFill>
              <a:latin typeface="Arial Black" pitchFamily="34" charset="0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  <a:t>	Refrain:   x2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endParaRPr lang="fr-FR" sz="2700" smtClean="0">
              <a:solidFill>
                <a:srgbClr val="FFFFFF"/>
              </a:solidFill>
              <a:latin typeface="Arial Black" pitchFamily="34" charset="0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  <a:t>11-  MA LOUANGE ÉCLATERA JE NE LA RETIENDRAI PAS 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  <a:t>This praise is bursting out I can't contain it now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  <a:t>
12-  JE POUSSERAI DES CRIS DE JOIE JOIE, JOIE, 1, 2, 3, 4 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  <a:t>This praise is bursting out Out, out, 1, 2, let's go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endParaRPr lang="fr-FR" sz="2700" smtClean="0">
              <a:solidFill>
                <a:srgbClr val="FFFFFF"/>
              </a:solidFill>
              <a:latin typeface="Arial Black" pitchFamily="34" charset="0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endParaRPr lang="fr-FR" sz="2700" smtClean="0">
              <a:solidFill>
                <a:srgbClr val="FFFFFF"/>
              </a:solidFill>
              <a:latin typeface="Arial Black" pitchFamily="34" charset="0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  <a:t>	Refrain:  x2
</a:t>
            </a:r>
            <a:endParaRPr lang="fr-FR" sz="2700" dirty="0">
              <a:solidFill>
                <a:srgbClr val="FFFFFF"/>
              </a:solidFill>
              <a:latin typeface="Arial Black" pitchFamily="34" charset="0"/>
            </a:endParaRPr>
          </a:p>
        </p:txBody>
      </p:sp>
      <p:sp>
        <p:nvSpPr>
          <p:cNvPr id="235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LÀ CAR JÉSUS VIT EN MOI</a:t>
            </a:r>
          </a:p>
          <a:p>
            <a:r>
              <a:rPr lang="fr-FR" smtClean="0"/>
              <a:t>I'm alive ‘cause Jesus gave me life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2-  IL M'A OUVERT LA VOIE ET MAINTENANT JE VOIS </a:t>
            </a:r>
          </a:p>
          <a:p>
            <a:r>
              <a:rPr lang="fr-FR" smtClean="0"/>
              <a:t>He opened up my eyes I can see clearly now</a:t>
            </a:r>
          </a:p>
          <a:p>
            <a:endParaRPr lang="fr-FR" smtClean="0"/>
          </a:p>
          <a:p>
            <a:r>
              <a:rPr lang="fr-FR" smtClean="0"/>
              <a:t>3-  OH OH QUE TOUT LE MONDE DANSE OH OH OH </a:t>
            </a:r>
          </a:p>
          <a:p>
            <a:r>
              <a:rPr lang="fr-FR" smtClean="0"/>
              <a:t>Oh, everybody dance now, oh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4-  TOUT LE MONDE  CRIE DE JOIE POUR JESUS</a:t>
            </a:r>
          </a:p>
          <a:p>
            <a:r>
              <a:rPr lang="fr-FR" smtClean="0"/>
              <a:t>	Everybody, give it up for Jesus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 5-  CRIONS GLOIRE  POUR NOUS IL A VAINCU </a:t>
            </a:r>
          </a:p>
          <a:p>
            <a:r>
              <a:rPr lang="fr-FR" smtClean="0"/>
              <a:t>	Give Him glory, for He has redeemed us</a:t>
            </a:r>
          </a:p>
          <a:p>
            <a:r>
              <a:rPr lang="fr-FR" smtClean="0"/>
              <a:t>
	6-  TOUT LE MONDE CRIE DE JOIE POUR LUI POUR LE LOUER </a:t>
            </a:r>
          </a:p>
          <a:p>
            <a:r>
              <a:rPr lang="fr-FR" smtClean="0"/>
              <a:t>	Everybody, give it up for Jesus Praise His name</a:t>
            </a:r>
          </a:p>
          <a:p>
            <a:r>
              <a:rPr lang="fr-FR" smtClean="0"/>
              <a:t>
	7-  OH OH OH </a:t>
            </a:r>
          </a:p>
          <a:p>
            <a:endParaRPr lang="fr-FR" smtClean="0"/>
          </a:p>
          <a:p>
            <a:r>
              <a:rPr lang="fr-FR" smtClean="0"/>
              <a:t>8-  MON DÉSIR TE PROCLAMER SEIGNEUR</a:t>
            </a:r>
          </a:p>
          <a:p>
            <a:r>
              <a:rPr lang="fr-FR" smtClean="0"/>
              <a:t>My desire is to lift you higher</a:t>
            </a:r>
          </a:p>
          <a:p>
            <a:r>
              <a:rPr lang="fr-FR" smtClean="0"/>
              <a:t> 
9-  BRÛLE SI FORT DANS MON CŒUR DE PASSION JE SUIS REMPLI </a:t>
            </a:r>
          </a:p>
          <a:p>
            <a:r>
              <a:rPr lang="fr-FR" smtClean="0"/>
              <a:t>It's only burning brighter This passion inside of me</a:t>
            </a:r>
          </a:p>
          <a:p>
            <a:endParaRPr lang="fr-FR" smtClean="0"/>
          </a:p>
          <a:p>
            <a:r>
              <a:rPr lang="fr-FR" smtClean="0"/>
              <a:t>10-  OH OH QUE TOUT LE MONDE DANSE OH OH OH </a:t>
            </a:r>
          </a:p>
          <a:p>
            <a:r>
              <a:rPr lang="fr-FR" smtClean="0"/>
              <a:t>Oh, everybody dance now, oh</a:t>
            </a:r>
          </a:p>
          <a:p>
            <a:endParaRPr lang="fr-FR" smtClean="0"/>
          </a:p>
          <a:p>
            <a:r>
              <a:rPr lang="fr-FR" smtClean="0"/>
              <a:t>	Refrain:   x2</a:t>
            </a:r>
          </a:p>
          <a:p>
            <a:endParaRPr lang="fr-FR" smtClean="0"/>
          </a:p>
          <a:p>
            <a:r>
              <a:rPr lang="fr-FR" smtClean="0"/>
              <a:t>11-  MA LOUANGE ÉCLATERA JE NE LA RETIENDRAI PAS </a:t>
            </a:r>
          </a:p>
          <a:p>
            <a:r>
              <a:rPr lang="fr-FR" smtClean="0"/>
              <a:t>This praise is bursting out I can't contain it now</a:t>
            </a:r>
          </a:p>
          <a:p>
            <a:r>
              <a:rPr lang="fr-FR" smtClean="0"/>
              <a:t>
12-  JE POUSSERAI DES CRIS DE JOIE JOIE, JOIE, 1, 2, 3, 4 </a:t>
            </a:r>
          </a:p>
          <a:p>
            <a:r>
              <a:rPr lang="fr-FR" smtClean="0"/>
              <a:t>This praise is bursting out Out, out, 1, 2, let's go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Refrain:  x2
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  <a:t>1-  JE SUIS LÀ CAR JÉSUS VIT EN MOI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  <a:t>I'm alive ‘cause Jesus gave me life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  <a:t/>
            </a:r>
            <a:b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</a:br>
            <a: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  <a:t>2-  IL M'A OUVERT LA VOIE ET MAINTENANT JE VOIS 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  <a:t>He opened up my eyes I can see clearly now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endParaRPr lang="fr-FR" sz="2700" smtClean="0">
              <a:solidFill>
                <a:srgbClr val="FFFFFF"/>
              </a:solidFill>
              <a:latin typeface="Arial Black" pitchFamily="34" charset="0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  <a:t>3-  OH OH QUE TOUT LE MONDE DANSE OH OH OH 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  <a:t>Oh, everybody dance now, oh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endParaRPr lang="fr-FR" sz="2700" smtClean="0">
              <a:solidFill>
                <a:srgbClr val="FFFFFF"/>
              </a:solidFill>
              <a:latin typeface="Arial Black" pitchFamily="34" charset="0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  <a:t>	Refrain: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  <a:t>	4-  TOUT LE MONDE  CRIE DE JOIE POUR JESUS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  <a:t>	Everybody, give it up for Jesus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  <a:t/>
            </a:r>
            <a:b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</a:br>
            <a: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  <a:t>	 5-  CRIONS GLOIRE  POUR NOUS IL A VAINCU 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  <a:t>	Give Him glory, for He has redeemed us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  <a:t>
	6-  TOUT LE MONDE CRIE DE JOIE POUR LUI POUR LE LOUER 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  <a:t>	Everybody, give it up for Jesus Praise His name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  <a:t>
	7-  OH OH OH 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endParaRPr lang="fr-FR" sz="2700" smtClean="0">
              <a:solidFill>
                <a:srgbClr val="FFFFFF"/>
              </a:solidFill>
              <a:latin typeface="Arial Black" pitchFamily="34" charset="0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  <a:t>8-  MON DÉSIR TE PROCLAMER SEIGNEUR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  <a:t>My desire is to lift you higher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  <a:t> 
9-  BRÛLE SI FORT DANS MON CŒUR DE PASSION JE SUIS REMPLI 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  <a:t>It's only burning brighter This passion inside of me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endParaRPr lang="fr-FR" sz="2700" smtClean="0">
              <a:solidFill>
                <a:srgbClr val="FFFFFF"/>
              </a:solidFill>
              <a:latin typeface="Arial Black" pitchFamily="34" charset="0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  <a:t>10-  OH OH QUE TOUT LE MONDE DANSE OH OH OH 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  <a:t>Oh, everybody dance now, oh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endParaRPr lang="fr-FR" sz="2700" smtClean="0">
              <a:solidFill>
                <a:srgbClr val="FFFFFF"/>
              </a:solidFill>
              <a:latin typeface="Arial Black" pitchFamily="34" charset="0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  <a:t>	Refrain:   x2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endParaRPr lang="fr-FR" sz="2700" smtClean="0">
              <a:solidFill>
                <a:srgbClr val="FFFFFF"/>
              </a:solidFill>
              <a:latin typeface="Arial Black" pitchFamily="34" charset="0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  <a:t>11-  MA LOUANGE ÉCLATERA JE NE LA RETIENDRAI PAS 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  <a:t>This praise is bursting out I can't contain it now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  <a:t>
12-  JE POUSSERAI DES CRIS DE JOIE JOIE, JOIE, 1, 2, 3, 4 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  <a:t>This praise is bursting out Out, out, 1, 2, let's go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endParaRPr lang="fr-FR" sz="2700" smtClean="0">
              <a:solidFill>
                <a:srgbClr val="FFFFFF"/>
              </a:solidFill>
              <a:latin typeface="Arial Black" pitchFamily="34" charset="0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endParaRPr lang="fr-FR" sz="2700" smtClean="0">
              <a:solidFill>
                <a:srgbClr val="FFFFFF"/>
              </a:solidFill>
              <a:latin typeface="Arial Black" pitchFamily="34" charset="0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  <a:t>	Refrain:  x2
</a:t>
            </a:r>
            <a:endParaRPr lang="fr-FR" sz="2700" dirty="0">
              <a:solidFill>
                <a:srgbClr val="FFFFFF"/>
              </a:solidFill>
              <a:latin typeface="Arial Black" pitchFamily="34" charset="0"/>
            </a:endParaRPr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LÀ CAR JÉSUS VIT EN MOI</a:t>
            </a:r>
          </a:p>
          <a:p>
            <a:r>
              <a:rPr lang="fr-FR" smtClean="0"/>
              <a:t>I'm alive ‘cause Jesus gave me life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2-  IL M'A OUVERT LA VOIE ET MAINTENANT JE VOIS </a:t>
            </a:r>
          </a:p>
          <a:p>
            <a:r>
              <a:rPr lang="fr-FR" smtClean="0"/>
              <a:t>He opened up my eyes I can see clearly now</a:t>
            </a:r>
          </a:p>
          <a:p>
            <a:endParaRPr lang="fr-FR" smtClean="0"/>
          </a:p>
          <a:p>
            <a:r>
              <a:rPr lang="fr-FR" smtClean="0"/>
              <a:t>3-  OH OH QUE TOUT LE MONDE DANSE OH OH OH </a:t>
            </a:r>
          </a:p>
          <a:p>
            <a:r>
              <a:rPr lang="fr-FR" smtClean="0"/>
              <a:t>Oh, everybody dance now, oh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4-  TOUT LE MONDE  CRIE DE JOIE POUR JESUS</a:t>
            </a:r>
          </a:p>
          <a:p>
            <a:r>
              <a:rPr lang="fr-FR" smtClean="0"/>
              <a:t>	Everybody, give it up for Jesus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 5-  CRIONS GLOIRE  POUR NOUS IL A VAINCU </a:t>
            </a:r>
          </a:p>
          <a:p>
            <a:r>
              <a:rPr lang="fr-FR" smtClean="0"/>
              <a:t>	Give Him glory, for He has redeemed us</a:t>
            </a:r>
          </a:p>
          <a:p>
            <a:r>
              <a:rPr lang="fr-FR" smtClean="0"/>
              <a:t>
	6-  TOUT LE MONDE CRIE DE JOIE POUR LUI POUR LE LOUER </a:t>
            </a:r>
          </a:p>
          <a:p>
            <a:r>
              <a:rPr lang="fr-FR" smtClean="0"/>
              <a:t>	Everybody, give it up for Jesus Praise His name</a:t>
            </a:r>
          </a:p>
          <a:p>
            <a:r>
              <a:rPr lang="fr-FR" smtClean="0"/>
              <a:t>
	7-  OH OH OH </a:t>
            </a:r>
          </a:p>
          <a:p>
            <a:endParaRPr lang="fr-FR" smtClean="0"/>
          </a:p>
          <a:p>
            <a:r>
              <a:rPr lang="fr-FR" smtClean="0"/>
              <a:t>8-  MON DÉSIR TE PROCLAMER SEIGNEUR</a:t>
            </a:r>
          </a:p>
          <a:p>
            <a:r>
              <a:rPr lang="fr-FR" smtClean="0"/>
              <a:t>My desire is to lift you higher</a:t>
            </a:r>
          </a:p>
          <a:p>
            <a:r>
              <a:rPr lang="fr-FR" smtClean="0"/>
              <a:t> 
9-  BRÛLE SI FORT DANS MON CŒUR DE PASSION JE SUIS REMPLI </a:t>
            </a:r>
          </a:p>
          <a:p>
            <a:r>
              <a:rPr lang="fr-FR" smtClean="0"/>
              <a:t>It's only burning brighter This passion inside of me</a:t>
            </a:r>
          </a:p>
          <a:p>
            <a:endParaRPr lang="fr-FR" smtClean="0"/>
          </a:p>
          <a:p>
            <a:r>
              <a:rPr lang="fr-FR" smtClean="0"/>
              <a:t>10-  OH OH QUE TOUT LE MONDE DANSE OH OH OH </a:t>
            </a:r>
          </a:p>
          <a:p>
            <a:r>
              <a:rPr lang="fr-FR" smtClean="0"/>
              <a:t>Oh, everybody dance now, oh</a:t>
            </a:r>
          </a:p>
          <a:p>
            <a:endParaRPr lang="fr-FR" smtClean="0"/>
          </a:p>
          <a:p>
            <a:r>
              <a:rPr lang="fr-FR" smtClean="0"/>
              <a:t>	Refrain:   x2</a:t>
            </a:r>
          </a:p>
          <a:p>
            <a:endParaRPr lang="fr-FR" smtClean="0"/>
          </a:p>
          <a:p>
            <a:r>
              <a:rPr lang="fr-FR" smtClean="0"/>
              <a:t>11-  MA LOUANGE ÉCLATERA JE NE LA RETIENDRAI PAS </a:t>
            </a:r>
          </a:p>
          <a:p>
            <a:r>
              <a:rPr lang="fr-FR" smtClean="0"/>
              <a:t>This praise is bursting out I can't contain it now</a:t>
            </a:r>
          </a:p>
          <a:p>
            <a:r>
              <a:rPr lang="fr-FR" smtClean="0"/>
              <a:t>
12-  JE POUSSERAI DES CRIS DE JOIE JOIE, JOIE, 1, 2, 3, 4 </a:t>
            </a:r>
          </a:p>
          <a:p>
            <a:r>
              <a:rPr lang="fr-FR" smtClean="0"/>
              <a:t>This praise is bursting out Out, out, 1, 2, let's go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Refrain:  x2
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1-  JE SUIS LÀ CAR JÉSUS VIT EN MOI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I'm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alive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 ‘cause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Jesus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 gave me life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/>
            </a:r>
            <a:b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</a:b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2-  IL M'A OUVERT LA VOIE ET MAINTENANT JE VOIS 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He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opened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 up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my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eyes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 I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can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see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clearly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now</a:t>
            </a:r>
            <a:endParaRPr lang="fr-FR" sz="2700" dirty="0" smtClean="0">
              <a:solidFill>
                <a:srgbClr val="FFFFFF"/>
              </a:solidFill>
              <a:latin typeface="Arial Black" pitchFamily="34" charset="0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endParaRPr lang="fr-FR" sz="2700" dirty="0" smtClean="0">
              <a:solidFill>
                <a:srgbClr val="FFFFFF"/>
              </a:solidFill>
              <a:latin typeface="Arial Black" pitchFamily="34" charset="0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3-  OH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OH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 QUE TOUT LE MONDE DANSE OH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OH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OH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 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Oh,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everybody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 dance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now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, oh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endParaRPr lang="fr-FR" sz="2700" dirty="0" smtClean="0">
              <a:solidFill>
                <a:srgbClr val="FFFFFF"/>
              </a:solidFill>
              <a:latin typeface="Arial Black" pitchFamily="34" charset="0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	Refrain: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	4-  TOUT LE MONDE  CRIE DE JOIE POUR JESUS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	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Everybody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,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give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it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 up for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Jesus</a:t>
            </a:r>
            <a:endParaRPr lang="fr-FR" sz="2700" dirty="0" smtClean="0">
              <a:solidFill>
                <a:srgbClr val="FFFFFF"/>
              </a:solidFill>
              <a:latin typeface="Arial Black" pitchFamily="34" charset="0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/>
            </a:r>
            <a:b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</a:b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	 5-  CRIONS GLOIRE  POUR NOUS IL A VAINCU 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	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Give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Him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glory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, for He has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redeemed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 us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
	6-  TOUT LE MONDE CRIE DE JOIE POUR LUI POUR LE LOUER 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	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Everybody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,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give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it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 up for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Jesus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Praise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His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name</a:t>
            </a:r>
            <a:endParaRPr lang="fr-FR" sz="2700" dirty="0" smtClean="0">
              <a:solidFill>
                <a:srgbClr val="FFFFFF"/>
              </a:solidFill>
              <a:latin typeface="Arial Black" pitchFamily="34" charset="0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
	7-  OH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OH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OH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 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endParaRPr lang="fr-FR" sz="2700" dirty="0" smtClean="0">
              <a:solidFill>
                <a:srgbClr val="FFFFFF"/>
              </a:solidFill>
              <a:latin typeface="Arial Black" pitchFamily="34" charset="0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8-  MON DÉSIR TE PROCLAMER SEIGNEUR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My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desire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is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 to lift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you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higher</a:t>
            </a:r>
            <a:endParaRPr lang="fr-FR" sz="2700" dirty="0" smtClean="0">
              <a:solidFill>
                <a:srgbClr val="FFFFFF"/>
              </a:solidFill>
              <a:latin typeface="Arial Black" pitchFamily="34" charset="0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 
9-  BRÛLE SI FORT DANS MON CŒUR DE PASSION JE SUIS REMPLI 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It's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only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burning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brighter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 This passion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inside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 of me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endParaRPr lang="fr-FR" sz="2700" dirty="0" smtClean="0">
              <a:solidFill>
                <a:srgbClr val="FFFFFF"/>
              </a:solidFill>
              <a:latin typeface="Arial Black" pitchFamily="34" charset="0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10-  OH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OH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 QUE TOUT LE MONDE DANSE OH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OH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OH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 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Oh,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everybody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 dance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now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, oh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endParaRPr lang="fr-FR" sz="2700" dirty="0" smtClean="0">
              <a:solidFill>
                <a:srgbClr val="FFFFFF"/>
              </a:solidFill>
              <a:latin typeface="Arial Black" pitchFamily="34" charset="0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	Refrain:   x2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endParaRPr lang="fr-FR" sz="2700" dirty="0" smtClean="0">
              <a:solidFill>
                <a:srgbClr val="FFFFFF"/>
              </a:solidFill>
              <a:latin typeface="Arial Black" pitchFamily="34" charset="0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11-  MA LOUANGE ÉCLATERA JE NE LA RETIENDRAI PAS 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This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praise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is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bursting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 out I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can't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contain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it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now</a:t>
            </a:r>
            <a:endParaRPr lang="fr-FR" sz="2700" dirty="0" smtClean="0">
              <a:solidFill>
                <a:srgbClr val="FFFFFF"/>
              </a:solidFill>
              <a:latin typeface="Arial Black" pitchFamily="34" charset="0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
12-  JE POUSSERAI DES CRIS DE JOIE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JOIE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, JOIE, 1, 2, 3, 4 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This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praise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is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bursting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 out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Out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, out, 1, 2,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let's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 go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endParaRPr lang="fr-FR" sz="2700" dirty="0" smtClean="0">
              <a:solidFill>
                <a:srgbClr val="FFFFFF"/>
              </a:solidFill>
              <a:latin typeface="Arial Black" pitchFamily="34" charset="0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endParaRPr lang="fr-FR" sz="2700" dirty="0" smtClean="0">
              <a:solidFill>
                <a:srgbClr val="FFFFFF"/>
              </a:solidFill>
              <a:latin typeface="Arial Black" pitchFamily="34" charset="0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	Refrain:  x2
</a:t>
            </a:r>
            <a:endParaRPr lang="fr-FR" sz="2700" dirty="0">
              <a:solidFill>
                <a:srgbClr val="FFFFFF"/>
              </a:solidFill>
              <a:latin typeface="Arial Black" pitchFamily="34" charset="0"/>
            </a:endParaRPr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LÀ CAR JÉSUS VIT EN MOI</a:t>
            </a:r>
          </a:p>
          <a:p>
            <a:r>
              <a:rPr lang="fr-FR" smtClean="0"/>
              <a:t>I'm alive ‘cause Jesus gave me life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2-  IL M'A OUVERT LA VOIE ET MAINTENANT JE VOIS </a:t>
            </a:r>
          </a:p>
          <a:p>
            <a:r>
              <a:rPr lang="fr-FR" smtClean="0"/>
              <a:t>He opened up my eyes I can see clearly now</a:t>
            </a:r>
          </a:p>
          <a:p>
            <a:endParaRPr lang="fr-FR" smtClean="0"/>
          </a:p>
          <a:p>
            <a:r>
              <a:rPr lang="fr-FR" smtClean="0"/>
              <a:t>3-  OH OH QUE TOUT LE MONDE DANSE OH OH OH </a:t>
            </a:r>
          </a:p>
          <a:p>
            <a:r>
              <a:rPr lang="fr-FR" smtClean="0"/>
              <a:t>Oh, everybody dance now, oh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4-  TOUT LE MONDE  CRIE DE JOIE POUR JESUS</a:t>
            </a:r>
          </a:p>
          <a:p>
            <a:r>
              <a:rPr lang="fr-FR" smtClean="0"/>
              <a:t>	Everybody, give it up for Jesus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 5-  CRIONS GLOIRE  POUR NOUS IL A VAINCU </a:t>
            </a:r>
          </a:p>
          <a:p>
            <a:r>
              <a:rPr lang="fr-FR" smtClean="0"/>
              <a:t>	Give Him glory, for He has redeemed us</a:t>
            </a:r>
          </a:p>
          <a:p>
            <a:r>
              <a:rPr lang="fr-FR" smtClean="0"/>
              <a:t>
	6-  TOUT LE MONDE CRIE DE JOIE POUR LUI POUR LE LOUER </a:t>
            </a:r>
          </a:p>
          <a:p>
            <a:r>
              <a:rPr lang="fr-FR" smtClean="0"/>
              <a:t>	Everybody, give it up for Jesus Praise His name</a:t>
            </a:r>
          </a:p>
          <a:p>
            <a:r>
              <a:rPr lang="fr-FR" smtClean="0"/>
              <a:t>
	7-  OH OH OH </a:t>
            </a:r>
          </a:p>
          <a:p>
            <a:endParaRPr lang="fr-FR" smtClean="0"/>
          </a:p>
          <a:p>
            <a:r>
              <a:rPr lang="fr-FR" smtClean="0"/>
              <a:t>8-  MON DÉSIR TE PROCLAMER SEIGNEUR</a:t>
            </a:r>
          </a:p>
          <a:p>
            <a:r>
              <a:rPr lang="fr-FR" smtClean="0"/>
              <a:t>My desire is to lift you higher</a:t>
            </a:r>
          </a:p>
          <a:p>
            <a:r>
              <a:rPr lang="fr-FR" smtClean="0"/>
              <a:t> 
9-  BRÛLE SI FORT DANS MON CŒUR DE PASSION JE SUIS REMPLI </a:t>
            </a:r>
          </a:p>
          <a:p>
            <a:r>
              <a:rPr lang="fr-FR" smtClean="0"/>
              <a:t>It's only burning brighter This passion inside of me</a:t>
            </a:r>
          </a:p>
          <a:p>
            <a:endParaRPr lang="fr-FR" smtClean="0"/>
          </a:p>
          <a:p>
            <a:r>
              <a:rPr lang="fr-FR" smtClean="0"/>
              <a:t>10-  OH OH QUE TOUT LE MONDE DANSE OH OH OH </a:t>
            </a:r>
          </a:p>
          <a:p>
            <a:r>
              <a:rPr lang="fr-FR" smtClean="0"/>
              <a:t>Oh, everybody dance now, oh</a:t>
            </a:r>
          </a:p>
          <a:p>
            <a:endParaRPr lang="fr-FR" smtClean="0"/>
          </a:p>
          <a:p>
            <a:r>
              <a:rPr lang="fr-FR" smtClean="0"/>
              <a:t>	Refrain:   x2</a:t>
            </a:r>
          </a:p>
          <a:p>
            <a:endParaRPr lang="fr-FR" smtClean="0"/>
          </a:p>
          <a:p>
            <a:r>
              <a:rPr lang="fr-FR" smtClean="0"/>
              <a:t>11-  MA LOUANGE ÉCLATERA JE NE LA RETIENDRAI PAS </a:t>
            </a:r>
          </a:p>
          <a:p>
            <a:r>
              <a:rPr lang="fr-FR" smtClean="0"/>
              <a:t>This praise is bursting out I can't contain it now</a:t>
            </a:r>
          </a:p>
          <a:p>
            <a:r>
              <a:rPr lang="fr-FR" smtClean="0"/>
              <a:t>
12-  JE POUSSERAI DES CRIS DE JOIE JOIE, JOIE, 1, 2, 3, 4 </a:t>
            </a:r>
          </a:p>
          <a:p>
            <a:r>
              <a:rPr lang="fr-FR" smtClean="0"/>
              <a:t>This praise is bursting out Out, out, 1, 2, let's go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Refrain:  x2
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1-  JE SUIS LÀ CAR JÉSUS VIT EN MOI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I'm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alive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 ‘cause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Jesus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 gave me life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/>
            </a:r>
            <a:b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</a:b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2-  IL M'A OUVERT LA VOIE ET MAINTENANT JE VOIS 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He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opened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 up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my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eyes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 I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can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see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clearly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now</a:t>
            </a:r>
            <a:endParaRPr lang="fr-FR" sz="2700" dirty="0" smtClean="0">
              <a:solidFill>
                <a:srgbClr val="FFFFFF"/>
              </a:solidFill>
              <a:latin typeface="Arial Black" pitchFamily="34" charset="0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endParaRPr lang="fr-FR" sz="2700" dirty="0" smtClean="0">
              <a:solidFill>
                <a:srgbClr val="FFFFFF"/>
              </a:solidFill>
              <a:latin typeface="Arial Black" pitchFamily="34" charset="0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3-  OH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OH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 QUE TOUT LE MONDE DANSE OH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OH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OH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 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Oh,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everybody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 dance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now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, oh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endParaRPr lang="fr-FR" sz="2700" dirty="0" smtClean="0">
              <a:solidFill>
                <a:srgbClr val="FFFFFF"/>
              </a:solidFill>
              <a:latin typeface="Arial Black" pitchFamily="34" charset="0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	Refrain: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	4-  TOUT LE MONDE  CRIE DE JOIE POUR JESUS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	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Everybody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,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give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it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 up for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Jesus</a:t>
            </a:r>
            <a:endParaRPr lang="fr-FR" sz="2700" dirty="0" smtClean="0">
              <a:solidFill>
                <a:srgbClr val="FFFFFF"/>
              </a:solidFill>
              <a:latin typeface="Arial Black" pitchFamily="34" charset="0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/>
            </a:r>
            <a:b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</a:b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	 5-  CRIONS GLOIRE  POUR NOUS IL A VAINCU 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	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Give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Him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glory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, for He has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redeemed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 us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
	6-  TOUT LE MONDE CRIE DE JOIE POUR LUI POUR LE LOUER 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	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Everybody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,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give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it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 up for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Jesus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Praise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His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name</a:t>
            </a:r>
            <a:endParaRPr lang="fr-FR" sz="2700" dirty="0" smtClean="0">
              <a:solidFill>
                <a:srgbClr val="FFFFFF"/>
              </a:solidFill>
              <a:latin typeface="Arial Black" pitchFamily="34" charset="0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
	7-  OH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OH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OH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 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endParaRPr lang="fr-FR" sz="2700" dirty="0" smtClean="0">
              <a:solidFill>
                <a:srgbClr val="FFFFFF"/>
              </a:solidFill>
              <a:latin typeface="Arial Black" pitchFamily="34" charset="0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8-  MON DÉSIR TE PROCLAMER SEIGNEUR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My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desire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is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 to lift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you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higher</a:t>
            </a:r>
            <a:endParaRPr lang="fr-FR" sz="2700" dirty="0" smtClean="0">
              <a:solidFill>
                <a:srgbClr val="FFFFFF"/>
              </a:solidFill>
              <a:latin typeface="Arial Black" pitchFamily="34" charset="0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 
9-  BRÛLE SI FORT DANS MON CŒUR DE PASSION JE SUIS REMPLI 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It's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only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burning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brighter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 This passion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inside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 of me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endParaRPr lang="fr-FR" sz="2700" dirty="0" smtClean="0">
              <a:solidFill>
                <a:srgbClr val="FFFFFF"/>
              </a:solidFill>
              <a:latin typeface="Arial Black" pitchFamily="34" charset="0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10-  OH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OH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 QUE TOUT LE MONDE DANSE OH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OH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OH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 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Oh,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everybody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 dance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now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, oh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endParaRPr lang="fr-FR" sz="2700" dirty="0" smtClean="0">
              <a:solidFill>
                <a:srgbClr val="FFFFFF"/>
              </a:solidFill>
              <a:latin typeface="Arial Black" pitchFamily="34" charset="0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	Refrain:   x2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endParaRPr lang="fr-FR" sz="2700" dirty="0" smtClean="0">
              <a:solidFill>
                <a:srgbClr val="FFFFFF"/>
              </a:solidFill>
              <a:latin typeface="Arial Black" pitchFamily="34" charset="0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11-  MA LOUANGE ÉCLATERA JE NE LA RETIENDRAI PAS 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This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praise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is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bursting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 out I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can't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contain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it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now</a:t>
            </a:r>
            <a:endParaRPr lang="fr-FR" sz="2700" dirty="0" smtClean="0">
              <a:solidFill>
                <a:srgbClr val="FFFFFF"/>
              </a:solidFill>
              <a:latin typeface="Arial Black" pitchFamily="34" charset="0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
12-  JE POUSSERAI DES CRIS DE JOIE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JOIE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, JOIE, 1, 2, 3, 4 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This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praise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is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bursting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 out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Out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, out, 1, 2,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let's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 go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endParaRPr lang="fr-FR" sz="2700" dirty="0" smtClean="0">
              <a:solidFill>
                <a:srgbClr val="FFFFFF"/>
              </a:solidFill>
              <a:latin typeface="Arial Black" pitchFamily="34" charset="0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endParaRPr lang="fr-FR" sz="2700" dirty="0" smtClean="0">
              <a:solidFill>
                <a:srgbClr val="FFFFFF"/>
              </a:solidFill>
              <a:latin typeface="Arial Black" pitchFamily="34" charset="0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	Refrain:  x2
</a:t>
            </a:r>
            <a:endParaRPr lang="fr-FR" sz="2700" dirty="0">
              <a:solidFill>
                <a:srgbClr val="FFFFFF"/>
              </a:solidFill>
              <a:latin typeface="Arial Black" pitchFamily="34" charset="0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LÀ CAR JÉSUS VIT EN MOI</a:t>
            </a:r>
          </a:p>
          <a:p>
            <a:r>
              <a:rPr lang="fr-FR" smtClean="0"/>
              <a:t>I'm alive ‘cause Jesus gave me life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2-  IL M'A OUVERT LA VOIE ET MAINTENANT JE VOIS </a:t>
            </a:r>
          </a:p>
          <a:p>
            <a:r>
              <a:rPr lang="fr-FR" smtClean="0"/>
              <a:t>He opened up my eyes I can see clearly now</a:t>
            </a:r>
          </a:p>
          <a:p>
            <a:endParaRPr lang="fr-FR" smtClean="0"/>
          </a:p>
          <a:p>
            <a:r>
              <a:rPr lang="fr-FR" smtClean="0"/>
              <a:t>3-  OH OH QUE TOUT LE MONDE DANSE OH OH OH </a:t>
            </a:r>
          </a:p>
          <a:p>
            <a:r>
              <a:rPr lang="fr-FR" smtClean="0"/>
              <a:t>Oh, everybody dance now, oh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4-  TOUT LE MONDE  CRIE DE JOIE POUR JESUS</a:t>
            </a:r>
          </a:p>
          <a:p>
            <a:r>
              <a:rPr lang="fr-FR" smtClean="0"/>
              <a:t>	Everybody, give it up for Jesus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 5-  CRIONS GLOIRE  POUR NOUS IL A VAINCU </a:t>
            </a:r>
          </a:p>
          <a:p>
            <a:r>
              <a:rPr lang="fr-FR" smtClean="0"/>
              <a:t>	Give Him glory, for He has redeemed us</a:t>
            </a:r>
          </a:p>
          <a:p>
            <a:r>
              <a:rPr lang="fr-FR" smtClean="0"/>
              <a:t>
	6-  TOUT LE MONDE CRIE DE JOIE POUR LUI POUR LE LOUER </a:t>
            </a:r>
          </a:p>
          <a:p>
            <a:r>
              <a:rPr lang="fr-FR" smtClean="0"/>
              <a:t>	Everybody, give it up for Jesus Praise His name</a:t>
            </a:r>
          </a:p>
          <a:p>
            <a:r>
              <a:rPr lang="fr-FR" smtClean="0"/>
              <a:t>
	7-  OH OH OH </a:t>
            </a:r>
          </a:p>
          <a:p>
            <a:endParaRPr lang="fr-FR" smtClean="0"/>
          </a:p>
          <a:p>
            <a:r>
              <a:rPr lang="fr-FR" smtClean="0"/>
              <a:t>8-  MON DÉSIR TE PROCLAMER SEIGNEUR</a:t>
            </a:r>
          </a:p>
          <a:p>
            <a:r>
              <a:rPr lang="fr-FR" smtClean="0"/>
              <a:t>My desire is to lift you higher</a:t>
            </a:r>
          </a:p>
          <a:p>
            <a:r>
              <a:rPr lang="fr-FR" smtClean="0"/>
              <a:t> 
9-  BRÛLE SI FORT DANS MON CŒUR DE PASSION JE SUIS REMPLI </a:t>
            </a:r>
          </a:p>
          <a:p>
            <a:r>
              <a:rPr lang="fr-FR" smtClean="0"/>
              <a:t>It's only burning brighter This passion inside of me</a:t>
            </a:r>
          </a:p>
          <a:p>
            <a:endParaRPr lang="fr-FR" smtClean="0"/>
          </a:p>
          <a:p>
            <a:r>
              <a:rPr lang="fr-FR" smtClean="0"/>
              <a:t>10-  OH OH QUE TOUT LE MONDE DANSE OH OH OH </a:t>
            </a:r>
          </a:p>
          <a:p>
            <a:r>
              <a:rPr lang="fr-FR" smtClean="0"/>
              <a:t>Oh, everybody dance now, oh</a:t>
            </a:r>
          </a:p>
          <a:p>
            <a:endParaRPr lang="fr-FR" smtClean="0"/>
          </a:p>
          <a:p>
            <a:r>
              <a:rPr lang="fr-FR" smtClean="0"/>
              <a:t>	Refrain:   x2</a:t>
            </a:r>
          </a:p>
          <a:p>
            <a:endParaRPr lang="fr-FR" smtClean="0"/>
          </a:p>
          <a:p>
            <a:r>
              <a:rPr lang="fr-FR" smtClean="0"/>
              <a:t>11-  MA LOUANGE ÉCLATERA JE NE LA RETIENDRAI PAS </a:t>
            </a:r>
          </a:p>
          <a:p>
            <a:r>
              <a:rPr lang="fr-FR" smtClean="0"/>
              <a:t>This praise is bursting out I can't contain it now</a:t>
            </a:r>
          </a:p>
          <a:p>
            <a:r>
              <a:rPr lang="fr-FR" smtClean="0"/>
              <a:t>
12-  JE POUSSERAI DES CRIS DE JOIE JOIE, JOIE, 1, 2, 3, 4 </a:t>
            </a:r>
          </a:p>
          <a:p>
            <a:r>
              <a:rPr lang="fr-FR" smtClean="0"/>
              <a:t>This praise is bursting out Out, out, 1, 2, let's go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Refrain:  x2
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64ED0E6-A2FC-434F-A5F9-A8769B00D114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707CD81-5FCF-4858-A418-0F6F6003A70F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A0E9C2F-F9C0-4165-91B3-431CF348602A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A63D517-2226-45AD-9C1E-5FB8A5B06ED2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8C7895B-5138-4799-849C-9D804C748EAF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CE73460-D61A-4ED7-829E-5B798577EE5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C3DA4BC-647C-49F6-B71E-F425955CE8D9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B77B9E6-437B-47C2-A58B-B868B957178F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819A217-AEF6-4742-8C48-DC87839FB63B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4AC3501-29B7-485D-9394-D0914A20F16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83FFA6E-5AF3-4A8C-9D2A-E8D012BA108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1897AC8C-3993-438B-86D9-138A7FAC5934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SUIS LÀ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CAR JÉSUS VIT EN MOI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IL M'A OUVERT LA VOIE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MAINTENANT JE VOIS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OH OH ! QUE TOUT LE MONDE DANSE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OH OH OH !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TOUT LE MONDE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CRIE DE JOIE POUR JÉSUS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CRIONS GLOIRE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POUR NOUS IL A VAINCU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TOUT LE MONDE CRIE DE JOIE POUR LUI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POUR LE LOUER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OH OH OH !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MON DÉSIR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TE PROCLAMER SEIGNEUR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BRÛLE SI FORT DANS MON CŒUR 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DE PASSION JE SUIS REMPLI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OH OH ! QUE TOUT LE MONDE DANSE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OH OH OH !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MA LOUANGE ÉCLATERA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NE LA RETIENDRAI PAS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POUSSERAI DES CRIS DE JOIE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JOIE, JOIE,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1, 2, 3, 4 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1618</TotalTime>
  <Words>479</Words>
  <Application>Microsoft Office PowerPoint</Application>
  <PresentationFormat>Affichage à l'écran (4:3)</PresentationFormat>
  <Paragraphs>831</Paragraphs>
  <Slides>12</Slides>
  <Notes>12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12</vt:i4>
      </vt:variant>
    </vt:vector>
  </HeadingPairs>
  <TitlesOfParts>
    <vt:vector size="13" baseType="lpstr">
      <vt:lpstr>Default Design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  <vt:lpstr>Diapositive 8</vt:lpstr>
      <vt:lpstr>Diapositive 9</vt:lpstr>
      <vt:lpstr>Diapositive 10</vt:lpstr>
      <vt:lpstr>Diapositive 11</vt:lpstr>
      <vt:lpstr>Diapositive 12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</cp:lastModifiedBy>
  <cp:revision>167</cp:revision>
  <dcterms:created xsi:type="dcterms:W3CDTF">2002-08-17T10:50:50Z</dcterms:created>
  <dcterms:modified xsi:type="dcterms:W3CDTF">2019-05-25T23:42:36Z</dcterms:modified>
</cp:coreProperties>
</file>