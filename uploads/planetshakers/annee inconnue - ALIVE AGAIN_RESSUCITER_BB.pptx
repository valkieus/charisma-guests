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6" r:id="rId2"/>
    <p:sldId id="319" r:id="rId3"/>
    <p:sldId id="318" r:id="rId4"/>
    <p:sldId id="317" r:id="rId5"/>
    <p:sldId id="316" r:id="rId6"/>
    <p:sldId id="314" r:id="rId7"/>
    <p:sldId id="313" r:id="rId8"/>
    <p:sldId id="312" r:id="rId9"/>
    <p:sldId id="311" r:id="rId10"/>
    <p:sldId id="310" r:id="rId11"/>
    <p:sldId id="309" r:id="rId12"/>
    <p:sldId id="307" r:id="rId13"/>
    <p:sldId id="305" r:id="rId14"/>
    <p:sldId id="304" r:id="rId15"/>
    <p:sldId id="303" r:id="rId16"/>
    <p:sldId id="302" r:id="rId17"/>
    <p:sldId id="301" r:id="rId18"/>
    <p:sldId id="297" r:id="rId19"/>
    <p:sldId id="320" r:id="rId20"/>
    <p:sldId id="321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13600" autoAdjust="0"/>
    <p:restoredTop sz="51009" autoAdjust="0"/>
  </p:normalViewPr>
  <p:slideViewPr>
    <p:cSldViewPr>
      <p:cViewPr>
        <p:scale>
          <a:sx n="35" d="100"/>
          <a:sy n="35" d="100"/>
        </p:scale>
        <p:origin x="-138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6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celebrate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lifting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celebrate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lifting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ET TU FAIS CHANTER MON CŒUR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QUE TOUT LE MONDE SOIT PRÊT C'EST L'HEURE DE CÉLÉBRER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celebrate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10-  NOUS CHANTERONS À JAMAIS QUE TON NOM SOIT ÉLEVÉ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lifting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11-  CAR TU M'AIMES TANT SEIGNEUR ET TU FAIS CHANTER MON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OUUUHHH EN TOI JE PEUX RESSUCITER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(WHOOA) LE TEMPS EST ARRIVÉ (WHOOA) OÙ TOUT VA CHANGER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15-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16-  TU ES BON (TU ES BON)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(WHOOA) LE TEMPS EST ARRIVÉ (WHOOA) OÙ TOUT VA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LOUE, JE TE LOUE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20-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</a:t>
            </a:r>
          </a:p>
          <a:p>
            <a:r>
              <a:rPr lang="fr-FR" smtClean="0"/>
              <a:t>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</a:t>
            </a:r>
          </a:p>
          <a:p>
            <a:r>
              <a:rPr lang="fr-FR" smtClean="0"/>
              <a:t>	‘Cause You keep on loving me</a:t>
            </a:r>
          </a:p>
          <a:p>
            <a:r>
              <a:rPr lang="fr-FR" smtClean="0"/>
              <a:t>
	4-  ET TU FAIS CHANTER MON CŒUR  </a:t>
            </a:r>
          </a:p>
          <a:p>
            <a:r>
              <a:rPr lang="fr-FR" smtClean="0"/>
              <a:t>	And You cause my heart to sing</a:t>
            </a:r>
          </a:p>
          <a:p>
            <a:endParaRPr lang="fr-FR" smtClean="0"/>
          </a:p>
          <a:p>
            <a:r>
              <a:rPr lang="fr-FR" smtClean="0"/>
              <a:t>	Refrain :
	5-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6-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7-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8-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
9-  QUE TOUT LE MONDE SOIT PRÊT C'EST L'HEURE DE CÉLÉBRER</a:t>
            </a:r>
          </a:p>
          <a:p>
            <a:r>
              <a:rPr lang="fr-FR" smtClean="0"/>
              <a:t>So, come on everybody It's time to celebrate</a:t>
            </a:r>
          </a:p>
          <a:p>
            <a:r>
              <a:rPr lang="fr-FR" smtClean="0"/>
              <a:t> 
10-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11-  CAR TU M'AIMES TANT SEIGNEUR ET TU FAIS CHANTER MON CŒUR </a:t>
            </a:r>
          </a:p>
          <a:p>
            <a:r>
              <a:rPr lang="fr-FR" smtClean="0"/>
              <a:t>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12-  OUUUHHH EN TOI JE PEUX RESSUCITER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13- (WHOOA) LE TEMPS EST ARRIVÉ (WHOOA) OÙ TOUT VA CHANGER</a:t>
            </a:r>
          </a:p>
          <a:p>
            <a:endParaRPr lang="fr-FR" smtClean="0"/>
          </a:p>
          <a:p>
            <a:r>
              <a:rPr lang="fr-FR" smtClean="0"/>
              <a:t>	(Woah) This is the moment (Woah) Everything changes </a:t>
            </a:r>
          </a:p>
          <a:p>
            <a:r>
              <a:rPr lang="fr-FR" smtClean="0"/>
              <a:t>
	14-  (WHOOA) OÙ TOUT VA CHANGER (WHOOA) TU ES MA PERCÉ </a:t>
            </a:r>
          </a:p>
          <a:p>
            <a:r>
              <a:rPr lang="fr-FR" smtClean="0"/>
              <a:t>	 (Woah) You are my breakthrough</a:t>
            </a:r>
          </a:p>
          <a:p>
            <a:r>
              <a:rPr lang="fr-FR" smtClean="0"/>
              <a:t>
	15-  JE TE LOUE, JE TE LOUE </a:t>
            </a:r>
          </a:p>
          <a:p>
            <a:r>
              <a:rPr lang="fr-FR" smtClean="0"/>
              <a:t>	I praise You, I praise You</a:t>
            </a:r>
          </a:p>
          <a:p>
            <a:endParaRPr lang="fr-FR" smtClean="0"/>
          </a:p>
          <a:p>
            <a:r>
              <a:rPr lang="fr-FR" smtClean="0"/>
              <a:t>Pont :
16-  TU ES BON (TU ES BON)  x4</a:t>
            </a:r>
          </a:p>
          <a:p>
            <a:r>
              <a:rPr lang="fr-FR" smtClean="0"/>
              <a:t>You are good, (You are good)</a:t>
            </a:r>
          </a:p>
          <a:p>
            <a:endParaRPr lang="fr-FR" smtClean="0"/>
          </a:p>
          <a:p>
            <a:r>
              <a:rPr lang="fr-FR" smtClean="0"/>
              <a:t>
17-  (WHOOA) LE TEMPS EST ARRIVÉ (WHOOA) OÙ TOUT VA CHANGER </a:t>
            </a:r>
          </a:p>
          <a:p>
            <a:r>
              <a:rPr lang="fr-FR" smtClean="0"/>
              <a:t>This is the moment (Woah) Everything changes</a:t>
            </a:r>
          </a:p>
          <a:p>
            <a:r>
              <a:rPr lang="fr-FR" smtClean="0"/>
              <a:t>
18-  (WHOOA) TU ES MA PERCÉ </a:t>
            </a:r>
          </a:p>
          <a:p>
            <a:r>
              <a:rPr lang="fr-FR" smtClean="0"/>
              <a:t>(Woah) You are my breakthrough</a:t>
            </a:r>
          </a:p>
          <a:p>
            <a:r>
              <a:rPr lang="fr-FR" smtClean="0"/>
              <a:t>
19-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20-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PENSE À TOUTE TA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EST SUBMERGÉ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POURRAIS-JE TE REMERCIER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 QUE TU AS FAIT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M'AIMES TANT,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FAIS CHANTER MON CŒUR</a:t>
            </a:r>
          </a:p>
          <a:p>
            <a:pPr algn="ctr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OUUUHHH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RESSUCITER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LE MONDE SOIT PRÊT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L'HEURE DE CÉLÉBRER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CHANTERONS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ÉLEVÉ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M'AIMES TANT,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FAIS CHANTER MON CŒUR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OUUUHHH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RESSUCITER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 (TU ES BON)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 (TU ES BON)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1058</Words>
  <Application>Microsoft Office PowerPoint</Application>
  <PresentationFormat>Affichage à l'écran (4:3)</PresentationFormat>
  <Paragraphs>2070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168</cp:revision>
  <dcterms:created xsi:type="dcterms:W3CDTF">2002-08-17T10:50:50Z</dcterms:created>
  <dcterms:modified xsi:type="dcterms:W3CDTF">2019-05-26T06:29:19Z</dcterms:modified>
</cp:coreProperties>
</file>