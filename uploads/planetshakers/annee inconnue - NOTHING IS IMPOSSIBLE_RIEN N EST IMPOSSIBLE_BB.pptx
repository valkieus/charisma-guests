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47890" autoAdjust="0"/>
  </p:normalViewPr>
  <p:slideViewPr>
    <p:cSldViewPr>
      <p:cViewPr>
        <p:scale>
          <a:sx n="37" d="100"/>
          <a:sy n="37" d="100"/>
        </p:scale>
        <p:origin x="-132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Refrain : </a:t>
            </a:r>
          </a:p>
          <a:p>
            <a:pPr>
              <a:defRPr/>
            </a:pPr>
            <a:r>
              <a:rPr lang="fr-FR" dirty="0" smtClean="0"/>
              <a:t>	1-  EN TOI JE PEUX TOUT ACCOMPLIR  JE PEUX TOUT RÉUSSIR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I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do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dirty="0" smtClean="0"/>
              <a:t>	ʻCause </a:t>
            </a:r>
            <a:r>
              <a:rPr lang="fr-FR" dirty="0" err="1" smtClean="0"/>
              <a:t>it's</a:t>
            </a:r>
            <a:r>
              <a:rPr lang="fr-FR" dirty="0" smtClean="0"/>
              <a:t> You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gives</a:t>
            </a:r>
            <a:r>
              <a:rPr lang="fr-FR" dirty="0" smtClean="0"/>
              <a:t> me </a:t>
            </a:r>
            <a:r>
              <a:rPr lang="fr-FR" dirty="0" err="1" smtClean="0"/>
              <a:t>strength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r>
              <a:rPr lang="fr-FR" dirty="0" smtClean="0"/>
              <a:t>
	3-  EN TOI TOUT EST RESTAURÉE  LES FORTERESSES BRISÉES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</a:t>
            </a:r>
            <a:r>
              <a:rPr lang="fr-FR" dirty="0" err="1" smtClean="0"/>
              <a:t>blind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are </a:t>
            </a:r>
            <a:r>
              <a:rPr lang="fr-FR" dirty="0" err="1" smtClean="0"/>
              <a:t>opened</a:t>
            </a:r>
            <a:r>
              <a:rPr lang="fr-FR" dirty="0" smtClean="0"/>
              <a:t> </a:t>
            </a:r>
            <a:r>
              <a:rPr lang="fr-FR" dirty="0" err="1" smtClean="0"/>
              <a:t>Strongholds</a:t>
            </a:r>
            <a:r>
              <a:rPr lang="fr-FR" dirty="0" smtClean="0"/>
              <a:t> are </a:t>
            </a:r>
            <a:r>
              <a:rPr lang="fr-FR" dirty="0" err="1" smtClean="0"/>
              <a:t>broken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4-  JE VIVRAI PAR LA FOI JE SAIS QUE RIEN N'EST IMPOSSIBLE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am</a:t>
            </a:r>
            <a:r>
              <a:rPr lang="fr-FR" dirty="0" smtClean="0"/>
              <a:t> living by </a:t>
            </a:r>
            <a:r>
              <a:rPr lang="fr-FR" dirty="0" err="1" smtClean="0"/>
              <a:t>faith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, </a:t>
            </a: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AU FOND JE SAIS QUE TU ES AVEC MOI JE SAIS QUE TU PEUX TOUT ACCOMPLIR  
</a:t>
            </a:r>
            <a:r>
              <a:rPr lang="fr-FR" dirty="0" err="1" smtClean="0"/>
              <a:t>Deep</a:t>
            </a:r>
            <a:r>
              <a:rPr lang="fr-FR" dirty="0" smtClean="0"/>
              <a:t> down I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Youʼre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 I know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</a:t>
            </a:r>
          </a:p>
          <a:p>
            <a:pPr>
              <a:defRPr/>
            </a:pPr>
            <a:r>
              <a:rPr lang="fr-FR" dirty="0" smtClean="0"/>
              <a:t>7-  OUI JE CROIS, OUI JE CROIS OUI CROIS, OUI JE CROIS EN TOI  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 in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</a:t>
            </a:r>
          </a:p>
          <a:p>
            <a:r>
              <a:rPr lang="fr-FR" smtClean="0"/>
              <a:t>
	2-  CAR C'EST TOI QUI ME REND FORT  JE SAIS QUE RIEN N'EST IMPOSSIBLE </a:t>
            </a:r>
          </a:p>
          <a:p>
            <a:r>
              <a:rPr lang="fr-FR" smtClean="0"/>
              <a:t>	ʻCause it's You who gives me strength Nothing is impossible</a:t>
            </a:r>
          </a:p>
          <a:p>
            <a:r>
              <a:rPr lang="fr-FR" smtClean="0"/>
              <a:t>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endParaRPr lang="fr-FR" smtClean="0"/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</a:t>
            </a:r>
          </a:p>
          <a:p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dirty="0" smtClean="0"/>
              <a:t>	1-  EN TOI JE PEUX TOUT ACCOMPLIR  JE PEUX TOUT RÉUSSIR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I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do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dirty="0" smtClean="0"/>
              <a:t>	ʻCause </a:t>
            </a:r>
            <a:r>
              <a:rPr lang="fr-FR" dirty="0" err="1" smtClean="0"/>
              <a:t>it's</a:t>
            </a:r>
            <a:r>
              <a:rPr lang="fr-FR" dirty="0" smtClean="0"/>
              <a:t> You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gives</a:t>
            </a:r>
            <a:r>
              <a:rPr lang="fr-FR" dirty="0" smtClean="0"/>
              <a:t> me </a:t>
            </a:r>
            <a:r>
              <a:rPr lang="fr-FR" dirty="0" err="1" smtClean="0"/>
              <a:t>strength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r>
              <a:rPr lang="fr-FR" dirty="0" smtClean="0"/>
              <a:t>
	3-  EN TOI TOUT EST RESTAURÉE  LES FORTERESSES BRISÉES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</a:t>
            </a:r>
            <a:r>
              <a:rPr lang="fr-FR" dirty="0" err="1" smtClean="0"/>
              <a:t>blind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are </a:t>
            </a:r>
            <a:r>
              <a:rPr lang="fr-FR" dirty="0" err="1" smtClean="0"/>
              <a:t>opened</a:t>
            </a:r>
            <a:r>
              <a:rPr lang="fr-FR" dirty="0" smtClean="0"/>
              <a:t> </a:t>
            </a:r>
            <a:r>
              <a:rPr lang="fr-FR" dirty="0" err="1" smtClean="0"/>
              <a:t>Strongholds</a:t>
            </a:r>
            <a:r>
              <a:rPr lang="fr-FR" dirty="0" smtClean="0"/>
              <a:t> are </a:t>
            </a:r>
            <a:r>
              <a:rPr lang="fr-FR" dirty="0" err="1" smtClean="0"/>
              <a:t>broken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4-  JE VIVRAI PAR LA FOI JE SAIS QUE RIEN N'EST IMPOSSIBLE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am</a:t>
            </a:r>
            <a:r>
              <a:rPr lang="fr-FR" dirty="0" smtClean="0"/>
              <a:t> living by </a:t>
            </a:r>
            <a:r>
              <a:rPr lang="fr-FR" dirty="0" err="1" smtClean="0"/>
              <a:t>faith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, </a:t>
            </a: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AU FOND JE SAIS QUE TU ES AVEC MOI JE SAIS QUE TU PEUX TOUT ACCOMPLIR  
</a:t>
            </a:r>
            <a:r>
              <a:rPr lang="fr-FR" dirty="0" err="1" smtClean="0"/>
              <a:t>Deep</a:t>
            </a:r>
            <a:r>
              <a:rPr lang="fr-FR" dirty="0" smtClean="0"/>
              <a:t> down I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Youʼre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 I know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</a:t>
            </a:r>
          </a:p>
          <a:p>
            <a:pPr>
              <a:defRPr/>
            </a:pPr>
            <a:r>
              <a:rPr lang="fr-FR" dirty="0" smtClean="0"/>
              <a:t>7-  OUI JE CROIS, OUI JE CROIS OUI CROIS, OUI JE CROIS EN TOI  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 in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</a:t>
            </a:r>
          </a:p>
          <a:p>
            <a:r>
              <a:rPr lang="fr-FR" smtClean="0"/>
              <a:t>
	2-  CAR C'EST TOI QUI ME REND FORT  JE SAIS QUE RIEN N'EST IMPOSSIBLE </a:t>
            </a:r>
          </a:p>
          <a:p>
            <a:r>
              <a:rPr lang="fr-FR" smtClean="0"/>
              <a:t>	ʻCause it's You who gives me strength Nothing is impossible</a:t>
            </a:r>
          </a:p>
          <a:p>
            <a:r>
              <a:rPr lang="fr-FR" smtClean="0"/>
              <a:t>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endParaRPr lang="fr-FR" smtClean="0"/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</a:t>
            </a:r>
          </a:p>
          <a:p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Refrain : </a:t>
            </a:r>
          </a:p>
          <a:p>
            <a:pPr>
              <a:defRPr/>
            </a:pPr>
            <a:r>
              <a:rPr lang="fr-FR" dirty="0" smtClean="0"/>
              <a:t>	1-  EN TOI JE PEUX TOUT ACCOMPLIR  JE PEUX TOUT RÉUSSIR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I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do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dirty="0" smtClean="0"/>
              <a:t>	ʻCause </a:t>
            </a:r>
            <a:r>
              <a:rPr lang="fr-FR" dirty="0" err="1" smtClean="0"/>
              <a:t>it's</a:t>
            </a:r>
            <a:r>
              <a:rPr lang="fr-FR" dirty="0" smtClean="0"/>
              <a:t> You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gives</a:t>
            </a:r>
            <a:r>
              <a:rPr lang="fr-FR" dirty="0" smtClean="0"/>
              <a:t> me </a:t>
            </a:r>
            <a:r>
              <a:rPr lang="fr-FR" dirty="0" err="1" smtClean="0"/>
              <a:t>strength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r>
              <a:rPr lang="fr-FR" dirty="0" smtClean="0"/>
              <a:t>
	3-  EN TOI TOUT EST RESTAURÉE  LES FORTERESSES BRISÉES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</a:t>
            </a:r>
            <a:r>
              <a:rPr lang="fr-FR" dirty="0" err="1" smtClean="0"/>
              <a:t>blind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are </a:t>
            </a:r>
            <a:r>
              <a:rPr lang="fr-FR" dirty="0" err="1" smtClean="0"/>
              <a:t>opened</a:t>
            </a:r>
            <a:r>
              <a:rPr lang="fr-FR" dirty="0" smtClean="0"/>
              <a:t> </a:t>
            </a:r>
            <a:r>
              <a:rPr lang="fr-FR" dirty="0" err="1" smtClean="0"/>
              <a:t>Strongholds</a:t>
            </a:r>
            <a:r>
              <a:rPr lang="fr-FR" dirty="0" smtClean="0"/>
              <a:t> are </a:t>
            </a:r>
            <a:r>
              <a:rPr lang="fr-FR" dirty="0" err="1" smtClean="0"/>
              <a:t>broken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4-  JE VIVRAI PAR LA FOI JE SAIS QUE RIEN N'EST IMPOSSIBLE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am</a:t>
            </a:r>
            <a:r>
              <a:rPr lang="fr-FR" dirty="0" smtClean="0"/>
              <a:t> living by </a:t>
            </a:r>
            <a:r>
              <a:rPr lang="fr-FR" dirty="0" err="1" smtClean="0"/>
              <a:t>faith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, </a:t>
            </a: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AU FOND JE SAIS QUE TU ES AVEC MOI JE SAIS QUE TU PEUX TOUT ACCOMPLIR  
</a:t>
            </a:r>
            <a:r>
              <a:rPr lang="fr-FR" dirty="0" err="1" smtClean="0"/>
              <a:t>Deep</a:t>
            </a:r>
            <a:r>
              <a:rPr lang="fr-FR" dirty="0" smtClean="0"/>
              <a:t> down I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Youʼre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 I know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</a:t>
            </a:r>
          </a:p>
          <a:p>
            <a:pPr>
              <a:defRPr/>
            </a:pPr>
            <a:r>
              <a:rPr lang="fr-FR" dirty="0" smtClean="0"/>
              <a:t>7-  OUI JE CROIS, OUI JE CROIS OUI CROIS, OUI JE CROIS EN TOI  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 in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</a:t>
            </a:r>
          </a:p>
          <a:p>
            <a:r>
              <a:rPr lang="fr-FR" smtClean="0"/>
              <a:t>
	2-  CAR C'EST TOI QUI ME REND FORT  JE SAIS QUE RIEN N'EST IMPOSSIBLE </a:t>
            </a:r>
          </a:p>
          <a:p>
            <a:r>
              <a:rPr lang="fr-FR" smtClean="0"/>
              <a:t>	ʻCause it's You who gives me strength Nothing is impossible</a:t>
            </a:r>
          </a:p>
          <a:p>
            <a:r>
              <a:rPr lang="fr-FR" smtClean="0"/>
              <a:t>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endParaRPr lang="fr-FR" smtClean="0"/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</a:t>
            </a:r>
          </a:p>
          <a:p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1-  EN TOI JE PEUX TOUT ACCOMPLIR  JE PEUX TOUT RÉUSSIR </a:t>
            </a:r>
          </a:p>
          <a:p>
            <a:pPr>
              <a:defRPr/>
            </a:pPr>
            <a:r>
              <a:rPr lang="fr-FR" smtClean="0"/>
              <a:t>	Through You I can do anything I can do all things</a:t>
            </a:r>
          </a:p>
          <a:p>
            <a:pPr>
              <a:defRPr/>
            </a:pPr>
            <a:r>
              <a:rPr lang="fr-FR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smtClean="0"/>
              <a:t>	ʻCause it's You who gives me strength Nothing is impossible</a:t>
            </a:r>
          </a:p>
          <a:p>
            <a:pPr>
              <a:defRPr/>
            </a:pPr>
            <a:r>
              <a:rPr lang="fr-FR" smtClean="0"/>
              <a:t>
	3-  EN TOI TOUT EST RESTAURÉE  LES FORTERESSES BRISÉES </a:t>
            </a:r>
          </a:p>
          <a:p>
            <a:pPr>
              <a:defRPr/>
            </a:pPr>
            <a:r>
              <a:rPr lang="fr-FR" smtClean="0"/>
              <a:t>	Through You blind eyes are opened Strongholds are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JE VIVRAI PAR LA FOI JE SAIS QUE RIEN N'EST IMPOSSIBLE </a:t>
            </a:r>
          </a:p>
          <a:p>
            <a:pPr>
              <a:defRPr/>
            </a:pPr>
            <a:r>
              <a:rPr lang="fr-FR" smtClean="0"/>
              <a:t>	I am living by faith Nothing is impossible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smtClean="0"/>
              <a:t>Iʼm not gonna live by what I see, Iʼm not gonna live by what I feel</a:t>
            </a:r>
          </a:p>
          <a:p>
            <a:pPr>
              <a:defRPr/>
            </a:pPr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</a:t>
            </a:r>
          </a:p>
          <a:p>
            <a:pPr>
              <a:defRPr/>
            </a:pPr>
            <a:r>
              <a:rPr lang="fr-FR" smtClean="0"/>
              <a:t>7-  OUI JE CROIS, OUI JE CROIS OUI CROIS, OUI JE CROIS EN TOI   </a:t>
            </a:r>
          </a:p>
          <a:p>
            <a:pPr>
              <a:defRPr/>
            </a:pPr>
            <a:r>
              <a:rPr lang="fr-FR" smtClean="0"/>
              <a:t>I believe, I believe, I believe, I believe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</a:t>
            </a:r>
          </a:p>
          <a:p>
            <a:r>
              <a:rPr lang="fr-FR" smtClean="0"/>
              <a:t>
	2-  CAR C'EST TOI QUI ME REND FORT  JE SAIS QUE RIEN N'EST IMPOSSIBLE </a:t>
            </a:r>
          </a:p>
          <a:p>
            <a:r>
              <a:rPr lang="fr-FR" smtClean="0"/>
              <a:t>	ʻCause it's You who gives me strength Nothing is impossible</a:t>
            </a:r>
          </a:p>
          <a:p>
            <a:r>
              <a:rPr lang="fr-FR" smtClean="0"/>
              <a:t>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endParaRPr lang="fr-FR" smtClean="0"/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</a:t>
            </a:r>
          </a:p>
          <a:p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1-  EN TOI JE PEUX TOUT ACCOMPLIR  JE PEUX TOUT RÉUSSIR </a:t>
            </a:r>
          </a:p>
          <a:p>
            <a:pPr>
              <a:defRPr/>
            </a:pPr>
            <a:r>
              <a:rPr lang="fr-FR" smtClean="0"/>
              <a:t>	Through You I can do anything I can do all things</a:t>
            </a:r>
          </a:p>
          <a:p>
            <a:pPr>
              <a:defRPr/>
            </a:pPr>
            <a:r>
              <a:rPr lang="fr-FR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smtClean="0"/>
              <a:t>	ʻCause it's You who gives me strength Nothing is impossible</a:t>
            </a:r>
          </a:p>
          <a:p>
            <a:pPr>
              <a:defRPr/>
            </a:pPr>
            <a:r>
              <a:rPr lang="fr-FR" smtClean="0"/>
              <a:t>
	3-  EN TOI TOUT EST RESTAURÉE  LES FORTERESSES BRISÉES </a:t>
            </a:r>
          </a:p>
          <a:p>
            <a:pPr>
              <a:defRPr/>
            </a:pPr>
            <a:r>
              <a:rPr lang="fr-FR" smtClean="0"/>
              <a:t>	Through You blind eyes are opened Strongholds are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JE VIVRAI PAR LA FOI JE SAIS QUE RIEN N'EST IMPOSSIBLE </a:t>
            </a:r>
          </a:p>
          <a:p>
            <a:pPr>
              <a:defRPr/>
            </a:pPr>
            <a:r>
              <a:rPr lang="fr-FR" smtClean="0"/>
              <a:t>	I am living by faith Nothing is impossible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smtClean="0"/>
              <a:t>Iʼm not gonna live by what I see, Iʼm not gonna live by what I feel</a:t>
            </a:r>
          </a:p>
          <a:p>
            <a:pPr>
              <a:defRPr/>
            </a:pPr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</a:t>
            </a:r>
          </a:p>
          <a:p>
            <a:pPr>
              <a:defRPr/>
            </a:pPr>
            <a:r>
              <a:rPr lang="fr-FR" smtClean="0"/>
              <a:t>7-  OUI JE CROIS, OUI JE CROIS OUI CROIS, OUI JE CROIS EN TOI   </a:t>
            </a:r>
          </a:p>
          <a:p>
            <a:pPr>
              <a:defRPr/>
            </a:pPr>
            <a:r>
              <a:rPr lang="fr-FR" smtClean="0"/>
              <a:t>I believe, I believe, I believe, I believe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</a:t>
            </a:r>
          </a:p>
          <a:p>
            <a:r>
              <a:rPr lang="fr-FR" smtClean="0"/>
              <a:t>
	2-  CAR C'EST TOI QUI ME REND FORT  JE SAIS QUE RIEN N'EST IMPOSSIBLE </a:t>
            </a:r>
          </a:p>
          <a:p>
            <a:r>
              <a:rPr lang="fr-FR" smtClean="0"/>
              <a:t>	ʻCause it's You who gives me strength Nothing is impossible</a:t>
            </a:r>
          </a:p>
          <a:p>
            <a:r>
              <a:rPr lang="fr-FR" smtClean="0"/>
              <a:t>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endParaRPr lang="fr-FR" smtClean="0"/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</a:t>
            </a:r>
          </a:p>
          <a:p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1-  EN TOI JE PEUX TOUT ACCOMPLIR  JE PEUX TOUT RÉUSSIR </a:t>
            </a:r>
          </a:p>
          <a:p>
            <a:pPr>
              <a:defRPr/>
            </a:pPr>
            <a:r>
              <a:rPr lang="fr-FR" smtClean="0"/>
              <a:t>	Through You I can do anything I can do all things</a:t>
            </a:r>
          </a:p>
          <a:p>
            <a:pPr>
              <a:defRPr/>
            </a:pPr>
            <a:r>
              <a:rPr lang="fr-FR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smtClean="0"/>
              <a:t>	ʻCause it's You who gives me strength Nothing is impossible</a:t>
            </a:r>
          </a:p>
          <a:p>
            <a:pPr>
              <a:defRPr/>
            </a:pPr>
            <a:r>
              <a:rPr lang="fr-FR" smtClean="0"/>
              <a:t>
	3-  EN TOI TOUT EST RESTAURÉE  LES FORTERESSES BRISÉES </a:t>
            </a:r>
          </a:p>
          <a:p>
            <a:pPr>
              <a:defRPr/>
            </a:pPr>
            <a:r>
              <a:rPr lang="fr-FR" smtClean="0"/>
              <a:t>	Through You blind eyes are opened Strongholds are broken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4-  JE VIVRAI PAR LA FOI JE SAIS QUE RIEN N'EST IMPOSSIBLE </a:t>
            </a:r>
          </a:p>
          <a:p>
            <a:pPr>
              <a:defRPr/>
            </a:pPr>
            <a:r>
              <a:rPr lang="fr-FR" smtClean="0"/>
              <a:t>	I am living by faith Nothing is impossible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smtClean="0"/>
              <a:t>Iʼm not gonna live by what I see, Iʼm not gonna live by what I feel</a:t>
            </a:r>
          </a:p>
          <a:p>
            <a:pPr>
              <a:defRPr/>
            </a:pPr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</a:t>
            </a:r>
          </a:p>
          <a:p>
            <a:pPr>
              <a:defRPr/>
            </a:pPr>
            <a:r>
              <a:rPr lang="fr-FR" smtClean="0"/>
              <a:t>7-  OUI JE CROIS, OUI JE CROIS OUI CROIS, OUI JE CROIS EN TOI   </a:t>
            </a:r>
          </a:p>
          <a:p>
            <a:pPr>
              <a:defRPr/>
            </a:pPr>
            <a:r>
              <a:rPr lang="fr-FR" smtClean="0"/>
              <a:t>I believe, I believe, I believe, I believe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</a:t>
            </a:r>
          </a:p>
          <a:p>
            <a:r>
              <a:rPr lang="fr-FR" smtClean="0"/>
              <a:t>
	2-  CAR C'EST TOI QUI ME REND FORT  JE SAIS QUE RIEN N'EST IMPOSSIBLE </a:t>
            </a:r>
          </a:p>
          <a:p>
            <a:r>
              <a:rPr lang="fr-FR" smtClean="0"/>
              <a:t>	ʻCause it's You who gives me strength Nothing is impossible</a:t>
            </a:r>
          </a:p>
          <a:p>
            <a:r>
              <a:rPr lang="fr-FR" smtClean="0"/>
              <a:t>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endParaRPr lang="fr-FR" smtClean="0"/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</a:t>
            </a:r>
          </a:p>
          <a:p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Refrain : </a:t>
            </a:r>
          </a:p>
          <a:p>
            <a:pPr>
              <a:defRPr/>
            </a:pPr>
            <a:r>
              <a:rPr lang="fr-FR" dirty="0" smtClean="0"/>
              <a:t>	1-  EN TOI JE PEUX TOUT ACCOMPLIR  JE PEUX TOUT RÉUSSIR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I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do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	2-  CAR C'EST TOI QUI ME REND FORT  JE SAIS QUE RIEN N'EST IMPOSSIBLE </a:t>
            </a:r>
          </a:p>
          <a:p>
            <a:pPr>
              <a:defRPr/>
            </a:pPr>
            <a:r>
              <a:rPr lang="fr-FR" dirty="0" smtClean="0"/>
              <a:t>	ʻCause </a:t>
            </a:r>
            <a:r>
              <a:rPr lang="fr-FR" dirty="0" err="1" smtClean="0"/>
              <a:t>it's</a:t>
            </a:r>
            <a:r>
              <a:rPr lang="fr-FR" dirty="0" smtClean="0"/>
              <a:t> You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gives</a:t>
            </a:r>
            <a:r>
              <a:rPr lang="fr-FR" dirty="0" smtClean="0"/>
              <a:t> me </a:t>
            </a:r>
            <a:r>
              <a:rPr lang="fr-FR" dirty="0" err="1" smtClean="0"/>
              <a:t>strength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r>
              <a:rPr lang="fr-FR" dirty="0" smtClean="0"/>
              <a:t>
	3-  EN TOI TOUT EST RESTAURÉE  LES FORTERESSES BRISÉES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Through</a:t>
            </a:r>
            <a:r>
              <a:rPr lang="fr-FR" dirty="0" smtClean="0"/>
              <a:t> You </a:t>
            </a:r>
            <a:r>
              <a:rPr lang="fr-FR" dirty="0" err="1" smtClean="0"/>
              <a:t>blind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are </a:t>
            </a:r>
            <a:r>
              <a:rPr lang="fr-FR" dirty="0" err="1" smtClean="0"/>
              <a:t>opened</a:t>
            </a:r>
            <a:r>
              <a:rPr lang="fr-FR" dirty="0" smtClean="0"/>
              <a:t> </a:t>
            </a:r>
            <a:r>
              <a:rPr lang="fr-FR" dirty="0" err="1" smtClean="0"/>
              <a:t>Strongholds</a:t>
            </a:r>
            <a:r>
              <a:rPr lang="fr-FR" dirty="0" smtClean="0"/>
              <a:t> are </a:t>
            </a:r>
            <a:r>
              <a:rPr lang="fr-FR" dirty="0" err="1" smtClean="0"/>
              <a:t>broken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4-  JE VIVRAI PAR LA FOI JE SAIS QUE RIEN N'EST IMPOSSIBLE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am</a:t>
            </a:r>
            <a:r>
              <a:rPr lang="fr-FR" dirty="0" smtClean="0"/>
              <a:t> living by </a:t>
            </a:r>
            <a:r>
              <a:rPr lang="fr-FR" dirty="0" err="1" smtClean="0"/>
              <a:t>faith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
5-  JE NE VIVRAI PAS PAR CE QUE JE VOIS JE NE VIVRAI PAS PAR CE QUE JE SENS  </a:t>
            </a:r>
          </a:p>
          <a:p>
            <a:pPr>
              <a:defRPr/>
            </a:pP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, </a:t>
            </a:r>
            <a:r>
              <a:rPr lang="fr-FR" dirty="0" err="1" smtClean="0"/>
              <a:t>Iʼm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live by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AU FOND JE SAIS QUE TU ES AVEC MOI JE SAIS QUE TU PEUX TOUT ACCOMPLIR  
</a:t>
            </a:r>
            <a:r>
              <a:rPr lang="fr-FR" dirty="0" err="1" smtClean="0"/>
              <a:t>Deep</a:t>
            </a:r>
            <a:r>
              <a:rPr lang="fr-FR" dirty="0" smtClean="0"/>
              <a:t> down I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Youʼre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 I know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anything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</a:t>
            </a:r>
          </a:p>
          <a:p>
            <a:pPr>
              <a:defRPr/>
            </a:pPr>
            <a:r>
              <a:rPr lang="fr-FR" dirty="0" smtClean="0"/>
              <a:t>7-  OUI JE CROIS, OUI JE CROIS OUI CROIS, OUI JE CROIS EN TOI  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, I </a:t>
            </a:r>
            <a:r>
              <a:rPr lang="fr-FR" dirty="0" err="1" smtClean="0"/>
              <a:t>believe</a:t>
            </a:r>
            <a:r>
              <a:rPr lang="fr-FR" dirty="0" smtClean="0"/>
              <a:t> in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EN TOI JE PEUX TOUT ACCOMPLIR  JE PEUX TOUT RÉUSSIR </a:t>
            </a:r>
          </a:p>
          <a:p>
            <a:r>
              <a:rPr lang="fr-FR" smtClean="0"/>
              <a:t>	Through You I can do anything I can do all things</a:t>
            </a:r>
          </a:p>
          <a:p>
            <a:r>
              <a:rPr lang="fr-FR" smtClean="0"/>
              <a:t>
	2-  CAR C'EST TOI QUI ME REND FORT  JE SAIS QUE RIEN N'EST IMPOSSIBLE </a:t>
            </a:r>
          </a:p>
          <a:p>
            <a:r>
              <a:rPr lang="fr-FR" smtClean="0"/>
              <a:t>	ʻCause it's You who gives me strength Nothing is impossible</a:t>
            </a:r>
          </a:p>
          <a:p>
            <a:r>
              <a:rPr lang="fr-FR" smtClean="0"/>
              <a:t>
	3-  EN TOI TOUT EST RESTAURÉE  LES FORTERESSES BRISÉES </a:t>
            </a:r>
          </a:p>
          <a:p>
            <a:r>
              <a:rPr lang="fr-FR" smtClean="0"/>
              <a:t>	Through You blind eyes are opened Strongholds are broken</a:t>
            </a:r>
          </a:p>
          <a:p>
            <a:endParaRPr lang="fr-FR" smtClean="0"/>
          </a:p>
          <a:p>
            <a:r>
              <a:rPr lang="fr-FR" smtClean="0"/>
              <a:t>	4-  JE VIVRAI PAR LA FOI JE SAIS QUE RIEN N'EST IMPOSSIBLE </a:t>
            </a:r>
          </a:p>
          <a:p>
            <a:r>
              <a:rPr lang="fr-FR" smtClean="0"/>
              <a:t>	I am living by faith Nothing is impossible</a:t>
            </a:r>
          </a:p>
          <a:p>
            <a:endParaRPr lang="fr-FR" smtClean="0"/>
          </a:p>
          <a:p>
            <a:r>
              <a:rPr lang="fr-FR" smtClean="0"/>
              <a:t>Couplet : 
5-  JE NE VIVRAI PAS PAR CE QUE JE VOIS JE NE VIVRAI PAS PAR CE QUE JE SENS  </a:t>
            </a:r>
          </a:p>
          <a:p>
            <a:r>
              <a:rPr lang="fr-FR" smtClean="0"/>
              <a:t>Iʼm not gonna live by what I see, Iʼm not gonna live by what I feel</a:t>
            </a:r>
          </a:p>
          <a:p>
            <a:r>
              <a:rPr lang="fr-FR" smtClean="0"/>
              <a:t>
6-  AU FOND JE SAIS QUE TU ES AVEC MOI JE SAIS QUE TU PEUX TOUT ACCOMPLIR  
Deep down I know that Youʼre here with me I know that You can do anything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Pont : </a:t>
            </a:r>
          </a:p>
          <a:p>
            <a:r>
              <a:rPr lang="fr-FR" smtClean="0"/>
              <a:t>7-  OUI JE CROIS, OUI JE CROIS OUI CROIS, OUI JE CROIS EN TOI   </a:t>
            </a:r>
          </a:p>
          <a:p>
            <a:r>
              <a:rPr lang="fr-FR" smtClean="0"/>
              <a:t>I believe, I believe, I believe, I believe in You</a:t>
            </a:r>
          </a:p>
          <a:p>
            <a:endParaRPr lang="fr-FR" smtClean="0"/>
          </a:p>
          <a:p>
            <a:r>
              <a:rPr lang="fr-FR" smtClean="0"/>
              <a:t>Refrain : </a:t>
            </a:r>
          </a:p>
          <a:p>
            <a:endParaRPr lang="fr-FR" smtClean="0"/>
          </a:p>
          <a:p>
            <a:r>
              <a:rPr lang="fr-FR" smtClean="0"/>
              <a:t>Pont :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JE PEUX TOUT ACCOMPLIR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TOUT RÉUSSIR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TOI QUI ME RENDS FORT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RIEN N'EST IMPOSSIBLE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TOUT EST RESTAURÉ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FORTERESSES BRISÉES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 PAR LA FOI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RIEN N'EST IMPOSSIBLE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VIVRAI PAS PAR CE QUE JE VOIS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VIVRAI PAS PAR CE QUE JE SENS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FOND JE SAIS QUE TU ES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TU PEUX TOUT ACCOMPLIR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CROIS, OUI JE CROIS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CROIS, OUI JE CROIS EN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93</Words>
  <Application>Microsoft Office PowerPoint</Application>
  <PresentationFormat>Affichage à l'écran (4:3)</PresentationFormat>
  <Paragraphs>379</Paragraphs>
  <Slides>7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184</cp:revision>
  <dcterms:created xsi:type="dcterms:W3CDTF">2002-08-17T10:50:50Z</dcterms:created>
  <dcterms:modified xsi:type="dcterms:W3CDTF">2019-05-26T06:47:33Z</dcterms:modified>
</cp:coreProperties>
</file>